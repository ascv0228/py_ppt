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1015" r:id="rId2"/>
    <p:sldId id="858" r:id="rId3"/>
    <p:sldId id="1036" r:id="rId4"/>
    <p:sldId id="930" r:id="rId5"/>
    <p:sldId id="931" r:id="rId6"/>
    <p:sldId id="932" r:id="rId7"/>
    <p:sldId id="934" r:id="rId8"/>
    <p:sldId id="918" r:id="rId9"/>
    <p:sldId id="919" r:id="rId10"/>
    <p:sldId id="920" r:id="rId11"/>
    <p:sldId id="921" r:id="rId12"/>
    <p:sldId id="922" r:id="rId13"/>
    <p:sldId id="923" r:id="rId14"/>
    <p:sldId id="924" r:id="rId15"/>
    <p:sldId id="925" r:id="rId16"/>
    <p:sldId id="926" r:id="rId17"/>
    <p:sldId id="927" r:id="rId18"/>
    <p:sldId id="928" r:id="rId19"/>
    <p:sldId id="1007" r:id="rId20"/>
    <p:sldId id="1008" r:id="rId21"/>
    <p:sldId id="1009" r:id="rId22"/>
    <p:sldId id="1010" r:id="rId23"/>
    <p:sldId id="1011" r:id="rId24"/>
    <p:sldId id="1012" r:id="rId25"/>
    <p:sldId id="1013" r:id="rId26"/>
    <p:sldId id="1014" r:id="rId27"/>
    <p:sldId id="949" r:id="rId28"/>
    <p:sldId id="950" r:id="rId29"/>
    <p:sldId id="951" r:id="rId30"/>
    <p:sldId id="952" r:id="rId31"/>
    <p:sldId id="953" r:id="rId32"/>
    <p:sldId id="954" r:id="rId33"/>
    <p:sldId id="955" r:id="rId34"/>
    <p:sldId id="1016" r:id="rId35"/>
    <p:sldId id="956" r:id="rId36"/>
    <p:sldId id="957" r:id="rId37"/>
    <p:sldId id="958" r:id="rId38"/>
    <p:sldId id="959" r:id="rId39"/>
    <p:sldId id="1025" r:id="rId40"/>
    <p:sldId id="1026" r:id="rId41"/>
    <p:sldId id="1027" r:id="rId42"/>
    <p:sldId id="1028" r:id="rId43"/>
    <p:sldId id="1029" r:id="rId44"/>
    <p:sldId id="965" r:id="rId45"/>
    <p:sldId id="1037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686868"/>
    <a:srgbClr val="CC8814"/>
    <a:srgbClr val="E0CC12"/>
    <a:srgbClr val="A6A6A6"/>
    <a:srgbClr val="FFE600"/>
    <a:srgbClr val="BFBFBF"/>
    <a:srgbClr val="F2A700"/>
    <a:srgbClr val="009999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42" autoAdjust="0"/>
    <p:restoredTop sz="94103" autoAdjust="0"/>
  </p:normalViewPr>
  <p:slideViewPr>
    <p:cSldViewPr>
      <p:cViewPr varScale="1">
        <p:scale>
          <a:sx n="86" d="100"/>
          <a:sy n="86" d="100"/>
        </p:scale>
        <p:origin x="1373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686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021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050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995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0356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12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970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888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730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4818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988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718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693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149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592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7758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6CDE006F-DABA-4D8C-87D2-B66B5DD7CFC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18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61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>
                <a:solidFill>
                  <a:srgbClr val="000000"/>
                </a:solidFill>
              </a:rPr>
              <a:pPr/>
              <a:t>44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620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05092-2163-400C-AEFE-4B6A92D8B031}" type="slidenum">
              <a:rPr lang="en-US" altLang="en-US" smtClean="0">
                <a:solidFill>
                  <a:srgbClr val="000000"/>
                </a:solidFill>
              </a:rPr>
              <a:pPr/>
              <a:t>45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967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m4a"/><Relationship Id="rId2" Type="http://schemas.microsoft.com/office/2007/relationships/media" Target="../media/media11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2" Type="http://schemas.microsoft.com/office/2007/relationships/media" Target="../media/media16.m4a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1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1.m4a"/><Relationship Id="rId2" Type="http://schemas.microsoft.com/office/2007/relationships/media" Target="../media/media21.m4a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media22.m4a"/><Relationship Id="rId2" Type="http://schemas.microsoft.com/office/2007/relationships/media" Target="../media/media22.m4a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media23.m4a"/><Relationship Id="rId2" Type="http://schemas.microsoft.com/office/2007/relationships/media" Target="../media/media23.m4a"/><Relationship Id="rId1" Type="http://schemas.openxmlformats.org/officeDocument/2006/relationships/tags" Target="../tags/tag1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media24.m4a"/><Relationship Id="rId2" Type="http://schemas.microsoft.com/office/2007/relationships/media" Target="../media/media24.m4a"/><Relationship Id="rId1" Type="http://schemas.openxmlformats.org/officeDocument/2006/relationships/tags" Target="../tags/tag1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media25.m4a"/><Relationship Id="rId2" Type="http://schemas.microsoft.com/office/2007/relationships/media" Target="../media/media25.m4a"/><Relationship Id="rId1" Type="http://schemas.openxmlformats.org/officeDocument/2006/relationships/tags" Target="../tags/tag1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media26.m4a"/><Relationship Id="rId2" Type="http://schemas.microsoft.com/office/2007/relationships/media" Target="../media/media26.m4a"/><Relationship Id="rId1" Type="http://schemas.openxmlformats.org/officeDocument/2006/relationships/tags" Target="../tags/tag1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media27.m4a"/><Relationship Id="rId2" Type="http://schemas.microsoft.com/office/2007/relationships/media" Target="../media/media27.m4a"/><Relationship Id="rId1" Type="http://schemas.openxmlformats.org/officeDocument/2006/relationships/tags" Target="../tags/tag1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8.m4a"/><Relationship Id="rId2" Type="http://schemas.microsoft.com/office/2007/relationships/media" Target="../media/media28.m4a"/><Relationship Id="rId1" Type="http://schemas.openxmlformats.org/officeDocument/2006/relationships/tags" Target="../tags/tag1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media29.m4a"/><Relationship Id="rId2" Type="http://schemas.microsoft.com/office/2007/relationships/media" Target="../media/media29.m4a"/><Relationship Id="rId1" Type="http://schemas.openxmlformats.org/officeDocument/2006/relationships/tags" Target="../tags/tag1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media30.m4a"/><Relationship Id="rId2" Type="http://schemas.microsoft.com/office/2007/relationships/media" Target="../media/media30.m4a"/><Relationship Id="rId1" Type="http://schemas.openxmlformats.org/officeDocument/2006/relationships/tags" Target="../tags/tag2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media30.m4a"/><Relationship Id="rId2" Type="http://schemas.microsoft.com/office/2007/relationships/media" Target="../media/media30.m4a"/><Relationship Id="rId1" Type="http://schemas.openxmlformats.org/officeDocument/2006/relationships/tags" Target="../tags/tag2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90600"/>
            <a:ext cx="8001000" cy="4953000"/>
          </a:xfrm>
        </p:spPr>
        <p:txBody>
          <a:bodyPr/>
          <a:lstStyle/>
          <a:p>
            <a:r>
              <a:rPr lang="en-US" dirty="0"/>
              <a:t>I decided to add some slides</a:t>
            </a:r>
            <a:br>
              <a:rPr lang="en-US" dirty="0"/>
            </a:br>
            <a:r>
              <a:rPr lang="en-US" dirty="0"/>
              <a:t>to Py21L12realfin.pptx (in order to better-explain the concepts covered in that lecture)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So, we'll start today's lecture by looking at those added slides...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3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194"/>
    </mc:Choice>
    <mc:Fallback xmlns="">
      <p:transition spd="slow" advTm="641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096" x="4286250" y="1860550"/>
          <p14:tracePt t="3103" x="4260850" y="1866900"/>
          <p14:tracePt t="3117" x="4241800" y="1873250"/>
          <p14:tracePt t="3134" x="4197350" y="1898650"/>
          <p14:tracePt t="3150" x="4178300" y="1911350"/>
          <p14:tracePt t="3167" x="4127500" y="1924050"/>
          <p14:tracePt t="3184" x="4076700" y="1955800"/>
          <p14:tracePt t="3201" x="4032250" y="1981200"/>
          <p14:tracePt t="3217" x="4013200" y="1987550"/>
          <p14:tracePt t="3233" x="3994150" y="2006600"/>
          <p14:tracePt t="3251" x="3937000" y="2044700"/>
          <p14:tracePt t="3267" x="3911600" y="2063750"/>
          <p14:tracePt t="3283" x="3892550" y="2070100"/>
          <p14:tracePt t="3300" x="3867150" y="2089150"/>
          <p14:tracePt t="3317" x="3848100" y="2101850"/>
          <p14:tracePt t="3334" x="3835400" y="2108200"/>
          <p14:tracePt t="3350" x="3822700" y="2114550"/>
          <p14:tracePt t="3367" x="3810000" y="2127250"/>
          <p14:tracePt t="3384" x="3797300" y="2133600"/>
          <p14:tracePt t="3400" x="3790950" y="2139950"/>
          <p14:tracePt t="3416" x="3771900" y="2152650"/>
          <p14:tracePt t="3433" x="3765550" y="2152650"/>
          <p14:tracePt t="3449" x="3759200" y="2152650"/>
          <p14:tracePt t="3466" x="3746500" y="2152650"/>
          <p14:tracePt t="3483" x="3727450" y="2159000"/>
          <p14:tracePt t="3517" x="3714750" y="2159000"/>
          <p14:tracePt t="3532" x="3702050" y="2159000"/>
          <p14:tracePt t="3549" x="3695700" y="2159000"/>
          <p14:tracePt t="6241" x="3689350" y="2165350"/>
          <p14:tracePt t="6248" x="3676650" y="2184400"/>
          <p14:tracePt t="6262" x="3663950" y="2203450"/>
          <p14:tracePt t="6273" x="3651250" y="2216150"/>
          <p14:tracePt t="6290" x="3619500" y="2254250"/>
          <p14:tracePt t="6306" x="3606800" y="2266950"/>
          <p14:tracePt t="6323" x="3581400" y="2298700"/>
          <p14:tracePt t="6339" x="3543300" y="2330450"/>
          <p14:tracePt t="6356" x="3530600" y="2343150"/>
          <p14:tracePt t="6374" x="3505200" y="2362200"/>
          <p14:tracePt t="6389" x="3486150" y="2393950"/>
          <p14:tracePt t="6406" x="3479800" y="2400300"/>
          <p14:tracePt t="6423" x="3467100" y="2413000"/>
          <p14:tracePt t="6439" x="3460750" y="2419350"/>
          <p14:tracePt t="6456" x="3454400" y="2419350"/>
          <p14:tracePt t="6473" x="3454400" y="2425700"/>
          <p14:tracePt t="6489" x="3441700" y="2425700"/>
          <p14:tracePt t="6506" x="3429000" y="2432050"/>
          <p14:tracePt t="6522" x="3409950" y="2432050"/>
          <p14:tracePt t="6542" x="3403600" y="2432050"/>
          <p14:tracePt t="6556" x="3371850" y="2438400"/>
          <p14:tracePt t="6572" x="3352800" y="2438400"/>
          <p14:tracePt t="6589" x="3327400" y="2438400"/>
          <p14:tracePt t="6606" x="3289300" y="2451100"/>
          <p14:tracePt t="6622" x="3244850" y="2451100"/>
          <p14:tracePt t="6639" x="3225800" y="2451100"/>
          <p14:tracePt t="6655" x="3187700" y="2451100"/>
          <p14:tracePt t="6672" x="3155950" y="2451100"/>
          <p14:tracePt t="6689" x="3130550" y="2451100"/>
          <p14:tracePt t="6705" x="3124200" y="2451100"/>
          <p14:tracePt t="6721" x="3098800" y="2444750"/>
          <p14:tracePt t="6739" x="3073400" y="2444750"/>
          <p14:tracePt t="6771" x="3054350" y="2438400"/>
          <p14:tracePt t="6788" x="3028950" y="2432050"/>
          <p14:tracePt t="6804" x="3009900" y="2432050"/>
          <p14:tracePt t="6821" x="2997200" y="2432050"/>
          <p14:tracePt t="6838" x="2933700" y="2425700"/>
          <p14:tracePt t="6854" x="2921000" y="2425700"/>
          <p14:tracePt t="6872" x="2889250" y="2419350"/>
          <p14:tracePt t="6888" x="2882900" y="2419350"/>
          <p14:tracePt t="6904" x="2857500" y="2413000"/>
          <p14:tracePt t="6921" x="2851150" y="2413000"/>
          <p14:tracePt t="6937" x="2844800" y="2413000"/>
          <p14:tracePt t="6954" x="2832100" y="2413000"/>
          <p14:tracePt t="6971" x="2825750" y="2413000"/>
          <p14:tracePt t="6988" x="2819400" y="2413000"/>
          <p14:tracePt t="7131" x="2813050" y="2413000"/>
          <p14:tracePt t="7159" x="2806700" y="2413000"/>
          <p14:tracePt t="7188" x="2800350" y="2413000"/>
          <p14:tracePt t="7208" x="2787650" y="2419350"/>
          <p14:tracePt t="7236" x="2781300" y="2419350"/>
          <p14:tracePt t="7258" x="2774950" y="2419350"/>
          <p14:tracePt t="7602" x="2749550" y="2419350"/>
          <p14:tracePt t="7609" x="2717800" y="2419350"/>
          <p14:tracePt t="7623" x="2692400" y="2419350"/>
          <p14:tracePt t="7634" x="2660650" y="2419350"/>
          <p14:tracePt t="7652" x="2609850" y="2419350"/>
          <p14:tracePt t="7668" x="2590800" y="2419350"/>
          <p14:tracePt t="7685" x="2552700" y="2419350"/>
          <p14:tracePt t="7701" x="2508250" y="2419350"/>
          <p14:tracePt t="7718" x="2489200" y="2419350"/>
          <p14:tracePt t="7735" x="2463800" y="2419350"/>
          <p14:tracePt t="7751" x="2432050" y="2419350"/>
          <p14:tracePt t="7768" x="2419350" y="2425700"/>
          <p14:tracePt t="7785" x="2400300" y="2425700"/>
          <p14:tracePt t="7801" x="2387600" y="2425700"/>
          <p14:tracePt t="7818" x="2381250" y="2425700"/>
          <p14:tracePt t="7834" x="2374900" y="2425700"/>
          <p14:tracePt t="7862" x="2368550" y="2425700"/>
          <p14:tracePt t="7931" x="2362200" y="2425700"/>
          <p14:tracePt t="8149" x="2368550" y="2425700"/>
          <p14:tracePt t="8163" x="2374900" y="2425700"/>
          <p14:tracePt t="8170" x="2381250" y="2425700"/>
          <p14:tracePt t="8186" x="2393950" y="2425700"/>
          <p14:tracePt t="8199" x="2400300" y="2425700"/>
          <p14:tracePt t="8216" x="2444750" y="2425700"/>
          <p14:tracePt t="8234" x="2501900" y="2419350"/>
          <p14:tracePt t="8249" x="2552700" y="2419350"/>
          <p14:tracePt t="8266" x="2647950" y="2406650"/>
          <p14:tracePt t="8282" x="2781300" y="2374900"/>
          <p14:tracePt t="8299" x="2844800" y="2368550"/>
          <p14:tracePt t="8316" x="2965450" y="2349500"/>
          <p14:tracePt t="8333" x="3060700" y="2330450"/>
          <p14:tracePt t="8349" x="3092450" y="2324100"/>
          <p14:tracePt t="8366" x="3149600" y="2311400"/>
          <p14:tracePt t="8382" x="3200400" y="2305050"/>
          <p14:tracePt t="8399" x="3219450" y="2305050"/>
          <p14:tracePt t="8416" x="3263900" y="2305050"/>
          <p14:tracePt t="8432" x="3302000" y="2305050"/>
          <p14:tracePt t="8449" x="3321050" y="2305050"/>
          <p14:tracePt t="8466" x="3365500" y="2305050"/>
          <p14:tracePt t="8483" x="3384550" y="2305050"/>
          <p14:tracePt t="8499" x="3441700" y="2311400"/>
          <p14:tracePt t="8515" x="3448050" y="2311400"/>
          <p14:tracePt t="8532" x="3473450" y="2317750"/>
          <p14:tracePt t="8549" x="3505200" y="2324100"/>
          <p14:tracePt t="8565" x="3524250" y="2324100"/>
          <p14:tracePt t="8582" x="3536950" y="2324100"/>
          <p14:tracePt t="8598" x="3562350" y="2330450"/>
          <p14:tracePt t="8615" x="3575050" y="2330450"/>
          <p14:tracePt t="8632" x="3587750" y="2330450"/>
          <p14:tracePt t="8648" x="3613150" y="2330450"/>
          <p14:tracePt t="8665" x="3638550" y="2330450"/>
          <p14:tracePt t="8682" x="3670300" y="2330450"/>
          <p14:tracePt t="8698" x="3683000" y="2330450"/>
          <p14:tracePt t="8714" x="3714750" y="2330450"/>
          <p14:tracePt t="8731" x="3721100" y="2330450"/>
          <p14:tracePt t="8748" x="3727450" y="2330450"/>
          <p14:tracePt t="8764" x="3733800" y="2330450"/>
          <p14:tracePt t="8781" x="3746500" y="2330450"/>
          <p14:tracePt t="8921" x="3740150" y="2330450"/>
          <p14:tracePt t="8928" x="3733800" y="2330450"/>
          <p14:tracePt t="8942" x="3727450" y="2330450"/>
          <p14:tracePt t="8962" x="3721100" y="2330450"/>
          <p14:tracePt t="8976" x="3708400" y="2330450"/>
          <p14:tracePt t="8985" x="3695700" y="2330450"/>
          <p14:tracePt t="8997" x="3676650" y="2330450"/>
          <p14:tracePt t="9014" x="3632200" y="2336800"/>
          <p14:tracePt t="9031" x="3613150" y="2336800"/>
          <p14:tracePt t="9047" x="3575050" y="2336800"/>
          <p14:tracePt t="9063" x="3549650" y="2343150"/>
          <p14:tracePt t="9080" x="3536950" y="2343150"/>
          <p14:tracePt t="9097" x="3524250" y="2343150"/>
          <p14:tracePt t="9152" x="3530600" y="2343150"/>
          <p14:tracePt t="9166" x="3536950" y="2343150"/>
          <p14:tracePt t="9173" x="3549650" y="2343150"/>
          <p14:tracePt t="9187" x="3575050" y="2343150"/>
          <p14:tracePt t="9196" x="3594100" y="2343150"/>
          <p14:tracePt t="9213" x="3619500" y="2343150"/>
          <p14:tracePt t="9229" x="3689350" y="2343150"/>
          <p14:tracePt t="9246" x="3746500" y="2343150"/>
          <p14:tracePt t="9263" x="3784600" y="2343150"/>
          <p14:tracePt t="9279" x="3835400" y="2349500"/>
          <p14:tracePt t="9296" x="3873500" y="2349500"/>
          <p14:tracePt t="9313" x="3924300" y="2349500"/>
          <p14:tracePt t="9329" x="3943350" y="2349500"/>
          <p14:tracePt t="9346" x="3994150" y="2355850"/>
          <p14:tracePt t="9363" x="4057650" y="2355850"/>
          <p14:tracePt t="9379" x="4114800" y="2355850"/>
          <p14:tracePt t="9396" x="4165600" y="2355850"/>
          <p14:tracePt t="9412" x="4381500" y="2362200"/>
          <p14:tracePt t="9429" x="4470400" y="2362200"/>
          <p14:tracePt t="9446" x="4559300" y="2368550"/>
          <p14:tracePt t="9462" x="4743450" y="2393950"/>
          <p14:tracePt t="9479" x="4895850" y="2393950"/>
          <p14:tracePt t="9496" x="4984750" y="2387600"/>
          <p14:tracePt t="9512" x="5016500" y="2387600"/>
          <p14:tracePt t="9528" x="5054600" y="2381250"/>
          <p14:tracePt t="9546" x="5073650" y="2374900"/>
          <p14:tracePt t="9578" x="5086350" y="2374900"/>
          <p14:tracePt t="9615" x="5092700" y="2374900"/>
          <p14:tracePt t="9631" x="5099050" y="2374900"/>
          <p14:tracePt t="9644" x="5111750" y="2368550"/>
          <p14:tracePt t="9661" x="5118100" y="2362200"/>
          <p14:tracePt t="9678" x="5124450" y="2362200"/>
          <p14:tracePt t="9694" x="5130800" y="2362200"/>
          <p14:tracePt t="9711" x="5137150" y="2362200"/>
          <p14:tracePt t="9728" x="5137150" y="2355850"/>
          <p14:tracePt t="9748" x="5143500" y="2355850"/>
          <p14:tracePt t="9769" x="5143500" y="2349500"/>
          <p14:tracePt t="9840" x="5143500" y="2343150"/>
          <p14:tracePt t="9854" x="5149850" y="2343150"/>
          <p14:tracePt t="13060" x="5162550" y="2343150"/>
          <p14:tracePt t="13081" x="5175250" y="2349500"/>
          <p14:tracePt t="13101" x="5194300" y="2349500"/>
          <p14:tracePt t="13108" x="5200650" y="2355850"/>
          <p14:tracePt t="13144" x="5238750" y="2355850"/>
          <p14:tracePt t="13151" x="5245100" y="2355850"/>
          <p14:tracePt t="13165" x="5251450" y="2355850"/>
          <p14:tracePt t="13172" x="5264150" y="2355850"/>
          <p14:tracePt t="13182" x="5276850" y="2349500"/>
          <p14:tracePt t="13200" x="5289550" y="2343150"/>
          <p14:tracePt t="13215" x="5302250" y="2343150"/>
          <p14:tracePt t="13249" x="5308600" y="2343150"/>
          <p14:tracePt t="13270" x="5314950" y="2336800"/>
          <p14:tracePt t="13312" x="5321300" y="2336800"/>
          <p14:tracePt t="13354" x="5327650" y="2336800"/>
          <p14:tracePt t="13361" x="5334000" y="2336800"/>
          <p14:tracePt t="13410" x="5334000" y="2330450"/>
          <p14:tracePt t="13495" x="5340350" y="2330450"/>
          <p14:tracePt t="13586" x="5346700" y="2330450"/>
          <p14:tracePt t="13593" x="5353050" y="2330450"/>
          <p14:tracePt t="13601" x="5359400" y="2330450"/>
          <p14:tracePt t="13615" x="5365750" y="2330450"/>
          <p14:tracePt t="13635" x="5372100" y="2330450"/>
          <p14:tracePt t="13663" x="5378450" y="2330450"/>
          <p14:tracePt t="13712" x="5384800" y="2330450"/>
          <p14:tracePt t="13733" x="5391150" y="2330450"/>
          <p14:tracePt t="13761" x="5397500" y="2330450"/>
          <p14:tracePt t="13796" x="5403850" y="2330450"/>
          <p14:tracePt t="13803" x="5410200" y="2330450"/>
          <p14:tracePt t="13845" x="5416550" y="2330450"/>
          <p14:tracePt t="13852" x="5422900" y="2330450"/>
          <p14:tracePt t="13873" x="5429250" y="2330450"/>
          <p14:tracePt t="13883" x="5435600" y="2330450"/>
          <p14:tracePt t="13896" x="5441950" y="2330450"/>
          <p14:tracePt t="13913" x="5448300" y="2330450"/>
          <p14:tracePt t="13936" x="5454650" y="2330450"/>
          <p14:tracePt t="13946" x="5467350" y="2330450"/>
          <p14:tracePt t="13964" x="5473700" y="2330450"/>
          <p14:tracePt t="13979" x="5499100" y="2330450"/>
          <p14:tracePt t="13996" x="5530850" y="2330450"/>
          <p14:tracePt t="14014" x="5556250" y="2330450"/>
          <p14:tracePt t="14029" x="5575300" y="2336800"/>
          <p14:tracePt t="14046" x="5581650" y="2336800"/>
          <p14:tracePt t="14050" x="5594350" y="2336800"/>
          <p14:tracePt t="14077" x="5600700" y="2336800"/>
          <p14:tracePt t="14084" x="5607050" y="2336800"/>
          <p14:tracePt t="14099" x="5613400" y="2336800"/>
          <p14:tracePt t="14132" x="5619750" y="2336800"/>
          <p14:tracePt t="14175" x="5626100" y="2336800"/>
          <p14:tracePt t="14203" x="5632450" y="2336800"/>
          <p14:tracePt t="14231" x="5638800" y="2336800"/>
          <p14:tracePt t="14266" x="5645150" y="2330450"/>
          <p14:tracePt t="14273" x="5651500" y="2330450"/>
          <p14:tracePt t="14301" x="5657850" y="2330450"/>
          <p14:tracePt t="14315" x="5664200" y="2330450"/>
          <p14:tracePt t="14357" x="5670550" y="2330450"/>
          <p14:tracePt t="14392" x="5676900" y="2330450"/>
          <p14:tracePt t="14455" x="5683250" y="2330450"/>
          <p14:tracePt t="14582" x="5689600" y="2324100"/>
          <p14:tracePt t="14645" x="5695950" y="2324100"/>
          <p14:tracePt t="14651" x="5702300" y="2324100"/>
          <p14:tracePt t="14666" x="5708650" y="2324100"/>
          <p14:tracePt t="14677" x="5708650" y="2317750"/>
          <p14:tracePt t="14696" x="5715000" y="2317750"/>
          <p14:tracePt t="14710" x="5721350" y="2317750"/>
          <p14:tracePt t="14727" x="5727700" y="2311400"/>
          <p14:tracePt t="14744" x="5734050" y="2311400"/>
          <p14:tracePt t="14760" x="5740400" y="2311400"/>
          <p14:tracePt t="14785" x="5746750" y="2311400"/>
          <p14:tracePt t="14834" x="5753100" y="2311400"/>
          <p14:tracePt t="14862" x="5759450" y="2311400"/>
          <p14:tracePt t="14883" x="5765800" y="2311400"/>
          <p14:tracePt t="14897" x="5772150" y="2311400"/>
          <p14:tracePt t="14918" x="5778500" y="2311400"/>
          <p14:tracePt t="14932" x="5791200" y="2311400"/>
          <p14:tracePt t="14946" x="5803900" y="2311400"/>
          <p14:tracePt t="14954" x="5816600" y="2311400"/>
          <p14:tracePt t="14967" x="5835650" y="2311400"/>
          <p14:tracePt t="14976" x="5861050" y="2317750"/>
          <p14:tracePt t="14992" x="5886450" y="2317750"/>
          <p14:tracePt t="15010" x="5930900" y="2324100"/>
          <p14:tracePt t="15026" x="5988050" y="2343150"/>
          <p14:tracePt t="15042" x="6007100" y="2349500"/>
          <p14:tracePt t="15060" x="6038850" y="2349500"/>
          <p14:tracePt t="15076" x="6064250" y="2355850"/>
          <p14:tracePt t="15092" x="6076950" y="2362200"/>
          <p14:tracePt t="15109" x="6096000" y="2362200"/>
          <p14:tracePt t="15126" x="6102350" y="2362200"/>
          <p14:tracePt t="15143" x="6121400" y="2368550"/>
          <p14:tracePt t="15159" x="6127750" y="2374900"/>
          <p14:tracePt t="15176" x="6134100" y="2374900"/>
          <p14:tracePt t="15192" x="6140450" y="2374900"/>
          <p14:tracePt t="15209" x="6146800" y="2381250"/>
          <p14:tracePt t="15248" x="6153150" y="2381250"/>
          <p14:tracePt t="15277" x="6159500" y="2381250"/>
          <p14:tracePt t="15304" x="6165850" y="2381250"/>
          <p14:tracePt t="15338" x="6172200" y="2381250"/>
          <p14:tracePt t="15353" x="6178550" y="2381250"/>
          <p14:tracePt t="15367" x="6184900" y="2381250"/>
          <p14:tracePt t="15375" x="6191250" y="2381250"/>
          <p14:tracePt t="17547" x="6197600" y="2381250"/>
          <p14:tracePt t="17553" x="6210300" y="2387600"/>
          <p14:tracePt t="17570" x="6223000" y="2393950"/>
          <p14:tracePt t="17584" x="6235700" y="2406650"/>
          <p14:tracePt t="17601" x="6254750" y="2413000"/>
          <p14:tracePt t="17617" x="6280150" y="2438400"/>
          <p14:tracePt t="17634" x="6292850" y="2444750"/>
          <p14:tracePt t="17650" x="6324600" y="2463800"/>
          <p14:tracePt t="17667" x="6350000" y="2476500"/>
          <p14:tracePt t="17683" x="6375400" y="2489200"/>
          <p14:tracePt t="17701" x="6413500" y="2501900"/>
          <p14:tracePt t="17717" x="6445250" y="2514600"/>
          <p14:tracePt t="17733" x="6470650" y="2520950"/>
          <p14:tracePt t="17750" x="6496050" y="2540000"/>
          <p14:tracePt t="17767" x="6515100" y="2546350"/>
          <p14:tracePt t="17783" x="6527800" y="2546350"/>
          <p14:tracePt t="17816" x="6534150" y="2546350"/>
          <p14:tracePt t="17834" x="6546850" y="2546350"/>
          <p14:tracePt t="17866" x="6553200" y="2546350"/>
          <p14:tracePt t="17883" x="6559550" y="2546350"/>
          <p14:tracePt t="17939" x="6572250" y="2552700"/>
          <p14:tracePt t="17967" x="6578600" y="2559050"/>
          <p14:tracePt t="17974" x="6584950" y="2559050"/>
          <p14:tracePt t="17988" x="6591300" y="2559050"/>
          <p14:tracePt t="17999" x="6597650" y="2565400"/>
          <p14:tracePt t="18019" x="6604000" y="2565400"/>
          <p14:tracePt t="18032" x="6610350" y="2565400"/>
          <p14:tracePt t="18048" x="6616700" y="2571750"/>
          <p14:tracePt t="18068" x="6623050" y="2578100"/>
          <p14:tracePt t="18082" x="6629400" y="2578100"/>
          <p14:tracePt t="18099" x="6635750" y="2578100"/>
          <p14:tracePt t="18116" x="6667500" y="2590800"/>
          <p14:tracePt t="18132" x="6686550" y="2597150"/>
          <p14:tracePt t="18149" x="6705600" y="2603500"/>
          <p14:tracePt t="18165" x="6750050" y="2622550"/>
          <p14:tracePt t="18182" x="6807200" y="2641600"/>
          <p14:tracePt t="18199" x="6851650" y="2660650"/>
          <p14:tracePt t="18215" x="6864350" y="2667000"/>
          <p14:tracePt t="18232" x="6889750" y="2673350"/>
          <p14:tracePt t="18248" x="6902450" y="2679700"/>
          <p14:tracePt t="18282" x="6908800" y="2686050"/>
          <p14:tracePt t="18318" x="6915150" y="2686050"/>
          <p14:tracePt t="18339" x="6921500" y="2692400"/>
          <p14:tracePt t="18348" x="6927850" y="2692400"/>
          <p14:tracePt t="18368" x="6940550" y="2698750"/>
          <p14:tracePt t="18384" x="6946900" y="2698750"/>
          <p14:tracePt t="18397" x="6959600" y="2698750"/>
          <p14:tracePt t="18414" x="6985000" y="2698750"/>
          <p14:tracePt t="18431" x="7029450" y="2717800"/>
          <p14:tracePt t="18448" x="7061200" y="2717800"/>
          <p14:tracePt t="18465" x="7162800" y="2730500"/>
          <p14:tracePt t="18481" x="7200900" y="2730500"/>
          <p14:tracePt t="18497" x="7239000" y="2730500"/>
          <p14:tracePt t="18515" x="7289800" y="2724150"/>
          <p14:tracePt t="18530" x="7334250" y="2717800"/>
          <p14:tracePt t="18547" x="7346950" y="2711450"/>
          <p14:tracePt t="18564" x="7366000" y="2705100"/>
          <p14:tracePt t="18580" x="7372350" y="2698750"/>
          <p14:tracePt t="18613" x="7366000" y="2698750"/>
          <p14:tracePt t="18648" x="7359650" y="2705100"/>
          <p14:tracePt t="18669" x="7353300" y="2705100"/>
          <p14:tracePt t="18676" x="7353300" y="2711450"/>
          <p14:tracePt t="18698" x="7346950" y="2711450"/>
          <p14:tracePt t="18760" x="7346950" y="2705100"/>
          <p14:tracePt t="18767" x="7353300" y="2698750"/>
          <p14:tracePt t="19300" x="7289800" y="2698750"/>
          <p14:tracePt t="19314" x="7188200" y="2698750"/>
          <p14:tracePt t="19321" x="7086600" y="2724150"/>
          <p14:tracePt t="19331" x="6965950" y="2743200"/>
          <p14:tracePt t="19344" x="6851650" y="2755900"/>
          <p14:tracePt t="19361" x="6737350" y="2774950"/>
          <p14:tracePt t="19378" x="6553200" y="2819400"/>
          <p14:tracePt t="19394" x="6388100" y="2857500"/>
          <p14:tracePt t="19411" x="6280150" y="2889250"/>
          <p14:tracePt t="19428" x="6102350" y="2927350"/>
          <p14:tracePt t="19444" x="5943600" y="2978150"/>
          <p14:tracePt t="19461" x="5816600" y="3016250"/>
          <p14:tracePt t="19478" x="5753100" y="3035300"/>
          <p14:tracePt t="19494" x="5670550" y="3054350"/>
          <p14:tracePt t="19511" x="5632450" y="3054350"/>
          <p14:tracePt t="19527" x="5568950" y="3073400"/>
          <p14:tracePt t="19544" x="5518150" y="3079750"/>
          <p14:tracePt t="19561" x="5467350" y="3092450"/>
          <p14:tracePt t="19577" x="5448300" y="3092450"/>
          <p14:tracePt t="19594" x="5441950" y="3092450"/>
          <p14:tracePt t="19610" x="5429250" y="3098800"/>
          <p14:tracePt t="19812" x="5448300" y="3098800"/>
          <p14:tracePt t="19819" x="5492750" y="3098800"/>
          <p14:tracePt t="19834" x="5549900" y="3092450"/>
          <p14:tracePt t="19843" x="5613400" y="3092450"/>
          <p14:tracePt t="19859" x="5651500" y="3092450"/>
          <p14:tracePt t="19876" x="5765800" y="3086100"/>
          <p14:tracePt t="19892" x="5873750" y="3067050"/>
          <p14:tracePt t="19909" x="5937250" y="3054350"/>
          <p14:tracePt t="19926" x="6057900" y="3048000"/>
          <p14:tracePt t="19943" x="6121400" y="3035300"/>
          <p14:tracePt t="19960" x="6292850" y="3022600"/>
          <p14:tracePt t="19976" x="6350000" y="3009900"/>
          <p14:tracePt t="19992" x="6388100" y="3009900"/>
          <p14:tracePt t="20009" x="6451600" y="3009900"/>
          <p14:tracePt t="20025" x="6521450" y="3009900"/>
          <p14:tracePt t="20043" x="6553200" y="3009900"/>
          <p14:tracePt t="20059" x="6591300" y="3009900"/>
          <p14:tracePt t="20075" x="6616700" y="3009900"/>
          <p14:tracePt t="20092" x="6629400" y="3009900"/>
          <p14:tracePt t="20108" x="6648450" y="3009900"/>
          <p14:tracePt t="20125" x="6661150" y="3003550"/>
          <p14:tracePt t="20143" x="6673850" y="3003550"/>
          <p14:tracePt t="20159" x="6686550" y="3003550"/>
          <p14:tracePt t="20175" x="6699250" y="3003550"/>
          <p14:tracePt t="20192" x="6705600" y="3003550"/>
          <p14:tracePt t="20208" x="6718300" y="3003550"/>
          <p14:tracePt t="20225" x="6724650" y="3003550"/>
          <p14:tracePt t="20241" x="6737350" y="3003550"/>
          <p14:tracePt t="20258" x="6750050" y="3003550"/>
          <p14:tracePt t="20275" x="6750050" y="2997200"/>
          <p14:tracePt t="20291" x="6762750" y="2997200"/>
          <p14:tracePt t="20308" x="6769100" y="2997200"/>
          <p14:tracePt t="20325" x="6781800" y="2990850"/>
          <p14:tracePt t="20341" x="6794500" y="2990850"/>
          <p14:tracePt t="20374" x="6800850" y="2984500"/>
          <p14:tracePt t="20391" x="6807200" y="2984500"/>
          <p14:tracePt t="20409" x="6813550" y="2984500"/>
          <p14:tracePt t="20451" x="6819900" y="2978150"/>
          <p14:tracePt t="20472" x="6826250" y="2978150"/>
          <p14:tracePt t="20493" x="6832600" y="2978150"/>
          <p14:tracePt t="20569" x="6838950" y="2978150"/>
          <p14:tracePt t="28970" x="6819900" y="2978150"/>
          <p14:tracePt t="28977" x="6794500" y="2978150"/>
          <p14:tracePt t="28984" x="6756400" y="2978150"/>
          <p14:tracePt t="28994" x="6718300" y="2978150"/>
          <p14:tracePt t="29012" x="6534150" y="2978150"/>
          <p14:tracePt t="29028" x="6369050" y="2978150"/>
          <p14:tracePt t="29044" x="6229350" y="2959100"/>
          <p14:tracePt t="29061" x="6045200" y="2952750"/>
          <p14:tracePt t="29078" x="5943600" y="2952750"/>
          <p14:tracePt t="29094" x="5854700" y="2952750"/>
          <p14:tracePt t="29111" x="5721350" y="2940050"/>
          <p14:tracePt t="29127" x="5626100" y="2933700"/>
          <p14:tracePt t="29144" x="5562600" y="2927350"/>
          <p14:tracePt t="29160" x="5454650" y="2895600"/>
          <p14:tracePt t="29177" x="5384800" y="2870200"/>
          <p14:tracePt t="29195" x="5295900" y="2838450"/>
          <p14:tracePt t="29210" x="5251450" y="2819400"/>
          <p14:tracePt t="29228" x="5232400" y="2813050"/>
          <p14:tracePt t="29231" x="5232400" y="2806700"/>
          <p14:tracePt t="29244" x="5219700" y="2806700"/>
          <p14:tracePt t="29327" x="5219700" y="2800350"/>
          <p14:tracePt t="29335" x="5219700" y="2794000"/>
          <p14:tracePt t="29349" x="5226050" y="2787650"/>
          <p14:tracePt t="29839" x="5213350" y="2781300"/>
          <p14:tracePt t="29847" x="5175250" y="2768600"/>
          <p14:tracePt t="29858" x="5143500" y="2749550"/>
          <p14:tracePt t="29875" x="5010150" y="2711450"/>
          <p14:tracePt t="29891" x="4914900" y="2673350"/>
          <p14:tracePt t="29908" x="4813300" y="2616200"/>
          <p14:tracePt t="29925" x="4648200" y="2565400"/>
          <p14:tracePt t="29942" x="4559300" y="2552700"/>
          <p14:tracePt t="29958" x="4387850" y="2527300"/>
          <p14:tracePt t="29974" x="4267200" y="2508250"/>
          <p14:tracePt t="29991" x="4159250" y="2489200"/>
          <p14:tracePt t="30008" x="4057650" y="2457450"/>
          <p14:tracePt t="30024" x="4000500" y="2457450"/>
          <p14:tracePt t="30041" x="3943350" y="2457450"/>
          <p14:tracePt t="30058" x="3860800" y="2444750"/>
          <p14:tracePt t="30074" x="3816350" y="2419350"/>
          <p14:tracePt t="30091" x="3784600" y="2413000"/>
          <p14:tracePt t="30107" x="3765550" y="2400300"/>
          <p14:tracePt t="30226" x="3771900" y="2400300"/>
          <p14:tracePt t="30253" x="3778250" y="2400300"/>
          <p14:tracePt t="30260" x="3784600" y="2400300"/>
          <p14:tracePt t="30281" x="3790950" y="2400300"/>
          <p14:tracePt t="30290" x="3797300" y="2400300"/>
          <p14:tracePt t="30307" x="3816350" y="2393950"/>
          <p14:tracePt t="30324" x="3854450" y="2387600"/>
          <p14:tracePt t="30340" x="3886200" y="2374900"/>
          <p14:tracePt t="30357" x="3937000" y="2368550"/>
          <p14:tracePt t="30373" x="4044950" y="2336800"/>
          <p14:tracePt t="30390" x="4165600" y="2317750"/>
          <p14:tracePt t="30406" x="4292600" y="2311400"/>
          <p14:tracePt t="30423" x="4502150" y="2279650"/>
          <p14:tracePt t="30439" x="4635500" y="2260600"/>
          <p14:tracePt t="30457" x="4775200" y="2254250"/>
          <p14:tracePt t="30473" x="4826000" y="2254250"/>
          <p14:tracePt t="30489" x="4838700" y="2254250"/>
          <p14:tracePt t="30506" x="4845050" y="2254250"/>
          <p14:tracePt t="32285" x="4832350" y="2266950"/>
          <p14:tracePt t="32299" x="4819650" y="2279650"/>
          <p14:tracePt t="32306" x="4813300" y="2292350"/>
          <p14:tracePt t="32320" x="4800600" y="2305050"/>
          <p14:tracePt t="32333" x="4787900" y="2317750"/>
          <p14:tracePt t="32349" x="4756150" y="2355850"/>
          <p14:tracePt t="32366" x="4743450" y="2368550"/>
          <p14:tracePt t="32383" x="4705350" y="2419350"/>
          <p14:tracePt t="32399" x="4692650" y="2438400"/>
          <p14:tracePt t="32416" x="4679950" y="2451100"/>
          <p14:tracePt t="32433" x="4667250" y="2476500"/>
          <p14:tracePt t="32449" x="4648200" y="2501900"/>
          <p14:tracePt t="32466" x="4648200" y="2508250"/>
          <p14:tracePt t="32482" x="4648200" y="2527300"/>
          <p14:tracePt t="32498" x="4648200" y="2540000"/>
          <p14:tracePt t="33941" x="4641850" y="2540000"/>
          <p14:tracePt t="33948" x="4629150" y="2546350"/>
          <p14:tracePt t="33964" x="4616450" y="2552700"/>
          <p14:tracePt t="33977" x="4603750" y="2565400"/>
          <p14:tracePt t="33994" x="4578350" y="2584450"/>
          <p14:tracePt t="34011" x="4552950" y="2597150"/>
          <p14:tracePt t="34027" x="4546600" y="2603500"/>
          <p14:tracePt t="34044" x="4521200" y="2609850"/>
          <p14:tracePt t="34060" x="4514850" y="2616200"/>
          <p14:tracePt t="34076" x="4508500" y="2616200"/>
          <p14:tracePt t="34093" x="4495800" y="2616200"/>
          <p14:tracePt t="34110" x="4483100" y="2622550"/>
          <p14:tracePt t="34127" x="4476750" y="2622550"/>
          <p14:tracePt t="34144" x="4470400" y="2628900"/>
          <p14:tracePt t="34160" x="4457700" y="2635250"/>
          <p14:tracePt t="34194" x="4445000" y="2641600"/>
          <p14:tracePt t="34210" x="4432300" y="2647950"/>
          <p14:tracePt t="34243" x="4425950" y="2654300"/>
          <p14:tracePt t="34260" x="4413250" y="2654300"/>
          <p14:tracePt t="34277" x="4400550" y="2667000"/>
          <p14:tracePt t="34293" x="4394200" y="2673350"/>
          <p14:tracePt t="34309" x="4387850" y="2679700"/>
          <p14:tracePt t="34326" x="4387850" y="2686050"/>
          <p14:tracePt t="34359" x="4381500" y="2686050"/>
          <p14:tracePt t="34383" x="4381500" y="2692400"/>
          <p14:tracePt t="34397" x="4375150" y="2692400"/>
          <p14:tracePt t="34412" x="4375150" y="2698750"/>
          <p14:tracePt t="34439" x="4375150" y="2705100"/>
          <p14:tracePt t="35235" x="4362450" y="2717800"/>
          <p14:tracePt t="35242" x="4349750" y="2730500"/>
          <p14:tracePt t="35248" x="4337050" y="2743200"/>
          <p14:tracePt t="35263" x="4318000" y="2768600"/>
          <p14:tracePt t="35272" x="4311650" y="2781300"/>
          <p14:tracePt t="35291" x="4292600" y="2806700"/>
          <p14:tracePt t="35306" x="4286250" y="2813050"/>
          <p14:tracePt t="35323" x="4279900" y="2832100"/>
          <p14:tracePt t="35340" x="4273550" y="2844800"/>
          <p14:tracePt t="35356" x="4267200" y="2857500"/>
          <p14:tracePt t="35372" x="4260850" y="2870200"/>
          <p14:tracePt t="35389" x="4241800" y="2927350"/>
          <p14:tracePt t="35406" x="4229100" y="2946400"/>
          <p14:tracePt t="35423" x="4222750" y="2971800"/>
          <p14:tracePt t="35439" x="4191000" y="3028950"/>
          <p14:tracePt t="35456" x="4159250" y="3117850"/>
          <p14:tracePt t="35473" x="4140200" y="3162300"/>
          <p14:tracePt t="35489" x="4108450" y="3232150"/>
          <p14:tracePt t="35505" x="4083050" y="3295650"/>
          <p14:tracePt t="35522" x="4064000" y="3365500"/>
          <p14:tracePt t="35539" x="4051300" y="3409950"/>
          <p14:tracePt t="35555" x="4038600" y="3467100"/>
          <p14:tracePt t="35572" x="4025900" y="3517900"/>
          <p14:tracePt t="35588" x="4019550" y="3536950"/>
          <p14:tracePt t="35605" x="4019550" y="3562350"/>
          <p14:tracePt t="35622" x="4013200" y="3606800"/>
          <p14:tracePt t="35638" x="4013200" y="3613150"/>
          <p14:tracePt t="35655" x="4013200" y="3657600"/>
          <p14:tracePt t="35671" x="4025900" y="3702050"/>
          <p14:tracePt t="35688" x="4032250" y="3714750"/>
          <p14:tracePt t="35705" x="4032250" y="3721100"/>
          <p14:tracePt t="36091" x="4006850" y="3759200"/>
          <p14:tracePt t="36105" x="3968750" y="3816350"/>
          <p14:tracePt t="36112" x="3924300" y="3873500"/>
          <p14:tracePt t="36126" x="3879850" y="3930650"/>
          <p14:tracePt t="36136" x="3841750" y="3987800"/>
          <p14:tracePt t="36153" x="3797300" y="4057650"/>
          <p14:tracePt t="36169" x="3702050" y="4210050"/>
          <p14:tracePt t="36186" x="3625850" y="4368800"/>
          <p14:tracePt t="36203" x="3594100" y="4438650"/>
          <p14:tracePt t="36219" x="3511550" y="4584700"/>
          <p14:tracePt t="36236" x="3467100" y="4724400"/>
          <p14:tracePt t="36253" x="3435350" y="4775200"/>
          <p14:tracePt t="36269" x="3429000" y="4794250"/>
          <p14:tracePt t="36286" x="3422650" y="4806950"/>
          <p14:tracePt t="36290" x="3422650" y="4819650"/>
          <p14:tracePt t="36303" x="3416300" y="4826000"/>
          <p14:tracePt t="36319" x="3416300" y="4832350"/>
          <p14:tracePt t="36358" x="3416300" y="4845050"/>
          <p14:tracePt t="36365" x="3416300" y="4851400"/>
          <p14:tracePt t="36372" x="3422650" y="4857750"/>
          <p14:tracePt t="36389" x="3429000" y="4864100"/>
          <p14:tracePt t="36402" x="3435350" y="4876800"/>
          <p14:tracePt t="36419" x="3441700" y="4895850"/>
          <p14:tracePt t="36436" x="3448050" y="4908550"/>
          <p14:tracePt t="36452" x="3454400" y="4914900"/>
          <p14:tracePt t="36469" x="3479800" y="4921250"/>
          <p14:tracePt t="36486" x="3536950" y="4927600"/>
          <p14:tracePt t="36502" x="3575050" y="4927600"/>
          <p14:tracePt t="36519" x="3702050" y="4927600"/>
          <p14:tracePt t="36535" x="3886200" y="4921250"/>
          <p14:tracePt t="36552" x="3987800" y="4914900"/>
          <p14:tracePt t="36569" x="4216400" y="4889500"/>
          <p14:tracePt t="36585" x="4432300" y="4883150"/>
          <p14:tracePt t="36601" x="4546600" y="4883150"/>
          <p14:tracePt t="36618" x="4775200" y="4857750"/>
          <p14:tracePt t="36635" x="4876800" y="4857750"/>
          <p14:tracePt t="36653" x="5156200" y="4857750"/>
          <p14:tracePt t="36668" x="5245100" y="4857750"/>
          <p14:tracePt t="36684" x="5308600" y="4857750"/>
          <p14:tracePt t="36702" x="5435600" y="4864100"/>
          <p14:tracePt t="36717" x="5524500" y="4864100"/>
          <p14:tracePt t="36734" x="5568950" y="4864100"/>
          <p14:tracePt t="36751" x="5613400" y="4864100"/>
          <p14:tracePt t="36768" x="5657850" y="4864100"/>
          <p14:tracePt t="36785" x="5670550" y="4864100"/>
          <p14:tracePt t="36788" x="5689600" y="4864100"/>
          <p14:tracePt t="36801" x="5695950" y="4864100"/>
          <p14:tracePt t="36817" x="5708650" y="4864100"/>
          <p14:tracePt t="36856" x="5715000" y="4864100"/>
          <p14:tracePt t="36884" x="5715000" y="4857750"/>
          <p14:tracePt t="36919" x="5715000" y="4851400"/>
          <p14:tracePt t="36925" x="5721350" y="4851400"/>
          <p14:tracePt t="36934" x="5734050" y="4845050"/>
          <p14:tracePt t="36950" x="5740400" y="4845050"/>
          <p14:tracePt t="36968" x="5759450" y="4832350"/>
          <p14:tracePt t="37000" x="5784850" y="4819650"/>
          <p14:tracePt t="37017" x="5803900" y="4813300"/>
          <p14:tracePt t="37033" x="5810250" y="4813300"/>
          <p14:tracePt t="37050" x="5829300" y="4800600"/>
          <p14:tracePt t="37067" x="5842000" y="4794250"/>
          <p14:tracePt t="37083" x="5842000" y="4787900"/>
          <p14:tracePt t="37101" x="5854700" y="4781550"/>
          <p14:tracePt t="37117" x="5861050" y="4781550"/>
          <p14:tracePt t="37150" x="5873750" y="4768850"/>
          <p14:tracePt t="37183" x="5880100" y="4768850"/>
          <p14:tracePt t="37214" x="5880100" y="4762500"/>
          <p14:tracePt t="37228" x="5880100" y="4756150"/>
          <p14:tracePt t="37248" x="5880100" y="4749800"/>
          <p14:tracePt t="37256" x="5873750" y="4743450"/>
          <p14:tracePt t="37269" x="5867400" y="4737100"/>
          <p14:tracePt t="37282" x="5848350" y="4737100"/>
          <p14:tracePt t="37286" x="5829300" y="4724400"/>
          <p14:tracePt t="37299" x="5797550" y="4718050"/>
          <p14:tracePt t="37316" x="5746750" y="4699000"/>
          <p14:tracePt t="37333" x="5613400" y="4673600"/>
          <p14:tracePt t="37349" x="5441950" y="4660900"/>
          <p14:tracePt t="37365" x="5353050" y="4648200"/>
          <p14:tracePt t="37382" x="5200650" y="4648200"/>
          <p14:tracePt t="37399" x="5060950" y="4654550"/>
          <p14:tracePt t="37415" x="5003800" y="4660900"/>
          <p14:tracePt t="37432" x="4933950" y="4679950"/>
          <p14:tracePt t="37449" x="4895850" y="4679950"/>
          <p14:tracePt t="37466" x="4876800" y="4686300"/>
          <p14:tracePt t="37482" x="4870450" y="4686300"/>
          <p14:tracePt t="37499" x="4864100" y="4686300"/>
          <p14:tracePt t="37887" x="4864100" y="4679950"/>
          <p14:tracePt t="37901" x="4876800" y="4679950"/>
          <p14:tracePt t="37908" x="4889500" y="4673600"/>
          <p14:tracePt t="37916" x="4908550" y="4667250"/>
          <p14:tracePt t="37930" x="4940300" y="4660900"/>
          <p14:tracePt t="37947" x="4972050" y="4641850"/>
          <p14:tracePt t="37964" x="5035550" y="4603750"/>
          <p14:tracePt t="37980" x="5105400" y="4546600"/>
          <p14:tracePt t="37997" x="5137150" y="4521200"/>
          <p14:tracePt t="38013" x="5168900" y="4464050"/>
          <p14:tracePt t="38030" x="5187950" y="4432300"/>
          <p14:tracePt t="38046" x="5194300" y="4419600"/>
          <p14:tracePt t="38063" x="5194300" y="4413250"/>
          <p14:tracePt t="38090" x="5200650" y="4419600"/>
          <p14:tracePt t="39774" x="5156200" y="4362450"/>
          <p14:tracePt t="39780" x="5067300" y="4235450"/>
          <p14:tracePt t="39795" x="4965700" y="4102100"/>
          <p14:tracePt t="39806" x="4857750" y="3924300"/>
          <p14:tracePt t="39824" x="4533900" y="3473450"/>
          <p14:tracePt t="39840" x="4381500" y="3263900"/>
          <p14:tracePt t="39858" x="4076700" y="2889250"/>
          <p14:tracePt t="39873" x="3867150" y="2647950"/>
          <p14:tracePt t="39890" x="3746500" y="2520950"/>
          <p14:tracePt t="39907" x="3600450" y="2343150"/>
          <p14:tracePt t="39923" x="3479800" y="2222500"/>
          <p14:tracePt t="39940" x="3435350" y="2171700"/>
          <p14:tracePt t="39959" x="3371850" y="2133600"/>
          <p14:tracePt t="39973" x="3333750" y="2120900"/>
          <p14:tracePt t="40006" x="3314700" y="2120900"/>
          <p14:tracePt t="40023" x="3302000" y="2114550"/>
          <p14:tracePt t="40040" x="3289300" y="2114550"/>
          <p14:tracePt t="40056" x="3276600" y="2114550"/>
          <p14:tracePt t="40073" x="3270250" y="2114550"/>
          <p14:tracePt t="40090" x="3244850" y="2101850"/>
          <p14:tracePt t="40106" x="3219450" y="2095500"/>
          <p14:tracePt t="40123" x="3200400" y="2082800"/>
          <p14:tracePt t="40139" x="3168650" y="2063750"/>
          <p14:tracePt t="40156" x="3136900" y="2038350"/>
          <p14:tracePt t="40173" x="3117850" y="2019300"/>
          <p14:tracePt t="40189" x="3111500" y="2019300"/>
          <p14:tracePt t="40229" x="3105150" y="2019300"/>
          <p14:tracePt t="40363" x="3105150" y="2025650"/>
          <p14:tracePt t="40370" x="3111500" y="2032000"/>
          <p14:tracePt t="40391" x="3111500" y="2038350"/>
          <p14:tracePt t="40406" x="3111500" y="2044700"/>
          <p14:tracePt t="40411" x="3117850" y="2044700"/>
          <p14:tracePt t="40433" x="3124200" y="2051050"/>
          <p14:tracePt t="40460" x="3130550" y="2051050"/>
          <p14:tracePt t="40474" x="3136900" y="2057400"/>
          <p14:tracePt t="40945" x="3155950" y="2101850"/>
          <p14:tracePt t="40951" x="3200400" y="2184400"/>
          <p14:tracePt t="40967" x="3251200" y="2305050"/>
          <p14:tracePt t="40973" x="3314700" y="2425700"/>
          <p14:tracePt t="40989" x="3384550" y="2546350"/>
          <p14:tracePt t="41003" x="3536950" y="2800350"/>
          <p14:tracePt t="41020" x="3613150" y="2927350"/>
          <p14:tracePt t="41037" x="3765550" y="3181350"/>
          <p14:tracePt t="41053" x="3829050" y="3289300"/>
          <p14:tracePt t="41069" x="3956050" y="3568700"/>
          <p14:tracePt t="41086" x="4044950" y="3822700"/>
          <p14:tracePt t="41102" x="4076700" y="3924300"/>
          <p14:tracePt t="41120" x="4159250" y="4108450"/>
          <p14:tracePt t="41136" x="4216400" y="4248150"/>
          <p14:tracePt t="41152" x="4248150" y="4292600"/>
          <p14:tracePt t="41170" x="4292600" y="4375150"/>
          <p14:tracePt t="41185" x="4324350" y="4438650"/>
          <p14:tracePt t="41202" x="4330700" y="4464050"/>
          <p14:tracePt t="41219" x="4349750" y="4502150"/>
          <p14:tracePt t="41236" x="4362450" y="4552950"/>
          <p14:tracePt t="41253" x="4368800" y="4584700"/>
          <p14:tracePt t="41268" x="4394200" y="4629150"/>
          <p14:tracePt t="41285" x="4406900" y="4660900"/>
          <p14:tracePt t="41302" x="4413250" y="4679950"/>
          <p14:tracePt t="41319" x="4413250" y="4686300"/>
          <p14:tracePt t="41345" x="4413250" y="4692650"/>
          <p14:tracePt t="41464" x="4413250" y="4699000"/>
          <p14:tracePt t="42056" x="4406900" y="4686300"/>
          <p14:tracePt t="42063" x="4387850" y="4667250"/>
          <p14:tracePt t="42076" x="4362450" y="4641850"/>
          <p14:tracePt t="42086" x="4337050" y="4610100"/>
          <p14:tracePt t="42099" x="4305300" y="4584700"/>
          <p14:tracePt t="42116" x="4267200" y="4540250"/>
          <p14:tracePt t="42133" x="4159250" y="4400550"/>
          <p14:tracePt t="42149" x="4108450" y="4330700"/>
          <p14:tracePt t="42165" x="4057650" y="4248150"/>
          <p14:tracePt t="42183" x="3956050" y="4089400"/>
          <p14:tracePt t="42199" x="3848100" y="3886200"/>
          <p14:tracePt t="42215" x="3784600" y="3790950"/>
          <p14:tracePt t="42232" x="3683000" y="3606800"/>
          <p14:tracePt t="42249" x="3568700" y="3429000"/>
          <p14:tracePt t="42266" x="3517900" y="3371850"/>
          <p14:tracePt t="42282" x="3435350" y="3257550"/>
          <p14:tracePt t="42299" x="3371850" y="3162300"/>
          <p14:tracePt t="42316" x="3321050" y="3086100"/>
          <p14:tracePt t="42332" x="3289300" y="3028950"/>
          <p14:tracePt t="42348" x="3251200" y="2965450"/>
          <p14:tracePt t="42365" x="3232150" y="2927350"/>
          <p14:tracePt t="42381" x="3225800" y="2908300"/>
          <p14:tracePt t="42399" x="3206750" y="2889250"/>
          <p14:tracePt t="42415" x="3181350" y="2832100"/>
          <p14:tracePt t="42431" x="3168650" y="2813050"/>
          <p14:tracePt t="42449" x="3149600" y="2781300"/>
          <p14:tracePt t="42465" x="3124200" y="2724150"/>
          <p14:tracePt t="42481" x="3092450" y="2660650"/>
          <p14:tracePt t="42498" x="3048000" y="2584450"/>
          <p14:tracePt t="42514" x="3022600" y="2546350"/>
          <p14:tracePt t="42531" x="3003550" y="2489200"/>
          <p14:tracePt t="42548" x="2952750" y="2387600"/>
          <p14:tracePt t="42564" x="2946400" y="2362200"/>
          <p14:tracePt t="42581" x="2927350" y="2298700"/>
          <p14:tracePt t="42598" x="2908300" y="2247900"/>
          <p14:tracePt t="42614" x="2908300" y="2235200"/>
          <p14:tracePt t="42631" x="2908300" y="2222500"/>
          <p14:tracePt t="42647" x="2901950" y="2216150"/>
          <p14:tracePt t="42683" x="2901950" y="2209800"/>
          <p14:tracePt t="42821" x="2908300" y="2209800"/>
          <p14:tracePt t="42849" x="2914650" y="2209800"/>
          <p14:tracePt t="42877" x="2921000" y="2209800"/>
          <p14:tracePt t="42891" x="2927350" y="2209800"/>
          <p14:tracePt t="42905" x="2933700" y="2216150"/>
          <p14:tracePt t="42926" x="2946400" y="2222500"/>
          <p14:tracePt t="42940" x="2971800" y="2247900"/>
          <p14:tracePt t="42949" x="3003550" y="2260600"/>
          <p14:tracePt t="42963" x="3048000" y="2305050"/>
          <p14:tracePt t="42979" x="3187700" y="2419350"/>
          <p14:tracePt t="42996" x="3352800" y="2552700"/>
          <p14:tracePt t="43013" x="3441700" y="2628900"/>
          <p14:tracePt t="43029" x="3536950" y="2698750"/>
          <p14:tracePt t="43046" x="3759200" y="2908300"/>
          <p14:tracePt t="43062" x="3829050" y="2978150"/>
          <p14:tracePt t="43079" x="3892550" y="3035300"/>
          <p14:tracePt t="43095" x="4013200" y="3168650"/>
          <p14:tracePt t="43112" x="4108450" y="3270250"/>
          <p14:tracePt t="43130" x="4191000" y="3378200"/>
          <p14:tracePt t="43145" x="4222750" y="3403600"/>
          <p14:tracePt t="43162" x="4248150" y="3422650"/>
          <p14:tracePt t="45179" x="4222750" y="3384550"/>
          <p14:tracePt t="45192" x="4178300" y="3340100"/>
          <p14:tracePt t="45199" x="4140200" y="3282950"/>
          <p14:tracePt t="45213" x="4089400" y="3219450"/>
          <p14:tracePt t="45223" x="4032250" y="3149600"/>
          <p14:tracePt t="45238" x="3981450" y="3079750"/>
          <p14:tracePt t="45256" x="3898900" y="2978150"/>
          <p14:tracePt t="45271" x="3841750" y="2863850"/>
          <p14:tracePt t="45288" x="3810000" y="2806700"/>
          <p14:tracePt t="45305" x="3784600" y="2762250"/>
          <p14:tracePt t="45321" x="3727450" y="2679700"/>
          <p14:tracePt t="45338" x="3714750" y="2667000"/>
          <p14:tracePt t="45342" x="3708400" y="2654300"/>
          <p14:tracePt t="45357" x="3695700" y="2628900"/>
          <p14:tracePt t="45371" x="3689350" y="2616200"/>
          <p14:tracePt t="45388" x="3670300" y="2590800"/>
          <p14:tracePt t="45405" x="3657600" y="2559050"/>
          <p14:tracePt t="45421" x="3651250" y="2546350"/>
          <p14:tracePt t="45439" x="3638550" y="2527300"/>
          <p14:tracePt t="45455" x="3625850" y="2514600"/>
          <p14:tracePt t="45472" x="3619500" y="2501900"/>
          <p14:tracePt t="45488" x="3613150" y="2495550"/>
          <p14:tracePt t="45524" x="3606800" y="2482850"/>
          <p14:tracePt t="45538" x="3600450" y="2476500"/>
          <p14:tracePt t="45554" x="3581400" y="2463800"/>
          <p14:tracePt t="45571" x="3575050" y="2457450"/>
          <p14:tracePt t="45587" x="3556000" y="2444750"/>
          <p14:tracePt t="45604" x="3549650" y="2438400"/>
          <p14:tracePt t="45621" x="3536950" y="2432050"/>
          <p14:tracePt t="45637" x="3524250" y="2425700"/>
          <p14:tracePt t="45654" x="3517900" y="2419350"/>
          <p14:tracePt t="45671" x="3505200" y="2406650"/>
          <p14:tracePt t="45687" x="3498850" y="2406650"/>
          <p14:tracePt t="45703" x="3498850" y="2400300"/>
          <p14:tracePt t="45720" x="3492500" y="2400300"/>
          <p14:tracePt t="45736" x="3486150" y="2400300"/>
          <p14:tracePt t="46267" x="3511550" y="2451100"/>
          <p14:tracePt t="46274" x="3562350" y="2546350"/>
          <p14:tracePt t="46284" x="3625850" y="2635250"/>
          <p14:tracePt t="46301" x="3689350" y="2730500"/>
          <p14:tracePt t="46318" x="3803650" y="2895600"/>
          <p14:tracePt t="46334" x="3854450" y="2990850"/>
          <p14:tracePt t="46352" x="3956050" y="3175000"/>
          <p14:tracePt t="46368" x="4070350" y="3352800"/>
          <p14:tracePt t="46385" x="4114800" y="3435350"/>
          <p14:tracePt t="46401" x="4222750" y="3575050"/>
          <p14:tracePt t="46418" x="4311650" y="3689350"/>
          <p14:tracePt t="46436" x="4349750" y="3740150"/>
          <p14:tracePt t="46450" x="4394200" y="3803650"/>
          <p14:tracePt t="46467" x="4419600" y="3854450"/>
          <p14:tracePt t="46485" x="4438650" y="3892550"/>
          <p14:tracePt t="46500" x="4445000" y="3905250"/>
          <p14:tracePt t="46517" x="4457700" y="3917950"/>
          <p14:tracePt t="46534" x="4476750" y="3917950"/>
          <p14:tracePt t="47137" x="4483100" y="3937000"/>
          <p14:tracePt t="47144" x="4495800" y="3987800"/>
          <p14:tracePt t="47158" x="4514850" y="4051300"/>
          <p14:tracePt t="47167" x="4527550" y="4121150"/>
          <p14:tracePt t="47181" x="4546600" y="4171950"/>
          <p14:tracePt t="47198" x="4591050" y="4286250"/>
          <p14:tracePt t="47215" x="4629150" y="4368800"/>
          <p14:tracePt t="47231" x="4641850" y="4400550"/>
          <p14:tracePt t="47249" x="4667250" y="4425950"/>
          <p14:tracePt t="47265" x="4705350" y="4483100"/>
          <p14:tracePt t="47281" x="4718050" y="4502150"/>
          <p14:tracePt t="47299" x="4743450" y="4546600"/>
          <p14:tracePt t="47314" x="4762500" y="4584700"/>
          <p14:tracePt t="47331" x="4775200" y="4616450"/>
          <p14:tracePt t="47348" x="4800600" y="4648200"/>
          <p14:tracePt t="47364" x="4813300" y="4673600"/>
          <p14:tracePt t="47381" x="4826000" y="4699000"/>
          <p14:tracePt t="47385" x="4838700" y="4711700"/>
          <p14:tracePt t="47398" x="4838700" y="4718050"/>
          <p14:tracePt t="47414" x="4845050" y="4724400"/>
          <p14:tracePt t="47431" x="4851400" y="4730750"/>
          <p14:tracePt t="47464" x="4857750" y="4730750"/>
          <p14:tracePt t="47488" x="4864100" y="4730750"/>
          <p14:tracePt t="47544" x="4870450" y="4737100"/>
          <p14:tracePt t="47558" x="4876800" y="4737100"/>
          <p14:tracePt t="47567" x="4883150" y="4743450"/>
          <p14:tracePt t="47586" x="4889500" y="4749800"/>
          <p14:tracePt t="47607" x="4895850" y="4756150"/>
          <p14:tracePt t="47616" x="4902200" y="4756150"/>
          <p14:tracePt t="47635" x="4902200" y="4762500"/>
          <p14:tracePt t="47656" x="4908550" y="4762500"/>
          <p14:tracePt t="47677" x="4914900" y="4762500"/>
          <p14:tracePt t="47705" x="4921250" y="4762500"/>
          <p14:tracePt t="47726" x="4927600" y="4768850"/>
          <p14:tracePt t="47754" x="4933950" y="4768850"/>
          <p14:tracePt t="47789" x="4940300" y="4768850"/>
          <p14:tracePt t="47824" x="4946650" y="4768850"/>
          <p14:tracePt t="47845" x="4953000" y="4768850"/>
          <p14:tracePt t="47887" x="4959350" y="4768850"/>
          <p14:tracePt t="47951" x="4959350" y="4762500"/>
          <p14:tracePt t="47978" x="4959350" y="4756150"/>
          <p14:tracePt t="47986" x="4959350" y="4749800"/>
          <p14:tracePt t="48007" x="4959350" y="4743450"/>
          <p14:tracePt t="48028" x="4953000" y="4737100"/>
          <p14:tracePt t="48035" x="4946650" y="4737100"/>
          <p14:tracePt t="48056" x="4946650" y="4730750"/>
          <p14:tracePt t="48070" x="4946650" y="4724400"/>
          <p14:tracePt t="48078" x="4946650" y="4718050"/>
          <p14:tracePt t="48095" x="4940300" y="4718050"/>
          <p14:tracePt t="48113" x="4933950" y="4705350"/>
          <p14:tracePt t="48129" x="4921250" y="4692650"/>
          <p14:tracePt t="48145" x="4914900" y="4679950"/>
          <p14:tracePt t="48162" x="4895850" y="4648200"/>
          <p14:tracePt t="48178" x="4876800" y="4616450"/>
          <p14:tracePt t="48195" x="4857750" y="4603750"/>
          <p14:tracePt t="48212" x="4845050" y="4578350"/>
          <p14:tracePt t="48229" x="4826000" y="4559300"/>
          <p14:tracePt t="48245" x="4826000" y="4552950"/>
          <p14:tracePt t="48261" x="4819650" y="4540250"/>
          <p14:tracePt t="48281" x="4813300" y="4540250"/>
          <p14:tracePt t="48329" x="4806950" y="4540250"/>
          <p14:tracePt t="48413" x="4800600" y="4540250"/>
          <p14:tracePt t="55061" x="4794250" y="4540250"/>
          <p14:tracePt t="55068" x="4781550" y="4533900"/>
          <p14:tracePt t="55075" x="4781550" y="4527550"/>
          <p14:tracePt t="55087" x="4775200" y="4527550"/>
          <p14:tracePt t="55104" x="4749800" y="4502150"/>
          <p14:tracePt t="55121" x="4730750" y="4489450"/>
          <p14:tracePt t="55139" x="4705350" y="4464050"/>
          <p14:tracePt t="55153" x="4692650" y="4445000"/>
          <p14:tracePt t="55170" x="4679950" y="4425950"/>
          <p14:tracePt t="55188" x="4648200" y="4368800"/>
          <p14:tracePt t="55204" x="4622800" y="4318000"/>
          <p14:tracePt t="55220" x="4610100" y="4273550"/>
          <p14:tracePt t="55238" x="4591050" y="4222750"/>
          <p14:tracePt t="55254" x="4584700" y="4197350"/>
          <p14:tracePt t="55270" x="4578350" y="4178300"/>
          <p14:tracePt t="55287" x="4572000" y="4152900"/>
          <p14:tracePt t="55303" x="4565650" y="4146550"/>
          <p14:tracePt t="55321" x="4565650" y="4133850"/>
          <p14:tracePt t="55398" x="4559300" y="4133850"/>
          <p14:tracePt t="56694" x="4565650" y="4140200"/>
          <p14:tracePt t="56701" x="4578350" y="4171950"/>
          <p14:tracePt t="56716" x="4610100" y="4222750"/>
          <p14:tracePt t="56732" x="4654550" y="4298950"/>
          <p14:tracePt t="56749" x="4718050" y="4368800"/>
          <p14:tracePt t="56765" x="4813300" y="4514850"/>
          <p14:tracePt t="56782" x="4883150" y="4591050"/>
          <p14:tracePt t="56799" x="4953000" y="4673600"/>
          <p14:tracePt t="56815" x="5003800" y="4737100"/>
          <p14:tracePt t="56832" x="5048250" y="4781550"/>
          <p14:tracePt t="56849" x="5111750" y="4857750"/>
          <p14:tracePt t="56865" x="5149850" y="4889500"/>
          <p14:tracePt t="56881" x="5187950" y="4914900"/>
          <p14:tracePt t="56898" x="5238750" y="4965700"/>
          <p14:tracePt t="56914" x="5264150" y="4978400"/>
          <p14:tracePt t="56931" x="5283200" y="4984750"/>
          <p14:tracePt t="56948" x="5308600" y="4997450"/>
          <p14:tracePt t="56965" x="5334000" y="5010150"/>
          <p14:tracePt t="56982" x="5359400" y="5016500"/>
          <p14:tracePt t="56998" x="5372100" y="5016500"/>
          <p14:tracePt t="57002" x="5384800" y="5022850"/>
          <p14:tracePt t="57015" x="5391150" y="5048250"/>
          <p14:tracePt t="57032" x="5448300" y="5124450"/>
          <p14:tracePt t="57048" x="5454650" y="5143500"/>
          <p14:tracePt t="60525" x="5467350" y="5156200"/>
          <p14:tracePt t="60532" x="5492750" y="5181600"/>
          <p14:tracePt t="60539" x="5511800" y="5200650"/>
          <p14:tracePt t="60553" x="5581650" y="5251450"/>
          <p14:tracePt t="60569" x="5632450" y="5295900"/>
          <p14:tracePt t="60585" x="5702300" y="5359400"/>
          <p14:tracePt t="60602" x="5784850" y="5403850"/>
          <p14:tracePt t="60619" x="5835650" y="5435600"/>
          <p14:tracePt t="60635" x="5880100" y="5454650"/>
          <p14:tracePt t="60652" x="5937250" y="5473700"/>
          <p14:tracePt t="60668" x="5962650" y="5486400"/>
          <p14:tracePt t="60685" x="5988050" y="5511800"/>
          <p14:tracePt t="60702" x="6026150" y="5549900"/>
          <p14:tracePt t="60719" x="6051550" y="5568950"/>
          <p14:tracePt t="60736" x="6089650" y="5600700"/>
          <p14:tracePt t="60751" x="6108700" y="5619750"/>
          <p14:tracePt t="60768" x="6127750" y="5632450"/>
          <p14:tracePt t="60785" x="6159500" y="5645150"/>
          <p14:tracePt t="60801" x="6178550" y="5657850"/>
          <p14:tracePt t="60818" x="6197600" y="5676900"/>
          <p14:tracePt t="60835" x="6223000" y="5721350"/>
          <p14:tracePt t="60851" x="6248400" y="5740400"/>
          <p14:tracePt t="60868" x="6267450" y="5765800"/>
          <p14:tracePt t="60884" x="6299200" y="5791200"/>
          <p14:tracePt t="60901" x="6318250" y="5816600"/>
          <p14:tracePt t="60919" x="6337300" y="5842000"/>
          <p14:tracePt t="60934" x="6356350" y="5848350"/>
          <p14:tracePt t="60951" x="6356350" y="5854700"/>
          <p14:tracePt t="60967" x="6362700" y="5873750"/>
          <p14:tracePt t="60984" x="6362700" y="5886450"/>
          <p14:tracePt t="61001" x="6369050" y="5892800"/>
          <p14:tracePt t="61017" x="6369050" y="5918200"/>
          <p14:tracePt t="61034" x="6375400" y="5930900"/>
          <p14:tracePt t="61051" x="6375400" y="5937250"/>
          <p14:tracePt t="61054" x="6375400" y="5943600"/>
          <p14:tracePt t="61068" x="6381750" y="5962650"/>
          <p14:tracePt t="61083" x="6381750" y="5981700"/>
          <p14:tracePt t="61100" x="6394450" y="60007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For classes that are </a:t>
            </a:r>
            <a:r>
              <a:rPr lang="en-US" altLang="en-US" sz="3600" dirty="0" err="1"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  The client iterates through the class instance by typing: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for item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__next__(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FAB00"/>
              </a:solidFill>
            </a:endParaRP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	The client gets the next item of the instance by typing: 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dirty="0">
                <a:solidFill>
                  <a:srgbClr val="FFAB00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	(__next__() is also needed so as to allow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for item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/>
              <a:t>to work) </a:t>
            </a:r>
            <a:endParaRPr lang="en-US" altLang="en-US" sz="3200" dirty="0">
              <a:solidFill>
                <a:srgbClr val="FFAB00"/>
              </a:solidFill>
              <a:latin typeface="Lucida Console" panose="020B0609040504020204" pitchFamily="49" charset="0"/>
            </a:endParaRPr>
          </a:p>
          <a:p>
            <a:pPr marL="284163" indent="-173038" eaLnBrk="1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__reverse__(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92D050"/>
              </a:solidFill>
            </a:endParaRPr>
          </a:p>
          <a:p>
            <a:pPr marL="457200" indent="-223838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/>
              <a:t> The client iterates in reverse, by typing: 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reversed(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me</a:t>
            </a:r>
            <a:r>
              <a:rPr lang="en-US" altLang="en-US" sz="3200" dirty="0">
                <a:solidFill>
                  <a:srgbClr val="92D050"/>
                </a:solidFill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6977389" y="438011"/>
            <a:ext cx="2802587" cy="65316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742" tIns="0" rIns="92742" bIns="46371" numCol="1" rtlCol="0" anchor="ctr" anchorCtr="1" compatLnSpc="1">
            <a:prstTxWarp prst="textNoShape">
              <a:avLst/>
            </a:prstTxWarp>
          </a:bodyPr>
          <a:lstStyle/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34" spc="-2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 Y</a:t>
            </a:r>
            <a:r>
              <a:rPr lang="en-US" sz="2434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ou </a:t>
            </a:r>
            <a:r>
              <a:rPr lang="en-US" sz="2434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  <a:r>
              <a:rPr lang="en-US" sz="2434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aw </a:t>
            </a: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this </a:t>
            </a:r>
            <a:b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34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in Lecture 12</a:t>
            </a:r>
            <a:endParaRPr lang="en-US" sz="284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4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3382"/>
    </mc:Choice>
    <mc:Fallback xmlns="">
      <p:transition advTm="233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99" x="4451350" y="3721100"/>
          <p14:tracePt t="606" x="4476750" y="3689350"/>
          <p14:tracePt t="621" x="4508500" y="3663950"/>
          <p14:tracePt t="627" x="4540250" y="3632200"/>
          <p14:tracePt t="638" x="4584700" y="3594100"/>
          <p14:tracePt t="656" x="4679950" y="3498850"/>
          <p14:tracePt t="672" x="4737100" y="3454400"/>
          <p14:tracePt t="688" x="4787900" y="3403600"/>
          <p14:tracePt t="705" x="4953000" y="3238500"/>
          <p14:tracePt t="721" x="4991100" y="3181350"/>
          <p14:tracePt t="738" x="5035550" y="3136900"/>
          <p14:tracePt t="754" x="5111750" y="3041650"/>
          <p14:tracePt t="771" x="5181600" y="2965450"/>
          <p14:tracePt t="788" x="5257800" y="2863850"/>
          <p14:tracePt t="804" x="5295900" y="2813050"/>
          <p14:tracePt t="821" x="5321300" y="2768600"/>
          <p14:tracePt t="838" x="5372100" y="2679700"/>
          <p14:tracePt t="855" x="5391150" y="2616200"/>
          <p14:tracePt t="871" x="5416550" y="2495550"/>
          <p14:tracePt t="887" x="5422900" y="2362200"/>
          <p14:tracePt t="904" x="5403850" y="2286000"/>
          <p14:tracePt t="921" x="5321300" y="2076450"/>
          <p14:tracePt t="937" x="5207000" y="1873250"/>
          <p14:tracePt t="954" x="5130800" y="1790700"/>
          <p14:tracePt t="971" x="4953000" y="1676400"/>
          <p14:tracePt t="986" x="4743450" y="1593850"/>
          <p14:tracePt t="1004" x="4616450" y="1562100"/>
          <p14:tracePt t="1020" x="4362450" y="1530350"/>
          <p14:tracePt t="1037" x="4267200" y="1517650"/>
          <p14:tracePt t="1053" x="4114800" y="1524000"/>
          <p14:tracePt t="1070" x="3981450" y="1562100"/>
          <p14:tracePt t="1086" x="3924300" y="1587500"/>
          <p14:tracePt t="1104" x="3835400" y="1670050"/>
          <p14:tracePt t="1120" x="3784600" y="1739900"/>
          <p14:tracePt t="1136" x="3765550" y="1771650"/>
          <p14:tracePt t="1153" x="3752850" y="1816100"/>
          <p14:tracePt t="1170" x="3746500" y="1911350"/>
          <p14:tracePt t="1186" x="3746500" y="1974850"/>
          <p14:tracePt t="1203" x="3759200" y="2133600"/>
          <p14:tracePt t="1219" x="3778250" y="2222500"/>
          <p14:tracePt t="1236" x="3892550" y="2527300"/>
          <p14:tracePt t="1252" x="3968750" y="2647950"/>
          <p14:tracePt t="1269" x="4121150" y="2851150"/>
          <p14:tracePt t="1286" x="4216400" y="2946400"/>
          <p14:tracePt t="1302" x="4413250" y="3143250"/>
          <p14:tracePt t="1319" x="4591050" y="3238500"/>
          <p14:tracePt t="1335" x="4946650" y="3409950"/>
          <p14:tracePt t="1352" x="5067300" y="3454400"/>
          <p14:tracePt t="1369" x="5194300" y="3486150"/>
          <p14:tracePt t="1385" x="5422900" y="3505200"/>
          <p14:tracePt t="1402" x="5613400" y="3505200"/>
          <p14:tracePt t="1419" x="5772150" y="3467100"/>
          <p14:tracePt t="1435" x="5829300" y="3429000"/>
          <p14:tracePt t="1452" x="5924550" y="3333750"/>
          <p14:tracePt t="1469" x="5988050" y="3219450"/>
          <p14:tracePt t="1485" x="6000750" y="3168650"/>
          <p14:tracePt t="1502" x="6007100" y="3048000"/>
          <p14:tracePt t="1518" x="5994400" y="2978150"/>
          <p14:tracePt t="1535" x="5969000" y="2914650"/>
          <p14:tracePt t="1552" x="5905500" y="2762250"/>
          <p14:tracePt t="1568" x="5803900" y="2616200"/>
          <p14:tracePt t="1585" x="5734050" y="2552700"/>
          <p14:tracePt t="1602" x="5607050" y="2476500"/>
          <p14:tracePt t="1618" x="5467350" y="2387600"/>
          <p14:tracePt t="1635" x="5403850" y="2355850"/>
          <p14:tracePt t="1651" x="5232400" y="2286000"/>
          <p14:tracePt t="1668" x="5149850" y="2266950"/>
          <p14:tracePt t="1671" x="5073650" y="2247900"/>
          <p14:tracePt t="1684" x="5010150" y="2247900"/>
          <p14:tracePt t="1700" x="4838700" y="2235200"/>
          <p14:tracePt t="1718" x="4762500" y="2241550"/>
          <p14:tracePt t="1735" x="4641850" y="2266950"/>
          <p14:tracePt t="1751" x="4584700" y="2292350"/>
          <p14:tracePt t="1768" x="4565650" y="2305050"/>
          <p14:tracePt t="1784" x="4552950" y="2311400"/>
          <p14:tracePt t="1800" x="4552950" y="2317750"/>
          <p14:tracePt t="1818" x="4552950" y="2324100"/>
          <p14:tracePt t="1847" x="4559300" y="2330450"/>
          <p14:tracePt t="1868" x="4565650" y="2330450"/>
          <p14:tracePt t="2029" x="4572000" y="2330450"/>
          <p14:tracePt t="2050" x="4578350" y="2330450"/>
          <p14:tracePt t="2057" x="4578350" y="2336800"/>
          <p14:tracePt t="2071" x="4584700" y="2349500"/>
          <p14:tracePt t="2086" x="4597400" y="2362200"/>
          <p14:tracePt t="2100" x="4635500" y="2413000"/>
          <p14:tracePt t="2116" x="4673600" y="2470150"/>
          <p14:tracePt t="2133" x="4794250" y="2616200"/>
          <p14:tracePt t="2149" x="4940300" y="2781300"/>
          <p14:tracePt t="2166" x="5010150" y="2876550"/>
          <p14:tracePt t="2170" x="5111750" y="2959100"/>
          <p14:tracePt t="2184" x="5207000" y="3060700"/>
          <p14:tracePt t="2199" x="5410200" y="3219450"/>
          <p14:tracePt t="2216" x="5505450" y="3282950"/>
          <p14:tracePt t="2233" x="5695950" y="3397250"/>
          <p14:tracePt t="2249" x="5842000" y="3454400"/>
          <p14:tracePt t="2266" x="5918200" y="3467100"/>
          <p14:tracePt t="2283" x="6045200" y="3473450"/>
          <p14:tracePt t="2299" x="6115050" y="3473450"/>
          <p14:tracePt t="2316" x="6235700" y="3403600"/>
          <p14:tracePt t="2332" x="6267450" y="3371850"/>
          <p14:tracePt t="2349" x="6292850" y="3327400"/>
          <p14:tracePt t="2366" x="6343650" y="3200400"/>
          <p14:tracePt t="2382" x="6350000" y="3035300"/>
          <p14:tracePt t="2399" x="6350000" y="2946400"/>
          <p14:tracePt t="2415" x="6337300" y="2857500"/>
          <p14:tracePt t="2432" x="6254750" y="2635250"/>
          <p14:tracePt t="2449" x="6178550" y="2540000"/>
          <p14:tracePt t="2465" x="5962650" y="2324100"/>
          <p14:tracePt t="2482" x="5892800" y="2286000"/>
          <p14:tracePt t="2500" x="5765800" y="2203450"/>
          <p14:tracePt t="2515" x="5613400" y="2165350"/>
          <p14:tracePt t="2531" x="5530850" y="2146300"/>
          <p14:tracePt t="2548" x="5353050" y="2133600"/>
          <p14:tracePt t="2565" x="5200650" y="2139950"/>
          <p14:tracePt t="2581" x="5118100" y="2146300"/>
          <p14:tracePt t="2599" x="4921250" y="2197100"/>
          <p14:tracePt t="2614" x="4851400" y="2235200"/>
          <p14:tracePt t="2632" x="4737100" y="2305050"/>
          <p14:tracePt t="2648" x="4692650" y="2336800"/>
          <p14:tracePt t="2664" x="4635500" y="2393950"/>
          <p14:tracePt t="2668" x="4629150" y="2413000"/>
          <p14:tracePt t="2684" x="4622800" y="2444750"/>
          <p14:tracePt t="2698" x="4616450" y="2476500"/>
          <p14:tracePt t="2716" x="4654550" y="2508250"/>
          <p14:tracePt t="2732" x="4673600" y="2514600"/>
          <p14:tracePt t="2747" x="4692650" y="2533650"/>
          <p14:tracePt t="3811" x="4705350" y="2533650"/>
          <p14:tracePt t="3818" x="4718050" y="2533650"/>
          <p14:tracePt t="3832" x="4737100" y="2540000"/>
          <p14:tracePt t="3843" x="4749800" y="2540000"/>
          <p14:tracePt t="3860" x="4768850" y="2540000"/>
          <p14:tracePt t="3877" x="4781550" y="2540000"/>
          <p14:tracePt t="3893" x="4787900" y="2540000"/>
          <p14:tracePt t="3910" x="4794250" y="2540000"/>
          <p14:tracePt t="4022" x="4794250" y="2533650"/>
          <p14:tracePt t="4029" x="4787900" y="2527300"/>
          <p14:tracePt t="4044" x="4787900" y="2514600"/>
          <p14:tracePt t="4049" x="4775200" y="2508250"/>
          <p14:tracePt t="4063" x="4768850" y="2495550"/>
          <p14:tracePt t="4079" x="4756150" y="2482850"/>
          <p14:tracePt t="4093" x="4730750" y="2451100"/>
          <p14:tracePt t="4109" x="4679950" y="2362200"/>
          <p14:tracePt t="4127" x="4578350" y="2247900"/>
          <p14:tracePt t="4142" x="4445000" y="2082800"/>
          <p14:tracePt t="4159" x="4381500" y="2006600"/>
          <p14:tracePt t="4176" x="4260850" y="1854200"/>
          <p14:tracePt t="4192" x="4171950" y="1714500"/>
          <p14:tracePt t="4209" x="4140200" y="1682750"/>
          <p14:tracePt t="4225" x="4114800" y="1638300"/>
          <p14:tracePt t="4242" x="4102100" y="1625600"/>
          <p14:tracePt t="4295" x="4102100" y="1638300"/>
          <p14:tracePt t="4301" x="4108450" y="1644650"/>
          <p14:tracePt t="4312" x="4114800" y="1663700"/>
          <p14:tracePt t="4325" x="4121150" y="1682750"/>
          <p14:tracePt t="4342" x="4140200" y="1714500"/>
          <p14:tracePt t="4359" x="4191000" y="1822450"/>
          <p14:tracePt t="4375" x="4235450" y="1892300"/>
          <p14:tracePt t="4392" x="4368800" y="2095500"/>
          <p14:tracePt t="4408" x="4533900" y="2349500"/>
          <p14:tracePt t="4425" x="4667250" y="2603500"/>
          <p14:tracePt t="4442" x="4730750" y="2806700"/>
          <p14:tracePt t="4458" x="4756150" y="2927350"/>
          <p14:tracePt t="4475" x="4762500" y="3168650"/>
          <p14:tracePt t="4492" x="4737100" y="3397250"/>
          <p14:tracePt t="4508" x="4718050" y="3511550"/>
          <p14:tracePt t="4525" x="4629150" y="3797300"/>
          <p14:tracePt t="4541" x="4502150" y="4102100"/>
          <p14:tracePt t="4558" x="4413250" y="4273550"/>
          <p14:tracePt t="4575" x="4279900" y="4502150"/>
          <p14:tracePt t="4591" x="4165600" y="4667250"/>
          <p14:tracePt t="4608" x="4127500" y="4737100"/>
          <p14:tracePt t="4625" x="4083050" y="4826000"/>
          <p14:tracePt t="4641" x="4070350" y="4838700"/>
          <p14:tracePt t="4657" x="4057650" y="4857750"/>
          <p14:tracePt t="4716" x="4070350" y="4851400"/>
          <p14:tracePt t="4722" x="4102100" y="4826000"/>
          <p14:tracePt t="4730" x="4146550" y="4800600"/>
          <p14:tracePt t="4744" x="4210050" y="4775200"/>
          <p14:tracePt t="4757" x="4305300" y="4718050"/>
          <p14:tracePt t="4774" x="4533900" y="4591050"/>
          <p14:tracePt t="4790" x="4692650" y="4483100"/>
          <p14:tracePt t="4807" x="5060950" y="4216400"/>
          <p14:tracePt t="4824" x="5486400" y="3898900"/>
          <p14:tracePt t="4841" x="5702300" y="3727450"/>
          <p14:tracePt t="4856" x="6083300" y="3403600"/>
          <p14:tracePt t="4873" x="6502400" y="3003550"/>
          <p14:tracePt t="4891" x="6845300" y="2673350"/>
          <p14:tracePt t="4907" x="6965950" y="2565400"/>
          <p14:tracePt t="4923" x="7061200" y="2470150"/>
          <p14:tracePt t="4940" x="7289800" y="2254250"/>
          <p14:tracePt t="4956" x="7334250" y="2209800"/>
          <p14:tracePt t="4973" x="7372350" y="2159000"/>
          <p14:tracePt t="4990" x="7435850" y="2070100"/>
          <p14:tracePt t="5007" x="7454900" y="2019300"/>
          <p14:tracePt t="5024" x="7480300" y="1917700"/>
          <p14:tracePt t="5039" x="7480300" y="1866900"/>
          <p14:tracePt t="5056" x="7499350" y="1816100"/>
          <p14:tracePt t="5073" x="7505700" y="1733550"/>
          <p14:tracePt t="5089" x="7512050" y="1714500"/>
          <p14:tracePt t="5106" x="7512050" y="1689100"/>
          <p14:tracePt t="5123" x="7512050" y="1676400"/>
          <p14:tracePt t="5156" x="7499350" y="1670050"/>
          <p14:tracePt t="5172" x="7493000" y="1670050"/>
          <p14:tracePt t="5190" x="7486650" y="1670050"/>
          <p14:tracePt t="5206" x="7423150" y="1657350"/>
          <p14:tracePt t="5222" x="7296150" y="1657350"/>
          <p14:tracePt t="5239" x="7207250" y="1644650"/>
          <p14:tracePt t="5255" x="6991350" y="1644650"/>
          <p14:tracePt t="5272" x="6851650" y="1651000"/>
          <p14:tracePt t="5290" x="6496050" y="1689100"/>
          <p14:tracePt t="5305" x="6045200" y="1714500"/>
          <p14:tracePt t="5322" x="5797550" y="1746250"/>
          <p14:tracePt t="5339" x="5270500" y="1771650"/>
          <p14:tracePt t="5355" x="4743450" y="1765300"/>
          <p14:tracePt t="5372" x="4476750" y="1746250"/>
          <p14:tracePt t="5389" x="4038600" y="1695450"/>
          <p14:tracePt t="5405" x="3778250" y="1651000"/>
          <p14:tracePt t="5422" x="3676650" y="1638300"/>
          <p14:tracePt t="5438" x="3524250" y="1631950"/>
          <p14:tracePt t="5455" x="3429000" y="1631950"/>
          <p14:tracePt t="5472" x="3390900" y="1625600"/>
          <p14:tracePt t="5488" x="3378200" y="1625600"/>
          <p14:tracePt t="5505" x="3359150" y="1625600"/>
          <p14:tracePt t="5521" x="3352800" y="1625600"/>
          <p14:tracePt t="5558" x="3346450" y="1625600"/>
          <p14:tracePt t="5655" x="3340100" y="1631950"/>
          <p14:tracePt t="5696" x="3340100" y="1638300"/>
          <p14:tracePt t="5705" x="3327400" y="1644650"/>
          <p14:tracePt t="5711" x="3314700" y="1657350"/>
          <p14:tracePt t="5725" x="3289300" y="1670050"/>
          <p14:tracePt t="5737" x="3270250" y="1689100"/>
          <p14:tracePt t="5754" x="3238500" y="1708150"/>
          <p14:tracePt t="5770" x="3175000" y="1758950"/>
          <p14:tracePt t="5787" x="3079750" y="1816100"/>
          <p14:tracePt t="5804" x="3016250" y="1854200"/>
          <p14:tracePt t="5820" x="2997200" y="1879600"/>
          <p14:tracePt t="5837" x="2959100" y="1898650"/>
          <p14:tracePt t="5853" x="2940050" y="1917700"/>
          <p14:tracePt t="5870" x="2940050" y="1924050"/>
          <p14:tracePt t="5887" x="2933700" y="1936750"/>
          <p14:tracePt t="5903" x="2921000" y="1949450"/>
          <p14:tracePt t="5921" x="2914650" y="1968500"/>
          <p14:tracePt t="5937" x="2914650" y="1981200"/>
          <p14:tracePt t="5953" x="2914650" y="1993900"/>
          <p14:tracePt t="7409" x="2908300" y="1993900"/>
          <p14:tracePt t="7416" x="2895600" y="1987550"/>
          <p14:tracePt t="7422" x="2876550" y="1981200"/>
          <p14:tracePt t="7437" x="2863850" y="1974850"/>
          <p14:tracePt t="7448" x="2851150" y="1968500"/>
          <p14:tracePt t="7465" x="2806700" y="1955800"/>
          <p14:tracePt t="7481" x="2768600" y="1949450"/>
          <p14:tracePt t="7498" x="2660650" y="1924050"/>
          <p14:tracePt t="7514" x="2552700" y="1905000"/>
          <p14:tracePt t="7531" x="2489200" y="1885950"/>
          <p14:tracePt t="7549" x="2355850" y="1866900"/>
          <p14:tracePt t="7564" x="2247900" y="1841500"/>
          <p14:tracePt t="7581" x="2197100" y="1828800"/>
          <p14:tracePt t="7598" x="2101850" y="1822450"/>
          <p14:tracePt t="7614" x="2076450" y="1822450"/>
          <p14:tracePt t="7631" x="2012950" y="1822450"/>
          <p14:tracePt t="7647" x="1968500" y="1822450"/>
          <p14:tracePt t="7664" x="1943100" y="1822450"/>
          <p14:tracePt t="7680" x="1911350" y="1822450"/>
          <p14:tracePt t="7697" x="1873250" y="1822450"/>
          <p14:tracePt t="7714" x="1854200" y="1822450"/>
          <p14:tracePt t="7731" x="1803400" y="1822450"/>
          <p14:tracePt t="7747" x="1752600" y="1822450"/>
          <p14:tracePt t="7764" x="1727200" y="1822450"/>
          <p14:tracePt t="7780" x="1676400" y="1822450"/>
          <p14:tracePt t="7797" x="1625600" y="1828800"/>
          <p14:tracePt t="7813" x="1606550" y="1828800"/>
          <p14:tracePt t="7830" x="1574800" y="1828800"/>
          <p14:tracePt t="7846" x="1543050" y="1822450"/>
          <p14:tracePt t="7864" x="1524000" y="1822450"/>
          <p14:tracePt t="7880" x="1504950" y="1822450"/>
          <p14:tracePt t="7896" x="1492250" y="1822450"/>
          <p14:tracePt t="7914" x="1454150" y="1828800"/>
          <p14:tracePt t="7929" x="1435100" y="1828800"/>
          <p14:tracePt t="7946" x="1409700" y="1835150"/>
          <p14:tracePt t="7963" x="1358900" y="1847850"/>
          <p14:tracePt t="7979" x="1320800" y="1866900"/>
          <p14:tracePt t="7996" x="1301750" y="1873250"/>
          <p14:tracePt t="8012" x="1257300" y="1885950"/>
          <p14:tracePt t="8029" x="1219200" y="1911350"/>
          <p14:tracePt t="8046" x="1206500" y="1924050"/>
          <p14:tracePt t="8062" x="1200150" y="1930400"/>
          <p14:tracePt t="8079" x="1187450" y="1943100"/>
          <p14:tracePt t="8123" x="1187450" y="1955800"/>
          <p14:tracePt t="8137" x="1193800" y="1955800"/>
          <p14:tracePt t="8146" x="1206500" y="1955800"/>
          <p14:tracePt t="8162" x="1219200" y="1955800"/>
          <p14:tracePt t="8179" x="1244600" y="1955800"/>
          <p14:tracePt t="8196" x="1289050" y="1955800"/>
          <p14:tracePt t="8212" x="1320800" y="1955800"/>
          <p14:tracePt t="8229" x="1422400" y="1943100"/>
          <p14:tracePt t="8245" x="1492250" y="1924050"/>
          <p14:tracePt t="8262" x="1625600" y="1885950"/>
          <p14:tracePt t="8278" x="1758950" y="1841500"/>
          <p14:tracePt t="8295" x="1809750" y="1828800"/>
          <p14:tracePt t="8299" x="1866900" y="1816100"/>
          <p14:tracePt t="8312" x="1905000" y="1816100"/>
          <p14:tracePt t="8328" x="1974850" y="1803400"/>
          <p14:tracePt t="8345" x="2012950" y="1797050"/>
          <p14:tracePt t="8362" x="2063750" y="1797050"/>
          <p14:tracePt t="8378" x="2114550" y="1790700"/>
          <p14:tracePt t="8394" x="2133600" y="1784350"/>
          <p14:tracePt t="8411" x="2165350" y="1784350"/>
          <p14:tracePt t="8427" x="2184400" y="1784350"/>
          <p14:tracePt t="8445" x="2190750" y="1784350"/>
          <p14:tracePt t="8461" x="2203450" y="1784350"/>
          <p14:tracePt t="8733" x="2197100" y="1797050"/>
          <p14:tracePt t="8747" x="2190750" y="1797050"/>
          <p14:tracePt t="9236" x="2178050" y="1797050"/>
          <p14:tracePt t="9250" x="2165350" y="1803400"/>
          <p14:tracePt t="9256" x="2133600" y="1816100"/>
          <p14:tracePt t="9271" x="2114550" y="1816100"/>
          <p14:tracePt t="9278" x="2089150" y="1822450"/>
          <p14:tracePt t="9292" x="2063750" y="1828800"/>
          <p14:tracePt t="9309" x="2006600" y="1841500"/>
          <p14:tracePt t="9325" x="1974850" y="1847850"/>
          <p14:tracePt t="9342" x="1936750" y="1854200"/>
          <p14:tracePt t="9358" x="1905000" y="1860550"/>
          <p14:tracePt t="9375" x="1885950" y="1860550"/>
          <p14:tracePt t="9391" x="1866900" y="1860550"/>
          <p14:tracePt t="9408" x="1854200" y="1860550"/>
          <p14:tracePt t="9426" x="1822450" y="1866900"/>
          <p14:tracePt t="9442" x="1809750" y="1866900"/>
          <p14:tracePt t="9457" x="1797050" y="1866900"/>
          <p14:tracePt t="9474" x="1765300" y="1866900"/>
          <p14:tracePt t="9491" x="1727200" y="1879600"/>
          <p14:tracePt t="9508" x="1657350" y="1898650"/>
          <p14:tracePt t="9524" x="1555750" y="1924050"/>
          <p14:tracePt t="9541" x="1504950" y="1936750"/>
          <p14:tracePt t="9557" x="1422400" y="1943100"/>
          <p14:tracePt t="9574" x="1365250" y="1949450"/>
          <p14:tracePt t="9590" x="1333500" y="1949450"/>
          <p14:tracePt t="9607" x="1301750" y="1949450"/>
          <p14:tracePt t="9624" x="1282700" y="1949450"/>
          <p14:tracePt t="9641" x="1257300" y="1943100"/>
          <p14:tracePt t="9657" x="1250950" y="1936750"/>
          <p14:tracePt t="9690" x="1244600" y="1936750"/>
          <p14:tracePt t="9894" x="1282700" y="1936750"/>
          <p14:tracePt t="9908" x="1333500" y="1936750"/>
          <p14:tracePt t="9914" x="1384300" y="1949450"/>
          <p14:tracePt t="9923" x="1447800" y="1949450"/>
          <p14:tracePt t="9939" x="1511300" y="1949450"/>
          <p14:tracePt t="9956" x="1631950" y="1949450"/>
          <p14:tracePt t="9973" x="1682750" y="1949450"/>
          <p14:tracePt t="9989" x="1746250" y="1949450"/>
          <p14:tracePt t="10006" x="1797050" y="1949450"/>
          <p14:tracePt t="10022" x="1816100" y="1955800"/>
          <p14:tracePt t="10039" x="1828800" y="1962150"/>
          <p14:tracePt t="10056" x="1835150" y="1962150"/>
          <p14:tracePt t="10072" x="1841500" y="1962150"/>
          <p14:tracePt t="10153" x="1841500" y="1968500"/>
          <p14:tracePt t="10363" x="1841500" y="1974850"/>
          <p14:tracePt t="10405" x="1841500" y="1981200"/>
          <p14:tracePt t="10412" x="1847850" y="1981200"/>
          <p14:tracePt t="10426" x="1847850" y="1987550"/>
          <p14:tracePt t="10437" x="1847850" y="1993900"/>
          <p14:tracePt t="10455" x="1854200" y="2000250"/>
          <p14:tracePt t="10487" x="1860550" y="2006600"/>
          <p14:tracePt t="10505" x="1866900" y="2006600"/>
          <p14:tracePt t="10524" x="1873250" y="2006600"/>
          <p14:tracePt t="10546" x="1873250" y="2012950"/>
          <p14:tracePt t="10554" x="1879600" y="2012950"/>
          <p14:tracePt t="10574" x="1885950" y="2012950"/>
          <p14:tracePt t="10616" x="1892300" y="2012950"/>
          <p14:tracePt t="10623" x="1898650" y="2012950"/>
          <p14:tracePt t="10638" x="1905000" y="2012950"/>
          <p14:tracePt t="10643" x="1911350" y="2012950"/>
          <p14:tracePt t="10658" x="1924050" y="2012950"/>
          <p14:tracePt t="10670" x="1936750" y="2012950"/>
          <p14:tracePt t="10686" x="1974850" y="2012950"/>
          <p14:tracePt t="10703" x="1993900" y="2006600"/>
          <p14:tracePt t="10720" x="2044700" y="2000250"/>
          <p14:tracePt t="10736" x="2095500" y="1993900"/>
          <p14:tracePt t="10753" x="2108200" y="1993900"/>
          <p14:tracePt t="10770" x="2133600" y="1987550"/>
          <p14:tracePt t="10786" x="2152650" y="1987550"/>
          <p14:tracePt t="10994" x="2152650" y="1993900"/>
          <p14:tracePt t="11036" x="2152650" y="2000250"/>
          <p14:tracePt t="11043" x="2146300" y="2006600"/>
          <p14:tracePt t="11057" x="2139950" y="2019300"/>
          <p14:tracePt t="11068" x="2139950" y="2025650"/>
          <p14:tracePt t="11085" x="2127250" y="2057400"/>
          <p14:tracePt t="11101" x="2120900" y="2089150"/>
          <p14:tracePt t="11118" x="2101850" y="2146300"/>
          <p14:tracePt t="11135" x="2076450" y="2241550"/>
          <p14:tracePt t="11152" x="2070100" y="2292350"/>
          <p14:tracePt t="11169" x="2032000" y="2432050"/>
          <p14:tracePt t="11185" x="2000250" y="2571750"/>
          <p14:tracePt t="11201" x="1981200" y="2654300"/>
          <p14:tracePt t="11219" x="1949450" y="2806700"/>
          <p14:tracePt t="11235" x="1930400" y="2914650"/>
          <p14:tracePt t="11252" x="1898650" y="3117850"/>
          <p14:tracePt t="11268" x="1892300" y="3321050"/>
          <p14:tracePt t="11285" x="1879600" y="3422650"/>
          <p14:tracePt t="11301" x="1879600" y="3600450"/>
          <p14:tracePt t="11317" x="1879600" y="3752850"/>
          <p14:tracePt t="11334" x="1879600" y="3803650"/>
          <p14:tracePt t="11352" x="1892300" y="3937000"/>
          <p14:tracePt t="11368" x="1892300" y="3968750"/>
          <p14:tracePt t="11384" x="1898650" y="4006850"/>
          <p14:tracePt t="11401" x="1924050" y="4057650"/>
          <p14:tracePt t="11417" x="1936750" y="4083050"/>
          <p14:tracePt t="11435" x="1936750" y="4108450"/>
          <p14:tracePt t="11450" x="1949450" y="4133850"/>
          <p14:tracePt t="11467" x="1949450" y="4165600"/>
          <p14:tracePt t="11485" x="1949450" y="4191000"/>
          <p14:tracePt t="11500" x="1955800" y="4197350"/>
          <p14:tracePt t="11517" x="1955800" y="4210050"/>
          <p14:tracePt t="11534" x="1968500" y="4235450"/>
          <p14:tracePt t="11550" x="1968500" y="4241800"/>
          <p14:tracePt t="11567" x="1968500" y="4273550"/>
          <p14:tracePt t="11584" x="1968500" y="4292600"/>
          <p14:tracePt t="11600" x="1962150" y="4292600"/>
          <p14:tracePt t="12209" x="1962150" y="4318000"/>
          <p14:tracePt t="12216" x="1962150" y="4349750"/>
          <p14:tracePt t="12229" x="1968500" y="4400550"/>
          <p14:tracePt t="12236" x="1968500" y="4432300"/>
          <p14:tracePt t="12251" x="1974850" y="4457700"/>
          <p14:tracePt t="12265" x="1987550" y="4502150"/>
          <p14:tracePt t="12281" x="1993900" y="4572000"/>
          <p14:tracePt t="12298" x="1993900" y="4591050"/>
          <p14:tracePt t="12315" x="1993900" y="4629150"/>
          <p14:tracePt t="12331" x="2000250" y="4641850"/>
          <p14:tracePt t="12334" x="2000250" y="4648200"/>
          <p14:tracePt t="12377" x="2006600" y="4648200"/>
          <p14:tracePt t="12391" x="2006600" y="4641850"/>
          <p14:tracePt t="12400" x="2006600" y="4616450"/>
          <p14:tracePt t="12414" x="2006600" y="4591050"/>
          <p14:tracePt t="12431" x="2006600" y="4502150"/>
          <p14:tracePt t="12447" x="1993900" y="4324350"/>
          <p14:tracePt t="12464" x="1987550" y="4210050"/>
          <p14:tracePt t="12480" x="1962150" y="3924300"/>
          <p14:tracePt t="12498" x="1962150" y="3740150"/>
          <p14:tracePt t="12514" x="1949450" y="3263900"/>
          <p14:tracePt t="12531" x="1949450" y="2774950"/>
          <p14:tracePt t="12546" x="1955800" y="2508250"/>
          <p14:tracePt t="12564" x="1955800" y="2324100"/>
          <p14:tracePt t="12580" x="1968500" y="2006600"/>
          <p14:tracePt t="12597" x="1968500" y="1955800"/>
          <p14:tracePt t="12614" x="1968500" y="1898650"/>
          <p14:tracePt t="12630" x="1968500" y="1879600"/>
          <p14:tracePt t="12646" x="1968500" y="1873250"/>
          <p14:tracePt t="12679" x="1968500" y="1866900"/>
          <p14:tracePt t="12715" x="1974850" y="1866900"/>
          <p14:tracePt t="12748" x="1974850" y="1873250"/>
          <p14:tracePt t="12770" x="1974850" y="1879600"/>
          <p14:tracePt t="12797" x="1974850" y="1885950"/>
          <p14:tracePt t="12819" x="1974850" y="1892300"/>
          <p14:tracePt t="12833" x="1974850" y="1898650"/>
          <p14:tracePt t="12848" x="1974850" y="1905000"/>
          <p14:tracePt t="12860" x="1974850" y="1911350"/>
          <p14:tracePt t="12868" x="1974850" y="1917700"/>
          <p14:tracePt t="12889" x="1974850" y="1930400"/>
          <p14:tracePt t="12898" x="1974850" y="1936750"/>
          <p14:tracePt t="12912" x="1974850" y="1955800"/>
          <p14:tracePt t="12929" x="1987550" y="1987550"/>
          <p14:tracePt t="12946" x="1993900" y="2076450"/>
          <p14:tracePt t="12963" x="2006600" y="2152650"/>
          <p14:tracePt t="12979" x="2025650" y="2438400"/>
          <p14:tracePt t="12995" x="2025650" y="2540000"/>
          <p14:tracePt t="13012" x="2032000" y="2730500"/>
          <p14:tracePt t="13029" x="2032000" y="2882900"/>
          <p14:tracePt t="13046" x="2032000" y="2946400"/>
          <p14:tracePt t="13061" x="2032000" y="3035300"/>
          <p14:tracePt t="13079" x="2032000" y="3086100"/>
          <p14:tracePt t="13095" x="2032000" y="3105150"/>
          <p14:tracePt t="13113" x="2032000" y="3136900"/>
          <p14:tracePt t="13128" x="2032000" y="3168650"/>
          <p14:tracePt t="13146" x="2032000" y="3181350"/>
          <p14:tracePt t="13162" x="2032000" y="3225800"/>
          <p14:tracePt t="13178" x="2038350" y="3276600"/>
          <p14:tracePt t="13195" x="2038350" y="3302000"/>
          <p14:tracePt t="13212" x="2038350" y="3333750"/>
          <p14:tracePt t="13228" x="2038350" y="3346450"/>
          <p14:tracePt t="13246" x="2038350" y="3359150"/>
          <p14:tracePt t="13281" x="2038350" y="3365500"/>
          <p14:tracePt t="13316" x="2038350" y="3371850"/>
          <p14:tracePt t="13337" x="2051050" y="3384550"/>
          <p14:tracePt t="13350" x="2051050" y="3390900"/>
          <p14:tracePt t="13357" x="2051050" y="3403600"/>
          <p14:tracePt t="13371" x="2057400" y="3416300"/>
          <p14:tracePt t="13380" x="2057400" y="3435350"/>
          <p14:tracePt t="13394" x="2063750" y="3460750"/>
          <p14:tracePt t="13410" x="2070100" y="3549650"/>
          <p14:tracePt t="13428" x="2089150" y="3714750"/>
          <p14:tracePt t="13444" x="2101850" y="3829050"/>
          <p14:tracePt t="13461" x="2139950" y="4121150"/>
          <p14:tracePt t="13478" x="2209800" y="4514850"/>
          <p14:tracePt t="13494" x="2235200" y="4686300"/>
          <p14:tracePt t="13510" x="2292350" y="5010150"/>
          <p14:tracePt t="13527" x="2355850" y="5213350"/>
          <p14:tracePt t="13543" x="2387600" y="5295900"/>
          <p14:tracePt t="13561" x="2406650" y="5365750"/>
          <p14:tracePt t="13577" x="2451100" y="5511800"/>
          <p14:tracePt t="13593" x="2457450" y="5556250"/>
          <p14:tracePt t="13610" x="2463800" y="5594350"/>
          <p14:tracePt t="13626" x="2482850" y="5676900"/>
          <p14:tracePt t="13643" x="2482850" y="5689600"/>
          <p14:tracePt t="13660" x="2482850" y="5721350"/>
          <p14:tracePt t="13676" x="2489200" y="5734050"/>
          <p14:tracePt t="13710" x="2495550" y="5753100"/>
          <p14:tracePt t="13726" x="2495550" y="5759450"/>
          <p14:tracePt t="13743" x="2495550" y="5778500"/>
          <p14:tracePt t="13759" x="2501900" y="5797550"/>
          <p14:tracePt t="13793" x="2508250" y="5822950"/>
          <p14:tracePt t="13809" x="2514600" y="5842000"/>
          <p14:tracePt t="13826" x="2514600" y="5848350"/>
          <p14:tracePt t="13842" x="2514600" y="5861050"/>
          <p14:tracePt t="13859" x="2514600" y="5867400"/>
          <p14:tracePt t="13968" x="2514600" y="5854700"/>
          <p14:tracePt t="13974" x="2520950" y="5848350"/>
          <p14:tracePt t="13989" x="2520950" y="5842000"/>
          <p14:tracePt t="13996" x="2520950" y="5822950"/>
          <p14:tracePt t="14011" x="2520950" y="5803900"/>
          <p14:tracePt t="14025" x="2527300" y="5765800"/>
          <p14:tracePt t="14042" x="2540000" y="5670550"/>
          <p14:tracePt t="14059" x="2559050" y="5518150"/>
          <p14:tracePt t="14075" x="2578100" y="5435600"/>
          <p14:tracePt t="14091" x="2609850" y="5283200"/>
          <p14:tracePt t="14108" x="2628900" y="5162550"/>
          <p14:tracePt t="14125" x="2635250" y="5118100"/>
          <p14:tracePt t="14141" x="2641600" y="5080000"/>
          <p14:tracePt t="14158" x="2654300" y="5016500"/>
          <p14:tracePt t="14174" x="2654300" y="5003800"/>
          <p14:tracePt t="14192" x="2660650" y="4978400"/>
          <p14:tracePt t="14208" x="2660650" y="4965700"/>
          <p14:tracePt t="14224" x="2660650" y="4940300"/>
          <p14:tracePt t="14241" x="2660650" y="4895850"/>
          <p14:tracePt t="14258" x="2660650" y="4857750"/>
          <p14:tracePt t="14274" x="2660650" y="4730750"/>
          <p14:tracePt t="14291" x="2660650" y="4546600"/>
          <p14:tracePt t="14307" x="2660650" y="4425950"/>
          <p14:tracePt t="14325" x="2667000" y="4171950"/>
          <p14:tracePt t="14340" x="2667000" y="3917950"/>
          <p14:tracePt t="14357" x="2660650" y="3790950"/>
          <p14:tracePt t="14361" x="2660650" y="3663950"/>
          <p14:tracePt t="14374" x="2660650" y="3536950"/>
          <p14:tracePt t="14391" x="2660650" y="3302000"/>
          <p14:tracePt t="14407" x="2647950" y="3175000"/>
          <p14:tracePt t="14424" x="2647950" y="2946400"/>
          <p14:tracePt t="14440" x="2647950" y="2844800"/>
          <p14:tracePt t="14457" x="2647950" y="2755900"/>
          <p14:tracePt t="14473" x="2647950" y="2578100"/>
          <p14:tracePt t="14490" x="2647950" y="2501900"/>
          <p14:tracePt t="14507" x="2654300" y="2336800"/>
          <p14:tracePt t="14523" x="2654300" y="2273300"/>
          <p14:tracePt t="14540" x="2654300" y="2222500"/>
          <p14:tracePt t="14557" x="2654300" y="2127250"/>
          <p14:tracePt t="14573" x="2654300" y="2108200"/>
          <p14:tracePt t="14590" x="2654300" y="2095500"/>
          <p14:tracePt t="14606" x="2654300" y="2089150"/>
          <p14:tracePt t="14623" x="2654300" y="2101850"/>
          <p14:tracePt t="14640" x="2660650" y="2139950"/>
          <p14:tracePt t="14656" x="2673350" y="2171700"/>
          <p14:tracePt t="14673" x="2698750" y="2279650"/>
          <p14:tracePt t="14690" x="2781300" y="2590800"/>
          <p14:tracePt t="14706" x="2825750" y="2844800"/>
          <p14:tracePt t="14723" x="2857500" y="3371850"/>
          <p14:tracePt t="14739" x="2851150" y="3949700"/>
          <p14:tracePt t="14756" x="2787650" y="4464050"/>
          <p14:tracePt t="14773" x="2762250" y="4686300"/>
          <p14:tracePt t="14789" x="2679700" y="5130800"/>
          <p14:tracePt t="14806" x="2667000" y="5232400"/>
          <p14:tracePt t="14823" x="2647950" y="5384800"/>
          <p14:tracePt t="14839" x="2641600" y="5454650"/>
          <p14:tracePt t="14855" x="2641600" y="5530850"/>
          <p14:tracePt t="14872" x="2641600" y="5575300"/>
          <p14:tracePt t="14889" x="2641600" y="5581650"/>
          <p14:tracePt t="14905" x="2647950" y="5581650"/>
          <p14:tracePt t="14923" x="2654300" y="5568950"/>
          <p14:tracePt t="14939" x="2654300" y="5562600"/>
          <p14:tracePt t="14956" x="2660650" y="5524500"/>
          <p14:tracePt t="14972" x="2673350" y="5410200"/>
          <p14:tracePt t="14988" x="2698750" y="5302250"/>
          <p14:tracePt t="15005" x="2736850" y="5029200"/>
          <p14:tracePt t="15022" x="2794000" y="4610100"/>
          <p14:tracePt t="15038" x="2806700" y="4400550"/>
          <p14:tracePt t="15055" x="2851150" y="3962400"/>
          <p14:tracePt t="15071" x="2857500" y="3644900"/>
          <p14:tracePt t="15090" x="2857500" y="3365500"/>
          <p14:tracePt t="15105" x="2857500" y="3251200"/>
          <p14:tracePt t="15121" x="2870200" y="3136900"/>
          <p14:tracePt t="15139" x="2870200" y="2959100"/>
          <p14:tracePt t="15155" x="2882900" y="2857500"/>
          <p14:tracePt t="15171" x="2889250" y="2768600"/>
          <p14:tracePt t="15188" x="2901950" y="2628900"/>
          <p14:tracePt t="15204" x="2901950" y="2571750"/>
          <p14:tracePt t="15221" x="2901950" y="2546350"/>
          <p14:tracePt t="15238" x="2901950" y="2508250"/>
          <p14:tracePt t="15254" x="2901950" y="2501900"/>
          <p14:tracePt t="15271" x="2901950" y="2495550"/>
          <p14:tracePt t="15307" x="2908300" y="2495550"/>
          <p14:tracePt t="15335" x="2914650" y="2501900"/>
          <p14:tracePt t="15341" x="2914650" y="2514600"/>
          <p14:tracePt t="15357" x="2914650" y="2527300"/>
          <p14:tracePt t="15371" x="2914650" y="2533650"/>
          <p14:tracePt t="15387" x="2921000" y="2559050"/>
          <p14:tracePt t="15405" x="2927350" y="2578100"/>
          <p14:tracePt t="15421" x="2959100" y="2647950"/>
          <p14:tracePt t="15437" x="3086100" y="2870200"/>
          <p14:tracePt t="15454" x="3295650" y="3244850"/>
          <p14:tracePt t="15470" x="3422650" y="3492500"/>
          <p14:tracePt t="15487" x="3625850" y="3937000"/>
          <p14:tracePt t="15504" x="3835400" y="4400550"/>
          <p14:tracePt t="15519" x="3917950" y="4572000"/>
          <p14:tracePt t="15537" x="4051300" y="4883150"/>
          <p14:tracePt t="15553" x="4140200" y="5067300"/>
          <p14:tracePt t="15570" x="4178300" y="5124450"/>
          <p14:tracePt t="15587" x="4222750" y="5194300"/>
          <p14:tracePt t="15604" x="4235450" y="5207000"/>
          <p14:tracePt t="15650" x="4235450" y="5194300"/>
          <p14:tracePt t="15664" x="4235450" y="5168900"/>
          <p14:tracePt t="15672" x="4235450" y="5143500"/>
          <p14:tracePt t="15687" x="4229100" y="5105400"/>
          <p14:tracePt t="15703" x="4210050" y="5048250"/>
          <p14:tracePt t="15720" x="4127500" y="4749800"/>
          <p14:tracePt t="15736" x="4083050" y="4616450"/>
          <p14:tracePt t="15752" x="4025900" y="4413250"/>
          <p14:tracePt t="15769" x="3911600" y="3854450"/>
          <p14:tracePt t="15786" x="3873500" y="3702050"/>
          <p14:tracePt t="15803" x="3854450" y="3600450"/>
          <p14:tracePt t="15819" x="3835400" y="3435350"/>
          <p14:tracePt t="15835" x="3816350" y="3352800"/>
          <p14:tracePt t="15852" x="3803650" y="3263900"/>
          <p14:tracePt t="15869" x="3778250" y="3098800"/>
          <p14:tracePt t="15885" x="3765550" y="3028950"/>
          <p14:tracePt t="15903" x="3746500" y="2927350"/>
          <p14:tracePt t="15919" x="3740150" y="2870200"/>
          <p14:tracePt t="15936" x="3733800" y="2819400"/>
          <p14:tracePt t="15952" x="3721100" y="2787650"/>
          <p14:tracePt t="15968" x="3721100" y="2762250"/>
          <p14:tracePt t="15986" x="3721100" y="2749550"/>
          <p14:tracePt t="16001" x="3721100" y="2743200"/>
          <p14:tracePt t="16021" x="3721100" y="2736850"/>
          <p14:tracePt t="16036" x="3721100" y="2730500"/>
          <p14:tracePt t="16516" x="3778250" y="2730500"/>
          <p14:tracePt t="16523" x="3879850" y="2730500"/>
          <p14:tracePt t="16533" x="4006850" y="2730500"/>
          <p14:tracePt t="16550" x="4178300" y="2730500"/>
          <p14:tracePt t="16566" x="4635500" y="2686050"/>
          <p14:tracePt t="16583" x="4902200" y="2673350"/>
          <p14:tracePt t="16600" x="5473700" y="2590800"/>
          <p14:tracePt t="16616" x="5816600" y="2559050"/>
          <p14:tracePt t="16633" x="6140450" y="2514600"/>
          <p14:tracePt t="16650" x="6800850" y="2381250"/>
          <p14:tracePt t="16666" x="7131050" y="2298700"/>
          <p14:tracePt t="16683" x="7772400" y="2044700"/>
          <p14:tracePt t="16699" x="8235950" y="1816100"/>
          <p14:tracePt t="16716" x="8388350" y="1733550"/>
          <p14:tracePt t="16733" x="8578850" y="1625600"/>
          <p14:tracePt t="16749" x="8705850" y="1530350"/>
          <p14:tracePt t="16766" x="8750300" y="1479550"/>
          <p14:tracePt t="16782" x="8813800" y="1403350"/>
          <p14:tracePt t="16799" x="8864600" y="1333500"/>
          <p14:tracePt t="16815" x="8870950" y="1308100"/>
          <p14:tracePt t="16832" x="8921750" y="1231900"/>
          <p14:tracePt t="16849" x="8947150" y="1174750"/>
          <p14:tracePt t="16866" x="8966200" y="1155700"/>
          <p14:tracePt t="16882" x="9010650" y="1117600"/>
          <p14:tracePt t="16898" x="9023350" y="1098550"/>
          <p14:tracePt t="16916" x="9042400" y="1066800"/>
          <p14:tracePt t="16932" x="9048750" y="1035050"/>
          <p14:tracePt t="16948" x="9074150" y="1003300"/>
          <p14:tracePt t="16965" x="9074150" y="984250"/>
          <p14:tracePt t="16982" x="9074150" y="977900"/>
          <p14:tracePt t="17063" x="9067800" y="977900"/>
          <p14:tracePt t="17084" x="9061450" y="977900"/>
          <p14:tracePt t="17105" x="9055100" y="977900"/>
          <p14:tracePt t="17133" x="9042400" y="977900"/>
          <p14:tracePt t="17154" x="9042400" y="984250"/>
          <p14:tracePt t="17168" x="9036050" y="984250"/>
          <p14:tracePt t="17182" x="9029700" y="984250"/>
          <p14:tracePt t="17224" x="9023350" y="990600"/>
          <p14:tracePt t="17245" x="9010650" y="990600"/>
          <p14:tracePt t="17266" x="9004300" y="990600"/>
          <p14:tracePt t="17273" x="8997950" y="996950"/>
          <p14:tracePt t="17294" x="8985250" y="1003300"/>
          <p14:tracePt t="17301" x="8959850" y="1009650"/>
          <p14:tracePt t="17317" x="8940800" y="1022350"/>
          <p14:tracePt t="17330" x="8921750" y="1028700"/>
          <p14:tracePt t="17347" x="8845550" y="1054100"/>
          <p14:tracePt t="17364" x="8737600" y="1092200"/>
          <p14:tracePt t="17380" x="8667750" y="1111250"/>
          <p14:tracePt t="17397" x="8528050" y="1149350"/>
          <p14:tracePt t="17414" x="8343900" y="1212850"/>
          <p14:tracePt t="17430" x="8223250" y="1244600"/>
          <p14:tracePt t="17447" x="7905750" y="1301750"/>
          <p14:tracePt t="17463" x="7505700" y="1365250"/>
          <p14:tracePt t="17480" x="7308850" y="1409700"/>
          <p14:tracePt t="17497" x="6864350" y="1460500"/>
          <p14:tracePt t="17513" x="6654800" y="1473200"/>
          <p14:tracePt t="17530" x="6286500" y="1524000"/>
          <p14:tracePt t="17547" x="5994400" y="1568450"/>
          <p14:tracePt t="17563" x="5880100" y="1593850"/>
          <p14:tracePt t="17579" x="5695950" y="1644650"/>
          <p14:tracePt t="17596" x="5575300" y="1682750"/>
          <p14:tracePt t="17613" x="5530850" y="1689100"/>
          <p14:tracePt t="17630" x="5454650" y="1733550"/>
          <p14:tracePt t="17646" x="5378450" y="1784350"/>
          <p14:tracePt t="17662" x="5359400" y="1803400"/>
          <p14:tracePt t="17680" x="5314950" y="1847850"/>
          <p14:tracePt t="17696" x="5276850" y="1885950"/>
          <p14:tracePt t="17712" x="5264150" y="1905000"/>
          <p14:tracePt t="17729" x="5226050" y="1949450"/>
          <p14:tracePt t="17745" x="5187950" y="1993900"/>
          <p14:tracePt t="17762" x="5181600" y="2019300"/>
          <p14:tracePt t="17779" x="5162550" y="2057400"/>
          <p14:tracePt t="17795" x="5137150" y="2095500"/>
          <p14:tracePt t="17812" x="5130800" y="2133600"/>
          <p14:tracePt t="19837" x="5092700" y="2133600"/>
          <p14:tracePt t="19851" x="5029200" y="2133600"/>
          <p14:tracePt t="19858" x="4972050" y="2114550"/>
          <p14:tracePt t="19872" x="4908550" y="2101850"/>
          <p14:tracePt t="19888" x="4775200" y="2063750"/>
          <p14:tracePt t="19905" x="4705350" y="2044700"/>
          <p14:tracePt t="19922" x="4540250" y="2038350"/>
          <p14:tracePt t="19938" x="4343400" y="2019300"/>
          <p14:tracePt t="19955" x="4235450" y="2019300"/>
          <p14:tracePt t="19972" x="4025900" y="1993900"/>
          <p14:tracePt t="19987" x="3924300" y="1993900"/>
          <p14:tracePt t="20005" x="3619500" y="2012950"/>
          <p14:tracePt t="20021" x="3517900" y="2012950"/>
          <p14:tracePt t="20038" x="3441700" y="2019300"/>
          <p14:tracePt t="20055" x="3308350" y="2038350"/>
          <p14:tracePt t="20071" x="3213100" y="2082800"/>
          <p14:tracePt t="20087" x="3143250" y="2101850"/>
          <p14:tracePt t="20104" x="3054350" y="2146300"/>
          <p14:tracePt t="20120" x="2997200" y="2178050"/>
          <p14:tracePt t="20139" x="2940050" y="2216150"/>
          <p14:tracePt t="20154" x="2921000" y="2235200"/>
          <p14:tracePt t="20171" x="2889250" y="2279650"/>
          <p14:tracePt t="20188" x="2876550" y="2330450"/>
          <p14:tracePt t="20204" x="2870200" y="2349500"/>
          <p14:tracePt t="20220" x="2857500" y="2400300"/>
          <p14:tracePt t="20237" x="2844800" y="2451100"/>
          <p14:tracePt t="20254" x="2844800" y="2470150"/>
          <p14:tracePt t="20271" x="2838450" y="2501900"/>
          <p14:tracePt t="20287" x="2832100" y="2527300"/>
          <p14:tracePt t="20303" x="2825750" y="2527300"/>
          <p14:tracePt t="20320" x="2825750" y="2533650"/>
          <p14:tracePt t="20341" x="2825750" y="2540000"/>
          <p14:tracePt t="20353" x="2819400" y="2540000"/>
          <p14:tracePt t="20371" x="2800350" y="2540000"/>
          <p14:tracePt t="20387" x="2781300" y="2540000"/>
          <p14:tracePt t="20404" x="2717800" y="2533650"/>
          <p14:tracePt t="20419" x="2609850" y="2463800"/>
          <p14:tracePt t="20436" x="2514600" y="2413000"/>
          <p14:tracePt t="20453" x="2311400" y="2286000"/>
          <p14:tracePt t="20470" x="2070100" y="2101850"/>
          <p14:tracePt t="20486" x="1974850" y="2019300"/>
          <p14:tracePt t="20503" x="1822450" y="1917700"/>
          <p14:tracePt t="20519" x="1752600" y="1854200"/>
          <p14:tracePt t="20536" x="1739900" y="1847850"/>
          <p14:tracePt t="20553" x="1727200" y="1835150"/>
          <p14:tracePt t="20601" x="1727200" y="1841500"/>
          <p14:tracePt t="20607" x="1727200" y="1847850"/>
          <p14:tracePt t="20622" x="1733550" y="1854200"/>
          <p14:tracePt t="20636" x="1758950" y="1892300"/>
          <p14:tracePt t="20652" x="1771650" y="1917700"/>
          <p14:tracePt t="20669" x="1803400" y="1955800"/>
          <p14:tracePt t="20685" x="1943100" y="2139950"/>
          <p14:tracePt t="20701" x="1993900" y="2222500"/>
          <p14:tracePt t="20720" x="2108200" y="2413000"/>
          <p14:tracePt t="20735" x="2184400" y="2520950"/>
          <p14:tracePt t="20752" x="2330450" y="2724150"/>
          <p14:tracePt t="20769" x="2482850" y="2940050"/>
          <p14:tracePt t="20785" x="2546350" y="3035300"/>
          <p14:tracePt t="20802" x="2686050" y="3244850"/>
          <p14:tracePt t="20818" x="2787650" y="3409950"/>
          <p14:tracePt t="20835" x="2832100" y="3492500"/>
          <p14:tracePt t="20851" x="2914650" y="3619500"/>
          <p14:tracePt t="20868" x="2997200" y="3746500"/>
          <p14:tracePt t="20885" x="3022600" y="3803650"/>
          <p14:tracePt t="20902" x="3079750" y="3892550"/>
          <p14:tracePt t="20918" x="3098800" y="3943350"/>
          <p14:tracePt t="20935" x="3105150" y="3949700"/>
          <p14:tracePt t="20979" x="3111500" y="3949700"/>
          <p14:tracePt t="21007" x="3111500" y="3937000"/>
          <p14:tracePt t="21028" x="3111500" y="3917950"/>
          <p14:tracePt t="21042" x="3098800" y="3892550"/>
          <p14:tracePt t="21049" x="3092450" y="3867150"/>
          <p14:tracePt t="21056" x="3073400" y="3810000"/>
          <p14:tracePt t="21071" x="3041650" y="3752850"/>
          <p14:tracePt t="21084" x="3003550" y="3670300"/>
          <p14:tracePt t="21100" x="2908300" y="3486150"/>
          <p14:tracePt t="21117" x="2876550" y="3371850"/>
          <p14:tracePt t="21134" x="2781300" y="3149600"/>
          <p14:tracePt t="21150" x="2686050" y="2946400"/>
          <p14:tracePt t="21167" x="2635250" y="2857500"/>
          <p14:tracePt t="21183" x="2533650" y="2692400"/>
          <p14:tracePt t="21200" x="2457450" y="2565400"/>
          <p14:tracePt t="21218" x="2406650" y="2489200"/>
          <p14:tracePt t="21233" x="2400300" y="2476500"/>
          <p14:tracePt t="21250" x="2393950" y="2463800"/>
          <p14:tracePt t="21267" x="2387600" y="2463800"/>
          <p14:tracePt t="21288" x="2387600" y="2470150"/>
          <p14:tracePt t="21303" x="2387600" y="2476500"/>
          <p14:tracePt t="21316" x="2387600" y="2495550"/>
          <p14:tracePt t="21333" x="2400300" y="2552700"/>
          <p14:tracePt t="21351" x="2438400" y="2673350"/>
          <p14:tracePt t="21366" x="2463800" y="2743200"/>
          <p14:tracePt t="21383" x="2527300" y="2901950"/>
          <p14:tracePt t="21400" x="2609850" y="3098800"/>
          <p14:tracePt t="21416" x="2654300" y="3219450"/>
          <p14:tracePt t="21433" x="2755900" y="3429000"/>
          <p14:tracePt t="21450" x="2889250" y="3644900"/>
          <p14:tracePt t="21466" x="2952750" y="3746500"/>
          <p14:tracePt t="21469" x="3022600" y="3841750"/>
          <p14:tracePt t="21483" x="3086100" y="3937000"/>
          <p14:tracePt t="21499" x="3232150" y="4083050"/>
          <p14:tracePt t="21516" x="3314700" y="4133850"/>
          <p14:tracePt t="21533" x="3429000" y="4210050"/>
          <p14:tracePt t="21549" x="3492500" y="4235450"/>
          <p14:tracePt t="21566" x="3505200" y="4241800"/>
          <p14:tracePt t="21582" x="3536950" y="4254500"/>
          <p14:tracePt t="21599" x="3543300" y="4254500"/>
          <p14:tracePt t="21633" x="3549650" y="4254500"/>
          <p14:tracePt t="21750" x="3562350" y="4248150"/>
          <p14:tracePt t="21757" x="3568700" y="4248150"/>
          <p14:tracePt t="21778" x="3575050" y="4254500"/>
          <p14:tracePt t="21785" x="3587750" y="42608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():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):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self.it=range(count,0,-1)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32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(10); print(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range(10, 0, -1)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range(10,0,-1)]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896112"/>
            <a:ext cx="12954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3600" kern="0" dirty="0">
              <a:latin typeface="+mn-ea"/>
              <a:ea typeface="+mn-ea"/>
            </a:endParaRP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Font typeface="Wingdings" pitchFamily="2" charset="2"/>
              <a:buNone/>
            </a:pPr>
            <a:endParaRPr lang="en-US" altLang="en-US" sz="3200" kern="0" dirty="0">
              <a:solidFill>
                <a:schemeClr val="accent2"/>
              </a:solidFill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kern="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kern="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kern="0" dirty="0">
              <a:solidFill>
                <a:srgbClr val="009999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3200" kern="0" dirty="0">
              <a:solidFill>
                <a:srgbClr val="009999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3200" kern="0" dirty="0">
              <a:solidFill>
                <a:srgbClr val="009999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6977389" y="438011"/>
            <a:ext cx="2802587" cy="65316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742" tIns="0" rIns="92742" bIns="46371" numCol="1" rtlCol="0" anchor="ctr" anchorCtr="1" compatLnSpc="1">
            <a:prstTxWarp prst="textNoShape">
              <a:avLst/>
            </a:prstTxWarp>
          </a:bodyPr>
          <a:lstStyle/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This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has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been</a:t>
            </a:r>
          </a:p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added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to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2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3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  <a:endParaRPr lang="en-US" sz="2800" spc="-15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630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88648"/>
    </mc:Choice>
    <mc:Fallback xmlns="">
      <p:transition advTm="1886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73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73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573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21" x="2730500" y="3390900"/>
          <p14:tracePt t="2342" x="2736850" y="3384550"/>
          <p14:tracePt t="2364" x="2743200" y="3384550"/>
          <p14:tracePt t="2385" x="2749550" y="3371850"/>
          <p14:tracePt t="2391" x="2755900" y="3365500"/>
          <p14:tracePt t="2406" x="2768600" y="3346450"/>
          <p14:tracePt t="2422" x="2781300" y="3321050"/>
          <p14:tracePt t="2439" x="2794000" y="3289300"/>
          <p14:tracePt t="2455" x="2825750" y="3225800"/>
          <p14:tracePt t="2472" x="2857500" y="3162300"/>
          <p14:tracePt t="2489" x="2889250" y="3079750"/>
          <p14:tracePt t="2505" x="2914650" y="3022600"/>
          <p14:tracePt t="2522" x="2933700" y="2965450"/>
          <p14:tracePt t="2539" x="2952750" y="2889250"/>
          <p14:tracePt t="2555" x="2959100" y="2838450"/>
          <p14:tracePt t="2571" x="2965450" y="2787650"/>
          <p14:tracePt t="2588" x="2965450" y="2736850"/>
          <p14:tracePt t="2605" x="2965450" y="2692400"/>
          <p14:tracePt t="2621" x="2959100" y="2654300"/>
          <p14:tracePt t="2638" x="2965450" y="2584450"/>
          <p14:tracePt t="2654" x="2978150" y="2540000"/>
          <p14:tracePt t="2672" x="2990850" y="2489200"/>
          <p14:tracePt t="2688" x="2990850" y="2444750"/>
          <p14:tracePt t="2704" x="2997200" y="2413000"/>
          <p14:tracePt t="2722" x="2997200" y="2349500"/>
          <p14:tracePt t="2738" x="2997200" y="2336800"/>
          <p14:tracePt t="2754" x="2997200" y="2311400"/>
          <p14:tracePt t="2771" x="2997200" y="2286000"/>
          <p14:tracePt t="2787" x="2990850" y="2260600"/>
          <p14:tracePt t="2804" x="2990850" y="2235200"/>
          <p14:tracePt t="2820" x="2984500" y="2209800"/>
          <p14:tracePt t="2837" x="2984500" y="2197100"/>
          <p14:tracePt t="2854" x="2984500" y="2184400"/>
          <p14:tracePt t="2946" x="2984500" y="2197100"/>
          <p14:tracePt t="3549" x="2990850" y="2190750"/>
          <p14:tracePt t="3556" x="3009900" y="2178050"/>
          <p14:tracePt t="3568" x="3022600" y="2165350"/>
          <p14:tracePt t="3585" x="3067050" y="2139950"/>
          <p14:tracePt t="3601" x="3105150" y="2108200"/>
          <p14:tracePt t="3618" x="3143250" y="2095500"/>
          <p14:tracePt t="3634" x="3194050" y="2070100"/>
          <p14:tracePt t="3651" x="3225800" y="2057400"/>
          <p14:tracePt t="3668" x="3270250" y="2044700"/>
          <p14:tracePt t="3684" x="3321050" y="2019300"/>
          <p14:tracePt t="3701" x="3359150" y="2012950"/>
          <p14:tracePt t="3718" x="3403600" y="2000250"/>
          <p14:tracePt t="3734" x="3429000" y="1987550"/>
          <p14:tracePt t="3751" x="3454400" y="1987550"/>
          <p14:tracePt t="3768" x="3492500" y="1981200"/>
          <p14:tracePt t="3784" x="3524250" y="1981200"/>
          <p14:tracePt t="3801" x="3556000" y="1981200"/>
          <p14:tracePt t="3817" x="3594100" y="1981200"/>
          <p14:tracePt t="3834" x="3619500" y="1981200"/>
          <p14:tracePt t="3851" x="3651250" y="1981200"/>
          <p14:tracePt t="3867" x="3676650" y="1981200"/>
          <p14:tracePt t="3884" x="3695700" y="1987550"/>
          <p14:tracePt t="3900" x="3708400" y="1987550"/>
          <p14:tracePt t="3917" x="3721100" y="1993900"/>
          <p14:tracePt t="3933" x="3733800" y="1993900"/>
          <p14:tracePt t="3950" x="3759200" y="1993900"/>
          <p14:tracePt t="3970" x="3771900" y="1993900"/>
          <p14:tracePt t="3983" x="3778250" y="1993900"/>
          <p14:tracePt t="4000" x="3803650" y="1993900"/>
          <p14:tracePt t="4016" x="3829050" y="2000250"/>
          <p14:tracePt t="4033" x="3873500" y="2000250"/>
          <p14:tracePt t="4050" x="3892550" y="2000250"/>
          <p14:tracePt t="4066" x="3917950" y="2006600"/>
          <p14:tracePt t="4083" x="3956050" y="2012950"/>
          <p14:tracePt t="4099" x="3975100" y="2012950"/>
          <p14:tracePt t="4116" x="3987800" y="2012950"/>
          <p14:tracePt t="4132" x="3994150" y="2012950"/>
          <p14:tracePt t="4166" x="4000500" y="2012950"/>
          <p14:tracePt t="4251" x="3994150" y="2012950"/>
          <p14:tracePt t="4770" x="3994150" y="2000250"/>
          <p14:tracePt t="4777" x="4000500" y="1981200"/>
          <p14:tracePt t="4784" x="4006850" y="1962150"/>
          <p14:tracePt t="4797" x="4019550" y="1936750"/>
          <p14:tracePt t="4814" x="4038600" y="1892300"/>
          <p14:tracePt t="4831" x="4051300" y="1854200"/>
          <p14:tracePt t="4848" x="4064000" y="1828800"/>
          <p14:tracePt t="4863" x="4076700" y="1803400"/>
          <p14:tracePt t="4880" x="4076700" y="1790700"/>
          <p14:tracePt t="4897" x="4089400" y="1771650"/>
          <p14:tracePt t="4914" x="4095750" y="1758950"/>
          <p14:tracePt t="4931" x="4102100" y="1746250"/>
          <p14:tracePt t="4947" x="4102100" y="1733550"/>
          <p14:tracePt t="4963" x="4108450" y="1720850"/>
          <p14:tracePt t="4980" x="4121150" y="1708150"/>
          <p14:tracePt t="4996" x="4127500" y="1701800"/>
          <p14:tracePt t="5013" x="4140200" y="1689100"/>
          <p14:tracePt t="5017" x="4140200" y="1682750"/>
          <p14:tracePt t="5030" x="4140200" y="1676400"/>
          <p14:tracePt t="5046" x="4152900" y="1670050"/>
          <p14:tracePt t="5064" x="4165600" y="1657350"/>
          <p14:tracePt t="5080" x="4165600" y="1651000"/>
          <p14:tracePt t="5096" x="4171950" y="1644650"/>
          <p14:tracePt t="5113" x="4184650" y="1631950"/>
          <p14:tracePt t="5129" x="4197350" y="1625600"/>
          <p14:tracePt t="5146" x="4203700" y="1619250"/>
          <p14:tracePt t="5163" x="4210050" y="1612900"/>
          <p14:tracePt t="5179" x="4222750" y="1600200"/>
          <p14:tracePt t="5196" x="4229100" y="1587500"/>
          <p14:tracePt t="5212" x="4241800" y="1587500"/>
          <p14:tracePt t="5229" x="4254500" y="1574800"/>
          <p14:tracePt t="5246" x="4260850" y="1568450"/>
          <p14:tracePt t="5262" x="4267200" y="1562100"/>
          <p14:tracePt t="5279" x="4267200" y="1555750"/>
          <p14:tracePt t="5296" x="4273550" y="1555750"/>
          <p14:tracePt t="5328" x="4273550" y="1549400"/>
          <p14:tracePt t="5359" x="4279900" y="1549400"/>
          <p14:tracePt t="5508" x="4273550" y="1555750"/>
          <p14:tracePt t="5514" x="4273550" y="1562100"/>
          <p14:tracePt t="5969" x="4260850" y="1562100"/>
          <p14:tracePt t="5977" x="4235450" y="1555750"/>
          <p14:tracePt t="5984" x="4216400" y="1555750"/>
          <p14:tracePt t="5993" x="4197350" y="1543050"/>
          <p14:tracePt t="6009" x="4152900" y="1530350"/>
          <p14:tracePt t="6026" x="4083050" y="1504950"/>
          <p14:tracePt t="6043" x="4057650" y="1492250"/>
          <p14:tracePt t="6060" x="4013200" y="1479550"/>
          <p14:tracePt t="6063" x="4000500" y="1473200"/>
          <p14:tracePt t="6076" x="3949700" y="1466850"/>
          <p14:tracePt t="6093" x="3911600" y="1460500"/>
          <p14:tracePt t="6110" x="3835400" y="1441450"/>
          <p14:tracePt t="6126" x="3759200" y="1454150"/>
          <p14:tracePt t="6142" x="3695700" y="1454150"/>
          <p14:tracePt t="6159" x="3587750" y="1441450"/>
          <p14:tracePt t="6176" x="3517900" y="1435100"/>
          <p14:tracePt t="6192" x="3448050" y="1422400"/>
          <p14:tracePt t="6209" x="3346450" y="1416050"/>
          <p14:tracePt t="6225" x="3289300" y="1416050"/>
          <p14:tracePt t="6243" x="3187700" y="1416050"/>
          <p14:tracePt t="6258" x="3124200" y="1428750"/>
          <p14:tracePt t="6275" x="3092450" y="1447800"/>
          <p14:tracePt t="6293" x="3041650" y="1460500"/>
          <p14:tracePt t="6309" x="3028950" y="1460500"/>
          <p14:tracePt t="6325" x="3003550" y="1466850"/>
          <p14:tracePt t="6342" x="2984500" y="1479550"/>
          <p14:tracePt t="6358" x="2971800" y="1485900"/>
          <p14:tracePt t="6375" x="2959100" y="1485900"/>
          <p14:tracePt t="6392" x="2927350" y="1492250"/>
          <p14:tracePt t="6408" x="2908300" y="1492250"/>
          <p14:tracePt t="6426" x="2876550" y="1498600"/>
          <p14:tracePt t="6441" x="2857500" y="1504950"/>
          <p14:tracePt t="6458" x="2844800" y="1504950"/>
          <p14:tracePt t="6475" x="2832100" y="1511300"/>
          <p14:tracePt t="6491" x="2825750" y="1511300"/>
          <p14:tracePt t="6508" x="2819400" y="1511300"/>
          <p14:tracePt t="6525" x="2813050" y="1511300"/>
          <p14:tracePt t="6541" x="2806700" y="1511300"/>
          <p14:tracePt t="6671" x="2819400" y="1511300"/>
          <p14:tracePt t="6678" x="2825750" y="1511300"/>
          <p14:tracePt t="6691" x="2832100" y="1511300"/>
          <p14:tracePt t="6707" x="2863850" y="1511300"/>
          <p14:tracePt t="6724" x="2908300" y="1511300"/>
          <p14:tracePt t="6741" x="2965450" y="1511300"/>
          <p14:tracePt t="6757" x="3009900" y="1504950"/>
          <p14:tracePt t="6773" x="3060700" y="1504950"/>
          <p14:tracePt t="6791" x="3117850" y="1504950"/>
          <p14:tracePt t="6807" x="3175000" y="1498600"/>
          <p14:tracePt t="6823" x="3225800" y="1492250"/>
          <p14:tracePt t="6840" x="3302000" y="1485900"/>
          <p14:tracePt t="6857" x="3352800" y="1485900"/>
          <p14:tracePt t="6873" x="3403600" y="1479550"/>
          <p14:tracePt t="6890" x="3454400" y="1466850"/>
          <p14:tracePt t="6906" x="3492500" y="1454150"/>
          <p14:tracePt t="6924" x="3530600" y="1447800"/>
          <p14:tracePt t="6940" x="3549650" y="1447800"/>
          <p14:tracePt t="6956" x="3568700" y="1441450"/>
          <p14:tracePt t="6973" x="3606800" y="1435100"/>
          <p14:tracePt t="6989" x="3619500" y="1428750"/>
          <p14:tracePt t="7006" x="3638550" y="1428750"/>
          <p14:tracePt t="7023" x="3670300" y="1422400"/>
          <p14:tracePt t="7039" x="3702050" y="1416050"/>
          <p14:tracePt t="7057" x="3752850" y="1409700"/>
          <p14:tracePt t="7073" x="3765550" y="1409700"/>
          <p14:tracePt t="7089" x="3810000" y="1397000"/>
          <p14:tracePt t="7106" x="3860800" y="1390650"/>
          <p14:tracePt t="7122" x="3886200" y="1390650"/>
          <p14:tracePt t="7139" x="3917950" y="1390650"/>
          <p14:tracePt t="7156" x="3949700" y="1384300"/>
          <p14:tracePt t="7172" x="3956050" y="1377950"/>
          <p14:tracePt t="7189" x="3975100" y="1371600"/>
          <p14:tracePt t="7205" x="3987800" y="1371600"/>
          <p14:tracePt t="7222" x="3994150" y="1371600"/>
          <p14:tracePt t="7239" x="4013200" y="1371600"/>
          <p14:tracePt t="7255" x="4019550" y="1371600"/>
          <p14:tracePt t="7289" x="4025900" y="1371600"/>
          <p14:tracePt t="7305" x="4038600" y="1371600"/>
          <p14:tracePt t="7322" x="4044950" y="1371600"/>
          <p14:tracePt t="7338" x="4057650" y="1377950"/>
          <p14:tracePt t="7355" x="4064000" y="1377950"/>
          <p14:tracePt t="7372" x="4076700" y="1377950"/>
          <p14:tracePt t="7388" x="4089400" y="1384300"/>
          <p14:tracePt t="7405" x="4095750" y="1384300"/>
          <p14:tracePt t="7422" x="4108450" y="1384300"/>
          <p14:tracePt t="7454" x="4121150" y="1384300"/>
          <p14:tracePt t="7472" x="4127500" y="1384300"/>
          <p14:tracePt t="8344" x="4127500" y="1390650"/>
          <p14:tracePt t="8352" x="4121150" y="1390650"/>
          <p14:tracePt t="8365" x="4114800" y="1403350"/>
          <p14:tracePt t="8372" x="4102100" y="1403350"/>
          <p14:tracePt t="8386" x="4095750" y="1403350"/>
          <p14:tracePt t="8401" x="4044950" y="1428750"/>
          <p14:tracePt t="8418" x="3994150" y="1460500"/>
          <p14:tracePt t="8435" x="3854450" y="1504950"/>
          <p14:tracePt t="8451" x="3727450" y="1549400"/>
          <p14:tracePt t="8468" x="3600450" y="1581150"/>
          <p14:tracePt t="8485" x="3422650" y="1606550"/>
          <p14:tracePt t="8501" x="3302000" y="1631950"/>
          <p14:tracePt t="8518" x="3181350" y="1670050"/>
          <p14:tracePt t="8534" x="3022600" y="1689100"/>
          <p14:tracePt t="8551" x="2927350" y="1708150"/>
          <p14:tracePt t="8568" x="2857500" y="1720850"/>
          <p14:tracePt t="8571" x="2832100" y="1727200"/>
          <p14:tracePt t="8585" x="2768600" y="1746250"/>
          <p14:tracePt t="8600" x="2730500" y="1758950"/>
          <p14:tracePt t="8618" x="2635250" y="1771650"/>
          <p14:tracePt t="8634" x="2584450" y="1790700"/>
          <p14:tracePt t="8650" x="2546350" y="1790700"/>
          <p14:tracePt t="8668" x="2476500" y="1797050"/>
          <p14:tracePt t="8684" x="2425700" y="1797050"/>
          <p14:tracePt t="8700" x="2381250" y="1797050"/>
          <p14:tracePt t="8717" x="2324100" y="1803400"/>
          <p14:tracePt t="8733" x="2292350" y="1803400"/>
          <p14:tracePt t="8751" x="2266950" y="1790700"/>
          <p14:tracePt t="8767" x="2228850" y="1790700"/>
          <p14:tracePt t="8784" x="2203450" y="1790700"/>
          <p14:tracePt t="8800" x="2184400" y="1797050"/>
          <p14:tracePt t="8816" x="2171700" y="1797050"/>
          <p14:tracePt t="8833" x="2165350" y="1797050"/>
          <p14:tracePt t="8850" x="2152650" y="1797050"/>
          <p14:tracePt t="8866" x="2139950" y="1797050"/>
          <p14:tracePt t="8884" x="2127250" y="1797050"/>
          <p14:tracePt t="8900" x="2114550" y="1797050"/>
          <p14:tracePt t="8916" x="2101850" y="1797050"/>
          <p14:tracePt t="8934" x="2076450" y="1797050"/>
          <p14:tracePt t="8949" x="2051050" y="1797050"/>
          <p14:tracePt t="8966" x="2012950" y="1797050"/>
          <p14:tracePt t="8983" x="1955800" y="1816100"/>
          <p14:tracePt t="9000" x="1911350" y="1828800"/>
          <p14:tracePt t="9016" x="1885950" y="1847850"/>
          <p14:tracePt t="9033" x="1847850" y="1854200"/>
          <p14:tracePt t="9049" x="1841500" y="1860550"/>
          <p14:tracePt t="9066" x="1835150" y="1860550"/>
          <p14:tracePt t="9069" x="1828800" y="1860550"/>
          <p14:tracePt t="9123" x="1835150" y="1860550"/>
          <p14:tracePt t="9144" x="1841500" y="1860550"/>
          <p14:tracePt t="9158" x="1847850" y="1860550"/>
          <p14:tracePt t="9168" x="1854200" y="1860550"/>
          <p14:tracePt t="9182" x="1873250" y="1860550"/>
          <p14:tracePt t="9198" x="1892300" y="1854200"/>
          <p14:tracePt t="9215" x="1936750" y="1835150"/>
          <p14:tracePt t="9231" x="1987550" y="1835150"/>
          <p14:tracePt t="9249" x="2070100" y="1816100"/>
          <p14:tracePt t="9264" x="2146300" y="1803400"/>
          <p14:tracePt t="9281" x="2216150" y="1784350"/>
          <p14:tracePt t="9299" x="2305050" y="1778000"/>
          <p14:tracePt t="9315" x="2349500" y="1778000"/>
          <p14:tracePt t="9331" x="2374900" y="1778000"/>
          <p14:tracePt t="9348" x="2393950" y="1778000"/>
          <p14:tracePt t="9365" x="2400300" y="1778000"/>
          <p14:tracePt t="9381" x="2406650" y="1778000"/>
          <p14:tracePt t="9398" x="2406650" y="1784350"/>
          <p14:tracePt t="9509" x="2413000" y="1790700"/>
          <p14:tracePt t="9649" x="2419350" y="1797050"/>
          <p14:tracePt t="9678" x="2425700" y="1803400"/>
          <p14:tracePt t="9691" x="2432050" y="1803400"/>
          <p14:tracePt t="9700" x="2438400" y="1809750"/>
          <p14:tracePt t="9713" x="2438400" y="1816100"/>
          <p14:tracePt t="9730" x="2444750" y="1816100"/>
          <p14:tracePt t="9750" x="2451100" y="1822450"/>
          <p14:tracePt t="9796" x="2451100" y="1828800"/>
          <p14:tracePt t="9818" x="2457450" y="1835150"/>
          <p14:tracePt t="9839" x="2463800" y="1835150"/>
          <p14:tracePt t="9860" x="2463800" y="1841500"/>
          <p14:tracePt t="9881" x="2470150" y="1841500"/>
          <p14:tracePt t="9909" x="2476500" y="1847850"/>
          <p14:tracePt t="9916" x="2476500" y="1854200"/>
          <p14:tracePt t="9937" x="2489200" y="1854200"/>
          <p14:tracePt t="9951" x="2489200" y="1860550"/>
          <p14:tracePt t="9962" x="2495550" y="1860550"/>
          <p14:tracePt t="9980" x="2527300" y="1866900"/>
          <p14:tracePt t="9996" x="2540000" y="1873250"/>
          <p14:tracePt t="10012" x="2590800" y="1885950"/>
          <p14:tracePt t="10029" x="2641600" y="1898650"/>
          <p14:tracePt t="10046" x="2673350" y="1905000"/>
          <p14:tracePt t="10063" x="2730500" y="1924050"/>
          <p14:tracePt t="10079" x="2800350" y="1936750"/>
          <p14:tracePt t="10095" x="2844800" y="1943100"/>
          <p14:tracePt t="10113" x="2927350" y="1962150"/>
          <p14:tracePt t="10129" x="2990850" y="1968500"/>
          <p14:tracePt t="10145" x="3035300" y="1968500"/>
          <p14:tracePt t="10162" x="3105150" y="1974850"/>
          <p14:tracePt t="10178" x="3130550" y="1987550"/>
          <p14:tracePt t="10195" x="3181350" y="2000250"/>
          <p14:tracePt t="10212" x="3238500" y="2006600"/>
          <p14:tracePt t="10228" x="3270250" y="2012950"/>
          <p14:tracePt t="10245" x="3340100" y="2019300"/>
          <p14:tracePt t="10261" x="3429000" y="2032000"/>
          <p14:tracePt t="10278" x="3486150" y="2038350"/>
          <p14:tracePt t="10295" x="3587750" y="2044700"/>
          <p14:tracePt t="10311" x="3683000" y="2057400"/>
          <p14:tracePt t="10328" x="3733800" y="2063750"/>
          <p14:tracePt t="10344" x="3841750" y="2063750"/>
          <p14:tracePt t="10361" x="3956050" y="2051050"/>
          <p14:tracePt t="10379" x="4013200" y="2044700"/>
          <p14:tracePt t="10394" x="4140200" y="2032000"/>
          <p14:tracePt t="10411" x="4279900" y="2032000"/>
          <p14:tracePt t="10428" x="4343400" y="2032000"/>
          <p14:tracePt t="10444" x="4451350" y="2038350"/>
          <p14:tracePt t="10461" x="4489450" y="2038350"/>
          <p14:tracePt t="10478" x="4597400" y="2038350"/>
          <p14:tracePt t="10494" x="4635500" y="2038350"/>
          <p14:tracePt t="10511" x="4686300" y="2025650"/>
          <p14:tracePt t="10527" x="4737100" y="2025650"/>
          <p14:tracePt t="10929" x="4794250" y="2019300"/>
          <p14:tracePt t="10942" x="4857750" y="2000250"/>
          <p14:tracePt t="10949" x="4946650" y="1981200"/>
          <p14:tracePt t="10963" x="5054600" y="1949450"/>
          <p14:tracePt t="10975" x="5156200" y="1917700"/>
          <p14:tracePt t="10993" x="5378450" y="1835150"/>
          <p14:tracePt t="11009" x="5486400" y="1790700"/>
          <p14:tracePt t="11026" x="5695950" y="1714500"/>
          <p14:tracePt t="11042" x="5867400" y="1657350"/>
          <p14:tracePt t="11058" x="5930900" y="1625600"/>
          <p14:tracePt t="11076" x="6070600" y="1581150"/>
          <p14:tracePt t="11092" x="6191250" y="1524000"/>
          <p14:tracePt t="11109" x="6261100" y="1479550"/>
          <p14:tracePt t="11126" x="6362700" y="1447800"/>
          <p14:tracePt t="11142" x="6470650" y="1397000"/>
          <p14:tracePt t="11158" x="6515100" y="1371600"/>
          <p14:tracePt t="11175" x="6604000" y="1320800"/>
          <p14:tracePt t="11192" x="6648450" y="1301750"/>
          <p14:tracePt t="11209" x="6788150" y="1238250"/>
          <p14:tracePt t="11225" x="6832600" y="1225550"/>
          <p14:tracePt t="11242" x="6877050" y="1206500"/>
          <p14:tracePt t="11258" x="6946900" y="1181100"/>
          <p14:tracePt t="11274" x="7035800" y="1155700"/>
          <p14:tracePt t="11291" x="7061200" y="1149350"/>
          <p14:tracePt t="11308" x="7124700" y="1123950"/>
          <p14:tracePt t="11324" x="7188200" y="1111250"/>
          <p14:tracePt t="11342" x="7226300" y="1092200"/>
          <p14:tracePt t="11358" x="7277100" y="1085850"/>
          <p14:tracePt t="11374" x="7315200" y="1079500"/>
          <p14:tracePt t="11393" x="7334250" y="1079500"/>
          <p14:tracePt t="11408" x="7340600" y="1079500"/>
          <p14:tracePt t="11424" x="7359650" y="1079500"/>
          <p14:tracePt t="11441" x="7359650" y="1085850"/>
          <p14:tracePt t="11802" x="7385050" y="1085850"/>
          <p14:tracePt t="11815" x="7429500" y="1085850"/>
          <p14:tracePt t="11823" x="7480300" y="1085850"/>
          <p14:tracePt t="11836" x="7524750" y="1079500"/>
          <p14:tracePt t="11843" x="7575550" y="1073150"/>
          <p14:tracePt t="11856" x="7613650" y="1073150"/>
          <p14:tracePt t="11873" x="7696200" y="1073150"/>
          <p14:tracePt t="11890" x="7727950" y="1073150"/>
          <p14:tracePt t="11907" x="7772400" y="1066800"/>
          <p14:tracePt t="11922" x="7816850" y="1066800"/>
          <p14:tracePt t="11939" x="7835900" y="1060450"/>
          <p14:tracePt t="11956" x="7880350" y="1054100"/>
          <p14:tracePt t="11972" x="7899400" y="1047750"/>
          <p14:tracePt t="11989" x="7931150" y="1035050"/>
          <p14:tracePt t="12006" x="7956550" y="1028700"/>
          <p14:tracePt t="12022" x="7969250" y="1022350"/>
          <p14:tracePt t="12039" x="7994650" y="1009650"/>
          <p14:tracePt t="12055" x="8013700" y="1003300"/>
          <p14:tracePt t="12072" x="8026400" y="1003300"/>
          <p14:tracePt t="12089" x="8039100" y="996950"/>
          <p14:tracePt t="12106" x="8039100" y="984250"/>
          <p14:tracePt t="12122" x="8045450" y="984250"/>
          <p14:tracePt t="12139" x="8058150" y="977900"/>
          <p14:tracePt t="12155" x="8064500" y="965200"/>
          <p14:tracePt t="12171" x="8070850" y="965200"/>
          <p14:tracePt t="12188" x="8077200" y="958850"/>
          <p14:tracePt t="12205" x="8089900" y="952500"/>
          <p14:tracePt t="12222" x="8115300" y="933450"/>
          <p14:tracePt t="12238" x="8134350" y="920750"/>
          <p14:tracePt t="12254" x="8153400" y="901700"/>
          <p14:tracePt t="12272" x="8223250" y="850900"/>
          <p14:tracePt t="12288" x="8255000" y="831850"/>
          <p14:tracePt t="12304" x="8274050" y="819150"/>
          <p14:tracePt t="12321" x="8305800" y="793750"/>
          <p14:tracePt t="12338" x="8324850" y="787400"/>
          <p14:tracePt t="12454" x="8331200" y="787400"/>
          <p14:tracePt t="12482" x="8337550" y="787400"/>
          <p14:tracePt t="12517" x="8343900" y="787400"/>
          <p14:tracePt t="12538" x="8350250" y="787400"/>
          <p14:tracePt t="12545" x="8356600" y="787400"/>
          <p14:tracePt t="12573" x="8369300" y="793750"/>
          <p14:tracePt t="12588" x="8382000" y="800100"/>
          <p14:tracePt t="12594" x="8394700" y="806450"/>
          <p14:tracePt t="12608" x="8420100" y="819150"/>
          <p14:tracePt t="12620" x="8432800" y="838200"/>
          <p14:tracePt t="12637" x="8483600" y="863600"/>
          <p14:tracePt t="12653" x="8515350" y="889000"/>
          <p14:tracePt t="12670" x="8572500" y="933450"/>
          <p14:tracePt t="12687" x="8642350" y="996950"/>
          <p14:tracePt t="12703" x="8674100" y="1009650"/>
          <p14:tracePt t="12720" x="8718550" y="1047750"/>
          <p14:tracePt t="12736" x="8750300" y="1073150"/>
          <p14:tracePt t="12753" x="8756650" y="1073150"/>
          <p14:tracePt t="12770" x="8769350" y="1092200"/>
          <p14:tracePt t="12786" x="8775700" y="1092200"/>
          <p14:tracePt t="12819" x="8775700" y="1098550"/>
          <p14:tracePt t="12835" x="8775700" y="1104900"/>
          <p14:tracePt t="12903" x="8775700" y="1111250"/>
          <p14:tracePt t="12959" x="8769350" y="1111250"/>
          <p14:tracePt t="12966" x="8763000" y="1111250"/>
          <p14:tracePt t="12994" x="8756650" y="1117600"/>
          <p14:tracePt t="13008" x="8750300" y="1123950"/>
          <p14:tracePt t="13015" x="8743950" y="1123950"/>
          <p14:tracePt t="13029" x="8731250" y="1130300"/>
          <p14:tracePt t="13038" x="8718550" y="1136650"/>
          <p14:tracePt t="13052" x="8699500" y="1155700"/>
          <p14:tracePt t="13068" x="8655050" y="1174750"/>
          <p14:tracePt t="13086" x="8623300" y="1200150"/>
          <p14:tracePt t="13102" x="8597900" y="1212850"/>
          <p14:tracePt t="13118" x="8578850" y="1231900"/>
          <p14:tracePt t="13135" x="8559800" y="1238250"/>
          <p14:tracePt t="13151" x="8559800" y="1244600"/>
          <p14:tracePt t="13168" x="8553450" y="1250950"/>
          <p14:tracePt t="13185" x="8553450" y="1263650"/>
          <p14:tracePt t="13201" x="8553450" y="1276350"/>
          <p14:tracePt t="13219" x="8559800" y="1289050"/>
          <p14:tracePt t="13234" x="8566150" y="1308100"/>
          <p14:tracePt t="13251" x="8572500" y="1327150"/>
          <p14:tracePt t="13268" x="8629650" y="1422400"/>
          <p14:tracePt t="13284" x="8648700" y="1441450"/>
          <p14:tracePt t="13301" x="8667750" y="1473200"/>
          <p14:tracePt t="13318" x="8712200" y="1543050"/>
          <p14:tracePt t="13334" x="8724900" y="1549400"/>
          <p14:tracePt t="13351" x="8731250" y="1562100"/>
          <p14:tracePt t="13415" x="8724900" y="1562100"/>
          <p14:tracePt t="13436" x="8718550" y="1562100"/>
          <p14:tracePt t="13457" x="8712200" y="1562100"/>
          <p14:tracePt t="13619" x="8712200" y="1555750"/>
          <p14:tracePt t="13717" x="8705850" y="1549400"/>
          <p14:tracePt t="13751" x="8699500" y="1543050"/>
          <p14:tracePt t="13767" x="8686800" y="1543050"/>
          <p14:tracePt t="13780" x="8680450" y="1536700"/>
          <p14:tracePt t="13786" x="8661400" y="1530350"/>
          <p14:tracePt t="13802" x="8623300" y="1524000"/>
          <p14:tracePt t="13816" x="8489950" y="1498600"/>
          <p14:tracePt t="13833" x="8401050" y="1473200"/>
          <p14:tracePt t="13851" x="8153400" y="1422400"/>
          <p14:tracePt t="13865" x="7994650" y="1397000"/>
          <p14:tracePt t="13882" x="7626350" y="1346200"/>
          <p14:tracePt t="13900" x="7251700" y="1320800"/>
          <p14:tracePt t="13915" x="7061200" y="1308100"/>
          <p14:tracePt t="13932" x="6692900" y="1308100"/>
          <p14:tracePt t="13950" x="6407150" y="1327150"/>
          <p14:tracePt t="13965" x="6273800" y="1339850"/>
          <p14:tracePt t="13982" x="6000750" y="1377950"/>
          <p14:tracePt t="13999" x="5765800" y="1435100"/>
          <p14:tracePt t="14015" x="5651500" y="1454150"/>
          <p14:tracePt t="14033" x="5435600" y="1517650"/>
          <p14:tracePt t="14049" x="5226050" y="1581150"/>
          <p14:tracePt t="14066" x="5130800" y="1612900"/>
          <p14:tracePt t="14082" x="5010150" y="1670050"/>
          <p14:tracePt t="14098" x="4927600" y="1727200"/>
          <p14:tracePt t="14115" x="4921250" y="1752600"/>
          <p14:tracePt t="14132" x="4914900" y="1771650"/>
          <p14:tracePt t="14542" x="4864100" y="1784350"/>
          <p14:tracePt t="14548" x="4806950" y="1803400"/>
          <p14:tracePt t="14564" x="4743450" y="1822450"/>
          <p14:tracePt t="14570" x="4686300" y="1841500"/>
          <p14:tracePt t="14580" x="4629150" y="1873250"/>
          <p14:tracePt t="14597" x="4591050" y="1885950"/>
          <p14:tracePt t="14613" x="4527550" y="1917700"/>
          <p14:tracePt t="14630" x="4495800" y="1943100"/>
          <p14:tracePt t="14647" x="4451350" y="1968500"/>
          <p14:tracePt t="14663" x="4451350" y="1974850"/>
          <p14:tracePt t="14680" x="4451350" y="1981200"/>
          <p14:tracePt t="14697" x="4451350" y="1987550"/>
          <p14:tracePt t="14809" x="4451350" y="1993900"/>
          <p14:tracePt t="14822" x="4457700" y="2000250"/>
          <p14:tracePt t="14831" x="4464050" y="2006600"/>
          <p14:tracePt t="14845" x="4476750" y="2019300"/>
          <p14:tracePt t="14862" x="4508500" y="2038350"/>
          <p14:tracePt t="14879" x="4572000" y="2063750"/>
          <p14:tracePt t="14896" x="4629150" y="2082800"/>
          <p14:tracePt t="14913" x="4679950" y="2101850"/>
          <p14:tracePt t="14929" x="4864100" y="2120900"/>
          <p14:tracePt t="14945" x="4921250" y="2114550"/>
          <p14:tracePt t="14963" x="5041900" y="2076450"/>
          <p14:tracePt t="14978" x="5111750" y="2025650"/>
          <p14:tracePt t="14995" x="5200650" y="1930400"/>
          <p14:tracePt t="15012" x="5257800" y="1835150"/>
          <p14:tracePt t="15028" x="5276850" y="1778000"/>
          <p14:tracePt t="15045" x="5283200" y="1727200"/>
          <p14:tracePt t="15062" x="5257800" y="1682750"/>
          <p14:tracePt t="15078" x="5226050" y="1651000"/>
          <p14:tracePt t="15095" x="5124450" y="1600200"/>
          <p14:tracePt t="15112" x="4965700" y="1549400"/>
          <p14:tracePt t="15128" x="4870450" y="1530350"/>
          <p14:tracePt t="15145" x="4629150" y="1530350"/>
          <p14:tracePt t="15161" x="4356100" y="1600200"/>
          <p14:tracePt t="15178" x="4254500" y="1638300"/>
          <p14:tracePt t="15182" x="4146550" y="1682750"/>
          <p14:tracePt t="15194" x="4064000" y="1733550"/>
          <p14:tracePt t="15211" x="3898900" y="1835150"/>
          <p14:tracePt t="15228" x="3841750" y="1873250"/>
          <p14:tracePt t="15244" x="3771900" y="1968500"/>
          <p14:tracePt t="15261" x="3746500" y="2012950"/>
          <p14:tracePt t="15279" x="3702050" y="2127250"/>
          <p14:tracePt t="15294" x="3695700" y="2152650"/>
          <p14:tracePt t="15311" x="3695700" y="2184400"/>
          <p14:tracePt t="15328" x="3708400" y="2254250"/>
          <p14:tracePt t="15344" x="3740150" y="2317750"/>
          <p14:tracePt t="15360" x="3765550" y="2349500"/>
          <p14:tracePt t="15377" x="3829050" y="2387600"/>
          <p14:tracePt t="16096" x="3778250" y="2381250"/>
          <p14:tracePt t="16102" x="3702050" y="2374900"/>
          <p14:tracePt t="16117" x="3600450" y="2374900"/>
          <p14:tracePt t="16125" x="3498850" y="2374900"/>
          <p14:tracePt t="16141" x="3397250" y="2374900"/>
          <p14:tracePt t="16158" x="3206750" y="2374900"/>
          <p14:tracePt t="16174" x="3060700" y="2387600"/>
          <p14:tracePt t="16191" x="2971800" y="2387600"/>
          <p14:tracePt t="16195" x="2895600" y="2406650"/>
          <p14:tracePt t="16208" x="2813050" y="2438400"/>
          <p14:tracePt t="16224" x="2692400" y="2463800"/>
          <p14:tracePt t="16241" x="2635250" y="2489200"/>
          <p14:tracePt t="16258" x="2578100" y="2520950"/>
          <p14:tracePt t="16274" x="2540000" y="2552700"/>
          <p14:tracePt t="16291" x="2527300" y="2559050"/>
          <p14:tracePt t="16307" x="2514600" y="2571750"/>
          <p14:tracePt t="16324" x="2501900" y="2584450"/>
          <p14:tracePt t="16341" x="2501900" y="2590800"/>
          <p14:tracePt t="16357" x="2495550" y="2597150"/>
          <p14:tracePt t="16374" x="2489200" y="2603500"/>
          <p14:tracePt t="16390" x="2476500" y="2635250"/>
          <p14:tracePt t="16407" x="2463800" y="2660650"/>
          <p14:tracePt t="16424" x="2457450" y="2686050"/>
          <p14:tracePt t="16440" x="2444750" y="2711450"/>
          <p14:tracePt t="16457" x="2438400" y="2743200"/>
          <p14:tracePt t="16473" x="2432050" y="2749550"/>
          <p14:tracePt t="16490" x="2432050" y="2762250"/>
          <p14:tracePt t="16507" x="2425700" y="2774950"/>
          <p14:tracePt t="16524" x="2419350" y="2781300"/>
          <p14:tracePt t="16566" x="2419350" y="2787650"/>
          <p14:tracePt t="16727" x="2419350" y="2781300"/>
          <p14:tracePt t="16734" x="2419350" y="2774950"/>
          <p14:tracePt t="16742" x="2413000" y="2768600"/>
          <p14:tracePt t="16759" x="2400300" y="2762250"/>
          <p14:tracePt t="16772" x="2387600" y="2749550"/>
          <p14:tracePt t="16789" x="2343150" y="2724150"/>
          <p14:tracePt t="16806" x="2266950" y="2673350"/>
          <p14:tracePt t="16822" x="2222500" y="2641600"/>
          <p14:tracePt t="16840" x="2133600" y="2578100"/>
          <p14:tracePt t="16855" x="2032000" y="2514600"/>
          <p14:tracePt t="16872" x="1987550" y="2501900"/>
          <p14:tracePt t="16889" x="1898650" y="2457450"/>
          <p14:tracePt t="16905" x="1828800" y="2419350"/>
          <p14:tracePt t="16922" x="1803400" y="2413000"/>
          <p14:tracePt t="16938" x="1765300" y="2400300"/>
          <p14:tracePt t="16955" x="1746250" y="2387600"/>
          <p14:tracePt t="16972" x="1739900" y="2387600"/>
          <p14:tracePt t="16988" x="1733550" y="2387600"/>
          <p14:tracePt t="17004" x="1727200" y="2387600"/>
          <p14:tracePt t="17162" x="1727200" y="2381250"/>
          <p14:tracePt t="17176" x="1733550" y="2381250"/>
          <p14:tracePt t="17184" x="1733550" y="2374900"/>
          <p14:tracePt t="17198" x="1733550" y="2368550"/>
          <p14:tracePt t="17207" x="1733550" y="2362200"/>
          <p14:tracePt t="17220" x="1739900" y="2355850"/>
          <p14:tracePt t="17237" x="1739900" y="2349500"/>
          <p14:tracePt t="17255" x="1746250" y="2343150"/>
          <p14:tracePt t="17275" x="1746250" y="2330450"/>
          <p14:tracePt t="17290" x="1746250" y="2324100"/>
          <p14:tracePt t="17303" x="1746250" y="2305050"/>
          <p14:tracePt t="17320" x="1752600" y="2292350"/>
          <p14:tracePt t="17338" x="1758950" y="2273300"/>
          <p14:tracePt t="17354" x="1765300" y="2273300"/>
          <p14:tracePt t="17371" x="1771650" y="2260600"/>
          <p14:tracePt t="17387" x="1771650" y="2247900"/>
          <p14:tracePt t="17403" x="1778000" y="2247900"/>
          <p14:tracePt t="17437" x="1778000" y="2241550"/>
          <p14:tracePt t="17464" x="1784350" y="2241550"/>
          <p14:tracePt t="17485" x="1790700" y="2235200"/>
          <p14:tracePt t="17506" x="1790700" y="2228850"/>
          <p14:tracePt t="17513" x="1797050" y="2222500"/>
          <p14:tracePt t="17534" x="1797050" y="2216150"/>
          <p14:tracePt t="17555" x="1803400" y="2209800"/>
          <p14:tracePt t="17576" x="1809750" y="2203450"/>
          <p14:tracePt t="17583" x="1816100" y="2203450"/>
          <p14:tracePt t="17604" x="1822450" y="2203450"/>
          <p14:tracePt t="17625" x="1828800" y="2197100"/>
          <p14:tracePt t="17639" x="1835150" y="2197100"/>
          <p14:tracePt t="17646" x="1835150" y="2190750"/>
          <p14:tracePt t="17675" x="1835150" y="2184400"/>
          <p14:tracePt t="17696" x="1841500" y="2184400"/>
          <p14:tracePt t="17717" x="1847850" y="2178050"/>
          <p14:tracePt t="17724" x="1854200" y="2178050"/>
          <p14:tracePt t="17759" x="1854200" y="2171700"/>
          <p14:tracePt t="17765" x="1860550" y="2165350"/>
          <p14:tracePt t="17787" x="1866900" y="2165350"/>
          <p14:tracePt t="17815" x="1873250" y="2165350"/>
          <p14:tracePt t="17829" x="1879600" y="2159000"/>
          <p14:tracePt t="17838" x="1885950" y="2159000"/>
          <p14:tracePt t="17851" x="1898650" y="2152650"/>
          <p14:tracePt t="17868" x="1905000" y="2152650"/>
          <p14:tracePt t="17886" x="1955800" y="2133600"/>
          <p14:tracePt t="17902" x="1974850" y="2127250"/>
          <p14:tracePt t="17919" x="2000250" y="2114550"/>
          <p14:tracePt t="17935" x="2051050" y="2101850"/>
          <p14:tracePt t="17952" x="2089150" y="2089150"/>
          <p14:tracePt t="17969" x="2120900" y="2082800"/>
          <p14:tracePt t="17985" x="2146300" y="2076450"/>
          <p14:tracePt t="18002" x="2178050" y="2076450"/>
          <p14:tracePt t="18019" x="2216150" y="2076450"/>
          <p14:tracePt t="18035" x="2235200" y="2076450"/>
          <p14:tracePt t="18051" x="2273300" y="2070100"/>
          <p14:tracePt t="18068" x="2292350" y="2070100"/>
          <p14:tracePt t="18084" x="2305050" y="2070100"/>
          <p14:tracePt t="18101" x="2324100" y="2063750"/>
          <p14:tracePt t="18118" x="2343150" y="2057400"/>
          <p14:tracePt t="18134" x="2349500" y="2057400"/>
          <p14:tracePt t="18152" x="2355850" y="2057400"/>
          <p14:tracePt t="18168" x="2362200" y="2057400"/>
          <p14:tracePt t="18229" x="2368550" y="2057400"/>
          <p14:tracePt t="18250" x="2374900" y="2063750"/>
          <p14:tracePt t="18257" x="2387600" y="2063750"/>
          <p14:tracePt t="18271" x="2393950" y="2063750"/>
          <p14:tracePt t="18283" x="2413000" y="2063750"/>
          <p14:tracePt t="18300" x="2457450" y="2076450"/>
          <p14:tracePt t="18317" x="2501900" y="2082800"/>
          <p14:tracePt t="18334" x="2571750" y="2095500"/>
          <p14:tracePt t="18350" x="2641600" y="2114550"/>
          <p14:tracePt t="18367" x="2660650" y="2114550"/>
          <p14:tracePt t="18384" x="2698750" y="2127250"/>
          <p14:tracePt t="18400" x="2717800" y="2127250"/>
          <p14:tracePt t="18417" x="2717800" y="2133600"/>
          <p14:tracePt t="18461" x="2717800" y="2139950"/>
          <p14:tracePt t="18517" x="2711450" y="2139950"/>
          <p14:tracePt t="18538" x="2705100" y="2139950"/>
          <p14:tracePt t="18559" x="2698750" y="2146300"/>
          <p14:tracePt t="18580" x="2692400" y="2146300"/>
          <p14:tracePt t="18587" x="2686050" y="2146300"/>
          <p14:tracePt t="18629" x="2686050" y="2152650"/>
          <p14:tracePt t="18650" x="2679700" y="2152650"/>
          <p14:tracePt t="18657" x="2673350" y="2159000"/>
          <p14:tracePt t="18699" x="2667000" y="2165350"/>
          <p14:tracePt t="18720" x="2660650" y="2165350"/>
          <p14:tracePt t="18762" x="2647950" y="2171700"/>
          <p14:tracePt t="18790" x="2641600" y="2178050"/>
          <p14:tracePt t="18818" x="2635250" y="2184400"/>
          <p14:tracePt t="18833" x="2628900" y="2184400"/>
          <p14:tracePt t="18839" x="2622550" y="2184400"/>
          <p14:tracePt t="18860" x="2616200" y="2184400"/>
          <p14:tracePt t="18868" x="2609850" y="2190750"/>
          <p14:tracePt t="18889" x="2603500" y="2190750"/>
          <p14:tracePt t="18910" x="2603500" y="2197100"/>
          <p14:tracePt t="18930" x="2597150" y="2197100"/>
          <p14:tracePt t="18937" x="2597150" y="2203450"/>
          <p14:tracePt t="18959" x="2590800" y="2203450"/>
          <p14:tracePt t="18994" x="2584450" y="2203450"/>
          <p14:tracePt t="19007" x="2578100" y="2203450"/>
          <p14:tracePt t="19043" x="2578100" y="2209800"/>
          <p14:tracePt t="19050" x="2571750" y="2209800"/>
          <p14:tracePt t="19071" x="2565400" y="2209800"/>
          <p14:tracePt t="19141" x="2559050" y="2209800"/>
          <p14:tracePt t="19169" x="2552700" y="2209800"/>
          <p14:tracePt t="19191" x="2546350" y="2209800"/>
          <p14:tracePt t="19211" x="2540000" y="2209800"/>
          <p14:tracePt t="19253" x="2533650" y="2209800"/>
          <p14:tracePt t="19345" x="2533650" y="2216150"/>
          <p14:tracePt t="19358" x="2527300" y="2222500"/>
          <p14:tracePt t="19373" x="2520950" y="2222500"/>
          <p14:tracePt t="19382" x="2514600" y="2222500"/>
          <p14:tracePt t="19396" x="2501900" y="2222500"/>
          <p14:tracePt t="19413" x="2495550" y="2228850"/>
          <p14:tracePt t="19430" x="2451100" y="2241550"/>
          <p14:tracePt t="19446" x="2432050" y="2254250"/>
          <p14:tracePt t="19464" x="2362200" y="2260600"/>
          <p14:tracePt t="19480" x="2324100" y="2260600"/>
          <p14:tracePt t="19496" x="2247900" y="2266950"/>
          <p14:tracePt t="19513" x="2152650" y="2254250"/>
          <p14:tracePt t="19529" x="2108200" y="2247900"/>
          <p14:tracePt t="19546" x="2025650" y="2222500"/>
          <p14:tracePt t="19563" x="1943100" y="2203450"/>
          <p14:tracePt t="19579" x="1911350" y="2197100"/>
          <p14:tracePt t="19596" x="1854200" y="2184400"/>
          <p14:tracePt t="19612" x="1803400" y="2171700"/>
          <p14:tracePt t="19629" x="1784350" y="2165350"/>
          <p14:tracePt t="19647" x="1758950" y="2152650"/>
          <p14:tracePt t="19662" x="1746250" y="2139950"/>
          <p14:tracePt t="19731" x="1746250" y="2133600"/>
          <p14:tracePt t="19744" x="1746250" y="2127250"/>
          <p14:tracePt t="19752" x="1758950" y="2127250"/>
          <p14:tracePt t="19762" x="1771650" y="2120900"/>
          <p14:tracePt t="19779" x="1784350" y="2120900"/>
          <p14:tracePt t="19795" x="1828800" y="2108200"/>
          <p14:tracePt t="19812" x="1860550" y="2089150"/>
          <p14:tracePt t="19829" x="1955800" y="2076450"/>
          <p14:tracePt t="19846" x="2089150" y="2057400"/>
          <p14:tracePt t="19862" x="2152650" y="2044700"/>
          <p14:tracePt t="19878" x="2298700" y="2019300"/>
          <p14:tracePt t="19895" x="2432050" y="1987550"/>
          <p14:tracePt t="19911" x="2495550" y="1968500"/>
          <p14:tracePt t="19928" x="2616200" y="1943100"/>
          <p14:tracePt t="19945" x="2711450" y="1924050"/>
          <p14:tracePt t="19963" x="2781300" y="1911350"/>
          <p14:tracePt t="19978" x="2813050" y="1911350"/>
          <p14:tracePt t="19994" x="2844800" y="1911350"/>
          <p14:tracePt t="20011" x="2857500" y="1911350"/>
          <p14:tracePt t="20028" x="2863850" y="1917700"/>
          <p14:tracePt t="20082" x="2863850" y="1924050"/>
          <p14:tracePt t="20103" x="2857500" y="1924050"/>
          <p14:tracePt t="20116" x="2851150" y="1924050"/>
          <p14:tracePt t="20123" x="2851150" y="1930400"/>
          <p14:tracePt t="20131" x="2844800" y="1930400"/>
          <p14:tracePt t="20147" x="2838450" y="1936750"/>
          <p14:tracePt t="20162" x="2832100" y="1936750"/>
          <p14:tracePt t="20177" x="2825750" y="1943100"/>
          <p14:tracePt t="20194" x="2813050" y="1949450"/>
          <p14:tracePt t="20211" x="2806700" y="1949450"/>
          <p14:tracePt t="20227" x="2768600" y="1962150"/>
          <p14:tracePt t="20244" x="2711450" y="1974850"/>
          <p14:tracePt t="20261" x="2679700" y="1981200"/>
          <p14:tracePt t="20278" x="2584450" y="2006600"/>
          <p14:tracePt t="20293" x="2508250" y="2019300"/>
          <p14:tracePt t="20310" x="2463800" y="2025650"/>
          <p14:tracePt t="20327" x="2413000" y="2025650"/>
          <p14:tracePt t="20343" x="2374900" y="2025650"/>
          <p14:tracePt t="20360" x="2362200" y="2025650"/>
          <p14:tracePt t="20377" x="2349500" y="2025650"/>
          <p14:tracePt t="20427" x="2343150" y="2025650"/>
          <p14:tracePt t="20475" x="2349500" y="2025650"/>
          <p14:tracePt t="20482" x="2355850" y="2025650"/>
          <p14:tracePt t="20496" x="2362200" y="2025650"/>
          <p14:tracePt t="20510" x="2368550" y="2025650"/>
          <p14:tracePt t="20526" x="2381250" y="2032000"/>
          <p14:tracePt t="20542" x="2393950" y="2032000"/>
          <p14:tracePt t="20559" x="2451100" y="2032000"/>
          <p14:tracePt t="20576" x="2533650" y="2038350"/>
          <p14:tracePt t="20594" x="2647950" y="2051050"/>
          <p14:tracePt t="20609" x="2692400" y="2057400"/>
          <p14:tracePt t="20626" x="2794000" y="2063750"/>
          <p14:tracePt t="20643" x="2863850" y="2076450"/>
          <p14:tracePt t="20659" x="2895600" y="2082800"/>
          <p14:tracePt t="20676" x="2914650" y="2095500"/>
          <p14:tracePt t="20693" x="2971800" y="2114550"/>
          <p14:tracePt t="20710" x="2984500" y="2114550"/>
          <p14:tracePt t="20713" x="2997200" y="2120900"/>
          <p14:tracePt t="20729" x="3003550" y="2127250"/>
          <p14:tracePt t="20748" x="3003550" y="2133600"/>
          <p14:tracePt t="20758" x="3009900" y="2133600"/>
          <p14:tracePt t="20818" x="3009900" y="2139950"/>
          <p14:tracePt t="20826" x="3009900" y="2146300"/>
          <p14:tracePt t="20832" x="3009900" y="2159000"/>
          <p14:tracePt t="23171" x="3022600" y="2197100"/>
          <p14:tracePt t="23178" x="3073400" y="2241550"/>
          <p14:tracePt t="23192" x="3130550" y="2305050"/>
          <p14:tracePt t="23200" x="3187700" y="2362200"/>
          <p14:tracePt t="23216" x="3270250" y="2413000"/>
          <p14:tracePt t="23234" x="3435350" y="2501900"/>
          <p14:tracePt t="23250" x="3606800" y="2584450"/>
          <p14:tracePt t="23267" x="3689350" y="2616200"/>
          <p14:tracePt t="23284" x="3860800" y="2654300"/>
          <p14:tracePt t="23300" x="3924300" y="2673350"/>
          <p14:tracePt t="23316" x="4070350" y="2692400"/>
          <p14:tracePt t="23333" x="4178300" y="2686050"/>
          <p14:tracePt t="23350" x="4216400" y="2673350"/>
          <p14:tracePt t="23366" x="4286250" y="2660650"/>
          <p14:tracePt t="23382" x="4343400" y="2654300"/>
          <p14:tracePt t="23399" x="4375150" y="2654300"/>
          <p14:tracePt t="23416" x="4432300" y="2654300"/>
          <p14:tracePt t="23433" x="4502150" y="2654300"/>
          <p14:tracePt t="23449" x="4521200" y="2654300"/>
          <p14:tracePt t="23466" x="4578350" y="2654300"/>
          <p14:tracePt t="23482" x="4610100" y="2654300"/>
          <p14:tracePt t="23499" x="4616450" y="2654300"/>
          <p14:tracePt t="23564" x="4610100" y="2654300"/>
          <p14:tracePt t="23571" x="4597400" y="2654300"/>
          <p14:tracePt t="23592" x="4591050" y="2654300"/>
          <p14:tracePt t="23602" x="4584700" y="2647950"/>
          <p14:tracePt t="23615" x="4584700" y="2641600"/>
          <p14:tracePt t="24530" x="4584700" y="2647950"/>
          <p14:tracePt t="24547" x="4584700" y="2667000"/>
          <p14:tracePt t="24563" x="4584700" y="2679700"/>
          <p14:tracePt t="24581" x="4584700" y="2692400"/>
          <p14:tracePt t="24597" x="4584700" y="2698750"/>
          <p14:tracePt t="24614" x="4584700" y="2711450"/>
          <p14:tracePt t="24662" x="4584700" y="2717800"/>
          <p14:tracePt t="24679" x="4584700" y="2724150"/>
          <p14:tracePt t="24696" x="4584700" y="2749550"/>
          <p14:tracePt t="24713" x="4584700" y="2768600"/>
          <p14:tracePt t="24729" x="4578350" y="2800350"/>
          <p14:tracePt t="24747" x="4572000" y="2844800"/>
          <p14:tracePt t="24763" x="4565650" y="2863850"/>
          <p14:tracePt t="24779" x="4559300" y="2914650"/>
          <p14:tracePt t="24797" x="4552950" y="2946400"/>
          <p14:tracePt t="24812" x="4546600" y="2959100"/>
          <p14:tracePt t="24830" x="4546600" y="2978150"/>
          <p14:tracePt t="24846" x="4540250" y="2990850"/>
          <p14:tracePt t="24862" x="4533900" y="2990850"/>
          <p14:tracePt t="24879" x="4533900" y="2997200"/>
          <p14:tracePt t="24896" x="4533900" y="3003550"/>
          <p14:tracePt t="24930" x="4527550" y="3009900"/>
          <p14:tracePt t="24944" x="4521200" y="3016250"/>
          <p14:tracePt t="24979" x="4521200" y="3022600"/>
          <p14:tracePt t="25068" x="4521200" y="3028950"/>
          <p14:tracePt t="25152" x="4527550" y="3028950"/>
          <p14:tracePt t="25279" x="4533900" y="3028950"/>
          <p14:tracePt t="25744" x="4540250" y="3028950"/>
          <p14:tracePt t="25775" x="4546600" y="3028950"/>
          <p14:tracePt t="25826" x="4552950" y="3028950"/>
          <p14:tracePt t="25892" x="4559300" y="3028950"/>
          <p14:tracePt t="25907" x="4565650" y="3028950"/>
          <p14:tracePt t="25927" x="4572000" y="3028950"/>
          <p14:tracePt t="25940" x="4578350" y="3028950"/>
          <p14:tracePt t="25957" x="4584700" y="3028950"/>
          <p14:tracePt t="25974" x="4603750" y="3035300"/>
          <p14:tracePt t="25990" x="4648200" y="3041650"/>
          <p14:tracePt t="26007" x="4673600" y="3041650"/>
          <p14:tracePt t="26024" x="4756150" y="3060700"/>
          <p14:tracePt t="26040" x="4838700" y="3067050"/>
          <p14:tracePt t="26057" x="4889500" y="3079750"/>
          <p14:tracePt t="26073" x="5022850" y="3086100"/>
          <p14:tracePt t="26090" x="5162550" y="3098800"/>
          <p14:tracePt t="26107" x="5302250" y="3092450"/>
          <p14:tracePt t="26123" x="5365750" y="3092450"/>
          <p14:tracePt t="26140" x="5499100" y="3092450"/>
          <p14:tracePt t="26157" x="5600700" y="3092450"/>
          <p14:tracePt t="26173" x="5638800" y="3092450"/>
          <p14:tracePt t="26191" x="5734050" y="3098800"/>
          <p14:tracePt t="26207" x="5810250" y="3105150"/>
          <p14:tracePt t="26223" x="5848350" y="3105150"/>
          <p14:tracePt t="26240" x="5918200" y="3111500"/>
          <p14:tracePt t="26256" x="5943600" y="3111500"/>
          <p14:tracePt t="26273" x="5981700" y="3124200"/>
          <p14:tracePt t="26290" x="6026150" y="3143250"/>
          <p14:tracePt t="26306" x="6038850" y="3143250"/>
          <p14:tracePt t="26323" x="6070600" y="3155950"/>
          <p14:tracePt t="26339" x="6127750" y="3149600"/>
          <p14:tracePt t="26356" x="6159500" y="3143250"/>
          <p14:tracePt t="26736" x="6210300" y="3136900"/>
          <p14:tracePt t="26750" x="6267450" y="3117850"/>
          <p14:tracePt t="26758" x="6330950" y="3098800"/>
          <p14:tracePt t="26774" x="6400800" y="3079750"/>
          <p14:tracePt t="26787" x="6464300" y="3060700"/>
          <p14:tracePt t="26804" x="6604000" y="3022600"/>
          <p14:tracePt t="26821" x="6699250" y="2984500"/>
          <p14:tracePt t="26838" x="6743700" y="2971800"/>
          <p14:tracePt t="26856" x="6800850" y="2952750"/>
          <p14:tracePt t="26870" x="6845300" y="2933700"/>
          <p14:tracePt t="26887" x="6864350" y="2927350"/>
          <p14:tracePt t="26905" x="6896100" y="2927350"/>
          <p14:tracePt t="26920" x="6921500" y="2921000"/>
          <p14:tracePt t="26937" x="6934200" y="2921000"/>
          <p14:tracePt t="26954" x="6953250" y="2914650"/>
          <p14:tracePt t="26970" x="6965950" y="2914650"/>
          <p14:tracePt t="27003" x="6978650" y="2914650"/>
          <p14:tracePt t="27020" x="6991350" y="2914650"/>
          <p14:tracePt t="27038" x="7004050" y="2921000"/>
          <p14:tracePt t="27054" x="7010400" y="2921000"/>
          <p14:tracePt t="27071" x="7016750" y="2921000"/>
          <p14:tracePt t="27087" x="7029450" y="2927350"/>
          <p14:tracePt t="27103" x="7035800" y="2927350"/>
          <p14:tracePt t="27120" x="7042150" y="2927350"/>
          <p14:tracePt t="27136" x="7048500" y="2927350"/>
          <p14:tracePt t="27153" x="7054850" y="2927350"/>
          <p14:tracePt t="27187" x="7061200" y="2927350"/>
          <p14:tracePt t="27203" x="7073900" y="2933700"/>
          <p14:tracePt t="27220" x="7086600" y="2933700"/>
          <p14:tracePt t="27253" x="7092950" y="2940050"/>
          <p14:tracePt t="27270" x="7105650" y="2940050"/>
          <p14:tracePt t="27286" x="7112000" y="2946400"/>
          <p14:tracePt t="27290" x="7118350" y="2946400"/>
          <p14:tracePt t="27312" x="7124700" y="2952750"/>
          <p14:tracePt t="27320" x="7131050" y="2952750"/>
          <p14:tracePt t="27354" x="7137400" y="2952750"/>
          <p14:tracePt t="27403" x="7143750" y="2959100"/>
          <p14:tracePt t="29816" x="7131050" y="2971800"/>
          <p14:tracePt t="29822" x="7099300" y="2984500"/>
          <p14:tracePt t="29836" x="7067550" y="3009900"/>
          <p14:tracePt t="29846" x="7048500" y="3028950"/>
          <p14:tracePt t="29860" x="7016750" y="3048000"/>
          <p14:tracePt t="29877" x="6978650" y="3079750"/>
          <p14:tracePt t="29894" x="6858000" y="3181350"/>
          <p14:tracePt t="29910" x="6807200" y="3219450"/>
          <p14:tracePt t="29927" x="6699250" y="3282950"/>
          <p14:tracePt t="29943" x="6642100" y="3321050"/>
          <p14:tracePt t="29960" x="6565900" y="3352800"/>
          <p14:tracePt t="29977" x="6527800" y="3378200"/>
          <p14:tracePt t="30010" x="6521450" y="3384550"/>
          <p14:tracePt t="30103" x="6515100" y="3384550"/>
          <p14:tracePt t="30138" x="6508750" y="3384550"/>
          <p14:tracePt t="30173" x="6502400" y="3384550"/>
          <p14:tracePt t="30195" x="6489700" y="3390900"/>
          <p14:tracePt t="30216" x="6483350" y="3390900"/>
          <p14:tracePt t="30237" x="6470650" y="3397250"/>
          <p14:tracePt t="30244" x="6457950" y="3403600"/>
          <p14:tracePt t="30258" x="6445250" y="3409950"/>
          <p14:tracePt t="30265" x="6413500" y="3409950"/>
          <p14:tracePt t="30279" x="6375400" y="3416300"/>
          <p14:tracePt t="30293" x="6254750" y="3435350"/>
          <p14:tracePt t="30309" x="6178550" y="3435350"/>
          <p14:tracePt t="30325" x="6089650" y="3435350"/>
          <p14:tracePt t="30343" x="5873750" y="3448050"/>
          <p14:tracePt t="30359" x="5670550" y="3448050"/>
          <p14:tracePt t="30376" x="5556250" y="3441700"/>
          <p14:tracePt t="30392" x="5353050" y="3441700"/>
          <p14:tracePt t="30408" x="5187950" y="3441700"/>
          <p14:tracePt t="30426" x="5073650" y="3441700"/>
          <p14:tracePt t="30442" x="5035550" y="3441700"/>
          <p14:tracePt t="30458" x="4997450" y="3441700"/>
          <p14:tracePt t="30475" x="4978400" y="3441700"/>
          <p14:tracePt t="30491" x="4972050" y="3441700"/>
          <p14:tracePt t="30508" x="4965700" y="3441700"/>
          <p14:tracePt t="30553" x="4965700" y="3435350"/>
          <p14:tracePt t="30588" x="4959350" y="3429000"/>
          <p14:tracePt t="30594" x="4959350" y="3416300"/>
          <p14:tracePt t="31127" x="4965700" y="3416300"/>
          <p14:tracePt t="31141" x="4997450" y="3416300"/>
          <p14:tracePt t="31148" x="5022850" y="3416300"/>
          <p14:tracePt t="31162" x="5060950" y="3416300"/>
          <p14:tracePt t="31172" x="5111750" y="3416300"/>
          <p14:tracePt t="31190" x="5162550" y="3416300"/>
          <p14:tracePt t="31206" x="5321300" y="3416300"/>
          <p14:tracePt t="31222" x="5486400" y="3416300"/>
          <p14:tracePt t="31239" x="5626100" y="3390900"/>
          <p14:tracePt t="31255" x="5670550" y="3384550"/>
          <p14:tracePt t="31272" x="5753100" y="3371850"/>
          <p14:tracePt t="31289" x="5797550" y="3352800"/>
          <p14:tracePt t="31306" x="5816600" y="3352800"/>
          <p14:tracePt t="31323" x="5835650" y="3346450"/>
          <p14:tracePt t="31339" x="5842000" y="3346450"/>
          <p14:tracePt t="31428" x="5835650" y="3346450"/>
          <p14:tracePt t="31443" x="5829300" y="3346450"/>
          <p14:tracePt t="31450" x="5822950" y="3346450"/>
          <p14:tracePt t="31458" x="5816600" y="3346450"/>
          <p14:tracePt t="31472" x="5803900" y="3346450"/>
          <p14:tracePt t="31488" x="5797550" y="3346450"/>
          <p14:tracePt t="31505" x="5759450" y="3346450"/>
          <p14:tracePt t="31521" x="5695950" y="3346450"/>
          <p14:tracePt t="31538" x="5645150" y="3346450"/>
          <p14:tracePt t="31555" x="5530850" y="3346450"/>
          <p14:tracePt t="31571" x="5410200" y="3359150"/>
          <p14:tracePt t="31588" x="5372100" y="3359150"/>
          <p14:tracePt t="31605" x="5302250" y="3359150"/>
          <p14:tracePt t="31621" x="5270500" y="3359150"/>
          <p14:tracePt t="31639" x="5257800" y="3359150"/>
          <p14:tracePt t="31654" x="5251450" y="3359150"/>
          <p14:tracePt t="31702" x="5245100" y="3359150"/>
          <p14:tracePt t="31920" x="5245100" y="3365500"/>
          <p14:tracePt t="31948" x="5251450" y="3365500"/>
          <p14:tracePt t="31983" x="5257800" y="3365500"/>
          <p14:tracePt t="31990" x="5264150" y="3365500"/>
          <p14:tracePt t="32006" x="5270500" y="3365500"/>
          <p14:tracePt t="32019" x="5276850" y="3371850"/>
          <p14:tracePt t="32036" x="5289550" y="3371850"/>
          <p14:tracePt t="32053" x="5340350" y="3371850"/>
          <p14:tracePt t="32069" x="5378450" y="3371850"/>
          <p14:tracePt t="32086" x="5505450" y="3371850"/>
          <p14:tracePt t="32103" x="5645150" y="3384550"/>
          <p14:tracePt t="32119" x="5715000" y="3384550"/>
          <p14:tracePt t="32136" x="5842000" y="3390900"/>
          <p14:tracePt t="32152" x="5943600" y="3403600"/>
          <p14:tracePt t="32169" x="5975350" y="3403600"/>
          <p14:tracePt t="32186" x="6032500" y="3403600"/>
          <p14:tracePt t="32202" x="6064250" y="3409950"/>
          <p14:tracePt t="32219" x="6070600" y="3409950"/>
          <p14:tracePt t="32236" x="6083300" y="3409950"/>
          <p14:tracePt t="32252" x="6089650" y="3409950"/>
          <p14:tracePt t="32369" x="6083300" y="3409950"/>
          <p14:tracePt t="32390" x="6076950" y="3409950"/>
          <p14:tracePt t="32754" x="6089650" y="3403600"/>
          <p14:tracePt t="32761" x="6115050" y="3384550"/>
          <p14:tracePt t="32775" x="6140450" y="3371850"/>
          <p14:tracePt t="32783" x="6172200" y="3359150"/>
          <p14:tracePt t="32800" x="6203950" y="3340100"/>
          <p14:tracePt t="32817" x="6299200" y="3270250"/>
          <p14:tracePt t="32833" x="6381750" y="3175000"/>
          <p14:tracePt t="32850" x="6426200" y="3130550"/>
          <p14:tracePt t="32867" x="6521450" y="3022600"/>
          <p14:tracePt t="32883" x="6610350" y="2895600"/>
          <p14:tracePt t="32899" x="6648450" y="2851150"/>
          <p14:tracePt t="32917" x="6705600" y="2794000"/>
          <p14:tracePt t="32933" x="6718300" y="2781300"/>
          <p14:tracePt t="32949" x="6743700" y="2749550"/>
          <p14:tracePt t="32966" x="6762750" y="2736850"/>
          <p14:tracePt t="32983" x="6775450" y="2730500"/>
          <p14:tracePt t="33000" x="6788150" y="2730500"/>
          <p14:tracePt t="33016" x="6794500" y="2730500"/>
          <p14:tracePt t="33033" x="6800850" y="2730500"/>
          <p14:tracePt t="33091" x="6807200" y="2730500"/>
          <p14:tracePt t="33112" x="6813550" y="2730500"/>
          <p14:tracePt t="33231" x="6813550" y="2736850"/>
          <p14:tracePt t="33245" x="6807200" y="2736850"/>
          <p14:tracePt t="33252" x="6807200" y="2743200"/>
          <p14:tracePt t="33268" x="6800850" y="2755900"/>
          <p14:tracePt t="33282" x="6800850" y="2762250"/>
          <p14:tracePt t="33299" x="6794500" y="2774950"/>
          <p14:tracePt t="33316" x="6769100" y="2813050"/>
          <p14:tracePt t="33332" x="6762750" y="2832100"/>
          <p14:tracePt t="33348" x="6743700" y="2876550"/>
          <p14:tracePt t="33365" x="6724650" y="2921000"/>
          <p14:tracePt t="33381" x="6718300" y="2933700"/>
          <p14:tracePt t="33385" x="6718300" y="2940050"/>
          <p14:tracePt t="33398" x="6711950" y="2946400"/>
          <p14:tracePt t="33414" x="6705600" y="2959100"/>
          <p14:tracePt t="33431" x="6705600" y="2965450"/>
          <p14:tracePt t="33449" x="6699250" y="2971800"/>
          <p14:tracePt t="33484" x="6699250" y="2978150"/>
          <p14:tracePt t="33526" x="6705600" y="2978150"/>
          <p14:tracePt t="33533" x="6711950" y="2978150"/>
          <p14:tracePt t="33568" x="6724650" y="2978150"/>
          <p14:tracePt t="33575" x="6731000" y="2978150"/>
          <p14:tracePt t="33584" x="6737350" y="2971800"/>
          <p14:tracePt t="33597" x="6750050" y="2965450"/>
          <p14:tracePt t="33614" x="6762750" y="2959100"/>
          <p14:tracePt t="33631" x="6794500" y="2933700"/>
          <p14:tracePt t="33647" x="6838950" y="2901950"/>
          <p14:tracePt t="33664" x="6851650" y="2895600"/>
          <p14:tracePt t="33681" x="6870700" y="2882900"/>
          <p14:tracePt t="33697" x="6883400" y="2870200"/>
          <p14:tracePt t="33758" x="6883400" y="2876550"/>
          <p14:tracePt t="33765" x="6877050" y="2882900"/>
          <p14:tracePt t="33778" x="6870700" y="2882900"/>
          <p14:tracePt t="33786" x="6864350" y="2895600"/>
          <p14:tracePt t="33797" x="6858000" y="2901950"/>
          <p14:tracePt t="33814" x="6845300" y="2921000"/>
          <p14:tracePt t="33830" x="6826250" y="2933700"/>
          <p14:tracePt t="33847" x="6819900" y="2946400"/>
          <p14:tracePt t="33864" x="6807200" y="2965450"/>
          <p14:tracePt t="33880" x="6807200" y="2971800"/>
          <p14:tracePt t="33904" x="6813550" y="2971800"/>
          <p14:tracePt t="33918" x="6819900" y="2971800"/>
          <p14:tracePt t="33929" x="6826250" y="2971800"/>
          <p14:tracePt t="33947" x="6845300" y="2965450"/>
          <p14:tracePt t="33963" x="6896100" y="2933700"/>
          <p14:tracePt t="33979" x="6985000" y="2889250"/>
          <p14:tracePt t="33996" x="7073900" y="2857500"/>
          <p14:tracePt t="34013" x="7118350" y="2825750"/>
          <p14:tracePt t="34029" x="7156450" y="2813050"/>
          <p14:tracePt t="34046" x="7194550" y="2800350"/>
          <p14:tracePt t="34064" x="7194550" y="2794000"/>
          <p14:tracePt t="34080" x="7200900" y="2787650"/>
          <p14:tracePt t="34131" x="7200900" y="2781300"/>
          <p14:tracePt t="34136" x="7194550" y="2781300"/>
          <p14:tracePt t="34145" x="7181850" y="2781300"/>
          <p14:tracePt t="34162" x="7169150" y="2781300"/>
          <p14:tracePt t="34179" x="7118350" y="2774950"/>
          <p14:tracePt t="34196" x="7080250" y="2774950"/>
          <p14:tracePt t="34212" x="6915150" y="2768600"/>
          <p14:tracePt t="34229" x="6699250" y="2749550"/>
          <p14:tracePt t="34245" x="6572250" y="2736850"/>
          <p14:tracePt t="34262" x="6318250" y="2705100"/>
          <p14:tracePt t="34279" x="6045200" y="2660650"/>
          <p14:tracePt t="34296" x="5918200" y="2628900"/>
          <p14:tracePt t="34312" x="5721350" y="2559050"/>
          <p14:tracePt t="34328" x="5543550" y="2482850"/>
          <p14:tracePt t="34345" x="5492750" y="2457450"/>
          <p14:tracePt t="34362" x="5378450" y="2413000"/>
          <p14:tracePt t="34378" x="5308600" y="2387600"/>
          <p14:tracePt t="34396" x="5257800" y="2368550"/>
          <p14:tracePt t="34412" x="5245100" y="2362200"/>
          <p14:tracePt t="34428" x="5226050" y="2362200"/>
          <p14:tracePt t="34445" x="5219700" y="2362200"/>
          <p14:tracePt t="34495" x="5226050" y="2362200"/>
          <p14:tracePt t="34509" x="5232400" y="2355850"/>
          <p14:tracePt t="34515" x="5251450" y="2355850"/>
          <p14:tracePt t="34531" x="5257800" y="2355850"/>
          <p14:tracePt t="34545" x="5289550" y="2355850"/>
          <p14:tracePt t="34561" x="5372100" y="2368550"/>
          <p14:tracePt t="34578" x="5441950" y="2387600"/>
          <p14:tracePt t="34594" x="5568950" y="2419350"/>
          <p14:tracePt t="34611" x="5715000" y="2457450"/>
          <p14:tracePt t="34629" x="5810250" y="2476500"/>
          <p14:tracePt t="34644" x="5854700" y="2489200"/>
          <p14:tracePt t="34661" x="5924550" y="2508250"/>
          <p14:tracePt t="34678" x="5988050" y="2533650"/>
          <p14:tracePt t="34694" x="6026150" y="2540000"/>
          <p14:tracePt t="34711" x="6076950" y="2559050"/>
          <p14:tracePt t="34727" x="6121400" y="2584450"/>
          <p14:tracePt t="34743" x="6140450" y="2597150"/>
          <p14:tracePt t="34761" x="6184900" y="2628900"/>
          <p14:tracePt t="34777" x="6229350" y="2660650"/>
          <p14:tracePt t="34794" x="6248400" y="2686050"/>
          <p14:tracePt t="34811" x="6305550" y="2730500"/>
          <p14:tracePt t="34827" x="6337300" y="2755900"/>
          <p14:tracePt t="34843" x="6400800" y="2794000"/>
          <p14:tracePt t="34860" x="6464300" y="2838450"/>
          <p14:tracePt t="34876" x="6496050" y="2844800"/>
          <p14:tracePt t="34893" x="6546850" y="2863850"/>
          <p14:tracePt t="34910" x="6584950" y="2870200"/>
          <p14:tracePt t="34927" x="6610350" y="2870200"/>
          <p14:tracePt t="34943" x="6648450" y="2876550"/>
          <p14:tracePt t="34959" x="6692900" y="2876550"/>
          <p14:tracePt t="34976" x="6711950" y="2876550"/>
          <p14:tracePt t="34993" x="6762750" y="2876550"/>
          <p14:tracePt t="35009" x="6800850" y="2870200"/>
          <p14:tracePt t="35026" x="6819900" y="2863850"/>
          <p14:tracePt t="35043" x="6858000" y="2857500"/>
          <p14:tracePt t="35059" x="6877050" y="2844800"/>
          <p14:tracePt t="35147" x="6870700" y="2844800"/>
          <p14:tracePt t="35161" x="6864350" y="2844800"/>
          <p14:tracePt t="35168" x="6851650" y="2857500"/>
          <p14:tracePt t="35182" x="6838950" y="2863850"/>
          <p14:tracePt t="35192" x="6819900" y="2876550"/>
          <p14:tracePt t="35209" x="6794500" y="2901950"/>
          <p14:tracePt t="35226" x="6737350" y="2959100"/>
          <p14:tracePt t="35242" x="6667500" y="3016250"/>
          <p14:tracePt t="35259" x="6629400" y="3073400"/>
          <p14:tracePt t="35275" x="6616700" y="3086100"/>
          <p14:tracePt t="35292" x="6604000" y="3111500"/>
          <p14:tracePt t="35309" x="6597650" y="3130550"/>
          <p14:tracePt t="35342" x="6623050" y="3130550"/>
          <p14:tracePt t="35358" x="6680200" y="3143250"/>
          <p14:tracePt t="35375" x="6718300" y="3143250"/>
          <p14:tracePt t="35391" x="6788150" y="3143250"/>
          <p14:tracePt t="35395" x="6838950" y="3149600"/>
          <p14:tracePt t="35408" x="6940550" y="3149600"/>
          <p14:tracePt t="35425" x="6959600" y="3149600"/>
          <p14:tracePt t="35442" x="6985000" y="3149600"/>
          <p14:tracePt t="35458" x="6991350" y="3149600"/>
          <p14:tracePt t="35477" x="6985000" y="3155950"/>
          <p14:tracePt t="35498" x="6965950" y="3162300"/>
          <p14:tracePt t="35512" x="6953250" y="3168650"/>
          <p14:tracePt t="35524" x="6927850" y="3175000"/>
          <p14:tracePt t="35541" x="6877050" y="3200400"/>
          <p14:tracePt t="35557" x="6845300" y="3213100"/>
          <p14:tracePt t="35575" x="6781800" y="3244850"/>
          <p14:tracePt t="35591" x="6756400" y="3257550"/>
          <p14:tracePt t="35607" x="6750050" y="3257550"/>
          <p14:tracePt t="35624" x="6743700" y="3263900"/>
          <p14:tracePt t="35640" x="6756400" y="3251200"/>
          <p14:tracePt t="35657" x="6781800" y="3244850"/>
          <p14:tracePt t="35674" x="6832600" y="3206750"/>
          <p14:tracePt t="35690" x="6921500" y="3162300"/>
          <p14:tracePt t="35707" x="6965950" y="3136900"/>
          <p14:tracePt t="35724" x="6997700" y="3117850"/>
          <p14:tracePt t="35740" x="7010400" y="3098800"/>
          <p14:tracePt t="35772" x="7004050" y="3098800"/>
          <p14:tracePt t="35779" x="6978650" y="3111500"/>
          <p14:tracePt t="35793" x="6953250" y="3117850"/>
          <p14:tracePt t="35807" x="6908800" y="3136900"/>
          <p14:tracePt t="35823" x="6781800" y="3194050"/>
          <p14:tracePt t="35840" x="6718300" y="3219450"/>
          <p14:tracePt t="35856" x="6604000" y="3289300"/>
          <p14:tracePt t="35873" x="6540500" y="3321050"/>
          <p14:tracePt t="35890" x="6521450" y="3333750"/>
          <p14:tracePt t="35919" x="6534150" y="3333750"/>
          <p14:tracePt t="35933" x="6565900" y="3327400"/>
          <p14:tracePt t="35942" x="6610350" y="3289300"/>
          <p14:tracePt t="35955" x="6680200" y="3257550"/>
          <p14:tracePt t="35973" x="6813550" y="3187700"/>
          <p14:tracePt t="35990" x="6953250" y="3092450"/>
          <p14:tracePt t="36006" x="6997700" y="3054350"/>
          <p14:tracePt t="36022" x="7029450" y="3035300"/>
          <p14:tracePt t="36039" x="7061200" y="3009900"/>
          <p14:tracePt t="36074" x="7054850" y="3009900"/>
          <p14:tracePt t="36080" x="7054850" y="3016250"/>
          <p14:tracePt t="36095" x="7035800" y="3022600"/>
          <p14:tracePt t="36105" x="7023100" y="3035300"/>
          <p14:tracePt t="36123" x="6946900" y="3086100"/>
          <p14:tracePt t="36139" x="6889750" y="3117850"/>
          <p14:tracePt t="36155" x="6775450" y="3194050"/>
          <p14:tracePt t="36172" x="6680200" y="3257550"/>
          <p14:tracePt t="36189" x="6661150" y="3270250"/>
          <p14:tracePt t="36205" x="6642100" y="3289300"/>
          <p14:tracePt t="36222" x="6635750" y="3289300"/>
          <p14:tracePt t="36255" x="6642100" y="3289300"/>
          <p14:tracePt t="36271" x="6673850" y="3270250"/>
          <p14:tracePt t="36288" x="6699250" y="3244850"/>
          <p14:tracePt t="36305" x="6775450" y="3187700"/>
          <p14:tracePt t="36321" x="6851650" y="3136900"/>
          <p14:tracePt t="36338" x="6877050" y="3117850"/>
          <p14:tracePt t="36355" x="6902450" y="3098800"/>
          <p14:tracePt t="36424" x="6896100" y="3098800"/>
          <p14:tracePt t="36431" x="6877050" y="3105150"/>
          <p14:tracePt t="36445" x="6864350" y="3117850"/>
          <p14:tracePt t="36454" x="6832600" y="3136900"/>
          <p14:tracePt t="36471" x="6813550" y="3155950"/>
          <p14:tracePt t="36488" x="6724650" y="3213100"/>
          <p14:tracePt t="36503" x="6635750" y="3263900"/>
          <p14:tracePt t="36521" x="6604000" y="3289300"/>
          <p14:tracePt t="36537" x="6546850" y="3321050"/>
          <p14:tracePt t="36554" x="6521450" y="3327400"/>
          <p14:tracePt t="36587" x="6515100" y="3321050"/>
          <p14:tracePt t="36945" x="6534150" y="3295650"/>
          <p14:tracePt t="36953" x="6578600" y="3251200"/>
          <p14:tracePt t="36967" x="6623050" y="3200400"/>
          <p14:tracePt t="36974" x="6661150" y="3155950"/>
          <p14:tracePt t="36986" x="6699250" y="3098800"/>
          <p14:tracePt t="37002" x="6769100" y="2984500"/>
          <p14:tracePt t="37019" x="6794500" y="2940050"/>
          <p14:tracePt t="37036" x="6807200" y="2908300"/>
          <p14:tracePt t="37052" x="6826250" y="2870200"/>
          <p14:tracePt t="37086" x="6832600" y="2857500"/>
          <p14:tracePt t="37102" x="6838950" y="2857500"/>
          <p14:tracePt t="37119" x="6838950" y="2851150"/>
          <p14:tracePt t="38058" x="6832600" y="2857500"/>
          <p14:tracePt t="38064" x="6819900" y="2882900"/>
          <p14:tracePt t="38079" x="6800850" y="2921000"/>
          <p14:tracePt t="38086" x="6788150" y="2952750"/>
          <p14:tracePt t="38102" x="6781800" y="2971800"/>
          <p14:tracePt t="38115" x="6775450" y="3003550"/>
          <p14:tracePt t="38131" x="6769100" y="3003550"/>
          <p14:tracePt t="38149" x="6769100" y="3016250"/>
          <p14:tracePt t="38199" x="6769100" y="3022600"/>
          <p14:tracePt t="38465" x="6769100" y="3028950"/>
          <p14:tracePt t="38486" x="6762750" y="3035300"/>
          <p14:tracePt t="38493" x="6762750" y="3041650"/>
          <p14:tracePt t="38507" x="6756400" y="3048000"/>
          <p14:tracePt t="38517" x="6750050" y="3060700"/>
          <p14:tracePt t="39198" x="6743700" y="3067050"/>
          <p14:tracePt t="39213" x="6737350" y="3079750"/>
          <p14:tracePt t="39220" x="6731000" y="3092450"/>
          <p14:tracePt t="39228" x="6731000" y="3105150"/>
          <p14:tracePt t="39244" x="6718300" y="3117850"/>
          <p14:tracePt t="39262" x="6711950" y="3143250"/>
          <p14:tracePt t="39278" x="6705600" y="3149600"/>
          <p14:tracePt t="39294" x="6699250" y="3181350"/>
          <p14:tracePt t="39311" x="6680200" y="3200400"/>
          <p14:tracePt t="39328" x="6680200" y="3213100"/>
          <p14:tracePt t="39344" x="6667500" y="3238500"/>
          <p14:tracePt t="39361" x="6661150" y="3251200"/>
          <p14:tracePt t="39378" x="6654800" y="3257550"/>
          <p14:tracePt t="39395" x="6654800" y="3270250"/>
          <p14:tracePt t="39410" x="6654800" y="3282950"/>
          <p14:tracePt t="39444" x="6648450" y="3289300"/>
          <p14:tracePt t="39472" x="6648450" y="3295650"/>
          <p14:tracePt t="39599" x="6642100" y="3302000"/>
          <p14:tracePt t="39662" x="6642100" y="3308350"/>
          <p14:tracePt t="39717" x="6642100" y="3314700"/>
          <p14:tracePt t="39760" x="6642100" y="3321050"/>
          <p14:tracePt t="39774" x="6642100" y="3327400"/>
          <p14:tracePt t="39781" x="6642100" y="3333750"/>
          <p14:tracePt t="39801" x="6642100" y="3340100"/>
          <p14:tracePt t="39830" x="6642100" y="3352800"/>
          <p14:tracePt t="39851" x="6642100" y="3359150"/>
          <p14:tracePt t="39858" x="6642100" y="3365500"/>
          <p14:tracePt t="39872" x="6648450" y="3371850"/>
          <p14:tracePt t="39900" x="6648450" y="3378200"/>
          <p14:tracePt t="39914" x="6648450" y="3384550"/>
          <p14:tracePt t="39942" x="6648450" y="3390900"/>
          <p14:tracePt t="39964" x="6648450" y="3397250"/>
          <p14:tracePt t="39970" x="6648450" y="3403600"/>
          <p14:tracePt t="39993" x="6648450" y="3409950"/>
          <p14:tracePt t="39999" x="6648450" y="3416300"/>
          <p14:tracePt t="40013" x="6654800" y="3416300"/>
          <p14:tracePt t="41416" x="6673850" y="3416300"/>
          <p14:tracePt t="41423" x="6705600" y="3416300"/>
          <p14:tracePt t="41440" x="6724650" y="3416300"/>
          <p14:tracePt t="41454" x="6756400" y="3429000"/>
          <p14:tracePt t="41470" x="6807200" y="3429000"/>
          <p14:tracePt t="41487" x="6851650" y="3435350"/>
          <p14:tracePt t="41504" x="6870700" y="3435350"/>
          <p14:tracePt t="41521" x="6896100" y="3435350"/>
          <p14:tracePt t="41536" x="6927850" y="3429000"/>
          <p14:tracePt t="41553" x="6940550" y="3429000"/>
          <p14:tracePt t="41570" x="6965950" y="3409950"/>
          <p14:tracePt t="41586" x="7004050" y="3397250"/>
          <p14:tracePt t="41603" x="7016750" y="3384550"/>
          <p14:tracePt t="41620" x="7042150" y="3365500"/>
          <p14:tracePt t="41636" x="7067550" y="3352800"/>
          <p14:tracePt t="41653" x="7080250" y="3340100"/>
          <p14:tracePt t="41670" x="7105650" y="3327400"/>
          <p14:tracePt t="41686" x="7124700" y="3314700"/>
          <p14:tracePt t="41703" x="7137400" y="3302000"/>
          <p14:tracePt t="41719" x="7143750" y="3302000"/>
          <p14:tracePt t="41736" x="7150100" y="3302000"/>
          <p14:tracePt t="41788" x="7156450" y="3302000"/>
          <p14:tracePt t="41815" x="7162800" y="3308350"/>
          <p14:tracePt t="41823" x="7169150" y="3308350"/>
          <p14:tracePt t="41851" x="7175500" y="3314700"/>
          <p14:tracePt t="41858" x="7181850" y="3314700"/>
          <p14:tracePt t="41872" x="7181850" y="3321050"/>
          <p14:tracePt t="41900" x="7188200" y="3327400"/>
          <p14:tracePt t="41906" x="7194550" y="3327400"/>
          <p14:tracePt t="41919" x="7200900" y="3327400"/>
          <p14:tracePt t="41936" x="7226300" y="3346450"/>
          <p14:tracePt t="41952" x="7245350" y="3365500"/>
          <p14:tracePt t="41969" x="7289800" y="3384550"/>
          <p14:tracePt t="41985" x="7334250" y="3409950"/>
          <p14:tracePt t="42001" x="7359650" y="3422650"/>
          <p14:tracePt t="42019" x="7404100" y="3435350"/>
          <p14:tracePt t="42035" x="7442200" y="3441700"/>
          <p14:tracePt t="42052" x="7467600" y="3448050"/>
          <p14:tracePt t="42069" x="7505700" y="3454400"/>
          <p14:tracePt t="42084" x="7524750" y="3454400"/>
          <p14:tracePt t="42101" x="7562850" y="3454400"/>
          <p14:tracePt t="42118" x="7588250" y="3448050"/>
          <p14:tracePt t="42135" x="7600950" y="3448050"/>
          <p14:tracePt t="42152" x="7620000" y="3441700"/>
          <p14:tracePt t="42168" x="7632700" y="3435350"/>
          <p14:tracePt t="42184" x="7639050" y="3435350"/>
          <p14:tracePt t="42202" x="7651750" y="3429000"/>
          <p14:tracePt t="42272" x="7658100" y="3429000"/>
          <p14:tracePt t="42370" x="7651750" y="3422650"/>
          <p14:tracePt t="42455" x="7645400" y="3422650"/>
          <p14:tracePt t="42497" x="7639050" y="3422650"/>
          <p14:tracePt t="42567" x="7632700" y="3422650"/>
          <p14:tracePt t="42595" x="7626350" y="3422650"/>
          <p14:tracePt t="42665" x="7620000" y="3422650"/>
          <p14:tracePt t="42707" x="7613650" y="3422650"/>
          <p14:tracePt t="43517" x="7620000" y="3422650"/>
          <p14:tracePt t="43531" x="7632700" y="3422650"/>
          <p14:tracePt t="43538" x="7645400" y="3416300"/>
          <p14:tracePt t="43552" x="7670800" y="3409950"/>
          <p14:tracePt t="43563" x="7696200" y="3397250"/>
          <p14:tracePt t="43580" x="7778750" y="3365500"/>
          <p14:tracePt t="43596" x="7823200" y="3340100"/>
          <p14:tracePt t="43613" x="7943850" y="3289300"/>
          <p14:tracePt t="43630" x="8045450" y="3244850"/>
          <p14:tracePt t="43646" x="8083550" y="3238500"/>
          <p14:tracePt t="43663" x="8134350" y="3219450"/>
          <p14:tracePt t="43680" x="8153400" y="3219450"/>
          <p14:tracePt t="43696" x="8159750" y="3219450"/>
          <p14:tracePt t="43729" x="8166100" y="3219450"/>
          <p14:tracePt t="43791" x="8166100" y="3225800"/>
          <p14:tracePt t="43840" x="8172450" y="3225800"/>
          <p14:tracePt t="43931" x="8166100" y="3232150"/>
          <p14:tracePt t="43952" x="8159750" y="3238500"/>
          <p14:tracePt t="43959" x="8153400" y="3238500"/>
          <p14:tracePt t="43973" x="8140700" y="3244850"/>
          <p14:tracePt t="43982" x="8134350" y="3251200"/>
          <p14:tracePt t="43997" x="8121650" y="3263900"/>
          <p14:tracePt t="44011" x="8096250" y="3289300"/>
          <p14:tracePt t="44028" x="8083550" y="3302000"/>
          <p14:tracePt t="44044" x="8064500" y="3327400"/>
          <p14:tracePt t="44061" x="8058150" y="3340100"/>
          <p14:tracePt t="44079" x="8051800" y="3359150"/>
          <p14:tracePt t="44094" x="8064500" y="3359150"/>
          <p14:tracePt t="44111" x="8083550" y="3359150"/>
          <p14:tracePt t="44128" x="8134350" y="3340100"/>
          <p14:tracePt t="44144" x="8185150" y="3321050"/>
          <p14:tracePt t="44161" x="8216900" y="3295650"/>
          <p14:tracePt t="44178" x="8261350" y="3257550"/>
          <p14:tracePt t="44194" x="8274050" y="3238500"/>
          <p14:tracePt t="44212" x="8280400" y="3238500"/>
          <p14:tracePt t="44244" x="8274050" y="3238500"/>
          <p14:tracePt t="44261" x="8242300" y="3244850"/>
          <p14:tracePt t="44277" x="8216900" y="3263900"/>
          <p14:tracePt t="44294" x="8147050" y="3295650"/>
          <p14:tracePt t="44311" x="8070850" y="3346450"/>
          <p14:tracePt t="44327" x="8039100" y="3359150"/>
          <p14:tracePt t="44344" x="8020050" y="3371850"/>
          <p14:tracePt t="44360" x="7988300" y="3384550"/>
          <p14:tracePt t="44423" x="7994650" y="3384550"/>
          <p14:tracePt t="44429" x="8007350" y="3384550"/>
          <p14:tracePt t="44446" x="8020050" y="3378200"/>
          <p14:tracePt t="44460" x="8032750" y="3371850"/>
          <p14:tracePt t="44477" x="8058150" y="3352800"/>
          <p14:tracePt t="44493" x="8089900" y="3333750"/>
          <p14:tracePt t="44526" x="8096250" y="3327400"/>
          <p14:tracePt t="44605" x="8089900" y="3327400"/>
          <p14:tracePt t="44612" x="8089900" y="3333750"/>
          <p14:tracePt t="44640" x="8083550" y="3340100"/>
          <p14:tracePt t="44682" x="8083550" y="3346450"/>
          <p14:tracePt t="44710" x="8089900" y="3346450"/>
          <p14:tracePt t="44724" x="8089900" y="3340100"/>
          <p14:tracePt t="44745" x="8096250" y="3333750"/>
          <p14:tracePt t="44752" x="8102600" y="3333750"/>
          <p14:tracePt t="44767" x="8115300" y="3327400"/>
          <p14:tracePt t="44775" x="8121650" y="3314700"/>
          <p14:tracePt t="44792" x="8134350" y="3314700"/>
          <p14:tracePt t="44809" x="8153400" y="3302000"/>
          <p14:tracePt t="44825" x="8166100" y="3295650"/>
          <p14:tracePt t="44892" x="8159750" y="3295650"/>
          <p14:tracePt t="44913" x="8153400" y="3295650"/>
          <p14:tracePt t="44942" x="8147050" y="3302000"/>
          <p14:tracePt t="44963" x="8140700" y="3308350"/>
          <p14:tracePt t="45012" x="8134350" y="3314700"/>
          <p14:tracePt t="45033" x="8134350" y="3321050"/>
          <p14:tracePt t="45054" x="8134350" y="3327400"/>
          <p14:tracePt t="45076" x="8128000" y="3327400"/>
          <p14:tracePt t="45103" x="8115300" y="3327400"/>
          <p14:tracePt t="45118" x="8108950" y="3333750"/>
          <p14:tracePt t="45127" x="8102600" y="3333750"/>
          <p14:tracePt t="45141" x="8089900" y="3340100"/>
          <p14:tracePt t="45157" x="8045450" y="3365500"/>
          <p14:tracePt t="45175" x="7962900" y="3390900"/>
          <p14:tracePt t="45191" x="7905750" y="3409950"/>
          <p14:tracePt t="45208" x="7785100" y="3441700"/>
          <p14:tracePt t="45224" x="7689850" y="3473450"/>
          <p14:tracePt t="45240" x="7651750" y="3479800"/>
          <p14:tracePt t="45258" x="7588250" y="3486150"/>
          <p14:tracePt t="45274" x="7569200" y="3486150"/>
          <p14:tracePt t="45290" x="7556500" y="3486150"/>
          <p14:tracePt t="45308" x="7512050" y="3473450"/>
          <p14:tracePt t="45324" x="7493000" y="3454400"/>
          <p14:tracePt t="45340" x="7454900" y="3422650"/>
          <p14:tracePt t="45357" x="7429500" y="3403600"/>
          <p14:tracePt t="45374" x="7416800" y="3390900"/>
          <p14:tracePt t="45391" x="7397750" y="3359150"/>
          <p14:tracePt t="45407" x="7385050" y="3352800"/>
          <p14:tracePt t="45423" x="7378700" y="3352800"/>
          <p14:tracePt t="45440" x="7372350" y="3340100"/>
          <p14:tracePt t="45784" x="7378700" y="3346450"/>
          <p14:tracePt t="45806" x="7385050" y="3346450"/>
          <p14:tracePt t="45833" x="7391400" y="3352800"/>
          <p14:tracePt t="45904" x="7397750" y="3352800"/>
          <p14:tracePt t="45924" x="7404100" y="3352800"/>
          <p14:tracePt t="45940" x="7410450" y="3352800"/>
          <p14:tracePt t="45945" x="7416800" y="3352800"/>
          <p14:tracePt t="45959" x="7423150" y="3352800"/>
          <p14:tracePt t="45974" x="7429500" y="3352800"/>
          <p14:tracePt t="46016" x="7435850" y="3352800"/>
          <p14:tracePt t="46065" x="7442200" y="3346450"/>
          <p14:tracePt t="46100" x="7448550" y="3346450"/>
          <p14:tracePt t="46128" x="7454900" y="3346450"/>
          <p14:tracePt t="46155" x="7461250" y="3346450"/>
          <p14:tracePt t="46205" x="7467600" y="3346450"/>
          <p14:tracePt t="46658" x="7467600" y="3359150"/>
          <p14:tracePt t="46665" x="7467600" y="3378200"/>
          <p14:tracePt t="46679" x="7473950" y="3397250"/>
          <p14:tracePt t="46689" x="7480300" y="3422650"/>
          <p14:tracePt t="46702" x="7486650" y="3448050"/>
          <p14:tracePt t="46719" x="7493000" y="3467100"/>
          <p14:tracePt t="46736" x="7505700" y="3524250"/>
          <p14:tracePt t="46752" x="7512050" y="3530600"/>
          <p14:tracePt t="46769" x="7518400" y="3543300"/>
          <p14:tracePt t="46785" x="7518400" y="3549650"/>
          <p14:tracePt t="46802" x="7518400" y="3556000"/>
          <p14:tracePt t="46841" x="7518400" y="3562350"/>
          <p14:tracePt t="46918" x="7512050" y="3575050"/>
          <p14:tracePt t="46939" x="7512050" y="3581400"/>
          <p14:tracePt t="49280" x="7512050" y="3568700"/>
          <p14:tracePt t="49287" x="7512050" y="3549650"/>
          <p14:tracePt t="49301" x="7512050" y="3511550"/>
          <p14:tracePt t="49310" x="7518400" y="3479800"/>
          <p14:tracePt t="49326" x="7518400" y="3441700"/>
          <p14:tracePt t="49344" x="7524750" y="3352800"/>
          <p14:tracePt t="49359" x="7524750" y="3333750"/>
          <p14:tracePt t="49376" x="7524750" y="3321050"/>
          <p14:tracePt t="49393" x="7531100" y="3302000"/>
          <p14:tracePt t="49526" x="7531100" y="3308350"/>
          <p14:tracePt t="49532" x="7531100" y="3314700"/>
          <p14:tracePt t="49554" x="7531100" y="3321050"/>
          <p14:tracePt t="49596" x="7531100" y="3327400"/>
          <p14:tracePt t="49624" x="7531100" y="3333750"/>
          <p14:tracePt t="49638" x="7524750" y="3340100"/>
          <p14:tracePt t="49645" x="7524750" y="3346450"/>
          <p14:tracePt t="49662" x="7518400" y="3352800"/>
          <p14:tracePt t="49675" x="7518400" y="3359150"/>
          <p14:tracePt t="49692" x="7512050" y="3371850"/>
          <p14:tracePt t="49709" x="7499350" y="3397250"/>
          <p14:tracePt t="49725" x="7486650" y="3409950"/>
          <p14:tracePt t="49742" x="7473950" y="3441700"/>
          <p14:tracePt t="49758" x="7467600" y="3448050"/>
          <p14:tracePt t="49775" x="7461250" y="3454400"/>
          <p14:tracePt t="49792" x="7461250" y="3467100"/>
          <p14:tracePt t="49825" x="7454900" y="3467100"/>
          <p14:tracePt t="49876" x="7448550" y="3473450"/>
          <p14:tracePt t="49925" x="7448550" y="3479800"/>
          <p14:tracePt t="49939" x="7442200" y="3479800"/>
          <p14:tracePt t="49947" x="7435850" y="3479800"/>
          <p14:tracePt t="49958" x="7429500" y="3479800"/>
          <p14:tracePt t="49975" x="7391400" y="3479800"/>
          <p14:tracePt t="49991" x="7353300" y="3479800"/>
          <p14:tracePt t="50007" x="7296150" y="3473450"/>
          <p14:tracePt t="50024" x="7105650" y="3467100"/>
          <p14:tracePt t="50041" x="7029450" y="3454400"/>
          <p14:tracePt t="50058" x="6940550" y="3448050"/>
          <p14:tracePt t="50061" x="6858000" y="3435350"/>
          <p14:tracePt t="50074" x="6794500" y="3429000"/>
          <p14:tracePt t="50091" x="6680200" y="3416300"/>
          <p14:tracePt t="50108" x="6623050" y="3409950"/>
          <p14:tracePt t="50124" x="6565900" y="3390900"/>
          <p14:tracePt t="50141" x="6521450" y="3384550"/>
          <p14:tracePt t="50158" x="6502400" y="3378200"/>
          <p14:tracePt t="50173" x="6502400" y="3371850"/>
          <p14:tracePt t="50190" x="6489700" y="3371850"/>
          <p14:tracePt t="50207" x="6483350" y="3371850"/>
          <p14:tracePt t="50240" x="6477000" y="3371850"/>
          <p14:tracePt t="50291" x="6464300" y="3371850"/>
          <p14:tracePt t="50304" x="6457950" y="3365500"/>
          <p14:tracePt t="50319" x="6451600" y="3365500"/>
          <p14:tracePt t="50326" x="6445250" y="3365500"/>
          <p14:tracePt t="50342" x="6438900" y="3365500"/>
          <p14:tracePt t="50356" x="6432550" y="3365500"/>
          <p14:tracePt t="50373" x="6426200" y="3359150"/>
          <p14:tracePt t="50389" x="6413500" y="3359150"/>
          <p14:tracePt t="50406" x="6407150" y="3359150"/>
          <p14:tracePt t="50423" x="6400800" y="3359150"/>
          <p14:tracePt t="50456" x="6394450" y="3359150"/>
          <p14:tracePt t="50473" x="6388100" y="3359150"/>
          <p14:tracePt t="50529" x="6381750" y="3359150"/>
          <p14:tracePt t="50536" x="6375400" y="3359150"/>
          <p14:tracePt t="50543" x="6369050" y="3359150"/>
          <p14:tracePt t="51080" x="6381750" y="3346450"/>
          <p14:tracePt t="51088" x="6400800" y="3321050"/>
          <p14:tracePt t="51101" x="6438900" y="3295650"/>
          <p14:tracePt t="51108" x="6470650" y="3276600"/>
          <p14:tracePt t="51123" x="6508750" y="3225800"/>
          <p14:tracePt t="51137" x="6559550" y="3181350"/>
          <p14:tracePt t="51153" x="6591300" y="3155950"/>
          <p14:tracePt t="51170" x="6616700" y="3143250"/>
          <p14:tracePt t="51187" x="6642100" y="3130550"/>
          <p14:tracePt t="51203" x="6648450" y="3124200"/>
          <p14:tracePt t="51220" x="6654800" y="3117850"/>
          <p14:tracePt t="51291" x="6661150" y="3117850"/>
          <p14:tracePt t="51360" x="6661150" y="3124200"/>
          <p14:tracePt t="51369" x="6661150" y="3130550"/>
          <p14:tracePt t="51389" x="6661150" y="3136900"/>
          <p14:tracePt t="51404" x="6654800" y="3136900"/>
          <p14:tracePt t="51410" x="6654800" y="3143250"/>
          <p14:tracePt t="51419" x="6654800" y="3149600"/>
          <p14:tracePt t="51435" x="6654800" y="3155950"/>
          <p14:tracePt t="51453" x="6654800" y="3175000"/>
          <p14:tracePt t="51469" x="6654800" y="3187700"/>
          <p14:tracePt t="51486" x="6654800" y="3232150"/>
          <p14:tracePt t="51502" x="6654800" y="3263900"/>
          <p14:tracePt t="51519" x="6654800" y="3282950"/>
          <p14:tracePt t="51536" x="6654800" y="3302000"/>
          <p14:tracePt t="51552" x="6661150" y="3314700"/>
          <p14:tracePt t="51568" x="6667500" y="3321050"/>
          <p14:tracePt t="51586" x="6673850" y="3321050"/>
          <p14:tracePt t="51602" x="6692900" y="3327400"/>
          <p14:tracePt t="51619" x="6705600" y="3327400"/>
          <p14:tracePt t="51635" x="6750050" y="3340100"/>
          <p14:tracePt t="51652" x="6826250" y="3359150"/>
          <p14:tracePt t="51669" x="6851650" y="3365500"/>
          <p14:tracePt t="51685" x="6946900" y="3384550"/>
          <p14:tracePt t="51702" x="7016750" y="3390900"/>
          <p14:tracePt t="51719" x="7067550" y="3390900"/>
          <p14:tracePt t="51734" x="7092950" y="3390900"/>
          <p14:tracePt t="51751" x="7112000" y="3390900"/>
          <p14:tracePt t="51769" x="7156450" y="3390900"/>
          <p14:tracePt t="51785" x="7162800" y="3390900"/>
          <p14:tracePt t="51801" x="7169150" y="3390900"/>
          <p14:tracePt t="51818" x="7181850" y="3390900"/>
          <p14:tracePt t="51834" x="7188200" y="3390900"/>
          <p14:tracePt t="51868" x="7194550" y="3390900"/>
          <p14:tracePt t="51902" x="7200900" y="3390900"/>
          <p14:tracePt t="51908" x="7207250" y="3390900"/>
          <p14:tracePt t="51923" x="7213600" y="3390900"/>
          <p14:tracePt t="51934" x="7219950" y="3390900"/>
          <p14:tracePt t="51951" x="7232650" y="3390900"/>
          <p14:tracePt t="51967" x="7245350" y="3390900"/>
          <p14:tracePt t="51983" x="7289800" y="3397250"/>
          <p14:tracePt t="52001" x="7340600" y="3403600"/>
          <p14:tracePt t="52017" x="7359650" y="3403600"/>
          <p14:tracePt t="52034" x="7378700" y="3409950"/>
          <p14:tracePt t="52050" x="7423150" y="3409950"/>
          <p14:tracePt t="52067" x="7429500" y="3409950"/>
          <p14:tracePt t="52084" x="7442200" y="3416300"/>
          <p14:tracePt t="52140" x="7448550" y="3422650"/>
          <p14:tracePt t="52351" x="7454900" y="3422650"/>
          <p14:tracePt t="52365" x="7461250" y="3422650"/>
          <p14:tracePt t="52372" x="7473950" y="3422650"/>
          <p14:tracePt t="52386" x="7486650" y="3422650"/>
          <p14:tracePt t="52399" x="7499350" y="3422650"/>
          <p14:tracePt t="52415" x="7524750" y="3422650"/>
          <p14:tracePt t="52432" x="7537450" y="3422650"/>
          <p14:tracePt t="52449" x="7562850" y="3416300"/>
          <p14:tracePt t="52466" x="7569200" y="3409950"/>
          <p14:tracePt t="52482" x="7575550" y="3409950"/>
          <p14:tracePt t="52624" x="7569200" y="3409950"/>
          <p14:tracePt t="52633" x="7562850" y="3409950"/>
          <p14:tracePt t="52653" x="7556500" y="3416300"/>
          <p14:tracePt t="52667" x="7550150" y="3416300"/>
          <p14:tracePt t="52673" x="7543800" y="3422650"/>
          <p14:tracePt t="52682" x="7537450" y="3429000"/>
          <p14:tracePt t="52702" x="7531100" y="3429000"/>
          <p14:tracePt t="52718" x="7518400" y="3441700"/>
          <p14:tracePt t="52731" x="7512050" y="3448050"/>
          <p14:tracePt t="52748" x="7499350" y="3460750"/>
          <p14:tracePt t="52765" x="7493000" y="3467100"/>
          <p14:tracePt t="52781" x="7493000" y="3473450"/>
          <p14:tracePt t="52905" x="7493000" y="3467100"/>
          <p14:tracePt t="52933" x="7493000" y="3460750"/>
          <p14:tracePt t="52948" x="7493000" y="3454400"/>
          <p14:tracePt t="52961" x="7493000" y="3448050"/>
          <p14:tracePt t="52996" x="7493000" y="3441700"/>
          <p14:tracePt t="53263" x="7486650" y="3441700"/>
          <p14:tracePt t="53277" x="7480300" y="3441700"/>
          <p14:tracePt t="53284" x="7473950" y="3441700"/>
          <p14:tracePt t="53300" x="7467600" y="3441700"/>
          <p14:tracePt t="53313" x="7442200" y="3454400"/>
          <p14:tracePt t="53330" x="7423150" y="3460750"/>
          <p14:tracePt t="53347" x="7372350" y="3473450"/>
          <p14:tracePt t="53362" x="7226300" y="3511550"/>
          <p14:tracePt t="53379" x="7010400" y="3562350"/>
          <p14:tracePt t="53396" x="6692900" y="3619500"/>
          <p14:tracePt t="53412" x="6489700" y="3657600"/>
          <p14:tracePt t="53429" x="6038850" y="3759200"/>
          <p14:tracePt t="53446" x="5537200" y="3848100"/>
          <p14:tracePt t="53462" x="5327650" y="3905250"/>
          <p14:tracePt t="53479" x="4889500" y="4019550"/>
          <p14:tracePt t="53496" x="4508500" y="4108450"/>
          <p14:tracePt t="53512" x="4349750" y="4159250"/>
          <p14:tracePt t="53529" x="4140200" y="4222750"/>
          <p14:tracePt t="53545" x="4019550" y="4267200"/>
          <p14:tracePt t="53562" x="3975100" y="4292600"/>
          <p14:tracePt t="53578" x="3968750" y="4311650"/>
          <p14:tracePt t="53876" x="3873500" y="4273550"/>
          <p14:tracePt t="53890" x="3740150" y="4229100"/>
          <p14:tracePt t="53897" x="3638550" y="4178300"/>
          <p14:tracePt t="53911" x="3530600" y="4133850"/>
          <p14:tracePt t="53927" x="3302000" y="4070350"/>
          <p14:tracePt t="53944" x="3181350" y="4038600"/>
          <p14:tracePt t="53961" x="2990850" y="4000500"/>
          <p14:tracePt t="53977" x="2781300" y="3949700"/>
          <p14:tracePt t="53994" x="2597150" y="3905250"/>
          <p14:tracePt t="54010" x="2533650" y="3898900"/>
          <p14:tracePt t="54027" x="2470150" y="3886200"/>
          <p14:tracePt t="54044" x="2374900" y="3867150"/>
          <p14:tracePt t="54060" x="2362200" y="3867150"/>
          <p14:tracePt t="54077" x="2349500" y="3860800"/>
          <p14:tracePt t="54128" x="2343150" y="3854450"/>
          <p14:tracePt t="54197" x="2336800" y="3848100"/>
          <p14:tracePt t="54204" x="2336800" y="3835400"/>
          <p14:tracePt t="54218" x="2330450" y="3822700"/>
          <p14:tracePt t="55871" x="2317750" y="3822700"/>
          <p14:tracePt t="55878" x="2305050" y="3816350"/>
          <p14:tracePt t="55892" x="2292350" y="3810000"/>
          <p14:tracePt t="55903" x="2279650" y="3803650"/>
          <p14:tracePt t="55921" x="2235200" y="3784600"/>
          <p14:tracePt t="55937" x="2216150" y="3765550"/>
          <p14:tracePt t="55954" x="2171700" y="3740150"/>
          <p14:tracePt t="55970" x="2114550" y="3683000"/>
          <p14:tracePt t="55986" x="2089150" y="3638550"/>
          <p14:tracePt t="56003" x="2025650" y="3549650"/>
          <p14:tracePt t="56020" x="1955800" y="3416300"/>
          <p14:tracePt t="56037" x="1917700" y="3333750"/>
          <p14:tracePt t="56054" x="1866900" y="3136900"/>
          <p14:tracePt t="56070" x="1822450" y="2882900"/>
          <p14:tracePt t="56087" x="1803400" y="2755900"/>
          <p14:tracePt t="56103" x="1758950" y="2508250"/>
          <p14:tracePt t="56119" x="1727200" y="2381250"/>
          <p14:tracePt t="56136" x="1695450" y="2203450"/>
          <p14:tracePt t="56153" x="1670050" y="2082800"/>
          <p14:tracePt t="56169" x="1651000" y="2051050"/>
          <p14:tracePt t="56187" x="1638300" y="2000250"/>
          <p14:tracePt t="56202" x="1631950" y="1974850"/>
          <p14:tracePt t="56219" x="1625600" y="1955800"/>
          <p14:tracePt t="56236" x="1612900" y="1936750"/>
          <p14:tracePt t="56252" x="1593850" y="1911350"/>
          <p14:tracePt t="56269" x="1593850" y="1905000"/>
          <p14:tracePt t="56286" x="1587500" y="1892300"/>
          <p14:tracePt t="56303" x="1581150" y="1873250"/>
          <p14:tracePt t="56319" x="1574800" y="1873250"/>
          <p14:tracePt t="56335" x="1568450" y="1866900"/>
          <p14:tracePt t="56352" x="1562100" y="1854200"/>
          <p14:tracePt t="56369" x="1555750" y="1854200"/>
          <p14:tracePt t="56432" x="1549400" y="1854200"/>
          <p14:tracePt t="56488" x="1549400" y="1847850"/>
          <p14:tracePt t="56551" x="1555750" y="1847850"/>
          <p14:tracePt t="56600" x="1562100" y="1847850"/>
          <p14:tracePt t="56691" x="1562100" y="1854200"/>
          <p14:tracePt t="56698" x="1562100" y="1860550"/>
          <p14:tracePt t="56741" x="1568450" y="1866900"/>
          <p14:tracePt t="56769" x="1574800" y="1873250"/>
          <p14:tracePt t="56786" x="1574800" y="1879600"/>
          <p14:tracePt t="56803" x="1581150" y="1892300"/>
          <p14:tracePt t="56819" x="1593850" y="1917700"/>
          <p14:tracePt t="56835" x="1619250" y="1962150"/>
          <p14:tracePt t="56853" x="1651000" y="2032000"/>
          <p14:tracePt t="56869" x="1676400" y="2076450"/>
          <p14:tracePt t="56884" x="1708150" y="2171700"/>
          <p14:tracePt t="56903" x="1752600" y="2260600"/>
          <p14:tracePt t="56918" x="1758950" y="2305050"/>
          <p14:tracePt t="56935" x="1790700" y="2355850"/>
          <p14:tracePt t="56952" x="1809750" y="2400300"/>
          <p14:tracePt t="56967" x="1828800" y="2419350"/>
          <p14:tracePt t="56984" x="1847850" y="2463800"/>
          <p14:tracePt t="57003" x="1860550" y="2489200"/>
          <p14:tracePt t="57018" x="1866900" y="2501900"/>
          <p14:tracePt t="57036" x="1873250" y="2527300"/>
          <p14:tracePt t="57051" x="1879600" y="2552700"/>
          <p14:tracePt t="57069" x="1885950" y="2565400"/>
          <p14:tracePt t="57085" x="1892300" y="2603500"/>
          <p14:tracePt t="57102" x="1898650" y="2628900"/>
          <p14:tracePt t="57119" x="1917700" y="2698750"/>
          <p14:tracePt t="57121" x="1924050" y="2724150"/>
          <p14:tracePt t="57151" x="1943100" y="2806700"/>
          <p14:tracePt t="57168" x="1955800" y="2876550"/>
          <p14:tracePt t="57184" x="1962150" y="2946400"/>
          <p14:tracePt t="57200" x="1968500" y="2978150"/>
          <p14:tracePt t="57218" x="1987550" y="3035300"/>
          <p14:tracePt t="57234" x="2000250" y="3105150"/>
          <p14:tracePt t="57252" x="2006600" y="3136900"/>
          <p14:tracePt t="57268" x="2025650" y="3219450"/>
          <p14:tracePt t="57283" x="2051050" y="3302000"/>
          <p14:tracePt t="57299" x="2057400" y="3346450"/>
          <p14:tracePt t="57316" x="2076450" y="3403600"/>
          <p14:tracePt t="57332" x="2095500" y="3467100"/>
          <p14:tracePt t="57349" x="2101850" y="3479800"/>
          <p14:tracePt t="57365" x="2127250" y="3511550"/>
          <p14:tracePt t="57382" x="2127250" y="3524250"/>
          <p14:tracePt t="57399" x="2133600" y="3549650"/>
          <p14:tracePt t="57415" x="2133600" y="3556000"/>
          <p14:tracePt t="57432" x="2133600" y="3562350"/>
          <p14:tracePt t="57456" x="2133600" y="3568700"/>
          <p14:tracePt t="57533" x="2139950" y="3568700"/>
          <p14:tracePt t="57540" x="2146300" y="3568700"/>
          <p14:tracePt t="57554" x="2152650" y="3568700"/>
          <p14:tracePt t="57565" x="2159000" y="3575050"/>
          <p14:tracePt t="57582" x="2178050" y="3587750"/>
          <p14:tracePt t="57598" x="2184400" y="3600450"/>
          <p14:tracePt t="57614" x="2228850" y="3619500"/>
          <p14:tracePt t="57632" x="2324100" y="3663950"/>
          <p14:tracePt t="57648" x="2381250" y="3695700"/>
          <p14:tracePt t="57664" x="2438400" y="3708400"/>
          <p14:tracePt t="57681" x="2628900" y="3778250"/>
          <p14:tracePt t="57698" x="2705100" y="3784600"/>
          <p14:tracePt t="57714" x="2781300" y="3797300"/>
          <p14:tracePt t="57731" x="2952750" y="3816350"/>
          <p14:tracePt t="57747" x="3105150" y="3829050"/>
          <p14:tracePt t="57765" x="3232150" y="3829050"/>
          <p14:tracePt t="57780" x="3270250" y="3829050"/>
          <p14:tracePt t="57797" x="3352800" y="3829050"/>
          <p14:tracePt t="57814" x="3409950" y="3835400"/>
          <p14:tracePt t="57830" x="3429000" y="3835400"/>
          <p14:tracePt t="57847" x="3479800" y="3848100"/>
          <p14:tracePt t="57864" x="3517900" y="3854450"/>
          <p14:tracePt t="57880" x="3543300" y="3860800"/>
          <p14:tracePt t="57897" x="3575050" y="3867150"/>
          <p14:tracePt t="57913" x="3625850" y="3886200"/>
          <p14:tracePt t="57930" x="3644900" y="3892550"/>
          <p14:tracePt t="57947" x="3714750" y="3898900"/>
          <p14:tracePt t="57963" x="3778250" y="3905250"/>
          <p14:tracePt t="57980" x="3822700" y="3911600"/>
          <p14:tracePt t="57997" x="3917950" y="3924300"/>
          <p14:tracePt t="58013" x="3981450" y="3930650"/>
          <p14:tracePt t="58030" x="4095750" y="3930650"/>
          <p14:tracePt t="58046" x="4241800" y="3917950"/>
          <p14:tracePt t="58063" x="4305300" y="3911600"/>
          <p14:tracePt t="58080" x="4438650" y="3879850"/>
          <p14:tracePt t="58096" x="4521200" y="3867150"/>
          <p14:tracePt t="58113" x="4552950" y="3854450"/>
          <p14:tracePt t="58129" x="4584700" y="3848100"/>
          <p14:tracePt t="58146" x="4597400" y="3848100"/>
          <p14:tracePt t="58193" x="4591050" y="3848100"/>
          <p14:tracePt t="58206" x="4584700" y="3848100"/>
          <p14:tracePt t="58215" x="4572000" y="3848100"/>
          <p14:tracePt t="58234" x="4559300" y="3841750"/>
          <p14:tracePt t="58245" x="4552950" y="3841750"/>
          <p14:tracePt t="58263" x="4540250" y="3829050"/>
          <p14:tracePt t="58454" x="4476750" y="3829050"/>
          <p14:tracePt t="58468" x="4400550" y="3829050"/>
          <p14:tracePt t="58475" x="4324350" y="3829050"/>
          <p14:tracePt t="58482" x="4235450" y="3829050"/>
          <p14:tracePt t="58498" x="4146550" y="3829050"/>
          <p14:tracePt t="58511" x="4057650" y="3829050"/>
          <p14:tracePt t="58528" x="3841750" y="3841750"/>
          <p14:tracePt t="58545" x="3663950" y="3873500"/>
          <p14:tracePt t="58561" x="3594100" y="3879850"/>
          <p14:tracePt t="58578" x="3492500" y="3879850"/>
          <p14:tracePt t="58595" x="3422650" y="3886200"/>
          <p14:tracePt t="58611" x="3403600" y="3886200"/>
          <p14:tracePt t="58628" x="3384550" y="3886200"/>
          <p14:tracePt t="58644" x="3371850" y="3886200"/>
          <p14:tracePt t="58692" x="3378200" y="3892550"/>
          <p14:tracePt t="58713" x="3390900" y="3892550"/>
          <p14:tracePt t="58729" x="3397250" y="3892550"/>
          <p14:tracePt t="58734" x="3403600" y="3892550"/>
          <p14:tracePt t="58748" x="3435350" y="3898900"/>
          <p14:tracePt t="58760" x="3479800" y="3911600"/>
          <p14:tracePt t="58777" x="3581400" y="3911600"/>
          <p14:tracePt t="58794" x="3657600" y="3917950"/>
          <p14:tracePt t="58811" x="3848100" y="3917950"/>
          <p14:tracePt t="58827" x="4114800" y="3905250"/>
          <p14:tracePt t="58844" x="4241800" y="3892550"/>
          <p14:tracePt t="58861" x="4508500" y="3886200"/>
          <p14:tracePt t="58877" x="4724400" y="3873500"/>
          <p14:tracePt t="58893" x="4813300" y="3860800"/>
          <p14:tracePt t="58910" x="4933950" y="3841750"/>
          <p14:tracePt t="58926" x="4978400" y="3841750"/>
          <p14:tracePt t="58943" x="4984750" y="3841750"/>
          <p14:tracePt t="58960" x="4991100" y="3841750"/>
          <p14:tracePt t="59015" x="4984750" y="3841750"/>
          <p14:tracePt t="59029" x="4978400" y="3841750"/>
          <p14:tracePt t="59036" x="4972050" y="3841750"/>
          <p14:tracePt t="59046" x="4959350" y="3841750"/>
          <p14:tracePt t="59059" x="4927600" y="3841750"/>
          <p14:tracePt t="59076" x="4889500" y="3841750"/>
          <p14:tracePt t="59092" x="4749800" y="3848100"/>
          <p14:tracePt t="59110" x="4559300" y="3860800"/>
          <p14:tracePt t="59127" x="4445000" y="3867150"/>
          <p14:tracePt t="59142" x="4216400" y="3886200"/>
          <p14:tracePt t="59159" x="4019550" y="3911600"/>
          <p14:tracePt t="59176" x="3879850" y="3930650"/>
          <p14:tracePt t="59192" x="3829050" y="3930650"/>
          <p14:tracePt t="59208" x="3765550" y="3937000"/>
          <p14:tracePt t="59226" x="3752850" y="3943350"/>
          <p14:tracePt t="59344" x="3752850" y="3937000"/>
          <p14:tracePt t="59379" x="3752850" y="3930650"/>
          <p14:tracePt t="59428" x="3752850" y="3924300"/>
          <p14:tracePt t="59527" x="3752850" y="3917950"/>
          <p14:tracePt t="59548" x="3752850" y="3911600"/>
          <p14:tracePt t="59554" x="3746500" y="3911600"/>
          <p14:tracePt t="59569" x="3746500" y="3905250"/>
          <p14:tracePt t="59577" x="3740150" y="3898900"/>
          <p14:tracePt t="59597" x="3740150" y="3892550"/>
          <p14:tracePt t="59608" x="3733800" y="3886200"/>
          <p14:tracePt t="59627" x="3727450" y="3886200"/>
          <p14:tracePt t="59640" x="3727450" y="3879850"/>
          <p14:tracePt t="59657" x="3727450" y="3873500"/>
          <p14:tracePt t="59674" x="3721100" y="3867150"/>
          <p14:tracePt t="59691" x="3721100" y="3860800"/>
          <p14:tracePt t="59708" x="3721100" y="3854450"/>
          <p14:tracePt t="59723" x="3721100" y="3848100"/>
          <p14:tracePt t="59744" x="3721100" y="3841750"/>
          <p14:tracePt t="59765" x="3721100" y="3835400"/>
          <p14:tracePt t="59779" x="3721100" y="3829050"/>
          <p14:tracePt t="59794" x="3721100" y="3822700"/>
          <p14:tracePt t="59815" x="3721100" y="3816350"/>
          <p14:tracePt t="59871" x="3721100" y="3810000"/>
          <p14:tracePt t="60039" x="3714750" y="3810000"/>
          <p14:tracePt t="60074" x="3714750" y="3816350"/>
          <p14:tracePt t="60137" x="3714750" y="3822700"/>
          <p14:tracePt t="60221" x="3714750" y="3829050"/>
          <p14:tracePt t="60255" x="3721100" y="3829050"/>
          <p14:tracePt t="60270" x="3727450" y="3829050"/>
          <p14:tracePt t="60277" x="3733800" y="3829050"/>
          <p14:tracePt t="60292" x="3746500" y="3822700"/>
          <p14:tracePt t="60306" x="3778250" y="3816350"/>
          <p14:tracePt t="60322" x="3810000" y="3803650"/>
          <p14:tracePt t="60339" x="3829050" y="3784600"/>
          <p14:tracePt t="60355" x="3898900" y="3771900"/>
          <p14:tracePt t="60371" x="3962400" y="3740150"/>
          <p14:tracePt t="60389" x="4000500" y="3733800"/>
          <p14:tracePt t="60405" x="4044950" y="3721100"/>
          <p14:tracePt t="60421" x="4076700" y="3714750"/>
          <p14:tracePt t="60439" x="4095750" y="3708400"/>
          <p14:tracePt t="60455" x="4102100" y="3708400"/>
          <p14:tracePt t="60516" x="4095750" y="3708400"/>
          <p14:tracePt t="60558" x="4089400" y="3714750"/>
          <p14:tracePt t="60579" x="4083050" y="3714750"/>
          <p14:tracePt t="60607" x="4083050" y="3721100"/>
          <p14:tracePt t="60642" x="4083050" y="3727450"/>
          <p14:tracePt t="60649" x="4083050" y="3733800"/>
          <p14:tracePt t="60677" x="4083050" y="3740150"/>
          <p14:tracePt t="60712" x="4089400" y="3746500"/>
          <p14:tracePt t="60719" x="4095750" y="3752850"/>
          <p14:tracePt t="60726" x="4102100" y="3759200"/>
          <p14:tracePt t="60740" x="4114800" y="3771900"/>
          <p14:tracePt t="60754" x="4133850" y="3784600"/>
          <p14:tracePt t="60771" x="4184650" y="3816350"/>
          <p14:tracePt t="60786" x="4210050" y="3829050"/>
          <p14:tracePt t="60803" x="4260850" y="3860800"/>
          <p14:tracePt t="60820" x="4318000" y="3873500"/>
          <p14:tracePt t="60836" x="4337050" y="3886200"/>
          <p14:tracePt t="60854" x="4387850" y="3905250"/>
          <p14:tracePt t="60870" x="4432300" y="3917950"/>
          <p14:tracePt t="60887" x="4470400" y="3917950"/>
          <p14:tracePt t="60903" x="4483100" y="3917950"/>
          <p14:tracePt t="60920" x="4502150" y="3917950"/>
          <p14:tracePt t="60937" x="4546600" y="3917950"/>
          <p14:tracePt t="60953" x="4559300" y="3917950"/>
          <p14:tracePt t="60970" x="4572000" y="3917950"/>
          <p14:tracePt t="60986" x="4591050" y="3917950"/>
          <p14:tracePt t="61003" x="4610100" y="3917950"/>
          <p14:tracePt t="61020" x="4616450" y="3917950"/>
          <p14:tracePt t="61036" x="4629150" y="3917950"/>
          <p14:tracePt t="61052" x="4635500" y="3911600"/>
          <p14:tracePt t="61070" x="4641850" y="3911600"/>
          <p14:tracePt t="61589" x="4635500" y="3911600"/>
          <p14:tracePt t="61718" x="4629150" y="3911600"/>
          <p14:tracePt t="61818" x="4622800" y="3911600"/>
          <p14:tracePt t="61983" x="4616450" y="3911600"/>
          <p14:tracePt t="62034" x="4610100" y="3917950"/>
          <p14:tracePt t="62069" x="4603750" y="3917950"/>
          <p14:tracePt t="62099" x="4597400" y="3924300"/>
          <p14:tracePt t="62131" x="4591050" y="3924300"/>
          <p14:tracePt t="62241" x="4584700" y="3924300"/>
          <p14:tracePt t="62283" x="4578350" y="3924300"/>
          <p14:tracePt t="62311" x="4572000" y="3924300"/>
          <p14:tracePt t="62354" x="4565650" y="3924300"/>
          <p14:tracePt t="62381" x="4559300" y="3924300"/>
          <p14:tracePt t="62410" x="4552950" y="3924300"/>
          <p14:tracePt t="62445" x="4552950" y="3930650"/>
          <p14:tracePt t="62501" x="4546600" y="3930650"/>
          <p14:tracePt t="62521" x="4546600" y="3937000"/>
          <p14:tracePt t="62535" x="4540250" y="3937000"/>
          <p14:tracePt t="62542" x="4533900" y="3943350"/>
          <p14:tracePt t="62550" x="4527550" y="3943350"/>
          <p14:tracePt t="62567" x="4521200" y="3943350"/>
          <p14:tracePt t="62581" x="4521200" y="3949700"/>
          <p14:tracePt t="62598" x="4514850" y="3956050"/>
          <p14:tracePt t="62630" x="4508500" y="3962400"/>
          <p14:tracePt t="62648" x="4502150" y="3962400"/>
          <p14:tracePt t="62664" x="4495800" y="3962400"/>
          <p14:tracePt t="62683" x="4489450" y="3968750"/>
          <p14:tracePt t="62711" x="4483100" y="3975100"/>
          <p14:tracePt t="62747" x="4476750" y="3981450"/>
          <p14:tracePt t="62764" x="4476750" y="3994150"/>
          <p14:tracePt t="62782" x="4470400" y="4000500"/>
          <p14:tracePt t="62798" x="4470400" y="4006850"/>
          <p14:tracePt t="62814" x="4470400" y="4013200"/>
          <p14:tracePt t="62832" x="4451350" y="4044950"/>
          <p14:tracePt t="62847" x="4451350" y="4051300"/>
          <p14:tracePt t="62865" x="4438650" y="4070350"/>
          <p14:tracePt t="62881" x="4432300" y="4076700"/>
          <p14:tracePt t="62897" x="4432300" y="4095750"/>
          <p14:tracePt t="62914" x="4432300" y="4102100"/>
          <p14:tracePt t="62947" x="4425950" y="4108450"/>
          <p14:tracePt t="63030" x="4425950" y="4114800"/>
          <p14:tracePt t="63114" x="4425950" y="4121150"/>
          <p14:tracePt t="63148" x="4419600" y="4127500"/>
          <p14:tracePt t="63163" x="4413250" y="4133850"/>
          <p14:tracePt t="63181" x="4406900" y="4146550"/>
          <p14:tracePt t="63197" x="4400550" y="4152900"/>
          <p14:tracePt t="63213" x="4394200" y="4152900"/>
          <p14:tracePt t="63230" x="4381500" y="4165600"/>
          <p14:tracePt t="63245" x="4356100" y="4191000"/>
          <p14:tracePt t="63262" x="4337050" y="4210050"/>
          <p14:tracePt t="63279" x="4298950" y="4235450"/>
          <p14:tracePt t="63294" x="4260850" y="4260850"/>
          <p14:tracePt t="63311" x="4235450" y="4279900"/>
          <p14:tracePt t="63328" x="4197350" y="4305300"/>
          <p14:tracePt t="63344" x="4133850" y="4337050"/>
          <p14:tracePt t="63361" x="4102100" y="4356100"/>
          <p14:tracePt t="63378" x="4044950" y="4375150"/>
          <p14:tracePt t="63394" x="3994150" y="4387850"/>
          <p14:tracePt t="63411" x="3968750" y="4400550"/>
          <p14:tracePt t="63428" x="3924300" y="4400550"/>
          <p14:tracePt t="63444" x="3886200" y="4406900"/>
          <p14:tracePt t="63462" x="3854450" y="4406900"/>
          <p14:tracePt t="63478" x="3841750" y="4406900"/>
          <p14:tracePt t="63494" x="3829050" y="4406900"/>
          <p14:tracePt t="63511" x="3803650" y="4406900"/>
          <p14:tracePt t="63527" x="3797300" y="4406900"/>
          <p14:tracePt t="63544" x="3790950" y="4406900"/>
          <p14:tracePt t="63561" x="3784600" y="4406900"/>
          <p14:tracePt t="63577" x="3778250" y="4406900"/>
          <p14:tracePt t="63735" x="3778250" y="4400550"/>
          <p14:tracePt t="63763" x="3790950" y="4400550"/>
          <p14:tracePt t="63784" x="3797300" y="4400550"/>
          <p14:tracePt t="63805" x="3803650" y="4394200"/>
          <p14:tracePt t="63812" x="3810000" y="4394200"/>
          <p14:tracePt t="63854" x="3816350" y="4394200"/>
          <p14:tracePt t="63875" x="3816350" y="4387850"/>
          <p14:tracePt t="63918" x="3816350" y="4381500"/>
          <p14:tracePt t="63995" x="3816350" y="4375150"/>
          <p14:tracePt t="64037" x="3822700" y="4375150"/>
          <p14:tracePt t="64079" x="3829050" y="4375150"/>
          <p14:tracePt t="64093" x="3835400" y="4368800"/>
          <p14:tracePt t="64107" x="3841750" y="4368800"/>
          <p14:tracePt t="64114" x="3848100" y="4368800"/>
          <p14:tracePt t="64129" x="3854450" y="4362450"/>
          <p14:tracePt t="64142" x="3860800" y="4362450"/>
          <p14:tracePt t="64159" x="3898900" y="4356100"/>
          <p14:tracePt t="64175" x="3924300" y="4349750"/>
          <p14:tracePt t="64192" x="3975100" y="4343400"/>
          <p14:tracePt t="64209" x="4025900" y="4330700"/>
          <p14:tracePt t="64225" x="4044950" y="4330700"/>
          <p14:tracePt t="64241" x="4076700" y="4324350"/>
          <p14:tracePt t="64258" x="4102100" y="4324350"/>
          <p14:tracePt t="64276" x="4114800" y="4324350"/>
          <p14:tracePt t="64291" x="4121150" y="4318000"/>
          <p14:tracePt t="64308" x="4127500" y="4318000"/>
          <p14:tracePt t="64829" x="4133850" y="4318000"/>
          <p14:tracePt t="64836" x="4140200" y="4318000"/>
          <p14:tracePt t="64850" x="4152900" y="4318000"/>
          <p14:tracePt t="64859" x="4171950" y="4318000"/>
          <p14:tracePt t="64873" x="4203700" y="4318000"/>
          <p14:tracePt t="64889" x="4292600" y="4324350"/>
          <p14:tracePt t="64907" x="4343400" y="4324350"/>
          <p14:tracePt t="64923" x="4451350" y="4318000"/>
          <p14:tracePt t="64939" x="4578350" y="4318000"/>
          <p14:tracePt t="64956" x="4711700" y="4311650"/>
          <p14:tracePt t="64972" x="4787900" y="4311650"/>
          <p14:tracePt t="64989" x="4864100" y="4298950"/>
          <p14:tracePt t="65006" x="5086350" y="4254500"/>
          <p14:tracePt t="65023" x="5156200" y="4235450"/>
          <p14:tracePt t="65039" x="5245100" y="4222750"/>
          <p14:tracePt t="65055" x="5289550" y="4216400"/>
          <p14:tracePt t="65071" x="5359400" y="4203700"/>
          <p14:tracePt t="65089" x="5429250" y="4184650"/>
          <p14:tracePt t="65105" x="5461000" y="4184650"/>
          <p14:tracePt t="65122" x="5518150" y="4178300"/>
          <p14:tracePt t="65139" x="5549900" y="4165600"/>
          <p14:tracePt t="65155" x="5562600" y="4165600"/>
          <p14:tracePt t="65172" x="5581650" y="4159250"/>
          <p14:tracePt t="65188" x="5588000" y="4152900"/>
          <p14:tracePt t="65229" x="5581650" y="4159250"/>
          <p14:tracePt t="65238" x="5575300" y="4159250"/>
          <p14:tracePt t="65255" x="5562600" y="4165600"/>
          <p14:tracePt t="65271" x="5556250" y="4178300"/>
          <p14:tracePt t="65657" x="5568950" y="4178300"/>
          <p14:tracePt t="65672" x="5600700" y="4159250"/>
          <p14:tracePt t="65679" x="5632450" y="4133850"/>
          <p14:tracePt t="65687" x="5676900" y="4121150"/>
          <p14:tracePt t="65703" x="5721350" y="4089400"/>
          <p14:tracePt t="65720" x="5765800" y="4076700"/>
          <p14:tracePt t="65736" x="5829300" y="4025900"/>
          <p14:tracePt t="65753" x="5886450" y="3981450"/>
          <p14:tracePt t="65756" x="5911850" y="3943350"/>
          <p14:tracePt t="65773" x="5943600" y="3911600"/>
          <p14:tracePt t="65786" x="5962650" y="3879850"/>
          <p14:tracePt t="65803" x="6000750" y="3822700"/>
          <p14:tracePt t="65820" x="6019800" y="3765550"/>
          <p14:tracePt t="65836" x="6038850" y="3746500"/>
          <p14:tracePt t="65853" x="6057900" y="3695700"/>
          <p14:tracePt t="65869" x="6089650" y="3638550"/>
          <p14:tracePt t="65886" x="6096000" y="3619500"/>
          <p14:tracePt t="65903" x="6115050" y="3575050"/>
          <p14:tracePt t="65918" x="6127750" y="3549650"/>
          <p14:tracePt t="65936" x="6134100" y="3536950"/>
          <p14:tracePt t="65953" x="6140450" y="3511550"/>
          <p14:tracePt t="65969" x="6146800" y="3486150"/>
          <p14:tracePt t="65986" x="6146800" y="3473450"/>
          <p14:tracePt t="66002" x="6146800" y="3460750"/>
          <p14:tracePt t="66019" x="6146800" y="3454400"/>
          <p14:tracePt t="66036" x="6146800" y="3441700"/>
          <p14:tracePt t="66052" x="6146800" y="3429000"/>
          <p14:tracePt t="66085" x="6146800" y="3416300"/>
          <p14:tracePt t="66102" x="6146800" y="3403600"/>
          <p14:tracePt t="66118" x="6140450" y="3403600"/>
          <p14:tracePt t="66151" x="6140450" y="3397250"/>
          <p14:tracePt t="66172" x="6134100" y="3390900"/>
          <p14:tracePt t="66185" x="6127750" y="3384550"/>
          <p14:tracePt t="66201" x="6102350" y="3378200"/>
          <p14:tracePt t="66218" x="6070600" y="3359150"/>
          <p14:tracePt t="66234" x="5994400" y="3321050"/>
          <p14:tracePt t="66251" x="5873750" y="3270250"/>
          <p14:tracePt t="66268" x="5803900" y="3251200"/>
          <p14:tracePt t="66284" x="5657850" y="3213100"/>
          <p14:tracePt t="66301" x="5594350" y="3213100"/>
          <p14:tracePt t="66318" x="5397500" y="3187700"/>
          <p14:tracePt t="66334" x="5334000" y="3187700"/>
          <p14:tracePt t="66351" x="5257800" y="3187700"/>
          <p14:tracePt t="66368" x="5080000" y="3187700"/>
          <p14:tracePt t="66384" x="5022850" y="3206750"/>
          <p14:tracePt t="66401" x="4940300" y="3219450"/>
          <p14:tracePt t="66418" x="4845050" y="3232150"/>
          <p14:tracePt t="66434" x="4806950" y="3238500"/>
          <p14:tracePt t="66451" x="4711700" y="3244850"/>
          <p14:tracePt t="66467" x="4648200" y="3244850"/>
          <p14:tracePt t="66484" x="4591050" y="3257550"/>
          <p14:tracePt t="66501" x="4527550" y="3257550"/>
          <p14:tracePt t="66517" x="4470400" y="3257550"/>
          <p14:tracePt t="66534" x="4438650" y="3257550"/>
          <p14:tracePt t="66551" x="4387850" y="3244850"/>
          <p14:tracePt t="66567" x="4343400" y="3238500"/>
          <p14:tracePt t="66583" x="4318000" y="3238500"/>
          <p14:tracePt t="66600" x="4286250" y="3238500"/>
          <p14:tracePt t="66617" x="4273550" y="3238500"/>
          <p14:tracePt t="67033" x="4254500" y="3238500"/>
          <p14:tracePt t="67040" x="4235450" y="3238500"/>
          <p14:tracePt t="67054" x="4216400" y="3238500"/>
          <p14:tracePt t="67064" x="4191000" y="3238500"/>
          <p14:tracePt t="67082" x="4159250" y="3251200"/>
          <p14:tracePt t="67098" x="4152900" y="3251200"/>
          <p14:tracePt t="67115" x="4146550" y="3251200"/>
          <p14:tracePt t="67132" x="4140200" y="3251200"/>
          <p14:tracePt t="67194" x="4133850" y="3251200"/>
          <p14:tracePt t="67432" x="4127500" y="3251200"/>
          <p14:tracePt t="67454" x="4121150" y="3251200"/>
          <p14:tracePt t="67460" x="4121150" y="3257550"/>
          <p14:tracePt t="67475" x="4114800" y="3257550"/>
          <p14:tracePt t="67503" x="4102100" y="3263900"/>
          <p14:tracePt t="67524" x="4102100" y="3270250"/>
          <p14:tracePt t="67532" x="4095750" y="3270250"/>
          <p14:tracePt t="67552" x="4089400" y="3276600"/>
          <p14:tracePt t="67566" x="4083050" y="3276600"/>
          <p14:tracePt t="67573" x="4076700" y="3276600"/>
          <p14:tracePt t="67587" x="4070350" y="3282950"/>
          <p14:tracePt t="67596" x="4064000" y="3282950"/>
          <p14:tracePt t="67613" x="4044950" y="3289300"/>
          <p14:tracePt t="67630" x="4025900" y="3295650"/>
          <p14:tracePt t="67646" x="3987800" y="3295650"/>
          <p14:tracePt t="67664" x="3962400" y="3302000"/>
          <p14:tracePt t="67680" x="3949700" y="3308350"/>
          <p14:tracePt t="67696" x="3943350" y="3308350"/>
          <p14:tracePt t="67714" x="3937000" y="3308350"/>
          <p14:tracePt t="67746" x="3930650" y="3308350"/>
          <p14:tracePt t="67965" x="3937000" y="3308350"/>
          <p14:tracePt t="67972" x="3943350" y="3314700"/>
          <p14:tracePt t="67986" x="3949700" y="3314700"/>
          <p14:tracePt t="67995" x="3962400" y="3321050"/>
          <p14:tracePt t="68012" x="3987800" y="3327400"/>
          <p14:tracePt t="68029" x="4032250" y="3333750"/>
          <p14:tracePt t="68044" x="4083050" y="3346450"/>
          <p14:tracePt t="68062" x="4114800" y="3352800"/>
          <p14:tracePt t="68078" x="4159250" y="3371850"/>
          <p14:tracePt t="68095" x="4191000" y="3371850"/>
          <p14:tracePt t="68113" x="4210050" y="3378200"/>
          <p14:tracePt t="68144" x="4216400" y="3378200"/>
          <p14:tracePt t="68162" x="4222750" y="3378200"/>
          <p14:tracePt t="68253" x="4216400" y="3378200"/>
          <p14:tracePt t="68295" x="4210050" y="3378200"/>
          <p14:tracePt t="68302" x="4203700" y="3378200"/>
          <p14:tracePt t="68323" x="4197350" y="3378200"/>
          <p14:tracePt t="68365" x="4191000" y="3371850"/>
          <p14:tracePt t="68372" x="4184650" y="3371850"/>
          <p14:tracePt t="68386" x="4178300" y="3371850"/>
          <p14:tracePt t="68407" x="4171950" y="3371850"/>
          <p14:tracePt t="68414" x="4165600" y="3365500"/>
          <p14:tracePt t="68430" x="4152900" y="3365500"/>
          <p14:tracePt t="68444" x="4114800" y="3352800"/>
          <p14:tracePt t="68461" x="4083050" y="3346450"/>
          <p14:tracePt t="68477" x="4032250" y="3340100"/>
          <p14:tracePt t="68493" x="3994150" y="3340100"/>
          <p14:tracePt t="68510" x="3943350" y="3321050"/>
          <p14:tracePt t="68527" x="3892550" y="3314700"/>
          <p14:tracePt t="68544" x="3873500" y="3314700"/>
          <p14:tracePt t="68560" x="3841750" y="3314700"/>
          <p14:tracePt t="68577" x="3822700" y="3308350"/>
          <p14:tracePt t="68593" x="3816350" y="3308350"/>
          <p14:tracePt t="68645" x="3810000" y="3308350"/>
          <p14:tracePt t="69789" x="3816350" y="3308350"/>
          <p14:tracePt t="69838" x="3822700" y="3308350"/>
          <p14:tracePt t="69887" x="3829050" y="3302000"/>
          <p14:tracePt t="69908" x="3835400" y="3302000"/>
          <p14:tracePt t="69936" x="3841750" y="3302000"/>
          <p14:tracePt t="69950" x="3848100" y="3302000"/>
          <p14:tracePt t="69973" x="3854450" y="3302000"/>
          <p14:tracePt t="69978" x="3860800" y="3302000"/>
          <p14:tracePt t="69988" x="3879850" y="3302000"/>
          <p14:tracePt t="70005" x="3898900" y="3302000"/>
          <p14:tracePt t="70021" x="3968750" y="3308350"/>
          <p14:tracePt t="70038" x="4057650" y="3314700"/>
          <p14:tracePt t="70055" x="4165600" y="3321050"/>
          <p14:tracePt t="70071" x="4216400" y="3321050"/>
          <p14:tracePt t="70088" x="4254500" y="3321050"/>
          <p14:tracePt t="70105" x="4311650" y="3321050"/>
          <p14:tracePt t="70121" x="4343400" y="3321050"/>
          <p14:tracePt t="70138" x="4356100" y="3321050"/>
          <p14:tracePt t="70154" x="4368800" y="3321050"/>
          <p14:tracePt t="70171" x="4381500" y="3321050"/>
          <p14:tracePt t="70406" x="4394200" y="3321050"/>
          <p14:tracePt t="70421" x="4413250" y="3321050"/>
          <p14:tracePt t="70427" x="4451350" y="3321050"/>
          <p14:tracePt t="70441" x="4502150" y="3321050"/>
          <p14:tracePt t="70453" x="4565650" y="3321050"/>
          <p14:tracePt t="70470" x="4743450" y="3321050"/>
          <p14:tracePt t="70486" x="4845050" y="3321050"/>
          <p14:tracePt t="70504" x="5073650" y="3327400"/>
          <p14:tracePt t="70519" x="5327650" y="3346450"/>
          <p14:tracePt t="70536" x="5454650" y="3365500"/>
          <p14:tracePt t="70554" x="5715000" y="3422650"/>
          <p14:tracePt t="70569" x="5956300" y="3473450"/>
          <p14:tracePt t="70586" x="6051550" y="3505200"/>
          <p14:tracePt t="70603" x="6210300" y="3556000"/>
          <p14:tracePt t="70619" x="6318250" y="3600450"/>
          <p14:tracePt t="70636" x="6362700" y="3625850"/>
          <p14:tracePt t="70653" x="6451600" y="3689350"/>
          <p14:tracePt t="70669" x="6489700" y="3714750"/>
          <p14:tracePt t="70686" x="6540500" y="3771900"/>
          <p14:tracePt t="70702" x="6604000" y="3841750"/>
          <p14:tracePt t="70720" x="6623050" y="3860800"/>
          <p14:tracePt t="70736" x="6673850" y="3930650"/>
          <p14:tracePt t="70752" x="6711950" y="3975100"/>
          <p14:tracePt t="70769" x="6731000" y="3987800"/>
          <p14:tracePt t="70786" x="6756400" y="4006850"/>
          <p14:tracePt t="70802" x="6762750" y="4013200"/>
          <p14:tracePt t="70819" x="6775450" y="4019550"/>
          <p14:tracePt t="70822" x="6781800" y="4025900"/>
          <p14:tracePt t="70836" x="6794500" y="4032250"/>
          <p14:tracePt t="70852" x="6807200" y="4038600"/>
          <p14:tracePt t="70869" x="6819900" y="4044950"/>
          <p14:tracePt t="70885" x="6826250" y="4044950"/>
          <p14:tracePt t="70946" x="6819900" y="4044950"/>
          <p14:tracePt t="70953" x="6813550" y="4044950"/>
          <p14:tracePt t="70960" x="6807200" y="4044950"/>
          <p14:tracePt t="70974" x="6794500" y="4044950"/>
          <p14:tracePt t="70984" x="6775450" y="4044950"/>
          <p14:tracePt t="71003" x="6686550" y="4025900"/>
          <p14:tracePt t="71018" x="6604000" y="4019550"/>
          <p14:tracePt t="71035" x="6388100" y="3994150"/>
          <p14:tracePt t="71052" x="6102350" y="3987800"/>
          <p14:tracePt t="71068" x="5918200" y="3975100"/>
          <p14:tracePt t="71085" x="5549900" y="3975100"/>
          <p14:tracePt t="71101" x="5181600" y="3981450"/>
          <p14:tracePt t="71118" x="5041900" y="3987800"/>
          <p14:tracePt t="71135" x="4781550" y="4019550"/>
          <p14:tracePt t="71151" x="4603750" y="4051300"/>
          <p14:tracePt t="71167" x="4533900" y="4070350"/>
          <p14:tracePt t="71185" x="4438650" y="4095750"/>
          <p14:tracePt t="71200" x="4368800" y="4127500"/>
          <p14:tracePt t="71217" x="4324350" y="4146550"/>
          <p14:tracePt t="71234" x="4260850" y="4178300"/>
          <p14:tracePt t="71251" x="4184650" y="4203700"/>
          <p14:tracePt t="71267" x="4165600" y="4210050"/>
          <p14:tracePt t="71284" x="4102100" y="4235450"/>
          <p14:tracePt t="71300" x="4064000" y="4248150"/>
          <p14:tracePt t="71319" x="3987800" y="4267200"/>
          <p14:tracePt t="71334" x="3943350" y="4267200"/>
          <p14:tracePt t="71350" x="3917950" y="4267200"/>
          <p14:tracePt t="71367" x="3841750" y="4267200"/>
          <p14:tracePt t="71383" x="3771900" y="4267200"/>
          <p14:tracePt t="71400" x="3752850" y="4267200"/>
          <p14:tracePt t="71417" x="3721100" y="4267200"/>
          <p14:tracePt t="71433" x="3708400" y="4267200"/>
          <p14:tracePt t="71450" x="3702050" y="4267200"/>
          <p14:tracePt t="71466" x="3695700" y="4267200"/>
          <p14:tracePt t="71781" x="3702050" y="4267200"/>
          <p14:tracePt t="71795" x="3714750" y="4279900"/>
          <p14:tracePt t="71802" x="3727450" y="4279900"/>
          <p14:tracePt t="71816" x="3759200" y="4286250"/>
          <p14:tracePt t="71832" x="3873500" y="4305300"/>
          <p14:tracePt t="71850" x="3968750" y="4311650"/>
          <p14:tracePt t="71865" x="4197350" y="4330700"/>
          <p14:tracePt t="71882" x="4445000" y="4330700"/>
          <p14:tracePt t="71899" x="4559300" y="4330700"/>
          <p14:tracePt t="71915" x="4756150" y="4318000"/>
          <p14:tracePt t="71932" x="4832350" y="4298950"/>
          <p14:tracePt t="71949" x="4921250" y="4286250"/>
          <p14:tracePt t="71965" x="4933950" y="4286250"/>
          <p14:tracePt t="71981" x="4933950" y="4279900"/>
          <p14:tracePt t="71999" x="4940300" y="4279900"/>
          <p14:tracePt t="72014" x="4933950" y="4279900"/>
          <p14:tracePt t="72032" x="4927600" y="4279900"/>
          <p14:tracePt t="72048" x="4914900" y="4279900"/>
          <p14:tracePt t="72066" x="4883150" y="4279900"/>
          <p14:tracePt t="72081" x="4864100" y="4279900"/>
          <p14:tracePt t="72098" x="4794250" y="4279900"/>
          <p14:tracePt t="72114" x="4686300" y="4267200"/>
          <p14:tracePt t="72131" x="4648200" y="4260850"/>
          <p14:tracePt t="72148" x="4565650" y="4260850"/>
          <p14:tracePt t="72165" x="4533900" y="4260850"/>
          <p14:tracePt t="72181" x="4514850" y="4260850"/>
          <p14:tracePt t="72214" x="4514850" y="4254500"/>
          <p14:tracePt t="72231" x="4546600" y="4254500"/>
          <p14:tracePt t="72247" x="4565650" y="4248150"/>
          <p14:tracePt t="72265" x="4654550" y="4241800"/>
          <p14:tracePt t="72280" x="4730750" y="4229100"/>
          <p14:tracePt t="72297" x="4933950" y="4222750"/>
          <p14:tracePt t="72314" x="5162550" y="4197350"/>
          <p14:tracePt t="72330" x="5264150" y="4191000"/>
          <p14:tracePt t="72334" x="5346700" y="4171950"/>
          <p14:tracePt t="72347" x="5410200" y="4159250"/>
          <p14:tracePt t="72364" x="5461000" y="4146550"/>
          <p14:tracePt t="72380" x="5473700" y="4146550"/>
          <p14:tracePt t="72396" x="5480050" y="4140200"/>
          <p14:tracePt t="72413" x="5473700" y="4140200"/>
          <p14:tracePt t="72430" x="5467350" y="4140200"/>
          <p14:tracePt t="72447" x="5454650" y="4146550"/>
          <p14:tracePt t="72463" x="5429250" y="4146550"/>
          <p14:tracePt t="72480" x="5397500" y="4152900"/>
          <p14:tracePt t="72497" x="5295900" y="4159250"/>
          <p14:tracePt t="72513" x="5162550" y="4171950"/>
          <p14:tracePt t="72530" x="5099050" y="4178300"/>
          <p14:tracePt t="72546" x="4991100" y="4191000"/>
          <p14:tracePt t="72563" x="4965700" y="4197350"/>
          <p14:tracePt t="72580" x="4921250" y="4203700"/>
          <p14:tracePt t="72644" x="4927600" y="4203700"/>
          <p14:tracePt t="72651" x="4940300" y="4203700"/>
          <p14:tracePt t="72666" x="4953000" y="4203700"/>
          <p14:tracePt t="72679" x="4972050" y="4197350"/>
          <p14:tracePt t="72696" x="5022850" y="4191000"/>
          <p14:tracePt t="72712" x="5054600" y="4178300"/>
          <p14:tracePt t="72729" x="5137150" y="4165600"/>
          <p14:tracePt t="72745" x="5194300" y="4152900"/>
          <p14:tracePt t="72763" x="5226050" y="4133850"/>
          <p14:tracePt t="72779" x="5232400" y="4133850"/>
          <p14:tracePt t="72814" x="5226050" y="4133850"/>
          <p14:tracePt t="72833" x="5213350" y="4140200"/>
          <p14:tracePt t="72848" x="5200650" y="4140200"/>
          <p14:tracePt t="72862" x="5137150" y="4146550"/>
          <p14:tracePt t="72878" x="5099050" y="4146550"/>
          <p14:tracePt t="72896" x="5035550" y="4159250"/>
          <p14:tracePt t="72911" x="4889500" y="4178300"/>
          <p14:tracePt t="72928" x="4749800" y="4203700"/>
          <p14:tracePt t="72945" x="4667250" y="4210050"/>
          <p14:tracePt t="72961" x="4635500" y="4222750"/>
          <p14:tracePt t="72978" x="4616450" y="4222750"/>
          <p14:tracePt t="73011" x="4622800" y="4222750"/>
          <p14:tracePt t="73028" x="4654550" y="4222750"/>
          <p14:tracePt t="73044" x="4730750" y="4210050"/>
          <p14:tracePt t="73061" x="4800600" y="4191000"/>
          <p14:tracePt t="73078" x="4959350" y="4165600"/>
          <p14:tracePt t="73094" x="5099050" y="4152900"/>
          <p14:tracePt t="73111" x="5162550" y="4146550"/>
          <p14:tracePt t="73128" x="5219700" y="4146550"/>
          <p14:tracePt t="73144" x="5232400" y="4140200"/>
          <p14:tracePt t="73184" x="5226050" y="4140200"/>
          <p14:tracePt t="73198" x="5219700" y="4140200"/>
          <p14:tracePt t="73210" x="5213350" y="4140200"/>
          <p14:tracePt t="73227" x="5200650" y="4140200"/>
          <p14:tracePt t="73243" x="5187950" y="4140200"/>
          <p14:tracePt t="73261" x="5137150" y="4140200"/>
          <p14:tracePt t="73277" x="5035550" y="4133850"/>
          <p14:tracePt t="73293" x="4972050" y="4133850"/>
          <p14:tracePt t="73310" x="4768850" y="4152900"/>
          <p14:tracePt t="73327" x="4527550" y="4159250"/>
          <p14:tracePt t="73343" x="4413250" y="4184650"/>
          <p14:tracePt t="73360" x="4171950" y="4216400"/>
          <p14:tracePt t="73377" x="3924300" y="4248150"/>
          <p14:tracePt t="73394" x="3708400" y="4298950"/>
          <p14:tracePt t="73409" x="3613150" y="4318000"/>
          <p14:tracePt t="73426" x="3435350" y="4337050"/>
          <p14:tracePt t="73443" x="3282950" y="4349750"/>
          <p14:tracePt t="73460" x="3194050" y="4349750"/>
          <p14:tracePt t="73476" x="3117850" y="4356100"/>
          <p14:tracePt t="73493" x="2997200" y="4356100"/>
          <p14:tracePt t="73509" x="2978150" y="4356100"/>
          <p14:tracePt t="73527" x="2971800" y="4356100"/>
          <p14:tracePt t="73543" x="2959100" y="4356100"/>
          <p14:tracePt t="73696" x="2965450" y="4356100"/>
          <p14:tracePt t="73703" x="2984500" y="4349750"/>
          <p14:tracePt t="74609" x="3022600" y="4349750"/>
          <p14:tracePt t="74616" x="3060700" y="4349750"/>
          <p14:tracePt t="74630" x="3111500" y="4349750"/>
          <p14:tracePt t="74638" x="3162300" y="4349750"/>
          <p14:tracePt t="74655" x="3225800" y="4349750"/>
          <p14:tracePt t="74672" x="3359150" y="4324350"/>
          <p14:tracePt t="74689" x="3562350" y="4292600"/>
          <p14:tracePt t="74705" x="3689350" y="4260850"/>
          <p14:tracePt t="74723" x="3975100" y="4184650"/>
          <p14:tracePt t="74738" x="4241800" y="4038600"/>
          <p14:tracePt t="74756" x="4483100" y="3917950"/>
          <p14:tracePt t="74772" x="4591050" y="3854450"/>
          <p14:tracePt t="74788" x="4686300" y="3790950"/>
          <p14:tracePt t="74805" x="4883150" y="3644900"/>
          <p14:tracePt t="74822" x="4933950" y="3600450"/>
          <p14:tracePt t="74838" x="4965700" y="3575050"/>
          <p14:tracePt t="74855" x="5029200" y="3524250"/>
          <p14:tracePt t="74871" x="5060950" y="3479800"/>
          <p14:tracePt t="74889" x="5073650" y="3460750"/>
          <p14:tracePt t="74904" x="5099050" y="3422650"/>
          <p14:tracePt t="74921" x="5124450" y="3384550"/>
          <p14:tracePt t="74939" x="5137150" y="3352800"/>
          <p14:tracePt t="74954" x="5143500" y="3333750"/>
          <p14:tracePt t="74971" x="5162550" y="3308350"/>
          <p14:tracePt t="74988" x="5168900" y="3289300"/>
          <p14:tracePt t="75005" x="5175250" y="3289300"/>
          <p14:tracePt t="75021" x="5181600" y="3270250"/>
          <p14:tracePt t="75038" x="5187950" y="3263900"/>
          <p14:tracePt t="75075" x="5187950" y="3257550"/>
          <p14:tracePt t="75087" x="5181600" y="3257550"/>
          <p14:tracePt t="75121" x="5181600" y="3263900"/>
          <p14:tracePt t="75128" x="5181600" y="3270250"/>
          <p14:tracePt t="75170" x="5181600" y="3276600"/>
          <p14:tracePt t="78294" x="5181600" y="3289300"/>
          <p14:tracePt t="78307" x="5181600" y="3295650"/>
          <p14:tracePt t="78314" x="5175250" y="3321050"/>
          <p14:tracePt t="78326" x="5156200" y="3333750"/>
          <p14:tracePt t="78343" x="5143500" y="3359150"/>
          <p14:tracePt t="78359" x="5143500" y="3371850"/>
          <p14:tracePt t="78376" x="5143500" y="3378200"/>
          <p14:tracePt t="78393" x="5137150" y="3403600"/>
          <p14:tracePt t="78409" x="5137150" y="3409950"/>
          <p14:tracePt t="78413" x="5137150" y="3422650"/>
          <p14:tracePt t="78434" x="5137150" y="3435350"/>
          <p14:tracePt t="78455" x="5137150" y="3441700"/>
          <p14:tracePt t="78462" x="5149850" y="3454400"/>
          <p14:tracePt t="78478" x="5162550" y="3460750"/>
          <p14:tracePt t="78492" x="5181600" y="3473450"/>
          <p14:tracePt t="78509" x="5219700" y="3517900"/>
          <p14:tracePt t="78526" x="5302250" y="3606800"/>
          <p14:tracePt t="78542" x="5359400" y="3670300"/>
          <p14:tracePt t="78559" x="5492750" y="3797300"/>
          <p14:tracePt t="78575" x="5632450" y="3917950"/>
          <p14:tracePt t="78592" x="5702300" y="3981450"/>
          <p14:tracePt t="78609" x="5842000" y="4070350"/>
          <p14:tracePt t="78626" x="5956300" y="4165600"/>
          <p14:tracePt t="78641" x="6013450" y="4203700"/>
          <p14:tracePt t="78659" x="6108700" y="4267200"/>
          <p14:tracePt t="78675" x="6172200" y="4318000"/>
          <p14:tracePt t="78691" x="6197600" y="4343400"/>
          <p14:tracePt t="78708" x="6229350" y="4381500"/>
          <p14:tracePt t="78725" x="6242050" y="4400550"/>
          <p14:tracePt t="78742" x="6273800" y="4425950"/>
          <p14:tracePt t="78758" x="6280150" y="4425950"/>
          <p14:tracePt t="78774" x="6280150" y="4432300"/>
          <p14:tracePt t="78792" x="6286500" y="4432300"/>
          <p14:tracePt t="78808" x="6292850" y="4432300"/>
          <p14:tracePt t="78848" x="6299200" y="4432300"/>
          <p14:tracePt t="78883" x="6305550" y="4432300"/>
          <p14:tracePt t="78988" x="6311900" y="4432300"/>
          <p14:tracePt t="78995" x="6311900" y="4438650"/>
          <p14:tracePt t="79010" x="6318250" y="4438650"/>
          <p14:tracePt t="79024" x="6337300" y="4445000"/>
          <p14:tracePt t="79041" x="6350000" y="4445000"/>
          <p14:tracePt t="79058" x="6388100" y="4457700"/>
          <p14:tracePt t="79074" x="6419850" y="4464050"/>
          <p14:tracePt t="79090" x="6477000" y="4483100"/>
          <p14:tracePt t="79107" x="6508750" y="4483100"/>
          <p14:tracePt t="79123" x="6572250" y="4489450"/>
          <p14:tracePt t="79142" x="6635750" y="4483100"/>
          <p14:tracePt t="79157" x="6686550" y="4451350"/>
          <p14:tracePt t="79173" x="6718300" y="4432300"/>
          <p14:tracePt t="79190" x="6743700" y="4406900"/>
          <p14:tracePt t="79206" x="6756400" y="4381500"/>
          <p14:tracePt t="79223" x="6756400" y="4368800"/>
          <p14:tracePt t="79240" x="6756400" y="4343400"/>
          <p14:tracePt t="79256" x="6737350" y="4311650"/>
          <p14:tracePt t="79273" x="6724650" y="4298950"/>
          <p14:tracePt t="79290" x="6667500" y="4260850"/>
          <p14:tracePt t="79306" x="6604000" y="4229100"/>
          <p14:tracePt t="79323" x="6565900" y="4216400"/>
          <p14:tracePt t="79340" x="6483350" y="4191000"/>
          <p14:tracePt t="79356" x="6438900" y="4184650"/>
          <p14:tracePt t="79373" x="6337300" y="4165600"/>
          <p14:tracePt t="79389" x="6311900" y="4152900"/>
          <p14:tracePt t="79406" x="6286500" y="4152900"/>
          <p14:tracePt t="79423" x="6254750" y="4152900"/>
          <p14:tracePt t="79439" x="6248400" y="4146550"/>
          <p14:tracePt t="79443" x="6242050" y="4146550"/>
          <p14:tracePt t="79473" x="6235700" y="4146550"/>
          <p14:tracePt t="79500" x="6229350" y="4146550"/>
          <p14:tracePt t="79508" x="6223000" y="4146550"/>
          <p14:tracePt t="79522" x="6216650" y="4146550"/>
          <p14:tracePt t="79539" x="6184900" y="4146550"/>
          <p14:tracePt t="79556" x="6146800" y="4140200"/>
          <p14:tracePt t="79572" x="6115050" y="4127500"/>
          <p14:tracePt t="79589" x="6038850" y="4121150"/>
          <p14:tracePt t="79605" x="5930900" y="4114800"/>
          <p14:tracePt t="79622" x="5867400" y="4102100"/>
          <p14:tracePt t="79638" x="5816600" y="4095750"/>
          <p14:tracePt t="79655" x="5670550" y="4089400"/>
          <p14:tracePt t="79672" x="5632450" y="4089400"/>
          <p14:tracePt t="79689" x="5575300" y="4089400"/>
          <p14:tracePt t="79704" x="5549900" y="4089400"/>
          <p14:tracePt t="79721" x="5518150" y="4089400"/>
          <p14:tracePt t="79739" x="5486400" y="4095750"/>
          <p14:tracePt t="79754" x="5467350" y="4102100"/>
          <p14:tracePt t="79771" x="5422900" y="4108450"/>
          <p14:tracePt t="79788" x="5384800" y="4121150"/>
          <p14:tracePt t="79805" x="5353050" y="4121150"/>
          <p14:tracePt t="79821" x="5321300" y="4127500"/>
          <p14:tracePt t="79838" x="5270500" y="4133850"/>
          <p14:tracePt t="79854" x="5257800" y="4133850"/>
          <p14:tracePt t="79871" x="5232400" y="4140200"/>
          <p14:tracePt t="79887" x="5213350" y="4146550"/>
          <p14:tracePt t="79904" x="5207000" y="4146550"/>
          <p14:tracePt t="79921" x="5200650" y="4152900"/>
          <p14:tracePt t="79937" x="5187950" y="4159250"/>
          <p14:tracePt t="79954" x="5181600" y="4159250"/>
          <p14:tracePt t="79971" x="5168900" y="4165600"/>
          <p14:tracePt t="79987" x="5156200" y="4171950"/>
          <p14:tracePt t="80004" x="5149850" y="4171950"/>
          <p14:tracePt t="80020" x="5143500" y="4171950"/>
          <p14:tracePt t="80037" x="5137150" y="4171950"/>
          <p14:tracePt t="80054" x="5118100" y="4178300"/>
          <p14:tracePt t="80087" x="5111750" y="4178300"/>
          <p14:tracePt t="80104" x="5092700" y="4178300"/>
          <p14:tracePt t="80120" x="5086350" y="4178300"/>
          <p14:tracePt t="80137" x="5080000" y="4178300"/>
          <p14:tracePt t="80153" x="5080000" y="4184650"/>
          <p14:tracePt t="80638" x="5029200" y="4184650"/>
          <p14:tracePt t="80652" x="4953000" y="4184650"/>
          <p14:tracePt t="80659" x="4864100" y="4184650"/>
          <p14:tracePt t="80668" x="4775200" y="4184650"/>
          <p14:tracePt t="80684" x="4686300" y="4184650"/>
          <p14:tracePt t="80701" x="4527550" y="4197350"/>
          <p14:tracePt t="80718" x="4438650" y="4203700"/>
          <p14:tracePt t="80734" x="4406900" y="4203700"/>
          <p14:tracePt t="80751" x="4356100" y="4203700"/>
          <p14:tracePt t="80768" x="4337050" y="4197350"/>
          <p14:tracePt t="80785" x="4298950" y="4191000"/>
          <p14:tracePt t="80801" x="4260850" y="4184650"/>
          <p14:tracePt t="80818" x="4248150" y="4178300"/>
          <p14:tracePt t="80835" x="4222750" y="4165600"/>
          <p14:tracePt t="80851" x="4197350" y="4159250"/>
          <p14:tracePt t="80868" x="4184650" y="4159250"/>
          <p14:tracePt t="80884" x="4165600" y="4152900"/>
          <p14:tracePt t="80901" x="4146550" y="4146550"/>
          <p14:tracePt t="80918" x="4133850" y="4146550"/>
          <p14:tracePt t="80934" x="4108450" y="4140200"/>
          <p14:tracePt t="80950" x="4083050" y="4140200"/>
          <p14:tracePt t="80967" x="4064000" y="4133850"/>
          <p14:tracePt t="80984" x="4051300" y="4133850"/>
          <p14:tracePt t="81017" x="4025900" y="4127500"/>
          <p14:tracePt t="81033" x="4019550" y="4127500"/>
          <p14:tracePt t="81050" x="4013200" y="4127500"/>
          <p14:tracePt t="81067" x="4000500" y="4121150"/>
          <p14:tracePt t="81083" x="3981450" y="4114800"/>
          <p14:tracePt t="81101" x="3949700" y="4108450"/>
          <p14:tracePt t="81116" x="3930650" y="4108450"/>
          <p14:tracePt t="81133" x="3886200" y="4102100"/>
          <p14:tracePt t="81150" x="3848100" y="4095750"/>
          <p14:tracePt t="81166" x="3841750" y="4095750"/>
          <p14:tracePt t="81183" x="3822700" y="4095750"/>
          <p14:tracePt t="81200" x="3810000" y="4089400"/>
          <p14:tracePt t="81233" x="3803650" y="4089400"/>
          <p14:tracePt t="81298" x="3803650" y="4076700"/>
          <p14:tracePt t="81311" x="3810000" y="4076700"/>
          <p14:tracePt t="81334" x="3816350" y="4070350"/>
          <p14:tracePt t="81339" x="3816350" y="4064000"/>
          <p14:tracePt t="81353" x="3822700" y="4064000"/>
          <p14:tracePt t="81365" x="3829050" y="4064000"/>
          <p14:tracePt t="81382" x="3829050" y="4057650"/>
          <p14:tracePt t="81403" x="3835400" y="4051300"/>
          <p14:tracePt t="81438" x="3835400" y="4044950"/>
          <p14:tracePt t="81459" x="3829050" y="4044950"/>
          <p14:tracePt t="81473" x="3822700" y="4044950"/>
          <p14:tracePt t="81479" x="3810000" y="4038600"/>
          <p14:tracePt t="81494" x="3797300" y="4038600"/>
          <p14:tracePt t="81502" x="3771900" y="4038600"/>
          <p14:tracePt t="81515" x="3740150" y="4038600"/>
          <p14:tracePt t="81532" x="3663950" y="4038600"/>
          <p14:tracePt t="81548" x="3613150" y="4038600"/>
          <p14:tracePt t="81565" x="3505200" y="4044950"/>
          <p14:tracePt t="81582" x="3403600" y="4044950"/>
          <p14:tracePt t="81599" x="3321050" y="4051300"/>
          <p14:tracePt t="81615" x="3295650" y="4051300"/>
          <p14:tracePt t="81631" x="3276600" y="4051300"/>
          <p14:tracePt t="81648" x="3244850" y="4051300"/>
          <p14:tracePt t="81665" x="3238500" y="4051300"/>
          <p14:tracePt t="81739" x="3232150" y="4057650"/>
          <p14:tracePt t="81760" x="3232150" y="4064000"/>
          <p14:tracePt t="82612" x="3232150" y="4083050"/>
          <p14:tracePt t="82626" x="3232150" y="4108450"/>
          <p14:tracePt t="82633" x="3232150" y="4127500"/>
          <p14:tracePt t="82644" x="3232150" y="4152900"/>
          <p14:tracePt t="82662" x="3232150" y="4197350"/>
          <p14:tracePt t="82678" x="3232150" y="4216400"/>
          <p14:tracePt t="82695" x="3232150" y="4229100"/>
          <p14:tracePt t="82711" x="3232150" y="4273550"/>
          <p14:tracePt t="82728" x="3232150" y="4286250"/>
          <p14:tracePt t="82745" x="3232150" y="4298950"/>
          <p14:tracePt t="82761" x="3232150" y="4318000"/>
          <p14:tracePt t="82778" x="3232150" y="4324350"/>
          <p14:tracePt t="82810" x="3238500" y="4330700"/>
          <p14:tracePt t="82906" x="3238500" y="4337050"/>
          <p14:tracePt t="83019" x="3257550" y="4337050"/>
          <p14:tracePt t="83054" x="3263900" y="4337050"/>
          <p14:tracePt t="83096" x="3270250" y="4337050"/>
          <p14:tracePt t="83131" x="3270250" y="4343400"/>
          <p14:tracePt t="83145" x="3276600" y="4343400"/>
          <p14:tracePt t="83152" x="3282950" y="4343400"/>
          <p14:tracePt t="83166" x="3289300" y="4343400"/>
          <p14:tracePt t="83175" x="3295650" y="4349750"/>
          <p14:tracePt t="83192" x="3302000" y="4349750"/>
          <p14:tracePt t="83209" x="3314700" y="4349750"/>
          <p14:tracePt t="83226" x="3340100" y="4362450"/>
          <p14:tracePt t="83243" x="3378200" y="4368800"/>
          <p14:tracePt t="83259" x="3390900" y="4375150"/>
          <p14:tracePt t="83276" x="3422650" y="4381500"/>
          <p14:tracePt t="83293" x="3441700" y="4387850"/>
          <p14:tracePt t="83309" x="3441700" y="4394200"/>
          <p14:tracePt t="83326" x="3448050" y="4394200"/>
          <p14:tracePt t="83342" x="3454400" y="4400550"/>
          <p14:tracePt t="84208" x="3454400" y="4413250"/>
          <p14:tracePt t="84214" x="3441700" y="4419600"/>
          <p14:tracePt t="84223" x="3429000" y="4445000"/>
          <p14:tracePt t="84239" x="3409950" y="4457700"/>
          <p14:tracePt t="84256" x="3390900" y="4470400"/>
          <p14:tracePt t="84272" x="3365500" y="4495800"/>
          <p14:tracePt t="84289" x="3340100" y="4533900"/>
          <p14:tracePt t="84306" x="3321050" y="4559300"/>
          <p14:tracePt t="84323" x="3314700" y="4572000"/>
          <p14:tracePt t="84339" x="3289300" y="4591050"/>
          <p14:tracePt t="84356" x="3282950" y="4603750"/>
          <p14:tracePt t="84372" x="3270250" y="4610100"/>
          <p14:tracePt t="84389" x="3257550" y="4622800"/>
          <p14:tracePt t="84405" x="3244850" y="4635500"/>
          <p14:tracePt t="84422" x="3232150" y="4641850"/>
          <p14:tracePt t="84439" x="3213100" y="4667250"/>
          <p14:tracePt t="84455" x="3194050" y="4692650"/>
          <p14:tracePt t="84472" x="3181350" y="4711700"/>
          <p14:tracePt t="84489" x="3168650" y="4743450"/>
          <p14:tracePt t="84505" x="3162300" y="4762500"/>
          <p14:tracePt t="84521" x="3162300" y="4775200"/>
          <p14:tracePt t="86218" x="3162300" y="4762500"/>
          <p14:tracePt t="86232" x="3162300" y="4730750"/>
          <p14:tracePt t="86238" x="3162300" y="4699000"/>
          <p14:tracePt t="86252" x="3162300" y="4673600"/>
          <p14:tracePt t="86266" x="3168650" y="4654550"/>
          <p14:tracePt t="86283" x="3168650" y="4622800"/>
          <p14:tracePt t="86299" x="3168650" y="4597400"/>
          <p14:tracePt t="86316" x="3175000" y="4591050"/>
          <p14:tracePt t="86332" x="3175000" y="4584700"/>
          <p14:tracePt t="86348" x="3175000" y="4578350"/>
          <p14:tracePt t="86365" x="3181350" y="4572000"/>
          <p14:tracePt t="86406" x="3181350" y="4565650"/>
          <p14:tracePt t="87563" x="3181350" y="4572000"/>
          <p14:tracePt t="87595" x="3175000" y="4578350"/>
          <p14:tracePt t="87628" x="3175000" y="4584700"/>
          <p14:tracePt t="87679" x="3175000" y="4591050"/>
          <p14:tracePt t="87718" x="3168650" y="4591050"/>
          <p14:tracePt t="87781" x="3162300" y="4591050"/>
          <p14:tracePt t="87915" x="3162300" y="4584700"/>
          <p14:tracePt t="87935" x="3155950" y="4584700"/>
          <p14:tracePt t="87944" x="3149600" y="4578350"/>
          <p14:tracePt t="87949" x="3136900" y="4572000"/>
          <p14:tracePt t="87964" x="3130550" y="4572000"/>
          <p14:tracePt t="87976" x="3117850" y="4565650"/>
          <p14:tracePt t="87993" x="3092450" y="4552950"/>
          <p14:tracePt t="88009" x="3079750" y="4546600"/>
          <p14:tracePt t="88026" x="3041650" y="4533900"/>
          <p14:tracePt t="88042" x="2997200" y="4521200"/>
          <p14:tracePt t="88059" x="2978150" y="4514850"/>
          <p14:tracePt t="88076" x="2927350" y="4495800"/>
          <p14:tracePt t="88092" x="2870200" y="4483100"/>
          <p14:tracePt t="88109" x="2838450" y="4483100"/>
          <p14:tracePt t="88126" x="2774950" y="4483100"/>
          <p14:tracePt t="88142" x="2743200" y="4483100"/>
          <p14:tracePt t="88159" x="2635250" y="4489450"/>
          <p14:tracePt t="88175" x="2597150" y="4502150"/>
          <p14:tracePt t="88192" x="2565400" y="4508500"/>
          <p14:tracePt t="88209" x="2514600" y="4527550"/>
          <p14:tracePt t="88225" x="2470150" y="4559300"/>
          <p14:tracePt t="88242" x="2457450" y="4572000"/>
          <p14:tracePt t="88258" x="2457450" y="4591050"/>
          <p14:tracePt t="88882" x="2457450" y="4578350"/>
          <p14:tracePt t="88896" x="2457450" y="4540250"/>
          <p14:tracePt t="88903" x="2451100" y="4502150"/>
          <p14:tracePt t="88917" x="2451100" y="4432300"/>
          <p14:tracePt t="88926" x="2451100" y="4356100"/>
          <p14:tracePt t="88940" x="2451100" y="4279900"/>
          <p14:tracePt t="88956" x="2438400" y="4064000"/>
          <p14:tracePt t="88973" x="2419350" y="3822700"/>
          <p14:tracePt t="88989" x="2406650" y="3708400"/>
          <p14:tracePt t="89006" x="2374900" y="3467100"/>
          <p14:tracePt t="89023" x="2336800" y="3225800"/>
          <p14:tracePt t="89039" x="2311400" y="3111500"/>
          <p14:tracePt t="89057" x="2279650" y="3003550"/>
          <p14:tracePt t="89072" x="2197100" y="2705100"/>
          <p14:tracePt t="89089" x="2178050" y="2641600"/>
          <p14:tracePt t="89106" x="2171700" y="2559050"/>
          <p14:tracePt t="89122" x="2152650" y="2476500"/>
          <p14:tracePt t="89139" x="2139950" y="2425700"/>
          <p14:tracePt t="89156" x="2133600" y="2393950"/>
          <p14:tracePt t="89172" x="2133600" y="2387600"/>
          <p14:tracePt t="89188" x="2127250" y="2381250"/>
          <p14:tracePt t="89247" x="2133600" y="2381250"/>
          <p14:tracePt t="89268" x="2133600" y="2387600"/>
          <p14:tracePt t="89274" x="2133600" y="2393950"/>
          <p14:tracePt t="89289" x="2133600" y="2400300"/>
          <p14:tracePt t="89305" x="2133600" y="2413000"/>
          <p14:tracePt t="89321" x="2133600" y="2438400"/>
          <p14:tracePt t="89339" x="2146300" y="2495550"/>
          <p14:tracePt t="89355" x="2197100" y="2641600"/>
          <p14:tracePt t="89372" x="2247900" y="2762250"/>
          <p14:tracePt t="89388" x="2368550" y="3035300"/>
          <p14:tracePt t="89404" x="2463800" y="3238500"/>
          <p14:tracePt t="89422" x="2603500" y="3568700"/>
          <p14:tracePt t="89437" x="2730500" y="3835400"/>
          <p14:tracePt t="89455" x="2781300" y="3937000"/>
          <p14:tracePt t="89474" x="2863850" y="4089400"/>
          <p14:tracePt t="89488" x="2895600" y="4178300"/>
          <p14:tracePt t="89504" x="2914650" y="4197350"/>
          <p14:tracePt t="89521" x="2921000" y="4222750"/>
          <p14:tracePt t="89537" x="2921000" y="4229100"/>
          <p14:tracePt t="89571" x="2921000" y="4222750"/>
          <p14:tracePt t="89588" x="2940050" y="4229100"/>
          <p14:tracePt t="89604" x="2971800" y="4260850"/>
          <p14:tracePt t="89620" x="2984500" y="4286250"/>
          <p14:tracePt t="92359" x="2984500" y="4298950"/>
          <p14:tracePt t="92373" x="2971800" y="4324350"/>
          <p14:tracePt t="92380" x="2952750" y="4349750"/>
          <p14:tracePt t="92397" x="2940050" y="4381500"/>
          <p14:tracePt t="92411" x="2927350" y="4425950"/>
          <p14:tracePt t="92428" x="2908300" y="4457700"/>
          <p14:tracePt t="92444" x="2889250" y="4521200"/>
          <p14:tracePt t="92461" x="2870200" y="4552950"/>
          <p14:tracePt t="92478" x="2819400" y="4679950"/>
          <p14:tracePt t="92494" x="2794000" y="4724400"/>
          <p14:tracePt t="92510" x="2774950" y="4756150"/>
          <p14:tracePt t="92527" x="2736850" y="4819650"/>
          <p14:tracePt t="92544" x="2692400" y="4876800"/>
          <p14:tracePt t="92560" x="2667000" y="4902200"/>
          <p14:tracePt t="92577" x="2628900" y="4953000"/>
          <p14:tracePt t="92593" x="2565400" y="4991100"/>
          <p14:tracePt t="92611" x="2520950" y="5010150"/>
          <p14:tracePt t="92627" x="2438400" y="5048250"/>
          <p14:tracePt t="92644" x="2317750" y="5060950"/>
          <p14:tracePt t="92661" x="2254250" y="5073650"/>
          <p14:tracePt t="92677" x="2133600" y="5080000"/>
          <p14:tracePt t="92693" x="2044700" y="5080000"/>
          <p14:tracePt t="92710" x="1974850" y="5080000"/>
          <p14:tracePt t="92726" x="1943100" y="5080000"/>
          <p14:tracePt t="92743" x="1936750" y="5080000"/>
          <p14:tracePt t="92760" x="1911350" y="5080000"/>
          <p14:tracePt t="92821" x="1905000" y="5080000"/>
          <p14:tracePt t="93151" x="1911350" y="5080000"/>
          <p14:tracePt t="93165" x="1930400" y="5073650"/>
          <p14:tracePt t="93172" x="1949450" y="5073650"/>
          <p14:tracePt t="93179" x="1974850" y="5067300"/>
          <p14:tracePt t="93195" x="1993900" y="5067300"/>
          <p14:tracePt t="93208" x="2006600" y="5067300"/>
          <p14:tracePt t="93224" x="2032000" y="5060950"/>
          <p14:tracePt t="93242" x="2044700" y="5060950"/>
          <p14:tracePt t="93257" x="2051050" y="5060950"/>
          <p14:tracePt t="93294" x="2057400" y="5060950"/>
          <p14:tracePt t="93320" x="2063750" y="5060950"/>
          <p14:tracePt t="93342" x="2070100" y="5060950"/>
          <p14:tracePt t="93355" x="2076450" y="5060950"/>
          <p14:tracePt t="93375" x="2082800" y="5060950"/>
          <p14:tracePt t="93383" x="2089150" y="5060950"/>
          <p14:tracePt t="93404" x="2108200" y="5060950"/>
          <p14:tracePt t="93410" x="2133600" y="5060950"/>
          <p14:tracePt t="93427" x="2171700" y="5060950"/>
          <p14:tracePt t="93440" x="2222500" y="5060950"/>
          <p14:tracePt t="93457" x="2336800" y="5060950"/>
          <p14:tracePt t="93474" x="2476500" y="5067300"/>
          <p14:tracePt t="93490" x="2552700" y="5067300"/>
          <p14:tracePt t="93507" x="2679700" y="5067300"/>
          <p14:tracePt t="93524" x="2800350" y="5067300"/>
          <p14:tracePt t="93540" x="2838450" y="5067300"/>
          <p14:tracePt t="93558" x="2895600" y="5067300"/>
          <p14:tracePt t="93573" x="2908300" y="5073650"/>
          <p14:tracePt t="93607" x="2914650" y="5073650"/>
          <p14:tracePt t="93662" x="2921000" y="5073650"/>
          <p14:tracePt t="93705" x="2927350" y="5073650"/>
          <p14:tracePt t="93733" x="2933700" y="5073650"/>
          <p14:tracePt t="93761" x="2946400" y="5073650"/>
          <p14:tracePt t="93775" x="2959100" y="5080000"/>
          <p14:tracePt t="93782" x="2965450" y="5080000"/>
          <p14:tracePt t="93792" x="2984500" y="5080000"/>
          <p14:tracePt t="93805" x="3003550" y="5080000"/>
          <p14:tracePt t="93822" x="3028950" y="5080000"/>
          <p14:tracePt t="93839" x="3124200" y="5086350"/>
          <p14:tracePt t="93856" x="3251200" y="5099050"/>
          <p14:tracePt t="93873" x="3327400" y="5099050"/>
          <p14:tracePt t="93889" x="3492500" y="5105400"/>
          <p14:tracePt t="93906" x="3644900" y="5105400"/>
          <p14:tracePt t="93923" x="3790950" y="5118100"/>
          <p14:tracePt t="93939" x="3854450" y="5118100"/>
          <p14:tracePt t="93955" x="3956050" y="5124450"/>
          <p14:tracePt t="93972" x="4019550" y="5143500"/>
          <p14:tracePt t="93989" x="4038600" y="5143500"/>
          <p14:tracePt t="94005" x="4057650" y="5149850"/>
          <p14:tracePt t="94022" x="4095750" y="5156200"/>
          <p14:tracePt t="94039" x="4108450" y="5156200"/>
          <p14:tracePt t="94056" x="4127500" y="5162550"/>
          <p14:tracePt t="94072" x="4133850" y="5162550"/>
          <p14:tracePt t="94088" x="4152900" y="5162550"/>
          <p14:tracePt t="94105" x="4171950" y="5162550"/>
          <p14:tracePt t="94121" x="4184650" y="5162550"/>
          <p14:tracePt t="94138" x="4191000" y="5162550"/>
          <p14:tracePt t="94155" x="4203700" y="5162550"/>
          <p14:tracePt t="94171" x="4210050" y="5162550"/>
          <p14:tracePt t="94839" x="4229100" y="5162550"/>
          <p14:tracePt t="94845" x="4267200" y="5143500"/>
          <p14:tracePt t="94855" x="4311650" y="5124450"/>
          <p14:tracePt t="94868" x="4368800" y="5111750"/>
          <p14:tracePt t="94885" x="4406900" y="5092700"/>
          <p14:tracePt t="94902" x="4508500" y="5048250"/>
          <p14:tracePt t="94919" x="4616450" y="5010150"/>
          <p14:tracePt t="94935" x="4660900" y="4991100"/>
          <p14:tracePt t="94952" x="4737100" y="4965700"/>
          <p14:tracePt t="94969" x="4775200" y="4959350"/>
          <p14:tracePt t="94986" x="4794250" y="4953000"/>
          <p14:tracePt t="95001" x="4806950" y="4953000"/>
          <p14:tracePt t="95018" x="4813300" y="4946650"/>
          <p14:tracePt t="95063" x="4813300" y="4953000"/>
          <p14:tracePt t="95105" x="4813300" y="4959350"/>
          <p14:tracePt t="95147" x="4813300" y="4965700"/>
          <p14:tracePt t="95266" x="4813300" y="4972050"/>
          <p14:tracePt t="95294" x="4819650" y="4972050"/>
          <p14:tracePt t="95316" x="4826000" y="4978400"/>
          <p14:tracePt t="95329" x="4832350" y="4978400"/>
          <p14:tracePt t="95336" x="4838700" y="4978400"/>
          <p14:tracePt t="95351" x="4845050" y="4984750"/>
          <p14:tracePt t="95367" x="4857750" y="4997450"/>
          <p14:tracePt t="95384" x="4876800" y="5003800"/>
          <p14:tracePt t="95401" x="4914900" y="5022850"/>
          <p14:tracePt t="95417" x="4959350" y="5054600"/>
          <p14:tracePt t="95434" x="4991100" y="5073650"/>
          <p14:tracePt t="95451" x="5003800" y="5080000"/>
          <p14:tracePt t="95467" x="5022850" y="5092700"/>
          <p14:tracePt t="95484" x="5035550" y="5099050"/>
          <p14:tracePt t="95500" x="5041900" y="5105400"/>
          <p14:tracePt t="96521" x="5060950" y="5105400"/>
          <p14:tracePt t="96527" x="5099050" y="5105400"/>
          <p14:tracePt t="96542" x="5168900" y="5105400"/>
          <p14:tracePt t="96549" x="5219700" y="5105400"/>
          <p14:tracePt t="96563" x="5295900" y="5105400"/>
          <p14:tracePt t="96580" x="5486400" y="5073650"/>
          <p14:tracePt t="96597" x="5588000" y="5060950"/>
          <p14:tracePt t="96613" x="5861050" y="5016500"/>
          <p14:tracePt t="96629" x="6184900" y="4959350"/>
          <p14:tracePt t="96647" x="6457950" y="4927600"/>
          <p14:tracePt t="96662" x="6572250" y="4914900"/>
          <p14:tracePt t="96679" x="6648450" y="4914900"/>
          <p14:tracePt t="96683" x="6724650" y="4914900"/>
          <p14:tracePt t="96697" x="6845300" y="4927600"/>
          <p14:tracePt t="96713" x="6883400" y="4933950"/>
          <p14:tracePt t="96729" x="6927850" y="4953000"/>
          <p14:tracePt t="96746" x="7010400" y="4984750"/>
          <p14:tracePt t="96762" x="7086600" y="5016500"/>
          <p14:tracePt t="96780" x="7131050" y="5048250"/>
          <p14:tracePt t="96795" x="7207250" y="5073650"/>
          <p14:tracePt t="96812" x="7289800" y="5099050"/>
          <p14:tracePt t="96830" x="7346950" y="5111750"/>
          <p14:tracePt t="96845" x="7378700" y="5118100"/>
          <p14:tracePt t="96862" x="7448550" y="5137150"/>
          <p14:tracePt t="96879" x="7518400" y="5149850"/>
          <p14:tracePt t="96895" x="7550150" y="5156200"/>
          <p14:tracePt t="96912" x="7620000" y="5175250"/>
          <p14:tracePt t="96929" x="7689850" y="5187950"/>
          <p14:tracePt t="96945" x="7721600" y="5187950"/>
          <p14:tracePt t="96962" x="7766050" y="5194300"/>
          <p14:tracePt t="96978" x="7816850" y="5194300"/>
          <p14:tracePt t="96995" x="7835900" y="5194300"/>
          <p14:tracePt t="97012" x="7867650" y="5194300"/>
          <p14:tracePt t="97028" x="7893050" y="5194300"/>
          <p14:tracePt t="97045" x="7931150" y="5187950"/>
          <p14:tracePt t="97061" x="7956550" y="5181600"/>
          <p14:tracePt t="97078" x="7969250" y="5175250"/>
          <p14:tracePt t="97094" x="7981950" y="5168900"/>
          <p14:tracePt t="97111" x="8001000" y="5156200"/>
          <p14:tracePt t="97128" x="8007350" y="5149850"/>
          <p14:tracePt t="97145" x="8013700" y="5149850"/>
          <p14:tracePt t="97161" x="8020050" y="5143500"/>
          <p14:tracePt t="97178" x="8026400" y="5137150"/>
          <p14:tracePt t="97182" x="8032750" y="5137150"/>
          <p14:tracePt t="97208" x="8039100" y="5130800"/>
          <p14:tracePt t="97243" x="8045450" y="5130800"/>
          <p14:tracePt t="97313" x="8051800" y="5124450"/>
          <p14:tracePt t="97774" x="8051800" y="5099050"/>
          <p14:tracePt t="97781" x="8032750" y="5067300"/>
          <p14:tracePt t="97792" x="8026400" y="5048250"/>
          <p14:tracePt t="97809" x="8020050" y="4997450"/>
          <p14:tracePt t="97826" x="8013700" y="4984750"/>
          <p14:tracePt t="97842" x="8013700" y="4978400"/>
          <p14:tracePt t="97859" x="8007350" y="4972050"/>
          <p14:tracePt t="98068" x="8013700" y="4972050"/>
          <p14:tracePt t="98090" x="8020050" y="4972050"/>
          <p14:tracePt t="98104" x="8032750" y="4972050"/>
          <p14:tracePt t="98111" x="8045450" y="4972050"/>
          <p14:tracePt t="98127" x="8070850" y="4972050"/>
          <p14:tracePt t="98141" x="8128000" y="4972050"/>
          <p14:tracePt t="98157" x="8166100" y="4972050"/>
          <p14:tracePt t="98174" x="8274050" y="4978400"/>
          <p14:tracePt t="98191" x="8312150" y="4984750"/>
          <p14:tracePt t="98195" x="8356600" y="4984750"/>
          <p14:tracePt t="98211" x="8394700" y="4997450"/>
          <p14:tracePt t="98225" x="8426450" y="4997450"/>
          <p14:tracePt t="98240" x="8451850" y="5003800"/>
          <p14:tracePt t="98258" x="8483600" y="5010150"/>
          <p14:tracePt t="98274" x="8489950" y="5016500"/>
          <p14:tracePt t="98290" x="8496300" y="5016500"/>
          <p14:tracePt t="98307" x="8502650" y="5016500"/>
          <p14:tracePt t="98370" x="8496300" y="5016500"/>
          <p14:tracePt t="98412" x="8489950" y="5016500"/>
          <p14:tracePt t="98420" x="8483600" y="5016500"/>
          <p14:tracePt t="98461" x="8477250" y="5016500"/>
          <p14:tracePt t="98475" x="8464550" y="5016500"/>
          <p14:tracePt t="98482" x="8451850" y="5016500"/>
          <p14:tracePt t="98492" x="8420100" y="4997450"/>
          <p14:tracePt t="98506" x="8362950" y="4978400"/>
          <p14:tracePt t="98523" x="8286750" y="4959350"/>
          <p14:tracePt t="98539" x="8026400" y="4864100"/>
          <p14:tracePt t="98556" x="7639050" y="4679950"/>
          <p14:tracePt t="98574" x="7124700" y="4445000"/>
          <p14:tracePt t="98589" x="6819900" y="4292600"/>
          <p14:tracePt t="98606" x="6553200" y="4165600"/>
          <p14:tracePt t="98623" x="6051550" y="3898900"/>
          <p14:tracePt t="98639" x="5651500" y="3702050"/>
          <p14:tracePt t="98656" x="5410200" y="3581400"/>
          <p14:tracePt t="98673" x="5238750" y="3492500"/>
          <p14:tracePt t="98689" x="5168900" y="3448050"/>
          <p14:tracePt t="98706" x="5060950" y="3403600"/>
          <p14:tracePt t="98722" x="4972050" y="3365500"/>
          <p14:tracePt t="98739" x="4927600" y="3352800"/>
          <p14:tracePt t="98756" x="4832350" y="3327400"/>
          <p14:tracePt t="98772" x="4737100" y="3295650"/>
          <p14:tracePt t="98789" x="4692650" y="3289300"/>
          <p14:tracePt t="98806" x="4591050" y="3270250"/>
          <p14:tracePt t="98822" x="4546600" y="3263900"/>
          <p14:tracePt t="98838" x="4464050" y="3251200"/>
          <p14:tracePt t="98856" x="4394200" y="3232150"/>
          <p14:tracePt t="98872" x="4362450" y="3232150"/>
          <p14:tracePt t="98889" x="4305300" y="3225800"/>
          <p14:tracePt t="98905" x="4241800" y="3225800"/>
          <p14:tracePt t="98921" x="4197350" y="3219450"/>
          <p14:tracePt t="98939" x="4133850" y="3206750"/>
          <p14:tracePt t="98955" x="4076700" y="3206750"/>
          <p14:tracePt t="98971" x="4057650" y="3206750"/>
          <p14:tracePt t="98988" x="4032250" y="3206750"/>
          <p14:tracePt t="99005" x="4013200" y="3213100"/>
          <p14:tracePt t="99022" x="4000500" y="3213100"/>
          <p14:tracePt t="99038" x="3994150" y="3219450"/>
          <p14:tracePt t="99055" x="3987800" y="3225800"/>
          <p14:tracePt t="99074" x="3981450" y="3232150"/>
          <p14:tracePt t="99087" x="3975100" y="3232150"/>
          <p14:tracePt t="99104" x="3968750" y="3232150"/>
          <p14:tracePt t="99121" x="3949700" y="3244850"/>
          <p14:tracePt t="99163" x="3943350" y="3251200"/>
          <p14:tracePt t="99191" x="3943350" y="3257550"/>
          <p14:tracePt t="99226" x="3937000" y="3263900"/>
          <p14:tracePt t="99254" x="3930650" y="3263900"/>
          <p14:tracePt t="99261" x="3930650" y="3270250"/>
          <p14:tracePt t="99282" x="3930650" y="3276600"/>
          <p14:tracePt t="99324" x="3930650" y="3282950"/>
          <p14:tracePt t="100047" x="3937000" y="3282950"/>
          <p14:tracePt t="100124" x="3943350" y="3282950"/>
          <p14:tracePt t="100720" x="3937000" y="3282950"/>
          <p14:tracePt t="100727" x="3930650" y="3282950"/>
          <p14:tracePt t="100769" x="3924300" y="3282950"/>
          <p14:tracePt t="100797" x="3917950" y="3282950"/>
          <p14:tracePt t="100895" x="3911600" y="3282950"/>
          <p14:tracePt t="101015" x="3905250" y="3282950"/>
          <p14:tracePt t="101099" x="3898900" y="3282950"/>
          <p14:tracePt t="101176" x="3905250" y="3282950"/>
          <p14:tracePt t="101218" x="3911600" y="3282950"/>
          <p14:tracePt t="101224" x="3917950" y="3282950"/>
          <p14:tracePt t="101239" x="3924300" y="3282950"/>
          <p14:tracePt t="101247" x="3930650" y="3282950"/>
          <p14:tracePt t="101263" x="3937000" y="3282950"/>
          <p14:tracePt t="101281" x="3975100" y="3289300"/>
          <p14:tracePt t="101297" x="4057650" y="3295650"/>
          <p14:tracePt t="101313" x="4108450" y="3302000"/>
          <p14:tracePt t="101330" x="4254500" y="3321050"/>
          <p14:tracePt t="101347" x="4330700" y="3333750"/>
          <p14:tracePt t="101363" x="4495800" y="3340100"/>
          <p14:tracePt t="101380" x="4641850" y="3371850"/>
          <p14:tracePt t="101396" x="4705350" y="3378200"/>
          <p14:tracePt t="101413" x="4838700" y="3390900"/>
          <p14:tracePt t="101429" x="4927600" y="3390900"/>
          <p14:tracePt t="101446" x="4965700" y="3390900"/>
          <p14:tracePt t="101463" x="5035550" y="3384550"/>
          <p14:tracePt t="101479" x="5086350" y="3371850"/>
          <p14:tracePt t="101496" x="5105400" y="3365500"/>
          <p14:tracePt t="101513" x="5137150" y="3365500"/>
          <p14:tracePt t="101529" x="5175250" y="3359150"/>
          <p14:tracePt t="101546" x="5187950" y="3359150"/>
          <p14:tracePt t="101563" x="5213350" y="3359150"/>
          <p14:tracePt t="101579" x="5245100" y="3359150"/>
          <p14:tracePt t="101596" x="5264150" y="3359150"/>
          <p14:tracePt t="101612" x="5289550" y="3359150"/>
          <p14:tracePt t="101629" x="5308600" y="3365500"/>
          <p14:tracePt t="101646" x="5378450" y="3378200"/>
          <p14:tracePt t="101662" x="5397500" y="3378200"/>
          <p14:tracePt t="101679" x="5429250" y="3378200"/>
          <p14:tracePt t="101695" x="5467350" y="3378200"/>
          <p14:tracePt t="101712" x="5511800" y="3384550"/>
          <p14:tracePt t="101715" x="5530850" y="3397250"/>
          <p14:tracePt t="101745" x="5562600" y="3390900"/>
          <p14:tracePt t="101762" x="5607050" y="3390900"/>
          <p14:tracePt t="101779" x="5645150" y="3390900"/>
          <p14:tracePt t="101795" x="5664200" y="3397250"/>
          <p14:tracePt t="101812" x="5708650" y="3397250"/>
          <p14:tracePt t="101829" x="5746750" y="3403600"/>
          <p14:tracePt t="101845" x="5765800" y="3403600"/>
          <p14:tracePt t="101861" x="5816600" y="3409950"/>
          <p14:tracePt t="101878" x="5867400" y="3416300"/>
          <p14:tracePt t="101895" x="5886450" y="3416300"/>
          <p14:tracePt t="101912" x="5918200" y="3416300"/>
          <p14:tracePt t="101928" x="5975350" y="3416300"/>
          <p14:tracePt t="101944" x="5994400" y="3416300"/>
          <p14:tracePt t="101962" x="6045200" y="3416300"/>
          <p14:tracePt t="101978" x="6064250" y="3416300"/>
          <p14:tracePt t="101994" x="6108700" y="3409950"/>
          <p14:tracePt t="102011" x="6146800" y="3403600"/>
          <p14:tracePt t="102028" x="6159500" y="3403600"/>
          <p14:tracePt t="102044" x="6184900" y="3384550"/>
          <p14:tracePt t="102060" x="6197600" y="3384550"/>
          <p14:tracePt t="102200" x="6191250" y="3384550"/>
          <p14:tracePt t="102249" x="6184900" y="3384550"/>
          <p14:tracePt t="102382" x="6184900" y="3390900"/>
          <p14:tracePt t="102523" x="6178550" y="3390900"/>
          <p14:tracePt t="102537" x="6172200" y="3390900"/>
          <p14:tracePt t="102545" x="6159500" y="3397250"/>
          <p14:tracePt t="102560" x="6146800" y="3409950"/>
          <p14:tracePt t="102576" x="6057900" y="3454400"/>
          <p14:tracePt t="102593" x="5905500" y="3556000"/>
          <p14:tracePt t="102609" x="5803900" y="3619500"/>
          <p14:tracePt t="102625" x="5568950" y="3784600"/>
          <p14:tracePt t="102642" x="5251450" y="4013200"/>
          <p14:tracePt t="102659" x="5067300" y="4140200"/>
          <p14:tracePt t="102675" x="4749800" y="4362450"/>
          <p14:tracePt t="102692" x="4483100" y="4559300"/>
          <p14:tracePt t="102708" x="4387850" y="4622800"/>
          <p14:tracePt t="102712" x="4292600" y="4692650"/>
          <p14:tracePt t="102725" x="4197350" y="4756150"/>
          <p14:tracePt t="102741" x="4057650" y="4870450"/>
          <p14:tracePt t="102759" x="4013200" y="4908550"/>
          <p14:tracePt t="102775" x="3930650" y="4984750"/>
          <p14:tracePt t="102792" x="3886200" y="5041900"/>
          <p14:tracePt t="102808" x="3860800" y="5054600"/>
          <p14:tracePt t="102825" x="3848100" y="5080000"/>
          <p14:tracePt t="102841" x="3835400" y="5092700"/>
          <p14:tracePt t="102858" x="3835400" y="5099050"/>
          <p14:tracePt t="102875" x="3835400" y="5105400"/>
          <p14:tracePt t="102930" x="3835400" y="5111750"/>
          <p14:tracePt t="102979" x="3841750" y="5111750"/>
          <p14:tracePt t="102992" x="3854450" y="5111750"/>
          <p14:tracePt t="103000" x="3860800" y="5111750"/>
          <p14:tracePt t="103014" x="3879850" y="5111750"/>
          <p14:tracePt t="103024" x="3898900" y="5130800"/>
          <p14:tracePt t="103041" x="3981450" y="5143500"/>
          <p14:tracePt t="103057" x="4032250" y="5156200"/>
          <p14:tracePt t="103074" x="4152900" y="5181600"/>
          <p14:tracePt t="103091" x="4273550" y="5200650"/>
          <p14:tracePt t="103108" x="4324350" y="5207000"/>
          <p14:tracePt t="103124" x="4419600" y="5219700"/>
          <p14:tracePt t="103140" x="4470400" y="5219700"/>
          <p14:tracePt t="103157" x="4489450" y="5219700"/>
          <p14:tracePt t="103174" x="4502150" y="5219700"/>
          <p14:tracePt t="103190" x="4508500" y="5219700"/>
          <p14:tracePt t="103252" x="4514850" y="5219700"/>
          <p14:tracePt t="103294" x="4521200" y="5219700"/>
          <p14:tracePt t="103301" x="4527550" y="5219700"/>
          <p14:tracePt t="103322" x="4533900" y="5213350"/>
          <p14:tracePt t="103329" x="4546600" y="5213350"/>
          <p14:tracePt t="103343" x="4559300" y="5207000"/>
          <p14:tracePt t="103356" x="4578350" y="5207000"/>
          <p14:tracePt t="103373" x="4629150" y="5194300"/>
          <p14:tracePt t="103389" x="4654550" y="5181600"/>
          <p14:tracePt t="103407" x="4743450" y="5156200"/>
          <p14:tracePt t="103423" x="4813300" y="5137150"/>
          <p14:tracePt t="103439" x="4838700" y="5118100"/>
          <p14:tracePt t="103456" x="4883150" y="5105400"/>
          <p14:tracePt t="103472" x="4908550" y="5099050"/>
          <p14:tracePt t="103489" x="4921250" y="5092700"/>
          <p14:tracePt t="103506" x="4933950" y="5092700"/>
          <p14:tracePt t="103522" x="4933950" y="5086350"/>
          <p14:tracePt t="103540" x="4940300" y="5086350"/>
          <p14:tracePt t="103555" x="4946650" y="5086350"/>
          <p14:tracePt t="103596" x="4953000" y="5086350"/>
          <p14:tracePt t="103631" x="4959350" y="5086350"/>
          <p14:tracePt t="103743" x="4965700" y="5086350"/>
          <p14:tracePt t="103806" x="4972050" y="5080000"/>
          <p14:tracePt t="103960" x="4965700" y="5080000"/>
          <p14:tracePt t="103996" x="4965700" y="5073650"/>
          <p14:tracePt t="104031" x="4959350" y="5073650"/>
          <p14:tracePt t="104065" x="4953000" y="5067300"/>
          <p14:tracePt t="104155" x="4946650" y="5067300"/>
          <p14:tracePt t="104188" x="4940300" y="5067300"/>
          <p14:tracePt t="104237" x="4933950" y="5067300"/>
          <p14:tracePt t="104288" x="4927600" y="5067300"/>
          <p14:tracePt t="104355" x="4921250" y="5067300"/>
          <p14:tracePt t="104421" x="4908550" y="5067300"/>
          <p14:tracePt t="104438" x="4895850" y="5067300"/>
          <p14:tracePt t="104454" x="4889500" y="5067300"/>
          <p14:tracePt t="104470" x="4876800" y="5067300"/>
          <p14:tracePt t="104488" x="4832350" y="5067300"/>
          <p14:tracePt t="104503" x="4756150" y="5073650"/>
          <p14:tracePt t="104520" x="4705350" y="5073650"/>
          <p14:tracePt t="104538" x="4591050" y="5073650"/>
          <p14:tracePt t="104553" x="4527550" y="5073650"/>
          <p14:tracePt t="104571" x="4381500" y="5080000"/>
          <p14:tracePt t="104587" x="4216400" y="5105400"/>
          <p14:tracePt t="104603" x="4127500" y="5111750"/>
          <p14:tracePt t="104620" x="3930650" y="5143500"/>
          <p14:tracePt t="104635" x="3727450" y="5194300"/>
          <p14:tracePt t="104652" x="3632200" y="5213350"/>
          <p14:tracePt t="104669" x="3435350" y="5276850"/>
          <p14:tracePt t="104685" x="3263900" y="5340350"/>
          <p14:tracePt t="104702" x="3187700" y="5378450"/>
          <p14:tracePt t="104719" x="3035300" y="5461000"/>
          <p14:tracePt t="104735" x="2908300" y="5568950"/>
          <p14:tracePt t="104752" x="2838450" y="5619750"/>
          <p14:tracePt t="104769" x="2692400" y="5715000"/>
          <p14:tracePt t="104785" x="2647950" y="5753100"/>
          <p14:tracePt t="104802" x="2514600" y="5822950"/>
          <p14:tracePt t="104818" x="2508250" y="5835650"/>
          <p14:tracePt t="104834" x="2508250" y="5861050"/>
          <p14:tracePt t="105193" x="2463800" y="5842000"/>
          <p14:tracePt t="105207" x="2413000" y="5822950"/>
          <p14:tracePt t="105214" x="2343150" y="5791200"/>
          <p14:tracePt t="105228" x="2286000" y="5765800"/>
          <p14:tracePt t="105236" x="2241550" y="5746750"/>
          <p14:tracePt t="105250" x="2184400" y="5721350"/>
          <p14:tracePt t="105266" x="2133600" y="5702300"/>
          <p14:tracePt t="105284" x="2108200" y="5683250"/>
          <p14:tracePt t="105299" x="2095500" y="5676900"/>
          <p14:tracePt t="105316" x="2082800" y="5664200"/>
          <p14:tracePt t="105333" x="2063750" y="5626100"/>
          <p14:tracePt t="105349" x="2057400" y="5613400"/>
          <p14:tracePt t="105366" x="2057400" y="5607050"/>
          <p14:tracePt t="105383" x="2051050" y="5581650"/>
          <p14:tracePt t="105399" x="2051050" y="5562600"/>
          <p14:tracePt t="105416" x="2051050" y="5549900"/>
          <p14:tracePt t="105432" x="2051050" y="5530850"/>
          <p14:tracePt t="105449" x="2051050" y="5518150"/>
          <p14:tracePt t="105466" x="2051050" y="5511800"/>
          <p14:tracePt t="105482" x="2051050" y="5505450"/>
          <p14:tracePt t="105499" x="2051050" y="5499100"/>
          <p14:tracePt t="105532" x="2051050" y="5492750"/>
          <p14:tracePt t="105579" x="2057400" y="5492750"/>
          <p14:tracePt t="105628" x="2063750" y="5492750"/>
          <p14:tracePt t="105775" x="2070100" y="5492750"/>
          <p14:tracePt t="105789" x="2076450" y="5492750"/>
          <p14:tracePt t="105796" x="2076450" y="5486400"/>
          <p14:tracePt t="105810" x="2082800" y="5486400"/>
          <p14:tracePt t="105818" x="2095500" y="5480050"/>
          <p14:tracePt t="105831" x="2101850" y="5480050"/>
          <p14:tracePt t="105848" x="2139950" y="5467350"/>
          <p14:tracePt t="105865" x="2184400" y="5454650"/>
          <p14:tracePt t="105881" x="2324100" y="5429250"/>
          <p14:tracePt t="105898" x="2546350" y="5378450"/>
          <p14:tracePt t="105916" x="2965450" y="5270500"/>
          <p14:tracePt t="105930" x="3295650" y="5187950"/>
          <p14:tracePt t="105947" x="3632200" y="5105400"/>
          <p14:tracePt t="105965" x="4686300" y="4794250"/>
          <p14:tracePt t="105981" x="5029200" y="4673600"/>
          <p14:tracePt t="105997" x="5353050" y="4540250"/>
          <p14:tracePt t="106013" x="5911850" y="4298950"/>
          <p14:tracePt t="106030" x="6115050" y="4184650"/>
          <p14:tracePt t="106047" x="6457950" y="3956050"/>
          <p14:tracePt t="106064" x="6654800" y="3778250"/>
          <p14:tracePt t="106081" x="6718300" y="3708400"/>
          <p14:tracePt t="106097" x="6851650" y="3543300"/>
          <p14:tracePt t="106113" x="6877050" y="3498850"/>
          <p14:tracePt t="106130" x="6921500" y="3409950"/>
          <p14:tracePt t="106147" x="6946900" y="3352800"/>
          <p14:tracePt t="106163" x="6953250" y="3321050"/>
          <p14:tracePt t="106180" x="6959600" y="3257550"/>
          <p14:tracePt t="106196" x="6965950" y="3219450"/>
          <p14:tracePt t="106213" x="6972300" y="3168650"/>
          <p14:tracePt t="106230" x="6985000" y="3143250"/>
          <p14:tracePt t="106246" x="6997700" y="3086100"/>
          <p14:tracePt t="106263" x="7004050" y="3054350"/>
          <p14:tracePt t="106280" x="7016750" y="3035300"/>
          <p14:tracePt t="106283" x="7023100" y="3003550"/>
          <p14:tracePt t="106296" x="7035800" y="2984500"/>
          <p14:tracePt t="106313" x="7042150" y="2952750"/>
          <p14:tracePt t="106329" x="7054850" y="2914650"/>
          <p14:tracePt t="106346" x="7054850" y="2889250"/>
          <p14:tracePt t="106362" x="7054850" y="2876550"/>
          <p14:tracePt t="106379" x="7054850" y="2851150"/>
          <p14:tracePt t="106396" x="7054850" y="2844800"/>
          <p14:tracePt t="106413" x="7054850" y="2832100"/>
          <p14:tracePt t="106428" x="7042150" y="2819400"/>
          <p14:tracePt t="106445" x="7029450" y="2813050"/>
          <p14:tracePt t="106463" x="6997700" y="2800350"/>
          <p14:tracePt t="106479" x="6927850" y="2768600"/>
          <p14:tracePt t="106496" x="6870700" y="2749550"/>
          <p14:tracePt t="106513" x="6711950" y="2698750"/>
          <p14:tracePt t="106529" x="6540500" y="2641600"/>
          <p14:tracePt t="106545" x="6451600" y="2616200"/>
          <p14:tracePt t="106562" x="6292850" y="2609850"/>
          <p14:tracePt t="106578" x="6242050" y="2609850"/>
          <p14:tracePt t="106596" x="6140450" y="2616200"/>
          <p14:tracePt t="106612" x="6134100" y="2622550"/>
          <p14:tracePt t="106645" x="6127750" y="2628900"/>
          <p14:tracePt t="106687" x="6134100" y="2635250"/>
          <p14:tracePt t="106701" x="6146800" y="2635250"/>
          <p14:tracePt t="106708" x="6159500" y="2635250"/>
          <p14:tracePt t="106722" x="6178550" y="2635250"/>
          <p14:tracePt t="106731" x="6210300" y="2641600"/>
          <p14:tracePt t="106744" x="6235700" y="2641600"/>
          <p14:tracePt t="106761" x="6343650" y="2667000"/>
          <p14:tracePt t="106778" x="6451600" y="2692400"/>
          <p14:tracePt t="106794" x="6515100" y="2711450"/>
          <p14:tracePt t="106798" x="6572250" y="2724150"/>
          <p14:tracePt t="106811" x="6623050" y="2730500"/>
          <p14:tracePt t="106828" x="6692900" y="2743200"/>
          <p14:tracePt t="106845" x="6737350" y="2755900"/>
          <p14:tracePt t="106861" x="6762750" y="2762250"/>
          <p14:tracePt t="106877" x="6813550" y="2768600"/>
          <p14:tracePt t="106894" x="6832600" y="2768600"/>
          <p14:tracePt t="106911" x="6883400" y="2768600"/>
          <p14:tracePt t="106928" x="6902450" y="2768600"/>
          <p14:tracePt t="106944" x="6927850" y="2768600"/>
          <p14:tracePt t="106960" x="6940550" y="2768600"/>
          <p14:tracePt t="106977" x="6953250" y="2768600"/>
          <p14:tracePt t="107052" x="6946900" y="2768600"/>
          <p14:tracePt t="107058" x="6940550" y="2768600"/>
          <p14:tracePt t="107087" x="6934200" y="2768600"/>
          <p14:tracePt t="107143" x="6927850" y="2774950"/>
          <p14:tracePt t="107262" x="6927850" y="2781300"/>
          <p14:tracePt t="107269" x="6927850" y="2787650"/>
          <p14:tracePt t="107283" x="6934200" y="2794000"/>
          <p14:tracePt t="107293" x="6940550" y="2819400"/>
          <p14:tracePt t="107309" x="6946900" y="2844800"/>
          <p14:tracePt t="107326" x="6997700" y="2990850"/>
          <p14:tracePt t="107342" x="7029450" y="3111500"/>
          <p14:tracePt t="107360" x="7143750" y="3448050"/>
          <p14:tracePt t="107375" x="7283450" y="3848100"/>
          <p14:tracePt t="107392" x="7366000" y="4038600"/>
          <p14:tracePt t="107409" x="7486650" y="4343400"/>
          <p14:tracePt t="107425" x="7569200" y="4527550"/>
          <p14:tracePt t="107442" x="7594600" y="4584700"/>
          <p14:tracePt t="107459" x="7677150" y="4730750"/>
          <p14:tracePt t="107475" x="7708900" y="4756150"/>
          <p14:tracePt t="107492" x="7734300" y="4787900"/>
          <p14:tracePt t="107509" x="7829550" y="4883150"/>
          <p14:tracePt t="107525" x="7848600" y="4895850"/>
          <p14:tracePt t="107543" x="7893050" y="4914900"/>
          <p14:tracePt t="107558" x="7905750" y="4921250"/>
          <p14:tracePt t="107574" x="7918450" y="4927600"/>
          <p14:tracePt t="107592" x="7931150" y="4933950"/>
          <p14:tracePt t="107662" x="7924800" y="4933950"/>
          <p14:tracePt t="107668" x="7912100" y="4933950"/>
          <p14:tracePt t="107683" x="7899400" y="4933950"/>
          <p14:tracePt t="107691" x="7861300" y="4933950"/>
          <p14:tracePt t="107708" x="7804150" y="4953000"/>
          <p14:tracePt t="107725" x="7588250" y="4972050"/>
          <p14:tracePt t="107741" x="7245350" y="5022850"/>
          <p14:tracePt t="107758" x="6997700" y="5067300"/>
          <p14:tracePt t="107774" x="6496050" y="5156200"/>
          <p14:tracePt t="107791" x="6038850" y="5257800"/>
          <p14:tracePt t="107808" x="5867400" y="5289550"/>
          <p14:tracePt t="107811" x="5708650" y="5340350"/>
          <p14:tracePt t="107824" x="5556250" y="5378450"/>
          <p14:tracePt t="107841" x="5435600" y="5397500"/>
          <p14:tracePt t="107859" x="5156200" y="5435600"/>
          <p14:tracePt t="107874" x="5092700" y="5435600"/>
          <p14:tracePt t="107890" x="5029200" y="5435600"/>
          <p14:tracePt t="107907" x="4933950" y="5435600"/>
          <p14:tracePt t="107924" x="4851400" y="5448300"/>
          <p14:tracePt t="107940" x="4832350" y="5448300"/>
          <p14:tracePt t="107957" x="4800600" y="5448300"/>
          <p14:tracePt t="107974" x="4800600" y="5441950"/>
          <p14:tracePt t="108007" x="4794250" y="5435600"/>
          <p14:tracePt t="108023" x="4794250" y="5429250"/>
          <p14:tracePt t="108041" x="4806950" y="5422900"/>
          <p14:tracePt t="108057" x="4813300" y="5410200"/>
          <p14:tracePt t="108073" x="4832350" y="5359400"/>
          <p14:tracePt t="108090" x="4876800" y="5270500"/>
          <p14:tracePt t="108106" x="4914900" y="5213350"/>
          <p14:tracePt t="108123" x="4965700" y="5130800"/>
          <p14:tracePt t="108140" x="5181600" y="4889500"/>
          <p14:tracePt t="108156" x="5257800" y="4819650"/>
          <p14:tracePt t="108173" x="5429250" y="4718050"/>
          <p14:tracePt t="108189" x="5537200" y="4673600"/>
          <p14:tracePt t="108206" x="5734050" y="4610100"/>
          <p14:tracePt t="108224" x="5937250" y="4591050"/>
          <p14:tracePt t="108239" x="6051550" y="4591050"/>
          <p14:tracePt t="108256" x="6242050" y="4597400"/>
          <p14:tracePt t="108273" x="6343650" y="4616450"/>
          <p14:tracePt t="108289" x="6515100" y="4667250"/>
          <p14:tracePt t="108306" x="6623050" y="4699000"/>
          <p14:tracePt t="108309" x="6724650" y="4737100"/>
          <p14:tracePt t="108322" x="6934200" y="4826000"/>
          <p14:tracePt t="108339" x="7042150" y="4857750"/>
          <p14:tracePt t="108356" x="7219950" y="4908550"/>
          <p14:tracePt t="108372" x="7454900" y="4959350"/>
          <p14:tracePt t="108389" x="7569200" y="4978400"/>
          <p14:tracePt t="108406" x="7772400" y="4991100"/>
          <p14:tracePt t="108422" x="7848600" y="4997450"/>
          <p14:tracePt t="108439" x="7994650" y="4984750"/>
          <p14:tracePt t="108455" x="8128000" y="4959350"/>
          <p14:tracePt t="108471" x="8172450" y="4933950"/>
          <p14:tracePt t="108489" x="8274050" y="4851400"/>
          <p14:tracePt t="108505" x="8286750" y="4832350"/>
          <p14:tracePt t="108521" x="8293100" y="4819650"/>
          <p14:tracePt t="108539" x="8293100" y="4806950"/>
          <p14:tracePt t="108555" x="8293100" y="4787900"/>
          <p14:tracePt t="108572" x="8293100" y="4781550"/>
          <p14:tracePt t="108588" x="8255000" y="4743450"/>
          <p14:tracePt t="108604" x="8204200" y="4673600"/>
          <p14:tracePt t="108621" x="8058150" y="4476750"/>
          <p14:tracePt t="108638" x="7804150" y="4171950"/>
          <p14:tracePt t="108654" x="7683500" y="4013200"/>
          <p14:tracePt t="108672" x="7391400" y="3632200"/>
          <p14:tracePt t="108688" x="7327900" y="3536950"/>
          <p14:tracePt t="108705" x="7226300" y="3346450"/>
          <p14:tracePt t="108721" x="7162800" y="3187700"/>
          <p14:tracePt t="108738" x="7137400" y="3117850"/>
          <p14:tracePt t="108754" x="7118350" y="3054350"/>
          <p14:tracePt t="108772" x="7067550" y="2863850"/>
          <p14:tracePt t="108788" x="7048500" y="2800350"/>
          <p14:tracePt t="108805" x="7016750" y="2698750"/>
          <p14:tracePt t="108821" x="7010400" y="2660650"/>
          <p14:tracePt t="108837" x="6978650" y="2609850"/>
          <p14:tracePt t="108854" x="6959600" y="2578100"/>
          <p14:tracePt t="108871" x="6946900" y="2571750"/>
          <p14:tracePt t="108888" x="6908800" y="2552700"/>
          <p14:tracePt t="108903" x="6877050" y="2540000"/>
          <p14:tracePt t="108920" x="6858000" y="2540000"/>
          <p14:tracePt t="108937" x="6838950" y="2540000"/>
          <p14:tracePt t="108954" x="6819900" y="2546350"/>
          <p14:tracePt t="108987" x="6813550" y="2559050"/>
          <p14:tracePt t="109003" x="6807200" y="2578100"/>
          <p14:tracePt t="109020" x="6807200" y="2590800"/>
          <p14:tracePt t="109037" x="6788150" y="2622550"/>
          <p14:tracePt t="109053" x="6781800" y="2673350"/>
          <p14:tracePt t="109070" x="6769100" y="2705100"/>
          <p14:tracePt t="109087" x="6743700" y="2768600"/>
          <p14:tracePt t="109103" x="6737350" y="2806700"/>
          <p14:tracePt t="109120" x="6718300" y="2838450"/>
          <p14:tracePt t="109136" x="6667500" y="2927350"/>
          <p14:tracePt t="109153" x="6635750" y="2959100"/>
          <p14:tracePt t="109170" x="6521450" y="3067050"/>
          <p14:tracePt t="109186" x="6483350" y="3092450"/>
          <p14:tracePt t="109203" x="6394450" y="3143250"/>
          <p14:tracePt t="109219" x="6356350" y="3175000"/>
          <p14:tracePt t="109236" x="6318250" y="3187700"/>
          <p14:tracePt t="109253" x="6311900" y="3187700"/>
          <p14:tracePt t="109269" x="6299200" y="3194050"/>
          <p14:tracePt t="109514" x="6324600" y="3200400"/>
          <p14:tracePt t="109520" x="6388100" y="3206750"/>
          <p14:tracePt t="109535" x="6483350" y="3219450"/>
          <p14:tracePt t="109551" x="6673850" y="3251200"/>
          <p14:tracePt t="109569" x="6762750" y="3251200"/>
          <p14:tracePt t="109585" x="6940550" y="3270250"/>
          <p14:tracePt t="109601" x="7048500" y="3270250"/>
          <p14:tracePt t="109619" x="7092950" y="3276600"/>
          <p14:tracePt t="109635" x="7099300" y="3276600"/>
          <p14:tracePt t="109668" x="7023100" y="3276600"/>
          <p14:tracePt t="109684" x="6921500" y="3289300"/>
          <p14:tracePt t="109701" x="6769100" y="3289300"/>
          <p14:tracePt t="109718" x="5689600" y="3352800"/>
          <p14:tracePt t="109735" x="5238750" y="3409950"/>
          <p14:tracePt t="109751" x="4324350" y="3594100"/>
          <p14:tracePt t="109767" x="3429000" y="3810000"/>
          <p14:tracePt t="109784" x="3041650" y="3956050"/>
          <p14:tracePt t="109801" x="2247900" y="4260850"/>
          <p14:tracePt t="109817" x="1524000" y="4635500"/>
          <p14:tracePt t="109834" x="1168400" y="4806950"/>
          <p14:tracePt t="109838" x="844550" y="4978400"/>
          <p14:tracePt t="109851" x="615950" y="5118100"/>
          <p14:tracePt t="109867" x="292100" y="5359400"/>
          <p14:tracePt t="109884" x="222250" y="5429250"/>
          <p14:tracePt t="109900" x="88900" y="5537200"/>
          <p14:tracePt t="109917" x="19050" y="5619750"/>
          <p14:tracePt t="109935" x="0" y="5638800"/>
          <p14:tracePt t="109967" x="0" y="5645150"/>
          <p14:tracePt t="110025" x="0" y="5651500"/>
          <p14:tracePt t="110032" x="6350" y="5651500"/>
          <p14:tracePt t="110068" x="12700" y="5645150"/>
          <p14:tracePt t="110088" x="25400" y="5638800"/>
          <p14:tracePt t="110096" x="50800" y="5638800"/>
          <p14:tracePt t="110103" x="88900" y="5638800"/>
          <p14:tracePt t="110119" x="139700" y="5626100"/>
          <p14:tracePt t="110132" x="203200" y="5626100"/>
          <p14:tracePt t="110149" x="368300" y="5607050"/>
          <p14:tracePt t="110166" x="590550" y="5575300"/>
          <p14:tracePt t="110183" x="704850" y="5568950"/>
          <p14:tracePt t="110199" x="920750" y="5549900"/>
          <p14:tracePt t="110216" x="1085850" y="5518150"/>
          <p14:tracePt t="110232" x="1168400" y="5499100"/>
          <p14:tracePt t="110250" x="1308100" y="5486400"/>
          <p14:tracePt t="110266" x="1403350" y="5480050"/>
          <p14:tracePt t="110282" x="1435100" y="5473700"/>
          <p14:tracePt t="110300" x="1466850" y="5467350"/>
          <p14:tracePt t="110316" x="1492250" y="5461000"/>
          <p14:tracePt t="110332" x="1504950" y="5461000"/>
          <p14:tracePt t="110349" x="1536700" y="5454650"/>
          <p14:tracePt t="110365" x="1555750" y="5454650"/>
          <p14:tracePt t="110382" x="1606550" y="5441950"/>
          <p14:tracePt t="110398" x="1682750" y="5435600"/>
          <p14:tracePt t="110415" x="1733550" y="5435600"/>
          <p14:tracePt t="110432" x="1854200" y="5435600"/>
          <p14:tracePt t="110448" x="1981200" y="5435600"/>
          <p14:tracePt t="110465" x="2044700" y="5435600"/>
          <p14:tracePt t="110482" x="2152650" y="5441950"/>
          <p14:tracePt t="110498" x="2228850" y="5448300"/>
          <p14:tracePt t="110515" x="2260600" y="5454650"/>
          <p14:tracePt t="110531" x="2305050" y="5461000"/>
          <p14:tracePt t="110548" x="2317750" y="5473700"/>
          <p14:tracePt t="110565" x="2336800" y="5480050"/>
          <p14:tracePt t="110581" x="2336800" y="5486400"/>
          <p14:tracePt t="110650" x="2343150" y="5486400"/>
          <p14:tracePt t="110665" x="2349500" y="5486400"/>
          <p14:tracePt t="110685" x="2362200" y="5486400"/>
          <p14:tracePt t="110699" x="2374900" y="5486400"/>
          <p14:tracePt t="110706" x="2381250" y="5486400"/>
          <p14:tracePt t="110720" x="2406650" y="5486400"/>
          <p14:tracePt t="110730" x="2432050" y="5492750"/>
          <p14:tracePt t="110748" x="2527300" y="5499100"/>
          <p14:tracePt t="110764" x="2590800" y="5499100"/>
          <p14:tracePt t="110781" x="2736850" y="5518150"/>
          <p14:tracePt t="110798" x="2889250" y="5530850"/>
          <p14:tracePt t="110813" x="2965450" y="5530850"/>
          <p14:tracePt t="110830" x="3041650" y="5530850"/>
          <p14:tracePt t="110847" x="3168650" y="5530850"/>
          <p14:tracePt t="110864" x="3225800" y="5524500"/>
          <p14:tracePt t="110881" x="3302000" y="5524500"/>
          <p14:tracePt t="110897" x="3321050" y="5524500"/>
          <p14:tracePt t="110913" x="3340100" y="5524500"/>
          <p14:tracePt t="110946" x="3346450" y="5524500"/>
          <p14:tracePt t="111008" x="3346450" y="5518150"/>
          <p14:tracePt t="111050" x="3352800" y="5511800"/>
          <p14:tracePt t="111077" x="3359150" y="5511800"/>
          <p14:tracePt t="111099" x="3359150" y="5505450"/>
          <p14:tracePt t="111106" x="3365500" y="5505450"/>
          <p14:tracePt t="111127" x="3378200" y="5505450"/>
          <p14:tracePt t="111141" x="3384550" y="5505450"/>
          <p14:tracePt t="111149" x="3390900" y="5505450"/>
          <p14:tracePt t="111163" x="3397250" y="5505450"/>
          <p14:tracePt t="111179" x="3422650" y="5505450"/>
          <p14:tracePt t="111196" x="3460750" y="5505450"/>
          <p14:tracePt t="111212" x="3479800" y="5505450"/>
          <p14:tracePt t="111229" x="3517900" y="5499100"/>
          <p14:tracePt t="111246" x="3562350" y="5492750"/>
          <p14:tracePt t="111262" x="3581400" y="5492750"/>
          <p14:tracePt t="111279" x="3594100" y="5486400"/>
          <p14:tracePt t="111296" x="3657600" y="5473700"/>
          <p14:tracePt t="111312" x="3676650" y="5473700"/>
          <p14:tracePt t="111329" x="3689350" y="5467350"/>
          <p14:tracePt t="111345" x="3733800" y="5454650"/>
          <p14:tracePt t="111362" x="3778250" y="5448300"/>
          <p14:tracePt t="111380" x="3829050" y="5448300"/>
          <p14:tracePt t="111395" x="3860800" y="5441950"/>
          <p14:tracePt t="111412" x="3905250" y="5441950"/>
          <p14:tracePt t="111429" x="3943350" y="5441950"/>
          <p14:tracePt t="111445" x="3962400" y="5441950"/>
          <p14:tracePt t="111462" x="3987800" y="5441950"/>
          <p14:tracePt t="111479" x="4013200" y="5448300"/>
          <p14:tracePt t="111495" x="4025900" y="5448300"/>
          <p14:tracePt t="111511" x="4038600" y="5448300"/>
          <p14:tracePt t="111528" x="4051300" y="5448300"/>
          <p14:tracePt t="111545" x="4064000" y="5448300"/>
          <p14:tracePt t="111578" x="4076700" y="5454650"/>
          <p14:tracePt t="111639" x="4083050" y="5454650"/>
          <p14:tracePt t="111779" x="4076700" y="5454650"/>
          <p14:tracePt t="112260" x="3994150" y="5454650"/>
          <p14:tracePt t="112267" x="3854450" y="5454650"/>
          <p14:tracePt t="112281" x="3714750" y="5448300"/>
          <p14:tracePt t="112292" x="3587750" y="5448300"/>
          <p14:tracePt t="112310" x="3422650" y="5448300"/>
          <p14:tracePt t="112326" x="3346450" y="5454650"/>
          <p14:tracePt t="112341" x="3232150" y="5454650"/>
          <p14:tracePt t="112359" x="3162300" y="5467350"/>
          <p14:tracePt t="112375" x="3136900" y="5473700"/>
          <p14:tracePt t="112392" x="3111500" y="5473700"/>
          <p14:tracePt t="112409" x="3035300" y="5473700"/>
          <p14:tracePt t="112425" x="3009900" y="5473700"/>
          <p14:tracePt t="112443" x="2952750" y="5473700"/>
          <p14:tracePt t="112458" x="2927350" y="5473700"/>
          <p14:tracePt t="112475" x="2870200" y="5492750"/>
          <p14:tracePt t="112492" x="2794000" y="5518150"/>
          <p14:tracePt t="112508" x="2755900" y="5518150"/>
          <p14:tracePt t="112525" x="2686050" y="5530850"/>
          <p14:tracePt t="112542" x="2654300" y="5530850"/>
          <p14:tracePt t="112558" x="2641600" y="5530850"/>
          <p14:tracePt t="112575" x="2628900" y="5530850"/>
          <p14:tracePt t="112591" x="2622550" y="5530850"/>
          <p14:tracePt t="112653" x="2628900" y="5530850"/>
          <p14:tracePt t="112675" x="2641600" y="5530850"/>
          <p14:tracePt t="112681" x="2654300" y="5537200"/>
          <p14:tracePt t="112690" x="2673350" y="5537200"/>
          <p14:tracePt t="112707" x="2724150" y="5543550"/>
          <p14:tracePt t="112724" x="2876550" y="5562600"/>
          <p14:tracePt t="112741" x="2978150" y="5575300"/>
          <p14:tracePt t="112758" x="3314700" y="5607050"/>
          <p14:tracePt t="112773" x="3403600" y="5607050"/>
          <p14:tracePt t="112790" x="3454400" y="5613400"/>
          <p14:tracePt t="112808" x="3543300" y="5613400"/>
          <p14:tracePt t="112823" x="3549650" y="5613400"/>
          <p14:tracePt t="112840" x="3556000" y="5613400"/>
          <p14:tracePt t="112940" x="3556000" y="5619750"/>
          <p14:tracePt t="113011" x="3562350" y="5619750"/>
          <p14:tracePt t="113017" x="3568700" y="5619750"/>
          <p14:tracePt t="113031" x="3575050" y="5619750"/>
          <p14:tracePt t="113039" x="3587750" y="5619750"/>
          <p14:tracePt t="113056" x="3600450" y="5619750"/>
          <p14:tracePt t="113073" x="3613150" y="5619750"/>
          <p14:tracePt t="113089" x="3702050" y="5607050"/>
          <p14:tracePt t="113106" x="3835400" y="5588000"/>
          <p14:tracePt t="113123" x="4000500" y="5568950"/>
          <p14:tracePt t="113139" x="4083050" y="5549900"/>
          <p14:tracePt t="113156" x="4203700" y="5530850"/>
          <p14:tracePt t="113173" x="4292600" y="5511800"/>
          <p14:tracePt t="113189" x="4337050" y="5492750"/>
          <p14:tracePt t="113206" x="4394200" y="5486400"/>
          <p14:tracePt t="113222" x="4445000" y="5480050"/>
          <p14:tracePt t="113239" x="4457700" y="5473700"/>
          <p14:tracePt t="113256" x="4489450" y="5473700"/>
          <p14:tracePt t="113272" x="4508500" y="5473700"/>
          <p14:tracePt t="113289" x="4514850" y="5473700"/>
          <p14:tracePt t="113305" x="4521200" y="5473700"/>
          <p14:tracePt t="113322" x="4527550" y="5473700"/>
          <p14:tracePt t="113362" x="4521200" y="5473700"/>
          <p14:tracePt t="113382" x="4514850" y="5473700"/>
          <p14:tracePt t="113410" x="4508500" y="5473700"/>
          <p14:tracePt t="113445" x="4502150" y="5473700"/>
          <p14:tracePt t="116228" x="4464050" y="5473700"/>
          <p14:tracePt t="116242" x="4413250" y="5473700"/>
          <p14:tracePt t="116249" x="4368800" y="5467350"/>
          <p14:tracePt t="116265" x="4292600" y="5467350"/>
          <p14:tracePt t="116278" x="4178300" y="5467350"/>
          <p14:tracePt t="116295" x="4121150" y="5467350"/>
          <p14:tracePt t="116312" x="4032250" y="5486400"/>
          <p14:tracePt t="116328" x="3962400" y="5492750"/>
          <p14:tracePt t="116345" x="3924300" y="5492750"/>
          <p14:tracePt t="116362" x="3860800" y="5505450"/>
          <p14:tracePt t="116378" x="3803650" y="5518150"/>
          <p14:tracePt t="116395" x="3778250" y="5524500"/>
          <p14:tracePt t="116411" x="3727450" y="5530850"/>
          <p14:tracePt t="116428" x="3708400" y="5530850"/>
          <p14:tracePt t="116445" x="3651250" y="5537200"/>
          <p14:tracePt t="116461" x="3638550" y="5537200"/>
          <p14:tracePt t="116481" x="3632200" y="5537200"/>
          <p14:tracePt t="116501" x="3625850" y="5537200"/>
          <p14:tracePt t="116510" x="3619500" y="5537200"/>
          <p14:tracePt t="116557" x="3613150" y="5537200"/>
          <p14:tracePt t="116572" x="3606800" y="5537200"/>
          <p14:tracePt t="116580" x="3600450" y="5537200"/>
          <p14:tracePt t="116594" x="3594100" y="5537200"/>
          <p14:tracePt t="116610" x="3568700" y="5543550"/>
          <p14:tracePt t="116627" x="3530600" y="5549900"/>
          <p14:tracePt t="116644" x="3511550" y="5556250"/>
          <p14:tracePt t="116660" x="3454400" y="5568950"/>
          <p14:tracePt t="116677" x="3390900" y="5594350"/>
          <p14:tracePt t="116693" x="3365500" y="5600700"/>
          <p14:tracePt t="116710" x="3333750" y="5607050"/>
          <p14:tracePt t="116727" x="3263900" y="5632450"/>
          <p14:tracePt t="116743" x="3244850" y="5632450"/>
          <p14:tracePt t="116760" x="3232150" y="5632450"/>
          <p14:tracePt t="116776" x="3213100" y="5638800"/>
          <p14:tracePt t="116793" x="3200400" y="5638800"/>
          <p14:tracePt t="116810" x="3187700" y="5638800"/>
          <p14:tracePt t="116843" x="3181350" y="5638800"/>
          <p14:tracePt t="116860" x="3175000" y="5638800"/>
          <p14:tracePt t="116876" x="3168650" y="5638800"/>
          <p14:tracePt t="117321" x="3124200" y="5638800"/>
          <p14:tracePt t="117328" x="3060700" y="5638800"/>
          <p14:tracePt t="117344" x="3009900" y="5638800"/>
          <p14:tracePt t="117358" x="2959100" y="5638800"/>
          <p14:tracePt t="117374" x="2889250" y="5638800"/>
          <p14:tracePt t="117392" x="2832100" y="5638800"/>
          <p14:tracePt t="117407" x="2806700" y="5638800"/>
          <p14:tracePt t="117424" x="2762250" y="5638800"/>
          <p14:tracePt t="117441" x="2736850" y="5638800"/>
          <p14:tracePt t="117458" x="2724150" y="5638800"/>
          <p14:tracePt t="117474" x="2705100" y="5638800"/>
          <p14:tracePt t="117490" x="2692400" y="5645150"/>
          <p14:tracePt t="117524" x="2679700" y="5645150"/>
          <p14:tracePt t="117623" x="2673350" y="5645150"/>
          <p14:tracePt t="117721" x="2679700" y="5645150"/>
          <p14:tracePt t="117742" x="2686050" y="5645150"/>
          <p14:tracePt t="117763" x="2692400" y="5645150"/>
          <p14:tracePt t="117770" x="2698750" y="5645150"/>
          <p14:tracePt t="117784" x="2705100" y="5645150"/>
          <p14:tracePt t="117792" x="2705100" y="5638800"/>
          <p14:tracePt t="117806" x="2717800" y="5626100"/>
          <p14:tracePt t="117823" x="2743200" y="5594350"/>
          <p14:tracePt t="117840" x="2794000" y="5530850"/>
          <p14:tracePt t="117856" x="2819400" y="5486400"/>
          <p14:tracePt t="117873" x="2876550" y="5397500"/>
          <p14:tracePt t="117890" x="2895600" y="5346700"/>
          <p14:tracePt t="117906" x="2908300" y="5314950"/>
          <p14:tracePt t="117923" x="2921000" y="5302250"/>
          <p14:tracePt t="117939" x="2921000" y="5276850"/>
          <p14:tracePt t="117955" x="2921000" y="5270500"/>
          <p14:tracePt t="118002" x="2914650" y="5270500"/>
          <p14:tracePt t="118008" x="2908300" y="5270500"/>
          <p14:tracePt t="118025" x="2901950" y="5276850"/>
          <p14:tracePt t="118038" x="2895600" y="5276850"/>
          <p14:tracePt t="118055" x="2876550" y="5276850"/>
          <p14:tracePt t="118072" x="2838450" y="5283200"/>
          <p14:tracePt t="118089" x="2819400" y="5289550"/>
          <p14:tracePt t="118106" x="2781300" y="5295900"/>
          <p14:tracePt t="118121" x="2736850" y="5314950"/>
          <p14:tracePt t="118138" x="2724150" y="5314950"/>
          <p14:tracePt t="118156" x="2705100" y="5327650"/>
          <p14:tracePt t="118172" x="2692400" y="5334000"/>
          <p14:tracePt t="118219" x="2698750" y="5334000"/>
          <p14:tracePt t="118233" x="2711450" y="5334000"/>
          <p14:tracePt t="118241" x="2724150" y="5334000"/>
          <p14:tracePt t="118255" x="2743200" y="5334000"/>
          <p14:tracePt t="118271" x="2781300" y="5327650"/>
          <p14:tracePt t="118289" x="2978150" y="5289550"/>
          <p14:tracePt t="118304" x="3073400" y="5276850"/>
          <p14:tracePt t="118321" x="3187700" y="5245100"/>
          <p14:tracePt t="118338" x="3397250" y="5175250"/>
          <p14:tracePt t="118354" x="3619500" y="5092700"/>
          <p14:tracePt t="118371" x="3708400" y="5060950"/>
          <p14:tracePt t="118388" x="3886200" y="4978400"/>
          <p14:tracePt t="118404" x="4006850" y="4927600"/>
          <p14:tracePt t="118421" x="4051300" y="4914900"/>
          <p14:tracePt t="118438" x="4102100" y="4895850"/>
          <p14:tracePt t="118454" x="4114800" y="4895850"/>
          <p14:tracePt t="118485" x="4108450" y="4895850"/>
          <p14:tracePt t="118492" x="4102100" y="4902200"/>
          <p14:tracePt t="118504" x="4095750" y="4908550"/>
          <p14:tracePt t="118521" x="4083050" y="4908550"/>
          <p14:tracePt t="118537" x="4070350" y="4914900"/>
          <p14:tracePt t="118554" x="4064000" y="4914900"/>
          <p14:tracePt t="118570" x="4051300" y="4921250"/>
          <p14:tracePt t="118587" x="4044950" y="4927600"/>
          <p14:tracePt t="118961" x="4064000" y="4953000"/>
          <p14:tracePt t="118974" x="4108450" y="4991100"/>
          <p14:tracePt t="118981" x="4165600" y="5048250"/>
          <p14:tracePt t="118996" x="4222750" y="5086350"/>
          <p14:tracePt t="119005" x="4292600" y="5124450"/>
          <p14:tracePt t="119018" x="4375150" y="5156200"/>
          <p14:tracePt t="119036" x="4591050" y="5207000"/>
          <p14:tracePt t="119053" x="4845050" y="5232400"/>
          <p14:tracePt t="119069" x="4984750" y="5238750"/>
          <p14:tracePt t="119085" x="5111750" y="5251450"/>
          <p14:tracePt t="119102" x="5467350" y="5245100"/>
          <p14:tracePt t="119118" x="5543550" y="5238750"/>
          <p14:tracePt t="119138" x="5664200" y="5207000"/>
          <p14:tracePt t="119152" x="5695950" y="5194300"/>
          <p14:tracePt t="119168" x="5727700" y="5175250"/>
          <p14:tracePt t="119185" x="5734050" y="5175250"/>
          <p14:tracePt t="119227" x="5727700" y="5175250"/>
          <p14:tracePt t="119241" x="5721350" y="5175250"/>
          <p14:tracePt t="119255" x="5702300" y="5175250"/>
          <p14:tracePt t="119262" x="5664200" y="5168900"/>
          <p14:tracePt t="119276" x="5600700" y="5168900"/>
          <p14:tracePt t="119285" x="5511800" y="5168900"/>
          <p14:tracePt t="119301" x="5410200" y="5168900"/>
          <p14:tracePt t="119318" x="5130800" y="5156200"/>
          <p14:tracePt t="119334" x="4819650" y="5149850"/>
          <p14:tracePt t="119351" x="4654550" y="5156200"/>
          <p14:tracePt t="119368" x="4387850" y="5162550"/>
          <p14:tracePt t="119384" x="4197350" y="5175250"/>
          <p14:tracePt t="119401" x="4108450" y="5194300"/>
          <p14:tracePt t="119418" x="3962400" y="5213350"/>
          <p14:tracePt t="119434" x="3898900" y="5226050"/>
          <p14:tracePt t="119452" x="3752850" y="5238750"/>
          <p14:tracePt t="119468" x="3727450" y="5245100"/>
          <p14:tracePt t="119484" x="3695700" y="5257800"/>
          <p14:tracePt t="119501" x="3676650" y="5264150"/>
          <p14:tracePt t="119517" x="3670300" y="5264150"/>
          <p14:tracePt t="119794" x="3771900" y="5257800"/>
          <p14:tracePt t="119802" x="3943350" y="5232400"/>
          <p14:tracePt t="119817" x="4127500" y="5219700"/>
          <p14:tracePt t="119823" x="4324350" y="5194300"/>
          <p14:tracePt t="119837" x="4552950" y="5149850"/>
          <p14:tracePt t="119849" x="4749800" y="5111750"/>
          <p14:tracePt t="119866" x="5194300" y="5054600"/>
          <p14:tracePt t="119882" x="5416550" y="5010150"/>
          <p14:tracePt t="119900" x="5784850" y="4965700"/>
          <p14:tracePt t="119915" x="6026150" y="4940300"/>
          <p14:tracePt t="119932" x="6115050" y="4933950"/>
          <p14:tracePt t="119949" x="6280150" y="4921250"/>
          <p14:tracePt t="119965" x="6388100" y="4914900"/>
          <p14:tracePt t="119982" x="6426200" y="4914900"/>
          <p14:tracePt t="119999" x="6508750" y="4895850"/>
          <p14:tracePt t="120015" x="6578600" y="4895850"/>
          <p14:tracePt t="120032" x="6597650" y="4895850"/>
          <p14:tracePt t="120049" x="6654800" y="4895850"/>
          <p14:tracePt t="120065" x="6680200" y="4895850"/>
          <p14:tracePt t="120082" x="6762750" y="4889500"/>
          <p14:tracePt t="120098" x="6788150" y="4889500"/>
          <p14:tracePt t="120115" x="6819900" y="4889500"/>
          <p14:tracePt t="120132" x="6883400" y="4889500"/>
          <p14:tracePt t="120148" x="6940550" y="4889500"/>
          <p14:tracePt t="120165" x="6972300" y="4889500"/>
          <p14:tracePt t="120181" x="7029450" y="4895850"/>
          <p14:tracePt t="120198" x="7105650" y="4908550"/>
          <p14:tracePt t="120215" x="7150100" y="4908550"/>
          <p14:tracePt t="120231" x="7264400" y="4914900"/>
          <p14:tracePt t="120248" x="7397750" y="4933950"/>
          <p14:tracePt t="120265" x="7550150" y="4953000"/>
          <p14:tracePt t="120281" x="7626350" y="4965700"/>
          <p14:tracePt t="120298" x="7810500" y="4972050"/>
          <p14:tracePt t="120315" x="7886700" y="4984750"/>
          <p14:tracePt t="120331" x="7962900" y="4984750"/>
          <p14:tracePt t="120348" x="8096250" y="5003800"/>
          <p14:tracePt t="120364" x="8159750" y="5010150"/>
          <p14:tracePt t="120381" x="8248650" y="5010150"/>
          <p14:tracePt t="120398" x="8286750" y="5010150"/>
          <p14:tracePt t="120414" x="8331200" y="5010150"/>
          <p14:tracePt t="120430" x="8343900" y="5010150"/>
          <p14:tracePt t="120448" x="8369300" y="5016500"/>
          <p14:tracePt t="120483" x="8375650" y="5016500"/>
          <p14:tracePt t="120532" x="8375650" y="5022850"/>
          <p14:tracePt t="120707" x="8369300" y="5022850"/>
          <p14:tracePt t="120770" x="8362950" y="5022850"/>
          <p14:tracePt t="120777" x="8356600" y="5029200"/>
          <p14:tracePt t="120791" x="8350250" y="5029200"/>
          <p14:tracePt t="120804" x="8343900" y="5035550"/>
          <p14:tracePt t="120815" x="8343900" y="5041900"/>
          <p14:tracePt t="120829" x="8337550" y="5041900"/>
          <p14:tracePt t="120846" x="8324850" y="5041900"/>
          <p14:tracePt t="120862" x="8286750" y="5067300"/>
          <p14:tracePt t="120879" x="8261350" y="5080000"/>
          <p14:tracePt t="120896" x="8216900" y="5099050"/>
          <p14:tracePt t="120912" x="8197850" y="5105400"/>
          <p14:tracePt t="120929" x="8172450" y="5118100"/>
          <p14:tracePt t="120946" x="8147050" y="5130800"/>
          <p14:tracePt t="120962" x="8134350" y="5137150"/>
          <p14:tracePt t="120979" x="8128000" y="5137150"/>
          <p14:tracePt t="121002" x="8121650" y="5149850"/>
          <p14:tracePt t="121051" x="8128000" y="5156200"/>
          <p14:tracePt t="121065" x="8140700" y="5156200"/>
          <p14:tracePt t="121080" x="8153400" y="5156200"/>
          <p14:tracePt t="121100" x="8166100" y="5156200"/>
          <p14:tracePt t="121114" x="8191500" y="5162550"/>
          <p14:tracePt t="121129" x="8223250" y="5162550"/>
          <p14:tracePt t="121149" x="8248650" y="5162550"/>
          <p14:tracePt t="121163" x="8280400" y="5168900"/>
          <p14:tracePt t="121177" x="8312150" y="5168900"/>
          <p14:tracePt t="121191" x="8331200" y="5168900"/>
          <p14:tracePt t="121213" x="8343900" y="5168900"/>
          <p14:tracePt t="121226" x="8356600" y="5168900"/>
          <p14:tracePt t="121254" x="8362950" y="5168900"/>
          <p14:tracePt t="121310" x="8356600" y="5168900"/>
          <p14:tracePt t="121359" x="8350250" y="5175250"/>
          <p14:tracePt t="122459" x="8337550" y="5181600"/>
          <p14:tracePt t="122475" x="8312150" y="5187950"/>
          <p14:tracePt t="122480" x="8312150" y="5194300"/>
          <p14:tracePt t="122490" x="8293100" y="5200650"/>
          <p14:tracePt t="122506" x="8286750" y="5207000"/>
          <p14:tracePt t="122524" x="8261350" y="5213350"/>
          <p14:tracePt t="122540" x="8255000" y="5219700"/>
          <p14:tracePt t="122557" x="8235950" y="5219700"/>
          <p14:tracePt t="122574" x="8235950" y="5226050"/>
          <p14:tracePt t="122614" x="8229600" y="5226050"/>
          <p14:tracePt t="122712" x="8235950" y="5226050"/>
          <p14:tracePt t="122726" x="8248650" y="5226050"/>
          <p14:tracePt t="122741" x="8261350" y="5219700"/>
          <p14:tracePt t="122747" x="8274050" y="5213350"/>
          <p14:tracePt t="122760" x="8299450" y="5200650"/>
          <p14:tracePt t="122776" x="8324850" y="5181600"/>
          <p14:tracePt t="122792" x="8369300" y="5168900"/>
          <p14:tracePt t="122806" x="8401050" y="5149850"/>
          <p14:tracePt t="122822" x="8445500" y="5124450"/>
          <p14:tracePt t="122839" x="8509000" y="5080000"/>
          <p14:tracePt t="122856" x="8540750" y="5073650"/>
          <p14:tracePt t="122873" x="8553450" y="5060950"/>
          <p14:tracePt t="122889" x="8572500" y="5048250"/>
          <p14:tracePt t="122905" x="8578850" y="5041900"/>
          <p14:tracePt t="122958" x="8566150" y="5041900"/>
          <p14:tracePt t="122965" x="8559800" y="5041900"/>
          <p14:tracePt t="122978" x="8547100" y="5041900"/>
          <p14:tracePt t="122993" x="8528050" y="5035550"/>
          <p14:tracePt t="123008" x="8509000" y="5035550"/>
          <p14:tracePt t="123022" x="8470900" y="5035550"/>
          <p14:tracePt t="123038" x="8432800" y="5035550"/>
          <p14:tracePt t="123055" x="8337550" y="5035550"/>
          <p14:tracePt t="123071" x="8286750" y="5035550"/>
          <p14:tracePt t="123088" x="8210550" y="5035550"/>
          <p14:tracePt t="123105" x="8083550" y="5041900"/>
          <p14:tracePt t="123121" x="8007350" y="5048250"/>
          <p14:tracePt t="123138" x="7924800" y="5060950"/>
          <p14:tracePt t="123154" x="7721600" y="5080000"/>
          <p14:tracePt t="123171" x="7607300" y="5092700"/>
          <p14:tracePt t="123189" x="7118350" y="5124450"/>
          <p14:tracePt t="123204" x="6902450" y="5137150"/>
          <p14:tracePt t="123221" x="6692900" y="5149850"/>
          <p14:tracePt t="123238" x="6267450" y="5168900"/>
          <p14:tracePt t="123254" x="5911850" y="5194300"/>
          <p14:tracePt t="123271" x="5746750" y="5213350"/>
          <p14:tracePt t="123288" x="5511800" y="5238750"/>
          <p14:tracePt t="123304" x="5321300" y="5276850"/>
          <p14:tracePt t="123321" x="5219700" y="5289550"/>
          <p14:tracePt t="123337" x="5048250" y="5308600"/>
          <p14:tracePt t="123354" x="4908550" y="5334000"/>
          <p14:tracePt t="123371" x="4794250" y="5372100"/>
          <p14:tracePt t="123387" x="4762500" y="5391150"/>
          <p14:tracePt t="123404" x="4730750" y="5422900"/>
          <p14:tracePt t="123421" x="4718050" y="5461000"/>
          <p14:tracePt t="123747" x="4584700" y="5454650"/>
          <p14:tracePt t="123761" x="4375150" y="5454650"/>
          <p14:tracePt t="123775" x="4114800" y="5441950"/>
          <p14:tracePt t="123782" x="3797300" y="5422900"/>
          <p14:tracePt t="123796" x="3429000" y="5435600"/>
          <p14:tracePt t="123805" x="3086100" y="5467350"/>
          <p14:tracePt t="123819" x="2819400" y="5486400"/>
          <p14:tracePt t="123835" x="2470150" y="5543550"/>
          <p14:tracePt t="123853" x="2241550" y="5575300"/>
          <p14:tracePt t="123869" x="2139950" y="5600700"/>
          <p14:tracePt t="123885" x="1993900" y="5638800"/>
          <p14:tracePt t="123902" x="1873250" y="5664200"/>
          <p14:tracePt t="123919" x="1816100" y="5683250"/>
          <p14:tracePt t="123936" x="1771650" y="5702300"/>
          <p14:tracePt t="123951" x="1670050" y="5746750"/>
          <p14:tracePt t="123968" x="1638300" y="5765800"/>
          <p14:tracePt t="123972" x="1606550" y="5778500"/>
          <p14:tracePt t="123988" x="1574800" y="5797550"/>
          <p14:tracePt t="124001" x="1555750" y="5810250"/>
          <p14:tracePt t="124018" x="1524000" y="5829300"/>
          <p14:tracePt t="124035" x="1498600" y="5835650"/>
          <p14:tracePt t="124051" x="1498600" y="5842000"/>
          <p14:tracePt t="124068" x="1485900" y="5848350"/>
          <p14:tracePt t="124175" x="1492250" y="5848350"/>
          <p14:tracePt t="124203" x="1504950" y="5842000"/>
          <p14:tracePt t="124218" x="1511300" y="5842000"/>
          <p14:tracePt t="124224" x="1524000" y="5842000"/>
          <p14:tracePt t="124234" x="1543050" y="5835650"/>
          <p14:tracePt t="124250" x="1574800" y="5835650"/>
          <p14:tracePt t="124267" x="1651000" y="5829300"/>
          <p14:tracePt t="124284" x="1708150" y="5816600"/>
          <p14:tracePt t="124301" x="1828800" y="5822950"/>
          <p14:tracePt t="124317" x="1854200" y="5822950"/>
          <p14:tracePt t="124334" x="1885950" y="5822950"/>
          <p14:tracePt t="124350" x="1917700" y="5822950"/>
          <p14:tracePt t="124367" x="1930400" y="5822950"/>
          <p14:tracePt t="124384" x="1936750" y="5822950"/>
          <p14:tracePt t="124575" x="1936750" y="5829300"/>
          <p14:tracePt t="124687" x="1936750" y="5835650"/>
          <p14:tracePt t="124708" x="1936750" y="5842000"/>
          <p14:tracePt t="124715" x="1936750" y="5848350"/>
          <p14:tracePt t="124722" x="1936750" y="5854700"/>
          <p14:tracePt t="124736" x="1930400" y="5854700"/>
          <p14:tracePt t="124748" x="1930400" y="5861050"/>
          <p14:tracePt t="124765" x="1924050" y="5867400"/>
          <p14:tracePt t="124782" x="1924050" y="5873750"/>
          <p14:tracePt t="124800" x="1917700" y="5892800"/>
          <p14:tracePt t="124816" x="1911350" y="5918200"/>
          <p14:tracePt t="124833" x="1905000" y="5930900"/>
          <p14:tracePt t="124849" x="1898650" y="5949950"/>
          <p14:tracePt t="124865" x="1892300" y="5956300"/>
          <p14:tracePt t="124882" x="1892300" y="5962650"/>
          <p14:tracePt t="124915" x="1892300" y="5969000"/>
          <p14:tracePt t="124954" x="1892300" y="5975350"/>
          <p14:tracePt t="125284" x="1898650" y="5975350"/>
          <p14:tracePt t="125325" x="1905000" y="5975350"/>
          <p14:tracePt t="125354" x="1911350" y="5975350"/>
          <p14:tracePt t="125375" x="1917700" y="5975350"/>
          <p14:tracePt t="125396" x="1924050" y="5975350"/>
          <p14:tracePt t="125424" x="1936750" y="5975350"/>
          <p14:tracePt t="125438" x="1943100" y="5975350"/>
          <p14:tracePt t="125444" x="1962150" y="5975350"/>
          <p14:tracePt t="125459" x="1987550" y="5975350"/>
          <p14:tracePt t="125466" x="2019300" y="5969000"/>
          <p14:tracePt t="125481" x="2057400" y="5969000"/>
          <p14:tracePt t="125496" x="2165350" y="5969000"/>
          <p14:tracePt t="125513" x="2228850" y="5969000"/>
          <p14:tracePt t="125516" x="2279650" y="5981700"/>
          <p14:tracePt t="125530" x="2343150" y="5981700"/>
          <p14:tracePt t="125546" x="2406650" y="5981700"/>
          <p14:tracePt t="125564" x="2565400" y="5988050"/>
          <p14:tracePt t="125580" x="2603500" y="5988050"/>
          <p14:tracePt t="125596" x="2641600" y="5988050"/>
          <p14:tracePt t="125613" x="2686050" y="5988050"/>
          <p14:tracePt t="125629" x="2711450" y="5988050"/>
          <p14:tracePt t="125662" x="2717800" y="5988050"/>
          <p14:tracePt t="125725" x="2711450" y="5988050"/>
          <p14:tracePt t="125747" x="2705100" y="5988050"/>
          <p14:tracePt t="125767" x="2698750" y="5988050"/>
          <p14:tracePt t="125774" x="2692400" y="5988050"/>
          <p14:tracePt t="125788" x="2686050" y="5988050"/>
          <p14:tracePt t="125816" x="2679700" y="5988050"/>
          <p14:tracePt t="125830" x="2673350" y="5988050"/>
          <p14:tracePt t="125837" x="2667000" y="5988050"/>
          <p14:tracePt t="125845" x="2660650" y="5981700"/>
          <p14:tracePt t="125861" x="2647950" y="5981700"/>
          <p14:tracePt t="125879" x="2628900" y="5975350"/>
          <p14:tracePt t="125895" x="2559050" y="5969000"/>
          <p14:tracePt t="125911" x="2463800" y="5949950"/>
          <p14:tracePt t="125929" x="2349500" y="5937250"/>
          <p14:tracePt t="125945" x="2279650" y="5924550"/>
          <p14:tracePt t="125961" x="2171700" y="5905500"/>
          <p14:tracePt t="125978" x="2095500" y="5899150"/>
          <p14:tracePt t="125995" x="2063750" y="5892800"/>
          <p14:tracePt t="126011" x="2032000" y="5892800"/>
          <p14:tracePt t="126028" x="2012950" y="5892800"/>
          <p14:tracePt t="126044" x="2006600" y="5892800"/>
          <p14:tracePt t="126090" x="2006600" y="5886450"/>
          <p14:tracePt t="126098" x="2012950" y="5886450"/>
          <p14:tracePt t="126114" x="2025650" y="5886450"/>
          <p14:tracePt t="126128" x="2051050" y="5886450"/>
          <p14:tracePt t="126144" x="2076450" y="5886450"/>
          <p14:tracePt t="126161" x="2178050" y="5886450"/>
          <p14:tracePt t="126177" x="2260600" y="5899150"/>
          <p14:tracePt t="126194" x="2476500" y="5905500"/>
          <p14:tracePt t="126210" x="2736850" y="5905500"/>
          <p14:tracePt t="126227" x="2876550" y="5899150"/>
          <p14:tracePt t="126244" x="3175000" y="5880100"/>
          <p14:tracePt t="126260" x="3429000" y="5835650"/>
          <p14:tracePt t="126277" x="3543300" y="5829300"/>
          <p14:tracePt t="126294" x="3746500" y="5803900"/>
          <p14:tracePt t="126310" x="3905250" y="5784850"/>
          <p14:tracePt t="126327" x="3968750" y="5778500"/>
          <p14:tracePt t="126343" x="4051300" y="5772150"/>
          <p14:tracePt t="126360" x="4140200" y="5772150"/>
          <p14:tracePt t="126378" x="4222750" y="5772150"/>
          <p14:tracePt t="126393" x="4254500" y="5778500"/>
          <p14:tracePt t="126410" x="4330700" y="5784850"/>
          <p14:tracePt t="126427" x="4400550" y="5797550"/>
          <p14:tracePt t="126443" x="4432300" y="5803900"/>
          <p14:tracePt t="126460" x="4464050" y="5816600"/>
          <p14:tracePt t="126476" x="4559300" y="5829300"/>
          <p14:tracePt t="126493" x="4591050" y="5829300"/>
          <p14:tracePt t="126510" x="4616450" y="5842000"/>
          <p14:tracePt t="126513" x="4660900" y="5848350"/>
          <p14:tracePt t="126526" x="4686300" y="5848350"/>
          <p14:tracePt t="126543" x="4743450" y="5848350"/>
          <p14:tracePt t="126560" x="4775200" y="5848350"/>
          <p14:tracePt t="126576" x="4819650" y="5848350"/>
          <p14:tracePt t="126593" x="4845050" y="5848350"/>
          <p14:tracePt t="126609" x="4851400" y="5848350"/>
          <p14:tracePt t="126658" x="4845050" y="5848350"/>
          <p14:tracePt t="126672" x="4845050" y="5842000"/>
          <p14:tracePt t="126679" x="4838700" y="5842000"/>
          <p14:tracePt t="126707" x="4832350" y="5842000"/>
          <p14:tracePt t="126749" x="4838700" y="5842000"/>
          <p14:tracePt t="126770" x="4851400" y="5842000"/>
          <p14:tracePt t="126777" x="4870450" y="5842000"/>
          <p14:tracePt t="126791" x="4908550" y="5842000"/>
          <p14:tracePt t="126798" x="4965700" y="5842000"/>
          <p14:tracePt t="126812" x="5029200" y="5842000"/>
          <p14:tracePt t="126825" x="5105400" y="5835650"/>
          <p14:tracePt t="126841" x="5295900" y="5829300"/>
          <p14:tracePt t="126858" x="5384800" y="5816600"/>
          <p14:tracePt t="126876" x="5556250" y="5784850"/>
          <p14:tracePt t="126892" x="5632450" y="5778500"/>
          <p14:tracePt t="126908" x="5676900" y="5772150"/>
          <p14:tracePt t="126925" x="5740400" y="5746750"/>
          <p14:tracePt t="126942" x="5753100" y="5746750"/>
          <p14:tracePt t="126974" x="5753100" y="5740400"/>
          <p14:tracePt t="127009" x="5746750" y="5740400"/>
          <p14:tracePt t="127015" x="5734050" y="5740400"/>
          <p14:tracePt t="127024" x="5721350" y="5740400"/>
          <p14:tracePt t="127041" x="5702300" y="5740400"/>
          <p14:tracePt t="127058" x="5657850" y="5740400"/>
          <p14:tracePt t="127074" x="5594350" y="5746750"/>
          <p14:tracePt t="127091" x="5556250" y="5746750"/>
          <p14:tracePt t="127108" x="5429250" y="5772150"/>
          <p14:tracePt t="127124" x="5410200" y="5778500"/>
          <p14:tracePt t="127141" x="5397500" y="5778500"/>
          <p14:tracePt t="127157" x="5378450" y="5784850"/>
          <p14:tracePt t="127198" x="5391150" y="5784850"/>
          <p14:tracePt t="127212" x="5403850" y="5784850"/>
          <p14:tracePt t="127224" x="5416550" y="5778500"/>
          <p14:tracePt t="127240" x="5454650" y="5778500"/>
          <p14:tracePt t="127257" x="5473700" y="5772150"/>
          <p14:tracePt t="127273" x="5537200" y="5759450"/>
          <p14:tracePt t="127290" x="5588000" y="5734050"/>
          <p14:tracePt t="127307" x="5607050" y="5727700"/>
          <p14:tracePt t="127324" x="5626100" y="5721350"/>
          <p14:tracePt t="127340" x="5632450" y="5715000"/>
          <p14:tracePt t="127380" x="5626100" y="5715000"/>
          <p14:tracePt t="127389" x="5619750" y="5715000"/>
          <p14:tracePt t="127406" x="5600700" y="5715000"/>
          <p14:tracePt t="127423" x="5568950" y="5721350"/>
          <p14:tracePt t="127439" x="5543550" y="5721350"/>
          <p14:tracePt t="127457" x="5461000" y="5746750"/>
          <p14:tracePt t="127473" x="5378450" y="5772150"/>
          <p14:tracePt t="127489" x="5359400" y="5778500"/>
          <p14:tracePt t="127507" x="5327650" y="5784850"/>
          <p14:tracePt t="127523" x="5314950" y="5797550"/>
          <p14:tracePt t="127556" x="5327650" y="5797550"/>
          <p14:tracePt t="127572" x="5359400" y="5797550"/>
          <p14:tracePt t="127589" x="5391150" y="5797550"/>
          <p14:tracePt t="127606" x="5461000" y="5791200"/>
          <p14:tracePt t="127622" x="5518150" y="5772150"/>
          <p14:tracePt t="127640" x="5549900" y="5759450"/>
          <p14:tracePt t="127656" x="5556250" y="5753100"/>
          <p14:tracePt t="127672" x="5562600" y="5753100"/>
          <p14:tracePt t="127705" x="5556250" y="5753100"/>
          <p14:tracePt t="127725" x="5549900" y="5753100"/>
          <p14:tracePt t="127739" x="5518150" y="5759450"/>
          <p14:tracePt t="127755" x="5492750" y="5765800"/>
          <p14:tracePt t="127772" x="5467350" y="5772150"/>
          <p14:tracePt t="127788" x="5416550" y="5784850"/>
          <p14:tracePt t="127805" x="5365750" y="5810250"/>
          <p14:tracePt t="127823" x="5327650" y="5822950"/>
          <p14:tracePt t="127855" x="5321300" y="5822950"/>
          <p14:tracePt t="127874" x="5334000" y="5822950"/>
          <p14:tracePt t="127888" x="5346700" y="5822950"/>
          <p14:tracePt t="127905" x="5397500" y="5822950"/>
          <p14:tracePt t="127921" x="5454650" y="5822950"/>
          <p14:tracePt t="127938" x="5473700" y="5816600"/>
          <p14:tracePt t="127955" x="5518150" y="5810250"/>
          <p14:tracePt t="127971" x="5530850" y="5810250"/>
          <p14:tracePt t="128007" x="5530850" y="5803900"/>
          <p14:tracePt t="128021" x="5518150" y="5803900"/>
          <p14:tracePt t="128039" x="5492750" y="5803900"/>
          <p14:tracePt t="128054" x="5422900" y="5822950"/>
          <p14:tracePt t="128072" x="5365750" y="5829300"/>
          <p14:tracePt t="128087" x="5245100" y="5867400"/>
          <p14:tracePt t="128104" x="5149850" y="5892800"/>
          <p14:tracePt t="128121" x="5118100" y="5905500"/>
          <p14:tracePt t="128138" x="5080000" y="5924550"/>
          <p14:tracePt t="128154" x="5067300" y="5930900"/>
          <p14:tracePt t="128171" x="5060950" y="5930900"/>
          <p14:tracePt t="128204" x="5080000" y="5930900"/>
          <p14:tracePt t="128220" x="5092700" y="5924550"/>
          <p14:tracePt t="128237" x="5124450" y="5918200"/>
          <p14:tracePt t="128254" x="5149850" y="5911850"/>
          <p14:tracePt t="128271" x="5175250" y="5899150"/>
          <p14:tracePt t="128287" x="5187950" y="5892800"/>
          <p14:tracePt t="128303" x="5194300" y="5880100"/>
          <p14:tracePt t="128685" x="5099050" y="5848350"/>
          <p14:tracePt t="128693" x="4953000" y="5803900"/>
          <p14:tracePt t="128702" x="4718050" y="5727700"/>
          <p14:tracePt t="128718" x="4464050" y="5689600"/>
          <p14:tracePt t="128735" x="3886200" y="5575300"/>
          <p14:tracePt t="128752" x="3613150" y="5549900"/>
          <p14:tracePt t="128769" x="3048000" y="5486400"/>
          <p14:tracePt t="128786" x="2597150" y="5461000"/>
          <p14:tracePt t="128801" x="2438400" y="5461000"/>
          <p14:tracePt t="128819" x="2171700" y="5454650"/>
          <p14:tracePt t="128835" x="1968500" y="5454650"/>
          <p14:tracePt t="128851" x="1892300" y="5473700"/>
          <p14:tracePt t="128868" x="1809750" y="5473700"/>
          <p14:tracePt t="128884" x="1758950" y="5480050"/>
          <p14:tracePt t="128901" x="1746250" y="5486400"/>
          <p14:tracePt t="128918" x="1727200" y="5499100"/>
          <p14:tracePt t="128934" x="1727200" y="5505450"/>
          <p14:tracePt t="128968" x="1720850" y="5505450"/>
          <p14:tracePt t="128984" x="1714500" y="5511800"/>
          <p14:tracePt t="129002" x="1708150" y="5524500"/>
          <p14:tracePt t="129018" x="1701800" y="5537200"/>
          <p14:tracePt t="129034" x="1689100" y="5549900"/>
          <p14:tracePt t="129051" x="1644650" y="5607050"/>
          <p14:tracePt t="129067" x="1638300" y="5619750"/>
          <p14:tracePt t="129084" x="1625600" y="5638800"/>
          <p14:tracePt t="129101" x="1606550" y="5657850"/>
          <p14:tracePt t="129117" x="1593850" y="5676900"/>
          <p14:tracePt t="129134" x="1587500" y="5689600"/>
          <p14:tracePt t="129150" x="1581150" y="5689600"/>
          <p14:tracePt t="129167" x="1581150" y="5695950"/>
          <p14:tracePt t="129352" x="1587500" y="5695950"/>
          <p14:tracePt t="129393" x="1593850" y="5695950"/>
          <p14:tracePt t="129422" x="1600200" y="5695950"/>
          <p14:tracePt t="129457" x="1606550" y="5695950"/>
          <p14:tracePt t="129486" x="1612900" y="5695950"/>
          <p14:tracePt t="129492" x="1619250" y="5695950"/>
          <p14:tracePt t="129513" x="1625600" y="5695950"/>
          <p14:tracePt t="129528" x="1631950" y="5695950"/>
          <p14:tracePt t="129536" x="1638300" y="5695950"/>
          <p14:tracePt t="129549" x="1644650" y="5695950"/>
          <p14:tracePt t="129565" x="1644650" y="5689600"/>
          <p14:tracePt t="129583" x="1651000" y="5689600"/>
          <p14:tracePt t="129598" x="1657350" y="5689600"/>
          <p14:tracePt t="129615" x="1663700" y="5689600"/>
          <p14:tracePt t="129635" x="1670050" y="5689600"/>
          <p14:tracePt t="129654" x="1676400" y="5689600"/>
          <p14:tracePt t="129717" x="1676400" y="5683250"/>
          <p14:tracePt t="129773" x="1670050" y="5683250"/>
          <p14:tracePt t="129787" x="1663700" y="5683250"/>
          <p14:tracePt t="129794" x="1657350" y="5683250"/>
          <p14:tracePt t="129816" x="1651000" y="5683250"/>
          <p14:tracePt t="129836" x="1644650" y="5689600"/>
          <p14:tracePt t="129842" x="1638300" y="5689600"/>
          <p14:tracePt t="129857" x="1631950" y="5689600"/>
          <p14:tracePt t="129867" x="1625600" y="5689600"/>
          <p14:tracePt t="129881" x="1625600" y="5695950"/>
          <p14:tracePt t="129899" x="1612900" y="5695950"/>
          <p14:tracePt t="129931" x="1606550" y="5695950"/>
          <p14:tracePt t="129948" x="1600200" y="5708650"/>
          <p14:tracePt t="129964" x="1593850" y="5727700"/>
          <p14:tracePt t="129981" x="1587500" y="5740400"/>
          <p14:tracePt t="129998" x="1581150" y="5772150"/>
          <p14:tracePt t="130014" x="1581150" y="5791200"/>
          <p14:tracePt t="130031" x="1581150" y="5842000"/>
          <p14:tracePt t="130047" x="1587500" y="5886450"/>
          <p14:tracePt t="130064" x="1587500" y="5911850"/>
          <p14:tracePt t="130081" x="1606550" y="5956300"/>
          <p14:tracePt t="130097" x="1631950" y="5994400"/>
          <p14:tracePt t="130114" x="1638300" y="6019800"/>
          <p14:tracePt t="130131" x="1651000" y="6038850"/>
          <p14:tracePt t="130147" x="1663700" y="6051550"/>
          <p14:tracePt t="130180" x="1663700" y="6057900"/>
          <p14:tracePt t="130236" x="1663700" y="6064250"/>
          <p14:tracePt t="130397" x="1670050" y="6064250"/>
          <p14:tracePt t="130425" x="1676400" y="6064250"/>
          <p14:tracePt t="130447" x="1682750" y="6057900"/>
          <p14:tracePt t="130453" x="1689100" y="6057900"/>
          <p14:tracePt t="130467" x="1695450" y="6057900"/>
          <p14:tracePt t="130479" x="1708150" y="6057900"/>
          <p14:tracePt t="130496" x="1739900" y="6051550"/>
          <p14:tracePt t="130513" x="1765300" y="6045200"/>
          <p14:tracePt t="130529" x="1860550" y="6038850"/>
          <p14:tracePt t="130545" x="2019300" y="6019800"/>
          <p14:tracePt t="130562" x="2095500" y="6000750"/>
          <p14:tracePt t="130579" x="2235200" y="5988050"/>
          <p14:tracePt t="130595" x="2368550" y="5981700"/>
          <p14:tracePt t="130612" x="2419350" y="5969000"/>
          <p14:tracePt t="130630" x="2495550" y="5969000"/>
          <p14:tracePt t="130645" x="2520950" y="5962650"/>
          <p14:tracePt t="130662" x="2578100" y="5962650"/>
          <p14:tracePt t="130679" x="2622550" y="5962650"/>
          <p14:tracePt t="130695" x="2654300" y="5962650"/>
          <p14:tracePt t="130712" x="2717800" y="5962650"/>
          <p14:tracePt t="130729" x="2813050" y="5956300"/>
          <p14:tracePt t="130745" x="2863850" y="5956300"/>
          <p14:tracePt t="130762" x="3009900" y="5937250"/>
          <p14:tracePt t="130778" x="3149600" y="5937250"/>
          <p14:tracePt t="130795" x="3238500" y="5937250"/>
          <p14:tracePt t="130812" x="3390900" y="5924550"/>
          <p14:tracePt t="130828" x="3498850" y="5918200"/>
          <p14:tracePt t="130846" x="3556000" y="5905500"/>
          <p14:tracePt t="130862" x="3562350" y="5905500"/>
          <p14:tracePt t="130878" x="3568700" y="5905500"/>
          <p14:tracePt t="130910" x="3562350" y="5905500"/>
          <p14:tracePt t="130928" x="3556000" y="5905500"/>
          <p14:tracePt t="130945" x="3536950" y="5905500"/>
          <p14:tracePt t="130961" x="3530600" y="5911850"/>
          <p14:tracePt t="130978" x="3524250" y="5911850"/>
          <p14:tracePt t="130994" x="3517900" y="5911850"/>
          <p14:tracePt t="131011" x="3511550" y="5911850"/>
          <p14:tracePt t="131035" x="3511550" y="5918200"/>
          <p14:tracePt t="131056" x="3517900" y="5918200"/>
          <p14:tracePt t="131070" x="3530600" y="5918200"/>
          <p14:tracePt t="131080" x="3549650" y="5918200"/>
          <p14:tracePt t="131094" x="3562350" y="5918200"/>
          <p14:tracePt t="131110" x="3638550" y="5918200"/>
          <p14:tracePt t="131127" x="3803650" y="5918200"/>
          <p14:tracePt t="131144" x="3905250" y="5918200"/>
          <p14:tracePt t="131161" x="4159250" y="5930900"/>
          <p14:tracePt t="131177" x="4387850" y="5943600"/>
          <p14:tracePt t="131194" x="4502150" y="5937250"/>
          <p14:tracePt t="131211" x="4711700" y="5905500"/>
          <p14:tracePt t="131226" x="4838700" y="5880100"/>
          <p14:tracePt t="131243" x="4883150" y="5861050"/>
          <p14:tracePt t="131260" x="4914900" y="5854700"/>
          <p14:tracePt t="131277" x="4940300" y="5842000"/>
          <p14:tracePt t="131293" x="4946650" y="5842000"/>
          <p14:tracePt t="131310" x="4946650" y="5835650"/>
          <p14:tracePt t="131326" x="4940300" y="5835650"/>
          <p14:tracePt t="131343" x="4927600" y="5842000"/>
          <p14:tracePt t="131360" x="4914900" y="5848350"/>
          <p14:tracePt t="131376" x="4908550" y="5848350"/>
          <p14:tracePt t="131393" x="4895850" y="5848350"/>
          <p14:tracePt t="131409" x="4889500" y="5848350"/>
          <p14:tracePt t="131426" x="4883150" y="5848350"/>
          <p14:tracePt t="131470" x="4876800" y="5848350"/>
          <p14:tracePt t="131561" x="4883150" y="5848350"/>
          <p14:tracePt t="131576" x="4889500" y="5848350"/>
          <p14:tracePt t="131582" x="4902200" y="5848350"/>
          <p14:tracePt t="131592" x="4933950" y="5842000"/>
          <p14:tracePt t="131609" x="4972050" y="5842000"/>
          <p14:tracePt t="131625" x="5099050" y="5829300"/>
          <p14:tracePt t="131642" x="5289550" y="5822950"/>
          <p14:tracePt t="131659" x="5492750" y="5810250"/>
          <p14:tracePt t="131675" x="5600700" y="5797550"/>
          <p14:tracePt t="131692" x="5753100" y="5797550"/>
          <p14:tracePt t="131709" x="5842000" y="5791200"/>
          <p14:tracePt t="131725" x="5873750" y="5791200"/>
          <p14:tracePt t="131741" x="5892800" y="5791200"/>
          <p14:tracePt t="131786" x="5880100" y="5791200"/>
          <p14:tracePt t="131800" x="5867400" y="5791200"/>
          <p14:tracePt t="131808" x="5829300" y="5791200"/>
          <p14:tracePt t="131824" x="5753100" y="5784850"/>
          <p14:tracePt t="131842" x="5511800" y="5778500"/>
          <p14:tracePt t="131858" x="5334000" y="5765800"/>
          <p14:tracePt t="131874" x="4838700" y="5765800"/>
          <p14:tracePt t="131891" x="4375150" y="5765800"/>
          <p14:tracePt t="131908" x="4203700" y="5784850"/>
          <p14:tracePt t="131924" x="3987800" y="5803900"/>
          <p14:tracePt t="131941" x="3892550" y="5822950"/>
          <p14:tracePt t="131957" x="3879850" y="5822950"/>
          <p14:tracePt t="131974" x="3867150" y="5822950"/>
          <p14:tracePt t="131990" x="3873500" y="5822950"/>
          <p14:tracePt t="132007" x="3892550" y="5822950"/>
          <p14:tracePt t="132024" x="3962400" y="5822950"/>
          <p14:tracePt t="132040" x="4089400" y="5835650"/>
          <p14:tracePt t="132057" x="4178300" y="5835650"/>
          <p14:tracePt t="132060" x="4292600" y="5835650"/>
          <p14:tracePt t="132076" x="4419600" y="5835650"/>
          <p14:tracePt t="132090" x="4578350" y="5848350"/>
          <p14:tracePt t="132107" x="4870450" y="5848350"/>
          <p14:tracePt t="132124" x="5099050" y="5854700"/>
          <p14:tracePt t="132140" x="5226050" y="5854700"/>
          <p14:tracePt t="132158" x="5276850" y="5854700"/>
          <p14:tracePt t="132173" x="5283200" y="5854700"/>
          <p14:tracePt t="132190" x="5289550" y="5861050"/>
          <p14:tracePt t="132249" x="5276850" y="5867400"/>
          <p14:tracePt t="132263" x="5270500" y="5867400"/>
          <p14:tracePt t="132291" x="5264150" y="5867400"/>
          <p14:tracePt t="132298" x="5257800" y="5867400"/>
          <p14:tracePt t="132319" x="5251450" y="5861050"/>
          <p14:tracePt t="132372" x="5245100" y="5867400"/>
          <p14:tracePt t="132378" x="5245100" y="5873750"/>
          <p14:tracePt t="132389" x="5238750" y="5880100"/>
          <p14:tracePt t="137914" x="5232400" y="5880100"/>
          <p14:tracePt t="137922" x="5226050" y="5886450"/>
          <p14:tracePt t="137928" x="5213350" y="5886450"/>
          <p14:tracePt t="137942" x="5207000" y="5892800"/>
          <p14:tracePt t="137963" x="5194300" y="5899150"/>
          <p14:tracePt t="137973" x="5187950" y="5899150"/>
          <p14:tracePt t="137986" x="5181600" y="5899150"/>
          <p14:tracePt t="138003" x="5175250" y="5911850"/>
          <p14:tracePt t="138020" x="5162550" y="5911850"/>
          <p14:tracePt t="138037" x="5162550" y="5918200"/>
          <p14:tracePt t="138053" x="5156200" y="5918200"/>
          <p14:tracePt t="138071" x="5137150" y="5930900"/>
          <p14:tracePt t="138086" x="5130800" y="5930900"/>
          <p14:tracePt t="138103" x="5124450" y="5930900"/>
          <p14:tracePt t="138139" x="5118100" y="5930900"/>
          <p14:tracePt t="138155" x="5118100" y="5937250"/>
          <p14:tracePt t="138170" x="5111750" y="5937250"/>
          <p14:tracePt t="138187" x="5105400" y="5937250"/>
          <p14:tracePt t="138203" x="5086350" y="5937250"/>
          <p14:tracePt t="138219" x="5086350" y="5943600"/>
          <p14:tracePt t="138236" x="5060950" y="5949950"/>
          <p14:tracePt t="138252" x="5016500" y="5956300"/>
          <p14:tracePt t="138269" x="4997450" y="5956300"/>
          <p14:tracePt t="138286" x="4953000" y="5962650"/>
          <p14:tracePt t="138302" x="4914900" y="5975350"/>
          <p14:tracePt t="138319" x="4895850" y="5975350"/>
          <p14:tracePt t="138336" x="4851400" y="5981700"/>
          <p14:tracePt t="138352" x="4813300" y="5981700"/>
          <p14:tracePt t="138369" x="4794250" y="5981700"/>
          <p14:tracePt t="138385" x="4743450" y="5975350"/>
          <p14:tracePt t="138402" x="4724400" y="5975350"/>
          <p14:tracePt t="138419" x="4679950" y="5975350"/>
          <p14:tracePt t="138435" x="4667250" y="5975350"/>
          <p14:tracePt t="138451" x="4648200" y="5975350"/>
          <p14:tracePt t="138469" x="4641850" y="5988050"/>
          <p14:tracePt t="143180" x="4641850" y="5975350"/>
          <p14:tracePt t="143187" x="4648200" y="5937250"/>
          <p14:tracePt t="143203" x="4648200" y="5892800"/>
          <p14:tracePt t="143208" x="4648200" y="5842000"/>
          <p14:tracePt t="143223" x="4660900" y="5803900"/>
          <p14:tracePt t="143235" x="4660900" y="5753100"/>
          <p14:tracePt t="143252" x="4654550" y="5632450"/>
          <p14:tracePt t="143268" x="4648200" y="5543550"/>
          <p14:tracePt t="143285" x="4635500" y="5353050"/>
          <p14:tracePt t="143301" x="4622800" y="5162550"/>
          <p14:tracePt t="143318" x="4616450" y="5073650"/>
          <p14:tracePt t="143335" x="4603750" y="4876800"/>
          <p14:tracePt t="143351" x="4597400" y="4711700"/>
          <p14:tracePt t="143368" x="4597400" y="4622800"/>
          <p14:tracePt t="143385" x="4584700" y="4457700"/>
          <p14:tracePt t="143401" x="4578350" y="4330700"/>
          <p14:tracePt t="143419" x="4565650" y="4210050"/>
          <p14:tracePt t="143434" x="4559300" y="4146550"/>
          <p14:tracePt t="143451" x="4546600" y="4083050"/>
          <p14:tracePt t="143469" x="4508500" y="3949700"/>
          <p14:tracePt t="143484" x="4495800" y="3924300"/>
          <p14:tracePt t="143501" x="4489450" y="3892550"/>
          <p14:tracePt t="143518" x="4445000" y="3829050"/>
          <p14:tracePt t="143534" x="4400550" y="3752850"/>
          <p14:tracePt t="143551" x="4387850" y="3727450"/>
          <p14:tracePt t="143567" x="4356100" y="3689350"/>
          <p14:tracePt t="143584" x="4324350" y="3651250"/>
          <p14:tracePt t="143601" x="4292600" y="3625850"/>
          <p14:tracePt t="143617" x="4279900" y="3613150"/>
          <p14:tracePt t="143634" x="4260850" y="3581400"/>
          <p14:tracePt t="143650" x="4241800" y="3556000"/>
          <p14:tracePt t="143667" x="4235450" y="3549650"/>
          <p14:tracePt t="143683" x="4216400" y="3530600"/>
          <p14:tracePt t="143700" x="4203700" y="3517900"/>
          <p14:tracePt t="143717" x="4197350" y="3505200"/>
          <p14:tracePt t="143734" x="4184650" y="3492500"/>
          <p14:tracePt t="143750" x="4184650" y="3473450"/>
          <p14:tracePt t="143766" x="4178300" y="3467100"/>
          <p14:tracePt t="143770" x="4178300" y="3460750"/>
          <p14:tracePt t="143786" x="4171950" y="3454400"/>
          <p14:tracePt t="143800" x="4165600" y="3441700"/>
          <p14:tracePt t="143816" x="4159250" y="3429000"/>
          <p14:tracePt t="143833" x="4159250" y="3416300"/>
          <p14:tracePt t="143849" x="4152900" y="3409950"/>
          <p14:tracePt t="143866" x="4146550" y="3397250"/>
          <p14:tracePt t="143899" x="4146550" y="3390900"/>
          <p14:tracePt t="143952" x="4140200" y="3390900"/>
          <p14:tracePt t="143967" x="4133850" y="3384550"/>
          <p14:tracePt t="144966" x="4133850" y="3378200"/>
          <p14:tracePt t="144972" x="4140200" y="3378200"/>
          <p14:tracePt t="144987" x="4146550" y="3371850"/>
          <p14:tracePt t="144995" x="4152900" y="3359150"/>
          <p14:tracePt t="145012" x="4178300" y="3340100"/>
          <p14:tracePt t="145029" x="4210050" y="3321050"/>
          <p14:tracePt t="145045" x="4254500" y="3295650"/>
          <p14:tracePt t="145062" x="4286250" y="3276600"/>
          <p14:tracePt t="145079" x="4324350" y="3257550"/>
          <p14:tracePt t="145095" x="4375150" y="3244850"/>
          <p14:tracePt t="145112" x="4419600" y="3232150"/>
          <p14:tracePt t="145129" x="4438650" y="3225800"/>
          <p14:tracePt t="145145" x="4470400" y="3225800"/>
          <p14:tracePt t="145162" x="4495800" y="3225800"/>
          <p14:tracePt t="145178" x="4502150" y="3225800"/>
          <p14:tracePt t="145195" x="4508500" y="3225800"/>
          <p14:tracePt t="145212" x="4514850" y="3225800"/>
          <p14:tracePt t="145281" x="4514850" y="3232150"/>
          <p14:tracePt t="145316" x="4508500" y="3232150"/>
          <p14:tracePt t="145337" x="4502150" y="3232150"/>
          <p14:tracePt t="145351" x="4495800" y="3238500"/>
          <p14:tracePt t="145365" x="4489450" y="3238500"/>
          <p14:tracePt t="145372" x="4483100" y="3238500"/>
          <p14:tracePt t="145386" x="4483100" y="3244850"/>
          <p14:tracePt t="145395" x="4470400" y="3244850"/>
          <p14:tracePt t="145410" x="4457700" y="3251200"/>
          <p14:tracePt t="145428" x="4406900" y="3263900"/>
          <p14:tracePt t="145444" x="4337050" y="3282950"/>
          <p14:tracePt t="145460" x="4292600" y="3289300"/>
          <p14:tracePt t="145478" x="4197350" y="3308350"/>
          <p14:tracePt t="145494" x="4127500" y="3314700"/>
          <p14:tracePt t="145510" x="4102100" y="3321050"/>
          <p14:tracePt t="145528" x="4051300" y="3327400"/>
          <p14:tracePt t="145544" x="4032250" y="3327400"/>
          <p14:tracePt t="145562" x="3994150" y="3333750"/>
          <p14:tracePt t="145577" x="3987800" y="3333750"/>
          <p14:tracePt t="145593" x="3981450" y="3340100"/>
          <p14:tracePt t="145611" x="3975100" y="3340100"/>
          <p14:tracePt t="145765" x="3981450" y="3340100"/>
          <p14:tracePt t="145793" x="3987800" y="3340100"/>
          <p14:tracePt t="145814" x="3994150" y="3340100"/>
          <p14:tracePt t="145856" x="3994150" y="3333750"/>
          <p14:tracePt t="145884" x="4000500" y="3333750"/>
          <p14:tracePt t="145912" x="4006850" y="3333750"/>
          <p14:tracePt t="145947" x="4006850" y="3327400"/>
          <p14:tracePt t="145969" x="4013200" y="3327400"/>
          <p14:tracePt t="145977" x="4019550" y="3321050"/>
          <p14:tracePt t="145982" x="4025900" y="3321050"/>
          <p14:tracePt t="146003" x="4032250" y="3321050"/>
          <p14:tracePt t="146018" x="4038600" y="3321050"/>
          <p14:tracePt t="146026" x="4057650" y="3314700"/>
          <p14:tracePt t="146042" x="4070350" y="3308350"/>
          <p14:tracePt t="146059" x="4108450" y="3295650"/>
          <p14:tracePt t="146075" x="4159250" y="3289300"/>
          <p14:tracePt t="146092" x="4191000" y="3282950"/>
          <p14:tracePt t="146109" x="4254500" y="3282950"/>
          <p14:tracePt t="146125" x="4324350" y="3276600"/>
          <p14:tracePt t="146142" x="4349750" y="3276600"/>
          <p14:tracePt t="146158" x="4394200" y="3270250"/>
          <p14:tracePt t="146175" x="4413250" y="3270250"/>
          <p14:tracePt t="146193" x="4445000" y="3270250"/>
          <p14:tracePt t="146225" x="4445000" y="3263900"/>
          <p14:tracePt t="146326" x="4438650" y="3263900"/>
          <p14:tracePt t="146333" x="4432300" y="3263900"/>
          <p14:tracePt t="146354" x="4425950" y="3263900"/>
          <p14:tracePt t="146375" x="4419600" y="3263900"/>
          <p14:tracePt t="146389" x="4413250" y="3263900"/>
          <p14:tracePt t="146403" x="4406900" y="3263900"/>
          <p14:tracePt t="146417" x="4387850" y="3263900"/>
          <p14:tracePt t="146426" x="4375150" y="3257550"/>
          <p14:tracePt t="146440" x="4356100" y="3257550"/>
          <p14:tracePt t="146457" x="4324350" y="3251200"/>
          <p14:tracePt t="146474" x="4235450" y="3244850"/>
          <p14:tracePt t="146490" x="4210050" y="3244850"/>
          <p14:tracePt t="146508" x="4178300" y="3238500"/>
          <p14:tracePt t="146524" x="4133850" y="3238500"/>
          <p14:tracePt t="146540" x="4108450" y="3232150"/>
          <p14:tracePt t="146558" x="4095750" y="3232150"/>
          <p14:tracePt t="146573" x="4089400" y="3232150"/>
          <p14:tracePt t="146590" x="4083050" y="3232150"/>
          <p14:tracePt t="146623" x="4076700" y="3232150"/>
          <p14:tracePt t="146817" x="4070350" y="3232150"/>
          <p14:tracePt t="146845" x="4064000" y="3238500"/>
          <p14:tracePt t="146859" x="4057650" y="3244850"/>
          <p14:tracePt t="146866" x="4051300" y="3251200"/>
          <p14:tracePt t="146880" x="4051300" y="3257550"/>
          <p14:tracePt t="146889" x="4044950" y="3263900"/>
          <p14:tracePt t="146906" x="4038600" y="3263900"/>
          <p14:tracePt t="146922" x="4038600" y="3270250"/>
          <p14:tracePt t="146939" x="4032250" y="3276600"/>
          <p14:tracePt t="146955" x="4025900" y="3282950"/>
          <p14:tracePt t="146972" x="4025900" y="3289300"/>
          <p14:tracePt t="146988" x="4019550" y="3289300"/>
          <p14:tracePt t="147020" x="4013200" y="3295650"/>
          <p14:tracePt t="147055" x="4006850" y="3302000"/>
          <p14:tracePt t="147076" x="4006850" y="3308350"/>
          <p14:tracePt t="147105" x="4000500" y="3308350"/>
          <p14:tracePt t="147161" x="4000500" y="3314700"/>
          <p14:tracePt t="147266" x="3994150" y="3314700"/>
          <p14:tracePt t="147546" x="4000500" y="3314700"/>
          <p14:tracePt t="147560" x="4006850" y="3314700"/>
          <p14:tracePt t="147567" x="4032250" y="3314700"/>
          <p14:tracePt t="147582" x="4038600" y="3314700"/>
          <p14:tracePt t="147590" x="4070350" y="3314700"/>
          <p14:tracePt t="147603" x="4089400" y="3314700"/>
          <p14:tracePt t="147620" x="4140200" y="3314700"/>
          <p14:tracePt t="147637" x="4191000" y="3314700"/>
          <p14:tracePt t="147652" x="4210050" y="3314700"/>
          <p14:tracePt t="147670" x="4235450" y="3314700"/>
          <p14:tracePt t="147687" x="4248150" y="3314700"/>
          <p14:tracePt t="147703" x="4254500" y="3314700"/>
          <p14:tracePt t="147719" x="4260850" y="3314700"/>
          <p14:tracePt t="147736" x="4267200" y="3314700"/>
          <p14:tracePt t="147769" x="4273550" y="3314700"/>
          <p14:tracePt t="147785" x="4279900" y="3314700"/>
          <p14:tracePt t="147802" x="4286250" y="3314700"/>
          <p14:tracePt t="147820" x="4305300" y="3314700"/>
          <p14:tracePt t="147836" x="4318000" y="3314700"/>
          <p14:tracePt t="147852" x="4356100" y="3314700"/>
          <p14:tracePt t="147869" x="4413250" y="3314700"/>
          <p14:tracePt t="147885" x="4451350" y="3314700"/>
          <p14:tracePt t="147902" x="4533900" y="3314700"/>
          <p14:tracePt t="147919" x="4622800" y="3314700"/>
          <p14:tracePt t="147935" x="4667250" y="3327400"/>
          <p14:tracePt t="147953" x="4743450" y="3333750"/>
          <p14:tracePt t="147968" x="4826000" y="3333750"/>
          <p14:tracePt t="147985" x="4864100" y="3340100"/>
          <p14:tracePt t="148003" x="4921250" y="3352800"/>
          <p14:tracePt t="148018" x="4984750" y="3359150"/>
          <p14:tracePt t="148036" x="5003800" y="3359150"/>
          <p14:tracePt t="148052" x="5041900" y="3365500"/>
          <p14:tracePt t="148068" x="5060950" y="3365500"/>
          <p14:tracePt t="148085" x="5105400" y="3365500"/>
          <p14:tracePt t="148101" x="5137150" y="3365500"/>
          <p14:tracePt t="148118" x="5156200" y="3365500"/>
          <p14:tracePt t="148135" x="5200650" y="3365500"/>
          <p14:tracePt t="148151" x="5238750" y="3365500"/>
          <p14:tracePt t="148168" x="5257800" y="3365500"/>
          <p14:tracePt t="148185" x="5289550" y="3365500"/>
          <p14:tracePt t="148201" x="5327650" y="3359150"/>
          <p14:tracePt t="148218" x="5340350" y="3359150"/>
          <p14:tracePt t="148235" x="5365750" y="3352800"/>
          <p14:tracePt t="148251" x="5391150" y="3346450"/>
          <p14:tracePt t="148269" x="5403850" y="3340100"/>
          <p14:tracePt t="148284" x="5410200" y="3340100"/>
          <p14:tracePt t="148301" x="5422900" y="3340100"/>
          <p14:tracePt t="148318" x="5441950" y="3333750"/>
          <p14:tracePt t="148351" x="5448300" y="3333750"/>
          <p14:tracePt t="148367" x="5461000" y="3333750"/>
          <p14:tracePt t="148384" x="5467350" y="3333750"/>
          <p14:tracePt t="148417" x="5486400" y="3333750"/>
          <p14:tracePt t="148434" x="5492750" y="3333750"/>
          <p14:tracePt t="148452" x="5511800" y="3333750"/>
          <p14:tracePt t="148467" x="5524500" y="3333750"/>
          <p14:tracePt t="148484" x="5568950" y="3340100"/>
          <p14:tracePt t="148501" x="5626100" y="3346450"/>
          <p14:tracePt t="148517" x="5651500" y="3346450"/>
          <p14:tracePt t="148534" x="5734050" y="3352800"/>
          <p14:tracePt t="148550" x="5835650" y="3352800"/>
          <p14:tracePt t="148566" x="5886450" y="3352800"/>
          <p14:tracePt t="148584" x="6013450" y="3352800"/>
          <p14:tracePt t="148600" x="6140450" y="3352800"/>
          <p14:tracePt t="148616" x="6203950" y="3352800"/>
          <p14:tracePt t="148634" x="6311900" y="3352800"/>
          <p14:tracePt t="148650" x="6388100" y="3352800"/>
          <p14:tracePt t="148666" x="6419850" y="3352800"/>
          <p14:tracePt t="148684" x="6457950" y="3352800"/>
          <p14:tracePt t="148699" x="6470650" y="3346450"/>
          <p14:tracePt t="148717" x="6502400" y="3346450"/>
          <p14:tracePt t="148733" x="6521450" y="3346450"/>
          <p14:tracePt t="148750" x="6527800" y="3346450"/>
          <p14:tracePt t="148766" x="6540500" y="3340100"/>
          <p14:tracePt t="148783" x="6546850" y="3340100"/>
          <p14:tracePt t="148963" x="6540500" y="3340100"/>
          <p14:tracePt t="148998" x="6534150" y="3340100"/>
          <p14:tracePt t="149040" x="6527800" y="3340100"/>
          <p14:tracePt t="149517" x="6521450" y="3340100"/>
          <p14:tracePt t="149600" x="6515100" y="3340100"/>
          <p14:tracePt t="149714" x="6515100" y="3346450"/>
          <p14:tracePt t="149748" x="6508750" y="3346450"/>
          <p14:tracePt t="149755" x="6502400" y="3352800"/>
          <p14:tracePt t="149804" x="6489700" y="3359150"/>
          <p14:tracePt t="149819" x="6483350" y="3359150"/>
          <p14:tracePt t="149825" x="6483350" y="3365500"/>
          <p14:tracePt t="149832" x="6470650" y="3371850"/>
          <p14:tracePt t="149849" x="6457950" y="3378200"/>
          <p14:tracePt t="149862" x="6413500" y="3422650"/>
          <p14:tracePt t="149879" x="6381750" y="3454400"/>
          <p14:tracePt t="149896" x="6273800" y="3543300"/>
          <p14:tracePt t="149912" x="6134100" y="3670300"/>
          <p14:tracePt t="149928" x="6051550" y="3733800"/>
          <p14:tracePt t="149946" x="5873750" y="3873500"/>
          <p14:tracePt t="149962" x="5778500" y="3956050"/>
          <p14:tracePt t="149978" x="5588000" y="4102100"/>
          <p14:tracePt t="149995" x="5391150" y="4286250"/>
          <p14:tracePt t="150011" x="5295900" y="4368800"/>
          <p14:tracePt t="150029" x="5137150" y="4552950"/>
          <p14:tracePt t="150045" x="5003800" y="4730750"/>
          <p14:tracePt t="150061" x="4940300" y="4819650"/>
          <p14:tracePt t="150078" x="4819650" y="4984750"/>
          <p14:tracePt t="150095" x="4711700" y="5162550"/>
          <p14:tracePt t="150111" x="4660900" y="5245100"/>
          <p14:tracePt t="150128" x="4597400" y="5384800"/>
          <p14:tracePt t="150144" x="4527550" y="5518150"/>
          <p14:tracePt t="150162" x="4495800" y="5588000"/>
          <p14:tracePt t="150177" x="4451350" y="5695950"/>
          <p14:tracePt t="150194" x="4394200" y="5835650"/>
          <p14:tracePt t="150212" x="4343400" y="5956300"/>
          <p14:tracePt t="150228" x="4318000" y="6026150"/>
          <p14:tracePt t="150244" x="4260850" y="6115050"/>
          <p14:tracePt t="150261" x="4210050" y="6191250"/>
          <p14:tracePt t="150277" x="4184650" y="6223000"/>
          <p14:tracePt t="150294" x="4146550" y="6273800"/>
          <p14:tracePt t="150311" x="4114800" y="6292850"/>
          <p14:tracePt t="150327" x="4108450" y="6292850"/>
          <p14:tracePt t="150344" x="4108450" y="6305550"/>
          <p14:tracePt t="150938" x="4133850" y="6299200"/>
          <p14:tracePt t="150945" x="4152900" y="6273800"/>
          <p14:tracePt t="150959" x="4184650" y="6248400"/>
          <p14:tracePt t="150975" x="4241800" y="6210300"/>
          <p14:tracePt t="150992" x="4260850" y="6197600"/>
          <p14:tracePt t="151008" x="4305300" y="6165850"/>
          <p14:tracePt t="151025" x="4330700" y="6140450"/>
          <p14:tracePt t="151041" x="4343400" y="6127750"/>
          <p14:tracePt t="151058" x="4368800" y="6108700"/>
          <p14:tracePt t="151075" x="4381500" y="6096000"/>
          <p14:tracePt t="151092" x="4406900" y="6083300"/>
          <p14:tracePt t="151108" x="4413250" y="6076950"/>
          <p14:tracePt t="151124" x="4419600" y="6070600"/>
          <p14:tracePt t="151141" x="4432300" y="6064250"/>
          <p14:tracePt t="151158" x="4445000" y="6057900"/>
          <p14:tracePt t="151174" x="4451350" y="6051550"/>
          <p14:tracePt t="151191" x="4457700" y="6045200"/>
          <p14:tracePt t="151208" x="4470400" y="6032500"/>
          <p14:tracePt t="151240" x="4470400" y="6026150"/>
          <p14:tracePt t="151257" x="4476750" y="6026150"/>
          <p14:tracePt t="151277" x="4483100" y="6026150"/>
          <p14:tracePt t="151295" x="4489450" y="6019800"/>
          <p14:tracePt t="151325" x="4495800" y="6013450"/>
          <p14:tracePt t="151337" x="4502150" y="6013450"/>
          <p14:tracePt t="151344" x="4502150" y="6007100"/>
          <p14:tracePt t="151360" x="4508500" y="6007100"/>
          <p14:tracePt t="151373" x="4514850" y="5994400"/>
          <p14:tracePt t="151390" x="4527550" y="5988050"/>
          <p14:tracePt t="151407" x="4552950" y="5975350"/>
          <p14:tracePt t="151423" x="4565650" y="5962650"/>
          <p14:tracePt t="151440" x="4597400" y="5943600"/>
          <p14:tracePt t="151457" x="4641850" y="5924550"/>
          <p14:tracePt t="151473" x="4667250" y="5911850"/>
          <p14:tracePt t="151490" x="4705350" y="5886450"/>
          <p14:tracePt t="151507" x="4730750" y="5873750"/>
          <p14:tracePt t="151523" x="4737100" y="5867400"/>
          <p14:tracePt t="151541" x="4756150" y="5861050"/>
          <p14:tracePt t="151556" x="4768850" y="5854700"/>
          <p14:tracePt t="151618" x="4775200" y="5854700"/>
          <p14:tracePt t="151709" x="4781550" y="5848350"/>
          <p14:tracePt t="151808" x="4787900" y="5848350"/>
          <p14:tracePt t="151835" x="4794250" y="5848350"/>
          <p14:tracePt t="151862" x="4806950" y="5848350"/>
          <p14:tracePt t="151878" x="4806950" y="5842000"/>
          <p14:tracePt t="151899" x="4813300" y="5842000"/>
          <p14:tracePt t="151906" x="4819650" y="5842000"/>
          <p14:tracePt t="151927" x="4832350" y="5842000"/>
          <p14:tracePt t="151934" x="4832350" y="5835650"/>
          <p14:tracePt t="151947" x="4838700" y="5835650"/>
          <p14:tracePt t="151976" x="4845050" y="5835650"/>
          <p14:tracePt t="152039" x="4838700" y="5835650"/>
          <p14:tracePt t="152046" x="4826000" y="5835650"/>
          <p14:tracePt t="152060" x="4806950" y="5835650"/>
          <p14:tracePt t="152072" x="4768850" y="5842000"/>
          <p14:tracePt t="152088" x="4610100" y="5861050"/>
          <p14:tracePt t="152104" x="4495800" y="5873750"/>
          <p14:tracePt t="152121" x="4216400" y="5905500"/>
          <p14:tracePt t="152138" x="3867150" y="5943600"/>
          <p14:tracePt t="152154" x="3695700" y="5969000"/>
          <p14:tracePt t="152171" x="3441700" y="5988050"/>
          <p14:tracePt t="152188" x="3238500" y="6007100"/>
          <p14:tracePt t="152204" x="3149600" y="6007100"/>
          <p14:tracePt t="152221" x="3028950" y="6019800"/>
          <p14:tracePt t="152237" x="2971800" y="6019800"/>
          <p14:tracePt t="152254" x="2959100" y="6019800"/>
          <p14:tracePt t="152271" x="2940050" y="6019800"/>
          <p14:tracePt t="152354" x="2940050" y="6013450"/>
          <p14:tracePt t="152389" x="2946400" y="6013450"/>
          <p14:tracePt t="152396" x="2952750" y="6013450"/>
          <p14:tracePt t="152410" x="2959100" y="6013450"/>
          <p14:tracePt t="152420" x="2971800" y="6013450"/>
          <p14:tracePt t="152436" x="2990850" y="6007100"/>
          <p14:tracePt t="152453" x="3041650" y="6007100"/>
          <p14:tracePt t="152470" x="3117850" y="6000750"/>
          <p14:tracePt t="152487" x="3251200" y="5988050"/>
          <p14:tracePt t="152502" x="3327400" y="5981700"/>
          <p14:tracePt t="152520" x="3467100" y="5969000"/>
          <p14:tracePt t="152537" x="3587750" y="5962650"/>
          <p14:tracePt t="152553" x="3651250" y="5962650"/>
          <p14:tracePt t="152569" x="3746500" y="5949950"/>
          <p14:tracePt t="152586" x="3810000" y="5949950"/>
          <p14:tracePt t="152603" x="3848100" y="5943600"/>
          <p14:tracePt t="152619" x="3879850" y="5937250"/>
          <p14:tracePt t="152636" x="3949700" y="5937250"/>
          <p14:tracePt t="152652" x="3975100" y="5937250"/>
          <p14:tracePt t="152670" x="4025900" y="5937250"/>
          <p14:tracePt t="152686" x="4064000" y="5937250"/>
          <p14:tracePt t="152702" x="4146550" y="5930900"/>
          <p14:tracePt t="152720" x="4222750" y="5918200"/>
          <p14:tracePt t="152735" x="4267200" y="5911850"/>
          <p14:tracePt t="152752" x="4337050" y="5905500"/>
          <p14:tracePt t="152769" x="4387850" y="5892800"/>
          <p14:tracePt t="152785" x="4406900" y="5892800"/>
          <p14:tracePt t="152803" x="4438650" y="5886450"/>
          <p14:tracePt t="152819" x="4457700" y="5880100"/>
          <p14:tracePt t="152835" x="4470400" y="5880100"/>
          <p14:tracePt t="152852" x="4483100" y="5880100"/>
          <p14:tracePt t="152888" x="4489450" y="5873750"/>
          <p14:tracePt t="153259" x="4508500" y="5873750"/>
          <p14:tracePt t="153266" x="4540250" y="5873750"/>
          <p14:tracePt t="153280" x="4565650" y="5873750"/>
          <p14:tracePt t="153287" x="4603750" y="5873750"/>
          <p14:tracePt t="153303" x="4648200" y="5873750"/>
          <p14:tracePt t="153316" x="4699000" y="5873750"/>
          <p14:tracePt t="153333" x="4813300" y="5873750"/>
          <p14:tracePt t="153351" x="4940300" y="5873750"/>
          <p14:tracePt t="153367" x="5016500" y="5873750"/>
          <p14:tracePt t="153383" x="5149850" y="5873750"/>
          <p14:tracePt t="153400" x="5238750" y="5861050"/>
          <p14:tracePt t="153416" x="5289550" y="5861050"/>
          <p14:tracePt t="153434" x="5340350" y="5848350"/>
          <p14:tracePt t="153450" x="5365750" y="5848350"/>
          <p14:tracePt t="153466" x="5384800" y="5848350"/>
          <p14:tracePt t="153483" x="5397500" y="5848350"/>
          <p14:tracePt t="153499" x="5410200" y="5848350"/>
          <p14:tracePt t="153533" x="5416550" y="5848350"/>
          <p14:tracePt t="153549" x="5422900" y="5842000"/>
          <p14:tracePt t="153820" x="5422900" y="5835650"/>
          <p14:tracePt t="153869" x="5416550" y="5835650"/>
          <p14:tracePt t="154030" x="5416550" y="5829300"/>
          <p14:tracePt t="154093" x="5410200" y="5829300"/>
          <p14:tracePt t="154143" x="5403850" y="5829300"/>
          <p14:tracePt t="154199" x="5397500" y="5829300"/>
          <p14:tracePt t="154241" x="5391150" y="5829300"/>
          <p14:tracePt t="154269" x="5384800" y="5829300"/>
          <p14:tracePt t="154304" x="5378450" y="5829300"/>
          <p14:tracePt t="154311" x="5378450" y="5835650"/>
          <p14:tracePt t="154318" x="5372100" y="5835650"/>
          <p14:tracePt t="154333" x="5365750" y="5835650"/>
          <p14:tracePt t="154347" x="5359400" y="5842000"/>
          <p14:tracePt t="154363" x="5327650" y="5842000"/>
          <p14:tracePt t="154381" x="5308600" y="5848350"/>
          <p14:tracePt t="154396" x="5251450" y="5861050"/>
          <p14:tracePt t="154413" x="5162550" y="5886450"/>
          <p14:tracePt t="154430" x="5105400" y="5905500"/>
          <p14:tracePt t="154447" x="5060950" y="5911850"/>
          <p14:tracePt t="154463" x="5016500" y="5924550"/>
          <p14:tracePt t="154480" x="4972050" y="5943600"/>
          <p14:tracePt t="154496" x="4959350" y="5943600"/>
          <p14:tracePt t="154513" x="4946650" y="5949950"/>
          <p14:tracePt t="154529" x="4927600" y="5949950"/>
          <p14:tracePt t="154571" x="4921250" y="5956300"/>
          <p14:tracePt t="154598" x="4914900" y="5962650"/>
          <p14:tracePt t="154620" x="4908550" y="5969000"/>
          <p14:tracePt t="154634" x="4902200" y="5975350"/>
          <p14:tracePt t="154641" x="4902200" y="5981700"/>
          <p14:tracePt t="154649" x="4895850" y="5981700"/>
          <p14:tracePt t="156608" x="4895850" y="5988050"/>
          <p14:tracePt t="156615" x="4908550" y="6000750"/>
          <p14:tracePt t="156624" x="4933950" y="6019800"/>
          <p14:tracePt t="156638" x="4946650" y="6038850"/>
          <p14:tracePt t="156655" x="4965700" y="6051550"/>
          <p14:tracePt t="156672" x="5010150" y="6089650"/>
          <p14:tracePt t="156688" x="5080000" y="6127750"/>
          <p14:tracePt t="156705" x="5111750" y="6146800"/>
          <p14:tracePt t="156722" x="5213350" y="6191250"/>
          <p14:tracePt t="156738" x="5334000" y="6235700"/>
          <p14:tracePt t="156756" x="5461000" y="6286500"/>
          <p14:tracePt t="156771" x="5505450" y="6311900"/>
          <p14:tracePt t="156788" x="5600700" y="6350000"/>
          <p14:tracePt t="156805" x="5689600" y="6381750"/>
          <p14:tracePt t="156821" x="5727700" y="6388100"/>
          <p14:tracePt t="156838" x="5803900" y="6413500"/>
          <p14:tracePt t="156855" x="5861050" y="6438900"/>
          <p14:tracePt t="156871" x="5892800" y="6451600"/>
          <p14:tracePt t="156888" x="5949950" y="6483350"/>
          <p14:tracePt t="156904" x="5988050" y="6508750"/>
          <p14:tracePt t="156921" x="6019800" y="6527800"/>
          <p14:tracePt t="156939" x="6057900" y="6553200"/>
          <p14:tracePt t="156954" x="6076950" y="6559550"/>
          <p14:tracePt t="156971" x="6102350" y="6572250"/>
          <p14:tracePt t="156988" x="6115050" y="6584950"/>
          <p14:tracePt t="157004" x="6115050" y="6591300"/>
          <p14:tracePt t="157021" x="6121400" y="6591300"/>
          <p14:tracePt t="157127" x="6108700" y="6591300"/>
          <p14:tracePt t="157134" x="6102350" y="6591300"/>
          <p14:tracePt t="157148" x="6096000" y="6591300"/>
          <p14:tracePt t="157157" x="6083300" y="6591300"/>
          <p14:tracePt t="157171" x="6057900" y="6591300"/>
          <p14:tracePt t="157187" x="5981700" y="6597650"/>
          <p14:tracePt t="157204" x="5924550" y="6597650"/>
          <p14:tracePt t="157219" x="5772150" y="6597650"/>
          <p14:tracePt t="157237" x="5708650" y="6597650"/>
          <p14:tracePt t="157254" x="5467350" y="6597650"/>
          <p14:tracePt t="157270" x="5391150" y="6597650"/>
          <p14:tracePt t="157286" x="5340350" y="6597650"/>
          <p14:tracePt t="157303" x="5226050" y="6597650"/>
          <p14:tracePt t="157319" x="5143500" y="6597650"/>
          <p14:tracePt t="157336" x="5118100" y="6597650"/>
          <p14:tracePt t="157352" x="5086350" y="6597650"/>
          <p14:tracePt t="157369" x="5073650" y="6591300"/>
          <p14:tracePt t="157387" x="5067300" y="6591300"/>
          <p14:tracePt t="157403" x="5060950" y="6591300"/>
          <p14:tracePt t="157439" x="5054600" y="6591300"/>
          <p14:tracePt t="157478" x="5048250" y="6591300"/>
          <p14:tracePt t="157485" x="5035550" y="6591300"/>
          <p14:tracePt t="157499" x="5022850" y="6591300"/>
          <p14:tracePt t="157506" x="5003800" y="6597650"/>
          <p14:tracePt t="157522" x="4978400" y="6597650"/>
          <p14:tracePt t="157535" x="4902200" y="6597650"/>
          <p14:tracePt t="157552" x="4864100" y="6597650"/>
          <p14:tracePt t="157569" x="4800600" y="6604000"/>
          <p14:tracePt t="157585" x="4648200" y="6604000"/>
          <p14:tracePt t="157602" x="4483100" y="6604000"/>
          <p14:tracePt t="157619" x="4298950" y="6591300"/>
          <p14:tracePt t="157635" x="4222750" y="6572250"/>
          <p14:tracePt t="157652" x="4076700" y="6534150"/>
          <p14:tracePt t="157669" x="3981450" y="6508750"/>
          <p14:tracePt t="157685" x="3949700" y="6508750"/>
          <p14:tracePt t="157702" x="3930650" y="6502400"/>
          <p14:tracePt t="157779" x="3930650" y="6496050"/>
          <p14:tracePt t="157808" x="3937000" y="6496050"/>
          <p14:tracePt t="157815" x="3949700" y="6496050"/>
          <p14:tracePt t="157828" x="3968750" y="6502400"/>
          <p14:tracePt t="157838" x="3994150" y="6508750"/>
          <p14:tracePt t="157852" x="4032250" y="6527800"/>
          <p14:tracePt t="157868" x="4070350" y="6534150"/>
          <p14:tracePt t="157885" x="4324350" y="6597650"/>
          <p14:tracePt t="157901" x="4425950" y="6616700"/>
          <p14:tracePt t="157918" x="4540250" y="6635750"/>
          <p14:tracePt t="157934" x="4781550" y="6667500"/>
          <p14:tracePt t="157951" x="5010150" y="6686550"/>
          <p14:tracePt t="157955" x="5124450" y="6686550"/>
          <p14:tracePt t="157971" x="5213350" y="6686550"/>
          <p14:tracePt t="157984" x="5302250" y="6686550"/>
          <p14:tracePt t="158001" x="5435600" y="6686550"/>
          <p14:tracePt t="158018" x="5537200" y="6680200"/>
          <p14:tracePt t="158034" x="5568950" y="6680200"/>
          <p14:tracePt t="158051" x="5600700" y="6680200"/>
          <p14:tracePt t="158068" x="5613400" y="6673850"/>
          <p14:tracePt t="158084" x="5619750" y="6673850"/>
          <p14:tracePt t="158100" x="5626100" y="6673850"/>
          <p14:tracePt t="158179" x="5632450" y="6673850"/>
          <p14:tracePt t="158228" x="5645150" y="6673850"/>
          <p14:tracePt t="158235" x="5651500" y="6673850"/>
          <p14:tracePt t="158252" x="5670550" y="6673850"/>
          <p14:tracePt t="158266" x="5689600" y="6673850"/>
          <p14:tracePt t="158283" x="5759450" y="6673850"/>
          <p14:tracePt t="158299" x="5899150" y="6673850"/>
          <p14:tracePt t="158316" x="5975350" y="6673850"/>
          <p14:tracePt t="158333" x="6165850" y="6667500"/>
          <p14:tracePt t="158349" x="6369050" y="6654800"/>
          <p14:tracePt t="158366" x="6483350" y="6648450"/>
          <p14:tracePt t="158383" x="6673850" y="6616700"/>
          <p14:tracePt t="158399" x="6845300" y="6597650"/>
          <p14:tracePt t="158416" x="6921500" y="6584950"/>
          <p14:tracePt t="158433" x="7029450" y="6578600"/>
          <p14:tracePt t="158449" x="7092950" y="6572250"/>
          <p14:tracePt t="158466" x="7118350" y="6572250"/>
          <p14:tracePt t="158469" x="7137400" y="6572250"/>
          <p14:tracePt t="158483" x="7156450" y="6572250"/>
          <p14:tracePt t="158499" x="7175500" y="6572250"/>
          <p14:tracePt t="158516" x="7219950" y="6565900"/>
          <p14:tracePt t="158532" x="7226300" y="6559550"/>
          <p14:tracePt t="158549" x="7239000" y="6559550"/>
          <p14:tracePt t="158565" x="7245350" y="6553200"/>
          <p14:tracePt t="158582" x="7251700" y="6553200"/>
          <p14:tracePt t="158628" x="7245350" y="6553200"/>
          <p14:tracePt t="158656" x="7239000" y="6553200"/>
          <p14:tracePt t="158678" x="7232650" y="6553200"/>
          <p14:tracePt t="158699" x="7226300" y="6553200"/>
          <p14:tracePt t="158747" x="7219950" y="6553200"/>
          <p14:tracePt t="158768" x="7207250" y="6553200"/>
          <p14:tracePt t="158783" x="7200900" y="6553200"/>
          <p14:tracePt t="158790" x="7188200" y="6553200"/>
          <p14:tracePt t="158798" x="7169150" y="6546850"/>
          <p14:tracePt t="158814" x="7150100" y="6546850"/>
          <p14:tracePt t="158832" x="7054850" y="6527800"/>
          <p14:tracePt t="158848" x="6978650" y="6521450"/>
          <p14:tracePt t="158864" x="6788150" y="6489700"/>
          <p14:tracePt t="158881" x="6565900" y="6457950"/>
          <p14:tracePt t="158898" x="6451600" y="6438900"/>
          <p14:tracePt t="158914" x="6248400" y="6413500"/>
          <p14:tracePt t="158931" x="6083300" y="6407150"/>
          <p14:tracePt t="158948" x="6026150" y="6394450"/>
          <p14:tracePt t="158964" x="5962650" y="6394450"/>
          <p14:tracePt t="158981" x="5937250" y="6394450"/>
          <p14:tracePt t="158997" x="5930900" y="6394450"/>
          <p14:tracePt t="159014" x="5924550" y="6394450"/>
          <p14:tracePt t="159042" x="5918200" y="6394450"/>
          <p14:tracePt t="159098" x="5911850" y="6400800"/>
          <p14:tracePt t="159112" x="5905500" y="6400800"/>
          <p14:tracePt t="159118" x="5892800" y="6413500"/>
          <p14:tracePt t="159133" x="5886450" y="6419850"/>
          <p14:tracePt t="159147" x="5873750" y="6426200"/>
          <p14:tracePt t="159163" x="5848350" y="6445250"/>
          <p14:tracePt t="159180" x="5829300" y="6457950"/>
          <p14:tracePt t="159197" x="5765800" y="6496050"/>
          <p14:tracePt t="159213" x="5740400" y="6502400"/>
          <p14:tracePt t="159230" x="5727700" y="6508750"/>
          <p14:tracePt t="159246" x="5702300" y="6527800"/>
          <p14:tracePt t="159263" x="5683250" y="6534150"/>
          <p14:tracePt t="159280" x="5676900" y="6534150"/>
          <p14:tracePt t="159301" x="5676900" y="6540500"/>
          <p14:tracePt t="159312" x="5676900" y="6546850"/>
          <p14:tracePt t="159330" x="5676900" y="6553200"/>
          <p14:tracePt t="159346" x="5676900" y="6559550"/>
          <p14:tracePt t="159362" x="5676900" y="6572250"/>
          <p14:tracePt t="159379" x="5676900" y="6578600"/>
          <p14:tracePt t="159395" x="5683250" y="6584950"/>
          <p14:tracePt t="159413" x="5683250" y="6591300"/>
          <p14:tracePt t="159429" x="5689600" y="6597650"/>
          <p14:tracePt t="159445" x="5695950" y="6604000"/>
          <p14:tracePt t="159470" x="5695950" y="6610350"/>
          <p14:tracePt t="159491" x="5695950" y="6616700"/>
          <p14:tracePt t="159499" x="5695950" y="6623050"/>
          <p14:tracePt t="159533" x="5702300" y="6623050"/>
          <p14:tracePt t="159540" x="5702300" y="6629400"/>
          <p14:tracePt t="159561" x="5702300" y="6635750"/>
          <p14:tracePt t="159624" x="5708650" y="6642100"/>
          <p14:tracePt t="159701" x="5702300" y="6642100"/>
          <p14:tracePt t="159722" x="5695950" y="6635750"/>
          <p14:tracePt t="159729" x="5683250" y="6623050"/>
          <p14:tracePt t="159744" x="5676900" y="6610350"/>
          <p14:tracePt t="159750" x="5664200" y="6584950"/>
          <p14:tracePt t="159765" x="5638800" y="6553200"/>
          <p14:tracePt t="159779" x="5588000" y="6457950"/>
          <p14:tracePt t="159794" x="5549900" y="6400800"/>
          <p14:tracePt t="159811" x="5511800" y="6343650"/>
          <p14:tracePt t="159828" x="5422900" y="6235700"/>
          <p14:tracePt t="159844" x="5340350" y="6134100"/>
          <p14:tracePt t="159861" x="5302250" y="6096000"/>
          <p14:tracePt t="159878" x="5232400" y="6019800"/>
          <p14:tracePt t="159894" x="5162550" y="5949950"/>
          <p14:tracePt t="159912" x="5118100" y="5911850"/>
          <p14:tracePt t="159927" x="5105400" y="5899150"/>
          <p14:tracePt t="159944" x="5086350" y="5886450"/>
          <p14:tracePt t="159961" x="5086350" y="5873750"/>
          <p14:tracePt t="159993" x="5080000" y="5873750"/>
          <p14:tracePt t="160122" x="5080000" y="5880100"/>
          <p14:tracePt t="160144" x="5086350" y="5892800"/>
          <p14:tracePt t="160150" x="5092700" y="5892800"/>
          <p14:tracePt t="160164" x="5105400" y="5905500"/>
          <p14:tracePt t="160177" x="5111750" y="5918200"/>
          <p14:tracePt t="160193" x="5168900" y="5975350"/>
          <p14:tracePt t="160210" x="5200650" y="6007100"/>
          <p14:tracePt t="160227" x="5295900" y="6115050"/>
          <p14:tracePt t="160242" x="5410200" y="6242050"/>
          <p14:tracePt t="160259" x="5441950" y="6286500"/>
          <p14:tracePt t="160277" x="5530850" y="6394450"/>
          <p14:tracePt t="160293" x="5568950" y="6445250"/>
          <p14:tracePt t="160309" x="5588000" y="6464300"/>
          <p14:tracePt t="160326" x="5594350" y="6477000"/>
          <p14:tracePt t="160342" x="5600700" y="6483350"/>
          <p14:tracePt t="160403" x="5594350" y="6483350"/>
          <p14:tracePt t="160424" x="5588000" y="6483350"/>
          <p14:tracePt t="160452" x="5581650" y="6483350"/>
          <p14:tracePt t="160472" x="5581650" y="6477000"/>
          <p14:tracePt t="160515" x="5575300" y="6470650"/>
          <p14:tracePt t="160543" x="5575300" y="6464300"/>
          <p14:tracePt t="160550" x="5568950" y="6464300"/>
          <p14:tracePt t="160564" x="5568950" y="6457950"/>
          <p14:tracePt t="160575" x="5562600" y="6451600"/>
          <p14:tracePt t="160592" x="5556250" y="6445250"/>
          <p14:tracePt t="160608" x="5549900" y="6438900"/>
          <p14:tracePt t="160625" x="5518150" y="6413500"/>
          <p14:tracePt t="160642" x="5480050" y="6369050"/>
          <p14:tracePt t="160658" x="5454650" y="6343650"/>
          <p14:tracePt t="160675" x="5422900" y="6318250"/>
          <p14:tracePt t="160691" x="5314950" y="6235700"/>
          <p14:tracePt t="160708" x="5276850" y="6210300"/>
          <p14:tracePt t="160725" x="5200650" y="6146800"/>
          <p14:tracePt t="160741" x="5168900" y="6115050"/>
          <p14:tracePt t="160758" x="5099050" y="6064250"/>
          <p14:tracePt t="160775" x="5073650" y="6026150"/>
          <p14:tracePt t="160791" x="5060950" y="6013450"/>
          <p14:tracePt t="160807" x="5041900" y="5988050"/>
          <p14:tracePt t="160824" x="5035550" y="5981700"/>
          <p14:tracePt t="160841" x="5035550" y="5975350"/>
          <p14:tracePt t="160874" x="5035550" y="5969000"/>
          <p14:tracePt t="160971" x="5029200" y="5969000"/>
          <p14:tracePt t="161302" x="5054600" y="5969000"/>
          <p14:tracePt t="161316" x="5105400" y="5969000"/>
          <p14:tracePt t="161325" x="5181600" y="5969000"/>
          <p14:tracePt t="161339" x="5283200" y="5969000"/>
          <p14:tracePt t="161356" x="5556250" y="5969000"/>
          <p14:tracePt t="161373" x="5949950" y="5981700"/>
          <p14:tracePt t="161389" x="6191250" y="5975350"/>
          <p14:tracePt t="161406" x="6356350" y="5962650"/>
          <p14:tracePt t="161422" x="6946900" y="5873750"/>
          <p14:tracePt t="161439" x="7105650" y="5822950"/>
          <p14:tracePt t="161456" x="7232650" y="5791200"/>
          <p14:tracePt t="161472" x="7486650" y="5695950"/>
          <p14:tracePt t="161489" x="7658100" y="5594350"/>
          <p14:tracePt t="161492" x="7740650" y="5549900"/>
          <p14:tracePt t="161509" x="7797800" y="5505450"/>
          <p14:tracePt t="161521" x="7854950" y="5467350"/>
          <p14:tracePt t="161538" x="7899400" y="5429250"/>
          <p14:tracePt t="161555" x="7956550" y="5372100"/>
          <p14:tracePt t="161571" x="7981950" y="5346700"/>
          <p14:tracePt t="161589" x="8001000" y="5302250"/>
          <p14:tracePt t="161605" x="8020050" y="5283200"/>
          <p14:tracePt t="161622" x="8020050" y="5270500"/>
          <p14:tracePt t="161638" x="8020050" y="5264150"/>
          <p14:tracePt t="161660" x="8013700" y="5264150"/>
          <p14:tracePt t="161695" x="8007350" y="5264150"/>
          <p14:tracePt t="161702" x="8001000" y="5264150"/>
          <p14:tracePt t="161723" x="7994650" y="5270500"/>
          <p14:tracePt t="161738" x="7988300" y="5270500"/>
          <p14:tracePt t="161744" x="7981950" y="5270500"/>
          <p14:tracePt t="161758" x="7969250" y="5270500"/>
          <p14:tracePt t="161770" x="7962900" y="5270500"/>
          <p14:tracePt t="161788" x="7943850" y="5264150"/>
          <p14:tracePt t="161804" x="7937500" y="5264150"/>
          <p14:tracePt t="161837" x="7931150" y="5264150"/>
          <p14:tracePt t="161857" x="7931150" y="5257800"/>
          <p14:tracePt t="161885" x="7937500" y="5251450"/>
          <p14:tracePt t="161891" x="7950200" y="5251450"/>
          <p14:tracePt t="161907" x="7969250" y="5245100"/>
          <p14:tracePt t="161921" x="7994650" y="5238750"/>
          <p14:tracePt t="161937" x="8096250" y="5213350"/>
          <p14:tracePt t="161954" x="8229600" y="5175250"/>
          <p14:tracePt t="161970" x="8293100" y="5162550"/>
          <p14:tracePt t="161987" x="8350250" y="5143500"/>
          <p14:tracePt t="161990" x="8401050" y="5137150"/>
          <p14:tracePt t="162004" x="8489950" y="5105400"/>
          <p14:tracePt t="162020" x="8509000" y="5099050"/>
          <p14:tracePt t="162037" x="8540750" y="5080000"/>
          <p14:tracePt t="162053" x="8559800" y="5073650"/>
          <p14:tracePt t="162070" x="8559800" y="5067300"/>
          <p14:tracePt t="162103" x="8559800" y="5060950"/>
          <p14:tracePt t="162158" x="8553450" y="5060950"/>
          <p14:tracePt t="162165" x="8540750" y="5060950"/>
          <p14:tracePt t="162179" x="8502650" y="5048250"/>
          <p14:tracePt t="162193" x="8451850" y="5048250"/>
          <p14:tracePt t="162202" x="8369300" y="5041900"/>
          <p14:tracePt t="162219" x="8242300" y="5041900"/>
          <p14:tracePt t="162236" x="7848600" y="5016500"/>
          <p14:tracePt t="162253" x="7245350" y="4997450"/>
          <p14:tracePt t="162270" x="6546850" y="4997450"/>
          <p14:tracePt t="162285" x="5822950" y="5010150"/>
          <p14:tracePt t="162302" x="5435600" y="5010150"/>
          <p14:tracePt t="162320" x="4749800" y="5041900"/>
          <p14:tracePt t="162336" x="4152900" y="5054600"/>
          <p14:tracePt t="162352" x="3930650" y="5086350"/>
          <p14:tracePt t="162369" x="3632200" y="5092700"/>
          <p14:tracePt t="162385" x="3505200" y="5105400"/>
          <p14:tracePt t="162403" x="3302000" y="5124450"/>
          <p14:tracePt t="162418" x="3124200" y="5137150"/>
          <p14:tracePt t="162435" x="3060700" y="5137150"/>
          <p14:tracePt t="162452" x="2965450" y="5137150"/>
          <p14:tracePt t="162468" x="2901950" y="5137150"/>
          <p14:tracePt t="162485" x="2863850" y="5143500"/>
          <p14:tracePt t="162489" x="2819400" y="5143500"/>
          <p14:tracePt t="162502" x="2781300" y="5156200"/>
          <p14:tracePt t="162518" x="2673350" y="5168900"/>
          <p14:tracePt t="162535" x="2616200" y="5187950"/>
          <p14:tracePt t="162551" x="2527300" y="5187950"/>
          <p14:tracePt t="162568" x="2444750" y="5194300"/>
          <p14:tracePt t="162585" x="2381250" y="5194300"/>
          <p14:tracePt t="162601" x="2355850" y="5194300"/>
          <p14:tracePt t="162618" x="2317750" y="5194300"/>
          <p14:tracePt t="162635" x="2292350" y="5194300"/>
          <p14:tracePt t="162651" x="2279650" y="5194300"/>
          <p14:tracePt t="162668" x="2266950" y="5194300"/>
          <p14:tracePt t="162685" x="2235200" y="5194300"/>
          <p14:tracePt t="162701" x="2222500" y="5194300"/>
          <p14:tracePt t="162718" x="2209800" y="5200650"/>
          <p14:tracePt t="162734" x="2165350" y="5207000"/>
          <p14:tracePt t="162751" x="2114550" y="5232400"/>
          <p14:tracePt t="162769" x="2070100" y="5251450"/>
          <p14:tracePt t="162784" x="2051050" y="5270500"/>
          <p14:tracePt t="162801" x="2032000" y="5289550"/>
          <p14:tracePt t="162818" x="2012950" y="5308600"/>
          <p14:tracePt t="162834" x="2012950" y="5314950"/>
          <p14:tracePt t="162851" x="2000250" y="5321300"/>
          <p14:tracePt t="162867" x="2000250" y="5334000"/>
          <p14:tracePt t="162901" x="2000250" y="5340350"/>
          <p14:tracePt t="162964" x="2006600" y="5340350"/>
          <p14:tracePt t="162978" x="2012950" y="5340350"/>
          <p14:tracePt t="162986" x="2025650" y="5340350"/>
          <p14:tracePt t="163002" x="2032000" y="5340350"/>
          <p14:tracePt t="163017" x="2057400" y="5340350"/>
          <p14:tracePt t="163033" x="2114550" y="5346700"/>
          <p14:tracePt t="163049" x="2190750" y="5346700"/>
          <p14:tracePt t="163066" x="2216150" y="5346700"/>
          <p14:tracePt t="163084" x="2298700" y="5346700"/>
          <p14:tracePt t="163100" x="2349500" y="5346700"/>
          <p14:tracePt t="163116" x="2381250" y="5353050"/>
          <p14:tracePt t="163133" x="2438400" y="5353050"/>
          <p14:tracePt t="163149" x="2489200" y="5353050"/>
          <p14:tracePt t="163166" x="2508250" y="5353050"/>
          <p14:tracePt t="163183" x="2540000" y="5359400"/>
          <p14:tracePt t="163199" x="2552700" y="5359400"/>
          <p14:tracePt t="163217" x="2565400" y="5359400"/>
          <p14:tracePt t="163259" x="2571750" y="5359400"/>
          <p14:tracePt t="163268" x="2584450" y="5359400"/>
          <p14:tracePt t="163283" x="2597150" y="5359400"/>
          <p14:tracePt t="163299" x="2616200" y="5359400"/>
          <p14:tracePt t="163316" x="2705100" y="5372100"/>
          <p14:tracePt t="163332" x="2743200" y="5372100"/>
          <p14:tracePt t="163349" x="2787650" y="5384800"/>
          <p14:tracePt t="163365" x="2857500" y="5397500"/>
          <p14:tracePt t="163382" x="2927350" y="5397500"/>
          <p14:tracePt t="163399" x="2978150" y="5410200"/>
          <p14:tracePt t="163415" x="2990850" y="5422900"/>
          <p14:tracePt t="163432" x="3016250" y="5422900"/>
          <p14:tracePt t="163449" x="3028950" y="5422900"/>
          <p14:tracePt t="163465" x="3035300" y="5422900"/>
          <p14:tracePt t="163482" x="3041650" y="5422900"/>
          <p14:tracePt t="163498" x="3048000" y="5422900"/>
          <p14:tracePt t="163518" x="3054350" y="5422900"/>
          <p14:tracePt t="163532" x="3060700" y="5422900"/>
          <p14:tracePt t="163561" x="3073400" y="5429250"/>
          <p14:tracePt t="163568" x="3092450" y="5429250"/>
          <p14:tracePt t="163584" x="3117850" y="5429250"/>
          <p14:tracePt t="163598" x="3168650" y="5448300"/>
          <p14:tracePt t="163615" x="3194050" y="5454650"/>
          <p14:tracePt t="163631" x="3263900" y="5461000"/>
          <p14:tracePt t="163648" x="3321050" y="5461000"/>
          <p14:tracePt t="163665" x="3346450" y="5467350"/>
          <p14:tracePt t="163681" x="3390900" y="5467350"/>
          <p14:tracePt t="163698" x="3409950" y="5467350"/>
          <p14:tracePt t="163715" x="3460750" y="5467350"/>
          <p14:tracePt t="163730" x="3498850" y="5467350"/>
          <p14:tracePt t="163747" x="3536950" y="5467350"/>
          <p14:tracePt t="163764" x="3606800" y="5461000"/>
          <p14:tracePt t="163781" x="3702050" y="5461000"/>
          <p14:tracePt t="163797" x="3727450" y="5461000"/>
          <p14:tracePt t="163814" x="3803650" y="5448300"/>
          <p14:tracePt t="163830" x="3873500" y="5448300"/>
          <p14:tracePt t="163847" x="3905250" y="5448300"/>
          <p14:tracePt t="163865" x="3968750" y="5448300"/>
          <p14:tracePt t="163880" x="4019550" y="5454650"/>
          <p14:tracePt t="163898" x="4051300" y="5454650"/>
          <p14:tracePt t="163913" x="4064000" y="5454650"/>
          <p14:tracePt t="163930" x="4076700" y="5454650"/>
          <p14:tracePt t="163947" x="4089400" y="5454650"/>
          <p14:tracePt t="164052" x="4095750" y="5454650"/>
          <p14:tracePt t="164087" x="4102100" y="5454650"/>
          <p14:tracePt t="164122" x="4108450" y="5454650"/>
          <p14:tracePt t="164150" x="4114800" y="5454650"/>
          <p14:tracePt t="164157" x="4121150" y="5454650"/>
          <p14:tracePt t="164318" x="4133850" y="5454650"/>
          <p14:tracePt t="164331" x="4146550" y="5448300"/>
          <p14:tracePt t="164338" x="4171950" y="5448300"/>
          <p14:tracePt t="164352" x="4197350" y="5448300"/>
          <p14:tracePt t="164362" x="4254500" y="5448300"/>
          <p14:tracePt t="164379" x="4343400" y="5441950"/>
          <p14:tracePt t="164395" x="4597400" y="5441950"/>
          <p14:tracePt t="164412" x="5029200" y="5429250"/>
          <p14:tracePt t="164428" x="5289550" y="5429250"/>
          <p14:tracePt t="164445" x="5861050" y="5416550"/>
          <p14:tracePt t="164462" x="6496050" y="5365750"/>
          <p14:tracePt t="164480" x="7048500" y="5276850"/>
          <p14:tracePt t="164495" x="7296150" y="5232400"/>
          <p14:tracePt t="164512" x="7651750" y="5156200"/>
          <p14:tracePt t="164529" x="7861300" y="5105400"/>
          <p14:tracePt t="164545" x="7924800" y="5086350"/>
          <p14:tracePt t="164561" x="7969250" y="5067300"/>
          <p14:tracePt t="164578" x="8045450" y="5041900"/>
          <p14:tracePt t="164594" x="8051800" y="5035550"/>
          <p14:tracePt t="164611" x="8064500" y="5029200"/>
          <p14:tracePt t="164644" x="8070850" y="5022850"/>
          <p14:tracePt t="164690" x="8070850" y="5016500"/>
          <p14:tracePt t="164732" x="8070850" y="5010150"/>
          <p14:tracePt t="164774" x="8070850" y="5003800"/>
          <p14:tracePt t="164830" x="8077200" y="5003800"/>
          <p14:tracePt t="164928" x="8070850" y="5003800"/>
          <p14:tracePt t="164949" x="8064500" y="5003800"/>
          <p14:tracePt t="164963" x="8051800" y="5003800"/>
          <p14:tracePt t="164971" x="8045450" y="5010150"/>
          <p14:tracePt t="164985" x="8026400" y="5010150"/>
          <p14:tracePt t="164993" x="8001000" y="5016500"/>
          <p14:tracePt t="165010" x="7943850" y="5022850"/>
          <p14:tracePt t="165027" x="7854950" y="5035550"/>
          <p14:tracePt t="165043" x="7404100" y="5105400"/>
          <p14:tracePt t="165060" x="7150100" y="5149850"/>
          <p14:tracePt t="165076" x="6559550" y="5226050"/>
          <p14:tracePt t="165093" x="5918200" y="5276850"/>
          <p14:tracePt t="165110" x="5581650" y="5289550"/>
          <p14:tracePt t="165126" x="5035550" y="5289550"/>
          <p14:tracePt t="165143" x="4616450" y="5289550"/>
          <p14:tracePt t="165160" x="4464050" y="5289550"/>
          <p14:tracePt t="165176" x="4210050" y="5289550"/>
          <p14:tracePt t="165192" x="4121150" y="5289550"/>
          <p14:tracePt t="165209" x="3949700" y="5289550"/>
          <p14:tracePt t="165226" x="3924300" y="5289550"/>
          <p14:tracePt t="165243" x="3892550" y="5289550"/>
          <p14:tracePt t="165259" x="3854450" y="5289550"/>
          <p14:tracePt t="165275" x="3835400" y="5289550"/>
          <p14:tracePt t="165293" x="3822700" y="5289550"/>
          <p14:tracePt t="165309" x="3810000" y="5289550"/>
          <p14:tracePt t="165325" x="3784600" y="5289550"/>
          <p14:tracePt t="165343" x="3746500" y="5295900"/>
          <p14:tracePt t="165359" x="3727450" y="5302250"/>
          <p14:tracePt t="165375" x="3689350" y="5314950"/>
          <p14:tracePt t="165392" x="3644900" y="5327650"/>
          <p14:tracePt t="165408" x="3625850" y="5334000"/>
          <p14:tracePt t="165425" x="3606800" y="5346700"/>
          <p14:tracePt t="165442" x="3594100" y="5346700"/>
          <p14:tracePt t="165475" x="3594100" y="5353050"/>
          <p14:tracePt t="165987" x="3600450" y="5397500"/>
          <p14:tracePt t="165993" x="3638550" y="5454650"/>
          <p14:tracePt t="166006" x="3670300" y="5524500"/>
          <p14:tracePt t="166023" x="3727450" y="5657850"/>
          <p14:tracePt t="166039" x="3759200" y="5715000"/>
          <p14:tracePt t="166057" x="3810000" y="5816600"/>
          <p14:tracePt t="166073" x="3873500" y="5892800"/>
          <p14:tracePt t="166089" x="3905250" y="5930900"/>
          <p14:tracePt t="166106" x="3975100" y="5975350"/>
          <p14:tracePt t="166122" x="4006850" y="6013450"/>
          <p14:tracePt t="166139" x="4108450" y="6089650"/>
          <p14:tracePt t="166156" x="4229100" y="6172200"/>
          <p14:tracePt t="166172" x="4286250" y="6223000"/>
          <p14:tracePt t="166189" x="4387850" y="6305550"/>
          <p14:tracePt t="166205" x="4502150" y="6375400"/>
          <p14:tracePt t="166222" x="4584700" y="6407150"/>
          <p14:tracePt t="166239" x="4718050" y="6464300"/>
          <p14:tracePt t="166255" x="4876800" y="6515100"/>
          <p14:tracePt t="166272" x="4972050" y="6540500"/>
          <p14:tracePt t="166289" x="5105400" y="6578600"/>
          <p14:tracePt t="166305" x="5251450" y="6623050"/>
          <p14:tracePt t="166322" x="5314950" y="6642100"/>
          <p14:tracePt t="166339" x="5422900" y="6648450"/>
          <p14:tracePt t="166355" x="5461000" y="6654800"/>
          <p14:tracePt t="166372" x="5486400" y="6661150"/>
          <p14:tracePt t="166388" x="5492750" y="6661150"/>
          <p14:tracePt t="166405" x="5499100" y="6661150"/>
          <p14:tracePt t="166513" x="5492750" y="6661150"/>
          <p14:tracePt t="166548" x="5486400" y="6661150"/>
          <p14:tracePt t="166555" x="5480050" y="6661150"/>
          <p14:tracePt t="166562" x="5473700" y="6661150"/>
          <p14:tracePt t="166583" x="5467350" y="6661150"/>
          <p14:tracePt t="166597" x="5454650" y="6661150"/>
          <p14:tracePt t="166607" x="5441950" y="6667500"/>
          <p14:tracePt t="166620" x="5416550" y="6673850"/>
          <p14:tracePt t="166638" x="5365750" y="6680200"/>
          <p14:tracePt t="166654" x="5283200" y="6692900"/>
          <p14:tracePt t="166671" x="5245100" y="6699250"/>
          <p14:tracePt t="166689" x="5149850" y="6705600"/>
          <p14:tracePt t="166703" x="5067300" y="6724650"/>
          <p14:tracePt t="166720" x="5041900" y="6724650"/>
          <p14:tracePt t="166738" x="4991100" y="6731000"/>
          <p14:tracePt t="166754" x="4965700" y="6737350"/>
          <p14:tracePt t="166770" x="4940300" y="6743700"/>
          <p14:tracePt t="166787" x="4921250" y="6743700"/>
          <p14:tracePt t="166803" x="4908550" y="6743700"/>
          <p14:tracePt t="166820" x="4883150" y="6743700"/>
          <p14:tracePt t="166837" x="4851400" y="6750050"/>
          <p14:tracePt t="166853" x="4845050" y="6750050"/>
          <p14:tracePt t="166870" x="4826000" y="6756400"/>
          <p14:tracePt t="166887" x="4806950" y="6756400"/>
          <p14:tracePt t="166920" x="4787900" y="6756400"/>
          <p14:tracePt t="166936" x="4762500" y="6756400"/>
          <p14:tracePt t="166953" x="4749800" y="6756400"/>
          <p14:tracePt t="166970" x="4724400" y="6750050"/>
          <p14:tracePt t="166986" x="4692650" y="6750050"/>
          <p14:tracePt t="167004" x="4660900" y="6750050"/>
          <p14:tracePt t="167019" x="4641850" y="6743700"/>
          <p14:tracePt t="167036" x="4629150" y="6743700"/>
          <p14:tracePt t="167053" x="4597400" y="6743700"/>
          <p14:tracePt t="167074" x="4591050" y="6743700"/>
          <p14:tracePt t="167095" x="4584700" y="6743700"/>
          <p14:tracePt t="167144" x="4584700" y="6737350"/>
          <p14:tracePt t="167158" x="4591050" y="6737350"/>
          <p14:tracePt t="167165" x="4597400" y="6737350"/>
          <p14:tracePt t="167172" x="4603750" y="6737350"/>
          <p14:tracePt t="167193" x="4616450" y="6731000"/>
          <p14:tracePt t="167207" x="4629150" y="6731000"/>
          <p14:tracePt t="167218" x="4660900" y="6724650"/>
          <p14:tracePt t="167236" x="4724400" y="6718300"/>
          <p14:tracePt t="167252" x="4794250" y="6705600"/>
          <p14:tracePt t="167269" x="4902200" y="6692900"/>
          <p14:tracePt t="167285" x="5016500" y="6673850"/>
          <p14:tracePt t="167302" x="5073650" y="6661150"/>
          <p14:tracePt t="167319" x="5137150" y="6661150"/>
          <p14:tracePt t="167334" x="5181600" y="6661150"/>
          <p14:tracePt t="167352" x="5187950" y="6661150"/>
          <p14:tracePt t="167369" x="5200650" y="6661150"/>
          <p14:tracePt t="167385" x="5207000" y="6661150"/>
          <p14:tracePt t="167402" x="5219700" y="6661150"/>
          <p14:tracePt t="167418" x="5251450" y="6667500"/>
          <p14:tracePt t="167435" x="5270500" y="6667500"/>
          <p14:tracePt t="167452" x="5359400" y="6680200"/>
          <p14:tracePt t="167468" x="5505450" y="6686550"/>
          <p14:tracePt t="167485" x="5581650" y="6699250"/>
          <p14:tracePt t="167502" x="5746750" y="6718300"/>
          <p14:tracePt t="167518" x="5930900" y="6737350"/>
          <p14:tracePt t="167534" x="6019800" y="6737350"/>
          <p14:tracePt t="167551" x="6242050" y="6737350"/>
          <p14:tracePt t="167568" x="6432550" y="6737350"/>
          <p14:tracePt t="167584" x="6508750" y="6737350"/>
          <p14:tracePt t="167588" x="6591300" y="6711950"/>
          <p14:tracePt t="167602" x="6667500" y="6705600"/>
          <p14:tracePt t="167618" x="6775450" y="6686550"/>
          <p14:tracePt t="167635" x="6858000" y="6680200"/>
          <p14:tracePt t="167650" x="6883400" y="6673850"/>
          <p14:tracePt t="167667" x="6915150" y="6673850"/>
          <p14:tracePt t="167684" x="6991350" y="6673850"/>
          <p14:tracePt t="167701" x="7010400" y="6673850"/>
          <p14:tracePt t="167717" x="7029450" y="6673850"/>
          <p14:tracePt t="167734" x="7086600" y="6661150"/>
          <p14:tracePt t="167750" x="7137400" y="6654800"/>
          <p14:tracePt t="167767" x="7162800" y="6648450"/>
          <p14:tracePt t="167783" x="7207250" y="6642100"/>
          <p14:tracePt t="167800" x="7251700" y="6642100"/>
          <p14:tracePt t="167818" x="7308850" y="6642100"/>
          <p14:tracePt t="167834" x="7327900" y="6642100"/>
          <p14:tracePt t="167851" x="7385050" y="6642100"/>
          <p14:tracePt t="167867" x="7429500" y="6642100"/>
          <p14:tracePt t="167883" x="7435850" y="6642100"/>
          <p14:tracePt t="167900" x="7461250" y="6642100"/>
          <p14:tracePt t="167917" x="7473950" y="6635750"/>
          <p14:tracePt t="167933" x="7480300" y="6635750"/>
          <p14:tracePt t="168049" x="7480300" y="6629400"/>
          <p14:tracePt t="168168" x="7473950" y="6629400"/>
          <p14:tracePt t="168175" x="7467600" y="6629400"/>
          <p14:tracePt t="168189" x="7461250" y="6629400"/>
          <p14:tracePt t="168203" x="7448550" y="6629400"/>
          <p14:tracePt t="168215" x="7423150" y="6629400"/>
          <p14:tracePt t="168232" x="7334250" y="6629400"/>
          <p14:tracePt t="168249" x="7169150" y="6629400"/>
          <p14:tracePt t="168265" x="7061200" y="6623050"/>
          <p14:tracePt t="168282" x="6838950" y="6623050"/>
          <p14:tracePt t="168298" x="6711950" y="6610350"/>
          <p14:tracePt t="168316" x="6381750" y="6610350"/>
          <p14:tracePt t="168331" x="6292850" y="6610350"/>
          <p14:tracePt t="168349" x="6203950" y="6610350"/>
          <p14:tracePt t="168365" x="6083300" y="6616700"/>
          <p14:tracePt t="168381" x="6007100" y="6623050"/>
          <p14:tracePt t="168398" x="5981700" y="6629400"/>
          <p14:tracePt t="168415" x="5956300" y="6635750"/>
          <p14:tracePt t="168431" x="5949950" y="6635750"/>
          <p14:tracePt t="168456" x="5943600" y="6635750"/>
          <p14:tracePt t="168470" x="5937250" y="6635750"/>
          <p14:tracePt t="168481" x="5930900" y="6635750"/>
          <p14:tracePt t="168498" x="5905500" y="6642100"/>
          <p14:tracePt t="168515" x="5886450" y="6648450"/>
          <p14:tracePt t="168531" x="5835650" y="6654800"/>
          <p14:tracePt t="168548" x="5765800" y="6661150"/>
          <p14:tracePt t="168564" x="5740400" y="6661150"/>
          <p14:tracePt t="168581" x="5702300" y="6661150"/>
          <p14:tracePt t="168597" x="5594350" y="6661150"/>
          <p14:tracePt t="168613" x="5556250" y="6661150"/>
          <p14:tracePt t="168632" x="5499100" y="6654800"/>
          <p14:tracePt t="168647" x="5473700" y="6648450"/>
          <p14:tracePt t="168664" x="5441950" y="6642100"/>
          <p14:tracePt t="168680" x="5416550" y="6629400"/>
          <p14:tracePt t="168713" x="5410200" y="6623050"/>
          <p14:tracePt t="168747" x="5410200" y="6616700"/>
          <p14:tracePt t="168772" x="5410200" y="6610350"/>
          <p14:tracePt t="168800" x="5403850" y="6604000"/>
          <p14:tracePt t="168821" x="5403850" y="6597650"/>
          <p14:tracePt t="168827" x="5403850" y="6591300"/>
          <p14:tracePt t="168842" x="5403850" y="6584950"/>
          <p14:tracePt t="168850" x="5391150" y="6565900"/>
          <p14:tracePt t="168866" x="5378450" y="6534150"/>
          <p14:tracePt t="168879" x="5340350" y="6457950"/>
          <p14:tracePt t="168896" x="5302250" y="6400800"/>
          <p14:tracePt t="168913" x="5226050" y="6286500"/>
          <p14:tracePt t="168929" x="5187950" y="6229350"/>
          <p14:tracePt t="168947" x="5016500" y="6051550"/>
          <p14:tracePt t="168963" x="4972050" y="6013450"/>
          <p14:tracePt t="168979" x="4927600" y="5969000"/>
          <p14:tracePt t="168996" x="4781550" y="5886450"/>
          <p14:tracePt t="169012" x="4737100" y="5873750"/>
          <p14:tracePt t="169029" x="4692650" y="5854700"/>
          <p14:tracePt t="169046" x="4622800" y="5822950"/>
          <p14:tracePt t="169062" x="4572000" y="5803900"/>
          <p14:tracePt t="169080" x="4533900" y="5791200"/>
          <p14:tracePt t="169095" x="4521200" y="5791200"/>
          <p14:tracePt t="169112" x="4495800" y="5778500"/>
          <p14:tracePt t="169129" x="4457700" y="5772150"/>
          <p14:tracePt t="169145" x="4438650" y="5765800"/>
          <p14:tracePt t="169162" x="4381500" y="5765800"/>
          <p14:tracePt t="169179" x="4318000" y="5759450"/>
          <p14:tracePt t="169195" x="4292600" y="5753100"/>
          <p14:tracePt t="169212" x="4260850" y="5753100"/>
          <p14:tracePt t="169229" x="4159250" y="5753100"/>
          <p14:tracePt t="169245" x="4127500" y="5746750"/>
          <p14:tracePt t="169262" x="4064000" y="5746750"/>
          <p14:tracePt t="169278" x="4019550" y="5746750"/>
          <p14:tracePt t="169295" x="3930650" y="5746750"/>
          <p14:tracePt t="169312" x="3803650" y="5746750"/>
          <p14:tracePt t="169328" x="3740150" y="5746750"/>
          <p14:tracePt t="169345" x="3638550" y="5746750"/>
          <p14:tracePt t="169362" x="3530600" y="5746750"/>
          <p14:tracePt t="169378" x="3492500" y="5746750"/>
          <p14:tracePt t="169395" x="3435350" y="5746750"/>
          <p14:tracePt t="169411" x="3384550" y="5746750"/>
          <p14:tracePt t="169428" x="3371850" y="5746750"/>
          <p14:tracePt t="169445" x="3346450" y="5753100"/>
          <p14:tracePt t="169461" x="3340100" y="5753100"/>
          <p14:tracePt t="169478" x="3333750" y="5753100"/>
          <p14:tracePt t="169510" x="3327400" y="5753100"/>
          <p14:tracePt t="169578" x="3327400" y="5759450"/>
          <p14:tracePt t="169761" x="3327400" y="5765800"/>
          <p14:tracePt t="170034" x="3333750" y="5772150"/>
          <p14:tracePt t="170062" x="3340100" y="5772150"/>
          <p14:tracePt t="170069" x="3340100" y="5778500"/>
          <p14:tracePt t="170090" x="3352800" y="5778500"/>
          <p14:tracePt t="170104" x="3359150" y="5778500"/>
          <p14:tracePt t="170112" x="3371850" y="5784850"/>
          <p14:tracePt t="170128" x="3378200" y="5784850"/>
          <p14:tracePt t="170142" x="3409950" y="5791200"/>
          <p14:tracePt t="170159" x="3429000" y="5797550"/>
          <p14:tracePt t="170176" x="3486150" y="5810250"/>
          <p14:tracePt t="170192" x="3530600" y="5810250"/>
          <p14:tracePt t="170210" x="3638550" y="5829300"/>
          <p14:tracePt t="170225" x="3676650" y="5829300"/>
          <p14:tracePt t="170241" x="3695700" y="5829300"/>
          <p14:tracePt t="170259" x="3746500" y="5829300"/>
          <p14:tracePt t="170275" x="3771900" y="5822950"/>
          <p14:tracePt t="170292" x="3778250" y="5822950"/>
          <p14:tracePt t="170309" x="3784600" y="5822950"/>
          <p14:tracePt t="170371" x="3784600" y="5829300"/>
          <p14:tracePt t="170631" x="3797300" y="5829300"/>
          <p14:tracePt t="170645" x="3810000" y="5829300"/>
          <p14:tracePt t="170651" x="3829050" y="5829300"/>
          <p14:tracePt t="170666" x="3854450" y="5829300"/>
          <p14:tracePt t="170674" x="3867150" y="5829300"/>
          <p14:tracePt t="170690" x="3905250" y="5829300"/>
          <p14:tracePt t="170707" x="3975100" y="5829300"/>
          <p14:tracePt t="170724" x="4032250" y="5829300"/>
          <p14:tracePt t="170740" x="4057650" y="5829300"/>
          <p14:tracePt t="170757" x="4108450" y="5829300"/>
          <p14:tracePt t="170773" x="4146550" y="5822950"/>
          <p14:tracePt t="170790" x="4178300" y="5822950"/>
          <p14:tracePt t="170807" x="4216400" y="5816600"/>
          <p14:tracePt t="170824" x="4241800" y="5816600"/>
          <p14:tracePt t="170840" x="4279900" y="5816600"/>
          <p14:tracePt t="170857" x="4318000" y="5816600"/>
          <p14:tracePt t="170873" x="4349750" y="5816600"/>
          <p14:tracePt t="170890" x="4406900" y="5816600"/>
          <p14:tracePt t="170907" x="4457700" y="5816600"/>
          <p14:tracePt t="170923" x="4476750" y="5816600"/>
          <p14:tracePt t="170939" x="4514850" y="5822950"/>
          <p14:tracePt t="170956" x="4559300" y="5829300"/>
          <p14:tracePt t="170972" x="4572000" y="5829300"/>
          <p14:tracePt t="170989" x="4597400" y="5829300"/>
          <p14:tracePt t="171005" x="4616450" y="5829300"/>
          <p14:tracePt t="171023" x="4629150" y="5829300"/>
          <p14:tracePt t="171039" x="4635500" y="5829300"/>
          <p14:tracePt t="171055" x="4641850" y="5829300"/>
          <p14:tracePt t="171163" x="4648200" y="5829300"/>
          <p14:tracePt t="171234" x="4654550" y="5829300"/>
          <p14:tracePt t="171256" x="4660900" y="5829300"/>
          <p14:tracePt t="171262" x="4667250" y="5829300"/>
          <p14:tracePt t="171276" x="4679950" y="5829300"/>
          <p14:tracePt t="171288" x="4699000" y="5829300"/>
          <p14:tracePt t="171305" x="4762500" y="5835650"/>
          <p14:tracePt t="171321" x="4800600" y="5848350"/>
          <p14:tracePt t="171339" x="4908550" y="5854700"/>
          <p14:tracePt t="171355" x="5022850" y="5867400"/>
          <p14:tracePt t="171371" x="5086350" y="5867400"/>
          <p14:tracePt t="171388" x="5149850" y="5867400"/>
          <p14:tracePt t="171404" x="5346700" y="5867400"/>
          <p14:tracePt t="171421" x="5410200" y="5861050"/>
          <p14:tracePt t="171437" x="5492750" y="5854700"/>
          <p14:tracePt t="171454" x="5530850" y="5854700"/>
          <p14:tracePt t="171471" x="5588000" y="5835650"/>
          <p14:tracePt t="171487" x="5632450" y="5829300"/>
          <p14:tracePt t="171504" x="5651500" y="5822950"/>
          <p14:tracePt t="171521" x="5676900" y="5816600"/>
          <p14:tracePt t="171537" x="5708650" y="5803900"/>
          <p14:tracePt t="171554" x="5721350" y="5803900"/>
          <p14:tracePt t="171570" x="5746750" y="5797550"/>
          <p14:tracePt t="171587" x="5765800" y="5797550"/>
          <p14:tracePt t="171604" x="5772150" y="5797550"/>
          <p14:tracePt t="171725" x="5765800" y="5797550"/>
          <p14:tracePt t="171739" x="5759450" y="5797550"/>
          <p14:tracePt t="171754" x="5753100" y="5797550"/>
          <p14:tracePt t="171774" x="5746750" y="5797550"/>
          <p14:tracePt t="171809" x="5740400" y="5797550"/>
          <p14:tracePt t="171816" x="5727700" y="5803900"/>
          <p14:tracePt t="171822" x="5715000" y="5803900"/>
          <p14:tracePt t="171839" x="5683250" y="5803900"/>
          <p14:tracePt t="171852" x="5657850" y="5810250"/>
          <p14:tracePt t="171869" x="5537200" y="5816600"/>
          <p14:tracePt t="171886" x="5372100" y="5842000"/>
          <p14:tracePt t="171902" x="5283200" y="5842000"/>
          <p14:tracePt t="171919" x="5118100" y="5861050"/>
          <p14:tracePt t="171936" x="4972050" y="5867400"/>
          <p14:tracePt t="171952" x="4933950" y="5873750"/>
          <p14:tracePt t="171969" x="4864100" y="5886450"/>
          <p14:tracePt t="171985" x="4832350" y="5886450"/>
          <p14:tracePt t="172002" x="4826000" y="5886450"/>
          <p14:tracePt t="172019" x="4813300" y="5886450"/>
          <p14:tracePt t="172076" x="4826000" y="5886450"/>
          <p14:tracePt t="172097" x="4832350" y="5886450"/>
          <p14:tracePt t="172103" x="4838700" y="5886450"/>
          <p14:tracePt t="172124" x="4851400" y="5886450"/>
          <p14:tracePt t="172138" x="4864100" y="5886450"/>
          <p14:tracePt t="172145" x="4870450" y="5886450"/>
          <p14:tracePt t="172160" x="4889500" y="5886450"/>
          <p14:tracePt t="172168" x="4914900" y="5886450"/>
          <p14:tracePt t="172185" x="4946650" y="5892800"/>
          <p14:tracePt t="172202" x="5048250" y="5892800"/>
          <p14:tracePt t="172218" x="5187950" y="5892800"/>
          <p14:tracePt t="172235" x="5264150" y="5892800"/>
          <p14:tracePt t="172251" x="5403850" y="5892800"/>
          <p14:tracePt t="172268" x="5511800" y="5892800"/>
          <p14:tracePt t="172285" x="5549900" y="5892800"/>
          <p14:tracePt t="172301" x="5600700" y="5892800"/>
          <p14:tracePt t="172318" x="5626100" y="5892800"/>
          <p14:tracePt t="172517" x="5619750" y="5892800"/>
          <p14:tracePt t="172524" x="5613400" y="5892800"/>
          <p14:tracePt t="172545" x="5607050" y="5892800"/>
          <p14:tracePt t="172989" x="5588000" y="5892800"/>
          <p14:tracePt t="172996" x="5568950" y="5892800"/>
          <p14:tracePt t="173010" x="5543550" y="5892800"/>
          <p14:tracePt t="173019" x="5518150" y="5892800"/>
          <p14:tracePt t="173033" x="5499100" y="5892800"/>
          <p14:tracePt t="173049" x="5441950" y="5892800"/>
          <p14:tracePt t="173066" x="5416550" y="5892800"/>
          <p14:tracePt t="173082" x="5359400" y="5892800"/>
          <p14:tracePt t="173098" x="5340350" y="5892800"/>
          <p14:tracePt t="173116" x="5257800" y="5899150"/>
          <p14:tracePt t="173131" x="5245100" y="5899150"/>
          <p14:tracePt t="173149" x="5232400" y="5905500"/>
          <p14:tracePt t="173165" x="5213350" y="5911850"/>
          <p14:tracePt t="173182" x="5207000" y="5918200"/>
          <p14:tracePt t="173215" x="5213350" y="5918200"/>
          <p14:tracePt t="173231" x="5226050" y="5918200"/>
          <p14:tracePt t="173249" x="5245100" y="5918200"/>
          <p14:tracePt t="173265" x="5251450" y="5918200"/>
          <p14:tracePt t="173282" x="5295900" y="5918200"/>
          <p14:tracePt t="173298" x="5346700" y="5905500"/>
          <p14:tracePt t="173314" x="5384800" y="5899150"/>
          <p14:tracePt t="173331" x="5454650" y="5886450"/>
          <p14:tracePt t="173348" x="5537200" y="5873750"/>
          <p14:tracePt t="173364" x="5562600" y="5867400"/>
          <p14:tracePt t="173383" x="5619750" y="5848350"/>
          <p14:tracePt t="173397" x="5632450" y="5842000"/>
          <p14:tracePt t="173414" x="5638800" y="5842000"/>
          <p14:tracePt t="173431" x="5638800" y="5835650"/>
          <p14:tracePt t="173466" x="5632450" y="5835650"/>
          <p14:tracePt t="173487" x="5626100" y="5835650"/>
          <p14:tracePt t="173501" x="5613400" y="5835650"/>
          <p14:tracePt t="173508" x="5594350" y="5842000"/>
          <p14:tracePt t="173522" x="5568950" y="5842000"/>
          <p14:tracePt t="173531" x="5530850" y="5842000"/>
          <p14:tracePt t="173547" x="5480050" y="5848350"/>
          <p14:tracePt t="173564" x="5340350" y="5861050"/>
          <p14:tracePt t="173580" x="5181600" y="5867400"/>
          <p14:tracePt t="173597" x="5105400" y="5880100"/>
          <p14:tracePt t="173613" x="4991100" y="5886450"/>
          <p14:tracePt t="173629" x="4940300" y="5899150"/>
          <p14:tracePt t="173646" x="4927600" y="5905500"/>
          <p14:tracePt t="173663" x="4914900" y="5905500"/>
          <p14:tracePt t="173699" x="4921250" y="5905500"/>
          <p14:tracePt t="173713" x="4927600" y="5905500"/>
          <p14:tracePt t="173729" x="4946650" y="5905500"/>
          <p14:tracePt t="173747" x="5080000" y="5930900"/>
          <p14:tracePt t="173764" x="5149850" y="5949950"/>
          <p14:tracePt t="173779" x="5238750" y="5962650"/>
          <p14:tracePt t="173796" x="5454650" y="6013450"/>
          <p14:tracePt t="173813" x="5664200" y="6064250"/>
          <p14:tracePt t="173830" x="5759450" y="6108700"/>
          <p14:tracePt t="173846" x="5943600" y="6172200"/>
          <p14:tracePt t="173862" x="6064250" y="6229350"/>
          <p14:tracePt t="173880" x="6153150" y="6267450"/>
          <p14:tracePt t="173896" x="6172200" y="6286500"/>
          <p14:tracePt t="173912" x="6184900" y="6305550"/>
          <p14:tracePt t="173930" x="6184900" y="6311900"/>
          <p14:tracePt t="173945" x="6178550" y="6324600"/>
          <p14:tracePt t="173962" x="6146800" y="6356350"/>
          <p14:tracePt t="173979" x="6089650" y="6400800"/>
          <p14:tracePt t="173995" x="6045200" y="6426200"/>
          <p14:tracePt t="174013" x="5981700" y="6457950"/>
          <p14:tracePt t="174029" x="5727700" y="6534150"/>
          <p14:tracePt t="174045" x="5651500" y="6553200"/>
          <p14:tracePt t="174063" x="5467350" y="6604000"/>
          <p14:tracePt t="174079" x="5384800" y="6616700"/>
          <p14:tracePt t="174095" x="5295900" y="6635750"/>
          <p14:tracePt t="174112" x="5245100" y="6648450"/>
          <p14:tracePt t="174129" x="5232400" y="6648450"/>
          <p14:tracePt t="174132" x="5219700" y="6648450"/>
          <p14:tracePt t="174145" x="5207000" y="6648450"/>
          <p14:tracePt t="174162" x="5175250" y="6648450"/>
          <p14:tracePt t="174178" x="5149850" y="6654800"/>
          <p14:tracePt t="174196" x="5118100" y="6654800"/>
          <p14:tracePt t="174211" x="5092700" y="6654800"/>
          <p14:tracePt t="174228" x="5080000" y="6654800"/>
          <p14:tracePt t="174245" x="5073650" y="6654800"/>
          <p14:tracePt t="174295" x="5080000" y="6654800"/>
          <p14:tracePt t="174308" x="5092700" y="6648450"/>
          <p14:tracePt t="174322" x="5118100" y="6648450"/>
          <p14:tracePt t="174330" x="5149850" y="6648450"/>
          <p14:tracePt t="174345" x="5219700" y="6642100"/>
          <p14:tracePt t="174361" x="5321300" y="6642100"/>
          <p14:tracePt t="174378" x="5816600" y="6629400"/>
          <p14:tracePt t="174394" x="6045200" y="6629400"/>
          <p14:tracePt t="174410" x="6286500" y="6610350"/>
          <p14:tracePt t="174427" x="6769100" y="6584950"/>
          <p14:tracePt t="174444" x="7162800" y="6572250"/>
          <p14:tracePt t="174461" x="7327900" y="6559550"/>
          <p14:tracePt t="174477" x="7556500" y="6559550"/>
          <p14:tracePt t="174494" x="7696200" y="6559550"/>
          <p14:tracePt t="174511" x="7740650" y="6553200"/>
          <p14:tracePt t="174526" x="7785100" y="6553200"/>
          <p14:tracePt t="174543" x="7797800" y="6546850"/>
          <p14:tracePt t="174561" x="7804150" y="6546850"/>
          <p14:tracePt t="174577" x="7810500" y="6546850"/>
          <p14:tracePt t="174742" x="7804150" y="6546850"/>
          <p14:tracePt t="174763" x="7797800" y="6546850"/>
          <p14:tracePt t="174777" x="7791450" y="6546850"/>
          <p14:tracePt t="174791" x="7785100" y="6546850"/>
          <p14:tracePt t="174799" x="7778750" y="6546850"/>
          <p14:tracePt t="174809" x="7772400" y="6546850"/>
          <p14:tracePt t="174825" x="7759700" y="6546850"/>
          <p14:tracePt t="174842" x="7727950" y="6546850"/>
          <p14:tracePt t="174859" x="7670800" y="6534150"/>
          <p14:tracePt t="174876" x="7594600" y="6534150"/>
          <p14:tracePt t="174892" x="7499350" y="6521450"/>
          <p14:tracePt t="174909" x="7448550" y="6521450"/>
          <p14:tracePt t="174926" x="7378700" y="6508750"/>
          <p14:tracePt t="174942" x="7327900" y="6502400"/>
          <p14:tracePt t="174959" x="7308850" y="6502400"/>
          <p14:tracePt t="174975" x="7239000" y="6496050"/>
          <p14:tracePt t="174992" x="7175500" y="6489700"/>
          <p14:tracePt t="175009" x="6915150" y="6457950"/>
          <p14:tracePt t="175025" x="6788150" y="6445250"/>
          <p14:tracePt t="175042" x="6661150" y="6438900"/>
          <p14:tracePt t="175059" x="6407150" y="6413500"/>
          <p14:tracePt t="175075" x="6153150" y="6394450"/>
          <p14:tracePt t="175091" x="6038850" y="6381750"/>
          <p14:tracePt t="175108" x="5873750" y="6362700"/>
          <p14:tracePt t="175124" x="5791200" y="6356350"/>
          <p14:tracePt t="175142" x="5765800" y="6356350"/>
          <p14:tracePt t="175145" x="5753100" y="6356350"/>
          <p14:tracePt t="175158" x="5746750" y="6356350"/>
          <p14:tracePt t="175174" x="5740400" y="6356350"/>
          <p14:tracePt t="175241" x="5740400" y="6362700"/>
          <p14:tracePt t="175283" x="5746750" y="6362700"/>
          <p14:tracePt t="175290" x="5753100" y="6362700"/>
          <p14:tracePt t="175311" x="5759450" y="6362700"/>
          <p14:tracePt t="175326" x="5772150" y="6362700"/>
          <p14:tracePt t="175332" x="5784850" y="6362700"/>
          <p14:tracePt t="175346" x="5803900" y="6362700"/>
          <p14:tracePt t="175357" x="5829300" y="6362700"/>
          <p14:tracePt t="175374" x="5892800" y="6362700"/>
          <p14:tracePt t="175390" x="5949950" y="6369050"/>
          <p14:tracePt t="175408" x="6089650" y="6388100"/>
          <p14:tracePt t="175424" x="6273800" y="6407150"/>
          <p14:tracePt t="175440" x="6350000" y="6419850"/>
          <p14:tracePt t="175457" x="6527800" y="6438900"/>
          <p14:tracePt t="175473" x="6699250" y="6457950"/>
          <p14:tracePt t="175490" x="6762750" y="6470650"/>
          <p14:tracePt t="175507" x="6870700" y="6496050"/>
          <p14:tracePt t="175523" x="6934200" y="6508750"/>
          <p14:tracePt t="175540" x="6953250" y="6515100"/>
          <p14:tracePt t="175557" x="6997700" y="6521450"/>
          <p14:tracePt t="175573" x="7023100" y="6527800"/>
          <p14:tracePt t="175590" x="7042150" y="6540500"/>
          <p14:tracePt t="175606" x="7073900" y="6553200"/>
          <p14:tracePt t="175623" x="7099300" y="6559550"/>
          <p14:tracePt t="175641" x="7181850" y="6572250"/>
          <p14:tracePt t="175656" x="7226300" y="6578600"/>
          <p14:tracePt t="175673" x="7258050" y="6597650"/>
          <p14:tracePt t="175690" x="7340600" y="6610350"/>
          <p14:tracePt t="175706" x="7423150" y="6629400"/>
          <p14:tracePt t="175723" x="7461250" y="6635750"/>
          <p14:tracePt t="175739" x="7531100" y="6642100"/>
          <p14:tracePt t="175756" x="7588250" y="6642100"/>
          <p14:tracePt t="175773" x="7613650" y="6642100"/>
          <p14:tracePt t="175789" x="7658100" y="6654800"/>
          <p14:tracePt t="175806" x="7689850" y="6654800"/>
          <p14:tracePt t="175823" x="7734300" y="6661150"/>
          <p14:tracePt t="175839" x="7753350" y="6661150"/>
          <p14:tracePt t="175855" x="7791450" y="6667500"/>
          <p14:tracePt t="175872" x="7842250" y="6673850"/>
          <p14:tracePt t="175889" x="7861300" y="6673850"/>
          <p14:tracePt t="175905" x="7880350" y="6673850"/>
          <p14:tracePt t="175922" x="7943850" y="6680200"/>
          <p14:tracePt t="175939" x="7962900" y="6680200"/>
          <p14:tracePt t="175956" x="7975600" y="6680200"/>
          <p14:tracePt t="175972" x="8007350" y="6680200"/>
          <p14:tracePt t="175988" x="8032750" y="6680200"/>
          <p14:tracePt t="176006" x="8051800" y="6673850"/>
          <p14:tracePt t="176022" x="8064500" y="6673850"/>
          <p14:tracePt t="176038" x="8083550" y="6673850"/>
          <p14:tracePt t="176055" x="8089900" y="6673850"/>
          <p14:tracePt t="176071" x="8102600" y="6673850"/>
          <p14:tracePt t="176089" x="8108950" y="6673850"/>
          <p14:tracePt t="176105" x="8121650" y="6673850"/>
          <p14:tracePt t="176138" x="8128000" y="6673850"/>
          <p14:tracePt t="176154" x="8134350" y="6673850"/>
          <p14:tracePt t="176195" x="8140700" y="6673850"/>
          <p14:tracePt t="176223" x="8147050" y="6673850"/>
          <p14:tracePt t="176258" x="8153400" y="6673850"/>
          <p14:tracePt t="176293" x="8159750" y="6673850"/>
          <p14:tracePt t="176314" x="8166100" y="6673850"/>
          <p14:tracePt t="176433" x="8172450" y="6673850"/>
          <p14:tracePt t="176517" x="8172450" y="6667500"/>
          <p14:tracePt t="176552" x="8166100" y="6667500"/>
          <p14:tracePt t="176595" x="8159750" y="6667500"/>
          <p14:tracePt t="176623" x="8153400" y="6667500"/>
          <p14:tracePt t="176658" x="8147050" y="6661150"/>
          <p14:tracePt t="176693" x="8140700" y="6661150"/>
          <p14:tracePt t="176714" x="8140700" y="6654800"/>
          <p14:tracePt t="176728" x="8134350" y="6642100"/>
          <p14:tracePt t="176734" x="8134350" y="6635750"/>
          <p14:tracePt t="176749" x="8134350" y="6623050"/>
          <p14:tracePt t="176756" x="8121650" y="6604000"/>
          <p14:tracePt t="176770" x="8115300" y="6565900"/>
          <p14:tracePt t="176786" x="8096250" y="6470650"/>
          <p14:tracePt t="176803" x="8083550" y="6413500"/>
          <p14:tracePt t="176819" x="8064500" y="6292850"/>
          <p14:tracePt t="176835" x="8045450" y="6210300"/>
          <p14:tracePt t="176852" x="8039100" y="6184900"/>
          <p14:tracePt t="176869" x="8032750" y="6140450"/>
          <p14:tracePt t="176885" x="8032750" y="6121400"/>
          <p14:tracePt t="176903" x="8026400" y="6108700"/>
          <p14:tracePt t="176919" x="8026400" y="6102350"/>
          <p14:tracePt t="176959" x="8020050" y="6102350"/>
          <p14:tracePt t="176973" x="8013700" y="6102350"/>
          <p14:tracePt t="176994" x="8007350" y="6102350"/>
          <p14:tracePt t="177029" x="7994650" y="6102350"/>
          <p14:tracePt t="177036" x="7988300" y="6102350"/>
          <p14:tracePt t="177044" x="7969250" y="6108700"/>
          <p14:tracePt t="177058" x="7950200" y="6108700"/>
          <p14:tracePt t="177072" x="7912100" y="6115050"/>
          <p14:tracePt t="177085" x="7848600" y="6115050"/>
          <p14:tracePt t="177101" x="7683500" y="6115050"/>
          <p14:tracePt t="177118" x="7467600" y="6127750"/>
          <p14:tracePt t="177135" x="7213600" y="6127750"/>
          <p14:tracePt t="177151" x="7099300" y="6140450"/>
          <p14:tracePt t="177168" x="6972300" y="6140450"/>
          <p14:tracePt t="177192" x="6559550" y="6140450"/>
          <p14:tracePt t="177202" x="6419850" y="6140450"/>
          <p14:tracePt t="177205" x="6261100" y="6134100"/>
          <p14:tracePt t="177221" x="6102350" y="6134100"/>
          <p14:tracePt t="177235" x="5943600" y="6134100"/>
          <p14:tracePt t="177251" x="5594350" y="6108700"/>
          <p14:tracePt t="177268" x="5270500" y="6096000"/>
          <p14:tracePt t="177284" x="5105400" y="6083300"/>
          <p14:tracePt t="177300" x="4806950" y="6076950"/>
          <p14:tracePt t="177318" x="4527550" y="6102350"/>
          <p14:tracePt t="177334" x="4387850" y="6108700"/>
          <p14:tracePt t="177351" x="4019550" y="6121400"/>
          <p14:tracePt t="177367" x="3651250" y="6172200"/>
          <p14:tracePt t="177384" x="3479800" y="6197600"/>
          <p14:tracePt t="177401" x="3098800" y="6235700"/>
          <p14:tracePt t="177417" x="2774950" y="6248400"/>
          <p14:tracePt t="177433" x="2647950" y="6248400"/>
          <p14:tracePt t="177451" x="2406650" y="6254750"/>
          <p14:tracePt t="177467" x="2203450" y="6254750"/>
          <p14:tracePt t="177483" x="2114550" y="6254750"/>
          <p14:tracePt t="177500" x="1987550" y="6242050"/>
          <p14:tracePt t="177516" x="1917700" y="6235700"/>
          <p14:tracePt t="177533" x="1790700" y="6235700"/>
          <p14:tracePt t="177550" x="1663700" y="6235700"/>
          <p14:tracePt t="177566" x="1612900" y="6235700"/>
          <p14:tracePt t="177583" x="1466850" y="6223000"/>
          <p14:tracePt t="177599" x="1428750" y="6229350"/>
          <p14:tracePt t="177616" x="1397000" y="6242050"/>
          <p14:tracePt t="177633" x="1327150" y="6248400"/>
          <p14:tracePt t="177649" x="1257300" y="6267450"/>
          <p14:tracePt t="177666" x="1200150" y="6261100"/>
          <p14:tracePt t="177683" x="1143000" y="6267450"/>
          <p14:tracePt t="177700" x="1104900" y="6273800"/>
          <p14:tracePt t="177717" x="1066800" y="6286500"/>
          <p14:tracePt t="177733" x="1060450" y="6286500"/>
          <p14:tracePt t="177749" x="1041400" y="6292850"/>
          <p14:tracePt t="177767" x="1028700" y="6305550"/>
          <p14:tracePt t="177782" x="1022350" y="6305550"/>
          <p14:tracePt t="177799" x="1016000" y="6311900"/>
          <p14:tracePt t="177815" x="1016000" y="6318250"/>
          <p14:tracePt t="177852" x="1016000" y="6324600"/>
          <p14:tracePt t="177867" x="1016000" y="6330950"/>
          <p14:tracePt t="177933" x="1022350" y="6330950"/>
          <p14:tracePt t="177949" x="1035050" y="6337300"/>
          <p14:tracePt t="177954" x="1054100" y="6337300"/>
          <p14:tracePt t="177968" x="1092200" y="6337300"/>
          <p14:tracePt t="177981" x="1162050" y="6343650"/>
          <p14:tracePt t="177998" x="1377950" y="6362700"/>
          <p14:tracePt t="178015" x="1536700" y="6388100"/>
          <p14:tracePt t="178032" x="2044700" y="6432550"/>
          <p14:tracePt t="178048" x="2660650" y="6477000"/>
          <p14:tracePt t="178064" x="3003550" y="6515100"/>
          <p14:tracePt t="178082" x="3587750" y="6559550"/>
          <p14:tracePt t="178097" x="3968750" y="6584950"/>
          <p14:tracePt t="178114" x="4095750" y="6584950"/>
          <p14:tracePt t="178131" x="4235450" y="6591300"/>
          <p14:tracePt t="178147" x="4260850" y="6591300"/>
          <p14:tracePt t="178165" x="4286250" y="6591300"/>
          <p14:tracePt t="178181" x="4292600" y="6591300"/>
          <p14:tracePt t="178222" x="4286250" y="6591300"/>
          <p14:tracePt t="178236" x="4279900" y="6591300"/>
          <p14:tracePt t="178327" x="4286250" y="6591300"/>
          <p14:tracePt t="178341" x="4292600" y="6591300"/>
          <p14:tracePt t="178362" x="4298950" y="6591300"/>
          <p14:tracePt t="178369" x="4311650" y="6584950"/>
          <p14:tracePt t="178380" x="4337050" y="6584950"/>
          <p14:tracePt t="178397" x="4400550" y="6572250"/>
          <p14:tracePt t="178413" x="4457700" y="6559550"/>
          <p14:tracePt t="178430" x="4514850" y="6540500"/>
          <p14:tracePt t="178447" x="4705350" y="6419850"/>
          <p14:tracePt t="178463" x="4768850" y="6362700"/>
          <p14:tracePt t="178480" x="4819650" y="6292850"/>
          <p14:tracePt t="178496" x="4908550" y="6140450"/>
          <p14:tracePt t="178513" x="5003800" y="5956300"/>
          <p14:tracePt t="178531" x="5080000" y="5791200"/>
          <p14:tracePt t="178546" x="5111750" y="5727700"/>
          <p14:tracePt t="178563" x="5162550" y="5645150"/>
          <p14:tracePt t="178580" x="5181600" y="5626100"/>
          <p14:tracePt t="178596" x="5187950" y="5626100"/>
          <p14:tracePt t="178613" x="5194300" y="5626100"/>
          <p14:tracePt t="178629" x="5200650" y="5626100"/>
          <p14:tracePt t="178663" x="5200650" y="5632450"/>
          <p14:tracePt t="178713" x="5200650" y="5638800"/>
          <p14:tracePt t="178720" x="5194300" y="5645150"/>
          <p14:tracePt t="178748" x="5187950" y="5645150"/>
          <p14:tracePt t="178811" x="5187950" y="5651500"/>
          <p14:tracePt t="178818" x="5194300" y="5657850"/>
          <p14:tracePt t="178832" x="5200650" y="5670550"/>
          <p14:tracePt t="178846" x="5219700" y="5689600"/>
          <p14:tracePt t="178862" x="5308600" y="5746750"/>
          <p14:tracePt t="178879" x="5391150" y="5797550"/>
          <p14:tracePt t="178895" x="5594350" y="5924550"/>
          <p14:tracePt t="178912" x="5911850" y="6127750"/>
          <p14:tracePt t="178928" x="6096000" y="6254750"/>
          <p14:tracePt t="178945" x="6350000" y="6419850"/>
          <p14:tracePt t="178961" x="6515100" y="6521450"/>
          <p14:tracePt t="178980" x="6604000" y="6584950"/>
          <p14:tracePt t="178995" x="6623050" y="6597650"/>
          <p14:tracePt t="179011" x="6635750" y="6616700"/>
          <p14:tracePt t="179064" x="6629400" y="6616700"/>
          <p14:tracePt t="179070" x="6623050" y="6616700"/>
          <p14:tracePt t="179080" x="6610350" y="6616700"/>
          <p14:tracePt t="179094" x="6597650" y="6616700"/>
          <p14:tracePt t="179111" x="6584950" y="6616700"/>
          <p14:tracePt t="179128" x="6515100" y="6597650"/>
          <p14:tracePt t="179144" x="6381750" y="6559550"/>
          <p14:tracePt t="179162" x="6223000" y="6489700"/>
          <p14:tracePt t="179177" x="6115050" y="6445250"/>
          <p14:tracePt t="179193" x="5943600" y="6356350"/>
          <p14:tracePt t="179211" x="5791200" y="6254750"/>
          <p14:tracePt t="179227" x="5708650" y="6216650"/>
          <p14:tracePt t="179231" x="5651500" y="6165850"/>
          <p14:tracePt t="179244" x="5594350" y="6140450"/>
          <p14:tracePt t="179261" x="5505450" y="6083300"/>
          <p14:tracePt t="179277" x="5473700" y="6070600"/>
          <p14:tracePt t="179293" x="5441950" y="6051550"/>
          <p14:tracePt t="179311" x="5429250" y="6051550"/>
          <p14:tracePt t="179372" x="5429250" y="6045200"/>
          <p14:tracePt t="179379" x="5435600" y="6045200"/>
          <p14:tracePt t="179394" x="5441950" y="6045200"/>
          <p14:tracePt t="179410" x="5448300" y="6045200"/>
          <p14:tracePt t="179427" x="5486400" y="6045200"/>
          <p14:tracePt t="179443" x="5549900" y="6045200"/>
          <p14:tracePt t="179460" x="5619750" y="6051550"/>
          <p14:tracePt t="179477" x="5810250" y="6083300"/>
          <p14:tracePt t="179494" x="6051550" y="6115050"/>
          <p14:tracePt t="179509" x="6178550" y="6140450"/>
          <p14:tracePt t="179527" x="6369050" y="6146800"/>
          <p14:tracePt t="179543" x="6527800" y="6134100"/>
          <p14:tracePt t="179559" x="6591300" y="6115050"/>
          <p14:tracePt t="179576" x="6680200" y="6070600"/>
          <p14:tracePt t="179593" x="6750050" y="6013450"/>
          <p14:tracePt t="179609" x="6775450" y="5981700"/>
          <p14:tracePt t="179626" x="6794500" y="5937250"/>
          <p14:tracePt t="179642" x="6800850" y="5911850"/>
          <p14:tracePt t="179660" x="6794500" y="5899150"/>
          <p14:tracePt t="179694" x="6788150" y="5899150"/>
          <p14:tracePt t="179709" x="6775450" y="5899150"/>
          <p14:tracePt t="179725" x="6769100" y="5899150"/>
          <p14:tracePt t="179745" x="6762750" y="5899150"/>
          <p14:tracePt t="179759" x="6756400" y="5899150"/>
          <p14:tracePt t="179775" x="6756400" y="5905500"/>
          <p14:tracePt t="179814" x="6750050" y="5905500"/>
          <p14:tracePt t="179841" x="6743700" y="5905500"/>
          <p14:tracePt t="179849" x="6737350" y="5905500"/>
          <p14:tracePt t="179863" x="6724650" y="5892800"/>
          <p14:tracePt t="179874" x="6718300" y="5892800"/>
          <p14:tracePt t="179892" x="6699250" y="5861050"/>
          <p14:tracePt t="179908" x="6686550" y="5842000"/>
          <p14:tracePt t="179925" x="6654800" y="5797550"/>
          <p14:tracePt t="179942" x="6629400" y="5759450"/>
          <p14:tracePt t="179958" x="6616700" y="5734050"/>
          <p14:tracePt t="179975" x="6591300" y="5702300"/>
          <p14:tracePt t="179992" x="6578600" y="5676900"/>
          <p14:tracePt t="180008" x="6578600" y="5664200"/>
          <p14:tracePt t="180025" x="6572250" y="5651500"/>
          <p14:tracePt t="180041" x="6572250" y="5638800"/>
          <p14:tracePt t="180058" x="6572250" y="5632450"/>
          <p14:tracePt t="180074" x="6565900" y="5594350"/>
          <p14:tracePt t="180091" x="6565900" y="5568950"/>
          <p14:tracePt t="186081" x="6565900" y="5613400"/>
          <p14:tracePt t="186088" x="6572250" y="5651500"/>
          <p14:tracePt t="186094" x="6584950" y="5721350"/>
          <p14:tracePt t="186103" x="6591300" y="5759450"/>
          <p14:tracePt t="186120" x="6616700" y="5880100"/>
          <p14:tracePt t="186137" x="6661150" y="6019800"/>
          <p14:tracePt t="186153" x="6686550" y="6115050"/>
          <p14:tracePt t="186170" x="6699250" y="6184900"/>
          <p14:tracePt t="186186" x="6731000" y="6273800"/>
          <p14:tracePt t="186203" x="6731000" y="6311900"/>
          <p14:tracePt t="186220" x="6737350" y="6337300"/>
          <p14:tracePt t="186312" x="6737350" y="6343650"/>
          <p14:tracePt t="186494" x="6737350" y="6337300"/>
          <p14:tracePt t="186503" x="6737350" y="6330950"/>
          <p14:tracePt t="186516" x="6737350" y="6324600"/>
          <p14:tracePt t="186523" x="6737350" y="6311900"/>
          <p14:tracePt t="186535" x="6731000" y="6299200"/>
          <p14:tracePt t="186552" x="6705600" y="6242050"/>
          <p14:tracePt t="186568" x="6686550" y="6191250"/>
          <p14:tracePt t="186586" x="6642100" y="6064250"/>
          <p14:tracePt t="186602" x="6610350" y="5981700"/>
          <p14:tracePt t="186618" x="6572250" y="5905500"/>
          <p14:tracePt t="186635" x="6559550" y="5822950"/>
          <p14:tracePt t="186651" x="6546850" y="5791200"/>
          <p14:tracePt t="186668" x="6546850" y="5778500"/>
          <p14:tracePt t="186685" x="6540500" y="5759450"/>
          <p14:tracePt t="186718" x="6540500" y="575310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):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self.it=range(count,0,-1)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(10); print(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range(10, 0, -1)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range(10,0,-1)]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6977389" y="133211"/>
            <a:ext cx="2802587" cy="65316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742" tIns="0" rIns="92742" bIns="46371" numCol="1" rtlCol="0" anchor="ctr" anchorCtr="1" compatLnSpc="1">
            <a:prstTxWarp prst="textNoShape">
              <a:avLst/>
            </a:prstTxWarp>
          </a:bodyPr>
          <a:lstStyle/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This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has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been</a:t>
            </a:r>
          </a:p>
          <a:p>
            <a:pPr algn="ctr" defTabSz="794902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added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to</a:t>
            </a:r>
            <a:r>
              <a:rPr lang="en-US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2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3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  <a:r>
              <a:rPr lang="en-US" sz="2400" spc="-1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  <a:endParaRPr lang="en-US" sz="2800" spc="-15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00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  <p:extLst>
    <p:ext uri="{3A86A75C-4F4B-4683-9AE1-C65F6400EC91}">
      <p14:laserTraceLst xmlns:p14="http://schemas.microsoft.com/office/powerpoint/2010/main">
        <p14:tracePtLst>
          <p14:tracePt t="1932" x="7937500" y="5530850"/>
          <p14:tracePt t="1945" x="7893050" y="5543550"/>
          <p14:tracePt t="1959" x="7835900" y="5575300"/>
          <p14:tracePt t="1966" x="7759700" y="5600700"/>
          <p14:tracePt t="1980" x="7689850" y="5645150"/>
          <p14:tracePt t="1994" x="7594600" y="5683250"/>
          <p14:tracePt t="2005" x="7512050" y="5734050"/>
          <p14:tracePt t="2022" x="7346950" y="5835650"/>
          <p14:tracePt t="2038" x="7277100" y="5873750"/>
          <p14:tracePt t="2055" x="7175500" y="5975350"/>
          <p14:tracePt t="2072" x="7118350" y="6038850"/>
          <p14:tracePt t="2088" x="7099300" y="6070600"/>
          <p14:tracePt t="2105" x="7048500" y="6140450"/>
          <p14:tracePt t="2121" x="7029450" y="6197600"/>
          <p14:tracePt t="2138" x="7010400" y="6229350"/>
          <p14:tracePt t="2155" x="6991350" y="6280150"/>
          <p14:tracePt t="2172" x="6985000" y="6299200"/>
          <p14:tracePt t="2188" x="6985000" y="6305550"/>
          <p14:tracePt t="2205" x="6985000" y="6311900"/>
          <p14:tracePt t="2221" x="6985000" y="6318250"/>
          <p14:tracePt t="2261" x="6985000" y="6324600"/>
          <p14:tracePt t="2310" x="6985000" y="6330950"/>
          <p14:tracePt t="2345" x="6991350" y="6337300"/>
          <p14:tracePt t="2359" x="6997700" y="6337300"/>
          <p14:tracePt t="2401" x="7004050" y="6337300"/>
          <p14:tracePt t="2415" x="7010400" y="6337300"/>
          <p14:tracePt t="2430" x="7016750" y="6337300"/>
          <p14:tracePt t="2444" x="7023100" y="6337300"/>
          <p14:tracePt t="2464" x="7035800" y="6337300"/>
          <p14:tracePt t="2473" x="7048500" y="6337300"/>
          <p14:tracePt t="2487" x="7061200" y="6337300"/>
          <p14:tracePt t="2503" x="7099300" y="6324600"/>
          <p14:tracePt t="2521" x="7118350" y="6318250"/>
          <p14:tracePt t="2537" x="7156450" y="6305550"/>
          <p14:tracePt t="2553" x="7175500" y="6299200"/>
          <p14:tracePt t="2570" x="7213600" y="6267450"/>
          <p14:tracePt t="2587" x="7219950" y="6254750"/>
          <p14:tracePt t="2590" x="7232650" y="6242050"/>
          <p14:tracePt t="2620" x="7245350" y="6203950"/>
          <p14:tracePt t="2636" x="7258050" y="6140450"/>
          <p14:tracePt t="2654" x="7270750" y="6102350"/>
          <p14:tracePt t="2670" x="7277100" y="6070600"/>
          <p14:tracePt t="2686" x="7277100" y="6051550"/>
          <p14:tracePt t="2703" x="7289800" y="6007100"/>
          <p14:tracePt t="2720" x="7296150" y="5988050"/>
          <p14:tracePt t="2736" x="7308850" y="5918200"/>
          <p14:tracePt t="2753" x="7321550" y="5880100"/>
          <p14:tracePt t="2769" x="7327900" y="5835650"/>
          <p14:tracePt t="2786" x="7334250" y="5753100"/>
          <p14:tracePt t="2802" x="7334250" y="5689600"/>
          <p14:tracePt t="2819" x="7334250" y="5657850"/>
          <p14:tracePt t="2836" x="7334250" y="5626100"/>
          <p14:tracePt t="2852" x="7334250" y="5594350"/>
          <p14:tracePt t="2868" x="7334250" y="5588000"/>
          <p14:tracePt t="2886" x="7334250" y="5575300"/>
          <p14:tracePt t="2919" x="7334250" y="5568950"/>
          <p14:tracePt t="2983" x="7334250" y="5575300"/>
          <p14:tracePt t="3019" x="7334250" y="5581650"/>
          <p14:tracePt t="3047" x="7334250" y="5588000"/>
          <p14:tracePt t="3054" x="7334250" y="5594350"/>
          <p14:tracePt t="3067" x="7334250" y="5607050"/>
          <p14:tracePt t="3075" x="7334250" y="5613400"/>
          <p14:tracePt t="3089" x="7327900" y="5638800"/>
          <p14:tracePt t="3101" x="7321550" y="5657850"/>
          <p14:tracePt t="3118" x="7289800" y="5772150"/>
          <p14:tracePt t="3135" x="7239000" y="5930900"/>
          <p14:tracePt t="3152" x="7194550" y="6089650"/>
          <p14:tracePt t="3169" x="7162800" y="6159500"/>
          <p14:tracePt t="3185" x="7143750" y="6216650"/>
          <p14:tracePt t="3202" x="7112000" y="6318250"/>
          <p14:tracePt t="3218" x="7092950" y="6343650"/>
          <p14:tracePt t="3235" x="7092950" y="6356350"/>
          <p14:tracePt t="3252" x="7092950" y="6362700"/>
          <p14:tracePt t="3268" x="7086600" y="6369050"/>
          <p14:tracePt t="3285" x="7080250" y="6369050"/>
          <p14:tracePt t="3301" x="7067550" y="6369050"/>
          <p14:tracePt t="3317" x="7023100" y="6356350"/>
          <p14:tracePt t="3335" x="6940550" y="6330950"/>
          <p14:tracePt t="3351" x="6877050" y="6311900"/>
          <p14:tracePt t="3368" x="6711950" y="6261100"/>
          <p14:tracePt t="3385" x="6521450" y="6210300"/>
          <p14:tracePt t="3400" x="6407150" y="6191250"/>
          <p14:tracePt t="3417" x="6184900" y="6159500"/>
          <p14:tracePt t="3434" x="5969000" y="6127750"/>
          <p14:tracePt t="3450" x="5854700" y="6115050"/>
          <p14:tracePt t="3468" x="5638800" y="6108700"/>
          <p14:tracePt t="3484" x="5461000" y="6108700"/>
          <p14:tracePt t="3500" x="5410200" y="6108700"/>
          <p14:tracePt t="3517" x="5365750" y="6108700"/>
          <p14:tracePt t="3533" x="5353050" y="6108700"/>
          <p14:tracePt t="3550" x="5346700" y="6108700"/>
          <p14:tracePt t="3567" x="5346700" y="6115050"/>
          <p14:tracePt t="3583" x="5346700" y="6121400"/>
          <p14:tracePt t="3600" x="5378450" y="6127750"/>
          <p14:tracePt t="3617" x="5473700" y="6146800"/>
          <p14:tracePt t="3633" x="5556250" y="6172200"/>
          <p14:tracePt t="3650" x="5759450" y="6197600"/>
          <p14:tracePt t="3666" x="6007100" y="6229350"/>
          <p14:tracePt t="3683" x="6134100" y="6267450"/>
          <p14:tracePt t="3700" x="6375400" y="6299200"/>
          <p14:tracePt t="3716" x="6464300" y="6318250"/>
          <p14:tracePt t="3733" x="6635750" y="6356350"/>
          <p14:tracePt t="3749" x="6743700" y="6394450"/>
          <p14:tracePt t="3766" x="6819900" y="6407150"/>
          <p14:tracePt t="3784" x="6864350" y="6426200"/>
          <p14:tracePt t="3799" x="6896100" y="6432550"/>
          <p14:tracePt t="3816" x="6915150" y="6438900"/>
          <p14:tracePt t="3833" x="6953250" y="6445250"/>
          <p14:tracePt t="3849" x="6953250" y="6451600"/>
          <p14:tracePt t="3866" x="6959600" y="6451600"/>
          <p14:tracePt t="3882" x="6965950" y="6451600"/>
          <p14:tracePt t="3918" x="6972300" y="6451600"/>
          <p14:tracePt t="3938" x="6972300" y="6445250"/>
          <p14:tracePt t="3966" x="6978650" y="6445250"/>
          <p14:tracePt t="3994" x="6985000" y="6438900"/>
          <p14:tracePt t="4043" x="6991350" y="6432550"/>
          <p14:tracePt t="4057" x="6997700" y="6432550"/>
          <p14:tracePt t="4063" x="7004050" y="6432550"/>
          <p14:tracePt t="4078" x="7010400" y="6432550"/>
          <p14:tracePt t="4085" x="7016750" y="64325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self.it=range(count,0,-1)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(10); print(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range(10, 0, -1)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range(10,0,-1)]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6429375"/>
            <a:ext cx="1295400" cy="48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732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590"/>
    </mc:Choice>
    <mc:Fallback xmlns="">
      <p:transition advTm="83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399" x="2159000" y="5873750"/>
          <p14:tracePt t="1406" x="2139950" y="5880100"/>
          <p14:tracePt t="1413" x="2108200" y="5892800"/>
          <p14:tracePt t="1427" x="2057400" y="5918200"/>
          <p14:tracePt t="1444" x="2006600" y="5943600"/>
          <p14:tracePt t="1461" x="1924050" y="5994400"/>
          <p14:tracePt t="1477" x="1847850" y="6038850"/>
          <p14:tracePt t="1494" x="1771650" y="6076950"/>
          <p14:tracePt t="1511" x="1651000" y="6159500"/>
          <p14:tracePt t="1527" x="1587500" y="6191250"/>
          <p14:tracePt t="1543" x="1536700" y="6203950"/>
          <p14:tracePt t="1561" x="1473200" y="6229350"/>
          <p14:tracePt t="1577" x="1435100" y="6242050"/>
          <p14:tracePt t="1594" x="1409700" y="6254750"/>
          <p14:tracePt t="1610" x="1377950" y="6267450"/>
          <p14:tracePt t="1626" x="1365250" y="6273800"/>
          <p14:tracePt t="1644" x="1358900" y="6273800"/>
          <p14:tracePt t="1660" x="1352550" y="6273800"/>
          <p14:tracePt t="1701" x="1352550" y="6267450"/>
          <p14:tracePt t="1763" x="1358900" y="6267450"/>
          <p14:tracePt t="1799" x="1365250" y="6267450"/>
          <p14:tracePt t="1841" x="1371600" y="6267450"/>
          <p14:tracePt t="1848" x="1377950" y="6267450"/>
          <p14:tracePt t="1869" x="1384300" y="6267450"/>
          <p14:tracePt t="1879" x="1397000" y="6267450"/>
          <p14:tracePt t="1893" x="1403350" y="6273800"/>
          <p14:tracePt t="1909" x="1441450" y="6280150"/>
          <p14:tracePt t="1926" x="1524000" y="6280150"/>
          <p14:tracePt t="1942" x="1600200" y="6280150"/>
          <p14:tracePt t="1959" x="1676400" y="6292850"/>
          <p14:tracePt t="1975" x="1797050" y="6292850"/>
          <p14:tracePt t="1992" x="1854200" y="6286500"/>
          <p14:tracePt t="2010" x="1930400" y="6273800"/>
          <p14:tracePt t="2025" x="1968500" y="6273800"/>
          <p14:tracePt t="2042" x="2006600" y="6261100"/>
          <p14:tracePt t="2059" x="2044700" y="6254750"/>
          <p14:tracePt t="2075" x="2063750" y="6248400"/>
          <p14:tracePt t="2092" x="2076450" y="6248400"/>
          <p14:tracePt t="2241" x="2070100" y="6248400"/>
          <p14:tracePt t="2248" x="2063750" y="6248400"/>
          <p14:tracePt t="2262" x="2057400" y="6248400"/>
          <p14:tracePt t="2274" x="2051050" y="6254750"/>
          <p14:tracePt t="2291" x="2038350" y="6254750"/>
          <p14:tracePt t="2307" x="2038350" y="6261100"/>
          <p14:tracePt t="2729" x="2057400" y="6261100"/>
          <p14:tracePt t="2736" x="2082800" y="6267450"/>
          <p14:tracePt t="2743" x="2114550" y="6273800"/>
          <p14:tracePt t="2757" x="2178050" y="6280150"/>
          <p14:tracePt t="2772" x="2273300" y="6286500"/>
          <p14:tracePt t="2789" x="2381250" y="6299200"/>
          <p14:tracePt t="2806" x="2520950" y="6305550"/>
          <p14:tracePt t="2822" x="2616200" y="6318250"/>
          <p14:tracePt t="2839" x="2698750" y="6311900"/>
          <p14:tracePt t="2856" x="2787650" y="6324600"/>
          <p14:tracePt t="2872" x="2838450" y="6311900"/>
          <p14:tracePt t="2889" x="2863850" y="6311900"/>
          <p14:tracePt t="2892" x="2882900" y="6311900"/>
          <p14:tracePt t="2905" x="2901950" y="6311900"/>
          <p14:tracePt t="2922" x="2927350" y="6311900"/>
          <p14:tracePt t="2939" x="2933700" y="6311900"/>
          <p14:tracePt t="3003" x="2921000" y="6311900"/>
          <p14:tracePt t="3024" x="2908300" y="6311900"/>
          <p14:tracePt t="3039" x="2901950" y="6311900"/>
          <p14:tracePt t="3052" x="2889250" y="6311900"/>
          <p14:tracePt t="3066" x="2882900" y="6311900"/>
          <p14:tracePt t="3075" x="2882900" y="6305550"/>
          <p14:tracePt t="3088" x="2863850" y="6292850"/>
          <p14:tracePt t="3105" x="2844800" y="6280150"/>
          <p14:tracePt t="3122" x="2813050" y="6248400"/>
          <p14:tracePt t="3138" x="2794000" y="6216650"/>
          <p14:tracePt t="3155" x="2774950" y="6172200"/>
          <p14:tracePt t="3172" x="2743200" y="6089650"/>
          <p14:tracePt t="3188" x="2717800" y="6007100"/>
          <p14:tracePt t="3204" x="2698750" y="5911850"/>
          <p14:tracePt t="3221" x="2667000" y="5746750"/>
          <p14:tracePt t="3238" x="2641600" y="5664200"/>
          <p14:tracePt t="3255" x="2597150" y="5568950"/>
          <p14:tracePt t="3271" x="2584450" y="5537200"/>
          <p14:tracePt t="3287" x="2584450" y="5530850"/>
          <p14:tracePt t="3305" x="2578100" y="5524500"/>
          <p14:tracePt t="3337" x="2578100" y="5518150"/>
          <p14:tracePt t="3375" x="2578100" y="5511800"/>
          <p14:tracePt t="3404" x="2578100" y="5518150"/>
          <p14:tracePt t="3424" x="2578100" y="5524500"/>
          <p14:tracePt t="3438" x="2578100" y="5530850"/>
          <p14:tracePt t="3445" x="2578100" y="5537200"/>
          <p14:tracePt t="3459" x="2578100" y="5543550"/>
          <p14:tracePt t="3470" x="2578100" y="5549900"/>
          <p14:tracePt t="3487" x="2578100" y="5588000"/>
          <p14:tracePt t="3503" x="2584450" y="5645150"/>
          <p14:tracePt t="3520" x="2584450" y="5708650"/>
          <p14:tracePt t="3537" x="2584450" y="5842000"/>
          <p14:tracePt t="3553" x="2571750" y="5956300"/>
          <p14:tracePt t="3570" x="2552700" y="6089650"/>
          <p14:tracePt t="3586" x="2520950" y="6216650"/>
          <p14:tracePt t="3603" x="2495550" y="6280150"/>
          <p14:tracePt t="3620" x="2482850" y="6324600"/>
          <p14:tracePt t="3636" x="2482850" y="6330950"/>
          <p14:tracePt t="3672" x="2495550" y="6330950"/>
          <p14:tracePt t="3686" x="2520950" y="6318250"/>
          <p14:tracePt t="3703" x="2571750" y="6299200"/>
          <p14:tracePt t="3719" x="2717800" y="6223000"/>
          <p14:tracePt t="3736" x="2851150" y="6146800"/>
          <p14:tracePt t="3753" x="3041650" y="6038850"/>
          <p14:tracePt t="3769" x="3359150" y="5861050"/>
          <p14:tracePt t="3786" x="3562350" y="5721350"/>
          <p14:tracePt t="3803" x="3841750" y="5530850"/>
          <p14:tracePt t="3819" x="3987800" y="5422900"/>
          <p14:tracePt t="3835" x="4102100" y="5346700"/>
          <p14:tracePt t="3852" x="4191000" y="5321300"/>
          <p14:tracePt t="3869" x="4235450" y="5314950"/>
          <p14:tracePt t="3885" x="4273550" y="5327650"/>
          <p14:tracePt t="3902" x="4349750" y="5416550"/>
          <p14:tracePt t="3918" x="4413250" y="5518150"/>
          <p14:tracePt t="3935" x="4476750" y="5632450"/>
          <p14:tracePt t="3951" x="4597400" y="5873750"/>
          <p14:tracePt t="3968" x="4667250" y="6000750"/>
          <p14:tracePt t="3985" x="4743450" y="6121400"/>
          <p14:tracePt t="4001" x="4889500" y="6299200"/>
          <p14:tracePt t="4018" x="4984750" y="6407150"/>
          <p14:tracePt t="4035" x="5137150" y="6515100"/>
          <p14:tracePt t="4051" x="5232400" y="6572250"/>
          <p14:tracePt t="4068" x="5346700" y="6597650"/>
          <p14:tracePt t="4085" x="5454650" y="6604000"/>
          <p14:tracePt t="4101" x="5543550" y="6604000"/>
          <p14:tracePt t="4119" x="5695950" y="6546850"/>
          <p14:tracePt t="4134" x="5822950" y="6470650"/>
          <p14:tracePt t="4151" x="5949950" y="6407150"/>
          <p14:tracePt t="4168" x="6127750" y="6216650"/>
          <p14:tracePt t="4184" x="6223000" y="6096000"/>
          <p14:tracePt t="4201" x="6305550" y="5981700"/>
          <p14:tracePt t="4218" x="6400800" y="5861050"/>
          <p14:tracePt t="4234" x="6426200" y="5822950"/>
          <p14:tracePt t="4252" x="6438900" y="5816600"/>
          <p14:tracePt t="4268" x="6438900" y="5835650"/>
          <p14:tracePt t="4283" x="6445250" y="5835650"/>
          <p14:tracePt t="4302" x="6470650" y="5905500"/>
          <p14:tracePt t="4317" x="6502400" y="5969000"/>
          <p14:tracePt t="4334" x="6534150" y="6038850"/>
          <p14:tracePt t="4351" x="6604000" y="6140450"/>
          <p14:tracePt t="4366" x="6642100" y="6184900"/>
          <p14:tracePt t="4384" x="6680200" y="6216650"/>
          <p14:tracePt t="4400" x="6731000" y="6248400"/>
          <p14:tracePt t="4417" x="6781800" y="6254750"/>
          <p14:tracePt t="4420" x="6807200" y="6261100"/>
          <p14:tracePt t="4434" x="6902450" y="6261100"/>
          <p14:tracePt t="4450" x="7010400" y="6242050"/>
          <p14:tracePt t="4467" x="7118350" y="6197600"/>
          <p14:tracePt t="4484" x="7308850" y="6121400"/>
          <p14:tracePt t="4500" x="7404100" y="6026150"/>
          <p14:tracePt t="4517" x="7473950" y="5943600"/>
          <p14:tracePt t="4533" x="7524750" y="5835650"/>
          <p14:tracePt t="4550" x="7550150" y="5765800"/>
          <p14:tracePt t="4567" x="7562850" y="5721350"/>
          <p14:tracePt t="4583" x="7569200" y="5708650"/>
          <p14:tracePt t="4639" x="7562850" y="5715000"/>
          <p14:tracePt t="4652" x="7562850" y="5721350"/>
          <p14:tracePt t="4660" x="7562850" y="5734050"/>
          <p14:tracePt t="4669" x="7556500" y="5734050"/>
          <p14:tracePt t="4682" x="7556500" y="5740400"/>
          <p14:tracePt t="4699" x="7550150" y="5740400"/>
          <p14:tracePt t="4716" x="7537450" y="5765800"/>
          <p14:tracePt t="5847" x="7537450" y="5772150"/>
          <p14:tracePt t="5854" x="7537450" y="5778500"/>
          <p14:tracePt t="5862" x="7537450" y="5784850"/>
          <p14:tracePt t="5878" x="7537450" y="5797550"/>
          <p14:tracePt t="5896" x="7531100" y="5810250"/>
          <p14:tracePt t="5911" x="7524750" y="5822950"/>
          <p14:tracePt t="5928" x="7518400" y="5829300"/>
          <p14:tracePt t="5945" x="7512050" y="5829300"/>
          <p14:tracePt t="5961" x="7473950" y="5842000"/>
          <p14:tracePt t="5978" x="7435850" y="5842000"/>
          <p14:tracePt t="5995" x="7385050" y="5842000"/>
          <p14:tracePt t="6011" x="7346950" y="5842000"/>
          <p14:tracePt t="6029" x="7302500" y="5835650"/>
          <p14:tracePt t="6044" x="7258050" y="5822950"/>
          <p14:tracePt t="6061" x="7232650" y="5816600"/>
          <p14:tracePt t="6078" x="7207250" y="5803900"/>
          <p14:tracePt t="6094" x="7194550" y="5803900"/>
          <p14:tracePt t="6111" x="7194550" y="5797550"/>
          <p14:tracePt t="6128" x="7188200" y="5797550"/>
          <p14:tracePt t="6226" x="7181850" y="5797550"/>
          <p14:tracePt t="6233" x="7175500" y="5791200"/>
          <p14:tracePt t="6243" x="7169150" y="5784850"/>
          <p14:tracePt t="6261" x="7137400" y="5772150"/>
          <p14:tracePt t="6277" x="7086600" y="5753100"/>
          <p14:tracePt t="6294" x="7016750" y="5715000"/>
          <p14:tracePt t="6311" x="6845300" y="5632450"/>
          <p14:tracePt t="6327" x="6743700" y="5581650"/>
          <p14:tracePt t="6344" x="6635750" y="5524500"/>
          <p14:tracePt t="6360" x="6502400" y="5461000"/>
          <p14:tracePt t="6377" x="6438900" y="5435600"/>
          <p14:tracePt t="6394" x="6350000" y="5403850"/>
          <p14:tracePt t="6410" x="6305550" y="5391150"/>
          <p14:tracePt t="6426" x="6280150" y="5384800"/>
          <p14:tracePt t="6444" x="6254750" y="5372100"/>
          <p14:tracePt t="6460" x="6248400" y="5372100"/>
          <p14:tracePt t="6476" x="6229350" y="5372100"/>
          <p14:tracePt t="6493" x="6216650" y="5372100"/>
          <p14:tracePt t="6510" x="6203950" y="5372100"/>
          <p14:tracePt t="6526" x="6191250" y="5372100"/>
          <p14:tracePt t="6543" x="6172200" y="5372100"/>
          <p14:tracePt t="6559" x="6165850" y="5372100"/>
          <p14:tracePt t="6577" x="6153150" y="5372100"/>
          <p14:tracePt t="6592" x="6134100" y="5378450"/>
          <p14:tracePt t="6626" x="6127750" y="5384800"/>
          <p14:tracePt t="6642" x="6115050" y="5391150"/>
          <p14:tracePt t="6659" x="6096000" y="5410200"/>
          <p14:tracePt t="6676" x="6070600" y="5461000"/>
          <p14:tracePt t="6692" x="6045200" y="5537200"/>
          <p14:tracePt t="6709" x="6019800" y="5632450"/>
          <p14:tracePt t="6725" x="5981700" y="5784850"/>
          <p14:tracePt t="6742" x="5975350" y="5873750"/>
          <p14:tracePt t="6759" x="5975350" y="5962650"/>
          <p14:tracePt t="6775" x="5975350" y="6076950"/>
          <p14:tracePt t="6792" x="5981700" y="6127750"/>
          <p14:tracePt t="6809" x="5988050" y="6172200"/>
          <p14:tracePt t="6825" x="5994400" y="6184900"/>
          <p14:tracePt t="6858" x="6000750" y="6191250"/>
          <p14:tracePt t="6942" x="6000750" y="6184900"/>
          <p14:tracePt t="6956" x="6000750" y="6178550"/>
          <p14:tracePt t="6963" x="6000750" y="6165850"/>
          <p14:tracePt t="6974" x="6000750" y="6159500"/>
          <p14:tracePt t="6991" x="5988050" y="6115050"/>
          <p14:tracePt t="7008" x="5962650" y="6064250"/>
          <p14:tracePt t="7024" x="5930900" y="5969000"/>
          <p14:tracePt t="7041" x="5873750" y="5829300"/>
          <p14:tracePt t="7058" x="5848350" y="5734050"/>
          <p14:tracePt t="7075" x="5810250" y="5638800"/>
          <p14:tracePt t="7090" x="5797550" y="5575300"/>
          <p14:tracePt t="7107" x="5791200" y="5556250"/>
          <p14:tracePt t="7125" x="5791200" y="5524500"/>
          <p14:tracePt t="7141" x="5791200" y="5518150"/>
          <p14:tracePt t="7157" x="5791200" y="5511800"/>
          <p14:tracePt t="7174" x="5791200" y="5499100"/>
          <p14:tracePt t="7265" x="5791200" y="5505450"/>
          <p14:tracePt t="7286" x="5784850" y="5511800"/>
          <p14:tracePt t="7308" x="5784850" y="5518150"/>
          <p14:tracePt t="7335" x="5778500" y="5524500"/>
          <p14:tracePt t="7356" x="5778500" y="5530850"/>
          <p14:tracePt t="7376" x="5772150" y="5537200"/>
          <p14:tracePt t="7383" x="5765800" y="5537200"/>
          <p14:tracePt t="7397" x="5759450" y="5543550"/>
          <p14:tracePt t="7407" x="5753100" y="5549900"/>
          <p14:tracePt t="7423" x="5753100" y="5562600"/>
          <p14:tracePt t="7440" x="5727700" y="5581650"/>
          <p14:tracePt t="7456" x="5708650" y="5607050"/>
          <p14:tracePt t="7473" x="5689600" y="5645150"/>
          <p14:tracePt t="7490" x="5651500" y="5708650"/>
          <p14:tracePt t="7506" x="5638800" y="5759450"/>
          <p14:tracePt t="7523" x="5619750" y="5829300"/>
          <p14:tracePt t="7540" x="5607050" y="5924550"/>
          <p14:tracePt t="7556" x="5607050" y="5981700"/>
          <p14:tracePt t="7574" x="5607050" y="6026150"/>
          <p14:tracePt t="7589" x="5607050" y="6038850"/>
          <p14:tracePt t="7651" x="5613400" y="6032500"/>
          <p14:tracePt t="7657" x="5626100" y="6019800"/>
          <p14:tracePt t="7972" x="5613400" y="5949950"/>
          <p14:tracePt t="7978" x="5594350" y="5873750"/>
          <p14:tracePt t="7987" x="5549900" y="5765800"/>
          <p14:tracePt t="8004" x="5486400" y="5549900"/>
          <p14:tracePt t="8021" x="5429250" y="5308600"/>
          <p14:tracePt t="8038" x="5410200" y="5200650"/>
          <p14:tracePt t="8054" x="5397500" y="5168900"/>
          <p14:tracePt t="8072" x="5384800" y="5137150"/>
          <p14:tracePt t="8087" x="5384800" y="5130800"/>
          <p14:tracePt t="8120" x="5378450" y="5130800"/>
          <p14:tracePt t="8211" x="5384800" y="5137150"/>
          <p14:tracePt t="8238" x="5384800" y="5143500"/>
          <p14:tracePt t="8260" x="5384800" y="5149850"/>
          <p14:tracePt t="8267" x="5384800" y="5156200"/>
          <p14:tracePt t="8281" x="5384800" y="5162550"/>
          <p14:tracePt t="8290" x="5378450" y="5162550"/>
          <p14:tracePt t="8309" x="5372100" y="5162550"/>
          <p14:tracePt t="8330" x="5365750" y="5168900"/>
          <p14:tracePt t="8339" x="5365750" y="5175250"/>
          <p14:tracePt t="8354" x="5346700" y="5175250"/>
          <p14:tracePt t="8372" x="5283200" y="5175250"/>
          <p14:tracePt t="8387" x="5219700" y="5175250"/>
          <p14:tracePt t="8403" x="5137150" y="5181600"/>
          <p14:tracePt t="8421" x="4991100" y="5175250"/>
          <p14:tracePt t="8436" x="4908550" y="5156200"/>
          <p14:tracePt t="8453" x="4838700" y="5143500"/>
          <p14:tracePt t="8470" x="4775200" y="5124450"/>
          <p14:tracePt t="8486" x="4692650" y="5099050"/>
          <p14:tracePt t="8503" x="4660900" y="5092700"/>
          <p14:tracePt t="8507" x="4648200" y="5092700"/>
          <p14:tracePt t="8520" x="4635500" y="5086350"/>
          <p14:tracePt t="8536" x="4629150" y="5080000"/>
          <p14:tracePt t="8552" x="4622800" y="5073650"/>
          <p14:tracePt t="8597" x="4622800" y="5060950"/>
          <p14:tracePt t="8660" x="4629150" y="5060950"/>
          <p14:tracePt t="8681" x="4635500" y="5060950"/>
          <p14:tracePt t="8688" x="4648200" y="5054600"/>
          <p14:tracePt t="8695" x="4660900" y="5054600"/>
          <p14:tracePt t="8705" x="4673600" y="5054600"/>
          <p14:tracePt t="8718" x="4724400" y="5054600"/>
          <p14:tracePt t="8735" x="4787900" y="5054600"/>
          <p14:tracePt t="8752" x="4972050" y="5054600"/>
          <p14:tracePt t="8768" x="5124450" y="5060950"/>
          <p14:tracePt t="8786" x="5251450" y="5067300"/>
          <p14:tracePt t="8801" x="5435600" y="5067300"/>
          <p14:tracePt t="8819" x="5524500" y="5067300"/>
          <p14:tracePt t="8835" x="5613400" y="5067300"/>
          <p14:tracePt t="8851" x="5638800" y="5067300"/>
          <p14:tracePt t="8868" x="5651500" y="5067300"/>
          <p14:tracePt t="8885" x="5664200" y="5067300"/>
          <p14:tracePt t="8941" x="5657850" y="5067300"/>
          <p14:tracePt t="8962" x="5651500" y="5067300"/>
          <p14:tracePt t="8983" x="5645150" y="5067300"/>
          <p14:tracePt t="8990" x="5638800" y="5067300"/>
          <p14:tracePt t="9004" x="5632450" y="5067300"/>
          <p14:tracePt t="9018" x="5607050" y="5067300"/>
          <p14:tracePt t="9034" x="5575300" y="5067300"/>
          <p14:tracePt t="9051" x="5518150" y="5067300"/>
          <p14:tracePt t="9068" x="5403850" y="5067300"/>
          <p14:tracePt t="9084" x="5308600" y="5067300"/>
          <p14:tracePt t="9103" x="5219700" y="5067300"/>
          <p14:tracePt t="9118" x="5111750" y="5067300"/>
          <p14:tracePt t="9134" x="5054600" y="5067300"/>
          <p14:tracePt t="9151" x="5003800" y="5060950"/>
          <p14:tracePt t="9167" x="4959350" y="5054600"/>
          <p14:tracePt t="9184" x="4940300" y="5054600"/>
          <p14:tracePt t="9201" x="4933950" y="5054600"/>
          <p14:tracePt t="9217" x="4927600" y="5054600"/>
          <p14:tracePt t="9523" x="4927600" y="5060950"/>
          <p14:tracePt t="9530" x="4927600" y="5067300"/>
          <p14:tracePt t="9544" x="4927600" y="5080000"/>
          <p14:tracePt t="9552" x="4921250" y="5099050"/>
          <p14:tracePt t="9568" x="4921250" y="5124450"/>
          <p14:tracePt t="9582" x="4908550" y="5162550"/>
          <p14:tracePt t="9599" x="4883150" y="5283200"/>
          <p14:tracePt t="9616" x="4864100" y="5461000"/>
          <p14:tracePt t="9632" x="4864100" y="5562600"/>
          <p14:tracePt t="9649" x="4851400" y="5765800"/>
          <p14:tracePt t="9665" x="4845050" y="5956300"/>
          <p14:tracePt t="9682" x="4845050" y="6019800"/>
          <p14:tracePt t="9699" x="4832350" y="6140450"/>
          <p14:tracePt t="9715" x="4832350" y="6184900"/>
          <p14:tracePt t="9732" x="4832350" y="6197600"/>
          <p14:tracePt t="9748" x="4832350" y="6210300"/>
          <p14:tracePt t="9765" x="4832350" y="6216650"/>
          <p14:tracePt t="9853" x="4826000" y="6216650"/>
          <p14:tracePt t="9917" x="4819650" y="6216650"/>
          <p14:tracePt t="9972" x="4819650" y="6210300"/>
          <p14:tracePt t="9987" x="4813300" y="6203950"/>
          <p14:tracePt t="9993" x="4806950" y="6203950"/>
          <p14:tracePt t="10007" x="4800600" y="6203950"/>
          <p14:tracePt t="10022" x="4794250" y="6197600"/>
          <p14:tracePt t="10036" x="4787900" y="6191250"/>
          <p14:tracePt t="10047" x="4781550" y="6184900"/>
          <p14:tracePt t="10064" x="4768850" y="6172200"/>
          <p14:tracePt t="10081" x="4762500" y="6159500"/>
          <p14:tracePt t="10097" x="4743450" y="6140450"/>
          <p14:tracePt t="10114" x="4730750" y="6127750"/>
          <p14:tracePt t="10130" x="4724400" y="6121400"/>
          <p14:tracePt t="10148" x="4718050" y="6115050"/>
          <p14:tracePt t="10164" x="4718050" y="6108700"/>
          <p14:tracePt t="10200" x="4711700" y="6102350"/>
          <p14:tracePt t="10246" x="4711700" y="6096000"/>
          <p14:tracePt t="10274" x="4705350" y="6089650"/>
          <p14:tracePt t="10366" x="4711700" y="6083300"/>
          <p14:tracePt t="10372" x="4718050" y="6083300"/>
          <p14:tracePt t="10394" x="4724400" y="6083300"/>
          <p14:tracePt t="10408" x="4730750" y="6083300"/>
          <p14:tracePt t="10416" x="4737100" y="6083300"/>
          <p14:tracePt t="10435" x="4749800" y="6083300"/>
          <p14:tracePt t="10445" x="4768850" y="6083300"/>
          <p14:tracePt t="10462" x="4800600" y="6083300"/>
          <p14:tracePt t="10479" x="4889500" y="6070600"/>
          <p14:tracePt t="10496" x="4946650" y="6064250"/>
          <p14:tracePt t="10513" x="5187950" y="6064250"/>
          <p14:tracePt t="10529" x="5264150" y="6057900"/>
          <p14:tracePt t="10546" x="5353050" y="6057900"/>
          <p14:tracePt t="10562" x="5518150" y="6045200"/>
          <p14:tracePt t="10579" x="5670550" y="6032500"/>
          <p14:tracePt t="10595" x="5746750" y="6032500"/>
          <p14:tracePt t="10612" x="5892800" y="6026150"/>
          <p14:tracePt t="10629" x="6032500" y="6026150"/>
          <p14:tracePt t="10646" x="6108700" y="6026150"/>
          <p14:tracePt t="10662" x="6261100" y="6026150"/>
          <p14:tracePt t="10678" x="6407150" y="6007100"/>
          <p14:tracePt t="10696" x="6559550" y="5988050"/>
          <p14:tracePt t="10712" x="6642100" y="5969000"/>
          <p14:tracePt t="10728" x="6769100" y="5949950"/>
          <p14:tracePt t="10745" x="6832600" y="5949950"/>
          <p14:tracePt t="10761" x="6902450" y="5937250"/>
          <p14:tracePt t="10778" x="7016750" y="5930900"/>
          <p14:tracePt t="10795" x="7124700" y="5918200"/>
          <p14:tracePt t="10811" x="7162800" y="5918200"/>
          <p14:tracePt t="10829" x="7296150" y="5924550"/>
          <p14:tracePt t="10844" x="7321550" y="5924550"/>
          <p14:tracePt t="10861" x="7391400" y="5937250"/>
          <p14:tracePt t="10879" x="7461250" y="5937250"/>
          <p14:tracePt t="10894" x="7499350" y="5949950"/>
          <p14:tracePt t="10911" x="7569200" y="5956300"/>
          <p14:tracePt t="10928" x="7626350" y="5962650"/>
          <p14:tracePt t="10944" x="7664450" y="5962650"/>
          <p14:tracePt t="10961" x="7708900" y="5962650"/>
          <p14:tracePt t="10978" x="7759700" y="5962650"/>
          <p14:tracePt t="10994" x="7778750" y="5962650"/>
          <p14:tracePt t="11011" x="7797800" y="5962650"/>
          <p14:tracePt t="11027" x="7804150" y="5956300"/>
          <p14:tracePt t="11068" x="7797800" y="5956300"/>
          <p14:tracePt t="11077" x="7791450" y="5949950"/>
          <p14:tracePt t="11093" x="7785100" y="5949950"/>
          <p14:tracePt t="11110" x="7759700" y="5949950"/>
          <p14:tracePt t="11127" x="7740650" y="5949950"/>
          <p14:tracePt t="11143" x="7632700" y="5956300"/>
          <p14:tracePt t="11160" x="7429500" y="5956300"/>
          <p14:tracePt t="11177" x="7302500" y="5949950"/>
          <p14:tracePt t="11194" x="6934200" y="5937250"/>
          <p14:tracePt t="11210" x="6489700" y="5924550"/>
          <p14:tracePt t="11226" x="6305550" y="5924550"/>
          <p14:tracePt t="11243" x="5949950" y="5899150"/>
          <p14:tracePt t="11259" x="5708650" y="5880100"/>
          <p14:tracePt t="11277" x="5619750" y="5867400"/>
          <p14:tracePt t="11293" x="5486400" y="5848350"/>
          <p14:tracePt t="11310" x="5448300" y="5842000"/>
          <p14:tracePt t="11327" x="5435600" y="5835650"/>
          <p14:tracePt t="11343" x="5429250" y="5835650"/>
          <p14:tracePt t="11440" x="5435600" y="5835650"/>
          <p14:tracePt t="11447" x="5441950" y="5835650"/>
          <p14:tracePt t="11462" x="5448300" y="5835650"/>
          <p14:tracePt t="11476" x="5461000" y="5835650"/>
          <p14:tracePt t="11492" x="5524500" y="5829300"/>
          <p14:tracePt t="11510" x="5626100" y="5829300"/>
          <p14:tracePt t="11526" x="5715000" y="5829300"/>
          <p14:tracePt t="11543" x="5930900" y="5842000"/>
          <p14:tracePt t="11560" x="6057900" y="5842000"/>
          <p14:tracePt t="11576" x="6324600" y="5861050"/>
          <p14:tracePt t="11592" x="6464300" y="5873750"/>
          <p14:tracePt t="11609" x="6807200" y="5892800"/>
          <p14:tracePt t="11625" x="6883400" y="5892800"/>
          <p14:tracePt t="11642" x="6985000" y="5892800"/>
          <p14:tracePt t="11659" x="7023100" y="5892800"/>
          <p14:tracePt t="11676" x="7029450" y="5892800"/>
          <p14:tracePt t="11692" x="7035800" y="5892800"/>
          <p14:tracePt t="11727" x="7029450" y="5892800"/>
          <p14:tracePt t="11763" x="7023100" y="5899150"/>
          <p14:tracePt t="11770" x="7016750" y="5899150"/>
          <p14:tracePt t="11847" x="7023100" y="5899150"/>
          <p14:tracePt t="11868" x="7035800" y="5899150"/>
          <p14:tracePt t="11889" x="7048500" y="5892800"/>
          <p14:tracePt t="11903" x="7073900" y="5892800"/>
          <p14:tracePt t="11910" x="7099300" y="5892800"/>
          <p14:tracePt t="11925" x="7137400" y="5892800"/>
          <p14:tracePt t="11941" x="7239000" y="5892800"/>
          <p14:tracePt t="11957" x="7302500" y="5892800"/>
          <p14:tracePt t="11975" x="7423150" y="5892800"/>
          <p14:tracePt t="11991" x="7499350" y="5892800"/>
          <p14:tracePt t="12008" x="7550150" y="5886450"/>
          <p14:tracePt t="12024" x="7556500" y="5886450"/>
          <p14:tracePt t="12041" x="7569200" y="5886450"/>
          <p14:tracePt t="12072" x="7569200" y="5880100"/>
          <p14:tracePt t="12079" x="7562850" y="5880100"/>
          <p14:tracePt t="12094" x="7556500" y="5880100"/>
          <p14:tracePt t="12114" x="7550150" y="5880100"/>
          <p14:tracePt t="12123" x="7543800" y="5880100"/>
          <p14:tracePt t="12140" x="7537450" y="5880100"/>
          <p14:tracePt t="12157" x="7499350" y="5880100"/>
          <p14:tracePt t="12173" x="7423150" y="5880100"/>
          <p14:tracePt t="12191" x="7232650" y="5861050"/>
          <p14:tracePt t="12207" x="7105650" y="5854700"/>
          <p14:tracePt t="12224" x="6965950" y="5829300"/>
          <p14:tracePt t="12240" x="6553200" y="5791200"/>
          <p14:tracePt t="12256" x="6330950" y="5759450"/>
          <p14:tracePt t="12273" x="5924550" y="5721350"/>
          <p14:tracePt t="12290" x="5626100" y="5702300"/>
          <p14:tracePt t="12306" x="5486400" y="5702300"/>
          <p14:tracePt t="12324" x="5346700" y="5689600"/>
          <p14:tracePt t="12340" x="5041900" y="5689600"/>
          <p14:tracePt t="12356" x="4965700" y="5702300"/>
          <p14:tracePt t="12373" x="4902200" y="5702300"/>
          <p14:tracePt t="12389" x="4794250" y="5721350"/>
          <p14:tracePt t="12406" x="4730750" y="5734050"/>
          <p14:tracePt t="12424" x="4718050" y="5734050"/>
          <p14:tracePt t="12439" x="4711700" y="5734050"/>
          <p14:tracePt t="12456" x="4705350" y="5740400"/>
          <p14:tracePt t="12563" x="4711700" y="5734050"/>
          <p14:tracePt t="12590" x="4718050" y="5727700"/>
          <p14:tracePt t="12654" x="4724400" y="5727700"/>
          <p14:tracePt t="12704" x="4724400" y="5721350"/>
          <p14:tracePt t="13202" x="4718050" y="5721350"/>
          <p14:tracePt t="13251" x="4711700" y="5727700"/>
          <p14:tracePt t="13272" x="4711700" y="5734050"/>
          <p14:tracePt t="13307" x="4705350" y="5740400"/>
          <p14:tracePt t="13314" x="4705350" y="5746750"/>
          <p14:tracePt t="13322" x="4699000" y="5753100"/>
          <p14:tracePt t="13364" x="4692650" y="5759450"/>
          <p14:tracePt t="13391" x="4686300" y="5765800"/>
          <p14:tracePt t="13413" x="4686300" y="5772150"/>
          <p14:tracePt t="13434" x="4686300" y="5778500"/>
          <p14:tracePt t="13483" x="4686300" y="5784850"/>
          <p14:tracePt t="13518" x="4679950" y="5791200"/>
          <p14:tracePt t="13524" x="4679950" y="5797550"/>
          <p14:tracePt t="13595" x="4679950" y="5803900"/>
          <p14:tracePt t="13715" x="4686300" y="5803900"/>
          <p14:tracePt t="13729" x="4692650" y="5797550"/>
          <p14:tracePt t="13743" x="4699000" y="5791200"/>
          <p14:tracePt t="13751" x="4718050" y="5784850"/>
          <p14:tracePt t="13767" x="4730750" y="5765800"/>
          <p14:tracePt t="13785" x="4787900" y="5715000"/>
          <p14:tracePt t="13801" x="4851400" y="5626100"/>
          <p14:tracePt t="13817" x="4876800" y="5568950"/>
          <p14:tracePt t="13834" x="4908550" y="5435600"/>
          <p14:tracePt t="13851" x="4914900" y="5308600"/>
          <p14:tracePt t="13867" x="4914900" y="5238750"/>
          <p14:tracePt t="13884" x="4876800" y="5054600"/>
          <p14:tracePt t="13900" x="4857750" y="4997450"/>
          <p14:tracePt t="13918" x="4819650" y="4902200"/>
          <p14:tracePt t="13934" x="4813300" y="4857750"/>
          <p14:tracePt t="13951" x="4794250" y="4806950"/>
          <p14:tracePt t="13968" x="4794250" y="4781550"/>
          <p14:tracePt t="13983" x="4794250" y="4768850"/>
          <p14:tracePt t="14000" x="4794250" y="4762500"/>
          <p14:tracePt t="14038" x="4794250" y="4775200"/>
          <p14:tracePt t="14059" x="4794250" y="4781550"/>
          <p14:tracePt t="14067" x="4794250" y="4787900"/>
          <p14:tracePt t="14083" x="4794250" y="4800600"/>
          <p14:tracePt t="14101" x="4787900" y="4813300"/>
          <p14:tracePt t="14117" x="4787900" y="4857750"/>
          <p14:tracePt t="14133" x="4787900" y="4895850"/>
          <p14:tracePt t="14150" x="4787900" y="5010150"/>
          <p14:tracePt t="14166" x="4787900" y="5086350"/>
          <p14:tracePt t="14183" x="4800600" y="5276850"/>
          <p14:tracePt t="14200" x="4819650" y="5492750"/>
          <p14:tracePt t="14216" x="4838700" y="5588000"/>
          <p14:tracePt t="14234" x="4857750" y="5740400"/>
          <p14:tracePt t="14249" x="4876800" y="5848350"/>
          <p14:tracePt t="14266" x="4883150" y="5892800"/>
          <p14:tracePt t="14283" x="4902200" y="5930900"/>
          <p14:tracePt t="14299" x="4902200" y="5956300"/>
          <p14:tracePt t="14332" x="4902200" y="5962650"/>
          <p14:tracePt t="14550" x="4889500" y="5962650"/>
          <p14:tracePt t="14557" x="4851400" y="5962650"/>
          <p14:tracePt t="14571" x="4813300" y="5962650"/>
          <p14:tracePt t="14582" x="4743450" y="5975350"/>
          <p14:tracePt t="14599" x="4559300" y="6026150"/>
          <p14:tracePt t="14615" x="4457700" y="6045200"/>
          <p14:tracePt t="14631" x="4222750" y="6127750"/>
          <p14:tracePt t="14649" x="3987800" y="6216650"/>
          <p14:tracePt t="14665" x="3892550" y="6254750"/>
          <p14:tracePt t="14681" x="3721100" y="6337300"/>
          <p14:tracePt t="14698" x="3594100" y="6407150"/>
          <p14:tracePt t="14715" x="3549650" y="6432550"/>
          <p14:tracePt t="14732" x="3498850" y="6470650"/>
          <p14:tracePt t="14747" x="3467100" y="6489700"/>
          <p14:tracePt t="14764" x="3467100" y="6496050"/>
          <p14:tracePt t="14817" x="3460750" y="6496050"/>
          <p14:tracePt t="15062" x="3460750" y="6464300"/>
          <p14:tracePt t="15069" x="3448050" y="6381750"/>
          <p14:tracePt t="15084" x="3441700" y="6305550"/>
          <p14:tracePt t="15097" x="3416300" y="6127750"/>
          <p14:tracePt t="15113" x="3397250" y="6045200"/>
          <p14:tracePt t="15130" x="3390900" y="5969000"/>
          <p14:tracePt t="15147" x="3371850" y="5842000"/>
          <p14:tracePt t="15163" x="3371850" y="5816600"/>
          <p14:tracePt t="15181" x="3371850" y="5803900"/>
          <p14:tracePt t="15196" x="3371850" y="5778500"/>
          <p14:tracePt t="15212" x="3371850" y="5765800"/>
          <p14:tracePt t="15230" x="3371850" y="5759450"/>
          <p14:tracePt t="15262" x="3365500" y="5746750"/>
          <p14:tracePt t="15280" x="3352800" y="5721350"/>
          <p14:tracePt t="15296" x="3352800" y="5708650"/>
          <p14:tracePt t="15313" x="3346450" y="5689600"/>
          <p14:tracePt t="15329" x="3340100" y="5676900"/>
          <p14:tracePt t="15362" x="3333750" y="5676900"/>
          <p14:tracePt t="15392" x="3327400" y="5676900"/>
          <p14:tracePt t="15427" x="3327400" y="5683250"/>
          <p14:tracePt t="15441" x="3327400" y="5689600"/>
          <p14:tracePt t="15448" x="3327400" y="5695950"/>
          <p14:tracePt t="15465" x="3327400" y="5702300"/>
          <p14:tracePt t="15478" x="3327400" y="5721350"/>
          <p14:tracePt t="15496" x="3327400" y="5765800"/>
          <p14:tracePt t="15512" x="3327400" y="5861050"/>
          <p14:tracePt t="15529" x="3327400" y="5924550"/>
          <p14:tracePt t="15545" x="3346450" y="6019800"/>
          <p14:tracePt t="15562" x="3359150" y="6102350"/>
          <p14:tracePt t="15578" x="3365500" y="6127750"/>
          <p14:tracePt t="15581" x="3365500" y="6146800"/>
          <p14:tracePt t="15595" x="3365500" y="6172200"/>
          <p14:tracePt t="15612" x="3371850" y="6184900"/>
          <p14:tracePt t="15628" x="3378200" y="6184900"/>
          <p14:tracePt t="15659" x="3384550" y="6184900"/>
          <p14:tracePt t="15673" x="3390900" y="6184900"/>
          <p14:tracePt t="15681" x="3397250" y="6184900"/>
          <p14:tracePt t="15695" x="3409950" y="6172200"/>
          <p14:tracePt t="15711" x="3429000" y="6121400"/>
          <p14:tracePt t="15729" x="3498850" y="6007100"/>
          <p14:tracePt t="15744" x="3530600" y="5924550"/>
          <p14:tracePt t="15761" x="3568700" y="5835650"/>
          <p14:tracePt t="15779" x="3683000" y="5480050"/>
          <p14:tracePt t="15794" x="3714750" y="5391150"/>
          <p14:tracePt t="15811" x="3733800" y="5314950"/>
          <p14:tracePt t="15828" x="3771900" y="5226050"/>
          <p14:tracePt t="15844" x="3784600" y="5207000"/>
          <p14:tracePt t="15861" x="3790950" y="5207000"/>
          <p14:tracePt t="15894" x="3797300" y="5213350"/>
          <p14:tracePt t="15911" x="3816350" y="5238750"/>
          <p14:tracePt t="15927" x="3835400" y="5257800"/>
          <p14:tracePt t="15944" x="3905250" y="5327650"/>
          <p14:tracePt t="15961" x="3962400" y="5384800"/>
          <p14:tracePt t="15977" x="4121150" y="5530850"/>
          <p14:tracePt t="15993" x="4311650" y="5689600"/>
          <p14:tracePt t="16011" x="4495800" y="5816600"/>
          <p14:tracePt t="16027" x="4578350" y="5861050"/>
          <p14:tracePt t="16044" x="4673600" y="5880100"/>
          <p14:tracePt t="16060" x="4826000" y="5892800"/>
          <p14:tracePt t="16076" x="4908550" y="5873750"/>
          <p14:tracePt t="16080" x="4984750" y="5842000"/>
          <p14:tracePt t="16094" x="5067300" y="5816600"/>
          <p14:tracePt t="16110" x="5181600" y="5740400"/>
          <p14:tracePt t="16126" x="5213350" y="5715000"/>
          <p14:tracePt t="16144" x="5226050" y="5702300"/>
          <p14:tracePt t="16200" x="5219700" y="5702300"/>
          <p14:tracePt t="16206" x="5213350" y="5708650"/>
          <p14:tracePt t="16221" x="5213350" y="5721350"/>
          <p14:tracePt t="16235" x="5213350" y="5734050"/>
          <p14:tracePt t="16243" x="5219700" y="5746750"/>
          <p14:tracePt t="16259" x="5264150" y="5778500"/>
          <p14:tracePt t="16276" x="5346700" y="5797550"/>
          <p14:tracePt t="16292" x="5403850" y="5829300"/>
          <p14:tracePt t="16309" x="5562600" y="5861050"/>
          <p14:tracePt t="16326" x="5740400" y="5880100"/>
          <p14:tracePt t="16342" x="5918200" y="5880100"/>
          <p14:tracePt t="16359" x="5981700" y="5873750"/>
          <p14:tracePt t="16376" x="6051550" y="5854700"/>
          <p14:tracePt t="16392" x="6083300" y="5842000"/>
          <p14:tracePt t="16409" x="6115050" y="5816600"/>
          <p14:tracePt t="16425" x="6121400" y="5734050"/>
          <p14:tracePt t="16442" x="6102350" y="5702300"/>
          <p14:tracePt t="16459" x="5981700" y="5626100"/>
          <p14:tracePt t="16475" x="5784850" y="5556250"/>
          <p14:tracePt t="16492" x="5657850" y="5524500"/>
          <p14:tracePt t="16508" x="5314950" y="5499100"/>
          <p14:tracePt t="16525" x="4978400" y="5530850"/>
          <p14:tracePt t="16542" x="4851400" y="5549900"/>
          <p14:tracePt t="16558" x="4711700" y="5568950"/>
          <p14:tracePt t="16575" x="4673600" y="5581650"/>
          <p14:tracePt t="16592" x="4667250" y="5588000"/>
          <p14:tracePt t="16608" x="4673600" y="5594350"/>
          <p14:tracePt t="16625" x="4705350" y="5594350"/>
          <p14:tracePt t="16642" x="4813300" y="5613400"/>
          <p14:tracePt t="16658" x="4902200" y="5632450"/>
          <p14:tracePt t="16674" x="5029200" y="5651500"/>
          <p14:tracePt t="16691" x="5467350" y="5746750"/>
          <p14:tracePt t="16708" x="5791200" y="5797550"/>
          <p14:tracePt t="16725" x="6013450" y="5822950"/>
          <p14:tracePt t="16741" x="6153150" y="5835650"/>
          <p14:tracePt t="16757" x="6254750" y="5842000"/>
          <p14:tracePt t="16775" x="6305550" y="5842000"/>
          <p14:tracePt t="16790" x="6324600" y="5835650"/>
          <p14:tracePt t="16807" x="6318250" y="5835650"/>
          <p14:tracePt t="16824" x="6280150" y="5835650"/>
          <p14:tracePt t="16840" x="6216650" y="5835650"/>
          <p14:tracePt t="16857" x="6127750" y="5829300"/>
          <p14:tracePt t="16874" x="5886450" y="5829300"/>
          <p14:tracePt t="16890" x="5657850" y="5873750"/>
          <p14:tracePt t="16907" x="5588000" y="5892800"/>
          <p14:tracePt t="16924" x="5492750" y="5924550"/>
          <p14:tracePt t="16940" x="5486400" y="5930900"/>
          <p14:tracePt t="16965" x="5492750" y="5937250"/>
          <p14:tracePt t="16973" x="5505450" y="5943600"/>
          <p14:tracePt t="16989" x="5524500" y="5949950"/>
          <p14:tracePt t="17007" x="5626100" y="5962650"/>
          <p14:tracePt t="17023" x="5695950" y="5975350"/>
          <p14:tracePt t="17040" x="5861050" y="5981700"/>
          <p14:tracePt t="17057" x="6000750" y="5981700"/>
          <p14:tracePt t="17073" x="6102350" y="5956300"/>
          <p14:tracePt t="17090" x="6140450" y="5937250"/>
          <p14:tracePt t="17106" x="6191250" y="5918200"/>
          <p14:tracePt t="21547" x="6191250" y="5911850"/>
          <p14:tracePt t="21589" x="6197600" y="5905500"/>
          <p14:tracePt t="21666" x="6203950" y="5899150"/>
          <p14:tracePt t="21715" x="6210300" y="5892800"/>
          <p14:tracePt t="21764" x="6216650" y="5886450"/>
          <p14:tracePt t="21806" x="6223000" y="5880100"/>
          <p14:tracePt t="21926" x="6223000" y="5873750"/>
          <p14:tracePt t="22347" x="6223000" y="5867400"/>
          <p14:tracePt t="22361" x="6229350" y="5861050"/>
          <p14:tracePt t="22368" x="6235700" y="5854700"/>
          <p14:tracePt t="22382" x="6242050" y="5848350"/>
          <p14:tracePt t="22391" x="6248400" y="5835650"/>
          <p14:tracePt t="22405" x="6254750" y="5822950"/>
          <p14:tracePt t="22422" x="6267450" y="5810250"/>
          <p14:tracePt t="22438" x="6280150" y="5791200"/>
          <p14:tracePt t="22454" x="6286500" y="5778500"/>
          <p14:tracePt t="22471" x="6286500" y="5772150"/>
          <p14:tracePt t="22488" x="6292850" y="5765800"/>
          <p14:tracePt t="22524" x="6299200" y="5759450"/>
          <p14:tracePt t="22537" x="6299200" y="5753100"/>
          <p14:tracePt t="22572" x="6305550" y="5753100"/>
          <p14:tracePt t="22600" x="6311900" y="5746750"/>
          <p14:tracePt t="22628" x="6311900" y="5740400"/>
          <p14:tracePt t="22670" x="6318250" y="5734050"/>
          <p14:tracePt t="22747" x="6318250" y="5727700"/>
          <p14:tracePt t="22810" x="6324600" y="5721350"/>
          <p14:tracePt t="23927" x="6324600" y="5715000"/>
          <p14:tracePt t="24962" x="6324600" y="5695950"/>
          <p14:tracePt t="24969" x="6318250" y="5664200"/>
          <p14:tracePt t="24983" x="6311900" y="5619750"/>
          <p14:tracePt t="24996" x="6305550" y="5600700"/>
          <p14:tracePt t="25012" x="6286500" y="5556250"/>
          <p14:tracePt t="25029" x="6273800" y="5543550"/>
          <p14:tracePt t="25046" x="6273800" y="5537200"/>
          <p14:tracePt t="25062" x="6267450" y="5530850"/>
          <p14:tracePt t="25124" x="6261100" y="5530850"/>
          <p14:tracePt t="25145" x="6254750" y="5530850"/>
          <p14:tracePt t="25180" x="6248400" y="5530850"/>
          <p14:tracePt t="25285" x="6242050" y="5530850"/>
          <p14:tracePt t="25425" x="6242050" y="5524500"/>
          <p14:tracePt t="25460" x="6248400" y="5518150"/>
          <p14:tracePt t="25482" x="6254750" y="5511800"/>
          <p14:tracePt t="25496" x="6254750" y="5499100"/>
          <p14:tracePt t="25517" x="6261100" y="5486400"/>
          <p14:tracePt t="25524" x="6267450" y="5473700"/>
          <p14:tracePt t="25531" x="6273800" y="5448300"/>
          <p14:tracePt t="25547" x="6292850" y="5416550"/>
          <p14:tracePt t="25560" x="6305550" y="5391150"/>
          <p14:tracePt t="25577" x="6343650" y="5302250"/>
          <p14:tracePt t="25594" x="6375400" y="5207000"/>
          <p14:tracePt t="25610" x="6407150" y="5149850"/>
          <p14:tracePt t="25627" x="6426200" y="5041900"/>
          <p14:tracePt t="25644" x="6451600" y="4933950"/>
          <p14:tracePt t="25660" x="6457950" y="4876800"/>
          <p14:tracePt t="25677" x="6477000" y="4762500"/>
          <p14:tracePt t="25693" x="6489700" y="4654550"/>
          <p14:tracePt t="25710" x="6496050" y="4603750"/>
          <p14:tracePt t="25727" x="6502400" y="4508500"/>
          <p14:tracePt t="25743" x="6521450" y="4413250"/>
          <p14:tracePt t="25760" x="6521450" y="4362450"/>
          <p14:tracePt t="25777" x="6527800" y="4279900"/>
          <p14:tracePt t="25793" x="6546850" y="4191000"/>
          <p14:tracePt t="25810" x="6553200" y="4159250"/>
          <p14:tracePt t="25826" x="6565900" y="4089400"/>
          <p14:tracePt t="25843" x="6572250" y="4057650"/>
          <p14:tracePt t="25859" x="6572250" y="3968750"/>
          <p14:tracePt t="25876" x="6591300" y="3860800"/>
          <p14:tracePt t="25894" x="6597650" y="3810000"/>
          <p14:tracePt t="25910" x="6616700" y="3676650"/>
          <p14:tracePt t="25925" x="6642100" y="3543300"/>
          <p14:tracePt t="25942" x="6654800" y="3479800"/>
          <p14:tracePt t="25959" x="6680200" y="3346450"/>
          <p14:tracePt t="25976" x="6724650" y="3200400"/>
          <p14:tracePt t="25993" x="6737350" y="3143250"/>
          <p14:tracePt t="26009" x="6769100" y="3035300"/>
          <p14:tracePt t="26025" x="6775450" y="2997200"/>
          <p14:tracePt t="26043" x="6788150" y="2965450"/>
          <p14:tracePt t="26059" x="6813550" y="2914650"/>
          <p14:tracePt t="26075" x="6819900" y="2901950"/>
          <p14:tracePt t="26092" x="6819900" y="2882900"/>
          <p14:tracePt t="26109" x="6819900" y="2857500"/>
          <p14:tracePt t="26125" x="6819900" y="2844800"/>
          <p14:tracePt t="26142" x="6819900" y="2819400"/>
          <p14:tracePt t="26158" x="6813550" y="2813050"/>
          <p14:tracePt t="26175" x="6813550" y="2800350"/>
          <p14:tracePt t="26192" x="6807200" y="2774950"/>
          <p14:tracePt t="26208" x="6794500" y="2730500"/>
          <p14:tracePt t="26226" x="6775450" y="2686050"/>
          <p14:tracePt t="26241" x="6762750" y="2660650"/>
          <p14:tracePt t="26258" x="6718300" y="2590800"/>
          <p14:tracePt t="26275" x="6667500" y="2527300"/>
          <p14:tracePt t="26291" x="6629400" y="2495550"/>
          <p14:tracePt t="26310" x="6578600" y="2444750"/>
          <p14:tracePt t="26324" x="6534150" y="2419350"/>
          <p14:tracePt t="26341" x="6515100" y="2413000"/>
          <p14:tracePt t="26357" x="6470650" y="2393950"/>
          <p14:tracePt t="26374" x="6432550" y="2387600"/>
          <p14:tracePt t="26391" x="6426200" y="2387600"/>
          <p14:tracePt t="26408" x="6419850" y="2387600"/>
          <p14:tracePt t="26425" x="6413500" y="2387600"/>
          <p14:tracePt t="26528" x="6407150" y="2387600"/>
          <p14:tracePt t="26563" x="6407150" y="2393950"/>
          <p14:tracePt t="26577" x="6400800" y="2400300"/>
          <p14:tracePt t="26584" x="6394450" y="2400300"/>
          <p14:tracePt t="26598" x="6388100" y="2400300"/>
          <p14:tracePt t="26606" x="6381750" y="2406650"/>
          <p14:tracePt t="26623" x="6369050" y="2406650"/>
          <p14:tracePt t="26641" x="6318250" y="2419350"/>
          <p14:tracePt t="26657" x="6229350" y="2438400"/>
          <p14:tracePt t="26673" x="6172200" y="2451100"/>
          <p14:tracePt t="26690" x="6051550" y="2470150"/>
          <p14:tracePt t="26706" x="5949950" y="2482850"/>
          <p14:tracePt t="26725" x="5867400" y="2489200"/>
          <p14:tracePt t="26740" x="5848350" y="2489200"/>
          <p14:tracePt t="26756" x="5816600" y="2489200"/>
          <p14:tracePt t="26774" x="5797550" y="2489200"/>
          <p14:tracePt t="26789" x="5791200" y="2482850"/>
          <p14:tracePt t="26830" x="5784850" y="2476500"/>
          <p14:tracePt t="26864" x="5778500" y="2476500"/>
          <p14:tracePt t="26899" x="5772150" y="2470150"/>
          <p14:tracePt t="26907" x="5759450" y="2470150"/>
          <p14:tracePt t="26914" x="5746750" y="2463800"/>
          <p14:tracePt t="26928" x="5734050" y="2463800"/>
          <p14:tracePt t="26938" x="5715000" y="2451100"/>
          <p14:tracePt t="26957" x="5638800" y="2432050"/>
          <p14:tracePt t="26972" x="5600700" y="2419350"/>
          <p14:tracePt t="26989" x="5505450" y="2393950"/>
          <p14:tracePt t="27005" x="5384800" y="2374900"/>
          <p14:tracePt t="27022" x="5327650" y="2368550"/>
          <p14:tracePt t="27039" x="5276850" y="2355850"/>
          <p14:tracePt t="27055" x="5118100" y="2349500"/>
          <p14:tracePt t="27071" x="5067300" y="2349500"/>
          <p14:tracePt t="27090" x="4978400" y="2349500"/>
          <p14:tracePt t="27105" x="4933950" y="2349500"/>
          <p14:tracePt t="27122" x="4876800" y="2355850"/>
          <p14:tracePt t="27139" x="4832350" y="2355850"/>
          <p14:tracePt t="27155" x="4806950" y="2355850"/>
          <p14:tracePt t="27171" x="4775200" y="2362200"/>
          <p14:tracePt t="27188" x="4743450" y="2374900"/>
          <p14:tracePt t="27204" x="4724400" y="2374900"/>
          <p14:tracePt t="27208" x="4699000" y="2381250"/>
          <p14:tracePt t="27221" x="4679950" y="2381250"/>
          <p14:tracePt t="27238" x="4622800" y="2387600"/>
          <p14:tracePt t="27254" x="4597400" y="2393950"/>
          <p14:tracePt t="27272" x="4527550" y="2400300"/>
          <p14:tracePt t="27288" x="4451350" y="2406650"/>
          <p14:tracePt t="27304" x="4406900" y="2406650"/>
          <p14:tracePt t="27321" x="4330700" y="2419350"/>
          <p14:tracePt t="27338" x="4260850" y="2419350"/>
          <p14:tracePt t="27354" x="4241800" y="2419350"/>
          <p14:tracePt t="27371" x="4203700" y="2425700"/>
          <p14:tracePt t="27387" x="4178300" y="2425700"/>
          <p14:tracePt t="27404" x="4146550" y="2425700"/>
          <p14:tracePt t="27421" x="4133850" y="2425700"/>
          <p14:tracePt t="27441" x="4127500" y="2425700"/>
          <p14:tracePt t="27468" x="4121150" y="2425700"/>
          <p14:tracePt t="27518" x="4114800" y="2425700"/>
          <p14:tracePt t="27532" x="4108450" y="2425700"/>
          <p14:tracePt t="27540" x="4102100" y="2425700"/>
          <p14:tracePt t="27554" x="4089400" y="2425700"/>
          <p14:tracePt t="27570" x="4070350" y="2425700"/>
          <p14:tracePt t="27588" x="4019550" y="2425700"/>
          <p14:tracePt t="27603" x="3994150" y="2425700"/>
          <p14:tracePt t="27620" x="3924300" y="2425700"/>
          <p14:tracePt t="27637" x="3867150" y="2425700"/>
          <p14:tracePt t="27653" x="3848100" y="2425700"/>
          <p14:tracePt t="27670" x="3816350" y="2425700"/>
          <p14:tracePt t="27686" x="3803650" y="2425700"/>
          <p14:tracePt t="28071" x="3784600" y="2425700"/>
          <p14:tracePt t="28078" x="3746500" y="2425700"/>
          <p14:tracePt t="28092" x="3702050" y="2419350"/>
          <p14:tracePt t="28101" x="3663950" y="2406650"/>
          <p14:tracePt t="28118" x="3632200" y="2406650"/>
          <p14:tracePt t="28135" x="3568700" y="2406650"/>
          <p14:tracePt t="28152" x="3517900" y="2393950"/>
          <p14:tracePt t="28169" x="3492500" y="2393950"/>
          <p14:tracePt t="28185" x="3486150" y="2393950"/>
          <p14:tracePt t="28201" x="3479800" y="2393950"/>
          <p14:tracePt t="28218" x="3473450" y="2393950"/>
          <p14:tracePt t="28310" x="3479800" y="2393950"/>
          <p14:tracePt t="28324" x="3492500" y="2393950"/>
          <p14:tracePt t="28331" x="3511550" y="2393950"/>
          <p14:tracePt t="28337" x="3530600" y="2393950"/>
          <p14:tracePt t="28354" x="3568700" y="2393950"/>
          <p14:tracePt t="28367" x="3613150" y="2387600"/>
          <p14:tracePt t="28383" x="3740150" y="2387600"/>
          <p14:tracePt t="28401" x="3873500" y="2368550"/>
          <p14:tracePt t="28417" x="3937000" y="2368550"/>
          <p14:tracePt t="28434" x="4025900" y="2362200"/>
          <p14:tracePt t="28450" x="4089400" y="2349500"/>
          <p14:tracePt t="28467" x="4102100" y="2343150"/>
          <p14:tracePt t="28484" x="4114800" y="2343150"/>
          <p14:tracePt t="28500" x="4133850" y="2343150"/>
          <p14:tracePt t="29109" x="4133850" y="2362200"/>
          <p14:tracePt t="29116" x="4133850" y="2393950"/>
          <p14:tracePt t="29123" x="4121150" y="2432050"/>
          <p14:tracePt t="29137" x="4114800" y="2489200"/>
          <p14:tracePt t="29148" x="4114800" y="2540000"/>
          <p14:tracePt t="29165" x="4114800" y="2654300"/>
          <p14:tracePt t="29181" x="4114800" y="2705100"/>
          <p14:tracePt t="29198" x="4127500" y="2851150"/>
          <p14:tracePt t="29215" x="4140200" y="3054350"/>
          <p14:tracePt t="29231" x="4146550" y="3181350"/>
          <p14:tracePt t="29234" x="4159250" y="3321050"/>
          <p14:tracePt t="29247" x="4178300" y="3448050"/>
          <p14:tracePt t="29264" x="4254500" y="3790950"/>
          <p14:tracePt t="29281" x="4279900" y="3981450"/>
          <p14:tracePt t="29298" x="4368800" y="4368800"/>
          <p14:tracePt t="29314" x="4432300" y="4692650"/>
          <p14:tracePt t="29331" x="4470400" y="4864100"/>
          <p14:tracePt t="29348" x="4502150" y="5156200"/>
          <p14:tracePt t="29364" x="4533900" y="5429250"/>
          <p14:tracePt t="29381" x="4546600" y="5530850"/>
          <p14:tracePt t="29397" x="4578350" y="5695950"/>
          <p14:tracePt t="29414" x="4584700" y="5778500"/>
          <p14:tracePt t="29432" x="4629150" y="5949950"/>
          <p14:tracePt t="29447" x="4648200" y="5981700"/>
          <p14:tracePt t="29463" x="4654550" y="6038850"/>
          <p14:tracePt t="29481" x="4667250" y="6089650"/>
          <p14:tracePt t="29497" x="4673600" y="6102350"/>
          <p14:tracePt t="29514" x="4673600" y="6108700"/>
          <p14:tracePt t="29530" x="4679950" y="6108700"/>
          <p14:tracePt t="29563" x="4686300" y="6108700"/>
          <p14:tracePt t="29580" x="4692650" y="6108700"/>
          <p14:tracePt t="29596" x="4699000" y="6102350"/>
          <p14:tracePt t="29613" x="4705350" y="6096000"/>
          <p14:tracePt t="29630" x="4705350" y="6089650"/>
          <p14:tracePt t="29647" x="4705350" y="6076950"/>
          <p14:tracePt t="29664" x="4711700" y="6064250"/>
          <p14:tracePt t="29680" x="4730750" y="6038850"/>
          <p14:tracePt t="29696" x="4737100" y="6019800"/>
          <p14:tracePt t="29713" x="4787900" y="5905500"/>
          <p14:tracePt t="29729" x="4813300" y="5848350"/>
          <p14:tracePt t="29746" x="4832350" y="5791200"/>
          <p14:tracePt t="29749" x="4851400" y="5734050"/>
          <p14:tracePt t="29763" x="4876800" y="5689600"/>
          <p14:tracePt t="29779" x="4921250" y="5581650"/>
          <p14:tracePt t="29796" x="4927600" y="5549900"/>
          <p14:tracePt t="29812" x="4946650" y="5511800"/>
          <p14:tracePt t="29829" x="4946650" y="5499100"/>
          <p14:tracePt t="29847" x="4953000" y="5499100"/>
          <p14:tracePt t="29862" x="4959350" y="5492750"/>
          <p14:tracePt t="29895" x="4965700" y="5492750"/>
          <p14:tracePt t="30008" x="4972050" y="5499100"/>
          <p14:tracePt t="30085" x="4972050" y="5505450"/>
          <p14:tracePt t="30120" x="4978400" y="5505450"/>
          <p14:tracePt t="30127" x="4984750" y="5505450"/>
          <p14:tracePt t="30176" x="4991100" y="5505450"/>
          <p14:tracePt t="30190" x="4997450" y="5505450"/>
          <p14:tracePt t="30198" x="5003800" y="5505450"/>
          <p14:tracePt t="30211" x="5016500" y="5505450"/>
          <p14:tracePt t="30227" x="5029200" y="5505450"/>
          <p14:tracePt t="30244" x="5041900" y="5499100"/>
          <p14:tracePt t="30261" x="5067300" y="5499100"/>
          <p14:tracePt t="30277" x="5105400" y="5499100"/>
          <p14:tracePt t="30295" x="5124450" y="5499100"/>
          <p14:tracePt t="30310" x="5168900" y="5499100"/>
          <p14:tracePt t="30327" x="5187950" y="5492750"/>
          <p14:tracePt t="30344" x="5245100" y="5486400"/>
          <p14:tracePt t="30360" x="5264150" y="5486400"/>
          <p14:tracePt t="30377" x="5276850" y="5486400"/>
          <p14:tracePt t="30394" x="5295900" y="5480050"/>
          <p14:tracePt t="30427" x="5302250" y="5473700"/>
          <p14:tracePt t="30478" x="5308600" y="5473700"/>
          <p14:tracePt t="30485" x="5314950" y="5473700"/>
          <p14:tracePt t="30527" x="5321300" y="5473700"/>
          <p14:tracePt t="30576" x="5321300" y="5467350"/>
          <p14:tracePt t="30646" x="5327650" y="5461000"/>
          <p14:tracePt t="30738" x="5334000" y="5454650"/>
          <p14:tracePt t="30766" x="5334000" y="5448300"/>
          <p14:tracePt t="30815" x="5334000" y="5441950"/>
          <p14:tracePt t="30822" x="5340350" y="5429250"/>
          <p14:tracePt t="30836" x="5346700" y="5422900"/>
          <p14:tracePt t="30845" x="5353050" y="5416550"/>
          <p14:tracePt t="30859" x="5359400" y="5410200"/>
          <p14:tracePt t="30875" x="5378450" y="5384800"/>
          <p14:tracePt t="30892" x="5397500" y="5365750"/>
          <p14:tracePt t="30909" x="5416550" y="5334000"/>
          <p14:tracePt t="30925" x="5422900" y="5327650"/>
          <p14:tracePt t="30942" x="5429250" y="5314950"/>
          <p14:tracePt t="30975" x="5429250" y="5302250"/>
          <p14:tracePt t="30992" x="5429250" y="5289550"/>
          <p14:tracePt t="31008" x="5429250" y="5283200"/>
          <p14:tracePt t="31026" x="5429250" y="5257800"/>
          <p14:tracePt t="31041" x="5416550" y="5207000"/>
          <p14:tracePt t="31058" x="5410200" y="5175250"/>
          <p14:tracePt t="31075" x="5397500" y="5124450"/>
          <p14:tracePt t="31091" x="5384800" y="5080000"/>
          <p14:tracePt t="31108" x="5372100" y="5054600"/>
          <p14:tracePt t="31124" x="5353050" y="5029200"/>
          <p14:tracePt t="31141" x="5346700" y="5010150"/>
          <p14:tracePt t="31174" x="5340350" y="5010150"/>
          <p14:tracePt t="31191" x="5334000" y="5003800"/>
          <p14:tracePt t="31229" x="5327650" y="5003800"/>
          <p14:tracePt t="31271" x="5321300" y="5003800"/>
          <p14:tracePt t="31313" x="5314950" y="5003800"/>
          <p14:tracePt t="31348" x="5308600" y="5003800"/>
          <p14:tracePt t="31601" x="5308600" y="5010150"/>
          <p14:tracePt t="31638" x="5308600" y="5003800"/>
          <p14:tracePt t="32532" x="5321300" y="5003800"/>
          <p14:tracePt t="32554" x="5340350" y="5010150"/>
          <p14:tracePt t="32574" x="5359400" y="5016500"/>
          <p14:tracePt t="32581" x="5391150" y="5022850"/>
          <p14:tracePt t="32595" x="5410200" y="5022850"/>
          <p14:tracePt t="32604" x="5448300" y="5041900"/>
          <p14:tracePt t="32619" x="5492750" y="5048250"/>
          <p14:tracePt t="32636" x="5530850" y="5048250"/>
          <p14:tracePt t="32653" x="5645150" y="5073650"/>
          <p14:tracePt t="32669" x="5670550" y="5073650"/>
          <p14:tracePt t="32686" x="5721350" y="5080000"/>
          <p14:tracePt t="32703" x="5734050" y="5086350"/>
          <p14:tracePt t="32719" x="5753100" y="5086350"/>
          <p14:tracePt t="32736" x="5765800" y="5086350"/>
          <p14:tracePt t="32768" x="5772150" y="5086350"/>
          <p14:tracePt t="32806" x="5778500" y="5086350"/>
          <p14:tracePt t="35996" x="5772150" y="5086350"/>
          <p14:tracePt t="36017" x="5765800" y="5092700"/>
          <p14:tracePt t="36025" x="5759450" y="5092700"/>
          <p14:tracePt t="36031" x="5753100" y="5099050"/>
          <p14:tracePt t="36045" x="5746750" y="5099050"/>
          <p14:tracePt t="36057" x="5740400" y="5105400"/>
          <p14:tracePt t="36074" x="5727700" y="5105400"/>
          <p14:tracePt t="36091" x="5715000" y="5105400"/>
          <p14:tracePt t="36107" x="5702300" y="5111750"/>
          <p14:tracePt t="36124" x="5683250" y="5111750"/>
          <p14:tracePt t="36140" x="5670550" y="5111750"/>
          <p14:tracePt t="36158" x="5645150" y="5118100"/>
          <p14:tracePt t="36174" x="5619750" y="5118100"/>
          <p14:tracePt t="36191" x="5607050" y="5118100"/>
          <p14:tracePt t="36209" x="5594350" y="5118100"/>
          <p14:tracePt t="36224" x="5588000" y="5118100"/>
          <p14:tracePt t="36242" x="5568950" y="5111750"/>
          <p14:tracePt t="36257" x="5562600" y="5111750"/>
          <p14:tracePt t="36291" x="5543550" y="5111750"/>
          <p14:tracePt t="36307" x="5524500" y="5111750"/>
          <p14:tracePt t="36323" x="5511800" y="5111750"/>
          <p14:tracePt t="36327" x="5499100" y="5111750"/>
          <p14:tracePt t="36340" x="5486400" y="5111750"/>
          <p14:tracePt t="36356" x="5448300" y="5118100"/>
          <p14:tracePt t="36373" x="5429250" y="5124450"/>
          <p14:tracePt t="36390" x="5378450" y="5130800"/>
          <p14:tracePt t="36407" x="5327650" y="5143500"/>
          <p14:tracePt t="36424" x="5302250" y="5156200"/>
          <p14:tracePt t="36440" x="5289550" y="5156200"/>
          <p14:tracePt t="36457" x="5283200" y="5156200"/>
          <p14:tracePt t="36473" x="5276850" y="5149850"/>
          <p14:tracePt t="36489" x="5276850" y="5143500"/>
          <p14:tracePt t="36506" x="5276850" y="5130800"/>
          <p14:tracePt t="39191" x="5308600" y="5130800"/>
          <p14:tracePt t="39198" x="5321300" y="5130800"/>
          <p14:tracePt t="39213" x="5327650" y="5130800"/>
          <p14:tracePt t="39226" x="5353050" y="5130800"/>
          <p14:tracePt t="39233" x="5372100" y="5130800"/>
          <p14:tracePt t="39249" x="5391150" y="5124450"/>
          <p14:tracePt t="39263" x="5422900" y="5118100"/>
          <p14:tracePt t="39280" x="5448300" y="5111750"/>
          <p14:tracePt t="39297" x="5499100" y="5099050"/>
          <p14:tracePt t="39313" x="5549900" y="5073650"/>
          <p14:tracePt t="39329" x="5581650" y="5048250"/>
          <p14:tracePt t="39333" x="5600700" y="5035550"/>
          <p14:tracePt t="39346" x="5619750" y="5022850"/>
          <p14:tracePt t="39363" x="5657850" y="4997450"/>
          <p14:tracePt t="39379" x="5670550" y="4991100"/>
          <p14:tracePt t="39396" x="5683250" y="4978400"/>
          <p14:tracePt t="39412" x="5683250" y="4972050"/>
          <p14:tracePt t="39465" x="5689600" y="4965700"/>
          <p14:tracePt t="39562" x="5683250" y="4965700"/>
          <p14:tracePt t="39591" x="5676900" y="4965700"/>
          <p14:tracePt t="39613" x="5664200" y="4965700"/>
          <p14:tracePt t="39633" x="5651500" y="4965700"/>
          <p14:tracePt t="39640" x="5645150" y="4965700"/>
          <p14:tracePt t="39654" x="5619750" y="4965700"/>
          <p14:tracePt t="39664" x="5594350" y="4965700"/>
          <p14:tracePt t="39678" x="5556250" y="4965700"/>
          <p14:tracePt t="39697" x="5473700" y="4965700"/>
          <p14:tracePt t="39712" x="5359400" y="4978400"/>
          <p14:tracePt t="39728" x="5308600" y="4978400"/>
          <p14:tracePt t="39746" x="5213350" y="4991100"/>
          <p14:tracePt t="39761" x="5118100" y="5010150"/>
          <p14:tracePt t="39778" x="5086350" y="5016500"/>
          <p14:tracePt t="39796" x="5035550" y="5022850"/>
          <p14:tracePt t="39811" x="5016500" y="5029200"/>
          <p14:tracePt t="39828" x="5003800" y="5029200"/>
          <p14:tracePt t="39844" x="4997450" y="5035550"/>
          <p14:tracePt t="40061" x="5003800" y="5035550"/>
          <p14:tracePt t="40103" x="5010150" y="5029200"/>
          <p14:tracePt t="40124" x="5016500" y="5029200"/>
          <p14:tracePt t="40131" x="5022850" y="5022850"/>
          <p14:tracePt t="40147" x="5022850" y="5016500"/>
          <p14:tracePt t="40167" x="5022850" y="5010150"/>
          <p14:tracePt t="40176" x="5029200" y="5003800"/>
          <p14:tracePt t="40196" x="5029200" y="4997450"/>
          <p14:tracePt t="40210" x="5035550" y="4997450"/>
          <p14:tracePt t="40226" x="5041900" y="4997450"/>
          <p14:tracePt t="40246" x="5048250" y="4991100"/>
          <p14:tracePt t="40286" x="5048250" y="4984750"/>
          <p14:tracePt t="40314" x="5048250" y="4978400"/>
          <p14:tracePt t="40321" x="5048250" y="4972050"/>
          <p14:tracePt t="40335" x="5041900" y="4972050"/>
          <p14:tracePt t="40346" x="5035550" y="4972050"/>
          <p14:tracePt t="40359" x="5029200" y="4972050"/>
          <p14:tracePt t="40376" x="4984750" y="4972050"/>
          <p14:tracePt t="40392" x="4914900" y="4965700"/>
          <p14:tracePt t="40409" x="4876800" y="4965700"/>
          <p14:tracePt t="40426" x="4806950" y="4965700"/>
          <p14:tracePt t="40443" x="4743450" y="4965700"/>
          <p14:tracePt t="40459" x="4711700" y="4965700"/>
          <p14:tracePt t="40476" x="4673600" y="4972050"/>
          <p14:tracePt t="40492" x="4660900" y="4972050"/>
          <p14:tracePt t="40509" x="4648200" y="4972050"/>
          <p14:tracePt t="40526" x="4635500" y="4972050"/>
          <p14:tracePt t="40601" x="4629150" y="4972050"/>
          <p14:tracePt t="41054" x="4622800" y="4972050"/>
          <p14:tracePt t="41075" x="4622800" y="4978400"/>
          <p14:tracePt t="41117" x="4622800" y="4984750"/>
          <p14:tracePt t="41145" x="4629150" y="4984750"/>
          <p14:tracePt t="41159" x="4641850" y="4984750"/>
          <p14:tracePt t="41166" x="4654550" y="4991100"/>
          <p14:tracePt t="41176" x="4673600" y="4991100"/>
          <p14:tracePt t="41190" x="4705350" y="4997450"/>
          <p14:tracePt t="41206" x="4724400" y="4997450"/>
          <p14:tracePt t="41223" x="4762500" y="4997450"/>
          <p14:tracePt t="41240" x="4806950" y="4997450"/>
          <p14:tracePt t="41257" x="4845050" y="4991100"/>
          <p14:tracePt t="41273" x="4876800" y="4984750"/>
          <p14:tracePt t="41289" x="4902200" y="4972050"/>
          <p14:tracePt t="41306" x="4921250" y="4946650"/>
          <p14:tracePt t="41322" x="4927600" y="4933950"/>
          <p14:tracePt t="41339" x="4940300" y="4895850"/>
          <p14:tracePt t="41356" x="4940300" y="4876800"/>
          <p14:tracePt t="41372" x="4946650" y="4876800"/>
          <p14:tracePt t="41405" x="4940300" y="4870450"/>
          <p14:tracePt t="41418" x="4927600" y="4864100"/>
          <p14:tracePt t="41425" x="4927600" y="4857750"/>
          <p14:tracePt t="41442" x="4914900" y="4857750"/>
          <p14:tracePt t="41455" x="4895850" y="4851400"/>
          <p14:tracePt t="41472" x="4876800" y="4851400"/>
          <p14:tracePt t="41489" x="4832350" y="4851400"/>
          <p14:tracePt t="41505" x="4813300" y="4851400"/>
          <p14:tracePt t="41522" x="4762500" y="4870450"/>
          <p14:tracePt t="41539" x="4718050" y="4902200"/>
          <p14:tracePt t="41555" x="4699000" y="4914900"/>
          <p14:tracePt t="41572" x="4673600" y="4953000"/>
          <p14:tracePt t="41588" x="4641850" y="4984750"/>
          <p14:tracePt t="41605" x="4635500" y="5003800"/>
          <p14:tracePt t="41622" x="4629150" y="5041900"/>
          <p14:tracePt t="41638" x="4622800" y="5054600"/>
          <p14:tracePt t="41655" x="4622800" y="5067300"/>
          <p14:tracePt t="41671" x="4616450" y="5073650"/>
          <p14:tracePt t="41688" x="4616450" y="5080000"/>
          <p14:tracePt t="41704" x="4616450" y="5086350"/>
          <p14:tracePt t="41721" x="4622800" y="5086350"/>
          <p14:tracePt t="41755" x="4648200" y="5092700"/>
          <p14:tracePt t="41771" x="4660900" y="5092700"/>
          <p14:tracePt t="41787" x="4679950" y="5092700"/>
          <p14:tracePt t="41804" x="4743450" y="5092700"/>
          <p14:tracePt t="41821" x="4851400" y="5092700"/>
          <p14:tracePt t="41837" x="4902200" y="5080000"/>
          <p14:tracePt t="41854" x="5016500" y="5041900"/>
          <p14:tracePt t="41871" x="5086350" y="5010150"/>
          <p14:tracePt t="41888" x="5130800" y="4984750"/>
          <p14:tracePt t="41904" x="5149850" y="4965700"/>
          <p14:tracePt t="41921" x="5162550" y="4965700"/>
          <p14:tracePt t="41938" x="5162550" y="4959350"/>
          <p14:tracePt t="42015" x="5156200" y="4959350"/>
          <p14:tracePt t="42043" x="5143500" y="4965700"/>
          <p14:tracePt t="42050" x="5130800" y="4972050"/>
          <p14:tracePt t="42064" x="5105400" y="4997450"/>
          <p14:tracePt t="42073" x="5073650" y="5010150"/>
          <p14:tracePt t="42087" x="4984750" y="5086350"/>
          <p14:tracePt t="42103" x="4927600" y="5111750"/>
          <p14:tracePt t="42120" x="4851400" y="5162550"/>
          <p14:tracePt t="42136" x="4826000" y="5187950"/>
          <p14:tracePt t="42153" x="4794250" y="5213350"/>
          <p14:tracePt t="42170" x="4775200" y="5226050"/>
          <p14:tracePt t="42186" x="4775200" y="5232400"/>
          <p14:tracePt t="42239" x="4794250" y="5232400"/>
          <p14:tracePt t="42246" x="4813300" y="5226050"/>
          <p14:tracePt t="42260" x="4845050" y="5219700"/>
          <p14:tracePt t="42274" x="4883150" y="5200650"/>
          <p14:tracePt t="42289" x="4940300" y="5181600"/>
          <p14:tracePt t="42302" x="5010150" y="5143500"/>
          <p14:tracePt t="42319" x="5143500" y="5086350"/>
          <p14:tracePt t="42336" x="5257800" y="5029200"/>
          <p14:tracePt t="42352" x="5308600" y="4997450"/>
          <p14:tracePt t="42369" x="5321300" y="4991100"/>
          <p14:tracePt t="42372" x="5334000" y="4984750"/>
          <p14:tracePt t="42388" x="5340350" y="4984750"/>
          <p14:tracePt t="42450" x="5334000" y="4984750"/>
          <p14:tracePt t="42471" x="5314950" y="4991100"/>
          <p14:tracePt t="42486" x="5289550" y="5003800"/>
          <p14:tracePt t="42492" x="5251450" y="5029200"/>
          <p14:tracePt t="42502" x="5194300" y="5067300"/>
          <p14:tracePt t="42519" x="5124450" y="5105400"/>
          <p14:tracePt t="42535" x="5010150" y="5175250"/>
          <p14:tracePt t="42551" x="4921250" y="5226050"/>
          <p14:tracePt t="42569" x="4889500" y="5251450"/>
          <p14:tracePt t="42585" x="4876800" y="5251450"/>
          <p14:tracePt t="42602" x="4870450" y="5264150"/>
          <p14:tracePt t="42619" x="4870450" y="5276850"/>
          <p14:tracePt t="42651" x="4902200" y="5270500"/>
          <p14:tracePt t="42668" x="4984750" y="5245100"/>
          <p14:tracePt t="42685" x="5041900" y="5213350"/>
          <p14:tracePt t="42702" x="5099050" y="5175250"/>
          <p14:tracePt t="42717" x="5245100" y="5105400"/>
          <p14:tracePt t="42734" x="5314950" y="5080000"/>
          <p14:tracePt t="42752" x="5391150" y="5035550"/>
          <p14:tracePt t="42768" x="5403850" y="5029200"/>
          <p14:tracePt t="42784" x="5410200" y="5022850"/>
          <p14:tracePt t="42801" x="5416550" y="5022850"/>
          <p14:tracePt t="42833" x="5416550" y="5016500"/>
          <p14:tracePt t="42850" x="5403850" y="5022850"/>
          <p14:tracePt t="42867" x="5384800" y="5029200"/>
          <p14:tracePt t="42871" x="5365750" y="5035550"/>
          <p14:tracePt t="42884" x="5327650" y="5060950"/>
          <p14:tracePt t="42901" x="5226050" y="5105400"/>
          <p14:tracePt t="42917" x="5168900" y="5143500"/>
          <p14:tracePt t="42934" x="5080000" y="5187950"/>
          <p14:tracePt t="42950" x="5048250" y="5207000"/>
          <p14:tracePt t="42966" x="5041900" y="5219700"/>
          <p14:tracePt t="42984" x="5029200" y="5226050"/>
          <p14:tracePt t="43032" x="5041900" y="5226050"/>
          <p14:tracePt t="43039" x="5060950" y="5219700"/>
          <p14:tracePt t="43053" x="5092700" y="5213350"/>
          <p14:tracePt t="43067" x="5130800" y="5207000"/>
          <p14:tracePt t="43083" x="5175250" y="5187950"/>
          <p14:tracePt t="43100" x="5283200" y="5143500"/>
          <p14:tracePt t="43117" x="5340350" y="5111750"/>
          <p14:tracePt t="43133" x="5429250" y="5067300"/>
          <p14:tracePt t="43150" x="5461000" y="5060950"/>
          <p14:tracePt t="43166" x="5492750" y="5048250"/>
          <p14:tracePt t="43183" x="5530850" y="5035550"/>
          <p14:tracePt t="43200" x="5543550" y="5035550"/>
          <p14:tracePt t="43216" x="5568950" y="5029200"/>
          <p14:tracePt t="43233" x="5581650" y="5022850"/>
          <p14:tracePt t="43250" x="5588000" y="5022850"/>
          <p14:tracePt t="43265" x="5600700" y="5022850"/>
          <p14:tracePt t="43313" x="5613400" y="5022850"/>
          <p14:tracePt t="43327" x="5619750" y="5022850"/>
          <p14:tracePt t="43341" x="5632450" y="5022850"/>
          <p14:tracePt t="43349" x="5651500" y="5022850"/>
          <p14:tracePt t="43365" x="5664200" y="5029200"/>
          <p14:tracePt t="43383" x="5689600" y="5035550"/>
          <p14:tracePt t="43399" x="5734050" y="5054600"/>
          <p14:tracePt t="43415" x="5765800" y="5067300"/>
          <p14:tracePt t="43432" x="5829300" y="5092700"/>
          <p14:tracePt t="43449" x="5905500" y="5124450"/>
          <p14:tracePt t="43465" x="5937250" y="5137150"/>
          <p14:tracePt t="43481" x="6013450" y="5200650"/>
          <p14:tracePt t="43498" x="6032500" y="5213350"/>
          <p14:tracePt t="43516" x="6051550" y="5251450"/>
          <p14:tracePt t="43531" x="6064250" y="5276850"/>
          <p14:tracePt t="43548" x="6070600" y="5283200"/>
          <p14:tracePt t="43600" x="6070600" y="5289550"/>
          <p14:tracePt t="43642" x="6064250" y="5289550"/>
          <p14:tracePt t="43649" x="6057900" y="5289550"/>
          <p14:tracePt t="43663" x="6045200" y="5289550"/>
          <p14:tracePt t="43670" x="6038850" y="5283200"/>
          <p14:tracePt t="43684" x="6019800" y="5276850"/>
          <p14:tracePt t="43698" x="5975350" y="5245100"/>
          <p14:tracePt t="43715" x="5937250" y="5226050"/>
          <p14:tracePt t="43731" x="5892800" y="5200650"/>
          <p14:tracePt t="43748" x="5765800" y="5137150"/>
          <p14:tracePt t="43764" x="5708650" y="5105400"/>
          <p14:tracePt t="43781" x="5638800" y="5067300"/>
          <p14:tracePt t="43798" x="5537200" y="5022850"/>
          <p14:tracePt t="43814" x="5511800" y="5003800"/>
          <p14:tracePt t="43831" x="5480050" y="4991100"/>
          <p14:tracePt t="43847" x="5454650" y="4984750"/>
          <p14:tracePt t="43863" x="5441950" y="4984750"/>
          <p14:tracePt t="43881" x="5435600" y="4978400"/>
          <p14:tracePt t="43902" x="5435600" y="4984750"/>
          <p14:tracePt t="43913" x="5435600" y="4997450"/>
          <p14:tracePt t="43931" x="5454650" y="5029200"/>
          <p14:tracePt t="43947" x="5480050" y="5060950"/>
          <p14:tracePt t="43963" x="5492750" y="5086350"/>
          <p14:tracePt t="43981" x="5594350" y="5187950"/>
          <p14:tracePt t="43996" x="5632450" y="5219700"/>
          <p14:tracePt t="44014" x="5689600" y="5302250"/>
          <p14:tracePt t="44030" x="5708650" y="5314950"/>
          <p14:tracePt t="44046" x="5734050" y="5334000"/>
          <p14:tracePt t="44064" x="5734050" y="5346700"/>
          <p14:tracePt t="44080" x="5740400" y="5346700"/>
          <p14:tracePt t="44114" x="5740400" y="5353050"/>
          <p14:tracePt t="44162" x="5734050" y="5353050"/>
          <p14:tracePt t="44176" x="5727700" y="5353050"/>
          <p14:tracePt t="44183" x="5721350" y="5346700"/>
          <p14:tracePt t="44196" x="5708650" y="5334000"/>
          <p14:tracePt t="44212" x="5683250" y="5308600"/>
          <p14:tracePt t="44229" x="5670550" y="5295900"/>
          <p14:tracePt t="44246" x="5619750" y="5251450"/>
          <p14:tracePt t="44262" x="5581650" y="5207000"/>
          <p14:tracePt t="44279" x="5556250" y="5168900"/>
          <p14:tracePt t="44296" x="5518150" y="5118100"/>
          <p14:tracePt t="44312" x="5505450" y="5099050"/>
          <p14:tracePt t="44329" x="5492750" y="5073650"/>
          <p14:tracePt t="44345" x="5486400" y="5067300"/>
          <p14:tracePt t="44362" x="5480050" y="5060950"/>
          <p14:tracePt t="44379" x="5480050" y="5067300"/>
          <p14:tracePt t="44415" x="5480050" y="5080000"/>
          <p14:tracePt t="44429" x="5486400" y="5086350"/>
          <p14:tracePt t="44445" x="5499100" y="5111750"/>
          <p14:tracePt t="44462" x="5505450" y="5124450"/>
          <p14:tracePt t="44478" x="5530850" y="5168900"/>
          <p14:tracePt t="44495" x="5556250" y="5200650"/>
          <p14:tracePt t="44512" x="5562600" y="5219700"/>
          <p14:tracePt t="44528" x="5568950" y="5232400"/>
          <p14:tracePt t="44564" x="5568950" y="5238750"/>
          <p14:tracePt t="44596" x="5568950" y="5245100"/>
          <p14:tracePt t="44610" x="5562600" y="5245100"/>
          <p14:tracePt t="44625" x="5556250" y="5245100"/>
          <p14:tracePt t="44632" x="5549900" y="5245100"/>
          <p14:tracePt t="44653" x="5543550" y="5245100"/>
          <p14:tracePt t="44674" x="5537200" y="5245100"/>
          <p14:tracePt t="44696" x="5530850" y="5245100"/>
          <p14:tracePt t="44716" x="5524500" y="5245100"/>
          <p14:tracePt t="44723" x="5518150" y="5245100"/>
          <p14:tracePt t="44737" x="5511800" y="5238750"/>
          <p14:tracePt t="44750" x="5505450" y="5232400"/>
          <p14:tracePt t="44764" x="5492750" y="5219700"/>
          <p14:tracePt t="44781" x="5486400" y="5207000"/>
          <p14:tracePt t="44794" x="5473700" y="5194300"/>
          <p14:tracePt t="44810" x="5461000" y="5175250"/>
          <p14:tracePt t="44828" x="5448300" y="5149850"/>
          <p14:tracePt t="44843" x="5422900" y="5099050"/>
          <p14:tracePt t="44860" x="5410200" y="5086350"/>
          <p14:tracePt t="44878" x="5397500" y="5054600"/>
          <p14:tracePt t="44893" x="5391150" y="5048250"/>
          <p14:tracePt t="44910" x="5384800" y="5035550"/>
          <p14:tracePt t="44914" x="5384800" y="5029200"/>
          <p14:tracePt t="44929" x="5384800" y="5035550"/>
          <p14:tracePt t="44943" x="5384800" y="5041900"/>
          <p14:tracePt t="44961" x="5397500" y="5073650"/>
          <p14:tracePt t="44977" x="5435600" y="5137150"/>
          <p14:tracePt t="44993" x="5461000" y="5168900"/>
          <p14:tracePt t="45010" x="5524500" y="5264150"/>
          <p14:tracePt t="45026" x="5588000" y="5340350"/>
          <p14:tracePt t="45043" x="5600700" y="5372100"/>
          <p14:tracePt t="45060" x="5626100" y="5403850"/>
          <p14:tracePt t="45076" x="5638800" y="5422900"/>
          <p14:tracePt t="45093" x="5645150" y="5429250"/>
          <p14:tracePt t="45110" x="5645150" y="5435600"/>
          <p14:tracePt t="45327" x="5645150" y="5441950"/>
          <p14:tracePt t="45333" x="5651500" y="5448300"/>
          <p14:tracePt t="45348" x="5657850" y="5461000"/>
          <p14:tracePt t="45358" x="5670550" y="5473700"/>
          <p14:tracePt t="45376" x="5695950" y="5518150"/>
          <p14:tracePt t="45392" x="5721350" y="5549900"/>
          <p14:tracePt t="45409" x="5759450" y="5638800"/>
          <p14:tracePt t="45425" x="5816600" y="5746750"/>
          <p14:tracePt t="45442" x="5848350" y="5791200"/>
          <p14:tracePt t="45458" x="5892800" y="5905500"/>
          <p14:tracePt t="45475" x="5937250" y="5994400"/>
          <p14:tracePt t="45491" x="5949950" y="6026150"/>
          <p14:tracePt t="45509" x="5975350" y="6083300"/>
          <p14:tracePt t="45524" x="5988050" y="6108700"/>
          <p14:tracePt t="45541" x="5988050" y="6115050"/>
          <p14:tracePt t="45558" x="5988050" y="6127750"/>
          <p14:tracePt t="45635" x="5988050" y="6115050"/>
          <p14:tracePt t="45649" x="5981700" y="6108700"/>
          <p14:tracePt t="45656" x="5975350" y="6096000"/>
          <p14:tracePt t="45663" x="5962650" y="6076950"/>
          <p14:tracePt t="45677" x="5956300" y="6038850"/>
          <p14:tracePt t="45691" x="5924550" y="5994400"/>
          <p14:tracePt t="45707" x="5867400" y="5835650"/>
          <p14:tracePt t="45724" x="5835650" y="5727700"/>
          <p14:tracePt t="45741" x="5765800" y="5530850"/>
          <p14:tracePt t="45757" x="5702300" y="5384800"/>
          <p14:tracePt t="45774" x="5683250" y="5327650"/>
          <p14:tracePt t="45791" x="5664200" y="5257800"/>
          <p14:tracePt t="45808" x="5645150" y="5219700"/>
          <p14:tracePt t="45895" x="5645150" y="5226050"/>
          <p14:tracePt t="45916" x="5645150" y="5232400"/>
          <p14:tracePt t="45930" x="5645150" y="5245100"/>
          <p14:tracePt t="45936" x="5645150" y="5257800"/>
          <p14:tracePt t="45944" x="5645150" y="5276850"/>
          <p14:tracePt t="45960" x="5651500" y="5295900"/>
          <p14:tracePt t="45973" x="5664200" y="5340350"/>
          <p14:tracePt t="45990" x="5702300" y="5461000"/>
          <p14:tracePt t="46008" x="5759450" y="5594350"/>
          <p14:tracePt t="46023" x="5791200" y="5664200"/>
          <p14:tracePt t="46040" x="5842000" y="5797550"/>
          <p14:tracePt t="46057" x="5886450" y="5924550"/>
          <p14:tracePt t="46073" x="5892800" y="5949950"/>
          <p14:tracePt t="46089" x="5918200" y="6007100"/>
          <p14:tracePt t="46107" x="5918200" y="6019800"/>
          <p14:tracePt t="46123" x="5924550" y="6019800"/>
          <p14:tracePt t="46140" x="5924550" y="6026150"/>
          <p14:tracePt t="46239" x="5918200" y="6026150"/>
          <p14:tracePt t="47223" x="5905500" y="6019800"/>
          <p14:tracePt t="47230" x="5892800" y="5988050"/>
          <p14:tracePt t="47238" x="5873750" y="5969000"/>
          <p14:tracePt t="47253" x="5854700" y="5937250"/>
          <p14:tracePt t="47269" x="5829300" y="5892800"/>
          <p14:tracePt t="47286" x="5772150" y="5791200"/>
          <p14:tracePt t="47302" x="5715000" y="5689600"/>
          <p14:tracePt t="47318" x="5689600" y="5632450"/>
          <p14:tracePt t="47335" x="5632450" y="5524500"/>
          <p14:tracePt t="47352" x="5588000" y="5422900"/>
          <p14:tracePt t="47368" x="5562600" y="5378450"/>
          <p14:tracePt t="47385" x="5537200" y="5308600"/>
          <p14:tracePt t="47401" x="5537200" y="5251450"/>
          <p14:tracePt t="47420" x="5530850" y="5226050"/>
          <p14:tracePt t="47434" x="5530850" y="5213350"/>
          <p14:tracePt t="47452" x="5524500" y="5200650"/>
          <p14:tracePt t="47469" x="5524500" y="5194300"/>
          <p14:tracePt t="47489" x="5518150" y="5187950"/>
          <p14:tracePt t="47519" x="5511800" y="5187950"/>
          <p14:tracePt t="47538" x="5505450" y="5175250"/>
          <p14:tracePt t="47552" x="5492750" y="5156200"/>
          <p14:tracePt t="47567" x="5486400" y="5143500"/>
          <p14:tracePt t="47574" x="5473700" y="5130800"/>
          <p14:tracePt t="47588" x="5448300" y="5099050"/>
          <p14:tracePt t="47601" x="5403850" y="5048250"/>
          <p14:tracePt t="47617" x="5391150" y="5022850"/>
          <p14:tracePt t="47634" x="5353050" y="4972050"/>
          <p14:tracePt t="47651" x="5321300" y="4940300"/>
          <p14:tracePt t="47667" x="5321300" y="4927600"/>
          <p14:tracePt t="47684" x="5314950" y="4914900"/>
          <p14:tracePt t="47749" x="5314950" y="4921250"/>
          <p14:tracePt t="47791" x="5314950" y="4927600"/>
          <p14:tracePt t="47826" x="5314950" y="4933950"/>
          <p14:tracePt t="47834" x="5314950" y="4940300"/>
          <p14:tracePt t="47840" x="5314950" y="4946650"/>
          <p14:tracePt t="47854" x="5314950" y="4953000"/>
          <p14:tracePt t="47867" x="5314950" y="4965700"/>
          <p14:tracePt t="47883" x="5340350" y="5003800"/>
          <p14:tracePt t="47900" x="5346700" y="5048250"/>
          <p14:tracePt t="47917" x="5384800" y="5156200"/>
          <p14:tracePt t="47933" x="5422900" y="5289550"/>
          <p14:tracePt t="47950" x="5441950" y="5359400"/>
          <p14:tracePt t="47967" x="5467350" y="5492750"/>
          <p14:tracePt t="47983" x="5499100" y="5613400"/>
          <p14:tracePt t="48000" x="5505450" y="5664200"/>
          <p14:tracePt t="48016" x="5524500" y="5759450"/>
          <p14:tracePt t="48033" x="5543550" y="5854700"/>
          <p14:tracePt t="48049" x="5549900" y="5892800"/>
          <p14:tracePt t="48066" x="5556250" y="5943600"/>
          <p14:tracePt t="48082" x="5562600" y="5975350"/>
          <p14:tracePt t="48100" x="5562600" y="6007100"/>
          <p14:tracePt t="48116" x="5568950" y="6013450"/>
          <p14:tracePt t="48132" x="5568950" y="6026150"/>
          <p14:tracePt t="48149" x="5568950" y="6057900"/>
          <p14:tracePt t="48165" x="5568950" y="6064250"/>
          <p14:tracePt t="48182" x="5568950" y="6070600"/>
          <p14:tracePt t="48199" x="5568950" y="6076950"/>
          <p14:tracePt t="48215" x="5568950" y="6089650"/>
          <p14:tracePt t="48233" x="5568950" y="6108700"/>
          <p14:tracePt t="48248" x="5575300" y="6115050"/>
          <p14:tracePt t="49327" x="5562600" y="6108700"/>
          <p14:tracePt t="49333" x="5530850" y="6089650"/>
          <p14:tracePt t="49348" x="5499100" y="6070600"/>
          <p14:tracePt t="49362" x="5378450" y="6026150"/>
          <p14:tracePt t="49378" x="5308600" y="6007100"/>
          <p14:tracePt t="49395" x="5232400" y="5994400"/>
          <p14:tracePt t="49411" x="5060950" y="5962650"/>
          <p14:tracePt t="49428" x="4883150" y="5924550"/>
          <p14:tracePt t="49446" x="4686300" y="5892800"/>
          <p14:tracePt t="49461" x="4597400" y="5873750"/>
          <p14:tracePt t="49478" x="4356100" y="5842000"/>
          <p14:tracePt t="49495" x="4114800" y="5829300"/>
          <p14:tracePt t="49510" x="3987800" y="5822950"/>
          <p14:tracePt t="49527" x="3733800" y="5778500"/>
          <p14:tracePt t="49544" x="3479800" y="5765800"/>
          <p14:tracePt t="49561" x="3390900" y="5759450"/>
          <p14:tracePt t="49577" x="3219450" y="5740400"/>
          <p14:tracePt t="49594" x="3041650" y="5695950"/>
          <p14:tracePt t="49611" x="2946400" y="5676900"/>
          <p14:tracePt t="49628" x="2787650" y="5626100"/>
          <p14:tracePt t="49643" x="2654300" y="5600700"/>
          <p14:tracePt t="49661" x="2590800" y="5588000"/>
          <p14:tracePt t="49677" x="2470150" y="5549900"/>
          <p14:tracePt t="49693" x="2393950" y="5543550"/>
          <p14:tracePt t="49711" x="2266950" y="5505450"/>
          <p14:tracePt t="49727" x="2203450" y="5461000"/>
          <p14:tracePt t="49744" x="2184400" y="5448300"/>
          <p14:tracePt t="49760" x="2165350" y="5441950"/>
          <p14:tracePt t="49776" x="2159000" y="5441950"/>
          <p14:tracePt t="49824" x="2159000" y="5435600"/>
          <p14:tracePt t="49845" x="2159000" y="5429250"/>
          <p14:tracePt t="49874" x="2165350" y="5422900"/>
          <p14:tracePt t="49895" x="2171700" y="5416550"/>
          <p14:tracePt t="49916" x="2178050" y="5410200"/>
          <p14:tracePt t="49936" x="2190750" y="5403850"/>
          <p14:tracePt t="49944" x="2203450" y="5391150"/>
          <p14:tracePt t="49957" x="2228850" y="5384800"/>
          <p14:tracePt t="49965" x="2247900" y="5378450"/>
          <p14:tracePt t="49980" x="2279650" y="5365750"/>
          <p14:tracePt t="49993" x="2349500" y="5340350"/>
          <p14:tracePt t="50010" x="2419350" y="5327650"/>
          <p14:tracePt t="50026" x="2470150" y="5308600"/>
          <p14:tracePt t="50043" x="2641600" y="5289550"/>
          <p14:tracePt t="50059" x="2870200" y="5257800"/>
          <p14:tracePt t="50076" x="3009900" y="5251450"/>
          <p14:tracePt t="50092" x="3302000" y="5251450"/>
          <p14:tracePt t="50109" x="3594100" y="5238750"/>
          <p14:tracePt t="50126" x="3860800" y="5238750"/>
          <p14:tracePt t="50142" x="3937000" y="5238750"/>
          <p14:tracePt t="50158" x="4019550" y="5238750"/>
          <p14:tracePt t="50176" x="4032250" y="5238750"/>
          <p14:tracePt t="50209" x="4025900" y="5251450"/>
          <p14:tracePt t="50225" x="4013200" y="5257800"/>
          <p14:tracePt t="50242" x="4006850" y="5257800"/>
          <p14:tracePt t="50258" x="3994150" y="5257800"/>
          <p14:tracePt t="50274" x="3816350" y="5257800"/>
          <p14:tracePt t="50291" x="3727450" y="5257800"/>
          <p14:tracePt t="50310" x="3524250" y="5257800"/>
          <p14:tracePt t="50325" x="3429000" y="5257800"/>
          <p14:tracePt t="50342" x="3200400" y="5257800"/>
          <p14:tracePt t="50359" x="2971800" y="5257800"/>
          <p14:tracePt t="50374" x="2870200" y="5257800"/>
          <p14:tracePt t="50391" x="2717800" y="5257800"/>
          <p14:tracePt t="50408" x="2584450" y="5226050"/>
          <p14:tracePt t="50424" x="2520950" y="5219700"/>
          <p14:tracePt t="50442" x="2400300" y="5207000"/>
          <p14:tracePt t="50458" x="2317750" y="5207000"/>
          <p14:tracePt t="50474" x="2292350" y="5200650"/>
          <p14:tracePt t="50478" x="2273300" y="5200650"/>
          <p14:tracePt t="50491" x="2260600" y="5200650"/>
          <p14:tracePt t="50507" x="2254250" y="5200650"/>
          <p14:tracePt t="50541" x="2254250" y="5194300"/>
          <p14:tracePt t="50547" x="2260600" y="5194300"/>
          <p14:tracePt t="50568" x="2266950" y="5194300"/>
          <p14:tracePt t="50577" x="2286000" y="5194300"/>
          <p14:tracePt t="50590" x="2336800" y="5194300"/>
          <p14:tracePt t="50607" x="2400300" y="5194300"/>
          <p14:tracePt t="50624" x="2565400" y="5187950"/>
          <p14:tracePt t="50640" x="2806700" y="5187950"/>
          <p14:tracePt t="50657" x="2946400" y="5187950"/>
          <p14:tracePt t="50674" x="3238500" y="5213350"/>
          <p14:tracePt t="50691" x="3517900" y="5232400"/>
          <p14:tracePt t="50707" x="3644900" y="5245100"/>
          <p14:tracePt t="50723" x="3860800" y="5245100"/>
          <p14:tracePt t="50740" x="4025900" y="5245100"/>
          <p14:tracePt t="50758" x="4108450" y="5245100"/>
          <p14:tracePt t="50774" x="4133850" y="5245100"/>
          <p14:tracePt t="50791" x="4159250" y="5245100"/>
          <p14:tracePt t="50807" x="4171950" y="5245100"/>
          <p14:tracePt t="50823" x="4178300" y="5245100"/>
          <p14:tracePt t="50840" x="4184650" y="5245100"/>
          <p14:tracePt t="50857" x="4210050" y="5245100"/>
          <p14:tracePt t="50873" x="4241800" y="5245100"/>
          <p14:tracePt t="50890" x="4260850" y="5238750"/>
          <p14:tracePt t="50906" x="4406900" y="5207000"/>
          <p14:tracePt t="50922" x="4470400" y="5200650"/>
          <p14:tracePt t="50940" x="4616450" y="5168900"/>
          <p14:tracePt t="50956" x="4699000" y="5149850"/>
          <p14:tracePt t="50972" x="4826000" y="5130800"/>
          <p14:tracePt t="50989" x="4933950" y="5105400"/>
          <p14:tracePt t="51006" x="4965700" y="5099050"/>
          <p14:tracePt t="51022" x="5010150" y="5092700"/>
          <p14:tracePt t="51039" x="5022850" y="5086350"/>
          <p14:tracePt t="51130" x="5016500" y="5086350"/>
          <p14:tracePt t="51136" x="5010150" y="5086350"/>
          <p14:tracePt t="51150" x="4997450" y="5092700"/>
          <p14:tracePt t="51158" x="4984750" y="5092700"/>
          <p14:tracePt t="51172" x="4965700" y="5099050"/>
          <p14:tracePt t="51188" x="4857750" y="5111750"/>
          <p14:tracePt t="51205" x="4781550" y="5124450"/>
          <p14:tracePt t="51222" x="4527550" y="5137150"/>
          <p14:tracePt t="51238" x="4375150" y="5143500"/>
          <p14:tracePt t="51255" x="3810000" y="5168900"/>
          <p14:tracePt t="51271" x="3651250" y="5168900"/>
          <p14:tracePt t="51288" x="3517900" y="5168900"/>
          <p14:tracePt t="51305" x="3270250" y="5181600"/>
          <p14:tracePt t="51321" x="3244850" y="5181600"/>
          <p14:tracePt t="51338" x="3225800" y="5181600"/>
          <p14:tracePt t="51355" x="3200400" y="5181600"/>
          <p14:tracePt t="51371" x="3194050" y="5181600"/>
          <p14:tracePt t="51438" x="3200400" y="5181600"/>
          <p14:tracePt t="51445" x="3206750" y="5181600"/>
          <p14:tracePt t="51459" x="3219450" y="5175250"/>
          <p14:tracePt t="51470" x="3238500" y="5175250"/>
          <p14:tracePt t="51488" x="3333750" y="5200650"/>
          <p14:tracePt t="51504" x="3409950" y="5213350"/>
          <p14:tracePt t="51521" x="3517900" y="5232400"/>
          <p14:tracePt t="51537" x="3860800" y="5270500"/>
          <p14:tracePt t="51553" x="3975100" y="5283200"/>
          <p14:tracePt t="51571" x="4229100" y="5295900"/>
          <p14:tracePt t="51587" x="4343400" y="5295900"/>
          <p14:tracePt t="51603" x="4578350" y="5295900"/>
          <p14:tracePt t="51621" x="4800600" y="5270500"/>
          <p14:tracePt t="51637" x="4902200" y="5270500"/>
          <p14:tracePt t="51653" x="5054600" y="5251450"/>
          <p14:tracePt t="51671" x="5137150" y="5238750"/>
          <p14:tracePt t="51687" x="5149850" y="5238750"/>
          <p14:tracePt t="51704" x="5156200" y="5238750"/>
          <p14:tracePt t="51782" x="5149850" y="5238750"/>
          <p14:tracePt t="51810" x="5143500" y="5238750"/>
          <p14:tracePt t="51831" x="5137150" y="5238750"/>
          <p14:tracePt t="51852" x="5130800" y="5238750"/>
          <p14:tracePt t="51859" x="5124450" y="5238750"/>
          <p14:tracePt t="51873" x="5118100" y="5238750"/>
          <p14:tracePt t="51885" x="5111750" y="5238750"/>
          <p14:tracePt t="51902" x="5067300" y="5238750"/>
          <p14:tracePt t="51919" x="5029200" y="5238750"/>
          <p14:tracePt t="51936" x="4895850" y="5245100"/>
          <p14:tracePt t="51952" x="4743450" y="5251450"/>
          <p14:tracePt t="51969" x="4654550" y="5251450"/>
          <p14:tracePt t="51986" x="4502150" y="5264150"/>
          <p14:tracePt t="52002" x="4406900" y="5264150"/>
          <p14:tracePt t="52019" x="4387850" y="5264150"/>
          <p14:tracePt t="52035" x="4362450" y="5276850"/>
          <p14:tracePt t="52052" x="4356100" y="5283200"/>
          <p14:tracePt t="52069" x="4349750" y="5283200"/>
          <p14:tracePt t="52085" x="4356100" y="5283200"/>
          <p14:tracePt t="52119" x="4375150" y="5276850"/>
          <p14:tracePt t="52135" x="4387850" y="5276850"/>
          <p14:tracePt t="52152" x="4400550" y="5270500"/>
          <p14:tracePt t="52169" x="4445000" y="5264150"/>
          <p14:tracePt t="52185" x="4464050" y="5264150"/>
          <p14:tracePt t="52202" x="4495800" y="5257800"/>
          <p14:tracePt t="52218" x="4540250" y="5245100"/>
          <p14:tracePt t="52235" x="4591050" y="5232400"/>
          <p14:tracePt t="52252" x="4622800" y="5226050"/>
          <p14:tracePt t="52268" x="4673600" y="5213350"/>
          <p14:tracePt t="52285" x="4730750" y="5200650"/>
          <p14:tracePt t="52302" x="4794250" y="5181600"/>
          <p14:tracePt t="52318" x="4813300" y="5175250"/>
          <p14:tracePt t="52334" x="4845050" y="5162550"/>
          <p14:tracePt t="52351" x="4883150" y="5149850"/>
          <p14:tracePt t="52368" x="4902200" y="5143500"/>
          <p14:tracePt t="52385" x="4953000" y="5137150"/>
          <p14:tracePt t="52911" x="4946650" y="5137150"/>
          <p14:tracePt t="52924" x="4921250" y="5137150"/>
          <p14:tracePt t="52931" x="4883150" y="5137150"/>
          <p14:tracePt t="52945" x="4864100" y="5143500"/>
          <p14:tracePt t="52952" x="4845050" y="5143500"/>
          <p14:tracePt t="52968" x="4826000" y="5143500"/>
          <p14:tracePt t="52982" x="4800600" y="5143500"/>
          <p14:tracePt t="52999" x="4787900" y="5143500"/>
          <p14:tracePt t="53016" x="4781550" y="5143500"/>
          <p14:tracePt t="53034" x="4775200" y="5143500"/>
          <p14:tracePt t="53072" x="4768850" y="5143500"/>
          <p14:tracePt t="53135" x="4768850" y="5137150"/>
          <p14:tracePt t="53163" x="4775200" y="5137150"/>
          <p14:tracePt t="53184" x="4787900" y="5137150"/>
          <p14:tracePt t="53205" x="4794250" y="5137150"/>
          <p14:tracePt t="53219" x="4806950" y="5130800"/>
          <p14:tracePt t="53226" x="4819650" y="5130800"/>
          <p14:tracePt t="53240" x="4832350" y="5124450"/>
          <p14:tracePt t="53249" x="4851400" y="5118100"/>
          <p14:tracePt t="53264" x="4883150" y="5111750"/>
          <p14:tracePt t="53282" x="4914900" y="5105400"/>
          <p14:tracePt t="53298" x="4959350" y="5080000"/>
          <p14:tracePt t="53315" x="5003800" y="5067300"/>
          <p14:tracePt t="53332" x="5041900" y="5054600"/>
          <p14:tracePt t="53348" x="5054600" y="5048250"/>
          <p14:tracePt t="53365" x="5067300" y="5041900"/>
          <p14:tracePt t="53381" x="5073650" y="5041900"/>
          <p14:tracePt t="53479" x="5073650" y="5048250"/>
          <p14:tracePt t="53521" x="5067300" y="5054600"/>
          <p14:tracePt t="53528" x="5060950" y="5054600"/>
          <p14:tracePt t="53549" x="5054600" y="5054600"/>
          <p14:tracePt t="53605" x="5048250" y="5054600"/>
          <p14:tracePt t="53626" x="5041900" y="5054600"/>
          <p14:tracePt t="53648" x="5035550" y="5054600"/>
          <p14:tracePt t="53654" x="5029200" y="5054600"/>
          <p14:tracePt t="53668" x="5022850" y="5054600"/>
          <p14:tracePt t="53680" x="5010150" y="5060950"/>
          <p14:tracePt t="53699" x="4997450" y="5067300"/>
          <p14:tracePt t="53713" x="4984750" y="5073650"/>
          <p14:tracePt t="53730" x="4972050" y="5080000"/>
          <p14:tracePt t="53746" x="4914900" y="5105400"/>
          <p14:tracePt t="53763" x="4902200" y="5111750"/>
          <p14:tracePt t="53781" x="4876800" y="5118100"/>
          <p14:tracePt t="53796" x="4864100" y="5124450"/>
          <p14:tracePt t="53813" x="4857750" y="5124450"/>
          <p14:tracePt t="53830" x="4851400" y="5124450"/>
          <p14:tracePt t="54047" x="4864100" y="5124450"/>
          <p14:tracePt t="54061" x="4876800" y="5118100"/>
          <p14:tracePt t="54068" x="4895850" y="5105400"/>
          <p14:tracePt t="54082" x="4921250" y="5092700"/>
          <p14:tracePt t="54096" x="4940300" y="5086350"/>
          <p14:tracePt t="54111" x="4965700" y="5067300"/>
          <p14:tracePt t="54128" x="4984750" y="5060950"/>
          <p14:tracePt t="54145" x="5010150" y="5048250"/>
          <p14:tracePt t="54161" x="5022850" y="5041900"/>
          <p14:tracePt t="54179" x="5041900" y="5035550"/>
          <p14:tracePt t="54195" x="5048250" y="5035550"/>
          <p14:tracePt t="54228" x="5060950" y="5035550"/>
          <p14:tracePt t="54244" x="5067300" y="5035550"/>
          <p14:tracePt t="54261" x="5073650" y="5035550"/>
          <p14:tracePt t="54278" x="5080000" y="5041900"/>
          <p14:tracePt t="54295" x="5086350" y="5041900"/>
          <p14:tracePt t="54311" x="5105400" y="5041900"/>
          <p14:tracePt t="54328" x="5130800" y="5054600"/>
          <p14:tracePt t="54344" x="5149850" y="5054600"/>
          <p14:tracePt t="54361" x="5175250" y="5060950"/>
          <p14:tracePt t="54377" x="5219700" y="5067300"/>
          <p14:tracePt t="54394" x="5264150" y="5080000"/>
          <p14:tracePt t="54412" x="5302250" y="5080000"/>
          <p14:tracePt t="54428" x="5327650" y="5080000"/>
          <p14:tracePt t="54444" x="5340350" y="5086350"/>
          <p14:tracePt t="54461" x="5353050" y="5086350"/>
          <p14:tracePt t="54477" x="5365750" y="5086350"/>
          <p14:tracePt t="54790" x="5372100" y="5086350"/>
          <p14:tracePt t="54833" x="5378450" y="5086350"/>
          <p14:tracePt t="54875" x="5384800" y="5086350"/>
          <p14:tracePt t="54966" x="5391150" y="5086350"/>
          <p14:tracePt t="55008" x="5397500" y="5080000"/>
          <p14:tracePt t="55050" x="5403850" y="5080000"/>
          <p14:tracePt t="55099" x="5410200" y="5080000"/>
          <p14:tracePt t="55141" x="5410200" y="5073650"/>
          <p14:tracePt t="55190" x="5416550" y="5073650"/>
          <p14:tracePt t="55254" x="5422900" y="5067300"/>
          <p14:tracePt t="55331" x="5422900" y="5060950"/>
          <p14:tracePt t="55422" x="5416550" y="5060950"/>
          <p14:tracePt t="55443" x="5403850" y="5060950"/>
          <p14:tracePt t="55458" x="5397500" y="5060950"/>
          <p14:tracePt t="55464" x="5384800" y="5060950"/>
          <p14:tracePt t="55478" x="5365750" y="5060950"/>
          <p14:tracePt t="55490" x="5340350" y="5060950"/>
          <p14:tracePt t="55507" x="5245100" y="5054600"/>
          <p14:tracePt t="55524" x="5194300" y="5054600"/>
          <p14:tracePt t="55541" x="5130800" y="5054600"/>
          <p14:tracePt t="55544" x="5067300" y="5054600"/>
          <p14:tracePt t="55557" x="5003800" y="5054600"/>
          <p14:tracePt t="55573" x="4876800" y="5054600"/>
          <p14:tracePt t="55590" x="4794250" y="5054600"/>
          <p14:tracePt t="55606" x="4756150" y="5054600"/>
          <p14:tracePt t="55623" x="4737100" y="5054600"/>
          <p14:tracePt t="55640" x="4705350" y="5054600"/>
          <p14:tracePt t="55656" x="4692650" y="5054600"/>
          <p14:tracePt t="55673" x="4686300" y="5054600"/>
          <p14:tracePt t="55690" x="4679950" y="5048250"/>
          <p14:tracePt t="55706" x="4692650" y="5054600"/>
          <p14:tracePt t="55723" x="4699000" y="5054600"/>
          <p14:tracePt t="58195" x="4686300" y="5054600"/>
          <p14:tracePt t="58201" x="4673600" y="5054600"/>
          <p14:tracePt t="58217" x="4654550" y="5048250"/>
          <p14:tracePt t="58231" x="4635500" y="5041900"/>
          <p14:tracePt t="58247" x="4591050" y="5035550"/>
          <p14:tracePt t="58265" x="4559300" y="5029200"/>
          <p14:tracePt t="58280" x="4540250" y="5029200"/>
          <p14:tracePt t="58297" x="4495800" y="5022850"/>
          <p14:tracePt t="58314" x="4457700" y="5016500"/>
          <p14:tracePt t="58330" x="4432300" y="5016500"/>
          <p14:tracePt t="58347" x="4413250" y="5016500"/>
          <p14:tracePt t="58364" x="4375150" y="5010150"/>
          <p14:tracePt t="58380" x="4349750" y="5010150"/>
          <p14:tracePt t="58397" x="4343400" y="5010150"/>
          <p14:tracePt t="58430" x="4337050" y="5010150"/>
          <p14:tracePt t="58454" x="4330700" y="5010150"/>
          <p14:tracePt t="59122" x="4330700" y="5022850"/>
          <p14:tracePt t="59129" x="4330700" y="5041900"/>
          <p14:tracePt t="59142" x="4330700" y="5054600"/>
          <p14:tracePt t="59150" x="4324350" y="5067300"/>
          <p14:tracePt t="59164" x="4324350" y="5080000"/>
          <p14:tracePt t="59178" x="4318000" y="5092700"/>
          <p14:tracePt t="59194" x="4318000" y="5099050"/>
          <p14:tracePt t="59211" x="4318000" y="5105400"/>
          <p14:tracePt t="59228" x="4318000" y="5124450"/>
          <p14:tracePt t="59244" x="4318000" y="5130800"/>
          <p14:tracePt t="59261" x="4318000" y="5137150"/>
          <p14:tracePt t="59466" x="4324350" y="5143500"/>
          <p14:tracePt t="59578" x="4330700" y="5149850"/>
          <p14:tracePt t="59592" x="4330700" y="5156200"/>
          <p14:tracePt t="59613" x="4330700" y="5168900"/>
          <p14:tracePt t="59620" x="4337050" y="5175250"/>
          <p14:tracePt t="59633" x="4337050" y="5181600"/>
          <p14:tracePt t="59655" x="4343400" y="5194300"/>
          <p14:tracePt t="59662" x="4343400" y="5207000"/>
          <p14:tracePt t="59678" x="4343400" y="5219700"/>
          <p14:tracePt t="59692" x="4349750" y="5232400"/>
          <p14:tracePt t="59708" x="4356100" y="5257800"/>
          <p14:tracePt t="59726" x="4362450" y="5276850"/>
          <p14:tracePt t="59743" x="4362450" y="5289550"/>
          <p14:tracePt t="59760" x="4368800" y="5295900"/>
          <p14:tracePt t="59775" x="4368800" y="5302250"/>
          <p14:tracePt t="59879" x="4368800" y="5308600"/>
          <p14:tracePt t="61556" x="4368800" y="5314950"/>
          <p14:tracePt t="61563" x="4368800" y="5321300"/>
          <p14:tracePt t="61605" x="4368800" y="5327650"/>
          <p14:tracePt t="61654" x="4368800" y="5334000"/>
          <p14:tracePt t="61668" x="4368800" y="5340350"/>
          <p14:tracePt t="61689" x="4368800" y="5346700"/>
          <p14:tracePt t="61696" x="4368800" y="5353050"/>
          <p14:tracePt t="61710" x="4368800" y="5359400"/>
          <p14:tracePt t="61719" x="4368800" y="5372100"/>
          <p14:tracePt t="61738" x="4368800" y="5384800"/>
          <p14:tracePt t="61754" x="4368800" y="5391150"/>
          <p14:tracePt t="61780" x="4368800" y="5397500"/>
          <p14:tracePt t="61801" x="4368800" y="5410200"/>
          <p14:tracePt t="61815" x="4368800" y="5416550"/>
          <p14:tracePt t="61822" x="4368800" y="5422900"/>
          <p14:tracePt t="61834" x="4368800" y="5429250"/>
          <p14:tracePt t="61852" x="4368800" y="5435600"/>
          <p14:tracePt t="61868" x="4368800" y="5448300"/>
          <p14:tracePt t="61885" x="4375150" y="5467350"/>
          <p14:tracePt t="61901" x="4381500" y="5480050"/>
          <p14:tracePt t="61918" x="4387850" y="5505450"/>
          <p14:tracePt t="61935" x="4413250" y="5537200"/>
          <p14:tracePt t="61951" x="4413250" y="5549900"/>
          <p14:tracePt t="61968" x="4419600" y="5575300"/>
          <p14:tracePt t="61984" x="4425950" y="5594350"/>
          <p14:tracePt t="62001" x="4432300" y="5632450"/>
          <p14:tracePt t="66990" x="4413250" y="5645150"/>
          <p14:tracePt t="67004" x="4375150" y="5670550"/>
          <p14:tracePt t="67011" x="4343400" y="5695950"/>
          <p14:tracePt t="67026" x="4311650" y="5721350"/>
          <p14:tracePt t="67034" x="4260850" y="5746750"/>
          <p14:tracePt t="67050" x="4216400" y="5772150"/>
          <p14:tracePt t="67068" x="4121150" y="5829300"/>
          <p14:tracePt t="67083" x="4064000" y="5867400"/>
          <p14:tracePt t="67100" x="3911600" y="5943600"/>
          <p14:tracePt t="67117" x="3771900" y="6026150"/>
          <p14:tracePt t="67133" x="3714750" y="6064250"/>
          <p14:tracePt t="67150" x="3644900" y="6089650"/>
          <p14:tracePt t="67166" x="3511550" y="6172200"/>
          <p14:tracePt t="67183" x="3359150" y="6229350"/>
          <p14:tracePt t="67200" x="3251200" y="6273800"/>
          <p14:tracePt t="67216" x="3194050" y="6292850"/>
          <p14:tracePt t="67233" x="3130550" y="6324600"/>
          <p14:tracePt t="67250" x="3086100" y="6350000"/>
          <p14:tracePt t="67266" x="3060700" y="6369050"/>
          <p14:tracePt t="67284" x="3048000" y="6375400"/>
          <p14:tracePt t="67300" x="3022600" y="6394450"/>
          <p14:tracePt t="67316" x="3009900" y="6400800"/>
          <p14:tracePt t="67333" x="3003550" y="6407150"/>
          <p14:tracePt t="67366" x="2997200" y="6407150"/>
          <p14:tracePt t="67711" x="2971800" y="6407150"/>
          <p14:tracePt t="67719" x="2933700" y="6407150"/>
          <p14:tracePt t="67731" x="2895600" y="6407150"/>
          <p14:tracePt t="67748" x="2825750" y="6407150"/>
          <p14:tracePt t="67765" x="2800350" y="6407150"/>
          <p14:tracePt t="67782" x="2730500" y="6413500"/>
          <p14:tracePt t="67798" x="2686050" y="6438900"/>
          <p14:tracePt t="67814" x="2609850" y="6483350"/>
          <p14:tracePt t="67832" x="2533650" y="6527800"/>
          <p14:tracePt t="67848" x="2489200" y="6553200"/>
          <p14:tracePt t="67864" x="2419350" y="6610350"/>
          <p14:tracePt t="67881" x="2381250" y="6648450"/>
          <p14:tracePt t="67897" x="2362200" y="6661150"/>
          <p14:tracePt t="67914" x="2343150" y="6686550"/>
          <p14:tracePt t="67930" x="2336800" y="6692900"/>
          <p14:tracePt t="67947" x="2336800" y="6699250"/>
          <p14:tracePt t="67971" x="2330450" y="6699250"/>
          <p14:tracePt t="68147" x="2343150" y="6699250"/>
          <p14:tracePt t="68161" x="2349500" y="6699250"/>
          <p14:tracePt t="68168" x="2355850" y="6699250"/>
          <p14:tracePt t="68183" x="2368550" y="6699250"/>
          <p14:tracePt t="68196" x="2381250" y="6699250"/>
          <p14:tracePt t="68214" x="2432050" y="6699250"/>
          <p14:tracePt t="68230" x="2457450" y="6699250"/>
          <p14:tracePt t="68246" x="2559050" y="6680200"/>
          <p14:tracePt t="68263" x="2616200" y="6673850"/>
          <p14:tracePt t="68281" x="2730500" y="6661150"/>
          <p14:tracePt t="68296" x="2851150" y="6642100"/>
          <p14:tracePt t="68313" x="2901950" y="6635750"/>
          <p14:tracePt t="68329" x="2971800" y="6629400"/>
          <p14:tracePt t="68346" x="3016250" y="6623050"/>
          <p14:tracePt t="68380" x="3028950" y="6623050"/>
          <p14:tracePt t="68420" x="3035300" y="6623050"/>
          <p14:tracePt t="68511" x="3041650" y="6623050"/>
          <p14:tracePt t="68616" x="3054350" y="6623050"/>
          <p14:tracePt t="68623" x="3060700" y="6623050"/>
          <p14:tracePt t="68638" x="3067050" y="6623050"/>
          <p14:tracePt t="68647" x="3079750" y="6623050"/>
          <p14:tracePt t="68661" x="3086100" y="6623050"/>
          <p14:tracePt t="68678" x="3098800" y="6629400"/>
          <p14:tracePt t="68695" x="3130550" y="6629400"/>
          <p14:tracePt t="68712" x="3213100" y="6648450"/>
          <p14:tracePt t="68728" x="3289300" y="6648450"/>
          <p14:tracePt t="68744" x="3460750" y="6680200"/>
          <p14:tracePt t="68761" x="3575050" y="6680200"/>
          <p14:tracePt t="68778" x="3905250" y="6705600"/>
          <p14:tracePt t="68794" x="4006850" y="6718300"/>
          <p14:tracePt t="68811" x="4108450" y="6731000"/>
          <p14:tracePt t="68828" x="4248150" y="6731000"/>
          <p14:tracePt t="68844" x="4330700" y="6731000"/>
          <p14:tracePt t="68861" x="4349750" y="6731000"/>
          <p14:tracePt t="68877" x="4368800" y="6731000"/>
          <p14:tracePt t="68898" x="4375150" y="6731000"/>
          <p14:tracePt t="69010" x="4381500" y="6737350"/>
          <p14:tracePt t="69080" x="4394200" y="6737350"/>
          <p14:tracePt t="69095" x="4400550" y="6737350"/>
          <p14:tracePt t="69101" x="4406900" y="6737350"/>
          <p14:tracePt t="69115" x="4413250" y="6737350"/>
          <p14:tracePt t="69126" x="4419600" y="6737350"/>
          <p14:tracePt t="69143" x="4445000" y="6743700"/>
          <p14:tracePt t="69160" x="4470400" y="6750050"/>
          <p14:tracePt t="69176" x="4483100" y="6762750"/>
          <p14:tracePt t="69193" x="4514850" y="6769100"/>
          <p14:tracePt t="69209" x="4540250" y="6775450"/>
          <p14:tracePt t="69227" x="4552950" y="6775450"/>
          <p14:tracePt t="69242" x="4578350" y="6775450"/>
          <p14:tracePt t="69259" x="4584700" y="6775450"/>
          <p14:tracePt t="69276" x="4597400" y="6775450"/>
          <p14:tracePt t="69292" x="4622800" y="6775450"/>
          <p14:tracePt t="69309" x="4635500" y="6775450"/>
          <p14:tracePt t="69326" x="4686300" y="6762750"/>
          <p14:tracePt t="69342" x="4737100" y="6756400"/>
          <p14:tracePt t="69359" x="4756150" y="6750050"/>
          <p14:tracePt t="69376" x="4806950" y="6743700"/>
          <p14:tracePt t="69392" x="4819650" y="6743700"/>
          <p14:tracePt t="69409" x="4857750" y="6743700"/>
          <p14:tracePt t="69425" x="4883150" y="6743700"/>
          <p14:tracePt t="69442" x="4895850" y="6743700"/>
          <p14:tracePt t="69459" x="4908550" y="6743700"/>
          <p14:tracePt t="69592" x="4908550" y="6737350"/>
          <p14:tracePt t="69627" x="4902200" y="6737350"/>
          <p14:tracePt t="69654" x="4895850" y="6737350"/>
          <p14:tracePt t="69669" x="4889500" y="6737350"/>
          <p14:tracePt t="69683" x="4883150" y="6737350"/>
          <p14:tracePt t="69698" x="4876800" y="6731000"/>
          <p14:tracePt t="69711" x="4870450" y="6731000"/>
          <p14:tracePt t="69727" x="4845050" y="6724650"/>
          <p14:tracePt t="69741" x="4826000" y="6718300"/>
          <p14:tracePt t="69757" x="4806950" y="6711950"/>
          <p14:tracePt t="69775" x="4787900" y="6711950"/>
          <p14:tracePt t="69791" x="4762500" y="6705600"/>
          <p14:tracePt t="69807" x="4749800" y="6699250"/>
          <p14:tracePt t="69824" x="4724400" y="6686550"/>
          <p14:tracePt t="69841" x="4718050" y="6686550"/>
          <p14:tracePt t="69857" x="4711700" y="6680200"/>
          <p14:tracePt t="69874" x="4718050" y="6673850"/>
          <p14:tracePt t="69890" x="4730750" y="6667500"/>
          <p14:tracePt t="69908" x="4762500" y="6661150"/>
          <p14:tracePt t="69924" x="4794250" y="6661150"/>
          <p14:tracePt t="69940" x="4864100" y="6654800"/>
          <p14:tracePt t="69957" x="4921250" y="6642100"/>
          <p14:tracePt t="69973" x="4940300" y="6642100"/>
          <p14:tracePt t="69990" x="4953000" y="6635750"/>
          <p14:tracePt t="70007" x="4978400" y="6623050"/>
          <p14:tracePt t="70083" x="4965700" y="6623050"/>
          <p14:tracePt t="70091" x="4953000" y="6623050"/>
          <p14:tracePt t="70104" x="4921250" y="6610350"/>
          <p14:tracePt t="70111" x="4895850" y="6610350"/>
          <p14:tracePt t="70126" x="4864100" y="6610350"/>
          <p14:tracePt t="70140" x="4826000" y="6604000"/>
          <p14:tracePt t="70156" x="4749800" y="6604000"/>
          <p14:tracePt t="70173" x="4718050" y="6604000"/>
          <p14:tracePt t="70190" x="4673600" y="6604000"/>
          <p14:tracePt t="70206" x="4648200" y="6604000"/>
          <p14:tracePt t="70224" x="4641850" y="6597650"/>
          <p14:tracePt t="70239" x="4654550" y="6597650"/>
          <p14:tracePt t="70569" x="4692650" y="6597650"/>
          <p14:tracePt t="70577" x="4768850" y="6597650"/>
          <p14:tracePt t="70591" x="4832350" y="6578600"/>
          <p14:tracePt t="70605" x="4902200" y="6559550"/>
          <p14:tracePt t="70621" x="4997450" y="6515100"/>
          <p14:tracePt t="70639" x="5022850" y="6496050"/>
          <p14:tracePt t="70655" x="5041900" y="6470650"/>
          <p14:tracePt t="70672" x="5041900" y="6445250"/>
          <p14:tracePt t="70688" x="5029200" y="6413500"/>
          <p14:tracePt t="70705" x="5003800" y="6394450"/>
          <p14:tracePt t="70721" x="4959350" y="6350000"/>
          <p14:tracePt t="70739" x="4895850" y="6318250"/>
          <p14:tracePt t="70754" x="4857750" y="6305550"/>
          <p14:tracePt t="70770" x="4794250" y="6286500"/>
          <p14:tracePt t="70787" x="4749800" y="6286500"/>
          <p14:tracePt t="70804" x="4724400" y="6286500"/>
          <p14:tracePt t="70821" x="4711700" y="6286500"/>
          <p14:tracePt t="70837" x="4692650" y="6286500"/>
          <p14:tracePt t="70853" x="4686300" y="6292850"/>
          <p14:tracePt t="70872" x="4679950" y="6305550"/>
          <p14:tracePt t="70887" x="4660900" y="6324600"/>
          <p14:tracePt t="70903" x="4641850" y="6343650"/>
          <p14:tracePt t="70921" x="4616450" y="6381750"/>
          <p14:tracePt t="70937" x="4578350" y="6407150"/>
          <p14:tracePt t="70954" x="4559300" y="6419850"/>
          <p14:tracePt t="70971" x="4527550" y="6432550"/>
          <p14:tracePt t="70987" x="4521200" y="6438900"/>
          <p14:tracePt t="71003" x="4508500" y="6445250"/>
          <p14:tracePt t="71040" x="4514850" y="6445250"/>
          <p14:tracePt t="71056" x="4527550" y="6445250"/>
          <p14:tracePt t="71070" x="4546600" y="6445250"/>
          <p14:tracePt t="71086" x="4603750" y="6438900"/>
          <p14:tracePt t="71103" x="4730750" y="6400800"/>
          <p14:tracePt t="71120" x="4794250" y="6388100"/>
          <p14:tracePt t="71136" x="4965700" y="6343650"/>
          <p14:tracePt t="71153" x="5060950" y="6311900"/>
          <p14:tracePt t="71170" x="5105400" y="6299200"/>
          <p14:tracePt t="71187" x="5130800" y="6286500"/>
          <p14:tracePt t="71202" x="5137150" y="6280150"/>
          <p14:tracePt t="71257" x="5130800" y="6280150"/>
          <p14:tracePt t="71278" x="5124450" y="6280150"/>
          <p14:tracePt t="71292" x="5118100" y="6280150"/>
          <p14:tracePt t="71299" x="5105400" y="6280150"/>
          <p14:tracePt t="71313" x="5092700" y="6286500"/>
          <p14:tracePt t="71327" x="5080000" y="6292850"/>
          <p14:tracePt t="71335" x="5073650" y="6292850"/>
          <p14:tracePt t="71352" x="5067300" y="6299200"/>
          <p14:tracePt t="71699" x="5060950" y="6318250"/>
          <p14:tracePt t="71706" x="5048250" y="6330950"/>
          <p14:tracePt t="71721" x="5035550" y="6356350"/>
          <p14:tracePt t="71734" x="5022850" y="6369050"/>
          <p14:tracePt t="71750" x="5003800" y="6388100"/>
          <p14:tracePt t="71767" x="4991100" y="6400800"/>
          <p14:tracePt t="71784" x="4959350" y="6419850"/>
          <p14:tracePt t="71801" x="4953000" y="6432550"/>
          <p14:tracePt t="71819" x="4946650" y="6438900"/>
          <p14:tracePt t="71847" x="4940300" y="6445250"/>
          <p14:tracePt t="71909" x="4940300" y="6451600"/>
          <p14:tracePt t="71980" x="4946650" y="6451600"/>
          <p14:tracePt t="71986" x="4953000" y="6451600"/>
          <p14:tracePt t="72008" x="4953000" y="6445250"/>
          <p14:tracePt t="72029" x="4959350" y="6438900"/>
          <p14:tracePt t="72043" x="4972050" y="6426200"/>
          <p14:tracePt t="72053" x="4984750" y="6400800"/>
          <p14:tracePt t="72066" x="5003800" y="6375400"/>
          <p14:tracePt t="72083" x="5029200" y="6330950"/>
          <p14:tracePt t="72100" x="5086350" y="6216650"/>
          <p14:tracePt t="72116" x="5105400" y="6134100"/>
          <p14:tracePt t="72133" x="5168900" y="5949950"/>
          <p14:tracePt t="72149" x="5194300" y="5759450"/>
          <p14:tracePt t="72166" x="5194300" y="5670550"/>
          <p14:tracePt t="72183" x="5194300" y="5556250"/>
          <p14:tracePt t="72199" x="5175250" y="5365750"/>
          <p14:tracePt t="72216" x="5143500" y="5194300"/>
          <p14:tracePt t="72219" x="5111750" y="5124450"/>
          <p14:tracePt t="72235" x="5092700" y="5060950"/>
          <p14:tracePt t="72249" x="5067300" y="4953000"/>
          <p14:tracePt t="72266" x="5048250" y="4908550"/>
          <p14:tracePt t="72282" x="5022850" y="4857750"/>
          <p14:tracePt t="72299" x="5010150" y="4832350"/>
          <p14:tracePt t="72316" x="5010150" y="4826000"/>
          <p14:tracePt t="72358" x="5010150" y="4819650"/>
          <p14:tracePt t="72394" x="5016500" y="4819650"/>
          <p14:tracePt t="72400" x="5029200" y="4819650"/>
          <p14:tracePt t="72415" x="5048250" y="4813300"/>
          <p14:tracePt t="72421" x="5060950" y="4806950"/>
          <p14:tracePt t="72436" x="5073650" y="4800600"/>
          <p14:tracePt t="72448" x="5105400" y="4794250"/>
          <p14:tracePt t="72464" x="5181600" y="4762500"/>
          <p14:tracePt t="72481" x="5219700" y="4749800"/>
          <p14:tracePt t="72498" x="5295900" y="4730750"/>
          <p14:tracePt t="72515" x="5327650" y="4730750"/>
          <p14:tracePt t="72531" x="5346700" y="4737100"/>
          <p14:tracePt t="72548" x="5410200" y="4813300"/>
          <p14:tracePt t="72564" x="5435600" y="4870450"/>
          <p14:tracePt t="72581" x="5518150" y="5041900"/>
          <p14:tracePt t="72598" x="5613400" y="5219700"/>
          <p14:tracePt t="72614" x="5638800" y="5302250"/>
          <p14:tracePt t="72632" x="5721350" y="5422900"/>
          <p14:tracePt t="72647" x="5746750" y="5467350"/>
          <p14:tracePt t="72664" x="5765800" y="5511800"/>
          <p14:tracePt t="72681" x="5778500" y="5530850"/>
          <p14:tracePt t="72764" x="5772150" y="5530850"/>
          <p14:tracePt t="72793" x="5765800" y="5530850"/>
          <p14:tracePt t="72815" x="5759450" y="5530850"/>
          <p14:tracePt t="72828" x="5753100" y="5530850"/>
          <p14:tracePt t="72835" x="5746750" y="5530850"/>
          <p14:tracePt t="72850" x="5734050" y="5530850"/>
          <p14:tracePt t="72863" x="5727700" y="5530850"/>
          <p14:tracePt t="72880" x="5715000" y="5543550"/>
          <p14:tracePt t="72897" x="5702300" y="5549900"/>
          <p14:tracePt t="72913" x="5670550" y="5568950"/>
          <p14:tracePt t="72929" x="5651500" y="5594350"/>
          <p14:tracePt t="72947" x="5568950" y="5664200"/>
          <p14:tracePt t="72963" x="5511800" y="5715000"/>
          <p14:tracePt t="72980" x="5391150" y="5854700"/>
          <p14:tracePt t="72997" x="5245100" y="6032500"/>
          <p14:tracePt t="73013" x="5111750" y="6203950"/>
          <p14:tracePt t="73029" x="5048250" y="6286500"/>
          <p14:tracePt t="73046" x="4965700" y="6419850"/>
          <p14:tracePt t="73063" x="4921250" y="6565900"/>
          <p14:tracePt t="73080" x="4902200" y="6635750"/>
          <p14:tracePt t="73096" x="4883150" y="6756400"/>
          <p14:tracePt t="73113" x="4870450" y="6826250"/>
          <p14:tracePt t="73130" x="4864100" y="6851650"/>
          <p14:tracePt t="73509" x="4870450" y="6838950"/>
          <p14:tracePt t="73522" x="4870450" y="6819900"/>
          <p14:tracePt t="73531" x="4876800" y="6794500"/>
          <p14:tracePt t="73545" x="4895850" y="6775450"/>
          <p14:tracePt t="73561" x="4902200" y="6762750"/>
          <p14:tracePt t="73578" x="4908550" y="6737350"/>
          <p14:tracePt t="73594" x="4914900" y="6724650"/>
          <p14:tracePt t="73611" x="4914900" y="6718300"/>
          <p14:tracePt t="73874" x="4914900" y="6711950"/>
          <p14:tracePt t="73895" x="4921250" y="6705600"/>
          <p14:tracePt t="73909" x="4927600" y="6705600"/>
          <p14:tracePt t="73916" x="4940300" y="6705600"/>
          <p14:tracePt t="73930" x="4946650" y="6699250"/>
          <p14:tracePt t="73944" x="4953000" y="6692900"/>
          <p14:tracePt t="73960" x="4965700" y="6686550"/>
          <p14:tracePt t="73976" x="4991100" y="6686550"/>
          <p14:tracePt t="73993" x="5022850" y="6680200"/>
          <p14:tracePt t="74009" x="5035550" y="6673850"/>
          <p14:tracePt t="74026" x="5048250" y="6673850"/>
          <p14:tracePt t="74043" x="5060950" y="6667500"/>
          <p14:tracePt t="74060" x="5067300" y="6667500"/>
          <p14:tracePt t="74098" x="5067300" y="6661150"/>
          <p14:tracePt t="74119" x="5060950" y="6654800"/>
          <p14:tracePt t="74127" x="5054600" y="6654800"/>
          <p14:tracePt t="74133" x="5041900" y="6648450"/>
          <p14:tracePt t="74147" x="5029200" y="6642100"/>
          <p14:tracePt t="74159" x="5010150" y="6635750"/>
          <p14:tracePt t="74176" x="4965700" y="6616700"/>
          <p14:tracePt t="74192" x="4921250" y="6604000"/>
          <p14:tracePt t="74209" x="4902200" y="6591300"/>
          <p14:tracePt t="74213" x="4889500" y="6578600"/>
          <p14:tracePt t="74225" x="4876800" y="6572250"/>
          <p14:tracePt t="74242" x="4864100" y="6572250"/>
          <p14:tracePt t="74259" x="4845050" y="6565900"/>
          <p14:tracePt t="74350" x="4845050" y="6559550"/>
          <p14:tracePt t="74372" x="4851400" y="6553200"/>
          <p14:tracePt t="74379" x="4857750" y="6546850"/>
          <p14:tracePt t="74400" x="4864100" y="6540500"/>
          <p14:tracePt t="74414" x="4870450" y="6540500"/>
          <p14:tracePt t="74425" x="4883150" y="6534150"/>
          <p14:tracePt t="74767" x="4908550" y="6489700"/>
          <p14:tracePt t="74781" x="4940300" y="6407150"/>
          <p14:tracePt t="74788" x="4965700" y="6324600"/>
          <p14:tracePt t="74803" x="4997450" y="6223000"/>
          <p14:tracePt t="74810" x="5010150" y="6134100"/>
          <p14:tracePt t="74826" x="5022850" y="6032500"/>
          <p14:tracePt t="74840" x="5022850" y="5918200"/>
          <p14:tracePt t="74857" x="4972050" y="5657850"/>
          <p14:tracePt t="74873" x="4908550" y="5492750"/>
          <p14:tracePt t="74890" x="4838700" y="5251450"/>
          <p14:tracePt t="74907" x="4622800" y="4762500"/>
          <p14:tracePt t="74923" x="4368800" y="4222750"/>
          <p14:tracePt t="74939" x="4260850" y="4064000"/>
          <p14:tracePt t="74957" x="4127500" y="3752850"/>
          <p14:tracePt t="74973" x="4032250" y="3556000"/>
          <p14:tracePt t="74990" x="3981450" y="3498850"/>
          <p14:tracePt t="75006" x="3892550" y="3359150"/>
          <p14:tracePt t="75023" x="3841750" y="3289300"/>
          <p14:tracePt t="75040" x="3752850" y="3206750"/>
          <p14:tracePt t="75056" x="3683000" y="3124200"/>
          <p14:tracePt t="75072" x="3644900" y="3079750"/>
          <p14:tracePt t="75090" x="3587750" y="3009900"/>
          <p14:tracePt t="75105" x="3562350" y="2978150"/>
          <p14:tracePt t="75122" x="3543300" y="2959100"/>
          <p14:tracePt t="75139" x="3517900" y="2921000"/>
          <p14:tracePt t="75156" x="3492500" y="2876550"/>
          <p14:tracePt t="75172" x="3486150" y="2863850"/>
          <p14:tracePt t="75189" x="3473450" y="2825750"/>
          <p14:tracePt t="75205" x="3467100" y="2813050"/>
          <p14:tracePt t="75222" x="3467100" y="2781300"/>
          <p14:tracePt t="75238" x="3467100" y="2749550"/>
          <p14:tracePt t="75255" x="3473450" y="2724150"/>
          <p14:tracePt t="75272" x="3498850" y="2698750"/>
          <p14:tracePt t="75288" x="3511550" y="2679700"/>
          <p14:tracePt t="75305" x="3530600" y="2673350"/>
          <p14:tracePt t="75322" x="3581400" y="2647950"/>
          <p14:tracePt t="75338" x="3644900" y="2641600"/>
          <p14:tracePt t="75355" x="3670300" y="2641600"/>
          <p14:tracePt t="75371" x="3765550" y="2660650"/>
          <p14:tracePt t="75388" x="3816350" y="2686050"/>
          <p14:tracePt t="75405" x="3962400" y="2800350"/>
          <p14:tracePt t="75421" x="4076700" y="2914650"/>
          <p14:tracePt t="75438" x="4114800" y="2971800"/>
          <p14:tracePt t="75455" x="4178300" y="3054350"/>
          <p14:tracePt t="75471" x="4191000" y="3067050"/>
          <p14:tracePt t="75487" x="4191000" y="3086100"/>
          <p14:tracePt t="75504" x="4191000" y="3092450"/>
          <p14:tracePt t="75521" x="4184650" y="3092450"/>
          <p14:tracePt t="75537" x="4146550" y="3092450"/>
          <p14:tracePt t="75554" x="4095750" y="3092450"/>
          <p14:tracePt t="75571" x="3943350" y="3098800"/>
          <p14:tracePt t="75588" x="3740150" y="3111500"/>
          <p14:tracePt t="75604" x="3651250" y="3111500"/>
          <p14:tracePt t="75621" x="3575050" y="3105150"/>
          <p14:tracePt t="75637" x="3492500" y="3105150"/>
          <p14:tracePt t="75654" x="3460750" y="3098800"/>
          <p14:tracePt t="75671" x="3454400" y="3098800"/>
          <p14:tracePt t="75703" x="3467100" y="3098800"/>
          <p14:tracePt t="75721" x="3524250" y="3086100"/>
          <p14:tracePt t="75736" x="3587750" y="3079750"/>
          <p14:tracePt t="75753" x="3841750" y="3079750"/>
          <p14:tracePt t="75771" x="4013200" y="3079750"/>
          <p14:tracePt t="75787" x="4451350" y="3111500"/>
          <p14:tracePt t="75803" x="4629150" y="3111500"/>
          <p14:tracePt t="75820" x="4826000" y="3124200"/>
          <p14:tracePt t="75836" x="4895850" y="3130550"/>
          <p14:tracePt t="75853" x="4902200" y="3130550"/>
          <p14:tracePt t="75897" x="4889500" y="3136900"/>
          <p14:tracePt t="75911" x="4870450" y="3136900"/>
          <p14:tracePt t="75925" x="4819650" y="3136900"/>
          <p14:tracePt t="75936" x="4768850" y="3143250"/>
          <p14:tracePt t="75953" x="4572000" y="3162300"/>
          <p14:tracePt t="75969" x="4457700" y="3175000"/>
          <p14:tracePt t="75986" x="4229100" y="3194050"/>
          <p14:tracePt t="76003" x="4025900" y="3225800"/>
          <p14:tracePt t="76019" x="3956050" y="3244850"/>
          <p14:tracePt t="76036" x="3930650" y="3244850"/>
          <p14:tracePt t="76052" x="3898900" y="3244850"/>
          <p14:tracePt t="76086" x="3905250" y="3244850"/>
          <p14:tracePt t="76102" x="3962400" y="3238500"/>
          <p14:tracePt t="76119" x="4038600" y="3238500"/>
          <p14:tracePt t="76136" x="4267200" y="3232150"/>
          <p14:tracePt t="76152" x="4406900" y="3232150"/>
          <p14:tracePt t="76169" x="4737100" y="3232150"/>
          <p14:tracePt t="76186" x="4940300" y="3232150"/>
          <p14:tracePt t="76202" x="5003800" y="3232150"/>
          <p14:tracePt t="76220" x="5041900" y="3232150"/>
          <p14:tracePt t="76235" x="5048250" y="3232150"/>
          <p14:tracePt t="76276" x="5048250" y="3225800"/>
          <p14:tracePt t="76304" x="5035550" y="3225800"/>
          <p14:tracePt t="76319" x="5016500" y="3225800"/>
          <p14:tracePt t="76325" x="4991100" y="3225800"/>
          <p14:tracePt t="76339" x="4940300" y="3225800"/>
          <p14:tracePt t="76352" x="4889500" y="3225800"/>
          <p14:tracePt t="76368" x="4749800" y="3225800"/>
          <p14:tracePt t="76385" x="4673600" y="3232150"/>
          <p14:tracePt t="76402" x="4540250" y="3232150"/>
          <p14:tracePt t="76418" x="4489450" y="3232150"/>
          <p14:tracePt t="76434" x="4406900" y="3232150"/>
          <p14:tracePt t="76451" x="4368800" y="3225800"/>
          <p14:tracePt t="76468" x="4362450" y="3225800"/>
          <p14:tracePt t="76484" x="4356100" y="3225800"/>
          <p14:tracePt t="76501" x="4349750" y="3225800"/>
          <p14:tracePt t="76654" x="4349750" y="3232150"/>
          <p14:tracePt t="76676" x="4356100" y="3232150"/>
          <p14:tracePt t="77038" x="4387850" y="3232150"/>
          <p14:tracePt t="77045" x="4457700" y="3219450"/>
          <p14:tracePt t="77060" x="4508500" y="3200400"/>
          <p14:tracePt t="77068" x="4552950" y="3187700"/>
          <p14:tracePt t="77082" x="4597400" y="3175000"/>
          <p14:tracePt t="77099" x="4629150" y="3155950"/>
          <p14:tracePt t="77116" x="4667250" y="3136900"/>
          <p14:tracePt t="77132" x="4673600" y="3130550"/>
          <p14:tracePt t="77172" x="4679950" y="3124200"/>
          <p14:tracePt t="77340" x="4679950" y="3117850"/>
          <p14:tracePt t="77389" x="4686300" y="3117850"/>
          <p14:tracePt t="77417" x="4692650" y="3117850"/>
          <p14:tracePt t="77445" x="4699000" y="3117850"/>
          <p14:tracePt t="77452" x="4705350" y="3117850"/>
          <p14:tracePt t="77467" x="4711700" y="3117850"/>
          <p14:tracePt t="77487" x="4724400" y="3117850"/>
          <p14:tracePt t="77498" x="4737100" y="3117850"/>
          <p14:tracePt t="77514" x="4749800" y="3117850"/>
          <p14:tracePt t="77530" x="4800600" y="3117850"/>
          <p14:tracePt t="77547" x="4819650" y="3117850"/>
          <p14:tracePt t="77565" x="4870450" y="3117850"/>
          <p14:tracePt t="77581" x="4908550" y="3117850"/>
          <p14:tracePt t="77597" x="4921250" y="3117850"/>
          <p14:tracePt t="77614" x="4940300" y="3117850"/>
          <p14:tracePt t="77630" x="4946650" y="3117850"/>
          <p14:tracePt t="77647" x="4953000" y="3117850"/>
          <p14:tracePt t="77664" x="4972050" y="3143250"/>
          <p14:tracePt t="77680" x="5003800" y="3206750"/>
          <p14:tracePt t="77698" x="5048250" y="3295650"/>
          <p14:tracePt t="77713" x="5073650" y="3365500"/>
          <p14:tracePt t="77730" x="5111750" y="3429000"/>
          <p14:tracePt t="77747" x="5181600" y="3594100"/>
          <p14:tracePt t="77763" x="5276850" y="3778250"/>
          <p14:tracePt t="77780" x="5340350" y="3873500"/>
          <p14:tracePt t="77797" x="5441950" y="4025900"/>
          <p14:tracePt t="77813" x="5492750" y="4108450"/>
          <p14:tracePt t="77830" x="5543550" y="4165600"/>
          <p14:tracePt t="77846" x="5613400" y="4267200"/>
          <p14:tracePt t="77863" x="5645150" y="4311650"/>
          <p14:tracePt t="77880" x="5708650" y="4438650"/>
          <p14:tracePt t="77896" x="5759450" y="4572000"/>
          <p14:tracePt t="77913" x="5778500" y="4641850"/>
          <p14:tracePt t="77930" x="5816600" y="4787900"/>
          <p14:tracePt t="77946" x="5822950" y="4851400"/>
          <p14:tracePt t="77963" x="5854700" y="4984750"/>
          <p14:tracePt t="77979" x="5873750" y="5130800"/>
          <p14:tracePt t="77996" x="5880100" y="5207000"/>
          <p14:tracePt t="78013" x="5880100" y="5283200"/>
          <p14:tracePt t="78029" x="5880100" y="5448300"/>
          <p14:tracePt t="78045" x="5880100" y="5511800"/>
          <p14:tracePt t="78063" x="5861050" y="5607050"/>
          <p14:tracePt t="78079" x="5861050" y="5708650"/>
          <p14:tracePt t="78095" x="5861050" y="5753100"/>
          <p14:tracePt t="78113" x="5861050" y="5816600"/>
          <p14:tracePt t="78129" x="5861050" y="5829300"/>
          <p14:tracePt t="80046" x="5765800" y="5588000"/>
          <p14:tracePt t="80060" x="5613400" y="5264150"/>
          <p14:tracePt t="80074" x="5473700" y="5010150"/>
          <p14:tracePt t="80081" x="5340350" y="4800600"/>
          <p14:tracePt t="80095" x="5238750" y="4648200"/>
          <p14:tracePt t="80105" x="5149850" y="4495800"/>
          <p14:tracePt t="80122" x="5073650" y="4387850"/>
          <p14:tracePt t="80138" x="4933950" y="4184650"/>
          <p14:tracePt t="80155" x="4883150" y="4108450"/>
          <p14:tracePt t="80172" x="4787900" y="3975100"/>
          <p14:tracePt t="80188" x="4730750" y="3886200"/>
          <p14:tracePt t="80204" x="4705350" y="3841750"/>
          <p14:tracePt t="80222" x="4667250" y="3778250"/>
          <p14:tracePt t="80238" x="4635500" y="3733800"/>
          <p14:tracePt t="80255" x="4622800" y="3689350"/>
          <p14:tracePt t="80271" x="4578350" y="3594100"/>
          <p14:tracePt t="80288" x="4540250" y="3505200"/>
          <p14:tracePt t="80305" x="4527550" y="3467100"/>
          <p14:tracePt t="80321" x="4527550" y="3454400"/>
          <p14:tracePt t="80338" x="4527550" y="3448050"/>
          <p14:tracePt t="80354" x="4527550" y="3441700"/>
          <p14:tracePt t="80425" x="4527550" y="3435350"/>
          <p14:tracePt t="80460" x="4527550" y="3422650"/>
          <p14:tracePt t="80466" x="4527550" y="3397250"/>
          <p14:tracePt t="80481" x="4527550" y="3359150"/>
          <p14:tracePt t="80490" x="4514850" y="3302000"/>
          <p14:tracePt t="80504" x="4514850" y="3238500"/>
          <p14:tracePt t="80520" x="4514850" y="3149600"/>
          <p14:tracePt t="80537" x="4514850" y="3022600"/>
          <p14:tracePt t="80554" x="4514850" y="2971800"/>
          <p14:tracePt t="80570" x="4514850" y="2965450"/>
          <p14:tracePt t="80586" x="4527550" y="2965450"/>
          <p14:tracePt t="80603" x="4546600" y="2990850"/>
          <p14:tracePt t="80621" x="4622800" y="3143250"/>
          <p14:tracePt t="80637" x="4699000" y="3314700"/>
          <p14:tracePt t="80653" x="4921250" y="3879850"/>
          <p14:tracePt t="80670" x="5143500" y="4552950"/>
          <p14:tracePt t="80686" x="5245100" y="4895850"/>
          <p14:tracePt t="80703" x="5327650" y="5200650"/>
          <p14:tracePt t="80720" x="5473700" y="5670550"/>
          <p14:tracePt t="80736" x="5524500" y="5854700"/>
          <p14:tracePt t="80754" x="5626100" y="6102350"/>
          <p14:tracePt t="80769" x="5689600" y="6216650"/>
          <p14:tracePt t="80786" x="5708650" y="6248400"/>
          <p14:tracePt t="80803" x="5734050" y="6267450"/>
          <p14:tracePt t="80819" x="5740400" y="6273800"/>
          <p14:tracePt t="80853" x="5746750" y="6273800"/>
          <p14:tracePt t="80869" x="5753100" y="6273800"/>
          <p14:tracePt t="80889" x="5759450" y="6273800"/>
          <p14:tracePt t="80909" x="5772150" y="6280150"/>
          <p14:tracePt t="80923" x="5791200" y="6286500"/>
          <p14:tracePt t="80936" x="5816600" y="6299200"/>
          <p14:tracePt t="80953" x="5854700" y="6324600"/>
          <p14:tracePt t="80969" x="5873750" y="6343650"/>
          <p14:tracePt t="80986" x="5899150" y="6362700"/>
          <p14:tracePt t="81002" x="5911850" y="6375400"/>
          <p14:tracePt t="81019" x="5924550" y="6388100"/>
          <p14:tracePt t="81035" x="5943600" y="6407150"/>
          <p14:tracePt t="81052" x="5956300" y="6426200"/>
          <p14:tracePt t="81070" x="5981700" y="6432550"/>
          <p14:tracePt t="81085" x="6013450" y="64389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accent2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(10); print(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range(10, 0, -1)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range(10,0,-1)]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172923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"/>
    </mc:Choice>
    <mc:Fallback xmlns="">
      <p:transition advTm="300"/>
    </mc:Fallback>
  </mc:AlternateContent>
  <p:extLst>
    <p:ext uri="{3A86A75C-4F4B-4683-9AE1-C65F6400EC91}">
      <p14:laserTraceLst xmlns:p14="http://schemas.microsoft.com/office/powerpoint/2010/main">
        <p14:tracePtLst>
          <p14:tracePt t="3248" x="6508750" y="5422900"/>
          <p14:tracePt t="3254" x="6483350" y="5391150"/>
          <p14:tracePt t="3262" x="6451600" y="5353050"/>
          <p14:tracePt t="3277" x="6426200" y="5308600"/>
          <p14:tracePt t="3291" x="6400800" y="5276850"/>
          <p14:tracePt t="3308" x="6375400" y="5232400"/>
          <p14:tracePt t="3325" x="6350000" y="5200650"/>
          <p14:tracePt t="3341" x="6273800" y="5099050"/>
          <p14:tracePt t="3358" x="6197600" y="5016500"/>
          <p14:tracePt t="3374" x="6007100" y="4787900"/>
          <p14:tracePt t="3390" x="5911850" y="4692650"/>
          <p14:tracePt t="3407" x="5727700" y="4508500"/>
          <p14:tracePt t="3424" x="5562600" y="4330700"/>
          <p14:tracePt t="3440" x="5486400" y="4248150"/>
          <p14:tracePt t="3458" x="5353050" y="4102100"/>
          <p14:tracePt t="3473" x="5238750" y="4006850"/>
          <p14:tracePt t="3490" x="5181600" y="3956050"/>
          <p14:tracePt t="3507" x="5073650" y="3873500"/>
          <p14:tracePt t="3523" x="4984750" y="3790950"/>
          <p14:tracePt t="3540" x="4927600" y="3752850"/>
          <p14:tracePt t="3557" x="4819650" y="3657600"/>
          <p14:tracePt t="3573" x="4775200" y="3606800"/>
          <p14:tracePt t="3590" x="4654550" y="3498850"/>
          <p14:tracePt t="3607" x="4514850" y="3403600"/>
          <p14:tracePt t="3623" x="4445000" y="3340100"/>
          <p14:tracePt t="3640" x="4203700" y="3187700"/>
          <p14:tracePt t="3656" x="4121150" y="3149600"/>
          <p14:tracePt t="3673" x="4051300" y="3105150"/>
          <p14:tracePt t="3690" x="3911600" y="3041650"/>
          <p14:tracePt t="3706" x="3790950" y="2971800"/>
          <p14:tracePt t="3723" x="3733800" y="2940050"/>
          <p14:tracePt t="3739" x="3638550" y="2914650"/>
          <p14:tracePt t="3756" x="3543300" y="2901950"/>
          <p14:tracePt t="3773" x="3511550" y="2895600"/>
          <p14:tracePt t="3789" x="3479800" y="2882900"/>
          <p14:tracePt t="4169" x="3467100" y="2844800"/>
          <p14:tracePt t="4182" x="3448050" y="2813050"/>
          <p14:tracePt t="4190" x="3429000" y="2768600"/>
          <p14:tracePt t="4204" x="3390900" y="2711450"/>
          <p14:tracePt t="4221" x="3340100" y="2622550"/>
          <p14:tracePt t="4238" x="3314700" y="2578100"/>
          <p14:tracePt t="4254" x="3238500" y="2463800"/>
          <p14:tracePt t="4270" x="3187700" y="2419350"/>
          <p14:tracePt t="4288" x="3060700" y="2279650"/>
          <p14:tracePt t="4304" x="2851150" y="2101850"/>
          <p14:tracePt t="4321" x="2730500" y="1993900"/>
          <p14:tracePt t="4338" x="2463800" y="1803400"/>
          <p14:tracePt t="4354" x="2343150" y="1733550"/>
          <p14:tracePt t="4370" x="2120900" y="1612900"/>
          <p14:tracePt t="4387" x="1987550" y="1543050"/>
          <p14:tracePt t="4404" x="1943100" y="1530350"/>
          <p14:tracePt t="4421" x="1885950" y="1511300"/>
          <p14:tracePt t="4437" x="1847850" y="1498600"/>
          <p14:tracePt t="4453" x="1835150" y="1492250"/>
          <p14:tracePt t="4470" x="1828800" y="1479550"/>
          <p14:tracePt t="4487" x="1822450" y="1479550"/>
          <p14:tracePt t="4520" x="1809750" y="1479550"/>
          <p14:tracePt t="4537" x="1765300" y="1473200"/>
          <p14:tracePt t="4553" x="1746250" y="1466850"/>
          <p14:tracePt t="4570" x="1720850" y="1460500"/>
          <p14:tracePt t="4587" x="1682750" y="1447800"/>
          <p14:tracePt t="4604" x="1619250" y="1435100"/>
          <p14:tracePt t="4619" x="1593850" y="1416050"/>
          <p14:tracePt t="4636" x="1568450" y="1416050"/>
          <p14:tracePt t="4653" x="1492250" y="1384300"/>
          <p14:tracePt t="4669" x="1473200" y="1371600"/>
          <p14:tracePt t="4686" x="1447800" y="1358900"/>
          <p14:tracePt t="4702" x="1409700" y="1346200"/>
          <p14:tracePt t="4719" x="1377950" y="1333500"/>
          <p14:tracePt t="4736" x="1371600" y="1327150"/>
          <p14:tracePt t="4752" x="1346200" y="1327150"/>
          <p14:tracePt t="4769" x="1339850" y="1320800"/>
          <p14:tracePt t="4786" x="1339850" y="1314450"/>
          <p14:tracePt t="4884" x="1346200" y="1314450"/>
          <p14:tracePt t="4899" x="1352550" y="1314450"/>
          <p14:tracePt t="4906" x="1365250" y="1314450"/>
          <p14:tracePt t="4922" x="1377950" y="1314450"/>
          <p14:tracePt t="4935" x="1435100" y="1314450"/>
          <p14:tracePt t="4951" x="1485900" y="1314450"/>
          <p14:tracePt t="4969" x="1651000" y="1308100"/>
          <p14:tracePt t="4985" x="1765300" y="1301750"/>
          <p14:tracePt t="5002" x="2044700" y="1301750"/>
          <p14:tracePt t="5005" x="2203450" y="1301750"/>
          <p14:tracePt t="5021" x="2387600" y="1301750"/>
          <p14:tracePt t="5035" x="2552700" y="1289050"/>
          <p14:tracePt t="5051" x="2863850" y="1289050"/>
          <p14:tracePt t="5068" x="3168650" y="1295400"/>
          <p14:tracePt t="5085" x="3295650" y="1295400"/>
          <p14:tracePt t="5102" x="3524250" y="1295400"/>
          <p14:tracePt t="5118" x="3676650" y="1295400"/>
          <p14:tracePt t="5134" x="3740150" y="1301750"/>
          <p14:tracePt t="5151" x="3816350" y="1301750"/>
          <p14:tracePt t="5168" x="3867150" y="1308100"/>
          <p14:tracePt t="5184" x="3879850" y="1308100"/>
          <p14:tracePt t="5201" x="3892550" y="1314450"/>
          <p14:tracePt t="5217" x="3905250" y="1314450"/>
          <p14:tracePt t="5306" x="3911600" y="1314450"/>
          <p14:tracePt t="5320" x="3917950" y="1320800"/>
          <p14:tracePt t="5326" x="3930650" y="1320800"/>
          <p14:tracePt t="5341" x="3937000" y="1320800"/>
          <p14:tracePt t="5350" x="3949700" y="1320800"/>
          <p14:tracePt t="5370" x="3956050" y="1320800"/>
          <p14:tracePt t="5384" x="3962400" y="1320800"/>
          <p14:tracePt t="5400" x="3968750" y="1327150"/>
          <p14:tracePt t="5418" x="3981450" y="1327150"/>
          <p14:tracePt t="5450" x="3987800" y="1327150"/>
          <p14:tracePt t="5470" x="3994150" y="1327150"/>
          <p14:tracePt t="5483" x="4006850" y="1327150"/>
          <p14:tracePt t="5500" x="4025900" y="1333500"/>
          <p14:tracePt t="5516" x="4057650" y="1333500"/>
          <p14:tracePt t="5533" x="4076700" y="1339850"/>
          <p14:tracePt t="5550" x="4095750" y="1339850"/>
          <p14:tracePt t="5566" x="4184650" y="1352550"/>
          <p14:tracePt t="5583" x="4216400" y="1358900"/>
          <p14:tracePt t="5600" x="4279900" y="1371600"/>
          <p14:tracePt t="5616" x="4305300" y="1371600"/>
          <p14:tracePt t="5633" x="4362450" y="1371600"/>
          <p14:tracePt t="5650" x="4406900" y="1377950"/>
          <p14:tracePt t="5666" x="4432300" y="1377950"/>
          <p14:tracePt t="5683" x="4451350" y="1377950"/>
          <p14:tracePt t="5699" x="4470400" y="1377950"/>
          <p14:tracePt t="5716" x="4483100" y="1377950"/>
          <p14:tracePt t="5733" x="4489450" y="1384300"/>
          <p14:tracePt t="5748" x="4502150" y="1390650"/>
          <p14:tracePt t="5867" x="4495800" y="1397000"/>
          <p14:tracePt t="5887" x="4489450" y="1403350"/>
          <p14:tracePt t="5895" x="4489450" y="1409700"/>
          <p14:tracePt t="5909" x="4483100" y="1416050"/>
          <p14:tracePt t="7002" x="4489450" y="1460500"/>
          <p14:tracePt t="7009" x="4508500" y="1511300"/>
          <p14:tracePt t="7023" x="4540250" y="1568450"/>
          <p14:tracePt t="7031" x="4565650" y="1625600"/>
          <p14:tracePt t="7045" x="4597400" y="1682750"/>
          <p14:tracePt t="7061" x="4622800" y="1758950"/>
          <p14:tracePt t="7078" x="4705350" y="1949450"/>
          <p14:tracePt t="7094" x="4781550" y="2146300"/>
          <p14:tracePt t="7111" x="4819650" y="2235200"/>
          <p14:tracePt t="7128" x="4914900" y="2451100"/>
          <p14:tracePt t="7144" x="4959350" y="2552700"/>
          <p14:tracePt t="7161" x="4997450" y="2660650"/>
          <p14:tracePt t="7178" x="5111750" y="2901950"/>
          <p14:tracePt t="7194" x="5137150" y="2946400"/>
          <p14:tracePt t="7211" x="5181600" y="3022600"/>
          <p14:tracePt t="7227" x="5213350" y="3086100"/>
          <p14:tracePt t="7244" x="5238750" y="3117850"/>
          <p14:tracePt t="7262" x="5251450" y="3149600"/>
          <p14:tracePt t="7277" x="5251450" y="3155950"/>
          <p14:tracePt t="7294" x="5257800" y="3155950"/>
          <p14:tracePt t="7331" x="5257800" y="3162300"/>
          <p14:tracePt t="7353" x="5264150" y="3168650"/>
          <p14:tracePt t="7361" x="5270500" y="3175000"/>
          <p14:tracePt t="7376" x="5283200" y="3187700"/>
          <p14:tracePt t="7393" x="5295900" y="3194050"/>
          <p14:tracePt t="7410" x="5314950" y="3213100"/>
          <p14:tracePt t="7426" x="5321300" y="3219450"/>
          <p14:tracePt t="7485" x="5321300" y="3213100"/>
          <p14:tracePt t="7500" x="5321300" y="3206750"/>
          <p14:tracePt t="7514" x="5321300" y="3200400"/>
          <p14:tracePt t="7521" x="5314950" y="3194050"/>
          <p14:tracePt t="7534" x="5302250" y="3187700"/>
          <p14:tracePt t="7543" x="5289550" y="3181350"/>
          <p14:tracePt t="7559" x="5270500" y="3168650"/>
          <p14:tracePt t="7576" x="5194300" y="3143250"/>
          <p14:tracePt t="7592" x="5048250" y="3098800"/>
          <p14:tracePt t="7609" x="4959350" y="3079750"/>
          <p14:tracePt t="7626" x="4762500" y="3048000"/>
          <p14:tracePt t="7642" x="4584700" y="3003550"/>
          <p14:tracePt t="7659" x="4483100" y="2997200"/>
          <p14:tracePt t="7676" x="4273550" y="2946400"/>
          <p14:tracePt t="7692" x="4159250" y="2921000"/>
          <p14:tracePt t="7709" x="3924300" y="2844800"/>
          <p14:tracePt t="7726" x="3816350" y="2806700"/>
          <p14:tracePt t="7742" x="3714750" y="2762250"/>
          <p14:tracePt t="7759" x="3524250" y="2679700"/>
          <p14:tracePt t="7775" x="3467100" y="2654300"/>
          <p14:tracePt t="7792" x="3429000" y="2628900"/>
          <p14:tracePt t="7809" x="3422650" y="2628900"/>
          <p14:tracePt t="7841" x="3422650" y="2622550"/>
          <p14:tracePt t="7858" x="3429000" y="2622550"/>
          <p14:tracePt t="7874" x="3454400" y="2616200"/>
          <p14:tracePt t="7892" x="3498850" y="2603500"/>
          <p14:tracePt t="7908" x="3562350" y="2603500"/>
          <p14:tracePt t="7925" x="3752850" y="2584450"/>
          <p14:tracePt t="7942" x="3879850" y="2565400"/>
          <p14:tracePt t="7958" x="4006850" y="2552700"/>
          <p14:tracePt t="7975" x="4203700" y="2546350"/>
          <p14:tracePt t="7991" x="4267200" y="2546350"/>
          <p14:tracePt t="8008" x="4298950" y="2546350"/>
          <p14:tracePt t="8024" x="4305300" y="2546350"/>
          <p14:tracePt t="8057" x="4286250" y="2552700"/>
          <p14:tracePt t="8075" x="4260850" y="2552700"/>
          <p14:tracePt t="8090" x="4140200" y="2565400"/>
          <p14:tracePt t="8108" x="4051300" y="2578100"/>
          <p14:tracePt t="8124" x="3949700" y="2590800"/>
          <p14:tracePt t="8141" x="3695700" y="2609850"/>
          <p14:tracePt t="8157" x="3581400" y="2616200"/>
          <p14:tracePt t="8174" x="3403600" y="2616200"/>
          <p14:tracePt t="8191" x="3365500" y="2616200"/>
          <p14:tracePt t="8207" x="3340100" y="2616200"/>
          <p14:tracePt t="8224" x="3333750" y="2616200"/>
          <p14:tracePt t="8265" x="3384550" y="2616200"/>
          <p14:tracePt t="8273" x="3448050" y="2616200"/>
          <p14:tracePt t="8290" x="3543300" y="2603500"/>
          <p14:tracePt t="8307" x="3810000" y="2571750"/>
          <p14:tracePt t="8323" x="3937000" y="2540000"/>
          <p14:tracePt t="8340" x="4152900" y="2508250"/>
          <p14:tracePt t="8357" x="4260850" y="2489200"/>
          <p14:tracePt t="8373" x="4279900" y="2482850"/>
          <p14:tracePt t="8390" x="4286250" y="2482850"/>
          <p14:tracePt t="8423" x="4267200" y="2482850"/>
          <p14:tracePt t="8440" x="4178300" y="2482850"/>
          <p14:tracePt t="8456" x="4038600" y="2495550"/>
          <p14:tracePt t="8473" x="3962400" y="2495550"/>
          <p14:tracePt t="8489" x="3810000" y="2495550"/>
          <p14:tracePt t="8506" x="3657600" y="2501900"/>
          <p14:tracePt t="8523" x="3606800" y="2501900"/>
          <p14:tracePt t="8540" x="3556000" y="2501900"/>
          <p14:tracePt t="8556" x="3549650" y="2501900"/>
          <p14:tracePt t="8587" x="3556000" y="2501900"/>
          <p14:tracePt t="8595" x="3562350" y="2501900"/>
          <p14:tracePt t="8609" x="3587750" y="2495550"/>
          <p14:tracePt t="8623" x="3651250" y="2495550"/>
          <p14:tracePt t="8639" x="3829050" y="2489200"/>
          <p14:tracePt t="8655" x="3968750" y="2476500"/>
          <p14:tracePt t="8672" x="4248150" y="2470150"/>
          <p14:tracePt t="8689" x="4451350" y="2444750"/>
          <p14:tracePt t="8706" x="4508500" y="2438400"/>
          <p14:tracePt t="8722" x="4572000" y="2432050"/>
          <p14:tracePt t="8763" x="4565650" y="2432050"/>
          <p14:tracePt t="8776" x="4552950" y="2432050"/>
          <p14:tracePt t="8784" x="4546600" y="2432050"/>
          <p14:tracePt t="8798" x="4521200" y="2432050"/>
          <p14:tracePt t="8808" x="4483100" y="2432050"/>
          <p14:tracePt t="8821" x="4419600" y="2432050"/>
          <p14:tracePt t="8838" x="4241800" y="2438400"/>
          <p14:tracePt t="8855" x="4025900" y="2451100"/>
          <p14:tracePt t="8872" x="3937000" y="2457450"/>
          <p14:tracePt t="8888" x="3854450" y="2470150"/>
          <p14:tracePt t="8904" x="3784600" y="2482850"/>
          <p14:tracePt t="8921" x="3771900" y="2482850"/>
          <p14:tracePt t="8939" x="3765550" y="2482850"/>
          <p14:tracePt t="8955" x="3778250" y="2489200"/>
          <p14:tracePt t="8971" x="3816350" y="2489200"/>
          <p14:tracePt t="8989" x="4000500" y="2501900"/>
          <p14:tracePt t="9004" x="4152900" y="2501900"/>
          <p14:tracePt t="9021" x="4337050" y="2501900"/>
          <p14:tracePt t="9038" x="4641850" y="2495550"/>
          <p14:tracePt t="9054" x="4743450" y="2482850"/>
          <p14:tracePt t="9057" x="4813300" y="2476500"/>
          <p14:tracePt t="9071" x="4832350" y="2470150"/>
          <p14:tracePt t="9088" x="4845050" y="2470150"/>
          <p14:tracePt t="9114" x="4838700" y="2470150"/>
          <p14:tracePt t="9128" x="4819650" y="2470150"/>
          <p14:tracePt t="9142" x="4775200" y="2470150"/>
          <p14:tracePt t="9157" x="4699000" y="2470150"/>
          <p14:tracePt t="9170" x="4610100" y="2470150"/>
          <p14:tracePt t="9187" x="4483100" y="2482850"/>
          <p14:tracePt t="9205" x="4159250" y="2508250"/>
          <p14:tracePt t="9220" x="4032250" y="2508250"/>
          <p14:tracePt t="9237" x="3930650" y="2514600"/>
          <p14:tracePt t="9254" x="3816350" y="2514600"/>
          <p14:tracePt t="9270" x="3797300" y="2514600"/>
          <p14:tracePt t="9287" x="3784600" y="2514600"/>
          <p14:tracePt t="9320" x="3797300" y="2514600"/>
          <p14:tracePt t="9336" x="3879850" y="2508250"/>
          <p14:tracePt t="9353" x="4095750" y="2482850"/>
          <p14:tracePt t="9370" x="4222750" y="2463800"/>
          <p14:tracePt t="9387" x="4438650" y="2444750"/>
          <p14:tracePt t="9403" x="4559300" y="2425700"/>
          <p14:tracePt t="9420" x="4591050" y="2419350"/>
          <p14:tracePt t="9437" x="4597400" y="2419350"/>
          <p14:tracePt t="9469" x="4591050" y="2419350"/>
          <p14:tracePt t="9489" x="4584700" y="2419350"/>
          <p14:tracePt t="9503" x="4572000" y="2425700"/>
          <p14:tracePt t="9519" x="4565650" y="2425700"/>
          <p14:tracePt t="9536" x="4432300" y="2444750"/>
          <p14:tracePt t="9552" x="4343400" y="2451100"/>
          <p14:tracePt t="9570" x="4254500" y="2463800"/>
          <p14:tracePt t="9573" x="4140200" y="2470150"/>
          <p14:tracePt t="9586" x="3924300" y="2482850"/>
          <p14:tracePt t="9603" x="3797300" y="2501900"/>
          <p14:tracePt t="9620" x="3587750" y="2546350"/>
          <p14:tracePt t="9636" x="3511550" y="2565400"/>
          <p14:tracePt t="9652" x="3429000" y="2578100"/>
          <p14:tracePt t="9669" x="3409950" y="2578100"/>
          <p14:tracePt t="9685" x="3403600" y="2578100"/>
          <p14:tracePt t="9702" x="3403600" y="2584450"/>
          <p14:tracePt t="9802" x="3409950" y="2584450"/>
          <p14:tracePt t="9829" x="3429000" y="2584450"/>
          <p14:tracePt t="9837" x="3448050" y="2584450"/>
          <p14:tracePt t="9851" x="3486150" y="2597150"/>
          <p14:tracePt t="9865" x="3549650" y="2597150"/>
          <p14:tracePt t="9879" x="3651250" y="2603500"/>
          <p14:tracePt t="9887" x="3778250" y="2603500"/>
          <p14:tracePt t="9902" x="3930650" y="2603500"/>
          <p14:tracePt t="9917" x="4095750" y="2597150"/>
          <p14:tracePt t="9936" x="4387850" y="2578100"/>
          <p14:tracePt t="9951" x="4502150" y="2565400"/>
          <p14:tracePt t="9968" x="4591050" y="2559050"/>
          <p14:tracePt t="9985" x="4692650" y="2540000"/>
          <p14:tracePt t="10001" x="4711700" y="2540000"/>
          <p14:tracePt t="10018" x="4724400" y="2540000"/>
          <p14:tracePt t="10034" x="4730750" y="2540000"/>
          <p14:tracePt t="10069" x="4724400" y="2540000"/>
          <p14:tracePt t="10082" x="4718050" y="2540000"/>
          <p14:tracePt t="10097" x="4711700" y="2540000"/>
          <p14:tracePt t="10104" x="4705350" y="2540000"/>
          <p14:tracePt t="10118" x="4699000" y="2540000"/>
          <p14:tracePt t="10134" x="4692650" y="2540000"/>
          <p14:tracePt t="10150" x="4686300" y="2552700"/>
          <p14:tracePt t="10941" x="4705350" y="2660650"/>
          <p14:tracePt t="10954" x="4743450" y="2863850"/>
          <p14:tracePt t="10961" x="4775200" y="3086100"/>
          <p14:tracePt t="10969" x="4775200" y="3289300"/>
          <p14:tracePt t="10984" x="4800600" y="3486150"/>
          <p14:tracePt t="10997" x="4800600" y="3670300"/>
          <p14:tracePt t="11014" x="4800600" y="3943350"/>
          <p14:tracePt t="11031" x="4794250" y="4210050"/>
          <p14:tracePt t="11047" x="4794250" y="4298950"/>
          <p14:tracePt t="11064" x="4794250" y="4413250"/>
          <p14:tracePt t="11081" x="4787900" y="4508500"/>
          <p14:tracePt t="11097" x="4787900" y="4540250"/>
          <p14:tracePt t="11101" x="4781550" y="4565650"/>
          <p14:tracePt t="11114" x="4781550" y="4597400"/>
          <p14:tracePt t="11131" x="4781550" y="4629150"/>
          <p14:tracePt t="11147" x="4781550" y="4641850"/>
          <p14:tracePt t="11164" x="4781550" y="4654550"/>
          <p14:tracePt t="11180" x="4756150" y="4718050"/>
          <p14:tracePt t="11197" x="4749800" y="4730750"/>
          <p14:tracePt t="11214" x="4730750" y="4756150"/>
          <p14:tracePt t="11230" x="4718050" y="47752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(10); print(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range(10, 0, -1)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cd.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for x in range(10,0,-1)]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[x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x in </a:t>
            </a:r>
            <a:r>
              <a:rPr lang="en-US" altLang="en-US" sz="3200" dirty="0">
                <a:solidFill>
                  <a:srgbClr val="F2A700"/>
                </a:solidFill>
                <a:latin typeface="Lucida Console" panose="020B0609040504020204" pitchFamily="49" charset="0"/>
              </a:rPr>
              <a:t>cd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[10, 9, 8, 7, 6, 5, 4, 3, 2, 1]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6429375"/>
            <a:ext cx="1295400" cy="48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9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4708"/>
    </mc:Choice>
    <mc:Fallback xmlns="">
      <p:transition advTm="147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20" x="4267200" y="3727450"/>
          <p14:tracePt t="1235" x="4241800" y="3727450"/>
          <p14:tracePt t="1242" x="4210050" y="3727450"/>
          <p14:tracePt t="1256" x="4184650" y="3727450"/>
          <p14:tracePt t="1265" x="4146550" y="3727450"/>
          <p14:tracePt t="1282" x="4102100" y="3746500"/>
          <p14:tracePt t="1299" x="4025900" y="3771900"/>
          <p14:tracePt t="1316" x="3956050" y="3803650"/>
          <p14:tracePt t="1333" x="3911600" y="3822700"/>
          <p14:tracePt t="1349" x="3835400" y="3873500"/>
          <p14:tracePt t="1365" x="3790950" y="3886200"/>
          <p14:tracePt t="1383" x="3689350" y="3962400"/>
          <p14:tracePt t="1399" x="3587750" y="4019550"/>
          <p14:tracePt t="1415" x="3530600" y="4044950"/>
          <p14:tracePt t="1432" x="3429000" y="4102100"/>
          <p14:tracePt t="1449" x="3340100" y="4152900"/>
          <p14:tracePt t="1465" x="3295650" y="4191000"/>
          <p14:tracePt t="1482" x="3200400" y="4229100"/>
          <p14:tracePt t="1498" x="3111500" y="4241800"/>
          <p14:tracePt t="1516" x="3054350" y="4260850"/>
          <p14:tracePt t="1531" x="3035300" y="4273550"/>
          <p14:tracePt t="1548" x="2984500" y="4286250"/>
          <p14:tracePt t="1565" x="2940050" y="4298950"/>
          <p14:tracePt t="1581" x="2921000" y="4311650"/>
          <p14:tracePt t="1598" x="2882900" y="4330700"/>
          <p14:tracePt t="1615" x="2851150" y="4343400"/>
          <p14:tracePt t="1631" x="2844800" y="4356100"/>
          <p14:tracePt t="1649" x="2832100" y="4362450"/>
          <p14:tracePt t="1664" x="2825750" y="4368800"/>
          <p14:tracePt t="1704" x="2819400" y="4368800"/>
          <p14:tracePt t="1790" x="2819400" y="4362450"/>
          <p14:tracePt t="2330" x="2819400" y="4400550"/>
          <p14:tracePt t="2337" x="2819400" y="4438650"/>
          <p14:tracePt t="2346" x="2819400" y="4489450"/>
          <p14:tracePt t="2362" x="2806700" y="4527550"/>
          <p14:tracePt t="2380" x="2800350" y="4622800"/>
          <p14:tracePt t="2395" x="2800350" y="4673600"/>
          <p14:tracePt t="2412" x="2800350" y="4800600"/>
          <p14:tracePt t="2429" x="2800350" y="4946650"/>
          <p14:tracePt t="2445" x="2813050" y="4997450"/>
          <p14:tracePt t="2462" x="2832100" y="5118100"/>
          <p14:tracePt t="2479" x="2857500" y="5187950"/>
          <p14:tracePt t="2495" x="2863850" y="5232400"/>
          <p14:tracePt t="2511" x="2882900" y="5289550"/>
          <p14:tracePt t="2528" x="2908300" y="5365750"/>
          <p14:tracePt t="2545" x="2914650" y="5391150"/>
          <p14:tracePt t="2562" x="2921000" y="5441950"/>
          <p14:tracePt t="2578" x="2921000" y="5492750"/>
          <p14:tracePt t="2595" x="2921000" y="5505450"/>
          <p14:tracePt t="2611" x="2921000" y="5537200"/>
          <p14:tracePt t="2628" x="2908300" y="5568950"/>
          <p14:tracePt t="2644" x="2901950" y="5594350"/>
          <p14:tracePt t="2661" x="2889250" y="5632450"/>
          <p14:tracePt t="2678" x="2870200" y="5676900"/>
          <p14:tracePt t="2695" x="2844800" y="5721350"/>
          <p14:tracePt t="2711" x="2832100" y="5740400"/>
          <p14:tracePt t="2727" x="2819400" y="5759450"/>
          <p14:tracePt t="2745" x="2705100" y="5854700"/>
          <p14:tracePt t="2761" x="2660650" y="5873750"/>
          <p14:tracePt t="2777" x="2616200" y="5899150"/>
          <p14:tracePt t="2794" x="2495550" y="5943600"/>
          <p14:tracePt t="2810" x="2362200" y="5981700"/>
          <p14:tracePt t="2828" x="2286000" y="6007100"/>
          <p14:tracePt t="2844" x="2152650" y="6019800"/>
          <p14:tracePt t="2860" x="2032000" y="6038850"/>
          <p14:tracePt t="2878" x="1962150" y="6051550"/>
          <p14:tracePt t="2894" x="1924050" y="6051550"/>
          <p14:tracePt t="2910" x="1873250" y="6051550"/>
          <p14:tracePt t="2927" x="1828800" y="6051550"/>
          <p14:tracePt t="2943" x="1803400" y="6051550"/>
          <p14:tracePt t="2960" x="1765300" y="6057900"/>
          <p14:tracePt t="2977" x="1733550" y="6057900"/>
          <p14:tracePt t="2993" x="1720850" y="6057900"/>
          <p14:tracePt t="3011" x="1695450" y="6057900"/>
          <p14:tracePt t="3026" x="1676400" y="6057900"/>
          <p14:tracePt t="3060" x="1670050" y="6057900"/>
          <p14:tracePt t="3076" x="1663700" y="6057900"/>
          <p14:tracePt t="3278" x="1708150" y="6064250"/>
          <p14:tracePt t="3292" x="1784350" y="6070600"/>
          <p14:tracePt t="3299" x="1885950" y="6070600"/>
          <p14:tracePt t="3308" x="1987550" y="6083300"/>
          <p14:tracePt t="3326" x="2228850" y="6083300"/>
          <p14:tracePt t="3342" x="2355850" y="6083300"/>
          <p14:tracePt t="3358" x="2482850" y="6076950"/>
          <p14:tracePt t="3376" x="2876550" y="6045200"/>
          <p14:tracePt t="3392" x="2978150" y="6026150"/>
          <p14:tracePt t="3410" x="3079750" y="6007100"/>
          <p14:tracePt t="3426" x="3251200" y="5975350"/>
          <p14:tracePt t="3442" x="3371850" y="5937250"/>
          <p14:tracePt t="3458" x="3429000" y="5918200"/>
          <p14:tracePt t="3475" x="3511550" y="5886450"/>
          <p14:tracePt t="3491" x="3594100" y="5861050"/>
          <p14:tracePt t="3509" x="3644900" y="5848350"/>
          <p14:tracePt t="3524" x="3676650" y="5835650"/>
          <p14:tracePt t="3541" x="3727450" y="5822950"/>
          <p14:tracePt t="3559" x="3778250" y="5803900"/>
          <p14:tracePt t="3574" x="3797300" y="5803900"/>
          <p14:tracePt t="3591" x="3816350" y="5797550"/>
          <p14:tracePt t="3608" x="3879850" y="5772150"/>
          <p14:tracePt t="3625" x="3911600" y="5765800"/>
          <p14:tracePt t="3641" x="3924300" y="5759450"/>
          <p14:tracePt t="3657" x="3994150" y="5753100"/>
          <p14:tracePt t="3674" x="4013200" y="5746750"/>
          <p14:tracePt t="3692" x="4044950" y="5746750"/>
          <p14:tracePt t="3708" x="4057650" y="5746750"/>
          <p14:tracePt t="3724" x="4102100" y="5740400"/>
          <p14:tracePt t="3741" x="4133850" y="5740400"/>
          <p14:tracePt t="3757" x="4152900" y="5740400"/>
          <p14:tracePt t="3774" x="4197350" y="5740400"/>
          <p14:tracePt t="3791" x="4216400" y="5740400"/>
          <p14:tracePt t="3807" x="4229100" y="5740400"/>
          <p14:tracePt t="3824" x="4248150" y="5746750"/>
          <p14:tracePt t="3840" x="4267200" y="5746750"/>
          <p14:tracePt t="3857" x="4273550" y="5753100"/>
          <p14:tracePt t="3874" x="4286250" y="5753100"/>
          <p14:tracePt t="3890" x="4292600" y="5753100"/>
          <p14:tracePt t="3907" x="4298950" y="5753100"/>
          <p14:tracePt t="3924" x="4305300" y="5753100"/>
          <p14:tracePt t="3940" x="4311650" y="5753100"/>
          <p14:tracePt t="4001" x="4318000" y="5753100"/>
          <p14:tracePt t="4344" x="4343400" y="5765800"/>
          <p14:tracePt t="4351" x="4375150" y="5772150"/>
          <p14:tracePt t="4365" x="4413250" y="5791200"/>
          <p14:tracePt t="4375" x="4445000" y="5797550"/>
          <p14:tracePt t="4388" x="4476750" y="5803900"/>
          <p14:tracePt t="4405" x="4521200" y="5816600"/>
          <p14:tracePt t="4422" x="4559300" y="5822950"/>
          <p14:tracePt t="4438" x="4578350" y="5835650"/>
          <p14:tracePt t="4455" x="4591050" y="5835650"/>
          <p14:tracePt t="4471" x="4616450" y="5835650"/>
          <p14:tracePt t="4488" x="4622800" y="5835650"/>
          <p14:tracePt t="4505" x="4635500" y="5835650"/>
          <p14:tracePt t="4521" x="4641850" y="5835650"/>
          <p14:tracePt t="4538" x="4648200" y="5835650"/>
          <p14:tracePt t="4557" x="4654550" y="5842000"/>
          <p14:tracePt t="4597" x="4654550" y="5848350"/>
          <p14:tracePt t="4702" x="4648200" y="5848350"/>
          <p14:tracePt t="4737" x="4641850" y="5848350"/>
          <p14:tracePt t="4751" x="4635500" y="5848350"/>
          <p14:tracePt t="4772" x="4629150" y="5848350"/>
          <p14:tracePt t="4793" x="4622800" y="5848350"/>
          <p14:tracePt t="4807" x="4616450" y="5848350"/>
          <p14:tracePt t="4814" x="4610100" y="5848350"/>
          <p14:tracePt t="4823" x="4597400" y="5848350"/>
          <p14:tracePt t="4837" x="4584700" y="5848350"/>
          <p14:tracePt t="4853" x="4572000" y="5848350"/>
          <p14:tracePt t="4871" x="4552950" y="5848350"/>
          <p14:tracePt t="4887" x="4514850" y="5854700"/>
          <p14:tracePt t="4903" x="4502150" y="5854700"/>
          <p14:tracePt t="4920" x="4495800" y="5861050"/>
          <p14:tracePt t="4936" x="4483100" y="5867400"/>
          <p14:tracePt t="4970" x="4483100" y="5873750"/>
          <p14:tracePt t="4997" x="4483100" y="5880100"/>
          <p14:tracePt t="5018" x="4489450" y="5880100"/>
          <p14:tracePt t="5032" x="4495800" y="5880100"/>
          <p14:tracePt t="5054" x="4502150" y="5880100"/>
          <p14:tracePt t="5067" x="4508500" y="5880100"/>
          <p14:tracePt t="5074" x="4521200" y="5880100"/>
          <p14:tracePt t="5089" x="4540250" y="5880100"/>
          <p14:tracePt t="5103" x="4584700" y="5880100"/>
          <p14:tracePt t="5119" x="4603750" y="5873750"/>
          <p14:tracePt t="5136" x="4629150" y="5873750"/>
          <p14:tracePt t="5152" x="4673600" y="5873750"/>
          <p14:tracePt t="5169" x="4699000" y="5867400"/>
          <p14:tracePt t="5186" x="4711700" y="5867400"/>
          <p14:tracePt t="5202" x="4724400" y="5867400"/>
          <p14:tracePt t="5326" x="4718050" y="5867400"/>
          <p14:tracePt t="5334" x="4711700" y="5867400"/>
          <p14:tracePt t="5348" x="4705350" y="5867400"/>
          <p14:tracePt t="5355" x="4699000" y="5861050"/>
          <p14:tracePt t="5376" x="4686300" y="5861050"/>
          <p14:tracePt t="5397" x="4679950" y="5861050"/>
          <p14:tracePt t="5405" x="4667250" y="5861050"/>
          <p14:tracePt t="5421" x="4654550" y="5861050"/>
          <p14:tracePt t="5435" x="4641850" y="5867400"/>
          <p14:tracePt t="5451" x="4616450" y="5880100"/>
          <p14:tracePt t="5468" x="4603750" y="5886450"/>
          <p14:tracePt t="5485" x="4597400" y="5886450"/>
          <p14:tracePt t="5502" x="4591050" y="5892800"/>
          <p14:tracePt t="5538" x="4597400" y="5899150"/>
          <p14:tracePt t="5559" x="4603750" y="5899150"/>
          <p14:tracePt t="5567" x="4610100" y="5899150"/>
          <p14:tracePt t="5584" x="4616450" y="5899150"/>
          <p14:tracePt t="5602" x="4622800" y="5899150"/>
          <p14:tracePt t="5618" x="4648200" y="5899150"/>
          <p14:tracePt t="5634" x="4660900" y="5899150"/>
          <p14:tracePt t="5651" x="4686300" y="5892800"/>
          <p14:tracePt t="5667" x="4711700" y="5886450"/>
          <p14:tracePt t="5684" x="4724400" y="5880100"/>
          <p14:tracePt t="5700" x="4730750" y="5873750"/>
          <p14:tracePt t="5717" x="4737100" y="5873750"/>
          <p14:tracePt t="5734" x="4737100" y="5867400"/>
          <p14:tracePt t="5798" x="4730750" y="5867400"/>
          <p14:tracePt t="5818" x="4724400" y="5867400"/>
          <p14:tracePt t="5825" x="4718050" y="5867400"/>
          <p14:tracePt t="5860" x="4711700" y="5867400"/>
          <p14:tracePt t="5874" x="4705350" y="5867400"/>
          <p14:tracePt t="5896" x="4699000" y="5867400"/>
          <p14:tracePt t="5910" x="4692650" y="5867400"/>
          <p14:tracePt t="5945" x="4686300" y="5867400"/>
          <p14:tracePt t="5980" x="4679950" y="5867400"/>
          <p14:tracePt t="6050" x="4679950" y="5873750"/>
          <p14:tracePt t="6107" x="4686300" y="5873750"/>
          <p14:tracePt t="6170" x="4686300" y="5867400"/>
          <p14:tracePt t="6582" x="4648200" y="5886450"/>
          <p14:tracePt t="6589" x="4572000" y="5918200"/>
          <p14:tracePt t="6603" x="4489450" y="5943600"/>
          <p14:tracePt t="6614" x="4406900" y="5988050"/>
          <p14:tracePt t="6631" x="4210050" y="6045200"/>
          <p14:tracePt t="6647" x="4133850" y="6076950"/>
          <p14:tracePt t="6664" x="3962400" y="6127750"/>
          <p14:tracePt t="6681" x="3816350" y="6159500"/>
          <p14:tracePt t="6697" x="3746500" y="6178550"/>
          <p14:tracePt t="6714" x="3619500" y="6203950"/>
          <p14:tracePt t="6730" x="3536950" y="6223000"/>
          <p14:tracePt t="6748" x="3505200" y="6235700"/>
          <p14:tracePt t="6764" x="3454400" y="6248400"/>
          <p14:tracePt t="6780" x="3397250" y="6248400"/>
          <p14:tracePt t="6797" x="3378200" y="6248400"/>
          <p14:tracePt t="6814" x="3327400" y="6248400"/>
          <p14:tracePt t="6830" x="3257550" y="6248400"/>
          <p14:tracePt t="6847" x="3206750" y="6248400"/>
          <p14:tracePt t="6863" x="3117850" y="6248400"/>
          <p14:tracePt t="6880" x="3041650" y="6248400"/>
          <p14:tracePt t="6896" x="2984500" y="6242050"/>
          <p14:tracePt t="6913" x="2876550" y="6229350"/>
          <p14:tracePt t="6930" x="2825750" y="6223000"/>
          <p14:tracePt t="6948" x="2616200" y="6203950"/>
          <p14:tracePt t="6962" x="2540000" y="6191250"/>
          <p14:tracePt t="6979" x="2489200" y="6184900"/>
          <p14:tracePt t="6997" x="2311400" y="6159500"/>
          <p14:tracePt t="7013" x="2273300" y="6146800"/>
          <p14:tracePt t="7029" x="2254250" y="6146800"/>
          <p14:tracePt t="7046" x="2209800" y="6140450"/>
          <p14:tracePt t="7062" x="2184400" y="6140450"/>
          <p14:tracePt t="7096" x="2159000" y="6140450"/>
          <p14:tracePt t="7112" x="2139950" y="6140450"/>
          <p14:tracePt t="7130" x="2114550" y="6140450"/>
          <p14:tracePt t="7145" x="2108200" y="6140450"/>
          <p14:tracePt t="7162" x="2089150" y="6140450"/>
          <p14:tracePt t="7179" x="2063750" y="6140450"/>
          <p14:tracePt t="7195" x="2051050" y="6140450"/>
          <p14:tracePt t="7212" x="2032000" y="6140450"/>
          <p14:tracePt t="7229" x="2025650" y="6146800"/>
          <p14:tracePt t="7262" x="2019300" y="6153150"/>
          <p14:tracePt t="7278" x="2019300" y="6165850"/>
          <p14:tracePt t="7390" x="2025650" y="6165850"/>
          <p14:tracePt t="7404" x="2032000" y="6165850"/>
          <p14:tracePt t="7410" x="2044700" y="6165850"/>
          <p14:tracePt t="7418" x="2063750" y="6165850"/>
          <p14:tracePt t="7432" x="2095500" y="6165850"/>
          <p14:tracePt t="7444" x="2133600" y="6165850"/>
          <p14:tracePt t="7461" x="2247900" y="6165850"/>
          <p14:tracePt t="7478" x="2324100" y="6165850"/>
          <p14:tracePt t="7495" x="2514600" y="6178550"/>
          <p14:tracePt t="7511" x="2628900" y="6178550"/>
          <p14:tracePt t="7527" x="2870200" y="6197600"/>
          <p14:tracePt t="7544" x="3111500" y="6223000"/>
          <p14:tracePt t="7561" x="3238500" y="6223000"/>
          <p14:tracePt t="7578" x="3517900" y="6254750"/>
          <p14:tracePt t="7595" x="3797300" y="6261100"/>
          <p14:tracePt t="7611" x="3975100" y="6273800"/>
          <p14:tracePt t="7628" x="4368800" y="6286500"/>
          <p14:tracePt t="7643" x="4787900" y="6286500"/>
          <p14:tracePt t="7660" x="5022850" y="6286500"/>
          <p14:tracePt t="7677" x="5441950" y="6280150"/>
          <p14:tracePt t="7694" x="5740400" y="6273800"/>
          <p14:tracePt t="7711" x="5930900" y="6261100"/>
          <p14:tracePt t="7727" x="6223000" y="6248400"/>
          <p14:tracePt t="7743" x="6381750" y="6248400"/>
          <p14:tracePt t="7760" x="6673850" y="6248400"/>
          <p14:tracePt t="7777" x="6902450" y="6254750"/>
          <p14:tracePt t="7794" x="7004050" y="6261100"/>
          <p14:tracePt t="7811" x="7150100" y="6273800"/>
          <p14:tracePt t="7826" x="7264400" y="6267450"/>
          <p14:tracePt t="7843" x="7302500" y="6267450"/>
          <p14:tracePt t="7860" x="7372350" y="6267450"/>
          <p14:tracePt t="7876" x="7429500" y="6261100"/>
          <p14:tracePt t="7893" x="7448550" y="6261100"/>
          <p14:tracePt t="7910" x="7499350" y="6261100"/>
          <p14:tracePt t="7926" x="7537450" y="6261100"/>
          <p14:tracePt t="7943" x="7562850" y="6254750"/>
          <p14:tracePt t="7960" x="7594600" y="6242050"/>
          <p14:tracePt t="7976" x="7620000" y="6235700"/>
          <p14:tracePt t="7993" x="7626350" y="6235700"/>
          <p14:tracePt t="8009" x="7645400" y="6223000"/>
          <p14:tracePt t="8029" x="7651750" y="6223000"/>
          <p14:tracePt t="8043" x="7658100" y="6223000"/>
          <p14:tracePt t="8059" x="7664450" y="6223000"/>
          <p14:tracePt t="8120" x="7664450" y="6216650"/>
          <p14:tracePt t="8127" x="7658100" y="6216650"/>
          <p14:tracePt t="8148" x="7651750" y="6216650"/>
          <p14:tracePt t="8169" x="7639050" y="6210300"/>
          <p14:tracePt t="8177" x="7607300" y="6210300"/>
          <p14:tracePt t="8190" x="7581900" y="6210300"/>
          <p14:tracePt t="8197" x="7531100" y="6210300"/>
          <p14:tracePt t="8212" x="7442200" y="6210300"/>
          <p14:tracePt t="8226" x="7315200" y="6210300"/>
          <p14:tracePt t="8242" x="6978650" y="6210300"/>
          <p14:tracePt t="8258" x="6718300" y="6210300"/>
          <p14:tracePt t="8275" x="6070600" y="6223000"/>
          <p14:tracePt t="8291" x="5340350" y="6210300"/>
          <p14:tracePt t="8308" x="4635500" y="6197600"/>
          <p14:tracePt t="8325" x="4070350" y="6197600"/>
          <p14:tracePt t="8342" x="3835400" y="6197600"/>
          <p14:tracePt t="8359" x="3619500" y="6203950"/>
          <p14:tracePt t="8374" x="3143250" y="6223000"/>
          <p14:tracePt t="8391" x="3028950" y="6223000"/>
          <p14:tracePt t="8408" x="2813050" y="6242050"/>
          <p14:tracePt t="8424" x="2724150" y="6242050"/>
          <p14:tracePt t="8441" x="2584450" y="6254750"/>
          <p14:tracePt t="8458" x="2514600" y="6254750"/>
          <p14:tracePt t="8474" x="2495550" y="6254750"/>
          <p14:tracePt t="8491" x="2476500" y="6254750"/>
          <p14:tracePt t="8507" x="2463800" y="6254750"/>
          <p14:tracePt t="8524" x="2451100" y="6254750"/>
          <p14:tracePt t="8541" x="2432050" y="6254750"/>
          <p14:tracePt t="8557" x="2406650" y="6254750"/>
          <p14:tracePt t="8574" x="2400300" y="6254750"/>
          <p14:tracePt t="8591" x="2393950" y="6254750"/>
          <p14:tracePt t="8607" x="2387600" y="6254750"/>
          <p14:tracePt t="8689" x="2393950" y="6254750"/>
          <p14:tracePt t="8710" x="2406650" y="6254750"/>
          <p14:tracePt t="8717" x="2444750" y="6254750"/>
          <p14:tracePt t="8726" x="2501900" y="6254750"/>
          <p14:tracePt t="8740" x="2603500" y="6254750"/>
          <p14:tracePt t="8757" x="2730500" y="6280150"/>
          <p14:tracePt t="8773" x="3175000" y="6318250"/>
          <p14:tracePt t="8790" x="3771900" y="6318250"/>
          <p14:tracePt t="8806" x="4159250" y="6318250"/>
          <p14:tracePt t="8823" x="4946650" y="6273800"/>
          <p14:tracePt t="8840" x="5289550" y="6242050"/>
          <p14:tracePt t="8857" x="6013450" y="6159500"/>
          <p14:tracePt t="8873" x="6654800" y="6096000"/>
          <p14:tracePt t="8890" x="6870700" y="6064250"/>
          <p14:tracePt t="8907" x="7207250" y="6032500"/>
          <p14:tracePt t="8923" x="7423150" y="6000750"/>
          <p14:tracePt t="8939" x="7518400" y="5981700"/>
          <p14:tracePt t="8956" x="7632700" y="5969000"/>
          <p14:tracePt t="8972" x="7664450" y="5969000"/>
          <p14:tracePt t="8990" x="7702550" y="5962650"/>
          <p14:tracePt t="9006" x="7727950" y="5962650"/>
          <p14:tracePt t="9023" x="7734300" y="5962650"/>
          <p14:tracePt t="9040" x="7747000" y="5962650"/>
          <p14:tracePt t="9072" x="7753350" y="5962650"/>
          <p14:tracePt t="9110" x="7759700" y="5962650"/>
          <p14:tracePt t="9131" x="7772400" y="5962650"/>
          <p14:tracePt t="9140" x="7785100" y="5969000"/>
          <p14:tracePt t="9913" x="7721600" y="5969000"/>
          <p14:tracePt t="9921" x="7632700" y="5956300"/>
          <p14:tracePt t="9933" x="7518400" y="5937250"/>
          <p14:tracePt t="9940" x="7372350" y="5918200"/>
          <p14:tracePt t="9956" x="7232650" y="5905500"/>
          <p14:tracePt t="9969" x="6858000" y="5867400"/>
          <p14:tracePt t="9986" x="6692900" y="5854700"/>
          <p14:tracePt t="10002" x="6508750" y="5854700"/>
          <p14:tracePt t="10019" x="5899150" y="5848350"/>
          <p14:tracePt t="10036" x="5734050" y="5842000"/>
          <p14:tracePt t="10052" x="5594350" y="5842000"/>
          <p14:tracePt t="10069" x="5334000" y="5848350"/>
          <p14:tracePt t="10085" x="5105400" y="5854700"/>
          <p14:tracePt t="10103" x="4921250" y="5880100"/>
          <p14:tracePt t="10119" x="4845050" y="5886450"/>
          <p14:tracePt t="10135" x="4737100" y="5899150"/>
          <p14:tracePt t="10152" x="4622800" y="5892800"/>
          <p14:tracePt t="10169" x="4559300" y="5899150"/>
          <p14:tracePt t="10185" x="4400550" y="5905500"/>
          <p14:tracePt t="10202" x="4248150" y="5905500"/>
          <p14:tracePt t="10218" x="4159250" y="5918200"/>
          <p14:tracePt t="10235" x="3981450" y="5937250"/>
          <p14:tracePt t="10251" x="3860800" y="5956300"/>
          <p14:tracePt t="10268" x="3822700" y="5956300"/>
          <p14:tracePt t="10285" x="3771900" y="5969000"/>
          <p14:tracePt t="10301" x="3721100" y="5981700"/>
          <p14:tracePt t="10317" x="3702050" y="6000750"/>
          <p14:tracePt t="10334" x="3702050" y="6013450"/>
          <p14:tracePt t="10656" x="3600450" y="6000750"/>
          <p14:tracePt t="10663" x="3473450" y="5975350"/>
          <p14:tracePt t="10677" x="3327400" y="5956300"/>
          <p14:tracePt t="10686" x="3187700" y="5943600"/>
          <p14:tracePt t="10700" x="3048000" y="5937250"/>
          <p14:tracePt t="10717" x="2774950" y="5937250"/>
          <p14:tracePt t="10733" x="2546350" y="5949950"/>
          <p14:tracePt t="10749" x="2432050" y="5962650"/>
          <p14:tracePt t="10766" x="2247900" y="5988050"/>
          <p14:tracePt t="10783" x="2082800" y="6019800"/>
          <p14:tracePt t="10800" x="2025650" y="6038850"/>
          <p14:tracePt t="10817" x="1943100" y="6045200"/>
          <p14:tracePt t="10832" x="1885950" y="6051550"/>
          <p14:tracePt t="10849" x="1866900" y="6057900"/>
          <p14:tracePt t="10866" x="1841500" y="6064250"/>
          <p14:tracePt t="10882" x="1835150" y="6064250"/>
          <p14:tracePt t="11007" x="1841500" y="6064250"/>
          <p14:tracePt t="11014" x="1847850" y="6064250"/>
          <p14:tracePt t="11062" x="1860550" y="6057900"/>
          <p14:tracePt t="11084" x="1866900" y="6051550"/>
          <p14:tracePt t="11090" x="1873250" y="6051550"/>
          <p14:tracePt t="11112" x="1879600" y="6051550"/>
          <p14:tracePt t="11133" x="1885950" y="6045200"/>
          <p14:tracePt t="11182" x="1892300" y="6038850"/>
          <p14:tracePt t="11231" x="1892300" y="6032500"/>
          <p14:tracePt t="11302" x="1892300" y="6026150"/>
          <p14:tracePt t="11337" x="1885950" y="6019800"/>
          <p14:tracePt t="11343" x="1879600" y="6007100"/>
          <p14:tracePt t="11358" x="1879600" y="6000750"/>
          <p14:tracePt t="11367" x="1873250" y="5988050"/>
          <p14:tracePt t="11380" x="1866900" y="5975350"/>
          <p14:tracePt t="11397" x="1854200" y="5943600"/>
          <p14:tracePt t="11414" x="1841500" y="5899150"/>
          <p14:tracePt t="11431" x="1835150" y="5886450"/>
          <p14:tracePt t="11447" x="1828800" y="5854700"/>
          <p14:tracePt t="11464" x="1816100" y="5835650"/>
          <p14:tracePt t="11480" x="1816100" y="5829300"/>
          <p14:tracePt t="11498" x="1816100" y="5822950"/>
          <p14:tracePt t="11514" x="1809750" y="5816600"/>
          <p14:tracePt t="11534" x="1803400" y="5810250"/>
          <p14:tracePt t="11582" x="1803400" y="5816600"/>
          <p14:tracePt t="11598" x="1803400" y="5822950"/>
          <p14:tracePt t="11603" x="1803400" y="5829300"/>
          <p14:tracePt t="11618" x="1809750" y="5842000"/>
          <p14:tracePt t="11630" x="1816100" y="5854700"/>
          <p14:tracePt t="11647" x="1847850" y="5886450"/>
          <p14:tracePt t="11663" x="1885950" y="5911850"/>
          <p14:tracePt t="11681" x="2006600" y="5969000"/>
          <p14:tracePt t="11696" x="2190750" y="6019800"/>
          <p14:tracePt t="11713" x="2305050" y="6032500"/>
          <p14:tracePt t="11730" x="2520950" y="6051550"/>
          <p14:tracePt t="11746" x="2736850" y="6051550"/>
          <p14:tracePt t="11763" x="2838450" y="6038850"/>
          <p14:tracePt t="11781" x="2997200" y="6007100"/>
          <p14:tracePt t="11796" x="3067050" y="5988050"/>
          <p14:tracePt t="11813" x="3162300" y="5956300"/>
          <p14:tracePt t="11829" x="3238500" y="5924550"/>
          <p14:tracePt t="11846" x="3270250" y="5905500"/>
          <p14:tracePt t="11863" x="3321050" y="5892800"/>
          <p14:tracePt t="11880" x="3371850" y="5867400"/>
          <p14:tracePt t="11896" x="3390900" y="5867400"/>
          <p14:tracePt t="11912" x="3422650" y="5848350"/>
          <p14:tracePt t="11929" x="3448050" y="5842000"/>
          <p14:tracePt t="11946" x="3448050" y="5835650"/>
          <p14:tracePt t="11962" x="3454400" y="5835650"/>
          <p14:tracePt t="11990" x="3448050" y="5835650"/>
          <p14:tracePt t="11998" x="3441700" y="5835650"/>
          <p14:tracePt t="12011" x="3435350" y="5835650"/>
          <p14:tracePt t="12028" x="3390900" y="5842000"/>
          <p14:tracePt t="12046" x="3295650" y="5867400"/>
          <p14:tracePt t="12062" x="3219450" y="5899150"/>
          <p14:tracePt t="12078" x="3124200" y="5918200"/>
          <p14:tracePt t="12096" x="2800350" y="6013450"/>
          <p14:tracePt t="12112" x="2667000" y="6057900"/>
          <p14:tracePt t="12128" x="2552700" y="6102350"/>
          <p14:tracePt t="12145" x="2311400" y="6184900"/>
          <p14:tracePt t="12161" x="2152650" y="6248400"/>
          <p14:tracePt t="12179" x="2108200" y="6273800"/>
          <p14:tracePt t="12195" x="2063750" y="6292850"/>
          <p14:tracePt t="12211" x="2051050" y="6299200"/>
          <p14:tracePt t="12228" x="2044700" y="6299200"/>
          <p14:tracePt t="12250" x="2051050" y="6299200"/>
          <p14:tracePt t="12261" x="2057400" y="6299200"/>
          <p14:tracePt t="12278" x="2114550" y="6299200"/>
          <p14:tracePt t="12295" x="2178050" y="6299200"/>
          <p14:tracePt t="12298" x="2266950" y="6299200"/>
          <p14:tracePt t="12311" x="2368550" y="6311900"/>
          <p14:tracePt t="12328" x="2635250" y="6311900"/>
          <p14:tracePt t="12344" x="2774950" y="6305550"/>
          <p14:tracePt t="12361" x="2927350" y="6305550"/>
          <p14:tracePt t="12377" x="3505200" y="6242050"/>
          <p14:tracePt t="12394" x="3695700" y="6229350"/>
          <p14:tracePt t="12411" x="4083050" y="6178550"/>
          <p14:tracePt t="12427" x="4273550" y="6165850"/>
          <p14:tracePt t="12444" x="4610100" y="6127750"/>
          <p14:tracePt t="12462" x="4737100" y="6121400"/>
          <p14:tracePt t="12477" x="4991100" y="6108700"/>
          <p14:tracePt t="12494" x="5105400" y="6108700"/>
          <p14:tracePt t="12510" x="5283200" y="6108700"/>
          <p14:tracePt t="12527" x="5372100" y="6108700"/>
          <p14:tracePt t="12544" x="5416550" y="6108700"/>
          <p14:tracePt t="12560" x="5422900" y="6108700"/>
          <p14:tracePt t="12577" x="5441950" y="6108700"/>
          <p14:tracePt t="12594" x="5454650" y="6108700"/>
          <p14:tracePt t="12650" x="5448300" y="6108700"/>
          <p14:tracePt t="12664" x="5441950" y="6108700"/>
          <p14:tracePt t="12671" x="5441950" y="6115050"/>
          <p14:tracePt t="12679" x="5441950" y="6121400"/>
          <p14:tracePt t="12693" x="5435600" y="61214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3200" dirty="0" err="1">
                <a:solidFill>
                  <a:srgbClr val="F2A700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():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3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3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1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spc="-100" dirty="0">
                <a:solidFill>
                  <a:srgbClr val="009999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_(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if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spc="-3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3200" spc="-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3200" spc="-5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3200" spc="-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1: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se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S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o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p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It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e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rat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io</a:t>
            </a:r>
            <a:r>
              <a:rPr lang="en-US" altLang="en-US" sz="3200" spc="-500" dirty="0" err="1">
                <a:solidFill>
                  <a:srgbClr val="FF00FF"/>
                </a:solidFill>
                <a:latin typeface="Lucida Sans" panose="020B0602030504020204" pitchFamily="34" charset="0"/>
              </a:rPr>
              <a:t>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-=1;return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.c+1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endParaRPr lang="en-US" altLang="en-US" sz="3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72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04800" y="896112"/>
            <a:ext cx="12192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3600" kern="0" dirty="0">
              <a:solidFill>
                <a:srgbClr val="BFBFBF"/>
              </a:solidFill>
              <a:latin typeface="+mn-ea"/>
              <a:ea typeface="+mn-ea"/>
            </a:endParaRP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Font typeface="Wingdings" pitchFamily="2" charset="2"/>
              <a:buNone/>
            </a:pPr>
            <a:endParaRPr lang="en-US" altLang="en-US" sz="3200" kern="0" dirty="0">
              <a:solidFill>
                <a:srgbClr val="BFBFBF"/>
              </a:solidFill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kern="0" spc="-100" dirty="0">
              <a:solidFill>
                <a:srgbClr val="BFBFBF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kern="0" spc="-100" dirty="0">
              <a:solidFill>
                <a:srgbClr val="BFBFBF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3200" kern="0" dirty="0">
              <a:solidFill>
                <a:srgbClr val="BFBFBF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3200" kern="0" dirty="0">
              <a:solidFill>
                <a:srgbClr val="BFBFBF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7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32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751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6185"/>
    </mc:Choice>
    <mc:Fallback xmlns="">
      <p:transition advTm="1661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73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573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573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97" x="4559300" y="3714750"/>
          <p14:tracePt t="911" x="4489450" y="3670300"/>
          <p14:tracePt t="920" x="4394200" y="3619500"/>
          <p14:tracePt t="934" x="4298950" y="3556000"/>
          <p14:tracePt t="951" x="4076700" y="3448050"/>
          <p14:tracePt t="968" x="3733800" y="3295650"/>
          <p14:tracePt t="984" x="3575050" y="3194050"/>
          <p14:tracePt t="1001" x="3232150" y="2946400"/>
          <p14:tracePt t="1018" x="2914650" y="2717800"/>
          <p14:tracePt t="1035" x="2787650" y="2635250"/>
          <p14:tracePt t="1038" x="2692400" y="2552700"/>
          <p14:tracePt t="1053" x="2609850" y="2489200"/>
          <p14:tracePt t="1067" x="2463800" y="2355850"/>
          <p14:tracePt t="1084" x="2393950" y="2298700"/>
          <p14:tracePt t="1101" x="2279650" y="2209800"/>
          <p14:tracePt t="1117" x="2235200" y="2171700"/>
          <p14:tracePt t="1134" x="2146300" y="2108200"/>
          <p14:tracePt t="1150" x="2063750" y="2038350"/>
          <p14:tracePt t="1167" x="2044700" y="2019300"/>
          <p14:tracePt t="1184" x="1993900" y="1962150"/>
          <p14:tracePt t="1200" x="1974850" y="1936750"/>
          <p14:tracePt t="1217" x="1968500" y="1930400"/>
          <p14:tracePt t="1234" x="1962150" y="1917700"/>
          <p14:tracePt t="1250" x="1955800" y="1911350"/>
          <p14:tracePt t="1283" x="1955800" y="1905000"/>
          <p14:tracePt t="1300" x="1955800" y="1898650"/>
          <p14:tracePt t="1316" x="1955800" y="1892300"/>
          <p14:tracePt t="1338" x="1955800" y="1885950"/>
          <p14:tracePt t="1368" x="1955800" y="1879600"/>
          <p14:tracePt t="1387" x="1955800" y="1873250"/>
          <p14:tracePt t="1444" x="1955800" y="1866900"/>
          <p14:tracePt t="1451" x="1962150" y="1860550"/>
          <p14:tracePt t="1479" x="1968500" y="1854200"/>
          <p14:tracePt t="1493" x="1968500" y="1847850"/>
          <p14:tracePt t="1502" x="1974850" y="1841500"/>
          <p14:tracePt t="1516" x="1981200" y="1835150"/>
          <p14:tracePt t="1532" x="1987550" y="1835150"/>
          <p14:tracePt t="1550" x="1993900" y="1822450"/>
          <p14:tracePt t="1565" x="1993900" y="1809750"/>
          <p14:tracePt t="1582" x="2006600" y="1803400"/>
          <p14:tracePt t="1599" x="2032000" y="1771650"/>
          <p14:tracePt t="1615" x="2044700" y="1746250"/>
          <p14:tracePt t="1632" x="2063750" y="1733550"/>
          <p14:tracePt t="1649" x="2139950" y="1670050"/>
          <p14:tracePt t="1665" x="2171700" y="1651000"/>
          <p14:tracePt t="1683" x="2235200" y="1619250"/>
          <p14:tracePt t="1698" x="2279650" y="1593850"/>
          <p14:tracePt t="1715" x="2305050" y="1581150"/>
          <p14:tracePt t="1732" x="2355850" y="1568450"/>
          <p14:tracePt t="1748" x="2381250" y="1549400"/>
          <p14:tracePt t="1765" x="2438400" y="1543050"/>
          <p14:tracePt t="1782" x="2501900" y="1536700"/>
          <p14:tracePt t="1798" x="2546350" y="1536700"/>
          <p14:tracePt t="1815" x="2635250" y="1536700"/>
          <p14:tracePt t="1831" x="2730500" y="1543050"/>
          <p14:tracePt t="1848" x="2781300" y="1543050"/>
          <p14:tracePt t="1865" x="2870200" y="1536700"/>
          <p14:tracePt t="1881" x="2927350" y="1536700"/>
          <p14:tracePt t="1898" x="2997200" y="1524000"/>
          <p14:tracePt t="1915" x="3060700" y="1504950"/>
          <p14:tracePt t="1931" x="3111500" y="1492250"/>
          <p14:tracePt t="1948" x="3130550" y="1485900"/>
          <p14:tracePt t="1964" x="3168650" y="1466850"/>
          <p14:tracePt t="1981" x="3232150" y="1460500"/>
          <p14:tracePt t="1998" x="3308350" y="1447800"/>
          <p14:tracePt t="2013" x="3346450" y="1447800"/>
          <p14:tracePt t="2031" x="3390900" y="1447800"/>
          <p14:tracePt t="2048" x="3568700" y="1447800"/>
          <p14:tracePt t="2064" x="3632200" y="1447800"/>
          <p14:tracePt t="2080" x="3695700" y="1447800"/>
          <p14:tracePt t="2097" x="3822700" y="1447800"/>
          <p14:tracePt t="2114" x="3968750" y="1447800"/>
          <p14:tracePt t="2132" x="4133850" y="1466850"/>
          <p14:tracePt t="2147" x="4210050" y="1466850"/>
          <p14:tracePt t="2163" x="4400550" y="1492250"/>
          <p14:tracePt t="2180" x="4489450" y="1498600"/>
          <p14:tracePt t="2197" x="4686300" y="1543050"/>
          <p14:tracePt t="2213" x="4851400" y="1562100"/>
          <p14:tracePt t="2230" x="5010150" y="1581150"/>
          <p14:tracePt t="2246" x="5060950" y="1581150"/>
          <p14:tracePt t="2263" x="5175250" y="1581150"/>
          <p14:tracePt t="2280" x="5270500" y="1587500"/>
          <p14:tracePt t="2296" x="5308600" y="1587500"/>
          <p14:tracePt t="2313" x="5340350" y="1587500"/>
          <p14:tracePt t="2329" x="5397500" y="1587500"/>
          <p14:tracePt t="2346" x="5422900" y="1581150"/>
          <p14:tracePt t="2363" x="5505450" y="1574800"/>
          <p14:tracePt t="2380" x="5581650" y="1574800"/>
          <p14:tracePt t="2396" x="5626100" y="1574800"/>
          <p14:tracePt t="2413" x="5740400" y="1574800"/>
          <p14:tracePt t="2429" x="5778500" y="1574800"/>
          <p14:tracePt t="2446" x="5873750" y="1574800"/>
          <p14:tracePt t="2462" x="5924550" y="1574800"/>
          <p14:tracePt t="2479" x="6051550" y="1574800"/>
          <p14:tracePt t="2496" x="6121400" y="1581150"/>
          <p14:tracePt t="2512" x="6197600" y="1581150"/>
          <p14:tracePt t="2529" x="6350000" y="1593850"/>
          <p14:tracePt t="2546" x="6426200" y="1600200"/>
          <p14:tracePt t="2562" x="6489700" y="1600200"/>
          <p14:tracePt t="2579" x="6623050" y="1612900"/>
          <p14:tracePt t="2595" x="6686550" y="1612900"/>
          <p14:tracePt t="2612" x="6813550" y="1612900"/>
          <p14:tracePt t="2629" x="6864350" y="1612900"/>
          <p14:tracePt t="2645" x="6896100" y="1612900"/>
          <p14:tracePt t="2662" x="6959600" y="1612900"/>
          <p14:tracePt t="2679" x="6991350" y="1612900"/>
          <p14:tracePt t="2695" x="7023100" y="1612900"/>
          <p14:tracePt t="2711" x="7035800" y="1612900"/>
          <p14:tracePt t="2745" x="7048500" y="1612900"/>
          <p14:tracePt t="2791" x="7048500" y="1606550"/>
          <p14:tracePt t="2805" x="7042150" y="1606550"/>
          <p14:tracePt t="2819" x="7042150" y="1600200"/>
          <p14:tracePt t="2828" x="7035800" y="1600200"/>
          <p14:tracePt t="2844" x="7029450" y="1600200"/>
          <p14:tracePt t="2861" x="7023100" y="1600200"/>
          <p14:tracePt t="2877" x="7004050" y="1600200"/>
          <p14:tracePt t="2911" x="6978650" y="1600200"/>
          <p14:tracePt t="2928" x="6959600" y="1600200"/>
          <p14:tracePt t="2944" x="6927850" y="1600200"/>
          <p14:tracePt t="2961" x="6826250" y="1606550"/>
          <p14:tracePt t="2977" x="6737350" y="1619250"/>
          <p14:tracePt t="2994" x="6457950" y="1619250"/>
          <p14:tracePt t="3010" x="6223000" y="1619250"/>
          <p14:tracePt t="3027" x="5619750" y="1612900"/>
          <p14:tracePt t="3044" x="5226050" y="1593850"/>
          <p14:tracePt t="3047" x="4762500" y="1574800"/>
          <p14:tracePt t="3060" x="4273550" y="1574800"/>
          <p14:tracePt t="3077" x="3130550" y="1536700"/>
          <p14:tracePt t="3094" x="1949450" y="1536700"/>
          <p14:tracePt t="3110" x="1346200" y="1568450"/>
          <p14:tracePt t="3127" x="247650" y="1682750"/>
          <p14:tracePt t="3767" x="19050" y="2203450"/>
          <p14:tracePt t="3774" x="50800" y="2228850"/>
          <p14:tracePt t="3788" x="82550" y="2241550"/>
          <p14:tracePt t="3795" x="114300" y="2254250"/>
          <p14:tracePt t="3808" x="146050" y="2273300"/>
          <p14:tracePt t="3824" x="228600" y="2298700"/>
          <p14:tracePt t="3841" x="260350" y="2305050"/>
          <p14:tracePt t="3858" x="355600" y="2343150"/>
          <p14:tracePt t="3874" x="482600" y="2381250"/>
          <p14:tracePt t="3891" x="533400" y="2400300"/>
          <p14:tracePt t="3908" x="654050" y="2432050"/>
          <p14:tracePt t="3924" x="711200" y="2463800"/>
          <p14:tracePt t="3940" x="806450" y="2489200"/>
          <p14:tracePt t="3957" x="857250" y="2501900"/>
          <p14:tracePt t="3974" x="869950" y="2501900"/>
          <p14:tracePt t="3991" x="882650" y="2501900"/>
          <p14:tracePt t="4008" x="889000" y="2501900"/>
          <p14:tracePt t="4048" x="895350" y="2501900"/>
          <p14:tracePt t="4083" x="901700" y="2501900"/>
          <p14:tracePt t="4097" x="914400" y="2495550"/>
          <p14:tracePt t="4104" x="927100" y="2495550"/>
          <p14:tracePt t="4118" x="939800" y="2476500"/>
          <p14:tracePt t="4126" x="952500" y="2470150"/>
          <p14:tracePt t="4140" x="977900" y="2457450"/>
          <p14:tracePt t="4157" x="1028700" y="2419350"/>
          <p14:tracePt t="4174" x="1104900" y="2368550"/>
          <p14:tracePt t="4190" x="1149350" y="2343150"/>
          <p14:tracePt t="4207" x="1181100" y="2317750"/>
          <p14:tracePt t="4224" x="1263650" y="2254250"/>
          <p14:tracePt t="4240" x="1289050" y="2222500"/>
          <p14:tracePt t="4256" x="1333500" y="2190750"/>
          <p14:tracePt t="4273" x="1346200" y="2165350"/>
          <p14:tracePt t="4289" x="1358900" y="2133600"/>
          <p14:tracePt t="4306" x="1365250" y="2120900"/>
          <p14:tracePt t="4323" x="1365250" y="2089150"/>
          <p14:tracePt t="4340" x="1352550" y="2063750"/>
          <p14:tracePt t="4357" x="1308100" y="2006600"/>
          <p14:tracePt t="4372" x="1263650" y="1981200"/>
          <p14:tracePt t="4389" x="1257300" y="1968500"/>
          <p14:tracePt t="5037" x="1263650" y="1968500"/>
          <p14:tracePt t="5051" x="1270000" y="1968500"/>
          <p14:tracePt t="5065" x="1276350" y="1968500"/>
          <p14:tracePt t="5086" x="1282700" y="1968500"/>
          <p14:tracePt t="5100" x="1289050" y="1968500"/>
          <p14:tracePt t="5107" x="1295400" y="1968500"/>
          <p14:tracePt t="5128" x="1301750" y="1968500"/>
          <p14:tracePt t="5149" x="1308100" y="1968500"/>
          <p14:tracePt t="5156" x="1314450" y="1968500"/>
          <p14:tracePt t="5172" x="1320800" y="1968500"/>
          <p14:tracePt t="5186" x="1327150" y="1968500"/>
          <p14:tracePt t="5203" x="1339850" y="1968500"/>
          <p14:tracePt t="5220" x="1352550" y="1968500"/>
          <p14:tracePt t="5236" x="1358900" y="1968500"/>
          <p14:tracePt t="5253" x="1377950" y="1968500"/>
          <p14:tracePt t="5269" x="1403350" y="1974850"/>
          <p14:tracePt t="5286" x="1422400" y="1974850"/>
          <p14:tracePt t="5303" x="1473200" y="1974850"/>
          <p14:tracePt t="5319" x="1543050" y="1968500"/>
          <p14:tracePt t="5336" x="1568450" y="1968500"/>
          <p14:tracePt t="5353" x="1625600" y="1962150"/>
          <p14:tracePt t="5369" x="1657350" y="1962150"/>
          <p14:tracePt t="5386" x="1670050" y="1962150"/>
          <p14:tracePt t="5402" x="1689100" y="1962150"/>
          <p14:tracePt t="5419" x="1695450" y="1962150"/>
          <p14:tracePt t="5437" x="1701800" y="1962150"/>
          <p14:tracePt t="5468" x="1714500" y="1955800"/>
          <p14:tracePt t="5520" x="1720850" y="1949450"/>
          <p14:tracePt t="5548" x="1727200" y="1949450"/>
          <p14:tracePt t="5570" x="1733550" y="1949450"/>
          <p14:tracePt t="5577" x="1739900" y="1949450"/>
          <p14:tracePt t="5598" x="1746250" y="1949450"/>
          <p14:tracePt t="5612" x="1752600" y="1949450"/>
          <p14:tracePt t="5640" x="1765300" y="1949450"/>
          <p14:tracePt t="5647" x="1771650" y="1949450"/>
          <p14:tracePt t="5661" x="1784350" y="1949450"/>
          <p14:tracePt t="5671" x="1790700" y="1943100"/>
          <p14:tracePt t="5684" x="1803400" y="1943100"/>
          <p14:tracePt t="5701" x="1835150" y="1943100"/>
          <p14:tracePt t="5718" x="1854200" y="1936750"/>
          <p14:tracePt t="5734" x="1860550" y="1936750"/>
          <p14:tracePt t="5751" x="1866900" y="1936750"/>
          <p14:tracePt t="5767" x="1879600" y="1936750"/>
          <p14:tracePt t="6261" x="1892300" y="1936750"/>
          <p14:tracePt t="6268" x="1905000" y="1936750"/>
          <p14:tracePt t="6285" x="1917700" y="1943100"/>
          <p14:tracePt t="6299" x="1924050" y="1943100"/>
          <p14:tracePt t="6316" x="1930400" y="1943100"/>
          <p14:tracePt t="6332" x="1930400" y="1949450"/>
          <p14:tracePt t="6388" x="1930400" y="1968500"/>
          <p14:tracePt t="6408" x="1930400" y="1987550"/>
          <p14:tracePt t="6422" x="1924050" y="2000250"/>
          <p14:tracePt t="6436" x="1924050" y="2006600"/>
          <p14:tracePt t="6451" x="1924050" y="2019300"/>
          <p14:tracePt t="6457" x="1924050" y="2032000"/>
          <p14:tracePt t="6472" x="1924050" y="2038350"/>
          <p14:tracePt t="6486" x="1924050" y="2051050"/>
          <p14:tracePt t="6499" x="1924050" y="2063750"/>
          <p14:tracePt t="6515" x="1917700" y="2063750"/>
          <p14:tracePt t="6532" x="1917700" y="2070100"/>
          <p14:tracePt t="6549" x="1917700" y="2082800"/>
          <p14:tracePt t="6565" x="1917700" y="2089150"/>
          <p14:tracePt t="6581" x="1917700" y="2095500"/>
          <p14:tracePt t="6598" x="1917700" y="2101850"/>
          <p14:tracePt t="6618" x="1917700" y="2108200"/>
          <p14:tracePt t="6654" x="1917700" y="2114550"/>
          <p14:tracePt t="6668" x="1924050" y="2114550"/>
          <p14:tracePt t="6689" x="1930400" y="2114550"/>
          <p14:tracePt t="6703" x="1936750" y="2114550"/>
          <p14:tracePt t="6710" x="1949450" y="2120900"/>
          <p14:tracePt t="6723" x="1962150" y="2120900"/>
          <p14:tracePt t="6745" x="1974850" y="2120900"/>
          <p14:tracePt t="6752" x="2000250" y="2120900"/>
          <p14:tracePt t="6767" x="2025650" y="2127250"/>
          <p14:tracePt t="6783" x="2057400" y="2127250"/>
          <p14:tracePt t="6798" x="2089150" y="2127250"/>
          <p14:tracePt t="6815" x="2127250" y="2133600"/>
          <p14:tracePt t="6831" x="2197100" y="2133600"/>
          <p14:tracePt t="6847" x="2222500" y="2133600"/>
          <p14:tracePt t="6864" x="2273300" y="2133600"/>
          <p14:tracePt t="6880" x="2292350" y="2133600"/>
          <p14:tracePt t="6896" x="2305050" y="2133600"/>
          <p14:tracePt t="6914" x="2330450" y="2133600"/>
          <p14:tracePt t="6930" x="2336800" y="2133600"/>
          <p14:tracePt t="7054" x="2330450" y="2133600"/>
          <p14:tracePt t="7089" x="2324100" y="2133600"/>
          <p14:tracePt t="7131" x="2324100" y="2139950"/>
          <p14:tracePt t="7138" x="2324100" y="2146300"/>
          <p14:tracePt t="8414" x="2324100" y="2165350"/>
          <p14:tracePt t="8428" x="2336800" y="2184400"/>
          <p14:tracePt t="8443" x="2343150" y="2216150"/>
          <p14:tracePt t="8449" x="2355850" y="2235200"/>
          <p14:tracePt t="8463" x="2355850" y="2254250"/>
          <p14:tracePt t="8478" x="2374900" y="2286000"/>
          <p14:tracePt t="8491" x="2381250" y="2317750"/>
          <p14:tracePt t="8508" x="2393950" y="2368550"/>
          <p14:tracePt t="8525" x="2400300" y="2387600"/>
          <p14:tracePt t="8541" x="2413000" y="2432050"/>
          <p14:tracePt t="8558" x="2425700" y="2476500"/>
          <p14:tracePt t="8575" x="2438400" y="2540000"/>
          <p14:tracePt t="8591" x="2451100" y="2559050"/>
          <p14:tracePt t="8608" x="2463800" y="2609850"/>
          <p14:tracePt t="8625" x="2476500" y="2641600"/>
          <p14:tracePt t="8641" x="2489200" y="2654300"/>
          <p14:tracePt t="8658" x="2495550" y="2673350"/>
          <p14:tracePt t="8674" x="2508250" y="2686050"/>
          <p14:tracePt t="8691" x="2514600" y="2686050"/>
          <p14:tracePt t="8708" x="2540000" y="2692400"/>
          <p14:tracePt t="8724" x="2571750" y="2692400"/>
          <p14:tracePt t="8741" x="2603500" y="2692400"/>
          <p14:tracePt t="8758" x="2673350" y="2673350"/>
          <p14:tracePt t="8774" x="2711450" y="2667000"/>
          <p14:tracePt t="8790" x="2857500" y="2628900"/>
          <p14:tracePt t="8807" x="3041650" y="2597150"/>
          <p14:tracePt t="8824" x="3143250" y="2590800"/>
          <p14:tracePt t="8840" x="3371850" y="2578100"/>
          <p14:tracePt t="8857" x="3562350" y="2565400"/>
          <p14:tracePt t="8874" x="3651250" y="2565400"/>
          <p14:tracePt t="8891" x="3803650" y="2578100"/>
          <p14:tracePt t="8907" x="3924300" y="2578100"/>
          <p14:tracePt t="8923" x="3962400" y="2578100"/>
          <p14:tracePt t="8940" x="4013200" y="2578100"/>
          <p14:tracePt t="8957" x="4044950" y="2571750"/>
          <p14:tracePt t="8973" x="4051300" y="2571750"/>
          <p14:tracePt t="8990" x="4064000" y="2571750"/>
          <p14:tracePt t="9007" x="4070350" y="2565400"/>
          <p14:tracePt t="9024" x="4076700" y="2565400"/>
          <p14:tracePt t="9066" x="4070350" y="2565400"/>
          <p14:tracePt t="9087" x="4064000" y="2565400"/>
          <p14:tracePt t="9094" x="4057650" y="2565400"/>
          <p14:tracePt t="9116" x="4057650" y="2571750"/>
          <p14:tracePt t="9125" x="4051300" y="2578100"/>
          <p14:tracePt t="9139" x="4044950" y="2584450"/>
          <p14:tracePt t="10967" x="4051300" y="2584450"/>
          <p14:tracePt t="11000" x="4051300" y="2590800"/>
          <p14:tracePt t="11019" x="4057650" y="2616200"/>
          <p14:tracePt t="11035" x="4070350" y="2628900"/>
          <p14:tracePt t="11051" x="4070350" y="2641600"/>
          <p14:tracePt t="11067" x="4070350" y="2654300"/>
          <p14:tracePt t="11085" x="4076700" y="2673350"/>
          <p14:tracePt t="11100" x="4083050" y="2692400"/>
          <p14:tracePt t="11118" x="4089400" y="2705100"/>
          <p14:tracePt t="11152" x="4102100" y="2730500"/>
          <p14:tracePt t="11166" x="4108450" y="2755900"/>
          <p14:tracePt t="11184" x="4121150" y="2787650"/>
          <p14:tracePt t="11200" x="4121150" y="2794000"/>
          <p14:tracePt t="11218" x="4127500" y="2813050"/>
          <p14:tracePt t="11234" x="4127500" y="2825750"/>
          <p14:tracePt t="11251" x="4133850" y="2832100"/>
          <p14:tracePt t="11267" x="4133850" y="2844800"/>
          <p14:tracePt t="11283" x="4140200" y="2844800"/>
          <p14:tracePt t="11317" x="4140200" y="2851150"/>
          <p14:tracePt t="11332" x="4146550" y="2857500"/>
          <p14:tracePt t="11351" x="4146550" y="2863850"/>
          <p14:tracePt t="11367" x="4146550" y="2870200"/>
          <p14:tracePt t="11382" x="4152900" y="2876550"/>
          <p14:tracePt t="11401" x="4165600" y="2889250"/>
          <p14:tracePt t="11416" x="4171950" y="2901950"/>
          <p14:tracePt t="11431" x="4184650" y="2927350"/>
          <p14:tracePt t="11449" x="4222750" y="2971800"/>
          <p14:tracePt t="11464" x="4241800" y="2990850"/>
          <p14:tracePt t="11481" x="4260850" y="3009900"/>
          <p14:tracePt t="11498" x="4305300" y="3048000"/>
          <p14:tracePt t="11514" x="4362450" y="3086100"/>
          <p14:tracePt t="11531" x="4381500" y="3098800"/>
          <p14:tracePt t="11548" x="4432300" y="3111500"/>
          <p14:tracePt t="11564" x="4483100" y="3111500"/>
          <p14:tracePt t="11581" x="4521200" y="3111500"/>
          <p14:tracePt t="11598" x="4552950" y="3111500"/>
          <p14:tracePt t="11614" x="4597400" y="3098800"/>
          <p14:tracePt t="11631" x="4660900" y="3092450"/>
          <p14:tracePt t="11647" x="4679950" y="3079750"/>
          <p14:tracePt t="11664" x="4737100" y="3073400"/>
          <p14:tracePt t="11681" x="4781550" y="3060700"/>
          <p14:tracePt t="11697" x="4787900" y="3060700"/>
          <p14:tracePt t="11714" x="4806950" y="3054350"/>
          <p14:tracePt t="11731" x="4832350" y="3054350"/>
          <p14:tracePt t="11747" x="4838700" y="3054350"/>
          <p14:tracePt t="11841" x="4838700" y="3060700"/>
          <p14:tracePt t="11855" x="4838700" y="3067050"/>
          <p14:tracePt t="11870" x="4832350" y="3067050"/>
          <p14:tracePt t="11877" x="4832350" y="3073400"/>
          <p14:tracePt t="12282" x="4883150" y="3079750"/>
          <p14:tracePt t="12289" x="4959350" y="3105150"/>
          <p14:tracePt t="12298" x="5048250" y="3111500"/>
          <p14:tracePt t="12312" x="5162550" y="3111500"/>
          <p14:tracePt t="12328" x="5276850" y="3111500"/>
          <p14:tracePt t="12345" x="5492750" y="3124200"/>
          <p14:tracePt t="12361" x="5683250" y="3117850"/>
          <p14:tracePt t="12378" x="5765800" y="3111500"/>
          <p14:tracePt t="12395" x="5918200" y="3111500"/>
          <p14:tracePt t="12411" x="6007100" y="3111500"/>
          <p14:tracePt t="12428" x="6038850" y="3111500"/>
          <p14:tracePt t="12444" x="6096000" y="3092450"/>
          <p14:tracePt t="12461" x="6146800" y="3086100"/>
          <p14:tracePt t="12479" x="6184900" y="3079750"/>
          <p14:tracePt t="12494" x="6210300" y="3073400"/>
          <p14:tracePt t="12511" x="6248400" y="3060700"/>
          <p14:tracePt t="12528" x="6286500" y="3054350"/>
          <p14:tracePt t="12544" x="6299200" y="3048000"/>
          <p14:tracePt t="12561" x="6318250" y="3041650"/>
          <p14:tracePt t="12578" x="6356350" y="3022600"/>
          <p14:tracePt t="12594" x="6369050" y="3022600"/>
          <p14:tracePt t="12611" x="6375400" y="3016250"/>
          <p14:tracePt t="12614" x="6388100" y="3009900"/>
          <p14:tracePt t="12627" x="6400800" y="3003550"/>
          <p14:tracePt t="12644" x="6426200" y="2997200"/>
          <p14:tracePt t="12661" x="6451600" y="2990850"/>
          <p14:tracePt t="12677" x="6457950" y="2990850"/>
          <p14:tracePt t="12694" x="6470650" y="2984500"/>
          <p14:tracePt t="12711" x="6483350" y="2984500"/>
          <p14:tracePt t="12727" x="6489700" y="2984500"/>
          <p14:tracePt t="12744" x="6502400" y="2984500"/>
          <p14:tracePt t="12801" x="6508750" y="2984500"/>
          <p14:tracePt t="12808" x="6508750" y="2990850"/>
          <p14:tracePt t="12822" x="6508750" y="2997200"/>
          <p14:tracePt t="13320" x="6521450" y="2997200"/>
          <p14:tracePt t="13334" x="6553200" y="2997200"/>
          <p14:tracePt t="13343" x="6578600" y="3009900"/>
          <p14:tracePt t="13358" x="6635750" y="3016250"/>
          <p14:tracePt t="13376" x="6737350" y="3016250"/>
          <p14:tracePt t="13391" x="6851650" y="3016250"/>
          <p14:tracePt t="13408" x="6902450" y="3016250"/>
          <p14:tracePt t="13425" x="6978650" y="3016250"/>
          <p14:tracePt t="13441" x="7162800" y="3009900"/>
          <p14:tracePt t="13458" x="7213600" y="3009900"/>
          <p14:tracePt t="13475" x="7302500" y="3009900"/>
          <p14:tracePt t="13491" x="7334250" y="3003550"/>
          <p14:tracePt t="13508" x="7385050" y="3003550"/>
          <p14:tracePt t="13524" x="7423150" y="3003550"/>
          <p14:tracePt t="13541" x="7435850" y="3003550"/>
          <p14:tracePt t="13558" x="7473950" y="3003550"/>
          <p14:tracePt t="13574" x="7505700" y="3003550"/>
          <p14:tracePt t="13591" x="7531100" y="2997200"/>
          <p14:tracePt t="13607" x="7581900" y="2990850"/>
          <p14:tracePt t="13624" x="7639050" y="2984500"/>
          <p14:tracePt t="13640" x="7664450" y="2984500"/>
          <p14:tracePt t="13657" x="7721600" y="2984500"/>
          <p14:tracePt t="13674" x="7791450" y="2984500"/>
          <p14:tracePt t="13690" x="7823200" y="2984500"/>
          <p14:tracePt t="13707" x="7886700" y="2978150"/>
          <p14:tracePt t="13723" x="7931150" y="2978150"/>
          <p14:tracePt t="13741" x="7975600" y="2971800"/>
          <p14:tracePt t="13756" x="7994650" y="2971800"/>
          <p14:tracePt t="13774" x="8013700" y="2971800"/>
          <p14:tracePt t="13790" x="8051800" y="2965450"/>
          <p14:tracePt t="13807" x="8064500" y="2965450"/>
          <p14:tracePt t="13823" x="8077200" y="2965450"/>
          <p14:tracePt t="13840" x="8102600" y="2965450"/>
          <p14:tracePt t="13856" x="8115300" y="2959100"/>
          <p14:tracePt t="13890" x="8128000" y="2959100"/>
          <p14:tracePt t="13907" x="8134350" y="2959100"/>
          <p14:tracePt t="13939" x="8140700" y="2959100"/>
          <p14:tracePt t="14036" x="8134350" y="2959100"/>
          <p14:tracePt t="14064" x="8128000" y="2959100"/>
          <p14:tracePt t="14091" x="8121650" y="2959100"/>
          <p14:tracePt t="14112" x="8121650" y="2965450"/>
          <p14:tracePt t="14127" x="8115300" y="2965450"/>
          <p14:tracePt t="14169" x="8108950" y="2990850"/>
          <p14:tracePt t="14724" x="8115300" y="2990850"/>
          <p14:tracePt t="14738" x="8128000" y="2990850"/>
          <p14:tracePt t="14745" x="8147050" y="2990850"/>
          <p14:tracePt t="14754" x="8166100" y="2990850"/>
          <p14:tracePt t="14769" x="8185150" y="2990850"/>
          <p14:tracePt t="14787" x="8229600" y="2990850"/>
          <p14:tracePt t="14803" x="8248650" y="2990850"/>
          <p14:tracePt t="14820" x="8286750" y="2990850"/>
          <p14:tracePt t="14837" x="8318500" y="2990850"/>
          <p14:tracePt t="14853" x="8331200" y="2990850"/>
          <p14:tracePt t="14869" x="8350250" y="2984500"/>
          <p14:tracePt t="14886" x="8369300" y="2984500"/>
          <p14:tracePt t="14903" x="8375650" y="2984500"/>
          <p14:tracePt t="14920" x="8388350" y="2984500"/>
          <p14:tracePt t="14936" x="8401050" y="2978150"/>
          <p14:tracePt t="14953" x="8413750" y="2978150"/>
          <p14:tracePt t="14970" x="8426450" y="2978150"/>
          <p14:tracePt t="14986" x="8451850" y="2971800"/>
          <p14:tracePt t="15002" x="8464550" y="2971800"/>
          <p14:tracePt t="15019" x="8496300" y="2971800"/>
          <p14:tracePt t="15035" x="8534400" y="2971800"/>
          <p14:tracePt t="15069" x="8547100" y="2971800"/>
          <p14:tracePt t="15085" x="8553450" y="2971800"/>
          <p14:tracePt t="15173" x="8547100" y="2971800"/>
          <p14:tracePt t="15208" x="8540750" y="2971800"/>
          <p14:tracePt t="15278" x="8534400" y="2971800"/>
          <p14:tracePt t="15306" x="8528050" y="2971800"/>
          <p14:tracePt t="15334" x="8515350" y="2971800"/>
          <p14:tracePt t="15349" x="8509000" y="2971800"/>
          <p14:tracePt t="15369" x="8502650" y="2971800"/>
          <p14:tracePt t="15376" x="8496300" y="2971800"/>
          <p14:tracePt t="15385" x="8489950" y="2971800"/>
          <p14:tracePt t="15401" x="8470900" y="2971800"/>
          <p14:tracePt t="15418" x="8439150" y="2971800"/>
          <p14:tracePt t="15434" x="8337550" y="2978150"/>
          <p14:tracePt t="15451" x="8172450" y="2978150"/>
          <p14:tracePt t="15468" x="7969250" y="2990850"/>
          <p14:tracePt t="15484" x="7867650" y="2997200"/>
          <p14:tracePt t="15501" x="7664450" y="2997200"/>
          <p14:tracePt t="15517" x="7473950" y="3016250"/>
          <p14:tracePt t="15534" x="7397750" y="3016250"/>
          <p14:tracePt t="15551" x="7277100" y="3028950"/>
          <p14:tracePt t="15567" x="7200900" y="3035300"/>
          <p14:tracePt t="15584" x="7156450" y="3035300"/>
          <p14:tracePt t="15601" x="7086600" y="3028950"/>
          <p14:tracePt t="15617" x="7016750" y="3009900"/>
          <p14:tracePt t="15633" x="6978650" y="3009900"/>
          <p14:tracePt t="15637" x="6927850" y="3003550"/>
          <p14:tracePt t="15653" x="6870700" y="2990850"/>
          <p14:tracePt t="15667" x="6750050" y="2971800"/>
          <p14:tracePt t="15683" x="6699250" y="2965450"/>
          <p14:tracePt t="15700" x="6616700" y="2952750"/>
          <p14:tracePt t="15717" x="6597650" y="2940050"/>
          <p14:tracePt t="15734" x="6572250" y="2940050"/>
          <p14:tracePt t="15749" x="6565900" y="2940050"/>
          <p14:tracePt t="15766" x="6559550" y="2940050"/>
          <p14:tracePt t="15790" x="6553200" y="2940050"/>
          <p14:tracePt t="15868" x="6546850" y="2940050"/>
          <p14:tracePt t="15889" x="6540500" y="2940050"/>
          <p14:tracePt t="15909" x="6534150" y="2940050"/>
          <p14:tracePt t="15930" x="6527800" y="2940050"/>
          <p14:tracePt t="15937" x="6521450" y="2940050"/>
          <p14:tracePt t="15949" x="6515100" y="2940050"/>
          <p14:tracePt t="15966" x="6502400" y="2940050"/>
          <p14:tracePt t="16002" x="6496050" y="2940050"/>
          <p14:tracePt t="16017" x="6489700" y="2940050"/>
          <p14:tracePt t="16057" x="6483350" y="2940050"/>
          <p14:tracePt t="16085" x="6477000" y="2940050"/>
          <p14:tracePt t="16106" x="6470650" y="2940050"/>
          <p14:tracePt t="16128" x="6464300" y="2940050"/>
          <p14:tracePt t="16338" x="6464300" y="2946400"/>
          <p14:tracePt t="16366" x="6457950" y="2952750"/>
          <p14:tracePt t="16408" x="6451600" y="2959100"/>
          <p14:tracePt t="16429" x="6445250" y="2965450"/>
          <p14:tracePt t="16457" x="6438900" y="2971800"/>
          <p14:tracePt t="16471" x="6432550" y="2971800"/>
          <p14:tracePt t="16478" x="6426200" y="2971800"/>
          <p14:tracePt t="16506" x="6426200" y="2978150"/>
          <p14:tracePt t="16548" x="6419850" y="2978150"/>
          <p14:tracePt t="16569" x="6413500" y="2978150"/>
          <p14:tracePt t="16598" x="6407150" y="2978150"/>
          <p14:tracePt t="16611" x="6400800" y="2978150"/>
          <p14:tracePt t="16633" x="6394450" y="2978150"/>
          <p14:tracePt t="16640" x="6388100" y="2978150"/>
          <p14:tracePt t="16703" x="6381750" y="2978150"/>
          <p14:tracePt t="16709" x="6381750" y="2971800"/>
          <p14:tracePt t="16738" x="6375400" y="2971800"/>
          <p14:tracePt t="16759" x="6369050" y="2965450"/>
          <p14:tracePt t="16780" x="6369050" y="2959100"/>
          <p14:tracePt t="16787" x="6362700" y="2959100"/>
          <p14:tracePt t="16808" x="6356350" y="2952750"/>
          <p14:tracePt t="16871" x="6356350" y="2946400"/>
          <p14:tracePt t="16878" x="6350000" y="2940050"/>
          <p14:tracePt t="16913" x="6343650" y="2940050"/>
          <p14:tracePt t="16927" x="6337300" y="2933700"/>
          <p14:tracePt t="16941" x="6330950" y="2933700"/>
          <p14:tracePt t="16949" x="6324600" y="2927350"/>
          <p14:tracePt t="16965" x="6311900" y="2914650"/>
          <p14:tracePt t="16979" x="6299200" y="2901950"/>
          <p14:tracePt t="16995" x="6235700" y="2851150"/>
          <p14:tracePt t="17012" x="6140450" y="2762250"/>
          <p14:tracePt t="17029" x="6070600" y="2686050"/>
          <p14:tracePt t="17046" x="5930900" y="2565400"/>
          <p14:tracePt t="17061" x="5797550" y="2444750"/>
          <p14:tracePt t="17079" x="5740400" y="2400300"/>
          <p14:tracePt t="17095" x="5664200" y="2336800"/>
          <p14:tracePt t="17112" x="5607050" y="2298700"/>
          <p14:tracePt t="17129" x="5594350" y="2292350"/>
          <p14:tracePt t="17145" x="5581650" y="2279650"/>
          <p14:tracePt t="17162" x="5575300" y="2273300"/>
          <p14:tracePt t="17312" x="5575300" y="2279650"/>
          <p14:tracePt t="17362" x="5581650" y="2286000"/>
          <p14:tracePt t="17369" x="5588000" y="2286000"/>
          <p14:tracePt t="17383" x="5588000" y="2292350"/>
          <p14:tracePt t="17395" x="5600700" y="2298700"/>
          <p14:tracePt t="17411" x="5664200" y="2336800"/>
          <p14:tracePt t="17427" x="5708650" y="2374900"/>
          <p14:tracePt t="17444" x="5861050" y="2457450"/>
          <p14:tracePt t="17461" x="6045200" y="2546350"/>
          <p14:tracePt t="17477" x="6153150" y="2603500"/>
          <p14:tracePt t="17494" x="6337300" y="2686050"/>
          <p14:tracePt t="17511" x="6477000" y="2762250"/>
          <p14:tracePt t="17527" x="6534150" y="2787650"/>
          <p14:tracePt t="17544" x="6565900" y="2806700"/>
          <p14:tracePt t="17560" x="6610350" y="2838450"/>
          <p14:tracePt t="17577" x="6616700" y="2844800"/>
          <p14:tracePt t="17615" x="6623050" y="2851150"/>
          <p14:tracePt t="17664" x="6623050" y="2857500"/>
          <p14:tracePt t="17699" x="6616700" y="2857500"/>
          <p14:tracePt t="17784" x="6610350" y="2857500"/>
          <p14:tracePt t="17811" x="6604000" y="2857500"/>
          <p14:tracePt t="17839" x="6604000" y="2863850"/>
          <p14:tracePt t="17860" x="6597650" y="2870200"/>
          <p14:tracePt t="17882" x="6591300" y="2876550"/>
          <p14:tracePt t="17903" x="6591300" y="2882900"/>
          <p14:tracePt t="17910" x="6584950" y="2889250"/>
          <p14:tracePt t="17924" x="6584950" y="2895600"/>
          <p14:tracePt t="17945" x="6578600" y="2901950"/>
          <p14:tracePt t="17966" x="6578600" y="2908300"/>
          <p14:tracePt t="17980" x="6572250" y="2908300"/>
          <p14:tracePt t="17994" x="6572250" y="2914650"/>
          <p14:tracePt t="18000" x="6565900" y="2921000"/>
          <p14:tracePt t="18014" x="6559550" y="2933700"/>
          <p14:tracePt t="18025" x="6553200" y="2946400"/>
          <p14:tracePt t="18042" x="6546850" y="2952750"/>
          <p14:tracePt t="18058" x="6527800" y="2978150"/>
          <p14:tracePt t="18075" x="6508750" y="3009900"/>
          <p14:tracePt t="18092" x="6496050" y="3035300"/>
          <p14:tracePt t="18109" x="6489700" y="3048000"/>
          <p14:tracePt t="18125" x="6483350" y="3060700"/>
          <p14:tracePt t="18141" x="6477000" y="3073400"/>
          <p14:tracePt t="18158" x="6470650" y="3079750"/>
          <p14:tracePt t="18191" x="6464300" y="3086100"/>
          <p14:tracePt t="18208" x="6464300" y="3092450"/>
          <p14:tracePt t="18211" x="6464300" y="3098800"/>
          <p14:tracePt t="18227" x="6464300" y="3105150"/>
          <p14:tracePt t="18241" x="6457950" y="3111500"/>
          <p14:tracePt t="18258" x="6445250" y="3130550"/>
          <p14:tracePt t="18275" x="6419850" y="3162300"/>
          <p14:tracePt t="18291" x="6407150" y="3175000"/>
          <p14:tracePt t="18308" x="6362700" y="3219450"/>
          <p14:tracePt t="18325" x="6311900" y="3276600"/>
          <p14:tracePt t="18341" x="6286500" y="3308350"/>
          <p14:tracePt t="18359" x="6210300" y="3371850"/>
          <p14:tracePt t="19146" x="6210300" y="3359150"/>
          <p14:tracePt t="19152" x="6210300" y="3321050"/>
          <p14:tracePt t="19167" x="6210300" y="3295650"/>
          <p14:tracePt t="19174" x="6216650" y="3276600"/>
          <p14:tracePt t="19190" x="6216650" y="3244850"/>
          <p14:tracePt t="19204" x="6216650" y="3225800"/>
          <p14:tracePt t="19221" x="6216650" y="3181350"/>
          <p14:tracePt t="19238" x="6216650" y="3130550"/>
          <p14:tracePt t="19254" x="6216650" y="3111500"/>
          <p14:tracePt t="19271" x="6216650" y="3073400"/>
          <p14:tracePt t="19287" x="6210300" y="3048000"/>
          <p14:tracePt t="19304" x="6210300" y="3041650"/>
          <p14:tracePt t="19321" x="6210300" y="3028950"/>
          <p14:tracePt t="19337" x="6210300" y="3022600"/>
          <p14:tracePt t="19371" x="6210300" y="3016250"/>
          <p14:tracePt t="19490" x="6210300" y="3022600"/>
          <p14:tracePt t="19518" x="6210300" y="3028950"/>
          <p14:tracePt t="19560" x="6210300" y="3035300"/>
          <p14:tracePt t="19595" x="6210300" y="3041650"/>
          <p14:tracePt t="19653" x="6210300" y="3054350"/>
          <p14:tracePt t="19670" x="6210300" y="3060700"/>
          <p14:tracePt t="19687" x="6210300" y="3073400"/>
          <p14:tracePt t="21774" x="6210300" y="3067050"/>
          <p14:tracePt t="21781" x="6210300" y="3054350"/>
          <p14:tracePt t="21796" x="6203950" y="3041650"/>
          <p14:tracePt t="21802" x="6203950" y="3022600"/>
          <p14:tracePt t="21812" x="6197600" y="3009900"/>
          <p14:tracePt t="21830" x="6178550" y="2965450"/>
          <p14:tracePt t="21845" x="6172200" y="2946400"/>
          <p14:tracePt t="21862" x="6159500" y="2927350"/>
          <p14:tracePt t="21879" x="6134100" y="2895600"/>
          <p14:tracePt t="21895" x="6121400" y="2882900"/>
          <p14:tracePt t="21912" x="6102350" y="2863850"/>
          <p14:tracePt t="21929" x="6089650" y="2851150"/>
          <p14:tracePt t="21945" x="6064250" y="2832100"/>
          <p14:tracePt t="21962" x="6038850" y="2813050"/>
          <p14:tracePt t="21978" x="6019800" y="2800350"/>
          <p14:tracePt t="21995" x="5969000" y="2755900"/>
          <p14:tracePt t="22013" x="5943600" y="2730500"/>
          <p14:tracePt t="22028" x="5911850" y="2705100"/>
          <p14:tracePt t="22044" x="5873750" y="2673350"/>
          <p14:tracePt t="22061" x="5861050" y="2660650"/>
          <p14:tracePt t="22078" x="5848350" y="2647950"/>
          <p14:tracePt t="22095" x="5848350" y="2641600"/>
          <p14:tracePt t="22153" x="5848350" y="2647950"/>
          <p14:tracePt t="22159" x="5848350" y="2654300"/>
          <p14:tracePt t="22174" x="5854700" y="2654300"/>
          <p14:tracePt t="22187" x="5861050" y="2667000"/>
          <p14:tracePt t="22201" x="5867400" y="2673350"/>
          <p14:tracePt t="22211" x="5873750" y="2686050"/>
          <p14:tracePt t="22228" x="5880100" y="2692400"/>
          <p14:tracePt t="22244" x="5892800" y="2711450"/>
          <p14:tracePt t="22261" x="5918200" y="2724150"/>
          <p14:tracePt t="22277" x="5969000" y="2768600"/>
          <p14:tracePt t="22294" x="6038850" y="2838450"/>
          <p14:tracePt t="22310" x="6089650" y="2876550"/>
          <p14:tracePt t="22328" x="6165850" y="2959100"/>
          <p14:tracePt t="22344" x="6235700" y="3022600"/>
          <p14:tracePt t="22361" x="6254750" y="3054350"/>
          <p14:tracePt t="22378" x="6299200" y="3111500"/>
          <p14:tracePt t="22393" x="6324600" y="3130550"/>
          <p14:tracePt t="22410" x="6337300" y="3136900"/>
          <p14:tracePt t="22427" x="6343650" y="3162300"/>
          <p14:tracePt t="22443" x="6350000" y="3181350"/>
          <p14:tracePt t="22460" x="6350000" y="3187700"/>
          <p14:tracePt t="22477" x="6350000" y="3200400"/>
          <p14:tracePt t="22493" x="6350000" y="3219450"/>
          <p14:tracePt t="22510" x="6343650" y="3225800"/>
          <p14:tracePt t="22526" x="6337300" y="3238500"/>
          <p14:tracePt t="22543" x="6330950" y="3251200"/>
          <p14:tracePt t="22560" x="6324600" y="3263900"/>
          <p14:tracePt t="22576" x="6318250" y="3276600"/>
          <p14:tracePt t="22593" x="6311900" y="3289300"/>
          <p14:tracePt t="22609" x="6286500" y="3321050"/>
          <p14:tracePt t="22626" x="6273800" y="3333750"/>
          <p14:tracePt t="22643" x="6254750" y="3346450"/>
          <p14:tracePt t="22659" x="6203950" y="3371850"/>
          <p14:tracePt t="22676" x="6134100" y="3378200"/>
          <p14:tracePt t="22693" x="6045200" y="3397250"/>
          <p14:tracePt t="22709" x="5988050" y="3397250"/>
          <p14:tracePt t="22726" x="5873750" y="3416300"/>
          <p14:tracePt t="22743" x="5753100" y="3416300"/>
          <p14:tracePt t="22758" x="5676900" y="3422650"/>
          <p14:tracePt t="22775" x="5600700" y="3435350"/>
          <p14:tracePt t="22792" x="5346700" y="3441700"/>
          <p14:tracePt t="22809" x="5264150" y="3441700"/>
          <p14:tracePt t="22826" x="5175250" y="3429000"/>
          <p14:tracePt t="22842" x="5010150" y="3409950"/>
          <p14:tracePt t="22858" x="4845050" y="3397250"/>
          <p14:tracePt t="22876" x="4673600" y="3378200"/>
          <p14:tracePt t="22892" x="4597400" y="3371850"/>
          <p14:tracePt t="22908" x="4489450" y="3352800"/>
          <p14:tracePt t="22925" x="4381500" y="3333750"/>
          <p14:tracePt t="22942" x="4318000" y="3327400"/>
          <p14:tracePt t="22959" x="4210050" y="3308350"/>
          <p14:tracePt t="22975" x="4102100" y="3289300"/>
          <p14:tracePt t="22991" x="4038600" y="3289300"/>
          <p14:tracePt t="23009" x="3956050" y="3282950"/>
          <p14:tracePt t="23024" x="3911600" y="3282950"/>
          <p14:tracePt t="23041" x="3886200" y="3282950"/>
          <p14:tracePt t="23058" x="3860800" y="3289300"/>
          <p14:tracePt t="23074" x="3848100" y="3289300"/>
          <p14:tracePt t="23091" x="3841750" y="3289300"/>
          <p14:tracePt t="23108" x="3829050" y="3289300"/>
          <p14:tracePt t="23124" x="3816350" y="3289300"/>
          <p14:tracePt t="23141" x="3810000" y="3295650"/>
          <p14:tracePt t="23157" x="3803650" y="3302000"/>
          <p14:tracePt t="23174" x="3797300" y="3302000"/>
          <p14:tracePt t="23191" x="3771900" y="3308350"/>
          <p14:tracePt t="23207" x="3759200" y="3314700"/>
          <p14:tracePt t="23224" x="3746500" y="3321050"/>
          <p14:tracePt t="23241" x="3721100" y="3340100"/>
          <p14:tracePt t="23257" x="3689350" y="3359150"/>
          <p14:tracePt t="23274" x="3670300" y="3371850"/>
          <p14:tracePt t="23290" x="3632200" y="3409950"/>
          <p14:tracePt t="23307" x="3594100" y="3435350"/>
          <p14:tracePt t="23324" x="3575050" y="3454400"/>
          <p14:tracePt t="23340" x="3575050" y="3460750"/>
          <p14:tracePt t="23357" x="3568700" y="3467100"/>
          <p14:tracePt t="23389" x="3562350" y="3473450"/>
          <p14:tracePt t="23472" x="3568700" y="3473450"/>
          <p14:tracePt t="23507" x="3575050" y="3473450"/>
          <p14:tracePt t="23514" x="3581400" y="3473450"/>
          <p14:tracePt t="23528" x="3587750" y="3473450"/>
          <p14:tracePt t="23539" x="3600450" y="3473450"/>
          <p14:tracePt t="23556" x="3632200" y="3473450"/>
          <p14:tracePt t="23573" x="3657600" y="3467100"/>
          <p14:tracePt t="23589" x="3727450" y="3460750"/>
          <p14:tracePt t="23606" x="3835400" y="3454400"/>
          <p14:tracePt t="23623" x="3898900" y="3441700"/>
          <p14:tracePt t="23640" x="4038600" y="3441700"/>
          <p14:tracePt t="23655" x="4178300" y="3435350"/>
          <p14:tracePt t="23672" x="4260850" y="3435350"/>
          <p14:tracePt t="23690" x="4362450" y="3435350"/>
          <p14:tracePt t="23706" x="4425950" y="3435350"/>
          <p14:tracePt t="23722" x="4445000" y="3441700"/>
          <p14:tracePt t="23739" x="4457700" y="3441700"/>
          <p14:tracePt t="23755" x="4464050" y="3441700"/>
          <p14:tracePt t="24111" x="4457700" y="3448050"/>
          <p14:tracePt t="24117" x="4451350" y="3448050"/>
          <p14:tracePt t="24167" x="4445000" y="3448050"/>
          <p14:tracePt t="24216" x="4438650" y="3448050"/>
          <p14:tracePt t="24237" x="4432300" y="3448050"/>
          <p14:tracePt t="24264" x="4425950" y="3448050"/>
          <p14:tracePt t="24278" x="4419600" y="3448050"/>
          <p14:tracePt t="24285" x="4406900" y="3454400"/>
          <p14:tracePt t="24300" x="4394200" y="3454400"/>
          <p14:tracePt t="24307" x="4375150" y="3454400"/>
          <p14:tracePt t="24320" x="4343400" y="3454400"/>
          <p14:tracePt t="24337" x="4254500" y="3454400"/>
          <p14:tracePt t="24353" x="4203700" y="3454400"/>
          <p14:tracePt t="24370" x="4064000" y="3454400"/>
          <p14:tracePt t="24387" x="3924300" y="3454400"/>
          <p14:tracePt t="24403" x="3860800" y="3454400"/>
          <p14:tracePt t="24419" x="3759200" y="3454400"/>
          <p14:tracePt t="24436" x="3714750" y="3454400"/>
          <p14:tracePt t="24453" x="3676650" y="3454400"/>
          <p14:tracePt t="24470" x="3651250" y="3454400"/>
          <p14:tracePt t="24503" x="3644900" y="3454400"/>
          <p14:tracePt t="24539" x="3644900" y="3448050"/>
          <p14:tracePt t="24595" x="3651250" y="3448050"/>
          <p14:tracePt t="24609" x="3657600" y="3448050"/>
          <p14:tracePt t="24615" x="3663950" y="3448050"/>
          <p14:tracePt t="24630" x="3670300" y="3441700"/>
          <p14:tracePt t="24639" x="3676650" y="3441700"/>
          <p14:tracePt t="24652" x="3689350" y="3441700"/>
          <p14:tracePt t="24669" x="3721100" y="3441700"/>
          <p14:tracePt t="24686" x="3860800" y="3448050"/>
          <p14:tracePt t="24702" x="3943350" y="3454400"/>
          <p14:tracePt t="24718" x="4019550" y="3454400"/>
          <p14:tracePt t="24735" x="4184650" y="3467100"/>
          <p14:tracePt t="24752" x="4324350" y="3467100"/>
          <p14:tracePt t="24755" x="4362450" y="3467100"/>
          <p14:tracePt t="24769" x="4394200" y="3467100"/>
          <p14:tracePt t="24785" x="4413250" y="3467100"/>
          <p14:tracePt t="24802" x="4445000" y="3467100"/>
          <p14:tracePt t="24819" x="4457700" y="3467100"/>
          <p14:tracePt t="25128" x="4451350" y="3467100"/>
          <p14:tracePt t="25142" x="4451350" y="3473450"/>
          <p14:tracePt t="25148" x="4451350" y="3479800"/>
          <p14:tracePt t="25802" x="4464050" y="3479800"/>
          <p14:tracePt t="25808" x="4483100" y="3479800"/>
          <p14:tracePt t="25822" x="4514850" y="3479800"/>
          <p14:tracePt t="25832" x="4540250" y="3473450"/>
          <p14:tracePt t="25848" x="4559300" y="3467100"/>
          <p14:tracePt t="25865" x="4610100" y="3460750"/>
          <p14:tracePt t="25881" x="4654550" y="3454400"/>
          <p14:tracePt t="25899" x="4673600" y="3454400"/>
          <p14:tracePt t="25915" x="4699000" y="3454400"/>
          <p14:tracePt t="25931" x="4705350" y="3454400"/>
          <p14:tracePt t="25949" x="4711700" y="3454400"/>
          <p14:tracePt t="25965" x="4718050" y="3454400"/>
          <p14:tracePt t="25981" x="4724400" y="3454400"/>
          <p14:tracePt t="26005" x="4730750" y="3454400"/>
          <p14:tracePt t="26040" x="4737100" y="3454400"/>
          <p14:tracePt t="26075" x="4743450" y="3454400"/>
          <p14:tracePt t="26110" x="4749800" y="3454400"/>
          <p14:tracePt t="26124" x="4756150" y="3454400"/>
          <p14:tracePt t="26133" x="4762500" y="3454400"/>
          <p14:tracePt t="26152" x="4768850" y="3454400"/>
          <p14:tracePt t="26164" x="4775200" y="3454400"/>
          <p14:tracePt t="26180" x="4781550" y="3454400"/>
          <p14:tracePt t="26201" x="4787900" y="3454400"/>
          <p14:tracePt t="26223" x="4794250" y="3454400"/>
          <p14:tracePt t="26230" x="4800600" y="3454400"/>
          <p14:tracePt t="26250" x="4806950" y="3454400"/>
          <p14:tracePt t="26266" x="4813300" y="3454400"/>
          <p14:tracePt t="26293" x="4819650" y="3454400"/>
          <p14:tracePt t="26300" x="4826000" y="3454400"/>
          <p14:tracePt t="26341" x="4826000" y="3460750"/>
          <p14:tracePt t="26369" x="4832350" y="3460750"/>
          <p14:tracePt t="26391" x="4838700" y="3460750"/>
          <p14:tracePt t="26426" x="4845050" y="3460750"/>
          <p14:tracePt t="26440" x="4851400" y="3460750"/>
          <p14:tracePt t="26475" x="4857750" y="3460750"/>
          <p14:tracePt t="26531" x="4864100" y="3467100"/>
          <p14:tracePt t="26552" x="4870450" y="3467100"/>
          <p14:tracePt t="26573" x="4876800" y="3467100"/>
          <p14:tracePt t="26601" x="4883150" y="3467100"/>
          <p14:tracePt t="26622" x="4889500" y="3467100"/>
          <p14:tracePt t="26643" x="4902200" y="3467100"/>
          <p14:tracePt t="26664" x="4902200" y="3473450"/>
          <p14:tracePt t="26671" x="4908550" y="3473450"/>
          <p14:tracePt t="26686" x="4914900" y="3473450"/>
          <p14:tracePt t="26695" x="4921250" y="3473450"/>
          <p14:tracePt t="26712" x="4933950" y="3473450"/>
          <p14:tracePt t="26729" x="4972050" y="3473450"/>
          <p14:tracePt t="26745" x="5022850" y="3479800"/>
          <p14:tracePt t="26762" x="5099050" y="3486150"/>
          <p14:tracePt t="26778" x="5143500" y="3486150"/>
          <p14:tracePt t="26795" x="5232400" y="3498850"/>
          <p14:tracePt t="26812" x="5327650" y="3498850"/>
          <p14:tracePt t="26828" x="5365750" y="3498850"/>
          <p14:tracePt t="26845" x="5403850" y="3498850"/>
          <p14:tracePt t="26861" x="5486400" y="3498850"/>
          <p14:tracePt t="26878" x="5518150" y="3498850"/>
          <p14:tracePt t="26895" x="5537200" y="3498850"/>
          <p14:tracePt t="26911" x="5581650" y="3498850"/>
          <p14:tracePt t="26928" x="5613400" y="3505200"/>
          <p14:tracePt t="26945" x="5651500" y="3505200"/>
          <p14:tracePt t="26961" x="5670550" y="3505200"/>
          <p14:tracePt t="26978" x="5715000" y="3505200"/>
          <p14:tracePt t="26994" x="5765800" y="3498850"/>
          <p14:tracePt t="27011" x="5791200" y="3498850"/>
          <p14:tracePt t="27028" x="5848350" y="3492500"/>
          <p14:tracePt t="27044" x="5918200" y="3479800"/>
          <p14:tracePt t="27061" x="5937250" y="3479800"/>
          <p14:tracePt t="27078" x="5988050" y="3479800"/>
          <p14:tracePt t="27093" x="6032500" y="3479800"/>
          <p14:tracePt t="27110" x="6057900" y="3473450"/>
          <p14:tracePt t="27128" x="6108700" y="3467100"/>
          <p14:tracePt t="27144" x="6146800" y="3467100"/>
          <p14:tracePt t="27160" x="6172200" y="3460750"/>
          <p14:tracePt t="27177" x="6203950" y="3460750"/>
          <p14:tracePt t="27193" x="6216650" y="3460750"/>
          <p14:tracePt t="27211" x="6242050" y="3460750"/>
          <p14:tracePt t="27227" x="6254750" y="3467100"/>
          <p14:tracePt t="27243" x="6261100" y="3473450"/>
          <p14:tracePt t="27261" x="6280150" y="3511550"/>
          <p14:tracePt t="27716" x="6299200" y="3511550"/>
          <p14:tracePt t="27723" x="6318250" y="3511550"/>
          <p14:tracePt t="27737" x="6343650" y="3511550"/>
          <p14:tracePt t="27745" x="6369050" y="3511550"/>
          <p14:tracePt t="27761" x="6388100" y="3511550"/>
          <p14:tracePt t="27775" x="6438900" y="3505200"/>
          <p14:tracePt t="27791" x="6470650" y="3505200"/>
          <p14:tracePt t="27808" x="6527800" y="3505200"/>
          <p14:tracePt t="27825" x="6546850" y="3505200"/>
          <p14:tracePt t="27828" x="6565900" y="3505200"/>
          <p14:tracePt t="27842" x="6584950" y="3498850"/>
          <p14:tracePt t="27858" x="6616700" y="3498850"/>
          <p14:tracePt t="27874" x="6623050" y="3498850"/>
          <p14:tracePt t="27892" x="6642100" y="3498850"/>
          <p14:tracePt t="27908" x="6648450" y="3498850"/>
          <p14:tracePt t="27924" x="6654800" y="3498850"/>
          <p14:tracePt t="27957" x="6654800" y="3492500"/>
          <p14:tracePt t="27977" x="6667500" y="3486150"/>
          <p14:tracePt t="28004" x="6680200" y="3486150"/>
          <p14:tracePt t="28025" x="6686550" y="3479800"/>
          <p14:tracePt t="28039" x="6692900" y="3479800"/>
          <p14:tracePt t="28046" x="6699250" y="3479800"/>
          <p14:tracePt t="28057" x="6705600" y="3479800"/>
          <p14:tracePt t="28077" x="6718300" y="3479800"/>
          <p14:tracePt t="28090" x="6718300" y="3473450"/>
          <p14:tracePt t="28107" x="6731000" y="3473450"/>
          <p14:tracePt t="28123" x="6794500" y="3448050"/>
          <p14:tracePt t="28140" x="6826250" y="3435350"/>
          <p14:tracePt t="28157" x="6858000" y="3429000"/>
          <p14:tracePt t="28173" x="6927850" y="3409950"/>
          <p14:tracePt t="28190" x="6997700" y="3390900"/>
          <p14:tracePt t="28208" x="7073900" y="3365500"/>
          <p14:tracePt t="28224" x="7092950" y="3365500"/>
          <p14:tracePt t="28240" x="7131050" y="3365500"/>
          <p14:tracePt t="28257" x="7143750" y="3359150"/>
          <p14:tracePt t="28273" x="7150100" y="3359150"/>
          <p14:tracePt t="28290" x="7156450" y="3352800"/>
          <p14:tracePt t="28354" x="7162800" y="3352800"/>
          <p14:tracePt t="28389" x="7162800" y="3359150"/>
          <p14:tracePt t="28397" x="7169150" y="3359150"/>
          <p14:tracePt t="28406" x="7175500" y="3359150"/>
          <p14:tracePt t="28425" x="7188200" y="3359150"/>
          <p14:tracePt t="28439" x="7207250" y="3359150"/>
          <p14:tracePt t="28456" x="7226300" y="3359150"/>
          <p14:tracePt t="28473" x="7296150" y="3352800"/>
          <p14:tracePt t="28489" x="7429500" y="3321050"/>
          <p14:tracePt t="28506" x="7505700" y="3321050"/>
          <p14:tracePt t="28523" x="7670800" y="3302000"/>
          <p14:tracePt t="28539" x="7823200" y="3295650"/>
          <p14:tracePt t="28555" x="7893050" y="3282950"/>
          <p14:tracePt t="28572" x="8020050" y="3276600"/>
          <p14:tracePt t="28589" x="8102600" y="3263900"/>
          <p14:tracePt t="28606" x="8128000" y="3257550"/>
          <p14:tracePt t="28622" x="8166100" y="3257550"/>
          <p14:tracePt t="28638" x="8185150" y="3257550"/>
          <p14:tracePt t="28656" x="8210550" y="3251200"/>
          <p14:tracePt t="28672" x="8223250" y="3244850"/>
          <p14:tracePt t="28688" x="8248650" y="3244850"/>
          <p14:tracePt t="28706" x="8267700" y="3238500"/>
          <p14:tracePt t="28722" x="8274050" y="3238500"/>
          <p14:tracePt t="28738" x="8286750" y="3238500"/>
          <p14:tracePt t="28755" x="8305800" y="3238500"/>
          <p14:tracePt t="28771" x="8318500" y="3238500"/>
          <p14:tracePt t="28789" x="8331200" y="3238500"/>
          <p14:tracePt t="28804" x="8350250" y="3238500"/>
          <p14:tracePt t="28822" x="8362950" y="3238500"/>
          <p14:tracePt t="28825" x="8369300" y="3238500"/>
          <p14:tracePt t="28841" x="8375650" y="3238500"/>
          <p14:tracePt t="28929" x="8369300" y="3238500"/>
          <p14:tracePt t="28958" x="8362950" y="3238500"/>
          <p14:tracePt t="28965" x="8362950" y="3232150"/>
          <p14:tracePt t="29000" x="8356600" y="3232150"/>
          <p14:tracePt t="29028" x="8350250" y="3232150"/>
          <p14:tracePt t="29035" x="8343900" y="3232150"/>
          <p14:tracePt t="29049" x="8337550" y="3232150"/>
          <p14:tracePt t="29057" x="8331200" y="3232150"/>
          <p14:tracePt t="29071" x="8324850" y="3232150"/>
          <p14:tracePt t="29087" x="8305800" y="3232150"/>
          <p14:tracePt t="29104" x="8242300" y="3232150"/>
          <p14:tracePt t="29120" x="8058150" y="3263900"/>
          <p14:tracePt t="29137" x="7931150" y="3282950"/>
          <p14:tracePt t="29154" x="7531100" y="3321050"/>
          <p14:tracePt t="29171" x="6972300" y="3352800"/>
          <p14:tracePt t="29187" x="6680200" y="3365500"/>
          <p14:tracePt t="29203" x="6102350" y="3397250"/>
          <p14:tracePt t="29220" x="5651500" y="3409950"/>
          <p14:tracePt t="29237" x="5518150" y="3409950"/>
          <p14:tracePt t="29253" x="5327650" y="3409950"/>
          <p14:tracePt t="29270" x="5232400" y="3422650"/>
          <p14:tracePt t="29287" x="5194300" y="3422650"/>
          <p14:tracePt t="29303" x="5181600" y="3422650"/>
          <p14:tracePt t="29319" x="5168900" y="3422650"/>
          <p14:tracePt t="29336" x="5162550" y="3422650"/>
          <p14:tracePt t="29352" x="5149850" y="3422650"/>
          <p14:tracePt t="29369" x="5130800" y="3422650"/>
          <p14:tracePt t="29386" x="5035550" y="3416300"/>
          <p14:tracePt t="29402" x="4984750" y="3416300"/>
          <p14:tracePt t="29419" x="4908550" y="3416300"/>
          <p14:tracePt t="29436" x="4775200" y="3409950"/>
          <p14:tracePt t="29452" x="4622800" y="3390900"/>
          <p14:tracePt t="29470" x="4483100" y="3390900"/>
          <p14:tracePt t="29485" x="4406900" y="3390900"/>
          <p14:tracePt t="29502" x="4260850" y="3390900"/>
          <p14:tracePt t="29519" x="4159250" y="3390900"/>
          <p14:tracePt t="29535" x="4102100" y="3397250"/>
          <p14:tracePt t="29552" x="4044950" y="3403600"/>
          <p14:tracePt t="29569" x="3994150" y="3416300"/>
          <p14:tracePt t="29585" x="3975100" y="3416300"/>
          <p14:tracePt t="29602" x="3924300" y="3416300"/>
          <p14:tracePt t="29618" x="3860800" y="3416300"/>
          <p14:tracePt t="29635" x="3841750" y="3416300"/>
          <p14:tracePt t="29652" x="3778250" y="3409950"/>
          <p14:tracePt t="29668" x="3721100" y="3409950"/>
          <p14:tracePt t="29685" x="3695700" y="3409950"/>
          <p14:tracePt t="29702" x="3651250" y="3416300"/>
          <p14:tracePt t="29718" x="3613150" y="3416300"/>
          <p14:tracePt t="29735" x="3594100" y="3416300"/>
          <p14:tracePt t="29751" x="3556000" y="3416300"/>
          <p14:tracePt t="29768" x="3543300" y="3416300"/>
          <p14:tracePt t="29785" x="3524250" y="3409950"/>
          <p14:tracePt t="29818" x="3517900" y="3409950"/>
          <p14:tracePt t="29855" x="3517900" y="3403600"/>
          <p14:tracePt t="29869" x="3524250" y="3403600"/>
          <p14:tracePt t="29875" x="3530600" y="3397250"/>
          <p14:tracePt t="29890" x="3543300" y="3397250"/>
          <p14:tracePt t="29900" x="3568700" y="3397250"/>
          <p14:tracePt t="29918" x="3683000" y="3378200"/>
          <p14:tracePt t="29934" x="3771900" y="3371850"/>
          <p14:tracePt t="29950" x="4025900" y="3359150"/>
          <p14:tracePt t="29968" x="4387850" y="3346450"/>
          <p14:tracePt t="29984" x="4591050" y="3346450"/>
          <p14:tracePt t="30001" x="4826000" y="3346450"/>
          <p14:tracePt t="30017" x="5454650" y="3346450"/>
          <p14:tracePt t="30033" x="5619750" y="3352800"/>
          <p14:tracePt t="30051" x="5734050" y="3365500"/>
          <p14:tracePt t="30067" x="5949950" y="3397250"/>
          <p14:tracePt t="30083" x="6102350" y="3416300"/>
          <p14:tracePt t="30101" x="6210300" y="3429000"/>
          <p14:tracePt t="30117" x="6254750" y="3441700"/>
          <p14:tracePt t="30133" x="6280150" y="3441700"/>
          <p14:tracePt t="30150" x="6292850" y="3441700"/>
          <p14:tracePt t="30183" x="6286500" y="3441700"/>
          <p14:tracePt t="30200" x="6267450" y="3454400"/>
          <p14:tracePt t="30216" x="6248400" y="3454400"/>
          <p14:tracePt t="30233" x="6210300" y="3460750"/>
          <p14:tracePt t="30249" x="6127750" y="3473450"/>
          <p14:tracePt t="30266" x="6064250" y="3473450"/>
          <p14:tracePt t="30283" x="5848350" y="3479800"/>
          <p14:tracePt t="30299" x="5556250" y="3492500"/>
          <p14:tracePt t="30316" x="5365750" y="3505200"/>
          <p14:tracePt t="30333" x="4972050" y="3505200"/>
          <p14:tracePt t="30349" x="4794250" y="3505200"/>
          <p14:tracePt t="30352" x="4635500" y="3505200"/>
          <p14:tracePt t="30366" x="4508500" y="3505200"/>
          <p14:tracePt t="30382" x="4292600" y="3505200"/>
          <p14:tracePt t="30399" x="4216400" y="3498850"/>
          <p14:tracePt t="30416" x="4089400" y="3505200"/>
          <p14:tracePt t="30432" x="4019550" y="3511550"/>
          <p14:tracePt t="30449" x="3987800" y="3511550"/>
          <p14:tracePt t="30465" x="3956050" y="3517900"/>
          <p14:tracePt t="30482" x="3943350" y="3517900"/>
          <p14:tracePt t="30499" x="3937000" y="3517900"/>
          <p14:tracePt t="30550" x="3943350" y="3511550"/>
          <p14:tracePt t="30563" x="3956050" y="3511550"/>
          <p14:tracePt t="30570" x="3968750" y="3505200"/>
          <p14:tracePt t="30581" x="4006850" y="3498850"/>
          <p14:tracePt t="30599" x="4165600" y="3473450"/>
          <p14:tracePt t="30615" x="4267200" y="3473450"/>
          <p14:tracePt t="30632" x="4406900" y="3448050"/>
          <p14:tracePt t="30649" x="5175250" y="3403600"/>
          <p14:tracePt t="30665" x="5492750" y="3390900"/>
          <p14:tracePt t="30682" x="5810250" y="3371850"/>
          <p14:tracePt t="30698" x="6413500" y="3340100"/>
          <p14:tracePt t="30715" x="6991350" y="3308350"/>
          <p14:tracePt t="30732" x="7226300" y="3308350"/>
          <p14:tracePt t="30748" x="7531100" y="3327400"/>
          <p14:tracePt t="30764" x="7734300" y="3333750"/>
          <p14:tracePt t="30781" x="7854950" y="3333750"/>
          <p14:tracePt t="30797" x="7880350" y="3327400"/>
          <p14:tracePt t="30815" x="7905750" y="3327400"/>
          <p14:tracePt t="30851" x="7899400" y="3327400"/>
          <p14:tracePt t="30865" x="7886700" y="3333750"/>
          <p14:tracePt t="30881" x="7861300" y="3346450"/>
          <p14:tracePt t="30897" x="7829550" y="3352800"/>
          <p14:tracePt t="30914" x="7702550" y="3352800"/>
          <p14:tracePt t="30931" x="7378700" y="3333750"/>
          <p14:tracePt t="30947" x="7112000" y="3321050"/>
          <p14:tracePt t="30964" x="6311900" y="3321050"/>
          <p14:tracePt t="30980" x="5899150" y="3321050"/>
          <p14:tracePt t="30998" x="4502150" y="3302000"/>
          <p14:tracePt t="31013" x="4114800" y="3314700"/>
          <p14:tracePt t="31030" x="3803650" y="3314700"/>
          <p14:tracePt t="31047" x="3175000" y="3308350"/>
          <p14:tracePt t="31063" x="3048000" y="3295650"/>
          <p14:tracePt t="31080" x="2984500" y="3295650"/>
          <p14:tracePt t="31097" x="2959100" y="3295650"/>
          <p14:tracePt t="31113" x="2959100" y="3302000"/>
          <p14:tracePt t="31146" x="2971800" y="3302000"/>
          <p14:tracePt t="31163" x="3054350" y="3289300"/>
          <p14:tracePt t="31181" x="3308350" y="3270250"/>
          <p14:tracePt t="31197" x="3530600" y="3244850"/>
          <p14:tracePt t="31213" x="4121150" y="3181350"/>
          <p14:tracePt t="31230" x="4870450" y="3168650"/>
          <p14:tracePt t="31246" x="5289550" y="3175000"/>
          <p14:tracePt t="31263" x="5657850" y="3194050"/>
          <p14:tracePt t="31280" x="6642100" y="3289300"/>
          <p14:tracePt t="31296" x="6889750" y="3333750"/>
          <p14:tracePt t="31314" x="7327900" y="3378200"/>
          <p14:tracePt t="31329" x="7454900" y="3397250"/>
          <p14:tracePt t="31346" x="7696200" y="3448050"/>
          <p14:tracePt t="31363" x="7867650" y="3473450"/>
          <p14:tracePt t="31379" x="7931150" y="3479800"/>
          <p14:tracePt t="31396" x="8020050" y="3479800"/>
          <p14:tracePt t="31413" x="8077200" y="3479800"/>
          <p14:tracePt t="31430" x="8102600" y="3479800"/>
          <p14:tracePt t="31445" x="8108950" y="3479800"/>
          <p14:tracePt t="31462" x="8115300" y="3479800"/>
          <p14:tracePt t="31496" x="8108950" y="3479800"/>
          <p14:tracePt t="31545" x="8108950" y="3473450"/>
          <p14:tracePt t="31573" x="8121650" y="3473450"/>
          <p14:tracePt t="31580" x="8134350" y="3473450"/>
          <p14:tracePt t="31594" x="8153400" y="3473450"/>
          <p14:tracePt t="31601" x="8185150" y="3467100"/>
          <p14:tracePt t="31615" x="8223250" y="3460750"/>
          <p14:tracePt t="31630" x="8318500" y="3454400"/>
          <p14:tracePt t="31645" x="8356600" y="3454400"/>
          <p14:tracePt t="31661" x="8407400" y="3441700"/>
          <p14:tracePt t="31678" x="8489950" y="3435350"/>
          <p14:tracePt t="31694" x="8559800" y="3429000"/>
          <p14:tracePt t="31711" x="8585200" y="3429000"/>
          <p14:tracePt t="31728" x="8629650" y="3409950"/>
          <p14:tracePt t="31745" x="8655050" y="3409950"/>
          <p14:tracePt t="31777" x="8661400" y="3409950"/>
          <p14:tracePt t="31794" x="8655050" y="3409950"/>
          <p14:tracePt t="31811" x="8648700" y="3409950"/>
          <p14:tracePt t="31828" x="8642350" y="3409950"/>
          <p14:tracePt t="31845" x="8616950" y="3409950"/>
          <p14:tracePt t="31861" x="8597900" y="3409950"/>
          <p14:tracePt t="31877" x="8585200" y="3416300"/>
          <p14:tracePt t="31880" x="8566150" y="3416300"/>
          <p14:tracePt t="31911" x="8464550" y="3429000"/>
          <p14:tracePt t="31927" x="8407400" y="3435350"/>
          <p14:tracePt t="31945" x="8267700" y="3441700"/>
          <p14:tracePt t="31961" x="8191500" y="3454400"/>
          <p14:tracePt t="31977" x="8013700" y="3467100"/>
          <p14:tracePt t="31994" x="7835900" y="3473450"/>
          <p14:tracePt t="32010" x="7727950" y="3486150"/>
          <p14:tracePt t="32027" x="7562850" y="3505200"/>
          <p14:tracePt t="32044" x="7442200" y="3524250"/>
          <p14:tracePt t="32060" x="7404100" y="3524250"/>
          <p14:tracePt t="32077" x="7366000" y="3530600"/>
          <p14:tracePt t="32093" x="7346950" y="3543300"/>
          <p14:tracePt t="32110" x="7340600" y="3562350"/>
          <p14:tracePt t="32127" x="7334250" y="3581400"/>
          <p14:tracePt t="33596" x="7270750" y="3594100"/>
          <p14:tracePt t="33603" x="7181850" y="3600450"/>
          <p14:tracePt t="33618" x="7067550" y="3613150"/>
          <p14:tracePt t="33624" x="6965950" y="3619500"/>
          <p14:tracePt t="33641" x="6838950" y="3632200"/>
          <p14:tracePt t="33654" x="6508750" y="3683000"/>
          <p14:tracePt t="33671" x="6305550" y="3721100"/>
          <p14:tracePt t="33688" x="5861050" y="3790950"/>
          <p14:tracePt t="33704" x="5613400" y="3822700"/>
          <p14:tracePt t="33721" x="5086350" y="3930650"/>
          <p14:tracePt t="33738" x="4540250" y="4006850"/>
          <p14:tracePt t="33754" x="4298950" y="4032250"/>
          <p14:tracePt t="33771" x="3968750" y="4057650"/>
          <p14:tracePt t="33787" x="3740150" y="4057650"/>
          <p14:tracePt t="33804" x="3663950" y="4057650"/>
          <p14:tracePt t="33821" x="3562350" y="4057650"/>
          <p14:tracePt t="33837" x="3530600" y="4057650"/>
          <p14:tracePt t="33854" x="3517900" y="4057650"/>
          <p14:tracePt t="34005" x="3492500" y="4064000"/>
          <p14:tracePt t="34021" x="3486150" y="4064000"/>
          <p14:tracePt t="34037" x="3479800" y="4064000"/>
          <p14:tracePt t="34728" x="3479800" y="4057650"/>
          <p14:tracePt t="34735" x="3479800" y="4051300"/>
          <p14:tracePt t="34748" x="3479800" y="4032250"/>
          <p14:tracePt t="34755" x="3479800" y="4019550"/>
          <p14:tracePt t="34771" x="3473450" y="3994150"/>
          <p14:tracePt t="34784" x="3454400" y="3962400"/>
          <p14:tracePt t="34801" x="3441700" y="3879850"/>
          <p14:tracePt t="34818" x="3422650" y="3810000"/>
          <p14:tracePt t="34834" x="3416300" y="3778250"/>
          <p14:tracePt t="34850" x="3403600" y="3714750"/>
          <p14:tracePt t="34868" x="3397250" y="3683000"/>
          <p14:tracePt t="34883" x="3390900" y="3663950"/>
          <p14:tracePt t="34901" x="3390900" y="3651250"/>
          <p14:tracePt t="34917" x="3384550" y="3644900"/>
          <p14:tracePt t="35008" x="3384550" y="3651250"/>
          <p14:tracePt t="35036" x="3384550" y="3657600"/>
          <p14:tracePt t="35051" x="3390900" y="3663950"/>
          <p14:tracePt t="35078" x="3397250" y="3663950"/>
          <p14:tracePt t="35106" x="3403600" y="3670300"/>
          <p14:tracePt t="35141" x="3403600" y="3676650"/>
          <p14:tracePt t="35147" x="3409950" y="3676650"/>
          <p14:tracePt t="35190" x="3416300" y="3683000"/>
          <p14:tracePt t="35225" x="3422650" y="3689350"/>
          <p14:tracePt t="35288" x="3429000" y="3689350"/>
          <p14:tracePt t="35316" x="3429000" y="3683000"/>
          <p14:tracePt t="35330" x="3429000" y="3676650"/>
          <p14:tracePt t="35338" x="3429000" y="3670300"/>
          <p14:tracePt t="35358" x="3429000" y="3663950"/>
          <p14:tracePt t="35368" x="3429000" y="3657600"/>
          <p14:tracePt t="35381" x="3429000" y="3644900"/>
          <p14:tracePt t="35398" x="3422650" y="3632200"/>
          <p14:tracePt t="35415" x="3416300" y="3600450"/>
          <p14:tracePt t="35432" x="3416300" y="3568700"/>
          <p14:tracePt t="35450" x="3409950" y="3543300"/>
          <p14:tracePt t="35465" x="3409950" y="3530600"/>
          <p14:tracePt t="35482" x="3403600" y="3511550"/>
          <p14:tracePt t="35499" x="3403600" y="3498850"/>
          <p14:tracePt t="35515" x="3403600" y="3492500"/>
          <p14:tracePt t="35548" x="3403600" y="3486150"/>
          <p14:tracePt t="35565" x="3403600" y="3473450"/>
          <p14:tracePt t="35582" x="3397250" y="3473450"/>
          <p14:tracePt t="35598" x="3397250" y="3454400"/>
          <p14:tracePt t="35614" x="3390900" y="3454400"/>
          <p14:tracePt t="35632" x="3390900" y="3441700"/>
          <p14:tracePt t="35648" x="3384550" y="3422650"/>
          <p14:tracePt t="35665" x="3378200" y="3409950"/>
          <p14:tracePt t="35682" x="3371850" y="3403600"/>
          <p14:tracePt t="35698" x="3371850" y="3390900"/>
          <p14:tracePt t="35731" x="3365500" y="3378200"/>
          <p14:tracePt t="35764" x="3365500" y="3371850"/>
          <p14:tracePt t="35807" x="3365500" y="3365500"/>
          <p14:tracePt t="35926" x="3359150" y="3359150"/>
          <p14:tracePt t="36024" x="3365500" y="3365500"/>
          <p14:tracePt t="36031" x="3365500" y="3371850"/>
          <p14:tracePt t="36046" x="3365500" y="3378200"/>
          <p14:tracePt t="36073" x="3365500" y="3384550"/>
          <p14:tracePt t="36088" x="3371850" y="3384550"/>
          <p14:tracePt t="36108" x="3371850" y="3390900"/>
          <p14:tracePt t="36130" x="3371850" y="3397250"/>
          <p14:tracePt t="36136" x="3371850" y="3403600"/>
          <p14:tracePt t="36158" x="3371850" y="3409950"/>
          <p14:tracePt t="36178" x="3371850" y="3422650"/>
          <p14:tracePt t="36200" x="3378200" y="3429000"/>
          <p14:tracePt t="36228" x="3378200" y="3435350"/>
          <p14:tracePt t="36248" x="3378200" y="3441700"/>
          <p14:tracePt t="36264" x="3378200" y="3448050"/>
          <p14:tracePt t="36276" x="3378200" y="3454400"/>
          <p14:tracePt t="36298" x="3378200" y="3467100"/>
          <p14:tracePt t="36333" x="3378200" y="3473450"/>
          <p14:tracePt t="36346" x="3378200" y="3479800"/>
          <p14:tracePt t="36368" x="3384550" y="3486150"/>
          <p14:tracePt t="36389" x="3384550" y="3498850"/>
          <p14:tracePt t="36410" x="3384550" y="3505200"/>
          <p14:tracePt t="36431" x="3384550" y="3511550"/>
          <p14:tracePt t="36459" x="3384550" y="3517900"/>
          <p14:tracePt t="36472" x="3384550" y="3524250"/>
          <p14:tracePt t="36486" x="3384550" y="3530600"/>
          <p14:tracePt t="36508" x="3384550" y="3536950"/>
          <p14:tracePt t="36522" x="3384550" y="3543300"/>
          <p14:tracePt t="36531" x="3390900" y="3543300"/>
          <p14:tracePt t="36544" x="3390900" y="3549650"/>
          <p14:tracePt t="36561" x="3390900" y="3556000"/>
          <p14:tracePt t="36578" x="3397250" y="3568700"/>
          <p14:tracePt t="36594" x="3397250" y="3575050"/>
          <p14:tracePt t="36611" x="3397250" y="3581400"/>
          <p14:tracePt t="36628" x="3397250" y="3587750"/>
          <p14:tracePt t="36644" x="3403600" y="3594100"/>
          <p14:tracePt t="36661" x="3403600" y="3600450"/>
          <p14:tracePt t="36677" x="3403600" y="3606800"/>
          <p14:tracePt t="36694" x="3403600" y="3619500"/>
          <p14:tracePt t="36712" x="3409950" y="3619500"/>
          <p14:tracePt t="36732" x="3409950" y="3625850"/>
          <p14:tracePt t="36762" x="3409950" y="3638550"/>
          <p14:tracePt t="36788" x="3409950" y="3644900"/>
          <p14:tracePt t="36809" x="3416300" y="3651250"/>
          <p14:tracePt t="36830" x="3416300" y="3657600"/>
          <p14:tracePt t="36837" x="3416300" y="3663950"/>
          <p14:tracePt t="36879" x="3422650" y="3663950"/>
          <p14:tracePt t="36907" x="3422650" y="3670300"/>
          <p14:tracePt t="36929" x="3422650" y="3676650"/>
          <p14:tracePt t="36964" x="3422650" y="3683000"/>
          <p14:tracePt t="37069" x="3422650" y="3676650"/>
          <p14:tracePt t="37082" x="3422650" y="3670300"/>
          <p14:tracePt t="37111" x="3422650" y="3663950"/>
          <p14:tracePt t="37132" x="3422650" y="3657600"/>
          <p14:tracePt t="37138" x="3422650" y="3651250"/>
          <p14:tracePt t="37153" x="3422650" y="3638550"/>
          <p14:tracePt t="37162" x="3422650" y="3625850"/>
          <p14:tracePt t="37176" x="3422650" y="3613150"/>
          <p14:tracePt t="37192" x="3409950" y="3594100"/>
          <p14:tracePt t="37209" x="3403600" y="3543300"/>
          <p14:tracePt t="37225" x="3403600" y="3524250"/>
          <p14:tracePt t="37242" x="3397250" y="3492500"/>
          <p14:tracePt t="37259" x="3390900" y="3441700"/>
          <p14:tracePt t="37275" x="3384550" y="3422650"/>
          <p14:tracePt t="37293" x="3384550" y="3403600"/>
          <p14:tracePt t="37308" x="3378200" y="3359150"/>
          <p14:tracePt t="37325" x="3371850" y="3346450"/>
          <p14:tracePt t="37342" x="3365500" y="3321050"/>
          <p14:tracePt t="37375" x="3365500" y="3314700"/>
          <p14:tracePt t="37392" x="3359150" y="3302000"/>
          <p14:tracePt t="37408" x="3359150" y="3295650"/>
          <p14:tracePt t="37476" x="3359150" y="3289300"/>
          <p14:tracePt t="38401" x="3359150" y="3314700"/>
          <p14:tracePt t="38408" x="3359150" y="3346450"/>
          <p14:tracePt t="38422" x="3365500" y="3365500"/>
          <p14:tracePt t="38439" x="3390900" y="3429000"/>
          <p14:tracePt t="38454" x="3390900" y="3448050"/>
          <p14:tracePt t="38458" x="3403600" y="3467100"/>
          <p14:tracePt t="38471" x="3416300" y="3511550"/>
          <p14:tracePt t="38488" x="3422650" y="3530600"/>
          <p14:tracePt t="38504" x="3422650" y="3543300"/>
          <p14:tracePt t="38522" x="3448050" y="3587750"/>
          <p14:tracePt t="38538" x="3454400" y="3600450"/>
          <p14:tracePt t="38555" x="3460750" y="3613150"/>
          <p14:tracePt t="38571" x="3467100" y="3638550"/>
          <p14:tracePt t="38587" x="3467100" y="3663950"/>
          <p14:tracePt t="38605" x="3473450" y="3683000"/>
          <p14:tracePt t="38621" x="3473450" y="3689350"/>
          <p14:tracePt t="38640" x="3479800" y="3702050"/>
          <p14:tracePt t="38655" x="3479800" y="3708400"/>
          <p14:tracePt t="38913" x="3479800" y="3714750"/>
          <p14:tracePt t="38921" x="3486150" y="3714750"/>
          <p14:tracePt t="38935" x="3479800" y="3708400"/>
          <p14:tracePt t="39372" x="3479800" y="3721100"/>
          <p14:tracePt t="39393" x="3498850" y="3752850"/>
          <p14:tracePt t="39407" x="3498850" y="3765550"/>
          <p14:tracePt t="39414" x="3511550" y="3778250"/>
          <p14:tracePt t="39428" x="3517900" y="3790950"/>
          <p14:tracePt t="39437" x="3524250" y="3803650"/>
          <p14:tracePt t="39451" x="3530600" y="3816350"/>
          <p14:tracePt t="39468" x="3549650" y="3854450"/>
          <p14:tracePt t="39485" x="3562350" y="3879850"/>
          <p14:tracePt t="39501" x="3575050" y="3892550"/>
          <p14:tracePt t="39518" x="3581400" y="3911600"/>
          <p14:tracePt t="39534" x="3587750" y="3917950"/>
          <p14:tracePt t="39568" x="3587750" y="3924300"/>
          <p14:tracePt t="39645" x="3594100" y="3924300"/>
          <p14:tracePt t="39722" x="3600450" y="3924300"/>
          <p14:tracePt t="39828" x="3606800" y="3924300"/>
          <p14:tracePt t="39933" x="3606800" y="3917950"/>
          <p14:tracePt t="40206" x="3606800" y="3924300"/>
          <p14:tracePt t="40248" x="3613150" y="3924300"/>
          <p14:tracePt t="40255" x="3613150" y="3930650"/>
          <p14:tracePt t="40283" x="3613150" y="3937000"/>
          <p14:tracePt t="40318" x="3613150" y="3943350"/>
          <p14:tracePt t="40353" x="3619500" y="3949700"/>
          <p14:tracePt t="40445" x="3613150" y="3956050"/>
          <p14:tracePt t="40481" x="3613150" y="3962400"/>
          <p14:tracePt t="40487" x="3613150" y="3968750"/>
          <p14:tracePt t="40516" x="3606800" y="3975100"/>
          <p14:tracePt t="40536" x="3600450" y="3975100"/>
          <p14:tracePt t="40557" x="3594100" y="3981450"/>
          <p14:tracePt t="40599" x="3587750" y="3987800"/>
          <p14:tracePt t="40634" x="3581400" y="3987800"/>
          <p14:tracePt t="40655" x="3581400" y="3994150"/>
          <p14:tracePt t="40676" x="3575050" y="3994150"/>
          <p14:tracePt t="40698" x="3575050" y="4000500"/>
          <p14:tracePt t="40774" x="3587750" y="4000500"/>
          <p14:tracePt t="40795" x="3600450" y="4000500"/>
          <p14:tracePt t="40809" x="3613150" y="4000500"/>
          <p14:tracePt t="40816" x="3632200" y="4000500"/>
          <p14:tracePt t="40833" x="3670300" y="4000500"/>
          <p14:tracePt t="40846" x="3778250" y="3987800"/>
          <p14:tracePt t="40863" x="3854450" y="3987800"/>
          <p14:tracePt t="40880" x="4032250" y="3981450"/>
          <p14:tracePt t="40896" x="4133850" y="3981450"/>
          <p14:tracePt t="40913" x="4349750" y="3968750"/>
          <p14:tracePt t="40929" x="4565650" y="3975100"/>
          <p14:tracePt t="40946" x="4667250" y="3975100"/>
          <p14:tracePt t="40963" x="4819650" y="3975100"/>
          <p14:tracePt t="40979" x="4933950" y="3968750"/>
          <p14:tracePt t="40996" x="4991100" y="3962400"/>
          <p14:tracePt t="41012" x="5067300" y="3962400"/>
          <p14:tracePt t="41029" x="5124450" y="3956050"/>
          <p14:tracePt t="41045" x="5143500" y="3956050"/>
          <p14:tracePt t="41062" x="5187950" y="3949700"/>
          <p14:tracePt t="41079" x="5226050" y="3943350"/>
          <p14:tracePt t="41096" x="5251450" y="3943350"/>
          <p14:tracePt t="41112" x="5308600" y="3943350"/>
          <p14:tracePt t="41129" x="5384800" y="3943350"/>
          <p14:tracePt t="41146" x="5454650" y="3930650"/>
          <p14:tracePt t="41162" x="5492750" y="3930650"/>
          <p14:tracePt t="41178" x="5530850" y="3930650"/>
          <p14:tracePt t="41195" x="5638800" y="3930650"/>
          <p14:tracePt t="41212" x="5664200" y="3937000"/>
          <p14:tracePt t="41229" x="5708650" y="3937000"/>
          <p14:tracePt t="41245" x="5765800" y="3943350"/>
          <p14:tracePt t="41261" x="5803900" y="3943350"/>
          <p14:tracePt t="41279" x="5835650" y="3943350"/>
          <p14:tracePt t="41295" x="5854700" y="3943350"/>
          <p14:tracePt t="41311" x="5873750" y="3943350"/>
          <p14:tracePt t="41328" x="5880100" y="3943350"/>
          <p14:tracePt t="41361" x="5886450" y="3943350"/>
          <p14:tracePt t="41412" x="5886450" y="3937000"/>
          <p14:tracePt t="41440" x="5880100" y="3937000"/>
          <p14:tracePt t="41462" x="5873750" y="3937000"/>
          <p14:tracePt t="41475" x="5867400" y="3937000"/>
          <p14:tracePt t="41518" x="5861050" y="3937000"/>
          <p14:tracePt t="41538" x="5854700" y="3937000"/>
          <p14:tracePt t="41545" x="5848350" y="3937000"/>
          <p14:tracePt t="41567" x="5842000" y="3937000"/>
          <p14:tracePt t="41588" x="5835650" y="3937000"/>
          <p14:tracePt t="41608" x="5835650" y="3930650"/>
          <p14:tracePt t="41616" x="5829300" y="3930650"/>
          <p14:tracePt t="41686" x="5822950" y="3930650"/>
          <p14:tracePt t="41707" x="5816600" y="3930650"/>
          <p14:tracePt t="41728" x="5810250" y="3930650"/>
          <p14:tracePt t="41749" x="5803900" y="3937000"/>
          <p14:tracePt t="41755" x="5803900" y="3943350"/>
          <p14:tracePt t="44311" x="5791200" y="3949700"/>
          <p14:tracePt t="44324" x="5772150" y="3962400"/>
          <p14:tracePt t="44331" x="5753100" y="3975100"/>
          <p14:tracePt t="44345" x="5727700" y="3987800"/>
          <p14:tracePt t="44354" x="5708650" y="4006850"/>
          <p14:tracePt t="44368" x="5683250" y="4019550"/>
          <p14:tracePt t="44384" x="5632450" y="4051300"/>
          <p14:tracePt t="44401" x="5562600" y="4083050"/>
          <p14:tracePt t="44417" x="5518150" y="4108450"/>
          <p14:tracePt t="44434" x="5403850" y="4152900"/>
          <p14:tracePt t="44451" x="5245100" y="4203700"/>
          <p14:tracePt t="44467" x="5175250" y="4235450"/>
          <p14:tracePt t="44484" x="5099050" y="4260850"/>
          <p14:tracePt t="44500" x="4813300" y="4337050"/>
          <p14:tracePt t="44516" x="4705350" y="4362450"/>
          <p14:tracePt t="44534" x="4502150" y="4394200"/>
          <p14:tracePt t="44550" x="4413250" y="4406900"/>
          <p14:tracePt t="44567" x="4267200" y="4445000"/>
          <p14:tracePt t="44584" x="4133850" y="4464050"/>
          <p14:tracePt t="44600" x="4070350" y="4464050"/>
          <p14:tracePt t="44617" x="3975100" y="4470400"/>
          <p14:tracePt t="44633" x="3911600" y="4470400"/>
          <p14:tracePt t="44650" x="3879850" y="4470400"/>
          <p14:tracePt t="44667" x="3835400" y="4470400"/>
          <p14:tracePt t="44683" x="3784600" y="4470400"/>
          <p14:tracePt t="44700" x="3771900" y="4470400"/>
          <p14:tracePt t="44717" x="3727450" y="4470400"/>
          <p14:tracePt t="44733" x="3683000" y="4457700"/>
          <p14:tracePt t="44749" x="3651250" y="4451350"/>
          <p14:tracePt t="44766" x="3600450" y="4438650"/>
          <p14:tracePt t="44783" x="3549650" y="4425950"/>
          <p14:tracePt t="44799" x="3524250" y="4425950"/>
          <p14:tracePt t="44816" x="3473450" y="4419600"/>
          <p14:tracePt t="44832" x="3454400" y="4413250"/>
          <p14:tracePt t="44850" x="3371850" y="4406900"/>
          <p14:tracePt t="44866" x="3352800" y="4406900"/>
          <p14:tracePt t="44882" x="3340100" y="4400550"/>
          <p14:tracePt t="44899" x="3308350" y="4400550"/>
          <p14:tracePt t="44916" x="3282950" y="4394200"/>
          <p14:tracePt t="44932" x="3276600" y="4394200"/>
          <p14:tracePt t="44948" x="3270250" y="4394200"/>
          <p14:tracePt t="44965" x="3263900" y="4394200"/>
          <p14:tracePt t="44982" x="3257550" y="4394200"/>
          <p14:tracePt t="44999" x="3238500" y="4400550"/>
          <p14:tracePt t="45016" x="3225800" y="4406900"/>
          <p14:tracePt t="45032" x="3219450" y="4406900"/>
          <p14:tracePt t="49028" x="3213100" y="4406900"/>
          <p14:tracePt t="49071" x="3206750" y="4406900"/>
          <p14:tracePt t="49077" x="3200400" y="4406900"/>
          <p14:tracePt t="49098" x="3194050" y="4400550"/>
          <p14:tracePt t="49119" x="3187700" y="4400550"/>
          <p14:tracePt t="49141" x="3187700" y="4394200"/>
          <p14:tracePt t="49162" x="3181350" y="4387850"/>
          <p14:tracePt t="49169" x="3175000" y="4387850"/>
          <p14:tracePt t="49182" x="3168650" y="4381500"/>
          <p14:tracePt t="49189" x="3162300" y="4381500"/>
          <p14:tracePt t="49201" x="3155950" y="4375150"/>
          <p14:tracePt t="49218" x="3149600" y="4375150"/>
          <p14:tracePt t="49234" x="3136900" y="4368800"/>
          <p14:tracePt t="49251" x="3124200" y="4362450"/>
          <p14:tracePt t="49267" x="3073400" y="4343400"/>
          <p14:tracePt t="49284" x="3060700" y="4337050"/>
          <p14:tracePt t="49300" x="3048000" y="4324350"/>
          <p14:tracePt t="49317" x="3022600" y="4318000"/>
          <p14:tracePt t="49334" x="3009900" y="4318000"/>
          <p14:tracePt t="49351" x="3003550" y="4311650"/>
          <p14:tracePt t="49367" x="2997200" y="4311650"/>
          <p14:tracePt t="49383" x="2990850" y="4305300"/>
          <p14:tracePt t="49449" x="2984500" y="4298950"/>
          <p14:tracePt t="49477" x="2978150" y="4298950"/>
          <p14:tracePt t="49519" x="2971800" y="4298950"/>
          <p14:tracePt t="49540" x="2959100" y="4298950"/>
          <p14:tracePt t="49547" x="2959100" y="4292600"/>
          <p14:tracePt t="49568" x="2952750" y="4292600"/>
          <p14:tracePt t="49589" x="2946400" y="4292600"/>
          <p14:tracePt t="49610" x="2946400" y="4286250"/>
          <p14:tracePt t="49618" x="2940050" y="4286250"/>
          <p14:tracePt t="49652" x="2933700" y="4286250"/>
          <p14:tracePt t="49680" x="2933700" y="4279900"/>
          <p14:tracePt t="49722" x="2927350" y="4279900"/>
          <p14:tracePt t="49729" x="2921000" y="4279900"/>
          <p14:tracePt t="49750" x="2914650" y="4279900"/>
          <p14:tracePt t="49778" x="2908300" y="4279900"/>
          <p14:tracePt t="49800" x="2901950" y="4279900"/>
          <p14:tracePt t="49912" x="2895600" y="4273550"/>
          <p14:tracePt t="49989" x="2895600" y="4267200"/>
          <p14:tracePt t="50353" x="2895600" y="4273550"/>
          <p14:tracePt t="50381" x="2901950" y="4273550"/>
          <p14:tracePt t="50402" x="2908300" y="4273550"/>
          <p14:tracePt t="50409" x="2914650" y="4273550"/>
          <p14:tracePt t="50424" x="2921000" y="4273550"/>
          <p14:tracePt t="50444" x="2927350" y="4273550"/>
          <p14:tracePt t="50451" x="2933700" y="4279900"/>
          <p14:tracePt t="50462" x="2946400" y="4279900"/>
          <p14:tracePt t="50480" x="2990850" y="4292600"/>
          <p14:tracePt t="50496" x="3009900" y="4292600"/>
          <p14:tracePt t="50513" x="3048000" y="4292600"/>
          <p14:tracePt t="50529" x="3181350" y="4298950"/>
          <p14:tracePt t="50545" x="3244850" y="4298950"/>
          <p14:tracePt t="50564" x="3359150" y="4298950"/>
          <p14:tracePt t="50579" x="3429000" y="4305300"/>
          <p14:tracePt t="50596" x="3543300" y="4318000"/>
          <p14:tracePt t="50613" x="3613150" y="4318000"/>
          <p14:tracePt t="50629" x="3632200" y="4318000"/>
          <p14:tracePt t="50646" x="3663950" y="4318000"/>
          <p14:tracePt t="50662" x="3670300" y="4318000"/>
          <p14:tracePt t="50679" x="3676650" y="4318000"/>
          <p14:tracePt t="50848" x="3676650" y="4324350"/>
          <p14:tracePt t="50855" x="3683000" y="4324350"/>
          <p14:tracePt t="50890" x="3689350" y="4324350"/>
          <p14:tracePt t="50897" x="3695700" y="4324350"/>
          <p14:tracePt t="50914" x="3702050" y="4324350"/>
          <p14:tracePt t="50928" x="3714750" y="4324350"/>
          <p14:tracePt t="50945" x="3727450" y="4324350"/>
          <p14:tracePt t="50961" x="3746500" y="4324350"/>
          <p14:tracePt t="50978" x="3765550" y="4324350"/>
          <p14:tracePt t="50995" x="3854450" y="4318000"/>
          <p14:tracePt t="51011" x="3886200" y="4318000"/>
          <p14:tracePt t="51028" x="3930650" y="4305300"/>
          <p14:tracePt t="51031" x="3968750" y="4305300"/>
          <p14:tracePt t="51045" x="4013200" y="4305300"/>
          <p14:tracePt t="51061" x="4083050" y="4298950"/>
          <p14:tracePt t="51078" x="4121150" y="4298950"/>
          <p14:tracePt t="51094" x="4178300" y="4298950"/>
          <p14:tracePt t="51111" x="4216400" y="4292600"/>
          <p14:tracePt t="51128" x="4222750" y="4292600"/>
          <p14:tracePt t="51144" x="4235450" y="4292600"/>
          <p14:tracePt t="51160" x="4241800" y="4292600"/>
          <p14:tracePt t="51220" x="4248150" y="4286250"/>
          <p14:tracePt t="51619" x="4241800" y="4286250"/>
          <p14:tracePt t="51661" x="4235450" y="4286250"/>
          <p14:tracePt t="51668" x="4235450" y="4292600"/>
          <p14:tracePt t="51689" x="4229100" y="4292600"/>
          <p14:tracePt t="51731" x="4222750" y="4292600"/>
          <p14:tracePt t="51738" x="4216400" y="4292600"/>
          <p14:tracePt t="51879" x="4210050" y="4292600"/>
          <p14:tracePt t="51942" x="4203700" y="4292600"/>
          <p14:tracePt t="52180" x="4210050" y="4292600"/>
          <p14:tracePt t="52258" x="4216400" y="4292600"/>
          <p14:tracePt t="52299" x="4222750" y="4292600"/>
          <p14:tracePt t="52348" x="4229100" y="4292600"/>
          <p14:tracePt t="52468" x="4235450" y="4292600"/>
          <p14:tracePt t="52545" x="4241800" y="4292600"/>
          <p14:tracePt t="52573" x="4248150" y="4292600"/>
          <p14:tracePt t="52601" x="4254500" y="4298950"/>
          <p14:tracePt t="52650" x="4260850" y="4298950"/>
          <p14:tracePt t="52671" x="4267200" y="4298950"/>
          <p14:tracePt t="52678" x="4273550" y="4298950"/>
          <p14:tracePt t="52699" x="4279900" y="4298950"/>
          <p14:tracePt t="52741" x="4292600" y="4298950"/>
          <p14:tracePt t="52748" x="4298950" y="4298950"/>
          <p14:tracePt t="52769" x="4305300" y="4298950"/>
          <p14:tracePt t="52783" x="4311650" y="4298950"/>
          <p14:tracePt t="52791" x="4318000" y="4298950"/>
          <p14:tracePt t="52806" x="4324350" y="4298950"/>
          <p14:tracePt t="52821" x="4337050" y="4298950"/>
          <p14:tracePt t="52838" x="4343400" y="4298950"/>
          <p14:tracePt t="52855" x="4368800" y="4298950"/>
          <p14:tracePt t="52871" x="4387850" y="4298950"/>
          <p14:tracePt t="52889" x="4438650" y="4298950"/>
          <p14:tracePt t="52905" x="4464050" y="4298950"/>
          <p14:tracePt t="52921" x="4489450" y="4298950"/>
          <p14:tracePt t="52938" x="4521200" y="4298950"/>
          <p14:tracePt t="52955" x="4546600" y="4298950"/>
          <p14:tracePt t="52972" x="4559300" y="4298950"/>
          <p14:tracePt t="52988" x="4565650" y="4298950"/>
          <p14:tracePt t="53050" x="4572000" y="4298950"/>
          <p14:tracePt t="53155" x="4572000" y="4292600"/>
          <p14:tracePt t="53239" x="4565650" y="4292600"/>
          <p14:tracePt t="53274" x="4559300" y="4292600"/>
          <p14:tracePt t="53303" x="4552950" y="4292600"/>
          <p14:tracePt t="53344" x="4546600" y="4292600"/>
          <p14:tracePt t="53351" x="4540250" y="4292600"/>
          <p14:tracePt t="53366" x="4533900" y="4286250"/>
          <p14:tracePt t="53754" x="4540250" y="4286250"/>
          <p14:tracePt t="53761" x="4572000" y="4279900"/>
          <p14:tracePt t="53775" x="4591050" y="4273550"/>
          <p14:tracePt t="53784" x="4629150" y="4267200"/>
          <p14:tracePt t="53801" x="4660900" y="4254500"/>
          <p14:tracePt t="53818" x="4718050" y="4248150"/>
          <p14:tracePt t="53835" x="4781550" y="4229100"/>
          <p14:tracePt t="53852" x="4819650" y="4222750"/>
          <p14:tracePt t="53867" x="4832350" y="4216400"/>
          <p14:tracePt t="53885" x="4864100" y="4216400"/>
          <p14:tracePt t="53902" x="4883150" y="4216400"/>
          <p14:tracePt t="53918" x="4889500" y="4210050"/>
          <p14:tracePt t="53934" x="4895850" y="4210050"/>
          <p14:tracePt t="53951" x="4902200" y="4210050"/>
          <p14:tracePt t="54105" x="4895850" y="4210050"/>
          <p14:tracePt t="54118" x="4889500" y="4210050"/>
          <p14:tracePt t="54140" x="4889500" y="4216400"/>
          <p14:tracePt t="54718" x="4908550" y="4222750"/>
          <p14:tracePt t="54725" x="4927600" y="4222750"/>
          <p14:tracePt t="54734" x="4946650" y="4229100"/>
          <p14:tracePt t="54748" x="4972050" y="4235450"/>
          <p14:tracePt t="54765" x="4991100" y="4235450"/>
          <p14:tracePt t="54781" x="5029200" y="4235450"/>
          <p14:tracePt t="54798" x="5073650" y="4235450"/>
          <p14:tracePt t="54815" x="5086350" y="4235450"/>
          <p14:tracePt t="54831" x="5124450" y="4235450"/>
          <p14:tracePt t="54848" x="5149850" y="4235450"/>
          <p14:tracePt t="54865" x="5162550" y="4235450"/>
          <p14:tracePt t="54897" x="5168900" y="4235450"/>
          <p14:tracePt t="54914" x="5175250" y="4235450"/>
          <p14:tracePt t="54942" x="5181600" y="4235450"/>
          <p14:tracePt t="55153" x="5187950" y="4235450"/>
          <p14:tracePt t="55174" x="5194300" y="4235450"/>
          <p14:tracePt t="55187" x="5200650" y="4235450"/>
          <p14:tracePt t="55209" x="5207000" y="4235450"/>
          <p14:tracePt t="55216" x="5213350" y="4235450"/>
          <p14:tracePt t="55230" x="5226050" y="4235450"/>
          <p14:tracePt t="55247" x="5264150" y="4235450"/>
          <p14:tracePt t="55263" x="5295900" y="4235450"/>
          <p14:tracePt t="55280" x="5397500" y="4235450"/>
          <p14:tracePt t="55297" x="5556250" y="4216400"/>
          <p14:tracePt t="55313" x="5721350" y="4210050"/>
          <p14:tracePt t="55329" x="5810250" y="4210050"/>
          <p14:tracePt t="55346" x="5886450" y="4210050"/>
          <p14:tracePt t="55363" x="6070600" y="4191000"/>
          <p14:tracePt t="55379" x="6121400" y="4191000"/>
          <p14:tracePt t="55396" x="6153150" y="4178300"/>
          <p14:tracePt t="55413" x="6191250" y="4171950"/>
          <p14:tracePt t="55429" x="6210300" y="4171950"/>
          <p14:tracePt t="55446" x="6216650" y="4171950"/>
          <p14:tracePt t="55462" x="6223000" y="4171950"/>
          <p14:tracePt t="55479" x="6242050" y="4171950"/>
          <p14:tracePt t="55496" x="6254750" y="4171950"/>
          <p14:tracePt t="55512" x="6261100" y="4171950"/>
          <p14:tracePt t="55529" x="6267450" y="4171950"/>
          <p14:tracePt t="55546" x="6273800" y="4171950"/>
          <p14:tracePt t="55561" x="6280150" y="4171950"/>
          <p14:tracePt t="55579" x="6292850" y="4171950"/>
          <p14:tracePt t="55615" x="6305550" y="4171950"/>
          <p14:tracePt t="55665" x="6318250" y="4171950"/>
          <p14:tracePt t="55680" x="6324600" y="4171950"/>
          <p14:tracePt t="55686" x="6330950" y="4171950"/>
          <p14:tracePt t="55700" x="6343650" y="4171950"/>
          <p14:tracePt t="55711" x="6356350" y="4178300"/>
          <p14:tracePt t="55728" x="6388100" y="4184650"/>
          <p14:tracePt t="55744" x="6400800" y="4191000"/>
          <p14:tracePt t="55762" x="6445250" y="4191000"/>
          <p14:tracePt t="55778" x="6470650" y="4203700"/>
          <p14:tracePt t="55795" x="6477000" y="4203700"/>
          <p14:tracePt t="55812" x="6502400" y="4210050"/>
          <p14:tracePt t="55828" x="6515100" y="4216400"/>
          <p14:tracePt t="55845" x="6521450" y="4216400"/>
          <p14:tracePt t="55861" x="6527800" y="4222750"/>
          <p14:tracePt t="55878" x="6540500" y="4222750"/>
          <p14:tracePt t="55894" x="6540500" y="4229100"/>
          <p14:tracePt t="55911" x="6553200" y="4229100"/>
          <p14:tracePt t="55928" x="6565900" y="4229100"/>
          <p14:tracePt t="55945" x="6591300" y="4235450"/>
          <p14:tracePt t="55961" x="6610350" y="4235450"/>
          <p14:tracePt t="55977" x="6629400" y="4241800"/>
          <p14:tracePt t="55994" x="6686550" y="4248150"/>
          <p14:tracePt t="56011" x="6769100" y="4248150"/>
          <p14:tracePt t="56028" x="6807200" y="4254500"/>
          <p14:tracePt t="56044" x="6889750" y="4267200"/>
          <p14:tracePt t="56061" x="6953250" y="4267200"/>
          <p14:tracePt t="56077" x="6997700" y="4273550"/>
          <p14:tracePt t="56093" x="7061200" y="4273550"/>
          <p14:tracePt t="56110" x="7112000" y="4273550"/>
          <p14:tracePt t="56128" x="7150100" y="4273550"/>
          <p14:tracePt t="56144" x="7162800" y="4273550"/>
          <p14:tracePt t="56160" x="7200900" y="4279900"/>
          <p14:tracePt t="56177" x="7213600" y="4286250"/>
          <p14:tracePt t="56193" x="7226300" y="4286250"/>
          <p14:tracePt t="56210" x="7232650" y="4286250"/>
          <p14:tracePt t="56227" x="7245350" y="4286250"/>
          <p14:tracePt t="56260" x="7251700" y="4286250"/>
          <p14:tracePt t="56331" x="7245350" y="4286250"/>
          <p14:tracePt t="56338" x="7239000" y="4286250"/>
          <p14:tracePt t="56360" x="7232650" y="4286250"/>
          <p14:tracePt t="56366" x="7226300" y="4286250"/>
          <p14:tracePt t="56401" x="7226300" y="4279900"/>
          <p14:tracePt t="56408" x="7219950" y="4279900"/>
          <p14:tracePt t="56415" x="7213600" y="4279900"/>
          <p14:tracePt t="56429" x="7207250" y="4279900"/>
          <p14:tracePt t="56444" x="7200900" y="4279900"/>
          <p14:tracePt t="56459" x="7175500" y="4273550"/>
          <p14:tracePt t="56476" x="7162800" y="4273550"/>
          <p14:tracePt t="56492" x="7099300" y="4273550"/>
          <p14:tracePt t="56508" x="7029450" y="4267200"/>
          <p14:tracePt t="56525" x="6991350" y="4267200"/>
          <p14:tracePt t="56542" x="6896100" y="4260850"/>
          <p14:tracePt t="56559" x="6819900" y="4254500"/>
          <p14:tracePt t="56576" x="6762750" y="4254500"/>
          <p14:tracePt t="56593" x="6705600" y="4254500"/>
          <p14:tracePt t="56609" x="6686550" y="4254500"/>
          <p14:tracePt t="56625" x="6642100" y="4254500"/>
          <p14:tracePt t="56642" x="6635750" y="4254500"/>
          <p14:tracePt t="56675" x="6635750" y="4260850"/>
          <p14:tracePt t="56692" x="6642100" y="4260850"/>
          <p14:tracePt t="56708" x="6648450" y="4267200"/>
          <p14:tracePt t="56725" x="6661150" y="4267200"/>
          <p14:tracePt t="56741" x="6686550" y="4273550"/>
          <p14:tracePt t="56759" x="6731000" y="4273550"/>
          <p14:tracePt t="56775" x="6750050" y="4273550"/>
          <p14:tracePt t="56792" x="6851650" y="4267200"/>
          <p14:tracePt t="56808" x="6978650" y="4267200"/>
          <p14:tracePt t="56824" x="7042150" y="4267200"/>
          <p14:tracePt t="56841" x="7124700" y="4267200"/>
          <p14:tracePt t="56858" x="7315200" y="4292600"/>
          <p14:tracePt t="56874" x="7372350" y="4305300"/>
          <p14:tracePt t="56893" x="7454900" y="4311650"/>
          <p14:tracePt t="56907" x="7480300" y="4318000"/>
          <p14:tracePt t="56924" x="7524750" y="4318000"/>
          <p14:tracePt t="56941" x="7543800" y="4318000"/>
          <p14:tracePt t="56957" x="7562850" y="4324350"/>
          <p14:tracePt t="56991" x="7581900" y="4324350"/>
          <p14:tracePt t="57008" x="7607300" y="4324350"/>
          <p14:tracePt t="57024" x="7613650" y="4330700"/>
          <p14:tracePt t="57040" x="7620000" y="4330700"/>
          <p14:tracePt t="57057" x="7626350" y="4337050"/>
          <p14:tracePt t="57123" x="7620000" y="4343400"/>
          <p14:tracePt t="61940" x="7613650" y="4343400"/>
          <p14:tracePt t="61946" x="7588250" y="4356100"/>
          <p14:tracePt t="61956" x="7569200" y="4356100"/>
          <p14:tracePt t="61973" x="7550150" y="4368800"/>
          <p14:tracePt t="61990" x="7486650" y="4394200"/>
          <p14:tracePt t="62006" x="7448550" y="4400550"/>
          <p14:tracePt t="62024" x="7359650" y="4438650"/>
          <p14:tracePt t="62040" x="7334250" y="4445000"/>
          <p14:tracePt t="62056" x="7315200" y="4451350"/>
          <p14:tracePt t="62073" x="7289800" y="4457700"/>
          <p14:tracePt t="62089" x="7264400" y="4476750"/>
          <p14:tracePt t="62106" x="7258050" y="4476750"/>
          <p14:tracePt t="62123" x="7239000" y="4476750"/>
          <p14:tracePt t="62139" x="7226300" y="4483100"/>
          <p14:tracePt t="62157" x="7207250" y="4495800"/>
          <p14:tracePt t="62173" x="7188200" y="4495800"/>
          <p14:tracePt t="62189" x="7143750" y="4508500"/>
          <p14:tracePt t="62206" x="7112000" y="4533900"/>
          <p14:tracePt t="62222" x="7086600" y="4540250"/>
          <p14:tracePt t="62240" x="7054850" y="4546600"/>
          <p14:tracePt t="62257" x="7029450" y="4552950"/>
          <p14:tracePt t="62272" x="7023100" y="4552950"/>
          <p14:tracePt t="62289" x="7016750" y="4552950"/>
          <p14:tracePt t="62305" x="7010400" y="4552950"/>
          <p14:tracePt t="62322" x="7004050" y="4559300"/>
          <p14:tracePt t="62339" x="6991350" y="4565650"/>
          <p14:tracePt t="62355" x="6978650" y="4572000"/>
          <p14:tracePt t="62372" x="6972300" y="4584700"/>
          <p14:tracePt t="62389" x="6959600" y="4584700"/>
          <p14:tracePt t="62868" x="6946900" y="4584700"/>
          <p14:tracePt t="62875" x="6927850" y="4578350"/>
          <p14:tracePt t="62890" x="6902450" y="4572000"/>
          <p14:tracePt t="62903" x="6870700" y="4552950"/>
          <p14:tracePt t="62920" x="6807200" y="4521200"/>
          <p14:tracePt t="62937" x="6762750" y="4508500"/>
          <p14:tracePt t="62953" x="6699250" y="4464050"/>
          <p14:tracePt t="62970" x="6667500" y="4457700"/>
          <p14:tracePt t="62987" x="6616700" y="4438650"/>
          <p14:tracePt t="63003" x="6584950" y="4406900"/>
          <p14:tracePt t="63020" x="6572250" y="4394200"/>
          <p14:tracePt t="63037" x="6540500" y="4375150"/>
          <p14:tracePt t="63053" x="6521450" y="4356100"/>
          <p14:tracePt t="63069" x="6515100" y="4356100"/>
          <p14:tracePt t="63086" x="6508750" y="4343400"/>
          <p14:tracePt t="63119" x="6502400" y="4337050"/>
          <p14:tracePt t="63156" x="6496050" y="4330700"/>
          <p14:tracePt t="63212" x="6496050" y="4324350"/>
          <p14:tracePt t="63261" x="6496050" y="4318000"/>
          <p14:tracePt t="63268" x="6496050" y="4311650"/>
          <p14:tracePt t="63282" x="6502400" y="4311650"/>
          <p14:tracePt t="63289" x="6508750" y="4311650"/>
          <p14:tracePt t="63303" x="6508750" y="4305300"/>
          <p14:tracePt t="63318" x="6527800" y="4305300"/>
          <p14:tracePt t="63335" x="6546850" y="4305300"/>
          <p14:tracePt t="63352" x="6597650" y="4298950"/>
          <p14:tracePt t="63368" x="6699250" y="4292600"/>
          <p14:tracePt t="63385" x="6762750" y="4292600"/>
          <p14:tracePt t="63402" x="6921500" y="4279900"/>
          <p14:tracePt t="63418" x="6985000" y="4273550"/>
          <p14:tracePt t="63436" x="7112000" y="4260850"/>
          <p14:tracePt t="63451" x="7232650" y="4260850"/>
          <p14:tracePt t="63468" x="7270750" y="4254500"/>
          <p14:tracePt t="63485" x="7334250" y="4254500"/>
          <p14:tracePt t="63501" x="7366000" y="4254500"/>
          <p14:tracePt t="63518" x="7372350" y="4254500"/>
          <p14:tracePt t="63534" x="7378700" y="4254500"/>
          <p14:tracePt t="63550" x="7385050" y="4254500"/>
          <p14:tracePt t="63667" x="7391400" y="4254500"/>
          <p14:tracePt t="63773" x="7397750" y="4254500"/>
          <p14:tracePt t="63780" x="7404100" y="4254500"/>
          <p14:tracePt t="63808" x="7410450" y="4254500"/>
          <p14:tracePt t="63822" x="7416800" y="4254500"/>
          <p14:tracePt t="63829" x="7423150" y="4254500"/>
          <p14:tracePt t="63843" x="7429500" y="4254500"/>
          <p14:tracePt t="63851" x="7442200" y="4254500"/>
          <p14:tracePt t="63867" x="7454900" y="4254500"/>
          <p14:tracePt t="63883" x="7467600" y="4254500"/>
          <p14:tracePt t="63900" x="7524750" y="4260850"/>
          <p14:tracePt t="63917" x="7562850" y="4260850"/>
          <p14:tracePt t="63934" x="7613650" y="4267200"/>
          <p14:tracePt t="63950" x="7747000" y="4298950"/>
          <p14:tracePt t="63966" x="7823200" y="4305300"/>
          <p14:tracePt t="63983" x="7981950" y="4324350"/>
          <p14:tracePt t="63999" x="8058150" y="4343400"/>
          <p14:tracePt t="64016" x="8134350" y="4343400"/>
          <p14:tracePt t="64033" x="8255000" y="4362450"/>
          <p14:tracePt t="64050" x="8324850" y="4381500"/>
          <p14:tracePt t="64067" x="8401050" y="4394200"/>
          <p14:tracePt t="64082" x="8439150" y="4394200"/>
          <p14:tracePt t="64099" x="8470900" y="4394200"/>
          <p14:tracePt t="64116" x="8528050" y="4400550"/>
          <p14:tracePt t="64132" x="8547100" y="4400550"/>
          <p14:tracePt t="64150" x="8578850" y="4400550"/>
          <p14:tracePt t="64166" x="8610600" y="4400550"/>
          <p14:tracePt t="64183" x="8629650" y="4400550"/>
          <p14:tracePt t="64199" x="8661400" y="4400550"/>
          <p14:tracePt t="64216" x="8674100" y="4400550"/>
          <p14:tracePt t="64232" x="8686800" y="4394200"/>
          <p14:tracePt t="64250" x="8699500" y="4387850"/>
          <p14:tracePt t="64265" x="8705850" y="4381500"/>
          <p14:tracePt t="64283" x="8712200" y="4375150"/>
          <p14:tracePt t="64299" x="8718550" y="4368800"/>
          <p14:tracePt t="64316" x="8724900" y="4368800"/>
          <p14:tracePt t="64334" x="8731250" y="4362450"/>
          <p14:tracePt t="64369" x="8737600" y="4356100"/>
          <p14:tracePt t="64383" x="8743950" y="4356100"/>
          <p14:tracePt t="64399" x="8743950" y="4349750"/>
          <p14:tracePt t="64425" x="8750300" y="4343400"/>
          <p14:tracePt t="64460" x="8750300" y="4337050"/>
          <p14:tracePt t="64488" x="8750300" y="4330700"/>
          <p14:tracePt t="64509" x="8756650" y="4330700"/>
          <p14:tracePt t="64530" x="8756650" y="4324350"/>
          <p14:tracePt t="64551" x="8763000" y="4324350"/>
          <p14:tracePt t="64558" x="8769350" y="4324350"/>
          <p14:tracePt t="64579" x="8775700" y="4324350"/>
          <p14:tracePt t="64607" x="8782050" y="4318000"/>
          <p14:tracePt t="64616" x="8788400" y="4318000"/>
          <p14:tracePt t="64691" x="8794750" y="4318000"/>
          <p14:tracePt t="64726" x="8801100" y="4318000"/>
          <p14:tracePt t="64775" x="8807450" y="4318000"/>
          <p14:tracePt t="64810" x="8813800" y="4311650"/>
          <p14:tracePt t="64838" x="8820150" y="4311650"/>
          <p14:tracePt t="64887" x="8820150" y="4305300"/>
          <p14:tracePt t="64894" x="8813800" y="4305300"/>
          <p14:tracePt t="64901" x="8807450" y="4305300"/>
          <p14:tracePt t="64916" x="8801100" y="4305300"/>
          <p14:tracePt t="64930" x="8788400" y="4305300"/>
          <p14:tracePt t="64947" x="8775700" y="4305300"/>
          <p14:tracePt t="64963" x="8756650" y="4305300"/>
          <p14:tracePt t="64980" x="8636000" y="4305300"/>
          <p14:tracePt t="64996" x="8585200" y="4311650"/>
          <p14:tracePt t="65013" x="8509000" y="4311650"/>
          <p14:tracePt t="65029" x="8343900" y="4311650"/>
          <p14:tracePt t="65046" x="8128000" y="4311650"/>
          <p14:tracePt t="65063" x="7899400" y="4311650"/>
          <p14:tracePt t="65080" x="7785100" y="4324350"/>
          <p14:tracePt t="65096" x="7581900" y="4337050"/>
          <p14:tracePt t="65113" x="7467600" y="4337050"/>
          <p14:tracePt t="65129" x="7277100" y="4362450"/>
          <p14:tracePt t="65146" x="7105650" y="4381500"/>
          <p14:tracePt t="65163" x="6972300" y="4413250"/>
          <p14:tracePt t="65179" x="6934200" y="4419600"/>
          <p14:tracePt t="65195" x="6870700" y="4438650"/>
          <p14:tracePt t="65212" x="6845300" y="4438650"/>
          <p14:tracePt t="65280" x="6858000" y="4438650"/>
          <p14:tracePt t="65296" x="6877050" y="4438650"/>
          <p14:tracePt t="65308" x="6908800" y="4425950"/>
          <p14:tracePt t="65315" x="6972300" y="4419600"/>
          <p14:tracePt t="65328" x="7061200" y="4419600"/>
          <p14:tracePt t="65345" x="7251700" y="4387850"/>
          <p14:tracePt t="65362" x="7366000" y="4381500"/>
          <p14:tracePt t="65379" x="7600950" y="4349750"/>
          <p14:tracePt t="65395" x="7829550" y="4305300"/>
          <p14:tracePt t="65412" x="7918450" y="4292600"/>
          <p14:tracePt t="65429" x="8051800" y="4273550"/>
          <p14:tracePt t="65445" x="8102600" y="4273550"/>
          <p14:tracePt t="65461" x="8115300" y="4273550"/>
          <p14:tracePt t="65478" x="8115300" y="4267200"/>
          <p14:tracePt t="65494" x="8102600" y="4267200"/>
          <p14:tracePt t="65513" x="8077200" y="4260850"/>
          <p14:tracePt t="65528" x="8070850" y="4260850"/>
          <p14:tracePt t="65544" x="8001000" y="4254500"/>
          <p14:tracePt t="65562" x="7886700" y="4254500"/>
          <p14:tracePt t="65578" x="7810500" y="4254500"/>
          <p14:tracePt t="65594" x="7727950" y="4254500"/>
          <p14:tracePt t="65611" x="7435850" y="4286250"/>
          <p14:tracePt t="65628" x="7359650" y="4305300"/>
          <p14:tracePt t="65647" x="7219950" y="4343400"/>
          <p14:tracePt t="65661" x="7175500" y="4368800"/>
          <p14:tracePt t="65677" x="7156450" y="4387850"/>
          <p14:tracePt t="65694" x="7137400" y="4400550"/>
          <p14:tracePt t="65711" x="7137400" y="4425950"/>
          <p14:tracePt t="65727" x="7150100" y="4438650"/>
          <p14:tracePt t="65744" x="7226300" y="4476750"/>
          <p14:tracePt t="65761" x="7289800" y="4495800"/>
          <p14:tracePt t="65778" x="7378700" y="4521200"/>
          <p14:tracePt t="65794" x="7632700" y="4527550"/>
          <p14:tracePt t="65811" x="7772400" y="4521200"/>
          <p14:tracePt t="65828" x="8020050" y="4451350"/>
          <p14:tracePt t="65844" x="8108950" y="4419600"/>
          <p14:tracePt t="65861" x="8204200" y="4337050"/>
          <p14:tracePt t="65877" x="8216900" y="4286250"/>
          <p14:tracePt t="65893" x="8210550" y="4254500"/>
          <p14:tracePt t="65910" x="8191500" y="4229100"/>
          <p14:tracePt t="65928" x="8108950" y="4178300"/>
          <p14:tracePt t="65943" x="8045450" y="4152900"/>
          <p14:tracePt t="65959" x="7874000" y="4108450"/>
          <p14:tracePt t="65976" x="7670800" y="4089400"/>
          <p14:tracePt t="65992" x="7556500" y="4095750"/>
          <p14:tracePt t="66010" x="7359650" y="4133850"/>
          <p14:tracePt t="66026" x="7213600" y="4191000"/>
          <p14:tracePt t="66042" x="7156450" y="4229100"/>
          <p14:tracePt t="66060" x="7073900" y="4324350"/>
          <p14:tracePt t="66076" x="7054850" y="4381500"/>
          <p14:tracePt t="66092" x="7023100" y="4438650"/>
          <p14:tracePt t="66109" x="7023100" y="4514850"/>
          <p14:tracePt t="66126" x="7035800" y="4546600"/>
          <p14:tracePt t="66143" x="7054850" y="4565650"/>
          <p14:tracePt t="66159" x="7105650" y="4591050"/>
          <p14:tracePt t="66175" x="7150100" y="4597400"/>
          <p14:tracePt t="66193" x="7327900" y="4597400"/>
          <p14:tracePt t="66209" x="7442200" y="4572000"/>
          <p14:tracePt t="66225" x="7556500" y="4540250"/>
          <p14:tracePt t="66242" x="7740650" y="4457700"/>
          <p14:tracePt t="66258" x="7804150" y="4413250"/>
          <p14:tracePt t="66275" x="7880350" y="4286250"/>
          <p14:tracePt t="66292" x="7880350" y="4203700"/>
          <p14:tracePt t="66308" x="7854950" y="4171950"/>
          <p14:tracePt t="66326" x="7766050" y="4095750"/>
          <p14:tracePt t="66341" x="7721600" y="4070350"/>
          <p14:tracePt t="66358" x="7600950" y="4025900"/>
          <p14:tracePt t="66375" x="7416800" y="4013200"/>
          <p14:tracePt t="66391" x="7315200" y="4013200"/>
          <p14:tracePt t="66408" x="7112000" y="4051300"/>
          <p14:tracePt t="66425" x="6940550" y="4121150"/>
          <p14:tracePt t="66441" x="6845300" y="4184650"/>
          <p14:tracePt t="66458" x="6705600" y="4292600"/>
          <p14:tracePt t="66474" x="6642100" y="4362450"/>
          <p14:tracePt t="66491" x="6604000" y="4425950"/>
          <p14:tracePt t="66508" x="6572250" y="4495800"/>
          <p14:tracePt t="66524" x="6572250" y="4527550"/>
          <p14:tracePt t="66541" x="6572250" y="4546600"/>
          <p14:tracePt t="66557" x="6673850" y="4603750"/>
          <p14:tracePt t="66574" x="6750050" y="4622800"/>
          <p14:tracePt t="66591" x="6858000" y="4654550"/>
          <p14:tracePt t="66607" x="7137400" y="4667250"/>
          <p14:tracePt t="66624" x="7302500" y="4660900"/>
          <p14:tracePt t="66642" x="7651750" y="4546600"/>
          <p14:tracePt t="66657" x="7766050" y="4489450"/>
          <p14:tracePt t="66674" x="7943850" y="4375150"/>
          <p14:tracePt t="66691" x="8007350" y="4267200"/>
          <p14:tracePt t="66707" x="8020050" y="4222750"/>
          <p14:tracePt t="66723" x="8007350" y="4165600"/>
          <p14:tracePt t="66740" x="7988300" y="4102100"/>
          <p14:tracePt t="66757" x="7905750" y="4038600"/>
          <p14:tracePt t="66774" x="7861300" y="4006850"/>
          <p14:tracePt t="66790" x="7747000" y="3937000"/>
          <p14:tracePt t="66807" x="7620000" y="3917950"/>
          <p14:tracePt t="66824" x="7473950" y="3949700"/>
          <p14:tracePt t="66840" x="7404100" y="3968750"/>
          <p14:tracePt t="66858" x="7321550" y="4013200"/>
          <p14:tracePt t="66873" x="7099300" y="4171950"/>
          <p14:tracePt t="66890" x="7042150" y="4229100"/>
          <p14:tracePt t="66906" x="6985000" y="4305300"/>
          <p14:tracePt t="66923" x="6896100" y="4419600"/>
          <p14:tracePt t="66940" x="6877050" y="4470400"/>
          <p14:tracePt t="66957" x="6870700" y="4552950"/>
          <p14:tracePt t="66973" x="6889750" y="4597400"/>
          <p14:tracePt t="66989" x="6902450" y="4610100"/>
          <p14:tracePt t="67006" x="6997700" y="4648200"/>
          <p14:tracePt t="67022" x="7067550" y="4667250"/>
          <p14:tracePt t="67039" x="7219950" y="4679950"/>
          <p14:tracePt t="67056" x="7308850" y="4673600"/>
          <p14:tracePt t="67072" x="7423150" y="4641850"/>
          <p14:tracePt t="67089" x="7651750" y="4533900"/>
          <p14:tracePt t="67105" x="7829550" y="4387850"/>
          <p14:tracePt t="67122" x="7880350" y="4318000"/>
          <p14:tracePt t="67139" x="7912100" y="4210050"/>
          <p14:tracePt t="67156" x="7905750" y="4127500"/>
          <p14:tracePt t="67174" x="7854950" y="4064000"/>
          <p14:tracePt t="67189" x="7816850" y="4025900"/>
          <p14:tracePt t="67205" x="7759700" y="3981450"/>
          <p14:tracePt t="67222" x="7620000" y="3879850"/>
          <p14:tracePt t="67238" x="7461250" y="3829050"/>
          <p14:tracePt t="67255" x="7385050" y="3816350"/>
          <p14:tracePt t="67272" x="7239000" y="3829050"/>
          <p14:tracePt t="67288" x="7112000" y="3898900"/>
          <p14:tracePt t="67305" x="7048500" y="3937000"/>
          <p14:tracePt t="67322" x="6902450" y="4070350"/>
          <p14:tracePt t="67338" x="6781800" y="4222750"/>
          <p14:tracePt t="67355" x="6718300" y="4305300"/>
          <p14:tracePt t="67372" x="6680200" y="4438650"/>
          <p14:tracePt t="67388" x="6673850" y="4483100"/>
          <p14:tracePt t="67405" x="6673850" y="4521200"/>
          <p14:tracePt t="67421" x="6705600" y="4552950"/>
          <p14:tracePt t="67438" x="6737350" y="4559300"/>
          <p14:tracePt t="67454" x="6870700" y="4584700"/>
          <p14:tracePt t="67471" x="6959600" y="4597400"/>
          <p14:tracePt t="67488" x="7188200" y="4591050"/>
          <p14:tracePt t="67505" x="7315200" y="4572000"/>
          <p14:tracePt t="67521" x="7562850" y="4483100"/>
          <p14:tracePt t="67538" x="7664450" y="4432300"/>
          <p14:tracePt t="67554" x="7848600" y="4318000"/>
          <p14:tracePt t="67570" x="7880350" y="4273550"/>
          <p14:tracePt t="70126" x="7842250" y="4273550"/>
          <p14:tracePt t="70141" x="7791450" y="4273550"/>
          <p14:tracePt t="70155" x="7715250" y="4273550"/>
          <p14:tracePt t="70164" x="7613650" y="4273550"/>
          <p14:tracePt t="70177" x="7486650" y="4286250"/>
          <p14:tracePt t="70195" x="7175500" y="4298950"/>
          <p14:tracePt t="70212" x="6769100" y="4324350"/>
          <p14:tracePt t="70228" x="6578600" y="4337050"/>
          <p14:tracePt t="70245" x="6267450" y="4375150"/>
          <p14:tracePt t="70261" x="5943600" y="4406900"/>
          <p14:tracePt t="70278" x="5753100" y="4419600"/>
          <p14:tracePt t="70295" x="5384800" y="4432300"/>
          <p14:tracePt t="70311" x="5010150" y="4445000"/>
          <p14:tracePt t="70328" x="4870450" y="4457700"/>
          <p14:tracePt t="70344" x="4629150" y="4495800"/>
          <p14:tracePt t="70361" x="4457700" y="4527550"/>
          <p14:tracePt t="70380" x="4343400" y="4546600"/>
          <p14:tracePt t="70394" x="4286250" y="4552950"/>
          <p14:tracePt t="70411" x="4241800" y="4572000"/>
          <p14:tracePt t="70428" x="4203700" y="4578350"/>
          <p14:tracePt t="70470" x="4197350" y="4578350"/>
          <p14:tracePt t="70484" x="4178300" y="4584700"/>
          <p14:tracePt t="70494" x="4159250" y="4584700"/>
          <p14:tracePt t="70511" x="4114800" y="4597400"/>
          <p14:tracePt t="70527" x="4044950" y="4610100"/>
          <p14:tracePt t="70544" x="3956050" y="4635500"/>
          <p14:tracePt t="70562" x="3835400" y="4654550"/>
          <p14:tracePt t="70577" x="3797300" y="4654550"/>
          <p14:tracePt t="70594" x="3702050" y="4660900"/>
          <p14:tracePt t="70611" x="3625850" y="4660900"/>
          <p14:tracePt t="70627" x="3594100" y="4667250"/>
          <p14:tracePt t="70644" x="3536950" y="4673600"/>
          <p14:tracePt t="70661" x="3467100" y="4679950"/>
          <p14:tracePt t="70677" x="3441700" y="4692650"/>
          <p14:tracePt t="70694" x="3409950" y="4692650"/>
          <p14:tracePt t="70710" x="3302000" y="4705350"/>
          <p14:tracePt t="70727" x="3270250" y="4705350"/>
          <p14:tracePt t="70729" x="3232150" y="4711700"/>
          <p14:tracePt t="70746" x="3206750" y="4711700"/>
          <p14:tracePt t="70760" x="3149600" y="4711700"/>
          <p14:tracePt t="70777" x="3117850" y="4711700"/>
          <p14:tracePt t="70793" x="3086100" y="4711700"/>
          <p14:tracePt t="70809" x="3067050" y="4718050"/>
          <p14:tracePt t="70826" x="3054350" y="4724400"/>
          <p14:tracePt t="70842" x="3054350" y="4730750"/>
          <p14:tracePt t="71931" x="3035300" y="4730750"/>
          <p14:tracePt t="71945" x="3003550" y="4705350"/>
          <p14:tracePt t="71959" x="2971800" y="4692650"/>
          <p14:tracePt t="71973" x="2933700" y="4673600"/>
          <p14:tracePt t="71979" x="2895600" y="4648200"/>
          <p14:tracePt t="71993" x="2851150" y="4622800"/>
          <p14:tracePt t="72008" x="2819400" y="4597400"/>
          <p14:tracePt t="72024" x="2787650" y="4584700"/>
          <p14:tracePt t="72038" x="2755900" y="4559300"/>
          <p14:tracePt t="72055" x="2724150" y="4540250"/>
          <p14:tracePt t="72072" x="2692400" y="4527550"/>
          <p14:tracePt t="72088" x="2660650" y="4521200"/>
          <p14:tracePt t="72106" x="2647950" y="4521200"/>
          <p14:tracePt t="72121" x="2622550" y="4521200"/>
          <p14:tracePt t="72138" x="2603500" y="4521200"/>
          <p14:tracePt t="72156" x="2584450" y="4521200"/>
          <p14:tracePt t="72171" x="2578100" y="4521200"/>
          <p14:tracePt t="72207" x="2571750" y="4521200"/>
          <p14:tracePt t="72281" x="2565400" y="4514850"/>
          <p14:tracePt t="72338" x="2565400" y="4508500"/>
          <p14:tracePt t="72366" x="2565400" y="4502150"/>
          <p14:tracePt t="72415" x="2565400" y="4495800"/>
          <p14:tracePt t="72422" x="2565400" y="4483100"/>
          <p14:tracePt t="72436" x="2571750" y="4470400"/>
          <p14:tracePt t="72443" x="2571750" y="4464050"/>
          <p14:tracePt t="72457" x="2578100" y="4451350"/>
          <p14:tracePt t="72471" x="2578100" y="4438650"/>
          <p14:tracePt t="72487" x="2584450" y="4406900"/>
          <p14:tracePt t="72503" x="2590800" y="4387850"/>
          <p14:tracePt t="72520" x="2603500" y="4349750"/>
          <p14:tracePt t="72537" x="2609850" y="4337050"/>
          <p14:tracePt t="72570" x="2616200" y="4330700"/>
          <p14:tracePt t="72586" x="2616200" y="4337050"/>
          <p14:tracePt t="72618" x="2616200" y="4343400"/>
          <p14:tracePt t="72625" x="2622550" y="4349750"/>
          <p14:tracePt t="72636" x="2622550" y="4356100"/>
          <p14:tracePt t="72653" x="2622550" y="4362450"/>
          <p14:tracePt t="72669" x="2622550" y="4375150"/>
          <p14:tracePt t="72686" x="2622550" y="4406900"/>
          <p14:tracePt t="72703" x="2628900" y="4464050"/>
          <p14:tracePt t="72719" x="2635250" y="4572000"/>
          <p14:tracePt t="72736" x="2635250" y="4610100"/>
          <p14:tracePt t="72739" x="2641600" y="4635500"/>
          <p14:tracePt t="72752" x="2641600" y="4679950"/>
          <p14:tracePt t="72769" x="2641600" y="4718050"/>
          <p14:tracePt t="72787" x="2641600" y="4737100"/>
          <p14:tracePt t="72802" x="2641600" y="4743450"/>
          <p14:tracePt t="73066" x="2647950" y="4743450"/>
          <p14:tracePt t="73088" x="2654300" y="4737100"/>
          <p14:tracePt t="73103" x="2667000" y="4737100"/>
          <p14:tracePt t="73116" x="2673350" y="4730750"/>
          <p14:tracePt t="73130" x="2686050" y="4724400"/>
          <p14:tracePt t="73138" x="2698750" y="4711700"/>
          <p14:tracePt t="73154" x="2717800" y="4705350"/>
          <p14:tracePt t="73168" x="2749550" y="4686300"/>
          <p14:tracePt t="73185" x="2794000" y="4660900"/>
          <p14:tracePt t="73201" x="3009900" y="4584700"/>
          <p14:tracePt t="73218" x="3086100" y="4552950"/>
          <p14:tracePt t="73235" x="3213100" y="4508500"/>
          <p14:tracePt t="73251" x="3308350" y="4464050"/>
          <p14:tracePt t="73268" x="3333750" y="4457700"/>
          <p14:tracePt t="73284" x="3365500" y="4445000"/>
          <p14:tracePt t="73348" x="3359150" y="4445000"/>
          <p14:tracePt t="73354" x="3352800" y="4445000"/>
          <p14:tracePt t="73370" x="3346450" y="4445000"/>
          <p14:tracePt t="73383" x="3340100" y="4445000"/>
          <p14:tracePt t="73400" x="3333750" y="4445000"/>
          <p14:tracePt t="73418" x="3314700" y="4445000"/>
          <p14:tracePt t="73433" x="3295650" y="4445000"/>
          <p14:tracePt t="73450" x="3244850" y="4445000"/>
          <p14:tracePt t="73467" x="3175000" y="4432300"/>
          <p14:tracePt t="73483" x="3136900" y="4425950"/>
          <p14:tracePt t="73500" x="3048000" y="4400550"/>
          <p14:tracePt t="73517" x="2978150" y="4375150"/>
          <p14:tracePt t="73533" x="2946400" y="4362450"/>
          <p14:tracePt t="73550" x="2914650" y="4343400"/>
          <p14:tracePt t="73566" x="2895600" y="4318000"/>
          <p14:tracePt t="73583" x="2889250" y="4318000"/>
          <p14:tracePt t="73600" x="2876550" y="4311650"/>
          <p14:tracePt t="73616" x="2876550" y="4298950"/>
          <p14:tracePt t="73633" x="2870200" y="4286250"/>
          <p14:tracePt t="73650" x="2857500" y="4273550"/>
          <p14:tracePt t="73670" x="2857500" y="4267200"/>
          <p14:tracePt t="73683" x="2857500" y="4260850"/>
          <p14:tracePt t="73699" x="2851150" y="4248150"/>
          <p14:tracePt t="73716" x="2844800" y="4248150"/>
          <p14:tracePt t="73733" x="2844800" y="4241800"/>
          <p14:tracePt t="73754" x="2844800" y="4235450"/>
          <p14:tracePt t="73789" x="2838450" y="4235450"/>
          <p14:tracePt t="73817" x="2832100" y="4229100"/>
          <p14:tracePt t="73880" x="2832100" y="4222750"/>
          <p14:tracePt t="74119" x="2838450" y="4222750"/>
          <p14:tracePt t="74126" x="2844800" y="4222750"/>
          <p14:tracePt t="74161" x="2851150" y="4222750"/>
          <p14:tracePt t="74168" x="2851150" y="4229100"/>
          <p14:tracePt t="74189" x="2857500" y="4229100"/>
          <p14:tracePt t="74217" x="2870200" y="4235450"/>
          <p14:tracePt t="74238" x="2876550" y="4235450"/>
          <p14:tracePt t="74245" x="2889250" y="4235450"/>
          <p14:tracePt t="74259" x="2901950" y="4241800"/>
          <p14:tracePt t="74273" x="2927350" y="4241800"/>
          <p14:tracePt t="74282" x="2959100" y="4248150"/>
          <p14:tracePt t="74297" x="3022600" y="4254500"/>
          <p14:tracePt t="74314" x="3181350" y="4267200"/>
          <p14:tracePt t="74330" x="3441700" y="4286250"/>
          <p14:tracePt t="74348" x="3619500" y="4298950"/>
          <p14:tracePt t="74365" x="4133850" y="4343400"/>
          <p14:tracePt t="74380" x="4692650" y="4387850"/>
          <p14:tracePt t="74397" x="4978400" y="4400550"/>
          <p14:tracePt t="74414" x="5454650" y="4419600"/>
          <p14:tracePt t="74430" x="5753100" y="4419600"/>
          <p14:tracePt t="74447" x="5854700" y="4413250"/>
          <p14:tracePt t="74464" x="5994400" y="4406900"/>
          <p14:tracePt t="74480" x="6064250" y="4381500"/>
          <p14:tracePt t="74498" x="6115050" y="4375150"/>
          <p14:tracePt t="74513" x="6127750" y="4368800"/>
          <p14:tracePt t="74530" x="6140450" y="4362450"/>
          <p14:tracePt t="74547" x="6165850" y="4337050"/>
          <p14:tracePt t="74563" x="6172200" y="4337050"/>
          <p14:tracePt t="74580" x="6172200" y="4330700"/>
          <p14:tracePt t="74596" x="6178550" y="4318000"/>
          <p14:tracePt t="74638" x="6178550" y="4311650"/>
          <p14:tracePt t="74680" x="6172200" y="4311650"/>
          <p14:tracePt t="74701" x="6165850" y="4311650"/>
          <p14:tracePt t="74729" x="6159500" y="4311650"/>
          <p14:tracePt t="74736" x="6159500" y="4305300"/>
          <p14:tracePt t="74750" x="6153150" y="4305300"/>
          <p14:tracePt t="74792" x="6146800" y="4305300"/>
          <p14:tracePt t="74799" x="6140450" y="4298950"/>
          <p14:tracePt t="74820" x="6134100" y="4298950"/>
          <p14:tracePt t="74918" x="6134100" y="4292600"/>
          <p14:tracePt t="74932" x="6140450" y="4292600"/>
          <p14:tracePt t="74939" x="6146800" y="4292600"/>
          <p14:tracePt t="74948" x="6159500" y="4292600"/>
          <p14:tracePt t="74962" x="6178550" y="4298950"/>
          <p14:tracePt t="74978" x="6203950" y="4298950"/>
          <p14:tracePt t="74996" x="6318250" y="4305300"/>
          <p14:tracePt t="75012" x="6419850" y="4305300"/>
          <p14:tracePt t="75028" x="6661150" y="4305300"/>
          <p14:tracePt t="75045" x="6940550" y="4305300"/>
          <p14:tracePt t="75061" x="7073900" y="4305300"/>
          <p14:tracePt t="75078" x="7213600" y="4305300"/>
          <p14:tracePt t="75095" x="7594600" y="4305300"/>
          <p14:tracePt t="75112" x="7708900" y="4305300"/>
          <p14:tracePt t="75129" x="7874000" y="4292600"/>
          <p14:tracePt t="75144" x="7950200" y="4292600"/>
          <p14:tracePt t="75161" x="8032750" y="4292600"/>
          <p14:tracePt t="75178" x="8077200" y="4292600"/>
          <p14:tracePt t="75194" x="8083550" y="4292600"/>
          <p14:tracePt t="75211" x="8096250" y="4292600"/>
          <p14:tracePt t="75283" x="8089900" y="4292600"/>
          <p14:tracePt t="75290" x="8083550" y="4292600"/>
          <p14:tracePt t="75312" x="8077200" y="4292600"/>
          <p14:tracePt t="75317" x="8070850" y="4292600"/>
          <p14:tracePt t="75332" x="8064500" y="4292600"/>
          <p14:tracePt t="75343" x="8058150" y="4292600"/>
          <p14:tracePt t="75847" x="7912100" y="4292600"/>
          <p14:tracePt t="75853" x="7670800" y="4305300"/>
          <p14:tracePt t="75861" x="7454900" y="4318000"/>
          <p14:tracePt t="75877" x="7321550" y="4318000"/>
          <p14:tracePt t="75892" x="7219950" y="4318000"/>
          <p14:tracePt t="75908" x="6978650" y="4337050"/>
          <p14:tracePt t="75925" x="6781800" y="4356100"/>
          <p14:tracePt t="75942" x="6718300" y="4375150"/>
          <p14:tracePt t="75959" x="6623050" y="4387850"/>
          <p14:tracePt t="75975" x="6572250" y="4400550"/>
          <p14:tracePt t="75992" x="6553200" y="4406900"/>
          <p14:tracePt t="76008" x="6508750" y="4419600"/>
          <p14:tracePt t="76025" x="6483350" y="4432300"/>
          <p14:tracePt t="76041" x="6470650" y="4432300"/>
          <p14:tracePt t="76058" x="6438900" y="4451350"/>
          <p14:tracePt t="76074" x="6394450" y="4476750"/>
          <p14:tracePt t="76092" x="6375400" y="4483100"/>
          <p14:tracePt t="76107" x="6343650" y="4495800"/>
          <p14:tracePt t="76124" x="6318250" y="4502150"/>
          <p14:tracePt t="76141" x="6248400" y="4533900"/>
          <p14:tracePt t="76158" x="6159500" y="4591050"/>
          <p14:tracePt t="76174" x="6115050" y="4616450"/>
          <p14:tracePt t="76191" x="5975350" y="4686300"/>
          <p14:tracePt t="76208" x="5803900" y="4768850"/>
          <p14:tracePt t="76224" x="5695950" y="4806950"/>
          <p14:tracePt t="76240" x="5511800" y="4870450"/>
          <p14:tracePt t="76257" x="5346700" y="4889500"/>
          <p14:tracePt t="76275" x="5181600" y="4876800"/>
          <p14:tracePt t="76290" x="5086350" y="4857750"/>
          <p14:tracePt t="76294" x="4984750" y="4832350"/>
          <p14:tracePt t="76307" x="4883150" y="4813300"/>
          <p14:tracePt t="76324" x="4737100" y="4762500"/>
          <p14:tracePt t="76340" x="4667250" y="4743450"/>
          <p14:tracePt t="76357" x="4521200" y="4705350"/>
          <p14:tracePt t="76374" x="4375150" y="4679950"/>
          <p14:tracePt t="76390" x="4324350" y="4667250"/>
          <p14:tracePt t="76407" x="4216400" y="4654550"/>
          <p14:tracePt t="76423" x="4133850" y="4635500"/>
          <p14:tracePt t="76440" x="4108450" y="4635500"/>
          <p14:tracePt t="76457" x="4038600" y="4635500"/>
          <p14:tracePt t="76473" x="4000500" y="4629150"/>
          <p14:tracePt t="76490" x="3987800" y="4629150"/>
          <p14:tracePt t="76506" x="3975100" y="4622800"/>
          <p14:tracePt t="76523" x="3968750" y="4616450"/>
          <p14:tracePt t="76556" x="3962400" y="4616450"/>
          <p14:tracePt t="76583" x="3956050" y="4610100"/>
          <p14:tracePt t="76611" x="3956050" y="4603750"/>
          <p14:tracePt t="76653" x="3956050" y="4591050"/>
          <p14:tracePt t="76660" x="3956050" y="4584700"/>
          <p14:tracePt t="76702" x="3962400" y="4578350"/>
          <p14:tracePt t="76716" x="3968750" y="4578350"/>
          <p14:tracePt t="76725" x="3981450" y="4578350"/>
          <p14:tracePt t="76739" x="4000500" y="4572000"/>
          <p14:tracePt t="76755" x="4051300" y="4572000"/>
          <p14:tracePt t="76773" x="4127500" y="4572000"/>
          <p14:tracePt t="76789" x="4165600" y="4572000"/>
          <p14:tracePt t="76805" x="4203700" y="4572000"/>
          <p14:tracePt t="76822" x="4330700" y="4597400"/>
          <p14:tracePt t="76839" x="4362450" y="4610100"/>
          <p14:tracePt t="76856" x="4413250" y="4629150"/>
          <p14:tracePt t="76871" x="4425950" y="4641850"/>
          <p14:tracePt t="76888" x="4451350" y="4654550"/>
          <p14:tracePt t="76906" x="4464050" y="4660900"/>
          <p14:tracePt t="76921" x="4470400" y="4667250"/>
          <p14:tracePt t="76938" x="4476750" y="4667250"/>
          <p14:tracePt t="77102" x="4470400" y="4667250"/>
          <p14:tracePt t="77123" x="4457700" y="4667250"/>
          <p14:tracePt t="77138" x="4451350" y="4667250"/>
          <p14:tracePt t="77144" x="4438650" y="4667250"/>
          <p14:tracePt t="77158" x="4425950" y="4673600"/>
          <p14:tracePt t="77171" x="4406900" y="4679950"/>
          <p14:tracePt t="77187" x="4343400" y="4705350"/>
          <p14:tracePt t="77204" x="4305300" y="4724400"/>
          <p14:tracePt t="77221" x="4216400" y="4749800"/>
          <p14:tracePt t="77237" x="4121150" y="4762500"/>
          <p14:tracePt t="77254" x="4083050" y="4762500"/>
          <p14:tracePt t="77271" x="4025900" y="4762500"/>
          <p14:tracePt t="77287" x="3975100" y="4762500"/>
          <p14:tracePt t="77290" x="3962400" y="4756150"/>
          <p14:tracePt t="77307" x="3943350" y="4743450"/>
          <p14:tracePt t="77320" x="3930650" y="4737100"/>
          <p14:tracePt t="77337" x="3898900" y="4705350"/>
          <p14:tracePt t="77355" x="3860800" y="4679950"/>
          <p14:tracePt t="77370" x="3841750" y="4660900"/>
          <p14:tracePt t="77387" x="3810000" y="4641850"/>
          <p14:tracePt t="77404" x="3790950" y="4629150"/>
          <p14:tracePt t="77420" x="3778250" y="4629150"/>
          <p14:tracePt t="77437" x="3759200" y="4629150"/>
          <p14:tracePt t="77914" x="3740150" y="4629150"/>
          <p14:tracePt t="77928" x="3714750" y="4648200"/>
          <p14:tracePt t="77937" x="3702050" y="4660900"/>
          <p14:tracePt t="77951" x="3683000" y="4679950"/>
          <p14:tracePt t="77968" x="3670300" y="4692650"/>
          <p14:tracePt t="77985" x="3619500" y="4718050"/>
          <p14:tracePt t="78002" x="3606800" y="4724400"/>
          <p14:tracePt t="78020" x="3581400" y="4730750"/>
          <p14:tracePt t="78034" x="3568700" y="4737100"/>
          <p14:tracePt t="78051" x="3556000" y="4737100"/>
          <p14:tracePt t="78068" x="3556000" y="4743450"/>
          <p14:tracePt t="78085" x="3549650" y="4743450"/>
          <p14:tracePt t="78216" x="3556000" y="4743450"/>
          <p14:tracePt t="78230" x="3562350" y="4743450"/>
          <p14:tracePt t="78251" x="3568700" y="4743450"/>
          <p14:tracePt t="78264" x="3575050" y="4737100"/>
          <p14:tracePt t="78278" x="3587750" y="4737100"/>
          <p14:tracePt t="78288" x="3594100" y="4730750"/>
          <p14:tracePt t="78303" x="3606800" y="4724400"/>
          <p14:tracePt t="78317" x="3632200" y="4718050"/>
          <p14:tracePt t="78334" x="3670300" y="4699000"/>
          <p14:tracePt t="78350" x="3721100" y="4679950"/>
          <p14:tracePt t="78366" x="3733800" y="4673600"/>
          <p14:tracePt t="78384" x="3759200" y="4667250"/>
          <p14:tracePt t="78400" x="3778250" y="4654550"/>
          <p14:tracePt t="78433" x="3784600" y="4648200"/>
          <p14:tracePt t="78469" x="3790950" y="4648200"/>
          <p14:tracePt t="78581" x="3790950" y="4641850"/>
          <p14:tracePt t="78686" x="3797300" y="4641850"/>
          <p14:tracePt t="78812" x="3803650" y="4641850"/>
          <p14:tracePt t="78847" x="3803650" y="4648200"/>
          <p14:tracePt t="78868" x="3810000" y="4654550"/>
          <p14:tracePt t="78889" x="3822700" y="4654550"/>
          <p14:tracePt t="78910" x="3835400" y="4654550"/>
          <p14:tracePt t="78916" x="3848100" y="4654550"/>
          <p14:tracePt t="78934" x="3867150" y="4667250"/>
          <p14:tracePt t="78948" x="3898900" y="4673600"/>
          <p14:tracePt t="78964" x="4006850" y="4699000"/>
          <p14:tracePt t="78981" x="4178300" y="4730750"/>
          <p14:tracePt t="78998" x="4279900" y="4749800"/>
          <p14:tracePt t="79015" x="4495800" y="4781550"/>
          <p14:tracePt t="79031" x="4711700" y="4800600"/>
          <p14:tracePt t="79048" x="4806950" y="4813300"/>
          <p14:tracePt t="79064" x="4972050" y="4813300"/>
          <p14:tracePt t="79081" x="5060950" y="4806950"/>
          <p14:tracePt t="79098" x="5092700" y="4800600"/>
          <p14:tracePt t="79114" x="5130800" y="4800600"/>
          <p14:tracePt t="79131" x="5143500" y="4787900"/>
          <p14:tracePt t="79147" x="5149850" y="4787900"/>
          <p14:tracePt t="79163" x="5156200" y="4781550"/>
          <p14:tracePt t="79180" x="5168900" y="4768850"/>
          <p14:tracePt t="79198" x="5175250" y="4756150"/>
          <p14:tracePt t="79214" x="5181600" y="4749800"/>
          <p14:tracePt t="79247" x="5194300" y="4737100"/>
          <p14:tracePt t="79263" x="5200650" y="4730750"/>
          <p14:tracePt t="79280" x="5207000" y="4724400"/>
          <p14:tracePt t="79297" x="5219700" y="4711700"/>
          <p14:tracePt t="79314" x="5245100" y="4699000"/>
          <p14:tracePt t="79331" x="5276850" y="4686300"/>
          <p14:tracePt t="79346" x="5308600" y="4673600"/>
          <p14:tracePt t="79363" x="5391150" y="4648200"/>
          <p14:tracePt t="79380" x="5499100" y="4622800"/>
          <p14:tracePt t="79396" x="5581650" y="4610100"/>
          <p14:tracePt t="79413" x="5721350" y="4591050"/>
          <p14:tracePt t="79430" x="5861050" y="4584700"/>
          <p14:tracePt t="79446" x="5924550" y="4584700"/>
          <p14:tracePt t="79463" x="6045200" y="4572000"/>
          <p14:tracePt t="79479" x="6140450" y="4565650"/>
          <p14:tracePt t="79496" x="6178550" y="4552950"/>
          <p14:tracePt t="79513" x="6248400" y="4552950"/>
          <p14:tracePt t="79529" x="6292850" y="4552950"/>
          <p14:tracePt t="79546" x="6318250" y="4552950"/>
          <p14:tracePt t="79562" x="6362700" y="4552950"/>
          <p14:tracePt t="79579" x="6375400" y="4552950"/>
          <p14:tracePt t="79596" x="6419850" y="4552950"/>
          <p14:tracePt t="79612" x="6451600" y="4552950"/>
          <p14:tracePt t="79629" x="6464300" y="4552950"/>
          <p14:tracePt t="79646" x="6489700" y="4565650"/>
          <p14:tracePt t="79662" x="6508750" y="4565650"/>
          <p14:tracePt t="79695" x="6515100" y="4565650"/>
          <p14:tracePt t="80161" x="6553200" y="4565650"/>
          <p14:tracePt t="80168" x="6629400" y="4565650"/>
          <p14:tracePt t="80182" x="6705600" y="4565650"/>
          <p14:tracePt t="80193" x="6781800" y="4565650"/>
          <p14:tracePt t="80211" x="6985000" y="4559300"/>
          <p14:tracePt t="80227" x="7073900" y="4546600"/>
          <p14:tracePt t="80243" x="7270750" y="4552950"/>
          <p14:tracePt t="80260" x="7448550" y="4559300"/>
          <p14:tracePt t="80277" x="7499350" y="4559300"/>
          <p14:tracePt t="80293" x="7550150" y="4572000"/>
          <p14:tracePt t="80309" x="7613650" y="4584700"/>
          <p14:tracePt t="80326" x="7620000" y="4584700"/>
          <p14:tracePt t="80344" x="7632700" y="4591050"/>
          <p14:tracePt t="80414" x="7632700" y="4603750"/>
          <p14:tracePt t="80434" x="7639050" y="4610100"/>
          <p14:tracePt t="80512" x="7645400" y="4610100"/>
          <p14:tracePt t="80518" x="7651750" y="4616450"/>
          <p14:tracePt t="80532" x="7651750" y="4622800"/>
          <p14:tracePt t="80543" x="7658100" y="4629150"/>
          <p14:tracePt t="80559" x="7664450" y="4635500"/>
          <p14:tracePt t="80575" x="7677150" y="4648200"/>
          <p14:tracePt t="80592" x="7683500" y="4648200"/>
          <p14:tracePt t="80609" x="7696200" y="4654550"/>
          <p14:tracePt t="80625" x="7715250" y="4667250"/>
          <p14:tracePt t="80642" x="7727950" y="4673600"/>
          <p14:tracePt t="80659" x="7772400" y="4699000"/>
          <p14:tracePt t="80676" x="7797800" y="4711700"/>
          <p14:tracePt t="80692" x="7810500" y="4718050"/>
          <p14:tracePt t="80708" x="7842250" y="4724400"/>
          <p14:tracePt t="80725" x="7854950" y="4730750"/>
          <p14:tracePt t="80742" x="7861300" y="4730750"/>
          <p14:tracePt t="80775" x="7867650" y="4730750"/>
          <p14:tracePt t="80794" x="7874000" y="4730750"/>
          <p14:tracePt t="80808" x="7880350" y="4730750"/>
          <p14:tracePt t="80825" x="7886700" y="4730750"/>
          <p14:tracePt t="80844" x="7893050" y="4724400"/>
          <p14:tracePt t="80890" x="7905750" y="4724400"/>
          <p14:tracePt t="80912" x="7912100" y="4718050"/>
          <p14:tracePt t="80926" x="7918450" y="4718050"/>
          <p14:tracePt t="80932" x="7924800" y="4718050"/>
          <p14:tracePt t="80941" x="7931150" y="4711700"/>
          <p14:tracePt t="80958" x="7943850" y="4705350"/>
          <p14:tracePt t="80975" x="7969250" y="4692650"/>
          <p14:tracePt t="80990" x="7994650" y="4686300"/>
          <p14:tracePt t="81007" x="8039100" y="4660900"/>
          <p14:tracePt t="81024" x="8083550" y="4648200"/>
          <p14:tracePt t="81041" x="8102600" y="4641850"/>
          <p14:tracePt t="81058" x="8147050" y="4629150"/>
          <p14:tracePt t="81074" x="8172450" y="4622800"/>
          <p14:tracePt t="81091" x="8178800" y="4622800"/>
          <p14:tracePt t="81108" x="8191500" y="4616450"/>
          <p14:tracePt t="81124" x="8204200" y="4616450"/>
          <p14:tracePt t="81157" x="8210550" y="4616450"/>
          <p14:tracePt t="81174" x="8223250" y="4616450"/>
          <p14:tracePt t="81213" x="8229600" y="4616450"/>
          <p14:tracePt t="81219" x="8229600" y="4622800"/>
          <p14:tracePt t="81241" x="8235950" y="4622800"/>
          <p14:tracePt t="81262" x="8242300" y="4622800"/>
          <p14:tracePt t="81283" x="8255000" y="4622800"/>
          <p14:tracePt t="81304" x="8261350" y="4622800"/>
          <p14:tracePt t="81332" x="8267700" y="4622800"/>
          <p14:tracePt t="81346" x="8274050" y="4629150"/>
          <p14:tracePt t="81360" x="8280400" y="4629150"/>
          <p14:tracePt t="81380" x="8286750" y="4629150"/>
          <p14:tracePt t="81402" x="8293100" y="4635500"/>
          <p14:tracePt t="81416" x="8299450" y="4635500"/>
          <p14:tracePt t="81452" x="8305800" y="4635500"/>
          <p14:tracePt t="81473" x="8312150" y="4635500"/>
          <p14:tracePt t="81494" x="8318500" y="4635500"/>
          <p14:tracePt t="81521" x="8324850" y="4641850"/>
          <p14:tracePt t="81536" x="8331200" y="4641850"/>
          <p14:tracePt t="81564" x="8337550" y="4648200"/>
          <p14:tracePt t="81591" x="8343900" y="4654550"/>
          <p14:tracePt t="81634" x="8350250" y="4660900"/>
          <p14:tracePt t="81641" x="8356600" y="4660900"/>
          <p14:tracePt t="81662" x="8362950" y="4667250"/>
          <p14:tracePt t="81683" x="8369300" y="4667250"/>
          <p14:tracePt t="81704" x="8375650" y="4667250"/>
          <p14:tracePt t="81711" x="8375650" y="4673600"/>
          <p14:tracePt t="81746" x="8382000" y="4679950"/>
          <p14:tracePt t="81774" x="8388350" y="4679950"/>
          <p14:tracePt t="81781" x="8394700" y="4686300"/>
          <p14:tracePt t="81823" x="8401050" y="4692650"/>
          <p14:tracePt t="81851" x="8407400" y="4699000"/>
          <p14:tracePt t="81872" x="8413750" y="4699000"/>
          <p14:tracePt t="81893" x="8413750" y="4705350"/>
          <p14:tracePt t="81921" x="8420100" y="4705350"/>
          <p14:tracePt t="81942" x="8420100" y="4711700"/>
          <p14:tracePt t="81977" x="8426450" y="4718050"/>
          <p14:tracePt t="81991" x="8432800" y="4724400"/>
          <p14:tracePt t="82013" x="8439150" y="4724400"/>
          <p14:tracePt t="82048" x="8439150" y="4730750"/>
          <p14:tracePt t="82075" x="8439150" y="4737100"/>
          <p14:tracePt t="82083" x="8445500" y="4743450"/>
          <p14:tracePt t="82174" x="8445500" y="4756150"/>
          <p14:tracePt t="82757" x="8394700" y="4756150"/>
          <p14:tracePt t="82764" x="8318500" y="4756150"/>
          <p14:tracePt t="82778" x="8216900" y="4756150"/>
          <p14:tracePt t="82788" x="8058150" y="4743450"/>
          <p14:tracePt t="82801" x="7918450" y="4743450"/>
          <p14:tracePt t="82818" x="7588250" y="4718050"/>
          <p14:tracePt t="82835" x="7188200" y="4705350"/>
          <p14:tracePt t="82851" x="7004050" y="4705350"/>
          <p14:tracePt t="82868" x="6845300" y="4705350"/>
          <p14:tracePt t="82884" x="6350000" y="4737100"/>
          <p14:tracePt t="82901" x="6235700" y="4737100"/>
          <p14:tracePt t="82918" x="6083300" y="4756150"/>
          <p14:tracePt t="82934" x="6032500" y="4756150"/>
          <p14:tracePt t="82951" x="5911850" y="4743450"/>
          <p14:tracePt t="82968" x="5803900" y="4730750"/>
          <p14:tracePt t="82984" x="5753100" y="4718050"/>
          <p14:tracePt t="83000" x="5664200" y="4673600"/>
          <p14:tracePt t="83017" x="5600700" y="4635500"/>
          <p14:tracePt t="83034" x="5568950" y="4629150"/>
          <p14:tracePt t="83051" x="5524500" y="4610100"/>
          <p14:tracePt t="83067" x="5486400" y="4603750"/>
          <p14:tracePt t="83084" x="5467350" y="4603750"/>
          <p14:tracePt t="83101" x="5422900" y="4591050"/>
          <p14:tracePt t="83117" x="5365750" y="4572000"/>
          <p14:tracePt t="83133" x="5334000" y="4559300"/>
          <p14:tracePt t="83150" x="5270500" y="4540250"/>
          <p14:tracePt t="83167" x="5187950" y="4521200"/>
          <p14:tracePt t="83183" x="5149850" y="4514850"/>
          <p14:tracePt t="83200" x="5080000" y="4495800"/>
          <p14:tracePt t="83216" x="5048250" y="4489450"/>
          <p14:tracePt t="83234" x="4972050" y="4470400"/>
          <p14:tracePt t="83250" x="4946650" y="4464050"/>
          <p14:tracePt t="83266" x="4933950" y="4457700"/>
          <p14:tracePt t="83283" x="4914900" y="4451350"/>
          <p14:tracePt t="83299" x="4908550" y="4445000"/>
          <p14:tracePt t="83333" x="4908550" y="4438650"/>
          <p14:tracePt t="83360" x="4908550" y="4432300"/>
          <p14:tracePt t="83409" x="4908550" y="4425950"/>
          <p14:tracePt t="83528" x="4914900" y="4419600"/>
          <p14:tracePt t="83626" x="4921250" y="4419600"/>
          <p14:tracePt t="83696" x="4927600" y="4413250"/>
          <p14:tracePt t="83738" x="4927600" y="4406900"/>
          <p14:tracePt t="83760" x="4933950" y="4406900"/>
          <p14:tracePt t="83787" x="4940300" y="4406900"/>
          <p14:tracePt t="83794" x="4940300" y="4400550"/>
          <p14:tracePt t="83837" x="4953000" y="4400550"/>
          <p14:tracePt t="83858" x="4959350" y="4394200"/>
          <p14:tracePt t="83900" x="4965700" y="4394200"/>
          <p14:tracePt t="83927" x="4972050" y="4394200"/>
          <p14:tracePt t="83970" x="4978400" y="4394200"/>
          <p14:tracePt t="84117" x="4978400" y="4400550"/>
          <p14:tracePt t="84138" x="4972050" y="4406900"/>
          <p14:tracePt t="84145" x="4965700" y="4413250"/>
          <p14:tracePt t="84159" x="4959350" y="4413250"/>
          <p14:tracePt t="84166" x="4953000" y="4413250"/>
          <p14:tracePt t="84183" x="4953000" y="4419600"/>
          <p14:tracePt t="84196" x="4946650" y="4425950"/>
          <p14:tracePt t="84213" x="4921250" y="4445000"/>
          <p14:tracePt t="84229" x="4883150" y="4483100"/>
          <p14:tracePt t="84246" x="4851400" y="4508500"/>
          <p14:tracePt t="84263" x="4794250" y="4552950"/>
          <p14:tracePt t="84280" x="4749800" y="4591050"/>
          <p14:tracePt t="84296" x="4730750" y="4603750"/>
          <p14:tracePt t="84313" x="4705350" y="4629150"/>
          <p14:tracePt t="84329" x="4686300" y="4641850"/>
          <p14:tracePt t="84346" x="4679950" y="4648200"/>
          <p14:tracePt t="84349" x="4679950" y="4654550"/>
          <p14:tracePt t="84377" x="4673600" y="4660900"/>
          <p14:tracePt t="84677" x="4679950" y="4660900"/>
          <p14:tracePt t="84691" x="4711700" y="4654550"/>
          <p14:tracePt t="84698" x="4743450" y="4635500"/>
          <p14:tracePt t="84711" x="4794250" y="4616450"/>
          <p14:tracePt t="84728" x="4965700" y="4546600"/>
          <p14:tracePt t="84744" x="5086350" y="4514850"/>
          <p14:tracePt t="84761" x="5219700" y="4457700"/>
          <p14:tracePt t="84778" x="5727700" y="4222750"/>
          <p14:tracePt t="84794" x="5918200" y="4140200"/>
          <p14:tracePt t="84812" x="6229350" y="3949700"/>
          <p14:tracePt t="84828" x="6356350" y="3867150"/>
          <p14:tracePt t="84844" x="6565900" y="3695700"/>
          <p14:tracePt t="84861" x="6711950" y="3536950"/>
          <p14:tracePt t="84877" x="6775450" y="3454400"/>
          <p14:tracePt t="84880" x="6813550" y="3384550"/>
          <p14:tracePt t="84894" x="6851650" y="3302000"/>
          <p14:tracePt t="84911" x="6889750" y="3162300"/>
          <p14:tracePt t="84928" x="6902450" y="3092450"/>
          <p14:tracePt t="84944" x="6908800" y="2965450"/>
          <p14:tracePt t="84960" x="6908800" y="2857500"/>
          <p14:tracePt t="84977" x="6902450" y="2819400"/>
          <p14:tracePt t="84994" x="6883400" y="2755900"/>
          <p14:tracePt t="85011" x="6864350" y="2724150"/>
          <p14:tracePt t="85027" x="6851650" y="2711450"/>
          <p14:tracePt t="85044" x="6838950" y="2698750"/>
          <p14:tracePt t="85060" x="6819900" y="2686050"/>
          <p14:tracePt t="85077" x="6813550" y="2679700"/>
          <p14:tracePt t="85093" x="6781800" y="2667000"/>
          <p14:tracePt t="85110" x="6762750" y="2660650"/>
          <p14:tracePt t="85127" x="6731000" y="2647950"/>
          <p14:tracePt t="85144" x="6686550" y="2641600"/>
          <p14:tracePt t="85160" x="6667500" y="2641600"/>
          <p14:tracePt t="85177" x="6597650" y="2641600"/>
          <p14:tracePt t="85193" x="6534150" y="2641600"/>
          <p14:tracePt t="85210" x="6502400" y="2641600"/>
          <p14:tracePt t="85226" x="6438900" y="2647950"/>
          <p14:tracePt t="85243" x="6388100" y="2660650"/>
          <p14:tracePt t="85260" x="6337300" y="2686050"/>
          <p14:tracePt t="85276" x="6311900" y="2698750"/>
          <p14:tracePt t="85293" x="6280150" y="2730500"/>
          <p14:tracePt t="85310" x="6254750" y="2755900"/>
          <p14:tracePt t="85326" x="6248400" y="2762250"/>
          <p14:tracePt t="85343" x="6235700" y="2774950"/>
          <p14:tracePt t="85359" x="6223000" y="2781300"/>
          <p14:tracePt t="85376" x="6223000" y="2787650"/>
          <p14:tracePt t="85379" x="6216650" y="2800350"/>
          <p14:tracePt t="85395" x="6210300" y="2813050"/>
          <p14:tracePt t="85408" x="6197600" y="2838450"/>
          <p14:tracePt t="85425" x="6191250" y="2851150"/>
          <p14:tracePt t="85443" x="6178550" y="2889250"/>
          <p14:tracePt t="85459" x="6165850" y="2901950"/>
          <p14:tracePt t="85475" x="6146800" y="2921000"/>
          <p14:tracePt t="85492" x="6140450" y="2933700"/>
          <p14:tracePt t="85508" x="6134100" y="2940050"/>
          <p14:tracePt t="85542" x="6127750" y="2940050"/>
          <p14:tracePt t="85583" x="6121400" y="2940050"/>
          <p14:tracePt t="85590" x="6115050" y="2940050"/>
          <p14:tracePt t="85632" x="6108700" y="2940050"/>
          <p14:tracePt t="85639" x="6102350" y="2933700"/>
          <p14:tracePt t="85653" x="6089650" y="2927350"/>
          <p14:tracePt t="85661" x="6076950" y="2927350"/>
          <p14:tracePt t="85677" x="6057900" y="2914650"/>
          <p14:tracePt t="85691" x="5969000" y="2870200"/>
          <p14:tracePt t="85709" x="5835650" y="2813050"/>
          <p14:tracePt t="85724" x="5753100" y="2774950"/>
          <p14:tracePt t="85742" x="5657850" y="2730500"/>
          <p14:tracePt t="85758" x="5461000" y="2660650"/>
          <p14:tracePt t="85774" x="5289550" y="2584450"/>
          <p14:tracePt t="85791" x="5219700" y="2559050"/>
          <p14:tracePt t="85808" x="5137150" y="2520950"/>
          <p14:tracePt t="85824" x="5080000" y="2501900"/>
          <p14:tracePt t="85841" x="5067300" y="2495550"/>
          <p14:tracePt t="85858" x="5060950" y="2489200"/>
          <p14:tracePt t="85874" x="5054600" y="2482850"/>
          <p14:tracePt t="85920" x="5054600" y="2476500"/>
          <p14:tracePt t="85955" x="5060950" y="2476500"/>
          <p14:tracePt t="86039" x="5060950" y="2470150"/>
          <p14:tracePt t="86109" x="5054600" y="2470150"/>
          <p14:tracePt t="86130" x="5048250" y="2470150"/>
          <p14:tracePt t="86144" x="5041900" y="2470150"/>
          <p14:tracePt t="86151" x="5035550" y="2470150"/>
          <p14:tracePt t="86165" x="5022850" y="2463800"/>
          <p14:tracePt t="86179" x="5003800" y="2463800"/>
          <p14:tracePt t="86193" x="4978400" y="2451100"/>
          <p14:tracePt t="86206" x="4940300" y="2444750"/>
          <p14:tracePt t="86223" x="4857750" y="2432050"/>
          <p14:tracePt t="86239" x="4806950" y="2432050"/>
          <p14:tracePt t="86256" x="4686300" y="2400300"/>
          <p14:tracePt t="86272" x="4591050" y="2381250"/>
          <p14:tracePt t="86289" x="4552950" y="2374900"/>
          <p14:tracePt t="86306" x="4495800" y="2368550"/>
          <p14:tracePt t="86322" x="4457700" y="2362200"/>
          <p14:tracePt t="86355" x="4445000" y="2362200"/>
          <p14:tracePt t="86431" x="4451350" y="2362200"/>
          <p14:tracePt t="86453" x="4457700" y="2362200"/>
          <p14:tracePt t="86459" x="4464050" y="2368550"/>
          <p14:tracePt t="86475" x="4470400" y="2368550"/>
          <p14:tracePt t="86489" x="4483100" y="2368550"/>
          <p14:tracePt t="86505" x="4521200" y="2368550"/>
          <p14:tracePt t="86523" x="4591050" y="2368550"/>
          <p14:tracePt t="86538" x="4654550" y="2368550"/>
          <p14:tracePt t="86555" x="4794250" y="2368550"/>
          <p14:tracePt t="86572" x="4946650" y="2362200"/>
          <p14:tracePt t="86588" x="5022850" y="2355850"/>
          <p14:tracePt t="86605" x="5187950" y="2355850"/>
          <p14:tracePt t="86622" x="5334000" y="2343150"/>
          <p14:tracePt t="86638" x="5397500" y="2343150"/>
          <p14:tracePt t="86655" x="5448300" y="2336800"/>
          <p14:tracePt t="86671" x="5537200" y="2336800"/>
          <p14:tracePt t="86688" x="5556250" y="2336800"/>
          <p14:tracePt t="86705" x="5575300" y="2330450"/>
          <p14:tracePt t="86738" x="5581650" y="2330450"/>
          <p14:tracePt t="86965" x="5575300" y="2330450"/>
          <p14:tracePt t="87105" x="5568950" y="2330450"/>
          <p14:tracePt t="87196" x="5562600" y="2330450"/>
          <p14:tracePt t="87245" x="5556250" y="2330450"/>
          <p14:tracePt t="87294" x="5556250" y="2336800"/>
          <p14:tracePt t="87315" x="5556250" y="2343150"/>
          <p14:tracePt t="87322" x="5556250" y="2349500"/>
          <p14:tracePt t="87338" x="5562600" y="2355850"/>
          <p14:tracePt t="87352" x="5568950" y="2368550"/>
          <p14:tracePt t="87369" x="5588000" y="2393950"/>
          <p14:tracePt t="87372" x="5600700" y="2413000"/>
          <p14:tracePt t="87388" x="5626100" y="2444750"/>
          <p14:tracePt t="87402" x="5645150" y="2470150"/>
          <p14:tracePt t="87419" x="5740400" y="2559050"/>
          <p14:tracePt t="87435" x="5880100" y="2660650"/>
          <p14:tracePt t="87452" x="5962650" y="2711450"/>
          <p14:tracePt t="87469" x="6146800" y="2819400"/>
          <p14:tracePt t="87485" x="6350000" y="2901950"/>
          <p14:tracePt t="87502" x="6426200" y="2927350"/>
          <p14:tracePt t="87519" x="6572250" y="2965450"/>
          <p14:tracePt t="87535" x="6667500" y="2997200"/>
          <p14:tracePt t="87551" x="6705600" y="2997200"/>
          <p14:tracePt t="87568" x="6756400" y="3003550"/>
          <p14:tracePt t="87585" x="6775450" y="3003550"/>
          <p14:tracePt t="87602" x="6788150" y="3003550"/>
          <p14:tracePt t="87715" x="6781800" y="3003550"/>
          <p14:tracePt t="87722" x="6775450" y="2997200"/>
          <p14:tracePt t="87738" x="6769100" y="2997200"/>
          <p14:tracePt t="87757" x="6769100" y="2990850"/>
          <p14:tracePt t="87778" x="6762750" y="2990850"/>
          <p14:tracePt t="87787" x="6762750" y="2984500"/>
          <p14:tracePt t="87801" x="6756400" y="2984500"/>
          <p14:tracePt t="87817" x="6750050" y="2984500"/>
          <p14:tracePt t="87837" x="6743700" y="2984500"/>
          <p14:tracePt t="87855" x="6737350" y="2984500"/>
          <p14:tracePt t="87867" x="6737350" y="2978150"/>
          <p14:tracePt t="87886" x="6724650" y="2978150"/>
          <p14:tracePt t="87904" x="6724650" y="2971800"/>
          <p14:tracePt t="87925" x="6718300" y="2971800"/>
          <p14:tracePt t="87934" x="6711950" y="2971800"/>
          <p14:tracePt t="87953" x="6705600" y="2965450"/>
          <p14:tracePt t="87974" x="6699250" y="2959100"/>
          <p14:tracePt t="87996" x="6692900" y="2959100"/>
          <p14:tracePt t="88003" x="6686550" y="2959100"/>
          <p14:tracePt t="88023" x="6686550" y="2952750"/>
          <p14:tracePt t="88045" x="6680200" y="2946400"/>
          <p14:tracePt t="88065" x="6673850" y="2946400"/>
          <p14:tracePt t="88093" x="6667500" y="2946400"/>
          <p14:tracePt t="88115" x="6661150" y="2940050"/>
          <p14:tracePt t="88150" x="6654800" y="2933700"/>
          <p14:tracePt t="88185" x="6648450" y="2927350"/>
          <p14:tracePt t="88227" x="6642100" y="2921000"/>
          <p14:tracePt t="88255" x="6635750" y="2914650"/>
          <p14:tracePt t="88297" x="6635750" y="2908300"/>
          <p14:tracePt t="88795" x="6629400" y="2914650"/>
          <p14:tracePt t="88837" x="6623050" y="2921000"/>
          <p14:tracePt t="88844" x="6623050" y="2927350"/>
          <p14:tracePt t="88858" x="6616700" y="2933700"/>
          <p14:tracePt t="88866" x="6616700" y="2940050"/>
          <p14:tracePt t="88881" x="6604000" y="2946400"/>
          <p14:tracePt t="88897" x="6584950" y="2959100"/>
          <p14:tracePt t="88914" x="6534150" y="3003550"/>
          <p14:tracePt t="88930" x="6489700" y="3028950"/>
          <p14:tracePt t="88947" x="6324600" y="3130550"/>
          <p14:tracePt t="88964" x="6108700" y="3251200"/>
          <p14:tracePt t="88980" x="5988050" y="3314700"/>
          <p14:tracePt t="88997" x="5664200" y="3486150"/>
          <p14:tracePt t="89013" x="5391150" y="3638550"/>
          <p14:tracePt t="89030" x="5175250" y="3759200"/>
          <p14:tracePt t="89047" x="5080000" y="3822700"/>
          <p14:tracePt t="89062" x="4927600" y="3937000"/>
          <p14:tracePt t="89079" x="4775200" y="4032250"/>
          <p14:tracePt t="89097" x="4635500" y="4133850"/>
          <p14:tracePt t="89113" x="4565650" y="4184650"/>
          <p14:tracePt t="89129" x="4438650" y="4286250"/>
          <p14:tracePt t="89146" x="4324350" y="4368800"/>
          <p14:tracePt t="89162" x="4273550" y="4419600"/>
          <p14:tracePt t="89179" x="4191000" y="4502150"/>
          <p14:tracePt t="89196" x="4121150" y="4578350"/>
          <p14:tracePt t="89212" x="4102100" y="4597400"/>
          <p14:tracePt t="89230" x="4064000" y="4629150"/>
          <p14:tracePt t="89245" x="4051300" y="4641850"/>
          <p14:tracePt t="89262" x="4051300" y="4648200"/>
          <p14:tracePt t="89279" x="4038600" y="4660900"/>
          <p14:tracePt t="89295" x="4019550" y="4679950"/>
          <p14:tracePt t="89329" x="4019550" y="4686300"/>
          <p14:tracePt t="89635" x="4013200" y="4686300"/>
          <p14:tracePt t="89656" x="4006850" y="4686300"/>
          <p14:tracePt t="89670" x="4000500" y="4692650"/>
          <p14:tracePt t="89679" x="3994150" y="4699000"/>
          <p14:tracePt t="89699" x="3987800" y="4705350"/>
          <p14:tracePt t="89705" x="3975100" y="4711700"/>
          <p14:tracePt t="89720" x="3956050" y="4718050"/>
          <p14:tracePt t="89729" x="3930650" y="4730750"/>
          <p14:tracePt t="89743" x="3911600" y="4743450"/>
          <p14:tracePt t="89761" x="3886200" y="4762500"/>
          <p14:tracePt t="89777" x="3759200" y="4819650"/>
          <p14:tracePt t="89794" x="3714750" y="4845050"/>
          <p14:tracePt t="89811" x="3644900" y="4870450"/>
          <p14:tracePt t="89827" x="3613150" y="4883150"/>
          <p14:tracePt t="89843" x="3568700" y="4889500"/>
          <p14:tracePt t="89860" x="3543300" y="4902200"/>
          <p14:tracePt t="89877" x="3536950" y="4902200"/>
          <p14:tracePt t="89893" x="3530600" y="4902200"/>
          <p14:tracePt t="89958" x="3530600" y="4895850"/>
          <p14:tracePt t="89972" x="3530600" y="4883150"/>
          <p14:tracePt t="89979" x="3530600" y="4870450"/>
          <p14:tracePt t="89994" x="3543300" y="4851400"/>
          <p14:tracePt t="90010" x="3549650" y="4800600"/>
          <p14:tracePt t="90026" x="3556000" y="4762500"/>
          <p14:tracePt t="90043" x="3575050" y="4679950"/>
          <p14:tracePt t="90059" x="3594100" y="4559300"/>
          <p14:tracePt t="90076" x="3606800" y="4502150"/>
          <p14:tracePt t="90092" x="3638550" y="4381500"/>
          <p14:tracePt t="90109" x="3644900" y="4330700"/>
          <p14:tracePt t="90127" x="3714750" y="4152900"/>
          <p14:tracePt t="90142" x="3727450" y="4095750"/>
          <p14:tracePt t="90159" x="3759200" y="4051300"/>
          <p14:tracePt t="90176" x="3778250" y="3981450"/>
          <p14:tracePt t="90192" x="3803650" y="3943350"/>
          <p14:tracePt t="90209" x="3829050" y="3892550"/>
          <p14:tracePt t="90226" x="3835400" y="3867150"/>
          <p14:tracePt t="90242" x="3841750" y="3854450"/>
          <p14:tracePt t="90259" x="3841750" y="3848100"/>
          <p14:tracePt t="90275" x="3848100" y="3841750"/>
          <p14:tracePt t="90358" x="3848100" y="3848100"/>
          <p14:tracePt t="90407" x="3848100" y="3854450"/>
          <p14:tracePt t="90428" x="3841750" y="3860800"/>
          <p14:tracePt t="90456" x="3841750" y="3867150"/>
          <p14:tracePt t="90477" x="3841750" y="3873500"/>
          <p14:tracePt t="90484" x="3841750" y="3879850"/>
          <p14:tracePt t="90505" x="3841750" y="3886200"/>
          <p14:tracePt t="90526" x="3841750" y="3898900"/>
          <p14:tracePt t="90533" x="3841750" y="3911600"/>
          <p14:tracePt t="90541" x="3841750" y="3930650"/>
          <p14:tracePt t="90558" x="3841750" y="3975100"/>
          <p14:tracePt t="90575" x="3841750" y="4038600"/>
          <p14:tracePt t="90591" x="3860800" y="4133850"/>
          <p14:tracePt t="90608" x="3867150" y="4184650"/>
          <p14:tracePt t="90625" x="3892550" y="4286250"/>
          <p14:tracePt t="90641" x="3911600" y="4368800"/>
          <p14:tracePt t="90658" x="3924300" y="4394200"/>
          <p14:tracePt t="90675" x="3949700" y="4438650"/>
          <p14:tracePt t="90692" x="3968750" y="4457700"/>
          <p14:tracePt t="90708" x="3968750" y="4464050"/>
          <p14:tracePt t="90724" x="3994150" y="4464050"/>
          <p14:tracePt t="90740" x="4006850" y="4464050"/>
          <p14:tracePt t="90758" x="4051300" y="4457700"/>
          <p14:tracePt t="90774" x="4076700" y="4451350"/>
          <p14:tracePt t="90791" x="4102100" y="4438650"/>
          <p14:tracePt t="90807" x="4159250" y="4413250"/>
          <p14:tracePt t="90823" x="4197350" y="4387850"/>
          <p14:tracePt t="90840" x="4210050" y="4375150"/>
          <p14:tracePt t="90857" x="4235450" y="4343400"/>
          <p14:tracePt t="90874" x="4241800" y="4318000"/>
          <p14:tracePt t="90892" x="4241800" y="4286250"/>
          <p14:tracePt t="90906" x="4222750" y="4260850"/>
          <p14:tracePt t="90923" x="4184650" y="4210050"/>
          <p14:tracePt t="90940" x="4152900" y="4178300"/>
          <p14:tracePt t="90956" x="4127500" y="4133850"/>
          <p14:tracePt t="90960" x="4076700" y="4083050"/>
          <p14:tracePt t="90973" x="4044950" y="4051300"/>
          <p14:tracePt t="90990" x="4013200" y="4013200"/>
          <p14:tracePt t="91007" x="3968750" y="3987800"/>
          <p14:tracePt t="91023" x="3956050" y="3975100"/>
          <p14:tracePt t="91039" x="3943350" y="3968750"/>
          <p14:tracePt t="91056" x="3924300" y="3962400"/>
          <p14:tracePt t="91073" x="3917950" y="3962400"/>
          <p14:tracePt t="91115" x="3911600" y="3962400"/>
          <p14:tracePt t="91284" x="3911600" y="3968750"/>
          <p14:tracePt t="91319" x="3911600" y="3975100"/>
          <p14:tracePt t="91347" x="3924300" y="3981450"/>
          <p14:tracePt t="91368" x="3930650" y="3987800"/>
          <p14:tracePt t="91374" x="3937000" y="3994150"/>
          <p14:tracePt t="91388" x="3937000" y="4000500"/>
          <p14:tracePt t="91405" x="3956050" y="4019550"/>
          <p14:tracePt t="91422" x="3981450" y="4044950"/>
          <p14:tracePt t="91439" x="4038600" y="4102100"/>
          <p14:tracePt t="91455" x="4121150" y="4191000"/>
          <p14:tracePt t="91458" x="4165600" y="4229100"/>
          <p14:tracePt t="91488" x="4248150" y="4311650"/>
          <p14:tracePt t="91504" x="4305300" y="4368800"/>
          <p14:tracePt t="91522" x="4337050" y="4400550"/>
          <p14:tracePt t="91538" x="4349750" y="4413250"/>
          <p14:tracePt t="91555" x="4362450" y="4419600"/>
          <p14:tracePt t="91572" x="4368800" y="4419600"/>
          <p14:tracePt t="91613" x="4368800" y="4413250"/>
          <p14:tracePt t="91621" x="4368800" y="4406900"/>
          <p14:tracePt t="91637" x="4362450" y="4394200"/>
          <p14:tracePt t="91655" x="4356100" y="4387850"/>
          <p14:tracePt t="91670" x="4324350" y="4324350"/>
          <p14:tracePt t="91687" x="4298950" y="4292600"/>
          <p14:tracePt t="91704" x="4229100" y="4210050"/>
          <p14:tracePt t="91720" x="4197350" y="4165600"/>
          <p14:tracePt t="91737" x="4165600" y="4146550"/>
          <p14:tracePt t="91754" x="4102100" y="4083050"/>
          <p14:tracePt t="91770" x="4076700" y="4070350"/>
          <p14:tracePt t="91787" x="4064000" y="4064000"/>
          <p14:tracePt t="91803" x="4025900" y="4057650"/>
          <p14:tracePt t="91820" x="4019550" y="4057650"/>
          <p14:tracePt t="91837" x="4006850" y="4064000"/>
          <p14:tracePt t="91853" x="4006850" y="4070350"/>
          <p14:tracePt t="91870" x="4000500" y="4083050"/>
          <p14:tracePt t="91887" x="3994150" y="4102100"/>
          <p14:tracePt t="91903" x="3987800" y="4133850"/>
          <p14:tracePt t="91920" x="3981450" y="4152900"/>
          <p14:tracePt t="91936" x="3975100" y="4210050"/>
          <p14:tracePt t="91953" x="3975100" y="4273550"/>
          <p14:tracePt t="91970" x="3975100" y="4292600"/>
          <p14:tracePt t="91986" x="3987800" y="4343400"/>
          <p14:tracePt t="92003" x="3994150" y="4362450"/>
          <p14:tracePt t="92020" x="4051300" y="4387850"/>
          <p14:tracePt t="92036" x="4070350" y="4394200"/>
          <p14:tracePt t="92052" x="4102100" y="4394200"/>
          <p14:tracePt t="92069" x="4146550" y="4394200"/>
          <p14:tracePt t="92086" x="4210050" y="4381500"/>
          <p14:tracePt t="92103" x="4229100" y="4375150"/>
          <p14:tracePt t="92119" x="4267200" y="4337050"/>
          <p14:tracePt t="92135" x="4286250" y="4305300"/>
          <p14:tracePt t="92153" x="4292600" y="4286250"/>
          <p14:tracePt t="92169" x="4292600" y="4241800"/>
          <p14:tracePt t="92185" x="4279900" y="4216400"/>
          <p14:tracePt t="92203" x="4248150" y="4184650"/>
          <p14:tracePt t="92218" x="4235450" y="4165600"/>
          <p14:tracePt t="92235" x="4191000" y="4140200"/>
          <p14:tracePt t="92252" x="4159250" y="4121150"/>
          <p14:tracePt t="92268" x="4140200" y="4114800"/>
          <p14:tracePt t="92285" x="4127500" y="4102100"/>
          <p14:tracePt t="92302" x="4102100" y="4102100"/>
          <p14:tracePt t="92318" x="4089400" y="4102100"/>
          <p14:tracePt t="92335" x="4076700" y="4108450"/>
          <p14:tracePt t="92351" x="4057650" y="4114800"/>
          <p14:tracePt t="92368" x="4051300" y="4127500"/>
          <p14:tracePt t="92385" x="4019550" y="4146550"/>
          <p14:tracePt t="92401" x="3987800" y="4171950"/>
          <p14:tracePt t="93925" x="3994150" y="4184650"/>
          <p14:tracePt t="93938" x="4006850" y="4197350"/>
          <p14:tracePt t="93948" x="4019550" y="4203700"/>
          <p14:tracePt t="93962" x="4025900" y="4210050"/>
          <p14:tracePt t="93980" x="4038600" y="4216400"/>
          <p14:tracePt t="93996" x="4044950" y="4216400"/>
          <p14:tracePt t="94016" x="4051300" y="4216400"/>
          <p14:tracePt t="94037" x="4057650" y="4216400"/>
          <p14:tracePt t="94046" x="4064000" y="4210050"/>
          <p14:tracePt t="94065" x="4070350" y="4210050"/>
          <p14:tracePt t="94086" x="4070350" y="4203700"/>
          <p14:tracePt t="94100" x="4070350" y="4197350"/>
          <p14:tracePt t="94115" x="4070350" y="4191000"/>
          <p14:tracePt t="94135" x="4070350" y="4184650"/>
          <p14:tracePt t="94156" x="4076700" y="4178300"/>
          <p14:tracePt t="94184" x="4076700" y="4171950"/>
          <p14:tracePt t="94226" x="4076700" y="4165600"/>
          <p14:tracePt t="94247" x="4076700" y="4159250"/>
          <p14:tracePt t="94275" x="4076700" y="4152900"/>
          <p14:tracePt t="94296" x="4076700" y="4146550"/>
          <p14:tracePt t="94317" x="4076700" y="4140200"/>
          <p14:tracePt t="94395" x="4070350" y="4133850"/>
          <p14:tracePt t="94416" x="4064000" y="4127500"/>
          <p14:tracePt t="94437" x="4057650" y="4127500"/>
          <p14:tracePt t="94465" x="4051300" y="4121150"/>
          <p14:tracePt t="94486" x="4044950" y="4121150"/>
          <p14:tracePt t="94507" x="4044950" y="4114800"/>
          <p14:tracePt t="94529" x="4038600" y="4114800"/>
          <p14:tracePt t="94556" x="4038600" y="4108450"/>
          <p14:tracePt t="94577" x="4032250" y="4102100"/>
          <p14:tracePt t="94598" x="4025900" y="4102100"/>
          <p14:tracePt t="94640" x="4019550" y="4095750"/>
          <p14:tracePt t="94731" x="4019550" y="4102100"/>
          <p14:tracePt t="94738" x="4019550" y="4108450"/>
          <p14:tracePt t="94760" x="4019550" y="4114800"/>
          <p14:tracePt t="94787" x="4013200" y="4121150"/>
          <p14:tracePt t="94808" x="4013200" y="4127500"/>
          <p14:tracePt t="94815" x="4013200" y="4133850"/>
          <p14:tracePt t="94836" x="4006850" y="4133850"/>
          <p14:tracePt t="94849" x="4006850" y="4140200"/>
          <p14:tracePt t="94870" x="4006850" y="4146550"/>
          <p14:tracePt t="94885" x="4006850" y="4152900"/>
          <p14:tracePt t="94899" x="4006850" y="4159250"/>
          <p14:tracePt t="94909" x="4000500" y="4159250"/>
          <p14:tracePt t="94929" x="4000500" y="4165600"/>
          <p14:tracePt t="94948" x="3994150" y="4165600"/>
          <p14:tracePt t="94990" x="3994150" y="4171950"/>
          <p14:tracePt t="95027" x="3987800" y="4171950"/>
          <p14:tracePt t="95046" x="3987800" y="4178300"/>
          <p14:tracePt t="95068" x="3987800" y="4184650"/>
          <p14:tracePt t="95089" x="3981450" y="4191000"/>
          <p14:tracePt t="95096" x="3981450" y="4197350"/>
          <p14:tracePt t="95111" x="3981450" y="4203700"/>
          <p14:tracePt t="95125" x="3975100" y="4210050"/>
          <p14:tracePt t="95142" x="3962400" y="4241800"/>
          <p14:tracePt t="95159" x="3949700" y="4292600"/>
          <p14:tracePt t="95175" x="3943350" y="4311650"/>
          <p14:tracePt t="95192" x="3924300" y="4362450"/>
          <p14:tracePt t="95209" x="3917950" y="4394200"/>
          <p14:tracePt t="95225" x="3911600" y="4413250"/>
          <p14:tracePt t="95242" x="3905250" y="4432300"/>
          <p14:tracePt t="95258" x="3898900" y="4451350"/>
          <p14:tracePt t="95292" x="3898900" y="4457700"/>
          <p14:tracePt t="95308" x="3898900" y="4464050"/>
          <p14:tracePt t="95650" x="3905250" y="4464050"/>
          <p14:tracePt t="95678" x="3911600" y="4464050"/>
          <p14:tracePt t="95692" x="3917950" y="4464050"/>
          <p14:tracePt t="95713" x="3924300" y="4464050"/>
          <p14:tracePt t="95727" x="3930650" y="4464050"/>
          <p14:tracePt t="95741" x="3937000" y="4464050"/>
          <p14:tracePt t="95747" x="3949700" y="4464050"/>
          <p14:tracePt t="95762" x="3968750" y="4464050"/>
          <p14:tracePt t="95772" x="3981450" y="4470400"/>
          <p14:tracePt t="95790" x="4044950" y="4476750"/>
          <p14:tracePt t="95806" x="4070350" y="4476750"/>
          <p14:tracePt t="95823" x="4159250" y="4483100"/>
          <p14:tracePt t="95840" x="4254500" y="4495800"/>
          <p14:tracePt t="95856" x="4298950" y="4502150"/>
          <p14:tracePt t="95873" x="4356100" y="4508500"/>
          <p14:tracePt t="95889" x="4406900" y="4508500"/>
          <p14:tracePt t="95906" x="4425950" y="4508500"/>
          <p14:tracePt t="95923" x="4445000" y="4508500"/>
          <p14:tracePt t="96253" x="4445000" y="4502150"/>
          <p14:tracePt t="96470" x="4445000" y="4495800"/>
          <p14:tracePt t="96730" x="4451350" y="4495800"/>
          <p14:tracePt t="96744" x="4457700" y="4495800"/>
          <p14:tracePt t="96751" x="4464050" y="4495800"/>
          <p14:tracePt t="96765" x="4476750" y="4495800"/>
          <p14:tracePt t="96773" x="4489450" y="4502150"/>
          <p14:tracePt t="96786" x="4521200" y="4502150"/>
          <p14:tracePt t="96803" x="4610100" y="4514850"/>
          <p14:tracePt t="96820" x="4667250" y="4527550"/>
          <p14:tracePt t="96836" x="4832350" y="4546600"/>
          <p14:tracePt t="96853" x="5048250" y="4565650"/>
          <p14:tracePt t="96870" x="5289550" y="4584700"/>
          <p14:tracePt t="96885" x="5403850" y="4610100"/>
          <p14:tracePt t="96902" x="5530850" y="4610100"/>
          <p14:tracePt t="96919" x="5886450" y="4641850"/>
          <p14:tracePt t="96936" x="6000750" y="4648200"/>
          <p14:tracePt t="96953" x="6089650" y="4660900"/>
          <p14:tracePt t="96969" x="6273800" y="4667250"/>
          <p14:tracePt t="96986" x="6451600" y="4667250"/>
          <p14:tracePt t="97003" x="6578600" y="4667250"/>
          <p14:tracePt t="97018" x="6642100" y="4667250"/>
          <p14:tracePt t="97035" x="6743700" y="4667250"/>
          <p14:tracePt t="97052" x="6838950" y="4679950"/>
          <p14:tracePt t="97069" x="6864350" y="4679950"/>
          <p14:tracePt t="97085" x="6927850" y="4686300"/>
          <p14:tracePt t="97102" x="6978650" y="4686300"/>
          <p14:tracePt t="97118" x="7004050" y="4686300"/>
          <p14:tracePt t="97135" x="7061200" y="4679950"/>
          <p14:tracePt t="97151" x="7118350" y="4679950"/>
          <p14:tracePt t="97168" x="7143750" y="4679950"/>
          <p14:tracePt t="97186" x="7194550" y="4667250"/>
          <p14:tracePt t="97201" x="7245350" y="4660900"/>
          <p14:tracePt t="97218" x="7264400" y="4660900"/>
          <p14:tracePt t="97235" x="7315200" y="4648200"/>
          <p14:tracePt t="97251" x="7334250" y="4648200"/>
          <p14:tracePt t="97268" x="7366000" y="4641850"/>
          <p14:tracePt t="97285" x="7442200" y="4635500"/>
          <p14:tracePt t="97302" x="7461250" y="4635500"/>
          <p14:tracePt t="97318" x="7512050" y="4629150"/>
          <p14:tracePt t="97334" x="7562850" y="4622800"/>
          <p14:tracePt t="97351" x="7581900" y="4622800"/>
          <p14:tracePt t="97368" x="7626350" y="4610100"/>
          <p14:tracePt t="97384" x="7658100" y="4597400"/>
          <p14:tracePt t="97401" x="7677150" y="4597400"/>
          <p14:tracePt t="97417" x="7702550" y="4591050"/>
          <p14:tracePt t="97434" x="7727950" y="4584700"/>
          <p14:tracePt t="97451" x="7740650" y="4584700"/>
          <p14:tracePt t="97467" x="7766050" y="4578350"/>
          <p14:tracePt t="97484" x="7785100" y="4578350"/>
          <p14:tracePt t="97501" x="7810500" y="4578350"/>
          <p14:tracePt t="97517" x="7842250" y="4578350"/>
          <p14:tracePt t="97534" x="7854950" y="4578350"/>
          <p14:tracePt t="97550" x="7886700" y="4578350"/>
          <p14:tracePt t="97567" x="7918450" y="4578350"/>
          <p14:tracePt t="97583" x="7931150" y="4578350"/>
          <p14:tracePt t="97600" x="7956550" y="4578350"/>
          <p14:tracePt t="97617" x="7975600" y="4578350"/>
          <p14:tracePt t="97635" x="7994650" y="4578350"/>
          <p14:tracePt t="97650" x="8001000" y="4578350"/>
          <p14:tracePt t="97666" x="8020050" y="4578350"/>
          <p14:tracePt t="97684" x="8039100" y="4584700"/>
          <p14:tracePt t="97700" x="8051800" y="4584700"/>
          <p14:tracePt t="97717" x="8064500" y="4584700"/>
          <p14:tracePt t="97733" x="8077200" y="4584700"/>
          <p14:tracePt t="97749" x="8096250" y="4591050"/>
          <p14:tracePt t="97766" x="8108950" y="4591050"/>
          <p14:tracePt t="97783" x="8134350" y="4591050"/>
          <p14:tracePt t="97800" x="8147050" y="4591050"/>
          <p14:tracePt t="97817" x="8172450" y="4591050"/>
          <p14:tracePt t="97832" x="8185150" y="4597400"/>
          <p14:tracePt t="97849" x="8210550" y="4603750"/>
          <p14:tracePt t="97866" x="8235950" y="4603750"/>
          <p14:tracePt t="97882" x="8242300" y="4603750"/>
          <p14:tracePt t="97899" x="8261350" y="4610100"/>
          <p14:tracePt t="97916" x="8267700" y="4610100"/>
          <p14:tracePt t="97932" x="8274050" y="4610100"/>
          <p14:tracePt t="97950" x="8280400" y="4610100"/>
          <p14:tracePt t="97965" x="8286750" y="4610100"/>
          <p14:tracePt t="97982" x="8293100" y="4610100"/>
          <p14:tracePt t="98019" x="8299450" y="4610100"/>
          <p14:tracePt t="98069" x="8305800" y="4610100"/>
          <p14:tracePt t="98090" x="8312150" y="4610100"/>
          <p14:tracePt t="98118" x="8318500" y="4610100"/>
          <p14:tracePt t="98160" x="8324850" y="4610100"/>
          <p14:tracePt t="98251" x="8318500" y="4610100"/>
          <p14:tracePt t="98286" x="8318500" y="4616450"/>
          <p14:tracePt t="98293" x="8318500" y="4622800"/>
          <p14:tracePt t="99440" x="8305800" y="4622800"/>
          <p14:tracePt t="99447" x="8280400" y="4622800"/>
          <p14:tracePt t="99460" x="8242300" y="4622800"/>
          <p14:tracePt t="99477" x="8077200" y="4616450"/>
          <p14:tracePt t="99494" x="7962900" y="4616450"/>
          <p14:tracePt t="99510" x="7670800" y="4591050"/>
          <p14:tracePt t="99527" x="7302500" y="4578350"/>
          <p14:tracePt t="99544" x="7086600" y="4565650"/>
          <p14:tracePt t="99560" x="6610350" y="4552950"/>
          <p14:tracePt t="99576" x="6381750" y="4552950"/>
          <p14:tracePt t="99580" x="6121400" y="4552950"/>
          <p14:tracePt t="99594" x="5600700" y="4552950"/>
          <p14:tracePt t="99610" x="5359400" y="4559300"/>
          <p14:tracePt t="99626" x="5099050" y="4578350"/>
          <p14:tracePt t="99643" x="4673600" y="4591050"/>
          <p14:tracePt t="99659" x="4305300" y="4591050"/>
          <p14:tracePt t="99676" x="4152900" y="4591050"/>
          <p14:tracePt t="99693" x="3949700" y="4597400"/>
          <p14:tracePt t="99709" x="3790950" y="4597400"/>
          <p14:tracePt t="99727" x="3676650" y="4597400"/>
          <p14:tracePt t="99742" x="3632200" y="4597400"/>
          <p14:tracePt t="99759" x="3568700" y="4597400"/>
          <p14:tracePt t="99776" x="3517900" y="4597400"/>
          <p14:tracePt t="99792" x="3498850" y="4597400"/>
          <p14:tracePt t="99809" x="3448050" y="4597400"/>
          <p14:tracePt t="99826" x="3403600" y="4597400"/>
          <p14:tracePt t="99842" x="3384550" y="4591050"/>
          <p14:tracePt t="99859" x="3365500" y="4584700"/>
          <p14:tracePt t="99875" x="3302000" y="4565650"/>
          <p14:tracePt t="99892" x="3282950" y="4546600"/>
          <p14:tracePt t="99909" x="3238500" y="4533900"/>
          <p14:tracePt t="99925" x="3225800" y="4521200"/>
          <p14:tracePt t="99942" x="3206750" y="4502150"/>
          <p14:tracePt t="99959" x="3200400" y="4489450"/>
          <p14:tracePt t="99975" x="3194050" y="4489450"/>
          <p14:tracePt t="100009" x="3200400" y="4489450"/>
          <p14:tracePt t="100025" x="3206750" y="4483100"/>
          <p14:tracePt t="100042" x="3219450" y="4476750"/>
          <p14:tracePt t="100058" x="3238500" y="4470400"/>
          <p14:tracePt t="100075" x="3263900" y="4464050"/>
          <p14:tracePt t="100092" x="3295650" y="4451350"/>
          <p14:tracePt t="100108" x="3346450" y="4425950"/>
          <p14:tracePt t="100125" x="3384550" y="4419600"/>
          <p14:tracePt t="100141" x="3486150" y="4381500"/>
          <p14:tracePt t="100158" x="3606800" y="4356100"/>
          <p14:tracePt t="100176" x="3714750" y="4330700"/>
          <p14:tracePt t="100191" x="3752850" y="4318000"/>
          <p14:tracePt t="100207" x="3797300" y="4311650"/>
          <p14:tracePt t="100225" x="3911600" y="4279900"/>
          <p14:tracePt t="100241" x="3943350" y="4279900"/>
          <p14:tracePt t="100258" x="3962400" y="4273550"/>
          <p14:tracePt t="100274" x="3994150" y="4267200"/>
          <p14:tracePt t="100291" x="4025900" y="4254500"/>
          <p14:tracePt t="100308" x="4032250" y="4254500"/>
          <p14:tracePt t="100324" x="4051300" y="4254500"/>
          <p14:tracePt t="100341" x="4076700" y="4248150"/>
          <p14:tracePt t="100358" x="4089400" y="4241800"/>
          <p14:tracePt t="100374" x="4095750" y="4241800"/>
          <p14:tracePt t="100390" x="4102100" y="4241800"/>
          <p14:tracePt t="100408" x="4108450" y="4235450"/>
          <p14:tracePt t="100440" x="4121150" y="4235450"/>
          <p14:tracePt t="100477" x="4127500" y="4235450"/>
          <p14:tracePt t="100498" x="4133850" y="4235450"/>
          <p14:tracePt t="100540" x="4140200" y="4235450"/>
          <p14:tracePt t="100561" x="4146550" y="4235450"/>
          <p14:tracePt t="100576" x="4152900" y="4235450"/>
          <p14:tracePt t="100591" x="4159250" y="4235450"/>
          <p14:tracePt t="100596" x="4165600" y="4235450"/>
          <p14:tracePt t="100611" x="4171950" y="4235450"/>
          <p14:tracePt t="100632" x="4178300" y="4235450"/>
          <p14:tracePt t="100640" x="4191000" y="4235450"/>
          <p14:tracePt t="100656" x="4203700" y="4235450"/>
          <p14:tracePt t="100673" x="4229100" y="4229100"/>
          <p14:tracePt t="100689" x="4267200" y="4229100"/>
          <p14:tracePt t="100705" x="4298950" y="4222750"/>
          <p14:tracePt t="100723" x="4337050" y="4222750"/>
          <p14:tracePt t="100739" x="4381500" y="4216400"/>
          <p14:tracePt t="100756" x="4400550" y="4216400"/>
          <p14:tracePt t="100773" x="4438650" y="4216400"/>
          <p14:tracePt t="100789" x="4464050" y="4210050"/>
          <p14:tracePt t="100805" x="4470400" y="4203700"/>
          <p14:tracePt t="100822" x="4489450" y="4203700"/>
          <p14:tracePt t="100839" x="4489450" y="4197350"/>
          <p14:tracePt t="100856" x="4495800" y="4191000"/>
          <p14:tracePt t="100889" x="4502150" y="4184650"/>
          <p14:tracePt t="100919" x="4502150" y="4178300"/>
          <p14:tracePt t="100961" x="4502150" y="4171950"/>
          <p14:tracePt t="100996" x="4502150" y="4165600"/>
          <p14:tracePt t="101018" x="4502150" y="4159250"/>
          <p14:tracePt t="101040" x="4495800" y="4159250"/>
          <p14:tracePt t="101066" x="4489450" y="4159250"/>
          <p14:tracePt t="101087" x="4483100" y="4159250"/>
          <p14:tracePt t="101101" x="4476750" y="4159250"/>
          <p14:tracePt t="101108" x="4470400" y="4159250"/>
          <p14:tracePt t="101130" x="4464050" y="4159250"/>
          <p14:tracePt t="101138" x="4445000" y="4159250"/>
          <p14:tracePt t="101154" x="4425950" y="4159250"/>
          <p14:tracePt t="101172" x="4343400" y="4165600"/>
          <p14:tracePt t="101188" x="4292600" y="4178300"/>
          <p14:tracePt t="101205" x="4159250" y="4184650"/>
          <p14:tracePt t="101221" x="4006850" y="4184650"/>
          <p14:tracePt t="101238" x="3943350" y="4184650"/>
          <p14:tracePt t="101254" x="3841750" y="4184650"/>
          <p14:tracePt t="101271" x="3784600" y="4184650"/>
          <p14:tracePt t="101288" x="3759200" y="4184650"/>
          <p14:tracePt t="101304" x="3740150" y="4184650"/>
          <p14:tracePt t="101321" x="3733800" y="4184650"/>
          <p14:tracePt t="101361" x="3733800" y="4191000"/>
          <p14:tracePt t="101410" x="3746500" y="4191000"/>
          <p14:tracePt t="101417" x="3752850" y="4191000"/>
          <p14:tracePt t="101438" x="3759200" y="4191000"/>
          <p14:tracePt t="101452" x="3765550" y="4191000"/>
          <p14:tracePt t="101459" x="3771900" y="4191000"/>
          <p14:tracePt t="101473" x="3778250" y="4191000"/>
          <p14:tracePt t="101487" x="3797300" y="4191000"/>
          <p14:tracePt t="101503" x="3816350" y="4191000"/>
          <p14:tracePt t="101520" x="3848100" y="4184650"/>
          <p14:tracePt t="101537" x="3943350" y="4171950"/>
          <p14:tracePt t="101554" x="4057650" y="4165600"/>
          <p14:tracePt t="101570" x="4121150" y="4152900"/>
          <p14:tracePt t="101586" x="4229100" y="4146550"/>
          <p14:tracePt t="101603" x="4298950" y="4133850"/>
          <p14:tracePt t="101621" x="4356100" y="4121150"/>
          <p14:tracePt t="101636" x="4375150" y="4114800"/>
          <p14:tracePt t="101653" x="4413250" y="4108450"/>
          <p14:tracePt t="101670" x="4419600" y="4102100"/>
          <p14:tracePt t="101686" x="4425950" y="4102100"/>
          <p14:tracePt t="101703" x="4432300" y="4102100"/>
          <p14:tracePt t="102119" x="4425950" y="4102100"/>
          <p14:tracePt t="102182" x="4419600" y="4102100"/>
          <p14:tracePt t="102223" x="4413250" y="4102100"/>
          <p14:tracePt t="102259" x="4406900" y="4102100"/>
          <p14:tracePt t="102280" x="4400550" y="4102100"/>
          <p14:tracePt t="102302" x="4394200" y="4102100"/>
          <p14:tracePt t="102329" x="4387850" y="4102100"/>
          <p14:tracePt t="102371" x="4381500" y="4108450"/>
          <p14:tracePt t="102385" x="4375150" y="4108450"/>
          <p14:tracePt t="102400" x="4368800" y="4108450"/>
          <p14:tracePt t="102420" x="4362450" y="4114800"/>
          <p14:tracePt t="102441" x="4356100" y="4114800"/>
          <p14:tracePt t="102455" x="4349750" y="4114800"/>
          <p14:tracePt t="102469" x="4349750" y="4121150"/>
          <p14:tracePt t="102490" x="4343400" y="4121150"/>
          <p14:tracePt t="102532" x="4337050" y="4127500"/>
          <p14:tracePt t="102539" x="4330700" y="4127500"/>
          <p14:tracePt t="102560" x="4324350" y="4133850"/>
          <p14:tracePt t="102602" x="4318000" y="4133850"/>
          <p14:tracePt t="102644" x="4311650" y="4133850"/>
          <p14:tracePt t="102672" x="4311650" y="4140200"/>
          <p14:tracePt t="102679" x="4311650" y="4146550"/>
          <p14:tracePt t="102722" x="4311650" y="4152900"/>
          <p14:tracePt t="102743" x="4311650" y="4159250"/>
          <p14:tracePt t="102750" x="4318000" y="4159250"/>
          <p14:tracePt t="102771" x="4324350" y="4159250"/>
          <p14:tracePt t="102792" x="4330700" y="4159250"/>
          <p14:tracePt t="102855" x="4330700" y="4152900"/>
          <p14:tracePt t="102883" x="4330700" y="4146550"/>
          <p14:tracePt t="102911" x="4324350" y="4140200"/>
          <p14:tracePt t="102953" x="4311650" y="4133850"/>
          <p14:tracePt t="102960" x="4305300" y="4133850"/>
          <p14:tracePt t="102974" x="4298950" y="4133850"/>
          <p14:tracePt t="102995" x="4286250" y="4133850"/>
          <p14:tracePt t="103002" x="4267200" y="4121150"/>
          <p14:tracePt t="103018" x="4241800" y="4121150"/>
          <p14:tracePt t="103031" x="4197350" y="4121150"/>
          <p14:tracePt t="103048" x="4165600" y="4121150"/>
          <p14:tracePt t="103065" x="4114800" y="4121150"/>
          <p14:tracePt t="103081" x="4089400" y="4127500"/>
          <p14:tracePt t="103098" x="4057650" y="4140200"/>
          <p14:tracePt t="103115" x="4019550" y="4152900"/>
          <p14:tracePt t="103131" x="4013200" y="4165600"/>
          <p14:tracePt t="103148" x="4006850" y="4184650"/>
          <p14:tracePt t="103164" x="4006850" y="4197350"/>
          <p14:tracePt t="103181" x="4013200" y="4203700"/>
          <p14:tracePt t="103198" x="4025900" y="4216400"/>
          <p14:tracePt t="103213" x="4038600" y="4222750"/>
          <p14:tracePt t="103230" x="4038600" y="4229100"/>
          <p14:tracePt t="103248" x="4051300" y="4229100"/>
          <p14:tracePt t="103264" x="4064000" y="4229100"/>
          <p14:tracePt t="103297" x="4076700" y="4229100"/>
          <p14:tracePt t="103314" x="4108450" y="4229100"/>
          <p14:tracePt t="103331" x="4133850" y="4229100"/>
          <p14:tracePt t="103347" x="4171950" y="4216400"/>
          <p14:tracePt t="103363" x="4184650" y="4210050"/>
          <p14:tracePt t="103381" x="4241800" y="4178300"/>
          <p14:tracePt t="103397" x="4248150" y="4165600"/>
          <p14:tracePt t="103413" x="4260850" y="4146550"/>
          <p14:tracePt t="103430" x="4267200" y="4121150"/>
          <p14:tracePt t="103447" x="4267200" y="4108450"/>
          <p14:tracePt t="103463" x="4267200" y="4102100"/>
          <p14:tracePt t="103480" x="4267200" y="4089400"/>
          <p14:tracePt t="103496" x="4260850" y="4083050"/>
          <p14:tracePt t="103514" x="4254500" y="4076700"/>
          <p14:tracePt t="103529" x="4248150" y="4076700"/>
          <p14:tracePt t="103546" x="4241800" y="4076700"/>
          <p14:tracePt t="103605" x="4241800" y="4083050"/>
          <p14:tracePt t="103614" x="4241800" y="4089400"/>
          <p14:tracePt t="103633" x="4241800" y="4095750"/>
          <p14:tracePt t="103654" x="4241800" y="4102100"/>
          <p14:tracePt t="103662" x="4248150" y="4102100"/>
          <p14:tracePt t="103682" x="4254500" y="4102100"/>
          <p14:tracePt t="103697" x="4260850" y="4108450"/>
          <p14:tracePt t="103703" x="4267200" y="4108450"/>
          <p14:tracePt t="103724" x="4279900" y="4108450"/>
          <p14:tracePt t="103732" x="4292600" y="4114800"/>
          <p14:tracePt t="103748" x="4311650" y="4114800"/>
          <p14:tracePt t="103762" x="4343400" y="4121150"/>
          <p14:tracePt t="103779" x="4400550" y="4127500"/>
          <p14:tracePt t="103795" x="4470400" y="4127500"/>
          <p14:tracePt t="103812" x="4495800" y="4133850"/>
          <p14:tracePt t="103829" x="4540250" y="4133850"/>
          <p14:tracePt t="103845" x="4565650" y="4133850"/>
          <p14:tracePt t="103861" x="4578350" y="4133850"/>
          <p14:tracePt t="103942" x="4578350" y="4140200"/>
          <p14:tracePt t="103998" x="4578350" y="4146550"/>
          <p14:tracePt t="104033" x="4578350" y="4152900"/>
          <p14:tracePt t="104075" x="4584700" y="4152900"/>
          <p14:tracePt t="104082" x="4591050" y="4152900"/>
          <p14:tracePt t="104103" x="4597400" y="4152900"/>
          <p14:tracePt t="104125" x="4603750" y="4152900"/>
          <p14:tracePt t="104138" x="4610100" y="4152900"/>
          <p14:tracePt t="104147" x="4616450" y="4152900"/>
          <p14:tracePt t="104173" x="4622800" y="4152900"/>
          <p14:tracePt t="104195" x="4629150" y="4152900"/>
          <p14:tracePt t="104215" x="4635500" y="4152900"/>
          <p14:tracePt t="104244" x="4641850" y="4152900"/>
          <p14:tracePt t="104265" x="4648200" y="4152900"/>
          <p14:tracePt t="104293" x="4654550" y="4152900"/>
          <p14:tracePt t="104349" x="4660900" y="4152900"/>
          <p14:tracePt t="104384" x="4673600" y="4152900"/>
          <p14:tracePt t="104433" x="4679950" y="4152900"/>
          <p14:tracePt t="104454" x="4686300" y="4152900"/>
          <p14:tracePt t="104475" x="4692650" y="4152900"/>
          <p14:tracePt t="104524" x="4699000" y="4152900"/>
          <p14:tracePt t="104538" x="4705350" y="4152900"/>
          <p14:tracePt t="104561" x="4711700" y="4152900"/>
          <p14:tracePt t="104566" x="4718050" y="4152900"/>
          <p14:tracePt t="104575" x="4724400" y="4152900"/>
          <p14:tracePt t="104596" x="4730750" y="4152900"/>
          <p14:tracePt t="104615" x="4737100" y="4152900"/>
          <p14:tracePt t="104636" x="4749800" y="4152900"/>
          <p14:tracePt t="104645" x="4762500" y="4152900"/>
          <p14:tracePt t="104659" x="4781550" y="4152900"/>
          <p14:tracePt t="104676" x="4813300" y="4152900"/>
          <p14:tracePt t="104692" x="4914900" y="4152900"/>
          <p14:tracePt t="104709" x="5080000" y="4165600"/>
          <p14:tracePt t="104727" x="5181600" y="4165600"/>
          <p14:tracePt t="104742" x="5422900" y="4165600"/>
          <p14:tracePt t="104759" x="5664200" y="4178300"/>
          <p14:tracePt t="104775" x="5778500" y="4178300"/>
          <p14:tracePt t="104792" x="6013450" y="4178300"/>
          <p14:tracePt t="104809" x="6115050" y="4178300"/>
          <p14:tracePt t="104826" x="6419850" y="4171950"/>
          <p14:tracePt t="104842" x="6508750" y="4171950"/>
          <p14:tracePt t="104858" x="6635750" y="4171950"/>
          <p14:tracePt t="104875" x="6743700" y="4171950"/>
          <p14:tracePt t="104891" x="6794500" y="4171950"/>
          <p14:tracePt t="104908" x="6845300" y="4159250"/>
          <p14:tracePt t="104925" x="6927850" y="4152900"/>
          <p14:tracePt t="104942" x="6946900" y="4152900"/>
          <p14:tracePt t="104959" x="6997700" y="4152900"/>
          <p14:tracePt t="104974" x="7023100" y="4165600"/>
          <p14:tracePt t="104991" x="7067550" y="4165600"/>
          <p14:tracePt t="105008" x="7099300" y="4165600"/>
          <p14:tracePt t="105025" x="7112000" y="4171950"/>
          <p14:tracePt t="105041" x="7124700" y="4171950"/>
          <p14:tracePt t="105058" x="7137400" y="4171950"/>
          <p14:tracePt t="105091" x="7143750" y="4171950"/>
          <p14:tracePt t="105120" x="7150100" y="4165600"/>
          <p14:tracePt t="105169" x="7150100" y="4159250"/>
          <p14:tracePt t="105260" x="7150100" y="4152900"/>
          <p14:tracePt t="105338" x="7143750" y="4152900"/>
          <p14:tracePt t="105380" x="7137400" y="4152900"/>
          <p14:tracePt t="105450" x="7131050" y="4152900"/>
          <p14:tracePt t="105569" x="7131050" y="4146550"/>
          <p14:tracePt t="106151" x="7124700" y="4146550"/>
          <p14:tracePt t="106158" x="7118350" y="4146550"/>
          <p14:tracePt t="106187" x="7112000" y="4140200"/>
          <p14:tracePt t="106208" x="7105650" y="4140200"/>
          <p14:tracePt t="106222" x="7099300" y="4140200"/>
          <p14:tracePt t="106228" x="7092950" y="4140200"/>
          <p14:tracePt t="106250" x="7080250" y="4140200"/>
          <p14:tracePt t="106257" x="7067550" y="4140200"/>
          <p14:tracePt t="106273" x="7048500" y="4140200"/>
          <p14:tracePt t="106287" x="7023100" y="4140200"/>
          <p14:tracePt t="106303" x="6946900" y="4146550"/>
          <p14:tracePt t="106320" x="6826250" y="4165600"/>
          <p14:tracePt t="106336" x="6762750" y="4171950"/>
          <p14:tracePt t="106353" x="6565900" y="4203700"/>
          <p14:tracePt t="106370" x="6337300" y="4222750"/>
          <p14:tracePt t="106386" x="6223000" y="4222750"/>
          <p14:tracePt t="106403" x="5930900" y="4248150"/>
          <p14:tracePt t="106419" x="5607050" y="4260850"/>
          <p14:tracePt t="106436" x="5448300" y="4260850"/>
          <p14:tracePt t="106453" x="5130800" y="4273550"/>
          <p14:tracePt t="106469" x="4876800" y="4279900"/>
          <p14:tracePt t="106486" x="4775200" y="4279900"/>
          <p14:tracePt t="106503" x="4610100" y="4279900"/>
          <p14:tracePt t="106519" x="4552950" y="4267200"/>
          <p14:tracePt t="106536" x="4495800" y="4267200"/>
          <p14:tracePt t="106552" x="4470400" y="4267200"/>
          <p14:tracePt t="106569" x="4457700" y="4267200"/>
          <p14:tracePt t="106586" x="4451350" y="4267200"/>
          <p14:tracePt t="106602" x="4445000" y="4267200"/>
          <p14:tracePt t="106769" x="4445000" y="4260850"/>
          <p14:tracePt t="106818" x="4438650" y="4260850"/>
          <p14:tracePt t="106832" x="4432300" y="4260850"/>
          <p14:tracePt t="106838" x="4425950" y="4260850"/>
          <p14:tracePt t="106854" x="4425950" y="4254500"/>
          <p14:tracePt t="106868" x="4419600" y="4254500"/>
          <p14:tracePt t="106884" x="4406900" y="4254500"/>
          <p14:tracePt t="106902" x="4406900" y="4248150"/>
          <p14:tracePt t="106918" x="4400550" y="4241800"/>
          <p14:tracePt t="106935" x="4387850" y="4235450"/>
          <p14:tracePt t="106951" x="4368800" y="4222750"/>
          <p14:tracePt t="106968" x="4356100" y="4216400"/>
          <p14:tracePt t="106985" x="4324350" y="4191000"/>
          <p14:tracePt t="107001" x="4286250" y="4152900"/>
          <p14:tracePt t="107017" x="4267200" y="4140200"/>
          <p14:tracePt t="107035" x="4229100" y="4095750"/>
          <p14:tracePt t="107051" x="4210050" y="4076700"/>
          <p14:tracePt t="107067" x="4184650" y="4051300"/>
          <p14:tracePt t="107084" x="4146550" y="4000500"/>
          <p14:tracePt t="107100" x="4133850" y="3981450"/>
          <p14:tracePt t="107117" x="4127500" y="3956050"/>
          <p14:tracePt t="107134" x="4108450" y="3917950"/>
          <p14:tracePt t="107150" x="4089400" y="3905250"/>
          <p14:tracePt t="107168" x="4089400" y="3892550"/>
          <p14:tracePt t="107171" x="4089400" y="3867150"/>
          <p14:tracePt t="107196" x="4089400" y="3854450"/>
          <p14:tracePt t="107211" x="4089400" y="3848100"/>
          <p14:tracePt t="107252" x="4089400" y="3841750"/>
          <p14:tracePt t="107281" x="4089400" y="3848100"/>
          <p14:tracePt t="107301" x="4089400" y="3854450"/>
          <p14:tracePt t="107315" x="4095750" y="3860800"/>
          <p14:tracePt t="107336" x="4095750" y="3867150"/>
          <p14:tracePt t="107351" x="4095750" y="3873500"/>
          <p14:tracePt t="107364" x="4095750" y="3879850"/>
          <p14:tracePt t="107372" x="4095750" y="3892550"/>
          <p14:tracePt t="107383" x="4095750" y="3898900"/>
          <p14:tracePt t="107400" x="4102100" y="3924300"/>
          <p14:tracePt t="107416" x="4114800" y="3987800"/>
          <p14:tracePt t="107432" x="4114800" y="4006850"/>
          <p14:tracePt t="107449" x="4127500" y="4076700"/>
          <p14:tracePt t="107466" x="4133850" y="4140200"/>
          <p14:tracePt t="107483" x="4133850" y="4171950"/>
          <p14:tracePt t="107499" x="4140200" y="4210050"/>
          <p14:tracePt t="107516" x="4140200" y="4241800"/>
          <p14:tracePt t="107533" x="4140200" y="4260850"/>
          <p14:tracePt t="107549" x="4140200" y="4267200"/>
          <p14:tracePt t="107565" x="4146550" y="4273550"/>
          <p14:tracePt t="107603" x="4146550" y="4279900"/>
          <p14:tracePt t="107715" x="4152900" y="4279900"/>
          <p14:tracePt t="107765" x="4159250" y="4279900"/>
          <p14:tracePt t="107799" x="4165600" y="4273550"/>
          <p14:tracePt t="107835" x="4171950" y="4273550"/>
          <p14:tracePt t="107841" x="4171950" y="4267200"/>
          <p14:tracePt t="107869" x="4178300" y="4267200"/>
          <p14:tracePt t="107905" x="4184650" y="4267200"/>
          <p14:tracePt t="107933" x="4191000" y="4260850"/>
          <p14:tracePt t="107940" x="4197350" y="4260850"/>
          <p14:tracePt t="107961" x="4203700" y="4260850"/>
          <p14:tracePt t="107975" x="4216400" y="4254500"/>
          <p14:tracePt t="107984" x="4229100" y="4254500"/>
          <p14:tracePt t="107998" x="4248150" y="4248150"/>
          <p14:tracePt t="108014" x="4305300" y="4241800"/>
          <p14:tracePt t="108031" x="4400550" y="4222750"/>
          <p14:tracePt t="108047" x="4438650" y="4216400"/>
          <p14:tracePt t="108064" x="4495800" y="4210050"/>
          <p14:tracePt t="108081" x="4641850" y="4184650"/>
          <p14:tracePt t="108097" x="4686300" y="4171950"/>
          <p14:tracePt t="108114" x="4724400" y="4165600"/>
          <p14:tracePt t="108131" x="4775200" y="4165600"/>
          <p14:tracePt t="108147" x="4813300" y="4159250"/>
          <p14:tracePt t="108164" x="4851400" y="4152900"/>
          <p14:tracePt t="108180" x="4864100" y="4152900"/>
          <p14:tracePt t="108197" x="4883150" y="4152900"/>
          <p14:tracePt t="108214" x="4895850" y="4152900"/>
          <p14:tracePt t="108230" x="4908550" y="4152900"/>
          <p14:tracePt t="108248" x="4921250" y="4159250"/>
          <p14:tracePt t="108263" x="4933950" y="4159250"/>
          <p14:tracePt t="108280" x="4940300" y="4159250"/>
          <p14:tracePt t="108297" x="4965700" y="4159250"/>
          <p14:tracePt t="108313" x="4997450" y="4165600"/>
          <p14:tracePt t="108330" x="5016500" y="4165600"/>
          <p14:tracePt t="108347" x="5086350" y="4171950"/>
          <p14:tracePt t="108363" x="5156200" y="4171950"/>
          <p14:tracePt t="108380" x="5207000" y="4171950"/>
          <p14:tracePt t="108396" x="5295900" y="4178300"/>
          <p14:tracePt t="108413" x="5334000" y="4178300"/>
          <p14:tracePt t="108430" x="5403850" y="4178300"/>
          <p14:tracePt t="108446" x="5473700" y="4178300"/>
          <p14:tracePt t="108463" x="5492750" y="4178300"/>
          <p14:tracePt t="108480" x="5537200" y="4178300"/>
          <p14:tracePt t="108496" x="5562600" y="4178300"/>
          <p14:tracePt t="108512" x="5581650" y="4178300"/>
          <p14:tracePt t="108529" x="5607050" y="4178300"/>
          <p14:tracePt t="108546" x="5619750" y="4178300"/>
          <p14:tracePt t="108562" x="5632450" y="4178300"/>
          <p14:tracePt t="108579" x="5657850" y="4178300"/>
          <p14:tracePt t="108595" x="5664200" y="4178300"/>
          <p14:tracePt t="108613" x="5683250" y="4178300"/>
          <p14:tracePt t="108628" x="5689600" y="4178300"/>
          <p14:tracePt t="108645" x="5695950" y="4178300"/>
          <p14:tracePt t="108679" x="5702300" y="4178300"/>
          <p14:tracePt t="108936" x="5702300" y="4171950"/>
          <p14:tracePt t="108971" x="5695950" y="4171950"/>
          <p14:tracePt t="108999" x="5689600" y="4171950"/>
          <p14:tracePt t="109005" x="5689600" y="4165600"/>
          <p14:tracePt t="109020" x="5683250" y="4165600"/>
          <p14:tracePt t="109048" x="5676900" y="4159250"/>
          <p14:tracePt t="109055" x="5670550" y="4159250"/>
          <p14:tracePt t="109069" x="5664200" y="4159250"/>
          <p14:tracePt t="109078" x="5651500" y="4159250"/>
          <p14:tracePt t="109094" x="5638800" y="4159250"/>
          <p14:tracePt t="109111" x="5588000" y="4152900"/>
          <p14:tracePt t="109127" x="5499100" y="4152900"/>
          <p14:tracePt t="109143" x="5435600" y="4152900"/>
          <p14:tracePt t="109160" x="5283200" y="4152900"/>
          <p14:tracePt t="109177" x="5067300" y="4152900"/>
          <p14:tracePt t="109193" x="4953000" y="4159250"/>
          <p14:tracePt t="109197" x="4838700" y="4159250"/>
          <p14:tracePt t="109210" x="4718050" y="4159250"/>
          <p14:tracePt t="109226" x="4451350" y="4159250"/>
          <p14:tracePt t="109243" x="4324350" y="4165600"/>
          <p14:tracePt t="109259" x="4032250" y="4165600"/>
          <p14:tracePt t="109276" x="3790950" y="4165600"/>
          <p14:tracePt t="109294" x="3613150" y="4165600"/>
          <p14:tracePt t="109309" x="3536950" y="4165600"/>
          <p14:tracePt t="109326" x="3498850" y="4178300"/>
          <p14:tracePt t="109343" x="3397250" y="4184650"/>
          <p14:tracePt t="109359" x="3384550" y="4184650"/>
          <p14:tracePt t="109376" x="3378200" y="4191000"/>
          <p14:tracePt t="109393" x="3371850" y="4191000"/>
          <p14:tracePt t="109412" x="3365500" y="4191000"/>
          <p14:tracePt t="109497" x="3365500" y="4197350"/>
          <p14:tracePt t="109504" x="3365500" y="4203700"/>
          <p14:tracePt t="109526" x="3365500" y="4210050"/>
          <p14:tracePt t="109553" x="3371850" y="4216400"/>
          <p14:tracePt t="109567" x="3371850" y="4222750"/>
          <p14:tracePt t="109588" x="3371850" y="4229100"/>
          <p14:tracePt t="109595" x="3378200" y="4229100"/>
          <p14:tracePt t="109616" x="3378200" y="4235450"/>
          <p14:tracePt t="109644" x="3378200" y="4248150"/>
          <p14:tracePt t="109665" x="3384550" y="4254500"/>
          <p14:tracePt t="109679" x="3384550" y="4260850"/>
          <p14:tracePt t="109687" x="3384550" y="4267200"/>
          <p14:tracePt t="109695" x="3390900" y="4267200"/>
          <p14:tracePt t="109709" x="3390900" y="4279900"/>
          <p14:tracePt t="109725" x="3397250" y="4292600"/>
          <p14:tracePt t="109742" x="3409950" y="4330700"/>
          <p14:tracePt t="109758" x="3422650" y="4381500"/>
          <p14:tracePt t="109774" x="3429000" y="4406900"/>
          <p14:tracePt t="109792" x="3460750" y="4457700"/>
          <p14:tracePt t="109808" x="3473450" y="4508500"/>
          <p14:tracePt t="109824" x="3486150" y="4540250"/>
          <p14:tracePt t="109841" x="3511550" y="4591050"/>
          <p14:tracePt t="109858" x="3530600" y="4629150"/>
          <p14:tracePt t="109875" x="3536950" y="4641850"/>
          <p14:tracePt t="109891" x="3556000" y="4667250"/>
          <p14:tracePt t="109907" x="3575050" y="4686300"/>
          <p14:tracePt t="109925" x="3587750" y="4699000"/>
          <p14:tracePt t="109941" x="3594100" y="4705350"/>
          <p14:tracePt t="109957" x="3600450" y="4711700"/>
          <p14:tracePt t="109974" x="3625850" y="4724400"/>
          <p14:tracePt t="109990" x="3638550" y="4730750"/>
          <p14:tracePt t="110007" x="3644900" y="4730750"/>
          <p14:tracePt t="110024" x="3651250" y="4737100"/>
          <p14:tracePt t="110040" x="3663950" y="4737100"/>
          <p14:tracePt t="110057" x="3676650" y="4737100"/>
          <p14:tracePt t="110073" x="3689350" y="4737100"/>
          <p14:tracePt t="110090" x="3708400" y="4737100"/>
          <p14:tracePt t="110108" x="3721100" y="4737100"/>
          <p14:tracePt t="110123" x="3733800" y="4730750"/>
          <p14:tracePt t="110140" x="3759200" y="4718050"/>
          <p14:tracePt t="110157" x="3803650" y="4692650"/>
          <p14:tracePt t="110173" x="3822700" y="4686300"/>
          <p14:tracePt t="110190" x="3860800" y="4667250"/>
          <p14:tracePt t="110207" x="3892550" y="4648200"/>
          <p14:tracePt t="110223" x="3905250" y="4641850"/>
          <p14:tracePt t="110240" x="3924300" y="4629150"/>
          <p14:tracePt t="110256" x="3930650" y="4622800"/>
          <p14:tracePt t="110273" x="3937000" y="4622800"/>
          <p14:tracePt t="110338" x="3943350" y="4616450"/>
          <p14:tracePt t="110345" x="3949700" y="4616450"/>
          <p14:tracePt t="110381" x="3956050" y="4616450"/>
          <p14:tracePt t="110416" x="3968750" y="4616450"/>
          <p14:tracePt t="110436" x="3975100" y="4616450"/>
          <p14:tracePt t="110457" x="3981450" y="4616450"/>
          <p14:tracePt t="110507" x="3987800" y="4616450"/>
          <p14:tracePt t="110520" x="3994150" y="4616450"/>
          <p14:tracePt t="110527" x="4000500" y="4616450"/>
          <p14:tracePt t="110538" x="4006850" y="4616450"/>
          <p14:tracePt t="110556" x="4025900" y="4616450"/>
          <p14:tracePt t="110572" x="4044950" y="4616450"/>
          <p14:tracePt t="110588" x="4070350" y="4616450"/>
          <p14:tracePt t="110605" x="4165600" y="4616450"/>
          <p14:tracePt t="110622" x="4197350" y="4616450"/>
          <p14:tracePt t="110638" x="4235450" y="4616450"/>
          <p14:tracePt t="110655" x="4311650" y="4629150"/>
          <p14:tracePt t="110671" x="4381500" y="4635500"/>
          <p14:tracePt t="110689" x="4432300" y="4635500"/>
          <p14:tracePt t="110705" x="4457700" y="4635500"/>
          <p14:tracePt t="110721" x="4489450" y="4635500"/>
          <p14:tracePt t="110738" x="4508500" y="4635500"/>
          <p14:tracePt t="110754" x="4514850" y="4635500"/>
          <p14:tracePt t="110771" x="4527550" y="4635500"/>
          <p14:tracePt t="110808" x="4533900" y="4635500"/>
          <p14:tracePt t="110851" x="4540250" y="4635500"/>
          <p14:tracePt t="111152" x="4533900" y="4635500"/>
          <p14:tracePt t="111180" x="4527550" y="4635500"/>
          <p14:tracePt t="111188" x="4521200" y="4635500"/>
          <p14:tracePt t="111201" x="4514850" y="4635500"/>
          <p14:tracePt t="111222" x="4508500" y="4635500"/>
          <p14:tracePt t="111229" x="4502150" y="4635500"/>
          <p14:tracePt t="111238" x="4495800" y="4635500"/>
          <p14:tracePt t="111257" x="4483100" y="4635500"/>
          <p14:tracePt t="111273" x="4470400" y="4635500"/>
          <p14:tracePt t="111285" x="4451350" y="4635500"/>
          <p14:tracePt t="111303" x="4394200" y="4641850"/>
          <p14:tracePt t="111320" x="4349750" y="4648200"/>
          <p14:tracePt t="111336" x="4267200" y="4667250"/>
          <p14:tracePt t="111352" x="4191000" y="4673600"/>
          <p14:tracePt t="111370" x="4108450" y="4692650"/>
          <p14:tracePt t="111386" x="4076700" y="4699000"/>
          <p14:tracePt t="111402" x="4044950" y="4711700"/>
          <p14:tracePt t="111419" x="4019550" y="4724400"/>
          <p14:tracePt t="111436" x="4013200" y="4724400"/>
          <p14:tracePt t="111452" x="4006850" y="4730750"/>
          <p14:tracePt t="111469" x="4006850" y="4737100"/>
          <p14:tracePt t="111502" x="4006850" y="4743450"/>
          <p14:tracePt t="111518" x="4013200" y="4743450"/>
          <p14:tracePt t="111559" x="4019550" y="4743450"/>
          <p14:tracePt t="111580" x="4025900" y="4743450"/>
          <p14:tracePt t="111587" x="4032250" y="4743450"/>
          <p14:tracePt t="111629" x="4032250" y="4737100"/>
          <p14:tracePt t="111643" x="4032250" y="4730750"/>
          <p14:tracePt t="111649" x="4032250" y="4724400"/>
          <p14:tracePt t="111699" x="4032250" y="4718050"/>
          <p14:tracePt t="111713" x="4032250" y="4711700"/>
          <p14:tracePt t="111727" x="4032250" y="4705350"/>
          <p14:tracePt t="111748" x="4032250" y="4699000"/>
          <p14:tracePt t="111769" x="4032250" y="4692650"/>
          <p14:tracePt t="111790" x="4025900" y="4686300"/>
          <p14:tracePt t="111818" x="4019550" y="4686300"/>
          <p14:tracePt t="111852" x="4019550" y="4679950"/>
          <p14:tracePt t="111868" x="4019550" y="4673600"/>
          <p14:tracePt t="111888" x="4013200" y="4673600"/>
          <p14:tracePt t="111910" x="4013200" y="4667250"/>
          <p14:tracePt t="111931" x="4006850" y="4660900"/>
          <p14:tracePt t="112148" x="4013200" y="4660900"/>
          <p14:tracePt t="112211" x="4019550" y="4660900"/>
          <p14:tracePt t="112232" x="4025900" y="4667250"/>
          <p14:tracePt t="112239" x="4032250" y="4667250"/>
          <p14:tracePt t="112253" x="4038600" y="4667250"/>
          <p14:tracePt t="112266" x="4044950" y="4667250"/>
          <p14:tracePt t="112283" x="4051300" y="4673600"/>
          <p14:tracePt t="112299" x="4057650" y="4673600"/>
          <p14:tracePt t="112316" x="4108450" y="4673600"/>
          <p14:tracePt t="112332" x="4210050" y="4679950"/>
          <p14:tracePt t="112349" x="4273550" y="4679950"/>
          <p14:tracePt t="112366" x="4464050" y="4679950"/>
          <p14:tracePt t="112382" x="4578350" y="4673600"/>
          <p14:tracePt t="112399" x="4819650" y="4667250"/>
          <p14:tracePt t="112416" x="5086350" y="4654550"/>
          <p14:tracePt t="112432" x="5213350" y="4641850"/>
          <p14:tracePt t="112449" x="5518150" y="4610100"/>
          <p14:tracePt t="112465" x="5588000" y="4603750"/>
          <p14:tracePt t="112482" x="5651500" y="4597400"/>
          <p14:tracePt t="112499" x="5797550" y="4584700"/>
          <p14:tracePt t="112515" x="5835650" y="4584700"/>
          <p14:tracePt t="112532" x="5886450" y="4584700"/>
          <p14:tracePt t="112549" x="5969000" y="4578350"/>
          <p14:tracePt t="112565" x="6076950" y="4578350"/>
          <p14:tracePt t="112582" x="6140450" y="4578350"/>
          <p14:tracePt t="112598" x="6261100" y="4597400"/>
          <p14:tracePt t="112615" x="6394450" y="4622800"/>
          <p14:tracePt t="112632" x="6521450" y="4622800"/>
          <p14:tracePt t="112648" x="6572250" y="4622800"/>
          <p14:tracePt t="112665" x="6667500" y="4622800"/>
          <p14:tracePt t="112681" x="6756400" y="4635500"/>
          <p14:tracePt t="112698" x="6788150" y="4635500"/>
          <p14:tracePt t="112701" x="6826250" y="4641850"/>
          <p14:tracePt t="112731" x="6927850" y="4654550"/>
          <p14:tracePt t="112748" x="6953250" y="4667250"/>
          <p14:tracePt t="112765" x="6985000" y="4673600"/>
          <p14:tracePt t="112781" x="7016750" y="4673600"/>
          <p14:tracePt t="112798" x="7054850" y="4673600"/>
          <p14:tracePt t="112815" x="7099300" y="4679950"/>
          <p14:tracePt t="112831" x="7112000" y="4679950"/>
          <p14:tracePt t="112847" x="7124700" y="4679950"/>
          <p14:tracePt t="112864" x="7150100" y="4673600"/>
          <p14:tracePt t="112913" x="7150100" y="4679950"/>
          <p14:tracePt t="112920" x="7150100" y="4686300"/>
          <p14:tracePt t="112934" x="7143750" y="4692650"/>
          <p14:tracePt t="113225" x="7207250" y="4686300"/>
          <p14:tracePt t="113232" x="7296150" y="4673600"/>
          <p14:tracePt t="113249" x="7385050" y="4654550"/>
          <p14:tracePt t="113262" x="7543800" y="4622800"/>
          <p14:tracePt t="113279" x="7607300" y="4616450"/>
          <p14:tracePt t="113296" x="7753350" y="4603750"/>
          <p14:tracePt t="113312" x="7804150" y="4603750"/>
          <p14:tracePt t="113329" x="7886700" y="4603750"/>
          <p14:tracePt t="113345" x="7931150" y="4603750"/>
          <p14:tracePt t="113362" x="7962900" y="4603750"/>
          <p14:tracePt t="113379" x="8001000" y="4603750"/>
          <p14:tracePt t="113395" x="8032750" y="4603750"/>
          <p14:tracePt t="113412" x="8045450" y="4603750"/>
          <p14:tracePt t="113429" x="8070850" y="4610100"/>
          <p14:tracePt t="113445" x="8089900" y="4616450"/>
          <p14:tracePt t="113462" x="8096250" y="4616450"/>
          <p14:tracePt t="113478" x="8115300" y="4622800"/>
          <p14:tracePt t="113534" x="8115300" y="4629150"/>
          <p14:tracePt t="113674" x="8121650" y="4635500"/>
          <p14:tracePt t="113696" x="8128000" y="4635500"/>
          <p14:tracePt t="113702" x="8134350" y="4635500"/>
          <p14:tracePt t="113716" x="8140700" y="4641850"/>
          <p14:tracePt t="113727" x="8147050" y="4641850"/>
          <p14:tracePt t="113744" x="8153400" y="4648200"/>
          <p14:tracePt t="113765" x="8159750" y="4648200"/>
          <p14:tracePt t="113777" x="8166100" y="4648200"/>
          <p14:tracePt t="113794" x="8172450" y="4648200"/>
          <p14:tracePt t="113811" x="8178800" y="4648200"/>
          <p14:tracePt t="113828" x="8185150" y="4654550"/>
          <p14:tracePt t="113844" x="8191500" y="4654550"/>
          <p14:tracePt t="113877" x="8197850" y="4654550"/>
          <p14:tracePt t="113894" x="8210550" y="4654550"/>
          <p14:tracePt t="113927" x="8216900" y="4654550"/>
          <p14:tracePt t="113948" x="8223250" y="4654550"/>
          <p14:tracePt t="114018" x="8229600" y="4654550"/>
          <p14:tracePt t="114032" x="8235950" y="4654550"/>
          <p14:tracePt t="114046" x="8242300" y="4654550"/>
          <p14:tracePt t="114137" x="8248650" y="4654550"/>
          <p14:tracePt t="114558" x="8242300" y="4654550"/>
          <p14:tracePt t="114592" x="8235950" y="4654550"/>
          <p14:tracePt t="114613" x="8229600" y="4654550"/>
          <p14:tracePt t="114635" x="8223250" y="4654550"/>
          <p14:tracePt t="114649" x="8216900" y="4654550"/>
          <p14:tracePt t="114656" x="8210550" y="4654550"/>
          <p14:tracePt t="114663" x="8204200" y="4654550"/>
          <p14:tracePt t="114678" x="8197850" y="4654550"/>
          <p14:tracePt t="114691" x="8185150" y="4654550"/>
          <p14:tracePt t="114708" x="8153400" y="4660900"/>
          <p14:tracePt t="114724" x="8128000" y="4673600"/>
          <p14:tracePt t="114741" x="8032750" y="4679950"/>
          <p14:tracePt t="114758" x="7899400" y="4711700"/>
          <p14:tracePt t="114774" x="7823200" y="4718050"/>
          <p14:tracePt t="114791" x="7632700" y="4737100"/>
          <p14:tracePt t="114807" x="7429500" y="4749800"/>
          <p14:tracePt t="114825" x="7219950" y="4768850"/>
          <p14:tracePt t="114841" x="7118350" y="4768850"/>
          <p14:tracePt t="114857" x="7004050" y="4781550"/>
          <p14:tracePt t="114874" x="6737350" y="4781550"/>
          <p14:tracePt t="114890" x="6661150" y="4787900"/>
          <p14:tracePt t="114907" x="6584950" y="4787900"/>
          <p14:tracePt t="114923" x="6457950" y="4800600"/>
          <p14:tracePt t="114941" x="6324600" y="4819650"/>
          <p14:tracePt t="114958" x="6273800" y="4819650"/>
          <p14:tracePt t="114973" x="6165850" y="4845050"/>
          <p14:tracePt t="114990" x="6083300" y="4857750"/>
          <p14:tracePt t="115007" x="6013450" y="4876800"/>
          <p14:tracePt t="115023" x="5969000" y="4883150"/>
          <p14:tracePt t="115040" x="5873750" y="4921250"/>
          <p14:tracePt t="115057" x="5734050" y="5029200"/>
          <p14:tracePt t="115073" x="5664200" y="5060950"/>
          <p14:tracePt t="115089" x="5638800" y="5105400"/>
          <p14:tracePt t="116426" x="5524500" y="5022850"/>
          <p14:tracePt t="116433" x="5295900" y="4870450"/>
          <p14:tracePt t="116440" x="4914900" y="4648200"/>
          <p14:tracePt t="116455" x="4508500" y="4451350"/>
          <p14:tracePt t="116468" x="3492500" y="3879850"/>
          <p14:tracePt t="116485" x="2984500" y="3587750"/>
          <p14:tracePt t="116501" x="2400300" y="3289300"/>
          <p14:tracePt t="116518" x="1339850" y="2755900"/>
          <p14:tracePt t="116535" x="812800" y="2482850"/>
          <p14:tracePt t="119963" x="4787900" y="3759200"/>
          <p14:tracePt t="119978" x="4775200" y="3765550"/>
          <p14:tracePt t="119987" x="4768850" y="3778250"/>
          <p14:tracePt t="120001" x="4749800" y="3797300"/>
          <p14:tracePt t="120018" x="4718050" y="3835400"/>
          <p14:tracePt t="120035" x="4641850" y="3911600"/>
          <p14:tracePt t="120051" x="4584700" y="3968750"/>
          <p14:tracePt t="120055" x="4552950" y="4006850"/>
          <p14:tracePt t="120068" x="4470400" y="4076700"/>
          <p14:tracePt t="120085" x="4394200" y="4146550"/>
          <p14:tracePt t="120101" x="4311650" y="4197350"/>
          <p14:tracePt t="120118" x="4171950" y="4279900"/>
          <p14:tracePt t="120134" x="4057650" y="4349750"/>
          <p14:tracePt t="120151" x="3962400" y="4413250"/>
          <p14:tracePt t="120168" x="3848100" y="4470400"/>
          <p14:tracePt t="120184" x="3784600" y="4502150"/>
          <p14:tracePt t="120201" x="3721100" y="4540250"/>
          <p14:tracePt t="120217" x="3657600" y="4572000"/>
          <p14:tracePt t="120234" x="3613150" y="4584700"/>
          <p14:tracePt t="120251" x="3562350" y="4610100"/>
          <p14:tracePt t="120267" x="3536950" y="4622800"/>
          <p14:tracePt t="120284" x="3505200" y="4648200"/>
          <p14:tracePt t="120302" x="3454400" y="4686300"/>
          <p14:tracePt t="120317" x="3422650" y="4705350"/>
          <p14:tracePt t="120334" x="3384550" y="4737100"/>
          <p14:tracePt t="120350" x="3333750" y="4775200"/>
          <p14:tracePt t="120367" x="3302000" y="4806950"/>
          <p14:tracePt t="120384" x="3257550" y="4838700"/>
          <p14:tracePt t="120400" x="3225800" y="4876800"/>
          <p14:tracePt t="120416" x="3213100" y="4883150"/>
          <p14:tracePt t="120434" x="3168650" y="4921250"/>
          <p14:tracePt t="120450" x="3143250" y="4946650"/>
          <p14:tracePt t="120466" x="3117850" y="4965700"/>
          <p14:tracePt t="120483" x="3073400" y="5010150"/>
          <p14:tracePt t="120500" x="3048000" y="5041900"/>
          <p14:tracePt t="120517" x="3009900" y="5080000"/>
          <p14:tracePt t="120532" x="2984500" y="5130800"/>
          <p14:tracePt t="120549" x="2959100" y="5168900"/>
          <p14:tracePt t="120567" x="2927350" y="5226050"/>
          <p14:tracePt t="120582" x="2914650" y="5257800"/>
          <p14:tracePt t="120599" x="2895600" y="5283200"/>
          <p14:tracePt t="120616" x="2882900" y="5308600"/>
          <p14:tracePt t="120632" x="2882900" y="5314950"/>
          <p14:tracePt t="120649" x="2882900" y="5321300"/>
          <p14:tracePt t="120685" x="2889250" y="5334000"/>
          <p14:tracePt t="120699" x="2895600" y="5340350"/>
          <p14:tracePt t="123281" x="2889250" y="5340350"/>
          <p14:tracePt t="123288" x="2882900" y="5346700"/>
          <p14:tracePt t="123296" x="2863850" y="5359400"/>
          <p14:tracePt t="123306" x="2851150" y="5365750"/>
          <p14:tracePt t="123324" x="2800350" y="5391150"/>
          <p14:tracePt t="123340" x="2755900" y="5416550"/>
          <p14:tracePt t="123357" x="2711450" y="5441950"/>
          <p14:tracePt t="123373" x="2654300" y="5480050"/>
          <p14:tracePt t="123390" x="2622550" y="5486400"/>
          <p14:tracePt t="123406" x="2590800" y="5492750"/>
          <p14:tracePt t="123423" x="2533650" y="5505450"/>
          <p14:tracePt t="123440" x="2501900" y="5511800"/>
          <p14:tracePt t="123458" x="2457450" y="5511800"/>
          <p14:tracePt t="123473" x="2419350" y="5511800"/>
          <p14:tracePt t="123489" x="2387600" y="5511800"/>
          <p14:tracePt t="123506" x="2349500" y="5511800"/>
          <p14:tracePt t="123522" x="2298700" y="5511800"/>
          <p14:tracePt t="123539" x="2260600" y="5511800"/>
          <p14:tracePt t="123556" x="2184400" y="5499100"/>
          <p14:tracePt t="123572" x="2139950" y="5480050"/>
          <p14:tracePt t="123590" x="2057400" y="5467350"/>
          <p14:tracePt t="123606" x="2019300" y="5461000"/>
          <p14:tracePt t="123622" x="1981200" y="5454650"/>
          <p14:tracePt t="123639" x="1943100" y="5448300"/>
          <p14:tracePt t="123655" x="1930400" y="5441950"/>
          <p14:tracePt t="123672" x="1917700" y="5435600"/>
          <p14:tracePt t="123723" x="1911350" y="5429250"/>
          <p14:tracePt t="123751" x="1905000" y="5429250"/>
          <p14:tracePt t="123786" x="1898650" y="5429250"/>
          <p14:tracePt t="123821" x="1892300" y="5429250"/>
          <p14:tracePt t="123828" x="1892300" y="5422900"/>
          <p14:tracePt t="123850" x="1885950" y="5422900"/>
          <p14:tracePt t="123878" x="1879600" y="5422900"/>
          <p14:tracePt t="123920" x="1873250" y="5422900"/>
          <p14:tracePt t="123962" x="1866900" y="5422900"/>
          <p14:tracePt t="124172" x="1873250" y="5422900"/>
          <p14:tracePt t="124179" x="1879600" y="5422900"/>
          <p14:tracePt t="124207" x="1879600" y="5429250"/>
          <p14:tracePt t="124263" x="1885950" y="5435600"/>
          <p14:tracePt t="124418" x="1885950" y="5441950"/>
          <p14:tracePt t="124473" x="1879600" y="5441950"/>
          <p14:tracePt t="124480" x="1879600" y="5448300"/>
          <p14:tracePt t="124489" x="1873250" y="5448300"/>
          <p14:tracePt t="124503" x="1866900" y="5448300"/>
          <p14:tracePt t="124519" x="1860550" y="5448300"/>
          <p14:tracePt t="124536" x="1854200" y="5454650"/>
          <p14:tracePt t="124552" x="1841500" y="5461000"/>
          <p14:tracePt t="124568" x="1835150" y="5461000"/>
          <p14:tracePt t="124586" x="1822450" y="5467350"/>
          <p14:tracePt t="124602" x="1816100" y="5467350"/>
          <p14:tracePt t="124635" x="1803400" y="5480050"/>
          <p14:tracePt t="124652" x="1797050" y="5480050"/>
          <p14:tracePt t="124668" x="1790700" y="5486400"/>
          <p14:tracePt t="124685" x="1784350" y="5492750"/>
          <p14:tracePt t="124702" x="1771650" y="5492750"/>
          <p14:tracePt t="124719" x="1752600" y="5499100"/>
          <p14:tracePt t="124735" x="1746250" y="5505450"/>
          <p14:tracePt t="124768" x="1739900" y="5511800"/>
          <p14:tracePt t="124803" x="1733550" y="5511800"/>
          <p14:tracePt t="124908" x="1733550" y="5505450"/>
          <p14:tracePt t="124950" x="1739900" y="5499100"/>
          <p14:tracePt t="124971" x="1746250" y="5499100"/>
          <p14:tracePt t="124992" x="1758950" y="5499100"/>
          <p14:tracePt t="124999" x="1765300" y="5499100"/>
          <p14:tracePt t="125006" x="1778000" y="5492750"/>
          <p14:tracePt t="125017" x="1790700" y="5492750"/>
          <p14:tracePt t="125034" x="1841500" y="5486400"/>
          <p14:tracePt t="125051" x="1892300" y="5480050"/>
          <p14:tracePt t="125067" x="1949450" y="5473700"/>
          <p14:tracePt t="125084" x="2070100" y="5467350"/>
          <p14:tracePt t="125100" x="2133600" y="5467350"/>
          <p14:tracePt t="125117" x="2190750" y="5467350"/>
          <p14:tracePt t="125120" x="2209800" y="5467350"/>
          <p14:tracePt t="125134" x="2247900" y="5467350"/>
          <p14:tracePt t="125150" x="2273300" y="5467350"/>
          <p14:tracePt t="125168" x="2298700" y="5467350"/>
          <p14:tracePt t="125183" x="2311400" y="5467350"/>
          <p14:tracePt t="125217" x="2317750" y="5467350"/>
          <p14:tracePt t="125252" x="2324100" y="5467350"/>
          <p14:tracePt t="125343" x="2330450" y="5467350"/>
          <p14:tracePt t="125413" x="2330450" y="5461000"/>
          <p14:tracePt t="125420" x="2336800" y="5461000"/>
          <p14:tracePt t="125441" x="2343150" y="5461000"/>
          <p14:tracePt t="125462" x="2349500" y="5461000"/>
          <p14:tracePt t="125504" x="2349500" y="5454650"/>
          <p14:tracePt t="125602" x="2343150" y="5454650"/>
          <p14:tracePt t="125616" x="2336800" y="5461000"/>
          <p14:tracePt t="125651" x="2330450" y="5461000"/>
          <p14:tracePt t="125667" x="2324100" y="5461000"/>
          <p14:tracePt t="125672" x="2324100" y="5467350"/>
          <p14:tracePt t="125686" x="2311400" y="5467350"/>
          <p14:tracePt t="125698" x="2305050" y="5467350"/>
          <p14:tracePt t="125715" x="2273300" y="5467350"/>
          <p14:tracePt t="125731" x="2235200" y="5467350"/>
          <p14:tracePt t="125748" x="2197100" y="5467350"/>
          <p14:tracePt t="125765" x="2127250" y="5467350"/>
          <p14:tracePt t="125781" x="2070100" y="5467350"/>
          <p14:tracePt t="125799" x="2019300" y="5461000"/>
          <p14:tracePt t="125814" x="1993900" y="5454650"/>
          <p14:tracePt t="125832" x="1974850" y="5454650"/>
          <p14:tracePt t="125848" x="1949450" y="5448300"/>
          <p14:tracePt t="125864" x="1943100" y="5448300"/>
          <p14:tracePt t="125898" x="1936750" y="5448300"/>
          <p14:tracePt t="125925" x="1930400" y="5448300"/>
          <p14:tracePt t="125960" x="1924050" y="5441950"/>
          <p14:tracePt t="125982" x="1917700" y="5441950"/>
          <p14:tracePt t="126002" x="1911350" y="5441950"/>
          <p14:tracePt t="126023" x="1905000" y="5441950"/>
          <p14:tracePt t="126031" x="1898650" y="5441950"/>
          <p14:tracePt t="126044" x="1892300" y="5441950"/>
          <p14:tracePt t="126051" x="1892300" y="5435600"/>
          <p14:tracePt t="126067" x="1885950" y="5435600"/>
          <p14:tracePt t="126086" x="1879600" y="5435600"/>
          <p14:tracePt t="126096" x="1873250" y="5435600"/>
          <p14:tracePt t="126142" x="1866900" y="5429250"/>
          <p14:tracePt t="126164" x="1860550" y="5429250"/>
          <p14:tracePt t="126170" x="1854200" y="5429250"/>
          <p14:tracePt t="126191" x="1847850" y="5429250"/>
          <p14:tracePt t="126213" x="1841500" y="5429250"/>
          <p14:tracePt t="126241" x="1835150" y="5429250"/>
          <p14:tracePt t="126304" x="1828800" y="5429250"/>
          <p14:tracePt t="126331" x="1816100" y="5429250"/>
          <p14:tracePt t="126367" x="1809750" y="5429250"/>
          <p14:tracePt t="126373" x="1803400" y="5435600"/>
          <p14:tracePt t="126395" x="1797050" y="5435600"/>
          <p14:tracePt t="126423" x="1784350" y="5441950"/>
          <p14:tracePt t="126451" x="1784350" y="5448300"/>
          <p14:tracePt t="126472" x="1778000" y="5448300"/>
          <p14:tracePt t="126493" x="1771650" y="5448300"/>
          <p14:tracePt t="126514" x="1765300" y="5448300"/>
          <p14:tracePt t="126562" x="1758950" y="5454650"/>
          <p14:tracePt t="126675" x="1765300" y="5454650"/>
          <p14:tracePt t="126703" x="1778000" y="5454650"/>
          <p14:tracePt t="126724" x="1784350" y="5454650"/>
          <p14:tracePt t="126731" x="1790700" y="5454650"/>
          <p14:tracePt t="126745" x="1809750" y="5454650"/>
          <p14:tracePt t="126762" x="1835150" y="5454650"/>
          <p14:tracePt t="126778" x="1873250" y="5461000"/>
          <p14:tracePt t="126795" x="1968500" y="5473700"/>
          <p14:tracePt t="126811" x="2063750" y="5486400"/>
          <p14:tracePt t="126828" x="2152650" y="5499100"/>
          <p14:tracePt t="126844" x="2279650" y="5511800"/>
          <p14:tracePt t="126861" x="2336800" y="5511800"/>
          <p14:tracePt t="126879" x="2406650" y="5511800"/>
          <p14:tracePt t="126895" x="2432050" y="5511800"/>
          <p14:tracePt t="126911" x="2451100" y="5505450"/>
          <p14:tracePt t="126928" x="2463800" y="5492750"/>
          <p14:tracePt t="126944" x="2470150" y="5492750"/>
          <p14:tracePt t="126998" x="2476500" y="5486400"/>
          <p14:tracePt t="127075" x="2470150" y="5480050"/>
          <p14:tracePt t="127138" x="2463800" y="5480050"/>
          <p14:tracePt t="127574" x="2470150" y="5480050"/>
          <p14:tracePt t="127581" x="2501900" y="5480050"/>
          <p14:tracePt t="127592" x="2527300" y="5473700"/>
          <p14:tracePt t="127609" x="2622550" y="5461000"/>
          <p14:tracePt t="127625" x="2730500" y="5454650"/>
          <p14:tracePt t="127641" x="2825750" y="5441950"/>
          <p14:tracePt t="127645" x="2857500" y="5429250"/>
          <p14:tracePt t="127659" x="2940050" y="5416550"/>
          <p14:tracePt t="127675" x="2997200" y="5397500"/>
          <p14:tracePt t="127691" x="3067050" y="5384800"/>
          <p14:tracePt t="127708" x="3136900" y="5378450"/>
          <p14:tracePt t="127724" x="3187700" y="5372100"/>
          <p14:tracePt t="127741" x="3219450" y="5365750"/>
          <p14:tracePt t="127758" x="3257550" y="5359400"/>
          <p14:tracePt t="127774" x="3276600" y="5353050"/>
          <p14:tracePt t="127792" x="3314700" y="5353050"/>
          <p14:tracePt t="127808" x="3327400" y="5353050"/>
          <p14:tracePt t="127824" x="3371850" y="5346700"/>
          <p14:tracePt t="127841" x="3416300" y="5340350"/>
          <p14:tracePt t="127857" x="3441700" y="5340350"/>
          <p14:tracePt t="127874" x="3454400" y="5340350"/>
          <p14:tracePt t="127891" x="3479800" y="5340350"/>
          <p14:tracePt t="127907" x="3492500" y="5340350"/>
          <p14:tracePt t="127924" x="3498850" y="5346700"/>
          <p14:tracePt t="127940" x="3517900" y="5346700"/>
          <p14:tracePt t="127957" x="3543300" y="5346700"/>
          <p14:tracePt t="127974" x="3568700" y="5346700"/>
          <p14:tracePt t="127990" x="3606800" y="5353050"/>
          <p14:tracePt t="128007" x="3638550" y="5353050"/>
          <p14:tracePt t="128024" x="3695700" y="5359400"/>
          <p14:tracePt t="128040" x="3733800" y="5365750"/>
          <p14:tracePt t="128057" x="3778250" y="5372100"/>
          <p14:tracePt t="128073" x="3841750" y="5372100"/>
          <p14:tracePt t="128090" x="3873500" y="5378450"/>
          <p14:tracePt t="128107" x="3930650" y="5378450"/>
          <p14:tracePt t="128123" x="3962400" y="5378450"/>
          <p14:tracePt t="128140" x="3994150" y="5384800"/>
          <p14:tracePt t="128143" x="4013200" y="5384800"/>
          <p14:tracePt t="128157" x="4032250" y="5384800"/>
          <p14:tracePt t="128173" x="4051300" y="5384800"/>
          <p14:tracePt t="128190" x="4057650" y="5391150"/>
          <p14:tracePt t="128206" x="4070350" y="5397500"/>
          <p14:tracePt t="128223" x="4076700" y="5403850"/>
          <p14:tracePt t="128240" x="4089400" y="5403850"/>
          <p14:tracePt t="128255" x="4095750" y="5403850"/>
          <p14:tracePt t="128273" x="4102100" y="5403850"/>
          <p14:tracePt t="128290" x="4114800" y="5403850"/>
          <p14:tracePt t="128306" x="4121150" y="5403850"/>
          <p14:tracePt t="128322" x="4133850" y="5403850"/>
          <p14:tracePt t="128339" x="4165600" y="5403850"/>
          <p14:tracePt t="128356" x="4184650" y="5403850"/>
          <p14:tracePt t="128372" x="4210050" y="5403850"/>
          <p14:tracePt t="128389" x="4235450" y="5403850"/>
          <p14:tracePt t="128406" x="4254500" y="5403850"/>
          <p14:tracePt t="128423" x="4279900" y="5397500"/>
          <p14:tracePt t="128439" x="4286250" y="5397500"/>
          <p14:tracePt t="128455" x="4298950" y="5397500"/>
          <p14:tracePt t="128472" x="4305300" y="5397500"/>
          <p14:tracePt t="128488" x="4311650" y="5397500"/>
          <p14:tracePt t="128563" x="4298950" y="5397500"/>
          <p14:tracePt t="129005" x="4305300" y="5397500"/>
          <p14:tracePt t="129011" x="4330700" y="5397500"/>
          <p14:tracePt t="129020" x="4362450" y="5397500"/>
          <p14:tracePt t="129037" x="4419600" y="5384800"/>
          <p14:tracePt t="129054" x="4533900" y="5359400"/>
          <p14:tracePt t="129070" x="4616450" y="5340350"/>
          <p14:tracePt t="129087" x="4667250" y="5327650"/>
          <p14:tracePt t="129104" x="4718050" y="5308600"/>
          <p14:tracePt t="129120" x="4730750" y="5302250"/>
          <p14:tracePt t="129136" x="4737100" y="5295900"/>
          <p14:tracePt t="129153" x="4737100" y="5289550"/>
          <p14:tracePt t="129169" x="4737100" y="5283200"/>
          <p14:tracePt t="129186" x="4724400" y="5276850"/>
          <p14:tracePt t="129203" x="4711700" y="5264150"/>
          <p14:tracePt t="129219" x="4711700" y="5257800"/>
          <p14:tracePt t="129237" x="4692650" y="5245100"/>
          <p14:tracePt t="129252" x="4673600" y="5238750"/>
          <p14:tracePt t="129269" x="4654550" y="5232400"/>
          <p14:tracePt t="129286" x="4572000" y="5219700"/>
          <p14:tracePt t="129302" x="4483100" y="5194300"/>
          <p14:tracePt t="129319" x="4387850" y="5181600"/>
          <p14:tracePt t="129335" x="4267200" y="5168900"/>
          <p14:tracePt t="129352" x="4152900" y="5168900"/>
          <p14:tracePt t="129368" x="4038600" y="5168900"/>
          <p14:tracePt t="129385" x="3892550" y="5175250"/>
          <p14:tracePt t="129402" x="3822700" y="5187950"/>
          <p14:tracePt t="129419" x="3752850" y="5200650"/>
          <p14:tracePt t="129435" x="3721100" y="5207000"/>
          <p14:tracePt t="129451" x="3695700" y="5213350"/>
          <p14:tracePt t="129469" x="3663950" y="5219700"/>
          <p14:tracePt t="129486" x="3657600" y="5226050"/>
          <p14:tracePt t="129502" x="3651250" y="5226050"/>
          <p14:tracePt t="129588" x="3651250" y="5232400"/>
          <p14:tracePt t="129763" x="3651250" y="5226050"/>
          <p14:tracePt t="129854" x="3651250" y="5219700"/>
          <p14:tracePt t="130233" x="3657600" y="5219700"/>
          <p14:tracePt t="130247" x="3663950" y="5219700"/>
          <p14:tracePt t="130275" x="3670300" y="5219700"/>
          <p14:tracePt t="130289" x="3676650" y="5219700"/>
          <p14:tracePt t="130295" x="3683000" y="5219700"/>
          <p14:tracePt t="130310" x="3689350" y="5226050"/>
          <p14:tracePt t="130318" x="3695700" y="5226050"/>
          <p14:tracePt t="130332" x="3714750" y="5232400"/>
          <p14:tracePt t="130349" x="3740150" y="5245100"/>
          <p14:tracePt t="130367" x="3803650" y="5264150"/>
          <p14:tracePt t="130382" x="3854450" y="5283200"/>
          <p14:tracePt t="130399" x="3924300" y="5295900"/>
          <p14:tracePt t="130415" x="4025900" y="5321300"/>
          <p14:tracePt t="130432" x="4076700" y="5334000"/>
          <p14:tracePt t="130449" x="4127500" y="5346700"/>
          <p14:tracePt t="130466" x="4184650" y="5365750"/>
          <p14:tracePt t="130481" x="4210050" y="5372100"/>
          <p14:tracePt t="130499" x="4241800" y="5378450"/>
          <p14:tracePt t="130515" x="4260850" y="5378450"/>
          <p14:tracePt t="130532" x="4286250" y="5378450"/>
          <p14:tracePt t="130548" x="4298950" y="5378450"/>
          <p14:tracePt t="130565" x="4305300" y="5384800"/>
          <p14:tracePt t="130582" x="4318000" y="5384800"/>
          <p14:tracePt t="130598" x="4330700" y="5391150"/>
          <p14:tracePt t="130614" x="4337050" y="5391150"/>
          <p14:tracePt t="130632" x="4349750" y="5397500"/>
          <p14:tracePt t="130648" x="4362450" y="5403850"/>
          <p14:tracePt t="130674" x="4368800" y="5403850"/>
          <p14:tracePt t="130695" x="4375150" y="5410200"/>
          <p14:tracePt t="130716" x="4381500" y="5416550"/>
          <p14:tracePt t="130765" x="4387850" y="5416550"/>
          <p14:tracePt t="130787" x="4394200" y="5422900"/>
          <p14:tracePt t="130807" x="4400550" y="5429250"/>
          <p14:tracePt t="130835" x="4406900" y="5435600"/>
          <p14:tracePt t="130871" x="4413250" y="5441950"/>
          <p14:tracePt t="130878" x="4419600" y="5441950"/>
          <p14:tracePt t="130885" x="4425950" y="5441950"/>
          <p14:tracePt t="130900" x="4425950" y="5448300"/>
          <p14:tracePt t="130914" x="4432300" y="5448300"/>
          <p14:tracePt t="130930" x="4438650" y="5454650"/>
          <p14:tracePt t="130947" x="4445000" y="5454650"/>
          <p14:tracePt t="130963" x="4464050" y="5461000"/>
          <p14:tracePt t="130980" x="4476750" y="5467350"/>
          <p14:tracePt t="130997" x="4483100" y="5480050"/>
          <p14:tracePt t="131014" x="4502150" y="5480050"/>
          <p14:tracePt t="131030" x="4514850" y="5492750"/>
          <p14:tracePt t="131047" x="4527550" y="5505450"/>
          <p14:tracePt t="131063" x="4540250" y="5518150"/>
          <p14:tracePt t="131080" x="4552950" y="5530850"/>
          <p14:tracePt t="131096" x="4565650" y="5549900"/>
          <p14:tracePt t="131923" x="4572000" y="5549900"/>
          <p14:tracePt t="131929" x="4578350" y="5549900"/>
          <p14:tracePt t="131944" x="4616450" y="5543550"/>
          <p14:tracePt t="131960" x="4654550" y="5537200"/>
          <p14:tracePt t="131976" x="4692650" y="5530850"/>
          <p14:tracePt t="131993" x="4756150" y="5518150"/>
          <p14:tracePt t="132010" x="4806950" y="5505450"/>
          <p14:tracePt t="132027" x="4864100" y="5492750"/>
          <p14:tracePt t="132043" x="4933950" y="5480050"/>
          <p14:tracePt t="132060" x="4978400" y="5480050"/>
          <p14:tracePt t="132077" x="5022850" y="5467350"/>
          <p14:tracePt t="132093" x="5041900" y="5467350"/>
          <p14:tracePt t="132109" x="5054600" y="5467350"/>
          <p14:tracePt t="132126" x="5073650" y="5461000"/>
          <p14:tracePt t="132143" x="5086350" y="5461000"/>
          <p14:tracePt t="132159" x="5092700" y="5461000"/>
          <p14:tracePt t="132176" x="5099050" y="5461000"/>
          <p14:tracePt t="132192" x="5111750" y="5461000"/>
          <p14:tracePt t="132210" x="5118100" y="5461000"/>
          <p14:tracePt t="132225" x="5124450" y="5461000"/>
          <p14:tracePt t="132242" x="5137150" y="5461000"/>
          <p14:tracePt t="132259" x="5149850" y="5454650"/>
          <p14:tracePt t="132275" x="5156200" y="5454650"/>
          <p14:tracePt t="132292" x="5162550" y="5454650"/>
          <p14:tracePt t="132309" x="5187950" y="5448300"/>
          <p14:tracePt t="132325" x="5213350" y="5448300"/>
          <p14:tracePt t="132342" x="5232400" y="5448300"/>
          <p14:tracePt t="132359" x="5289550" y="5448300"/>
          <p14:tracePt t="132375" x="5321300" y="5448300"/>
          <p14:tracePt t="132392" x="5365750" y="5448300"/>
          <p14:tracePt t="132408" x="5391150" y="5448300"/>
          <p14:tracePt t="132425" x="5410200" y="5448300"/>
          <p14:tracePt t="132442" x="5441950" y="5454650"/>
          <p14:tracePt t="132458" x="5461000" y="5461000"/>
          <p14:tracePt t="132475" x="5492750" y="5473700"/>
          <p14:tracePt t="132492" x="5543550" y="5480050"/>
          <p14:tracePt t="132508" x="5568950" y="5492750"/>
          <p14:tracePt t="132525" x="5607050" y="5499100"/>
          <p14:tracePt t="132541" x="5651500" y="5505450"/>
          <p14:tracePt t="132558" x="5670550" y="5505450"/>
          <p14:tracePt t="132575" x="5702300" y="5505450"/>
          <p14:tracePt t="132591" x="5740400" y="5505450"/>
          <p14:tracePt t="132608" x="5753100" y="5505450"/>
          <p14:tracePt t="132624" x="5784850" y="5505450"/>
          <p14:tracePt t="132641" x="5810250" y="5505450"/>
          <p14:tracePt t="132658" x="5829300" y="5505450"/>
          <p14:tracePt t="132674" x="5867400" y="5505450"/>
          <p14:tracePt t="132691" x="5886450" y="5505450"/>
          <p14:tracePt t="132708" x="5943600" y="5505450"/>
          <p14:tracePt t="132724" x="5969000" y="5505450"/>
          <p14:tracePt t="132740" x="5988050" y="5505450"/>
          <p14:tracePt t="132757" x="6032500" y="5505450"/>
          <p14:tracePt t="132774" x="6064250" y="5505450"/>
          <p14:tracePt t="132791" x="6083300" y="5505450"/>
          <p14:tracePt t="132807" x="6115050" y="5492750"/>
          <p14:tracePt t="132824" x="6146800" y="5486400"/>
          <p14:tracePt t="132841" x="6172200" y="5486400"/>
          <p14:tracePt t="132857" x="6203950" y="5480050"/>
          <p14:tracePt t="132873" x="6242050" y="5467350"/>
          <p14:tracePt t="132891" x="6267450" y="5461000"/>
          <p14:tracePt t="132907" x="6280150" y="5461000"/>
          <p14:tracePt t="132923" x="6292850" y="5461000"/>
          <p14:tracePt t="132940" x="6324600" y="5448300"/>
          <p14:tracePt t="132956" x="6330950" y="5448300"/>
          <p14:tracePt t="132973" x="6337300" y="5448300"/>
          <p14:tracePt t="132990" x="6343650" y="5448300"/>
          <p14:tracePt t="133009" x="6350000" y="5448300"/>
          <p14:tracePt t="133031" x="6356350" y="5448300"/>
          <p14:tracePt t="133094" x="6362700" y="5448300"/>
          <p14:tracePt t="133157" x="6362700" y="5454650"/>
          <p14:tracePt t="133178" x="6356350" y="5454650"/>
          <p14:tracePt t="133660" x="6381750" y="5454650"/>
          <p14:tracePt t="133674" x="6438900" y="5448300"/>
          <p14:tracePt t="133680" x="6477000" y="5441950"/>
          <p14:tracePt t="133695" x="6534150" y="5435600"/>
          <p14:tracePt t="133703" x="6572250" y="5435600"/>
          <p14:tracePt t="133721" x="6616700" y="5422900"/>
          <p14:tracePt t="133737" x="6705600" y="5416550"/>
          <p14:tracePt t="133754" x="6826250" y="5410200"/>
          <p14:tracePt t="133772" x="6953250" y="5397500"/>
          <p14:tracePt t="133787" x="7004050" y="5391150"/>
          <p14:tracePt t="133804" x="7124700" y="5372100"/>
          <p14:tracePt t="133821" x="7175500" y="5372100"/>
          <p14:tracePt t="133837" x="7283450" y="5372100"/>
          <p14:tracePt t="133853" x="7321550" y="5372100"/>
          <p14:tracePt t="133871" x="7531100" y="5340350"/>
          <p14:tracePt t="133886" x="7594600" y="5340350"/>
          <p14:tracePt t="133903" x="7658100" y="5334000"/>
          <p14:tracePt t="133920" x="7759700" y="5334000"/>
          <p14:tracePt t="133937" x="7816850" y="5327650"/>
          <p14:tracePt t="133954" x="7880350" y="5314950"/>
          <p14:tracePt t="133970" x="7893050" y="5314950"/>
          <p14:tracePt t="133986" x="7943850" y="5314950"/>
          <p14:tracePt t="134003" x="7975600" y="5314950"/>
          <p14:tracePt t="134019" x="7994650" y="5314950"/>
          <p14:tracePt t="134036" x="8026400" y="5314950"/>
          <p14:tracePt t="134053" x="8070850" y="5321300"/>
          <p14:tracePt t="134070" x="8083550" y="5321300"/>
          <p14:tracePt t="134086" x="8121650" y="5321300"/>
          <p14:tracePt t="134102" x="8153400" y="5327650"/>
          <p14:tracePt t="134119" x="8178800" y="5327650"/>
          <p14:tracePt t="134137" x="8197850" y="5327650"/>
          <p14:tracePt t="134153" x="8210550" y="5334000"/>
          <p14:tracePt t="134169" x="8248650" y="5340350"/>
          <p14:tracePt t="134186" x="8280400" y="5346700"/>
          <p14:tracePt t="134202" x="8293100" y="5353050"/>
          <p14:tracePt t="134218" x="8318500" y="5353050"/>
          <p14:tracePt t="134235" x="8331200" y="5353050"/>
          <p14:tracePt t="134252" x="8343900" y="5359400"/>
          <p14:tracePt t="134269" x="8362950" y="5359400"/>
          <p14:tracePt t="134286" x="8382000" y="5365750"/>
          <p14:tracePt t="134303" x="8388350" y="5365750"/>
          <p14:tracePt t="134319" x="8394700" y="5365750"/>
          <p14:tracePt t="134336" x="8394700" y="5372100"/>
          <p14:tracePt t="134444" x="8401050" y="5372100"/>
          <p14:tracePt t="134774" x="8394700" y="5372100"/>
          <p14:tracePt t="134781" x="8388350" y="5372100"/>
          <p14:tracePt t="134823" x="8382000" y="5372100"/>
          <p14:tracePt t="134851" x="8375650" y="5372100"/>
          <p14:tracePt t="134886" x="8369300" y="5372100"/>
          <p14:tracePt t="135362" x="8337550" y="5359400"/>
          <p14:tracePt t="135376" x="8280400" y="5353050"/>
          <p14:tracePt t="135384" x="8216900" y="5334000"/>
          <p14:tracePt t="135399" x="8147050" y="5314950"/>
          <p14:tracePt t="135415" x="8070850" y="5302250"/>
          <p14:tracePt t="135431" x="7874000" y="5251450"/>
          <p14:tracePt t="135448" x="7670800" y="5200650"/>
          <p14:tracePt t="135465" x="7562850" y="5181600"/>
          <p14:tracePt t="135482" x="7334250" y="5130800"/>
          <p14:tracePt t="135498" x="7035800" y="5060950"/>
          <p14:tracePt t="135515" x="6883400" y="5022850"/>
          <p14:tracePt t="135531" x="6597650" y="4946650"/>
          <p14:tracePt t="135548" x="6362700" y="4902200"/>
          <p14:tracePt t="135564" x="6273800" y="4883150"/>
          <p14:tracePt t="135581" x="6153150" y="4864100"/>
          <p14:tracePt t="135597" x="6121400" y="4851400"/>
          <p14:tracePt t="135616" x="6108700" y="4851400"/>
          <p14:tracePt t="135748" x="6108700" y="4857750"/>
          <p14:tracePt t="135755" x="6102350" y="4857750"/>
          <p14:tracePt t="135764" x="6096000" y="4857750"/>
          <p14:tracePt t="135780" x="6083300" y="4864100"/>
          <p14:tracePt t="135797" x="6076950" y="4864100"/>
          <p14:tracePt t="136444" x="6064250" y="4864100"/>
          <p14:tracePt t="136458" x="6051550" y="4876800"/>
          <p14:tracePt t="136465" x="6038850" y="4895850"/>
          <p14:tracePt t="136480" x="6026150" y="4914900"/>
          <p14:tracePt t="136495" x="5988050" y="4953000"/>
          <p14:tracePt t="136511" x="5975350" y="4965700"/>
          <p14:tracePt t="136528" x="5949950" y="4991100"/>
          <p14:tracePt t="136545" x="5930900" y="5003800"/>
          <p14:tracePt t="136561" x="5911850" y="5016500"/>
          <p14:tracePt t="136579" x="5892800" y="5022850"/>
          <p14:tracePt t="136594" x="5892800" y="5029200"/>
          <p14:tracePt t="136611" x="5886450" y="5035550"/>
          <p14:tracePt t="136644" x="5880100" y="5035550"/>
          <p14:tracePt t="136689" x="5873750" y="5041900"/>
          <p14:tracePt t="136696" x="5873750" y="5048250"/>
          <p14:tracePt t="136711" x="5867400" y="5054600"/>
          <p14:tracePt t="136728" x="5861050" y="5060950"/>
          <p14:tracePt t="137228" x="5854700" y="5060950"/>
          <p14:tracePt t="137235" x="5848350" y="5060950"/>
          <p14:tracePt t="137249" x="5842000" y="5060950"/>
          <p14:tracePt t="137258" x="5829300" y="5067300"/>
          <p14:tracePt t="137278" x="5829300" y="5073650"/>
          <p14:tracePt t="137298" x="5822950" y="5073650"/>
          <p14:tracePt t="137340" x="5816600" y="5073650"/>
          <p14:tracePt t="137775" x="5810250" y="5073650"/>
          <p14:tracePt t="137841" x="5803900" y="5073650"/>
          <p14:tracePt t="137925" x="5797550" y="5073650"/>
          <p14:tracePt t="137989" x="5791200" y="5073650"/>
          <p14:tracePt t="138023" x="5784850" y="5073650"/>
          <p14:tracePt t="138040" x="5778500" y="5073650"/>
          <p14:tracePt t="138057" x="5765800" y="5073650"/>
          <p14:tracePt t="138074" x="5759450" y="5073650"/>
          <p14:tracePt t="138091" x="5753100" y="5073650"/>
          <p14:tracePt t="138107" x="5746750" y="5073650"/>
          <p14:tracePt t="138125" x="5715000" y="5080000"/>
          <p14:tracePt t="138142" x="5664200" y="5086350"/>
          <p14:tracePt t="138157" x="5626100" y="5086350"/>
          <p14:tracePt t="138173" x="5492750" y="5092700"/>
          <p14:tracePt t="138190" x="5314950" y="5118100"/>
          <p14:tracePt t="138205" x="5213350" y="5124450"/>
          <p14:tracePt t="138222" x="5022850" y="5143500"/>
          <p14:tracePt t="138240" x="4838700" y="5175250"/>
          <p14:tracePt t="138255" x="4749800" y="5194300"/>
          <p14:tracePt t="138258" x="4667250" y="5207000"/>
          <p14:tracePt t="138289" x="4533900" y="5226050"/>
          <p14:tracePt t="138305" x="4514850" y="5232400"/>
          <p14:tracePt t="138322" x="4489450" y="5232400"/>
          <p14:tracePt t="138339" x="4483100" y="5232400"/>
          <p14:tracePt t="138355" x="4470400" y="5238750"/>
          <p14:tracePt t="138373" x="4464050" y="5238750"/>
          <p14:tracePt t="138388" x="4457700" y="5238750"/>
          <p14:tracePt t="138405" x="4445000" y="5238750"/>
          <p14:tracePt t="138423" x="4425950" y="5238750"/>
          <p14:tracePt t="138455" x="4413250" y="5238750"/>
          <p14:tracePt t="138472" x="4394200" y="5245100"/>
          <p14:tracePt t="138488" x="4387850" y="5245100"/>
          <p14:tracePt t="138505" x="4381500" y="5245100"/>
          <p14:tracePt t="138962" x="4381500" y="5238750"/>
          <p14:tracePt t="138972" x="4368800" y="5207000"/>
          <p14:tracePt t="138986" x="4362450" y="5162550"/>
          <p14:tracePt t="139002" x="4356100" y="5124450"/>
          <p14:tracePt t="139019" x="4324350" y="5003800"/>
          <p14:tracePt t="139035" x="4298950" y="4832350"/>
          <p14:tracePt t="139052" x="4279900" y="4743450"/>
          <p14:tracePt t="139068" x="4235450" y="4546600"/>
          <p14:tracePt t="139085" x="4229100" y="4457700"/>
          <p14:tracePt t="139102" x="4197350" y="4292600"/>
          <p14:tracePt t="139118" x="4165600" y="4146550"/>
          <p14:tracePt t="139135" x="4159250" y="4102100"/>
          <p14:tracePt t="139152" x="4127500" y="4038600"/>
          <p14:tracePt t="139168" x="4121150" y="4025900"/>
          <p14:tracePt t="139185" x="4108450" y="4000500"/>
          <p14:tracePt t="139202" x="4108450" y="3994150"/>
          <p14:tracePt t="139218" x="4108450" y="3987800"/>
          <p14:tracePt t="139236" x="4102100" y="3975100"/>
          <p14:tracePt t="139251" x="4095750" y="3968750"/>
          <p14:tracePt t="139292" x="4095750" y="3962400"/>
          <p14:tracePt t="139362" x="4095750" y="3968750"/>
          <p14:tracePt t="139382" x="4095750" y="3975100"/>
          <p14:tracePt t="139411" x="4095750" y="3981450"/>
          <p14:tracePt t="139432" x="4095750" y="3987800"/>
          <p14:tracePt t="139460" x="4095750" y="3994150"/>
          <p14:tracePt t="139481" x="4095750" y="4000500"/>
          <p14:tracePt t="139502" x="4095750" y="4006850"/>
          <p14:tracePt t="139523" x="4095750" y="4013200"/>
          <p14:tracePt t="139530" x="4102100" y="4013200"/>
          <p14:tracePt t="139565" x="4102100" y="4019550"/>
          <p14:tracePt t="139586" x="4102100" y="4025900"/>
          <p14:tracePt t="139602" x="4108450" y="4025900"/>
          <p14:tracePt t="139621" x="4114800" y="4032250"/>
          <p14:tracePt t="139635" x="4121150" y="4032250"/>
          <p14:tracePt t="139642" x="4127500" y="4038600"/>
          <p14:tracePt t="139657" x="4133850" y="4038600"/>
          <p14:tracePt t="139667" x="4140200" y="4044950"/>
          <p14:tracePt t="139685" x="4159250" y="4044950"/>
          <p14:tracePt t="139700" x="4171950" y="4051300"/>
          <p14:tracePt t="139716" x="4197350" y="4057650"/>
          <p14:tracePt t="139733" x="4273550" y="4076700"/>
          <p14:tracePt t="139750" x="4305300" y="4076700"/>
          <p14:tracePt t="139767" x="4356100" y="4095750"/>
          <p14:tracePt t="139783" x="4400550" y="4102100"/>
          <p14:tracePt t="139799" x="4425950" y="4102100"/>
          <p14:tracePt t="139816" x="4445000" y="4102100"/>
          <p14:tracePt t="139833" x="4470400" y="4102100"/>
          <p14:tracePt t="139850" x="4483100" y="4102100"/>
          <p14:tracePt t="139867" x="4495800" y="4102100"/>
          <p14:tracePt t="139883" x="4502150" y="4102100"/>
          <p14:tracePt t="139900" x="4514850" y="4102100"/>
          <p14:tracePt t="139916" x="4533900" y="4108450"/>
          <p14:tracePt t="139932" x="4540250" y="4108450"/>
          <p14:tracePt t="139966" x="4552950" y="4114800"/>
          <p14:tracePt t="139983" x="4559300" y="4114800"/>
          <p14:tracePt t="139999" x="4565650" y="4114800"/>
          <p14:tracePt t="140119" x="4559300" y="4114800"/>
          <p14:tracePt t="140126" x="4552950" y="4114800"/>
          <p14:tracePt t="140147" x="4546600" y="4114800"/>
          <p14:tracePt t="140175" x="4540250" y="4114800"/>
          <p14:tracePt t="140189" x="4533900" y="4114800"/>
          <p14:tracePt t="140196" x="4521200" y="4121150"/>
          <p14:tracePt t="140210" x="4508500" y="4121150"/>
          <p14:tracePt t="140225" x="4489450" y="4127500"/>
          <p14:tracePt t="140239" x="4470400" y="4127500"/>
          <p14:tracePt t="140248" x="4457700" y="4127500"/>
          <p14:tracePt t="140264" x="4432300" y="4140200"/>
          <p14:tracePt t="140281" x="4419600" y="4140200"/>
          <p14:tracePt t="140298" x="4406900" y="4146550"/>
          <p14:tracePt t="140315" x="4400550" y="4152900"/>
          <p14:tracePt t="140331" x="4394200" y="4152900"/>
          <p14:tracePt t="140366" x="4400550" y="4152900"/>
          <p14:tracePt t="140379" x="4406900" y="4152900"/>
          <p14:tracePt t="140400" x="4419600" y="4146550"/>
          <p14:tracePt t="140415" x="4445000" y="4140200"/>
          <p14:tracePt t="140421" x="4464050" y="4133850"/>
          <p14:tracePt t="140431" x="4495800" y="4121150"/>
          <p14:tracePt t="140447" x="4521200" y="4114800"/>
          <p14:tracePt t="140464" x="4616450" y="4076700"/>
          <p14:tracePt t="140480" x="4635500" y="4064000"/>
          <p14:tracePt t="140498" x="4673600" y="4051300"/>
          <p14:tracePt t="140514" x="4679950" y="4044950"/>
          <p14:tracePt t="140603" x="4673600" y="4044950"/>
          <p14:tracePt t="140631" x="4660900" y="4051300"/>
          <p14:tracePt t="140645" x="4654550" y="4057650"/>
          <p14:tracePt t="140652" x="4648200" y="4064000"/>
          <p14:tracePt t="140663" x="4635500" y="4070350"/>
          <p14:tracePt t="140680" x="4622800" y="4083050"/>
          <p14:tracePt t="140696" x="4572000" y="4114800"/>
          <p14:tracePt t="140713" x="4495800" y="4165600"/>
          <p14:tracePt t="140730" x="4419600" y="4216400"/>
          <p14:tracePt t="140746" x="4349750" y="4267200"/>
          <p14:tracePt t="140763" x="4337050" y="4279900"/>
          <p14:tracePt t="140780" x="4305300" y="4305300"/>
          <p14:tracePt t="140796" x="4292600" y="4318000"/>
          <p14:tracePt t="140813" x="4292600" y="4324350"/>
          <p14:tracePt t="140834" x="4298950" y="4330700"/>
          <p14:tracePt t="140849" x="4305300" y="4330700"/>
          <p14:tracePt t="140863" x="4343400" y="4330700"/>
          <p14:tracePt t="140879" x="4368800" y="4324350"/>
          <p14:tracePt t="140896" x="4419600" y="4324350"/>
          <p14:tracePt t="140912" x="4603750" y="4292600"/>
          <p14:tracePt t="140929" x="4705350" y="4273550"/>
          <p14:tracePt t="140947" x="4959350" y="4241800"/>
          <p14:tracePt t="140961" x="5073650" y="4229100"/>
          <p14:tracePt t="140979" x="5175250" y="4216400"/>
          <p14:tracePt t="140996" x="5276850" y="4210050"/>
          <p14:tracePt t="141012" x="5454650" y="4210050"/>
          <p14:tracePt t="141029" x="5537200" y="4210050"/>
          <p14:tracePt t="141045" x="5689600" y="4210050"/>
          <p14:tracePt t="141062" x="5753100" y="4210050"/>
          <p14:tracePt t="141078" x="5803900" y="4222750"/>
          <p14:tracePt t="141095" x="5886450" y="4229100"/>
          <p14:tracePt t="141112" x="5937250" y="4235450"/>
          <p14:tracePt t="141129" x="6007100" y="4235450"/>
          <p14:tracePt t="141145" x="6045200" y="4235450"/>
          <p14:tracePt t="141161" x="6096000" y="4235450"/>
          <p14:tracePt t="141178" x="6191250" y="4248150"/>
          <p14:tracePt t="141195" x="6242050" y="4254500"/>
          <p14:tracePt t="141211" x="6299200" y="4267200"/>
          <p14:tracePt t="141228" x="6394450" y="4292600"/>
          <p14:tracePt t="141244" x="6419850" y="4298950"/>
          <p14:tracePt t="141262" x="6445250" y="4305300"/>
          <p14:tracePt t="141278" x="6457950" y="4311650"/>
          <p14:tracePt t="141294" x="6464300" y="4311650"/>
          <p14:tracePt t="141314" x="6457950" y="4311650"/>
          <p14:tracePt t="141332" x="6451600" y="4311650"/>
          <p14:tracePt t="141344" x="6438900" y="4311650"/>
          <p14:tracePt t="141361" x="6413500" y="4318000"/>
          <p14:tracePt t="141377" x="6394450" y="4330700"/>
          <p14:tracePt t="141394" x="6292850" y="4387850"/>
          <p14:tracePt t="141411" x="6146800" y="4464050"/>
          <p14:tracePt t="141427" x="5918200" y="4572000"/>
          <p14:tracePt t="141444" x="5670550" y="4660900"/>
          <p14:tracePt t="141461" x="5556250" y="4686300"/>
          <p14:tracePt t="141477" x="5441950" y="4711700"/>
          <p14:tracePt t="141494" x="5194300" y="4743450"/>
          <p14:tracePt t="141510" x="5143500" y="4743450"/>
          <p14:tracePt t="141527" x="5111750" y="4743450"/>
          <p14:tracePt t="141543" x="5073650" y="4724400"/>
          <p14:tracePt t="141560" x="5060950" y="4711700"/>
          <p14:tracePt t="141577" x="5060950" y="4699000"/>
          <p14:tracePt t="141593" x="5060950" y="4673600"/>
          <p14:tracePt t="141610" x="5073650" y="4660900"/>
          <p14:tracePt t="141627" x="5105400" y="4635500"/>
          <p14:tracePt t="141643" x="5130800" y="4622800"/>
          <p14:tracePt t="141660" x="5181600" y="4603750"/>
          <p14:tracePt t="141676" x="5251450" y="4578350"/>
          <p14:tracePt t="141693" x="5295900" y="4572000"/>
          <p14:tracePt t="141710" x="5353050" y="4572000"/>
          <p14:tracePt t="141726" x="5378450" y="4572000"/>
          <p14:tracePt t="141743" x="5384800" y="4572000"/>
          <p14:tracePt t="141760" x="5391150" y="4572000"/>
          <p14:tracePt t="141792" x="5391150" y="4578350"/>
          <p14:tracePt t="141809" x="5384800" y="4578350"/>
          <p14:tracePt t="141826" x="5378450" y="4578350"/>
          <p14:tracePt t="141842" x="5372100" y="4584700"/>
          <p14:tracePt t="141865" x="5365750" y="4584700"/>
          <p14:tracePt t="141901" x="5359400" y="4584700"/>
          <p14:tracePt t="141970" x="5372100" y="4584700"/>
          <p14:tracePt t="141977" x="5378450" y="4584700"/>
          <p14:tracePt t="141984" x="5397500" y="4584700"/>
          <p14:tracePt t="141999" x="5416550" y="4578350"/>
          <p14:tracePt t="142008" x="5454650" y="4578350"/>
          <p14:tracePt t="142025" x="5518150" y="4572000"/>
          <p14:tracePt t="142041" x="5695950" y="4572000"/>
          <p14:tracePt t="142058" x="5937250" y="4572000"/>
          <p14:tracePt t="142076" x="6203950" y="4572000"/>
          <p14:tracePt t="142091" x="6330950" y="4572000"/>
          <p14:tracePt t="142108" x="6445250" y="4572000"/>
          <p14:tracePt t="142125" x="6648450" y="4584700"/>
          <p14:tracePt t="142141" x="6737350" y="4597400"/>
          <p14:tracePt t="142157" x="6813550" y="4597400"/>
          <p14:tracePt t="142175" x="6940550" y="4603750"/>
          <p14:tracePt t="142191" x="7035800" y="4603750"/>
          <p14:tracePt t="142208" x="7073900" y="4603750"/>
          <p14:tracePt t="142224" x="7131050" y="4603750"/>
          <p14:tracePt t="142241" x="7156450" y="4603750"/>
          <p14:tracePt t="142258" x="7162800" y="4603750"/>
          <p14:tracePt t="142274" x="7162800" y="4597400"/>
          <p14:tracePt t="142291" x="7162800" y="4591050"/>
          <p14:tracePt t="142307" x="7137400" y="4584700"/>
          <p14:tracePt t="142324" x="7112000" y="4578350"/>
          <p14:tracePt t="142340" x="6985000" y="4572000"/>
          <p14:tracePt t="142357" x="6654800" y="4559300"/>
          <p14:tracePt t="142374" x="6026150" y="4584700"/>
          <p14:tracePt t="142391" x="5213350" y="4641850"/>
          <p14:tracePt t="142407" x="4749800" y="4641850"/>
          <p14:tracePt t="142424" x="3816350" y="4654550"/>
          <p14:tracePt t="142441" x="3009900" y="4648200"/>
          <p14:tracePt t="142457" x="2736850" y="4616450"/>
          <p14:tracePt t="142474" x="2444750" y="4603750"/>
          <p14:tracePt t="142490" x="2311400" y="4603750"/>
          <p14:tracePt t="142507" x="2292350" y="4603750"/>
          <p14:tracePt t="142524" x="2273300" y="4610100"/>
          <p14:tracePt t="142557" x="2279650" y="4610100"/>
          <p14:tracePt t="142574" x="2292350" y="4610100"/>
          <p14:tracePt t="142590" x="2298700" y="4610100"/>
          <p14:tracePt t="142623" x="2305050" y="4610100"/>
          <p14:tracePt t="142640" x="2324100" y="4610100"/>
          <p14:tracePt t="142657" x="2336800" y="4610100"/>
          <p14:tracePt t="142673" x="2381250" y="4597400"/>
          <p14:tracePt t="142690" x="2438400" y="4591050"/>
          <p14:tracePt t="142707" x="2520950" y="4572000"/>
          <p14:tracePt t="142722" x="2571750" y="4572000"/>
          <p14:tracePt t="142739" x="2647950" y="4565650"/>
          <p14:tracePt t="142757" x="2914650" y="4565650"/>
          <p14:tracePt t="142773" x="3028950" y="4578350"/>
          <p14:tracePt t="142789" x="3130550" y="4578350"/>
          <p14:tracePt t="142806" x="3333750" y="4597400"/>
          <p14:tracePt t="142822" x="3492500" y="4629150"/>
          <p14:tracePt t="142840" x="3556000" y="4635500"/>
          <p14:tracePt t="142856" x="3568700" y="4635500"/>
          <p14:tracePt t="142890" x="3556000" y="4641850"/>
          <p14:tracePt t="142906" x="3543300" y="4641850"/>
          <p14:tracePt t="142922" x="3517900" y="4641850"/>
          <p14:tracePt t="142939" x="3486150" y="4641850"/>
          <p14:tracePt t="142955" x="3467100" y="4648200"/>
          <p14:tracePt t="142972" x="3397250" y="4654550"/>
          <p14:tracePt t="142989" x="3346450" y="4667250"/>
          <p14:tracePt t="143005" x="3327400" y="4673600"/>
          <p14:tracePt t="143022" x="3302000" y="4679950"/>
          <p14:tracePt t="143038" x="3289300" y="4686300"/>
          <p14:tracePt t="143074" x="3289300" y="4692650"/>
          <p14:tracePt t="143089" x="3302000" y="4692650"/>
          <p14:tracePt t="143105" x="3321050" y="4692650"/>
          <p14:tracePt t="143122" x="3378200" y="4692650"/>
          <p14:tracePt t="143138" x="3441700" y="4692650"/>
          <p14:tracePt t="143155" x="3594100" y="4692650"/>
          <p14:tracePt t="143172" x="3835400" y="4711700"/>
          <p14:tracePt t="143188" x="3975100" y="4724400"/>
          <p14:tracePt t="143205" x="4241800" y="4743450"/>
          <p14:tracePt t="143221" x="4508500" y="4775200"/>
          <p14:tracePt t="143238" x="4635500" y="4787900"/>
          <p14:tracePt t="143254" x="4838700" y="4819650"/>
          <p14:tracePt t="143271" x="4978400" y="4826000"/>
          <p14:tracePt t="143288" x="5029200" y="4826000"/>
          <p14:tracePt t="143304" x="5111750" y="4826000"/>
          <p14:tracePt t="143321" x="5130800" y="4826000"/>
          <p14:tracePt t="143338" x="5149850" y="4819650"/>
          <p14:tracePt t="143354" x="5156200" y="4819650"/>
          <p14:tracePt t="143388" x="5137150" y="4819650"/>
          <p14:tracePt t="143404" x="5124450" y="4819650"/>
          <p14:tracePt t="143421" x="5054600" y="4826000"/>
          <p14:tracePt t="143437" x="4914900" y="4845050"/>
          <p14:tracePt t="143453" x="4800600" y="4851400"/>
          <p14:tracePt t="143471" x="4368800" y="4921250"/>
          <p14:tracePt t="143486" x="3663950" y="5041900"/>
          <p14:tracePt t="143503" x="2838450" y="5162550"/>
          <p14:tracePt t="143521" x="2082800" y="5283200"/>
          <p14:tracePt t="143536" x="1758950" y="5334000"/>
          <p14:tracePt t="143553" x="1352550" y="5422900"/>
          <p14:tracePt t="143570" x="1155700" y="5467350"/>
          <p14:tracePt t="143586" x="1079500" y="5499100"/>
          <p14:tracePt t="143603" x="1003300" y="5518150"/>
          <p14:tracePt t="143620" x="965200" y="5549900"/>
          <p14:tracePt t="143637" x="952500" y="5562600"/>
          <p14:tracePt t="143653" x="927100" y="5581650"/>
          <p14:tracePt t="143669" x="908050" y="5613400"/>
          <p14:tracePt t="143686" x="901700" y="5626100"/>
          <p14:tracePt t="143703" x="889000" y="5638800"/>
          <p14:tracePt t="143720" x="882650" y="5645150"/>
          <p14:tracePt t="143737" x="876300" y="5657850"/>
          <p14:tracePt t="143753" x="869950" y="5657850"/>
          <p14:tracePt t="143769" x="869950" y="5670550"/>
          <p14:tracePt t="143786" x="869950" y="5689600"/>
          <p14:tracePt t="143802" x="869950" y="5721350"/>
          <p14:tracePt t="143819" x="869950" y="5727700"/>
          <p14:tracePt t="143836" x="869950" y="5740400"/>
          <p14:tracePt t="143852" x="882650" y="5753100"/>
          <p14:tracePt t="143869" x="895350" y="5759450"/>
          <p14:tracePt t="143885" x="939800" y="5778500"/>
          <p14:tracePt t="143902" x="1035050" y="5822950"/>
          <p14:tracePt t="143919" x="1117600" y="5854700"/>
          <p14:tracePt t="143936" x="1301750" y="5911850"/>
          <p14:tracePt t="143952" x="1511300" y="6000750"/>
          <p14:tracePt t="143969" x="1695450" y="6057900"/>
          <p14:tracePt t="143985" x="1771650" y="6076950"/>
          <p14:tracePt t="144002" x="1828800" y="6096000"/>
          <p14:tracePt t="144018" x="1911350" y="6115050"/>
          <p14:tracePt t="144035" x="1924050" y="6115050"/>
          <p14:tracePt t="144052" x="1930400" y="6115050"/>
          <p14:tracePt t="144983" x="1955800" y="6115050"/>
          <p14:tracePt t="144996" x="1993900" y="6115050"/>
          <p14:tracePt t="145003" x="2038350" y="6115050"/>
          <p14:tracePt t="145014" x="2076450" y="6108700"/>
          <p14:tracePt t="145032" x="2146300" y="6115050"/>
          <p14:tracePt t="145048" x="2171700" y="6115050"/>
          <p14:tracePt t="145065" x="2241550" y="6108700"/>
          <p14:tracePt t="145081" x="2292350" y="6108700"/>
          <p14:tracePt t="145098" x="2317750" y="6108700"/>
          <p14:tracePt t="145115" x="2374900" y="6102350"/>
          <p14:tracePt t="145131" x="2406650" y="6102350"/>
          <p14:tracePt t="145148" x="2451100" y="6096000"/>
          <p14:tracePt t="145165" x="2495550" y="6096000"/>
          <p14:tracePt t="145181" x="2514600" y="6096000"/>
          <p14:tracePt t="145197" x="2540000" y="6089650"/>
          <p14:tracePt t="145214" x="2559050" y="6089650"/>
          <p14:tracePt t="145231" x="2565400" y="6083300"/>
          <p14:tracePt t="145248" x="2571750" y="6083300"/>
          <p14:tracePt t="145264" x="2578100" y="6083300"/>
          <p14:tracePt t="145297" x="2584450" y="6083300"/>
          <p14:tracePt t="145389" x="2584450" y="6076950"/>
          <p14:tracePt t="145487" x="2578100" y="6076950"/>
          <p14:tracePt t="145494" x="2571750" y="6076950"/>
          <p14:tracePt t="147512" x="2546350" y="6089650"/>
          <p14:tracePt t="147526" x="2514600" y="6102350"/>
          <p14:tracePt t="147533" x="2482850" y="6127750"/>
          <p14:tracePt t="147547" x="2425700" y="6153150"/>
          <p14:tracePt t="147556" x="2381250" y="6184900"/>
          <p14:tracePt t="147572" x="2336800" y="6210300"/>
          <p14:tracePt t="147589" x="2260600" y="6261100"/>
          <p14:tracePt t="147606" x="2184400" y="6311900"/>
          <p14:tracePt t="147623" x="2139950" y="6350000"/>
          <p14:tracePt t="147640" x="2082800" y="6394450"/>
          <p14:tracePt t="147656" x="2044700" y="6426200"/>
          <p14:tracePt t="147672" x="2032000" y="6438900"/>
          <p14:tracePt t="147688" x="2012950" y="6451600"/>
          <p14:tracePt t="147705" x="2000250" y="6457950"/>
          <p14:tracePt t="147723" x="1981200" y="6470650"/>
          <p14:tracePt t="147739" x="1974850" y="6477000"/>
          <p14:tracePt t="147755" x="1968500" y="6483350"/>
          <p14:tracePt t="147772" x="1949450" y="6489700"/>
          <p14:tracePt t="147788" x="1949450" y="6496050"/>
          <p14:tracePt t="148375" x="2254250" y="6540500"/>
          <p14:tracePt t="148390" x="2343150" y="6540500"/>
          <p14:tracePt t="148403" x="2438400" y="6534150"/>
          <p14:tracePt t="148420" x="2590800" y="6534150"/>
          <p14:tracePt t="148437" x="2654300" y="6521450"/>
          <p14:tracePt t="148453" x="2768600" y="6521450"/>
          <p14:tracePt t="148469" x="2876550" y="6521450"/>
          <p14:tracePt t="148487" x="2965450" y="6521450"/>
          <p14:tracePt t="148503" x="3016250" y="6521450"/>
          <p14:tracePt t="148520" x="3111500" y="6515100"/>
          <p14:tracePt t="148536" x="3200400" y="6515100"/>
          <p14:tracePt t="148552" x="3263900" y="6515100"/>
          <p14:tracePt t="148569" x="3365500" y="6515100"/>
          <p14:tracePt t="148586" x="3498850" y="6527800"/>
          <p14:tracePt t="148602" x="3562350" y="6527800"/>
          <p14:tracePt t="148620" x="3689350" y="6521450"/>
          <p14:tracePt t="148635" x="3784600" y="6521450"/>
          <p14:tracePt t="148652" x="3810000" y="6521450"/>
          <p14:tracePt t="148669" x="3873500" y="6527800"/>
          <p14:tracePt t="148685" x="3898900" y="6540500"/>
          <p14:tracePt t="148702" x="3949700" y="6546850"/>
          <p14:tracePt t="148719" x="4000500" y="6553200"/>
          <p14:tracePt t="148735" x="4025900" y="6553200"/>
          <p14:tracePt t="148752" x="4076700" y="6565900"/>
          <p14:tracePt t="148768" x="4121150" y="6572250"/>
          <p14:tracePt t="148785" x="4140200" y="6578600"/>
          <p14:tracePt t="148802" x="4184650" y="6591300"/>
          <p14:tracePt t="148818" x="4222750" y="6604000"/>
          <p14:tracePt t="148835" x="4241800" y="6610350"/>
          <p14:tracePt t="148851" x="4286250" y="6616700"/>
          <p14:tracePt t="148868" x="4311650" y="6616700"/>
          <p14:tracePt t="148884" x="4318000" y="6623050"/>
          <p14:tracePt t="148928" x="4311650" y="6623050"/>
          <p14:tracePt t="148936" x="4305300" y="6623050"/>
          <p14:tracePt t="148949" x="4292600" y="6623050"/>
          <p14:tracePt t="148956" x="4279900" y="6623050"/>
          <p14:tracePt t="148971" x="4267200" y="6623050"/>
          <p14:tracePt t="148985" x="4210050" y="6623050"/>
          <p14:tracePt t="149001" x="4165600" y="6610350"/>
          <p14:tracePt t="149017" x="4076700" y="6610350"/>
          <p14:tracePt t="149034" x="3822700" y="6591300"/>
          <p14:tracePt t="149051" x="3524250" y="6559550"/>
          <p14:tracePt t="149068" x="3359150" y="6546850"/>
          <p14:tracePt t="149083" x="3048000" y="6508750"/>
          <p14:tracePt t="149100" x="2781300" y="6477000"/>
          <p14:tracePt t="149118" x="2590800" y="6457950"/>
          <p14:tracePt t="149134" x="2527300" y="6445250"/>
          <p14:tracePt t="149151" x="2432050" y="6438900"/>
          <p14:tracePt t="149167" x="2406650" y="6438900"/>
          <p14:tracePt t="149184" x="2400300" y="6438900"/>
          <p14:tracePt t="149230" x="2400300" y="6432550"/>
          <p14:tracePt t="149251" x="2406650" y="6432550"/>
          <p14:tracePt t="149258" x="2419350" y="6432550"/>
          <p14:tracePt t="149267" x="2432050" y="6432550"/>
          <p14:tracePt t="149283" x="2444750" y="6426200"/>
          <p14:tracePt t="149300" x="2501900" y="6419850"/>
          <p14:tracePt t="149316" x="2559050" y="6400800"/>
          <p14:tracePt t="149333" x="2724150" y="6394450"/>
          <p14:tracePt t="149350" x="2940050" y="6375400"/>
          <p14:tracePt t="149367" x="3079750" y="6375400"/>
          <p14:tracePt t="149384" x="3346450" y="6362700"/>
          <p14:tracePt t="149399" x="3556000" y="6362700"/>
          <p14:tracePt t="149416" x="3663950" y="6350000"/>
          <p14:tracePt t="149434" x="3803650" y="6330950"/>
          <p14:tracePt t="149449" x="3898900" y="6324600"/>
          <p14:tracePt t="149466" x="3917950" y="6324600"/>
          <p14:tracePt t="149483" x="3937000" y="6324600"/>
          <p14:tracePt t="149503" x="3937000" y="6318250"/>
          <p14:tracePt t="149525" x="3924300" y="6318250"/>
          <p14:tracePt t="149539" x="3911600" y="6318250"/>
          <p14:tracePt t="149549" x="3898900" y="6324600"/>
          <p14:tracePt t="149567" x="3848100" y="6337300"/>
          <p14:tracePt t="149582" x="3708400" y="6350000"/>
          <p14:tracePt t="149599" x="3619500" y="6350000"/>
          <p14:tracePt t="149616" x="3378200" y="6356350"/>
          <p14:tracePt t="149632" x="3124200" y="6356350"/>
          <p14:tracePt t="149649" x="3022600" y="6356350"/>
          <p14:tracePt t="149666" x="2857500" y="6356350"/>
          <p14:tracePt t="149683" x="2774950" y="6356350"/>
          <p14:tracePt t="149699" x="2755900" y="6350000"/>
          <p14:tracePt t="149715" x="2743200" y="6350000"/>
          <p14:tracePt t="149742" x="2749550" y="6350000"/>
          <p14:tracePt t="149751" x="2762250" y="6350000"/>
          <p14:tracePt t="149765" x="2781300" y="6350000"/>
          <p14:tracePt t="149782" x="2851150" y="6350000"/>
          <p14:tracePt t="149798" x="3003550" y="6337300"/>
          <p14:tracePt t="149815" x="3117850" y="6337300"/>
          <p14:tracePt t="149831" x="3390900" y="6330950"/>
          <p14:tracePt t="149848" x="3549650" y="6318250"/>
          <p14:tracePt t="149865" x="3829050" y="6292850"/>
          <p14:tracePt t="149869" x="3943350" y="6286500"/>
          <p14:tracePt t="149884" x="4044950" y="6286500"/>
          <p14:tracePt t="149900" x="4197350" y="6273800"/>
          <p14:tracePt t="149914" x="4254500" y="6273800"/>
          <p14:tracePt t="149932" x="4318000" y="6273800"/>
          <p14:tracePt t="149948" x="4337050" y="6273800"/>
          <p14:tracePt t="149965" x="4362450" y="6273800"/>
          <p14:tracePt t="149982" x="4381500" y="6273800"/>
          <p14:tracePt t="149998" x="4387850" y="6273800"/>
          <p14:tracePt t="150093" x="4387850" y="6267450"/>
          <p14:tracePt t="150149" x="4381500" y="6273800"/>
          <p14:tracePt t="150163" x="4381500" y="6280150"/>
          <p14:tracePt t="150170" x="4375150" y="6286500"/>
          <p14:tracePt t="150180" x="4375150" y="6299200"/>
          <p14:tracePt t="150198" x="4375150" y="6305550"/>
          <p14:tracePt t="151557" x="4356100" y="6254750"/>
          <p14:tracePt t="151564" x="4305300" y="6159500"/>
          <p14:tracePt t="151579" x="4254500" y="6070600"/>
          <p14:tracePt t="151592" x="4127500" y="5810250"/>
          <p14:tracePt t="151608" x="4038600" y="5664200"/>
          <p14:tracePt t="151625" x="3956050" y="5530850"/>
          <p14:tracePt t="151642" x="3562350" y="4978400"/>
          <p14:tracePt t="151658" x="3416300" y="4794250"/>
          <p14:tracePt t="151676" x="3111500" y="4413250"/>
          <p14:tracePt t="151691" x="2901950" y="4191000"/>
          <p14:tracePt t="151708" x="2616200" y="3867150"/>
          <p14:tracePt t="151725" x="1873250" y="3200400"/>
          <p14:tracePt t="151741" x="1079500" y="2540000"/>
          <p14:tracePt t="151758" x="742950" y="2286000"/>
          <p14:tracePt t="151775" x="25400" y="1841500"/>
          <p14:tracePt t="154548" x="4508500" y="3816350"/>
          <p14:tracePt t="154555" x="4527550" y="3873500"/>
          <p14:tracePt t="154564" x="4533900" y="3924300"/>
          <p14:tracePt t="154581" x="4552950" y="4070350"/>
          <p14:tracePt t="154598" x="4603750" y="4305300"/>
          <p14:tracePt t="154615" x="4622800" y="4457700"/>
          <p14:tracePt t="154632" x="4641850" y="4616450"/>
          <p14:tracePt t="154648" x="4692650" y="4813300"/>
          <p14:tracePt t="154664" x="4718050" y="4984750"/>
          <p14:tracePt t="154682" x="4781550" y="5245100"/>
          <p14:tracePt t="154698" x="4806950" y="5391150"/>
          <p14:tracePt t="154714" x="4845050" y="5524500"/>
          <p14:tracePt t="154731" x="4864100" y="5676900"/>
          <p14:tracePt t="154748" x="4883150" y="5772150"/>
          <p14:tracePt t="154765" x="4921250" y="5861050"/>
          <p14:tracePt t="154781" x="4933950" y="5899150"/>
          <p14:tracePt t="154797" x="4959350" y="5943600"/>
          <p14:tracePt t="154801" x="4965700" y="5956300"/>
          <p14:tracePt t="154815" x="4978400" y="5981700"/>
          <p14:tracePt t="154830" x="4991100" y="6000750"/>
          <p14:tracePt t="154847" x="4997450" y="6013450"/>
          <p14:tracePt t="154864" x="5003800" y="6019800"/>
          <p14:tracePt t="154880" x="5010150" y="6026150"/>
          <p14:tracePt t="154897" x="5016500" y="6032500"/>
          <p14:tracePt t="154914" x="5029200" y="6045200"/>
          <p14:tracePt t="154930" x="5041900" y="6057900"/>
          <p14:tracePt t="154947" x="5054600" y="6076950"/>
          <p14:tracePt t="154964" x="5067300" y="6096000"/>
          <p14:tracePt t="154980" x="5086350" y="6115050"/>
          <p14:tracePt t="154997" x="5111750" y="6146800"/>
          <p14:tracePt t="155013" x="5130800" y="6165850"/>
          <p14:tracePt t="155030" x="5143500" y="6178550"/>
          <p14:tracePt t="155047" x="5175250" y="6197600"/>
          <p14:tracePt t="155064" x="5194300" y="6216650"/>
          <p14:tracePt t="155080" x="5207000" y="6235700"/>
          <p14:tracePt t="155097" x="5232400" y="6261100"/>
          <p14:tracePt t="155113" x="5245100" y="6280150"/>
          <p14:tracePt t="155130" x="5257800" y="6305550"/>
          <p14:tracePt t="155146" x="5264150" y="6311900"/>
          <p14:tracePt t="155163" x="5270500" y="6324600"/>
          <p14:tracePt t="155180" x="5283200" y="6343650"/>
          <p14:tracePt t="155196" x="5289550" y="6343650"/>
          <p14:tracePt t="155213" x="5289550" y="6356350"/>
          <p14:tracePt t="155229" x="5295900" y="6362700"/>
          <p14:tracePt t="155246" x="5295900" y="6369050"/>
          <p14:tracePt t="155263" x="5295900" y="6375400"/>
          <p14:tracePt t="155341" x="5295900" y="6381750"/>
          <p14:tracePt t="155509" x="5302250" y="6381750"/>
          <p14:tracePt t="155538" x="5308600" y="6381750"/>
          <p14:tracePt t="157086" x="5302250" y="6375400"/>
          <p14:tracePt t="157093" x="5302250" y="6369050"/>
          <p14:tracePt t="157109" x="5295900" y="6362700"/>
          <p14:tracePt t="157122" x="5289550" y="6356350"/>
          <p14:tracePt t="157139" x="5283200" y="6350000"/>
          <p14:tracePt t="157156" x="5270500" y="6350000"/>
          <p14:tracePt t="157172" x="5264150" y="6343650"/>
          <p14:tracePt t="157189" x="5251450" y="6330950"/>
          <p14:tracePt t="157206" x="5238750" y="6318250"/>
          <p14:tracePt t="157222" x="5226050" y="6305550"/>
          <p14:tracePt t="157239" x="5207000" y="6286500"/>
          <p14:tracePt t="157256" x="5181600" y="6273800"/>
          <p14:tracePt t="157272" x="5156200" y="6248400"/>
          <p14:tracePt t="157289" x="5118100" y="6216650"/>
          <p14:tracePt t="157305" x="5086350" y="6191250"/>
          <p14:tracePt t="157322" x="5060950" y="6159500"/>
          <p14:tracePt t="157339" x="5016500" y="6134100"/>
          <p14:tracePt t="157355" x="4997450" y="6115050"/>
          <p14:tracePt t="157358" x="4984750" y="6108700"/>
          <p14:tracePt t="157372" x="4978400" y="6102350"/>
          <p14:tracePt t="157389" x="4959350" y="6096000"/>
          <p14:tracePt t="157405" x="4953000" y="6089650"/>
          <p14:tracePt t="157422" x="4946650" y="6076950"/>
          <p14:tracePt t="157438" x="4933950" y="6070600"/>
          <p14:tracePt t="157455" x="4927600" y="6064250"/>
          <p14:tracePt t="157472" x="4921250" y="6064250"/>
          <p14:tracePt t="157535" x="4914900" y="6057900"/>
          <p14:tracePt t="157584" x="4914900" y="6051550"/>
          <p14:tracePt t="157626" x="4914900" y="6045200"/>
          <p14:tracePt t="157676" x="4908550" y="6038850"/>
          <p14:tracePt t="157704" x="4908550" y="6032500"/>
          <p14:tracePt t="157725" x="4908550" y="6026150"/>
          <p14:tracePt t="157753" x="4908550" y="6019800"/>
          <p14:tracePt t="157774" x="4908550" y="6013450"/>
          <p14:tracePt t="157788" x="4908550" y="6007100"/>
          <p14:tracePt t="157795" x="4908550" y="6000750"/>
          <p14:tracePt t="157809" x="4908550" y="5994400"/>
          <p14:tracePt t="157823" x="4908550" y="5988050"/>
          <p14:tracePt t="157858" x="4908550" y="5981700"/>
          <p14:tracePt t="157864" x="4908550" y="5975350"/>
          <p14:tracePt t="157888" x="4908550" y="5969000"/>
          <p14:tracePt t="157893" x="4908550" y="5962650"/>
          <p14:tracePt t="157913" x="4908550" y="5956300"/>
          <p14:tracePt t="157963" x="4902200" y="5949950"/>
          <p14:tracePt t="157984" x="4902200" y="5943600"/>
          <p14:tracePt t="158026" x="4902200" y="5937250"/>
          <p14:tracePt t="158068" x="4902200" y="5930900"/>
          <p14:tracePt t="158096" x="4902200" y="5924550"/>
          <p14:tracePt t="158104" x="4902200" y="5918200"/>
          <p14:tracePt t="158146" x="4902200" y="5911850"/>
          <p14:tracePt t="158174" x="4902200" y="5905500"/>
          <p14:tracePt t="158195" x="4902200" y="5899150"/>
          <p14:tracePt t="158756" x="4895850" y="5899150"/>
          <p14:tracePt t="158777" x="4889500" y="5899150"/>
          <p14:tracePt t="158791" x="4883150" y="5905500"/>
          <p14:tracePt t="158805" x="4876800" y="5905500"/>
          <p14:tracePt t="158819" x="4870450" y="5905500"/>
          <p14:tracePt t="158826" x="4857750" y="5905500"/>
          <p14:tracePt t="158836" x="4845050" y="5911850"/>
          <p14:tracePt t="158850" x="4794250" y="5911850"/>
          <p14:tracePt t="158867" x="4718050" y="5911850"/>
          <p14:tracePt t="158870" x="4667250" y="5911850"/>
          <p14:tracePt t="158883" x="4514850" y="5905500"/>
          <p14:tracePt t="158900" x="4349750" y="5899150"/>
          <p14:tracePt t="158919" x="4032250" y="5886450"/>
          <p14:tracePt t="158932" x="3803650" y="5886450"/>
          <p14:tracePt t="158950" x="3613150" y="5886450"/>
          <p14:tracePt t="158967" x="3384550" y="5867400"/>
          <p14:tracePt t="158984" x="3130550" y="5867400"/>
          <p14:tracePt t="159000" x="2984500" y="5854700"/>
          <p14:tracePt t="159016" x="2844800" y="5848350"/>
          <p14:tracePt t="159032" x="2762250" y="5835650"/>
          <p14:tracePt t="159050" x="2692400" y="5835650"/>
          <p14:tracePt t="159066" x="2616200" y="5829300"/>
          <p14:tracePt t="159083" x="2565400" y="5829300"/>
          <p14:tracePt t="159100" x="2482850" y="5829300"/>
          <p14:tracePt t="159116" x="2438400" y="5829300"/>
          <p14:tracePt t="159132" x="2406650" y="5829300"/>
          <p14:tracePt t="159149" x="2362200" y="5835650"/>
          <p14:tracePt t="159166" x="2336800" y="5835650"/>
          <p14:tracePt t="159182" x="2292350" y="5854700"/>
          <p14:tracePt t="159199" x="2235200" y="5861050"/>
          <p14:tracePt t="159216" x="2197100" y="5861050"/>
          <p14:tracePt t="159232" x="2152650" y="5867400"/>
          <p14:tracePt t="159248" x="2070100" y="5880100"/>
          <p14:tracePt t="159265" x="2032000" y="5886450"/>
          <p14:tracePt t="159283" x="1962150" y="5899150"/>
          <p14:tracePt t="159299" x="1911350" y="5918200"/>
          <p14:tracePt t="159316" x="1854200" y="5924550"/>
          <p14:tracePt t="159332" x="1752600" y="5937250"/>
          <p14:tracePt t="159348" x="1676400" y="5943600"/>
          <p14:tracePt t="159365" x="1568450" y="5962650"/>
          <p14:tracePt t="159382" x="1422400" y="5975350"/>
          <p14:tracePt t="159398" x="1358900" y="5975350"/>
          <p14:tracePt t="159416" x="1244600" y="6007100"/>
          <p14:tracePt t="159431" x="1187450" y="6013450"/>
          <p14:tracePt t="159448" x="1136650" y="6032500"/>
          <p14:tracePt t="159465" x="1073150" y="6045200"/>
          <p14:tracePt t="159481" x="1047750" y="6045200"/>
          <p14:tracePt t="159498" x="1016000" y="6045200"/>
          <p14:tracePt t="159515" x="977900" y="6083300"/>
          <p14:tracePt t="159531" x="965200" y="6089650"/>
          <p14:tracePt t="159548" x="946150" y="6089650"/>
          <p14:tracePt t="159565" x="939800" y="6096000"/>
          <p14:tracePt t="159581" x="933450" y="6102350"/>
          <p14:tracePt t="159599" x="920750" y="6127750"/>
          <p14:tracePt t="159614" x="914400" y="6153150"/>
          <p14:tracePt t="160150" x="914400" y="6146800"/>
          <p14:tracePt t="160156" x="914400" y="6140450"/>
          <p14:tracePt t="160165" x="920750" y="6127750"/>
          <p14:tracePt t="160179" x="920750" y="6108700"/>
          <p14:tracePt t="160195" x="927100" y="6083300"/>
          <p14:tracePt t="160212" x="933450" y="6051550"/>
          <p14:tracePt t="160228" x="933450" y="6038850"/>
          <p14:tracePt t="160245" x="939800" y="6026150"/>
          <p14:tracePt t="160262" x="939800" y="6013450"/>
          <p14:tracePt t="160278" x="939800" y="6007100"/>
          <p14:tracePt t="160295" x="939800" y="5994400"/>
          <p14:tracePt t="160312" x="946150" y="5988050"/>
          <p14:tracePt t="160328" x="946150" y="5981700"/>
          <p14:tracePt t="160345" x="946150" y="5975350"/>
          <p14:tracePt t="160362" x="946150" y="5969000"/>
          <p14:tracePt t="160388" x="946150" y="5962650"/>
          <p14:tracePt t="160409" x="952500" y="5956300"/>
          <p14:tracePt t="160430" x="952500" y="5949950"/>
          <p14:tracePt t="160451" x="952500" y="5943600"/>
          <p14:tracePt t="160479" x="952500" y="5937250"/>
          <p14:tracePt t="160543" x="952500" y="5943600"/>
          <p14:tracePt t="160571" x="952500" y="5956300"/>
          <p14:tracePt t="160585" x="952500" y="5962650"/>
          <p14:tracePt t="160592" x="952500" y="5969000"/>
          <p14:tracePt t="160599" x="952500" y="5975350"/>
          <p14:tracePt t="160610" x="952500" y="5981700"/>
          <p14:tracePt t="160627" x="952500" y="6026150"/>
          <p14:tracePt t="160644" x="952500" y="6070600"/>
          <p14:tracePt t="160660" x="952500" y="6115050"/>
          <p14:tracePt t="160677" x="952500" y="6178550"/>
          <p14:tracePt t="160694" x="952500" y="6216650"/>
          <p14:tracePt t="160711" x="952500" y="6254750"/>
          <p14:tracePt t="160727" x="952500" y="6267450"/>
          <p14:tracePt t="160743" x="946150" y="6280150"/>
          <p14:tracePt t="160823" x="946150" y="6273800"/>
          <p14:tracePt t="160830" x="946150" y="6267450"/>
          <p14:tracePt t="160846" x="946150" y="6261100"/>
          <p14:tracePt t="160860" x="946150" y="6254750"/>
          <p14:tracePt t="160876" x="946150" y="6235700"/>
          <p14:tracePt t="160894" x="939800" y="6184900"/>
          <p14:tracePt t="160909" x="939800" y="6134100"/>
          <p14:tracePt t="160926" x="939800" y="6076950"/>
          <p14:tracePt t="160943" x="939800" y="5994400"/>
          <p14:tracePt t="160959" x="933450" y="5943600"/>
          <p14:tracePt t="160975" x="933450" y="5911850"/>
          <p14:tracePt t="160993" x="933450" y="5886450"/>
          <p14:tracePt t="161009" x="933450" y="5873750"/>
          <p14:tracePt t="161026" x="933450" y="5867400"/>
          <p14:tracePt t="161043" x="933450" y="5861050"/>
          <p14:tracePt t="161076" x="927100" y="5854700"/>
          <p14:tracePt t="161132" x="927100" y="5861050"/>
          <p14:tracePt t="161146" x="927100" y="5867400"/>
          <p14:tracePt t="161153" x="927100" y="5873750"/>
          <p14:tracePt t="161167" x="927100" y="5880100"/>
          <p14:tracePt t="161176" x="927100" y="5886450"/>
          <p14:tracePt t="161195" x="927100" y="5892800"/>
          <p14:tracePt t="161209" x="927100" y="5899150"/>
          <p14:tracePt t="161225" x="927100" y="5924550"/>
          <p14:tracePt t="161242" x="927100" y="5943600"/>
          <p14:tracePt t="161258" x="927100" y="6013450"/>
          <p14:tracePt t="161275" x="933450" y="6089650"/>
          <p14:tracePt t="161292" x="933450" y="6134100"/>
          <p14:tracePt t="161309" x="939800" y="6178550"/>
          <p14:tracePt t="161325" x="939800" y="6203950"/>
          <p14:tracePt t="161342" x="939800" y="6216650"/>
          <p14:tracePt t="161358" x="939800" y="6229350"/>
          <p14:tracePt t="161413" x="939800" y="6223000"/>
          <p14:tracePt t="161427" x="939800" y="6216650"/>
          <p14:tracePt t="161434" x="939800" y="6210300"/>
          <p14:tracePt t="161448" x="939800" y="6203950"/>
          <p14:tracePt t="161457" x="946150" y="6191250"/>
          <p14:tracePt t="161474" x="946150" y="6172200"/>
          <p14:tracePt t="161491" x="946150" y="6096000"/>
          <p14:tracePt t="161507" x="946150" y="6013450"/>
          <p14:tracePt t="161525" x="958850" y="5962650"/>
          <p14:tracePt t="161541" x="958850" y="5880100"/>
          <p14:tracePt t="161558" x="958850" y="5835650"/>
          <p14:tracePt t="161575" x="958850" y="5803900"/>
          <p14:tracePt t="161591" x="958850" y="5791200"/>
          <p14:tracePt t="161607" x="965200" y="5791200"/>
          <p14:tracePt t="161640" x="965200" y="5797550"/>
          <p14:tracePt t="161657" x="965200" y="5810250"/>
          <p14:tracePt t="161674" x="965200" y="5835650"/>
          <p14:tracePt t="161690" x="965200" y="5842000"/>
          <p14:tracePt t="161708" x="965200" y="5867400"/>
          <p14:tracePt t="161723" x="965200" y="5886450"/>
          <p14:tracePt t="161740" x="965200" y="5956300"/>
          <p14:tracePt t="161758" x="952500" y="6051550"/>
          <p14:tracePt t="161774" x="946150" y="6089650"/>
          <p14:tracePt t="161790" x="946150" y="6159500"/>
          <p14:tracePt t="161807" x="939800" y="6178550"/>
          <p14:tracePt t="161823" x="939800" y="6184900"/>
          <p14:tracePt t="161840" x="933450" y="6191250"/>
          <p14:tracePt t="161883" x="933450" y="6184900"/>
          <p14:tracePt t="161904" x="933450" y="6178550"/>
          <p14:tracePt t="161918" x="933450" y="6172200"/>
          <p14:tracePt t="161926" x="933450" y="6159500"/>
          <p14:tracePt t="161942" x="933450" y="6153150"/>
          <p14:tracePt t="161956" x="933450" y="6140450"/>
          <p14:tracePt t="161973" x="933450" y="6115050"/>
          <p14:tracePt t="161990" x="933450" y="6057900"/>
          <p14:tracePt t="162006" x="939800" y="6019800"/>
          <p14:tracePt t="162023" x="939800" y="5930900"/>
          <p14:tracePt t="162039" x="946150" y="5835650"/>
          <p14:tracePt t="162056" x="946150" y="5797550"/>
          <p14:tracePt t="162073" x="958850" y="5746750"/>
          <p14:tracePt t="162089" x="965200" y="5715000"/>
          <p14:tracePt t="162106" x="965200" y="5708650"/>
          <p14:tracePt t="162150" x="965200" y="5721350"/>
          <p14:tracePt t="162158" x="965200" y="5727700"/>
          <p14:tracePt t="162172" x="965200" y="5740400"/>
          <p14:tracePt t="162188" x="965200" y="5753100"/>
          <p14:tracePt t="162205" x="965200" y="5765800"/>
          <p14:tracePt t="162222" x="965200" y="5791200"/>
          <p14:tracePt t="162238" x="965200" y="5803900"/>
          <p14:tracePt t="162255" x="958850" y="5911850"/>
          <p14:tracePt t="162271" x="952500" y="5949950"/>
          <p14:tracePt t="162288" x="952500" y="5988050"/>
          <p14:tracePt t="162305" x="946150" y="6070600"/>
          <p14:tracePt t="162322" x="946150" y="6083300"/>
          <p14:tracePt t="162338" x="946150" y="6089650"/>
          <p14:tracePt t="162355" x="946150" y="6096000"/>
          <p14:tracePt t="162371" x="946150" y="6102350"/>
          <p14:tracePt t="162431" x="946150" y="6096000"/>
          <p14:tracePt t="162445" x="946150" y="6089650"/>
          <p14:tracePt t="162466" x="946150" y="6083300"/>
          <p14:tracePt t="162487" x="946150" y="6076950"/>
          <p14:tracePt t="162501" x="952500" y="6070600"/>
          <p14:tracePt t="162508" x="952500" y="6064250"/>
          <p14:tracePt t="162523" x="952500" y="6051550"/>
          <p14:tracePt t="162537" x="958850" y="6019800"/>
          <p14:tracePt t="162554" x="965200" y="6000750"/>
          <p14:tracePt t="162571" x="971550" y="5918200"/>
          <p14:tracePt t="162587" x="990600" y="5835650"/>
          <p14:tracePt t="162604" x="996950" y="5784850"/>
          <p14:tracePt t="162621" x="1003300" y="5734050"/>
          <p14:tracePt t="162637" x="1003300" y="5715000"/>
          <p14:tracePt t="162653" x="1009650" y="5695950"/>
          <p14:tracePt t="162690" x="1009650" y="5702300"/>
          <p14:tracePt t="162704" x="1009650" y="5708650"/>
          <p14:tracePt t="162720" x="1009650" y="5721350"/>
          <p14:tracePt t="162737" x="1009650" y="5734050"/>
          <p14:tracePt t="162754" x="1009650" y="5759450"/>
          <p14:tracePt t="162770" x="1016000" y="5810250"/>
          <p14:tracePt t="162786" x="1016000" y="5835650"/>
          <p14:tracePt t="162803" x="1016000" y="5924550"/>
          <p14:tracePt t="162820" x="1016000" y="6000750"/>
          <p14:tracePt t="162836" x="1016000" y="6032500"/>
          <p14:tracePt t="162854" x="1022350" y="6070600"/>
          <p14:tracePt t="162869" x="1022350" y="6089650"/>
          <p14:tracePt t="162887" x="1022350" y="6096000"/>
          <p14:tracePt t="162985" x="1028700" y="6096000"/>
          <p14:tracePt t="163020" x="1028700" y="6089650"/>
          <p14:tracePt t="163231" x="1035050" y="6089650"/>
          <p14:tracePt t="163761" x="1060450" y="6089650"/>
          <p14:tracePt t="163768" x="1098550" y="6089650"/>
          <p14:tracePt t="163782" x="1149350" y="6076950"/>
          <p14:tracePt t="163789" x="1193800" y="6070600"/>
          <p14:tracePt t="163803" x="1231900" y="6064250"/>
          <p14:tracePt t="163816" x="1289050" y="6051550"/>
          <p14:tracePt t="163832" x="1384300" y="6026150"/>
          <p14:tracePt t="163849" x="1460500" y="6007100"/>
          <p14:tracePt t="163866" x="1619250" y="5969000"/>
          <p14:tracePt t="163882" x="1714500" y="5943600"/>
          <p14:tracePt t="163899" x="1816100" y="5924550"/>
          <p14:tracePt t="163916" x="2044700" y="5886450"/>
          <p14:tracePt t="163932" x="2209800" y="5861050"/>
          <p14:tracePt t="163936" x="2400300" y="5848350"/>
          <p14:tracePt t="163952" x="2609850" y="5835650"/>
          <p14:tracePt t="163966" x="2895600" y="5835650"/>
          <p14:tracePt t="163982" x="3181350" y="5835650"/>
          <p14:tracePt t="164000" x="3733800" y="5842000"/>
          <p14:tracePt t="164016" x="3994150" y="5835650"/>
          <p14:tracePt t="164032" x="4229100" y="5835650"/>
          <p14:tracePt t="164049" x="4533900" y="5822950"/>
          <p14:tracePt t="164065" x="4648200" y="5816600"/>
          <p14:tracePt t="164082" x="4749800" y="5803900"/>
          <p14:tracePt t="164099" x="4889500" y="5791200"/>
          <p14:tracePt t="164115" x="4946650" y="5784850"/>
          <p14:tracePt t="164132" x="5029200" y="5778500"/>
          <p14:tracePt t="164148" x="5111750" y="5765800"/>
          <p14:tracePt t="164165" x="5137150" y="5765800"/>
          <p14:tracePt t="164182" x="5143500" y="576580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3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3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1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spc="-100" dirty="0">
                <a:solidFill>
                  <a:srgbClr val="009999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_(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if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spc="-3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3200" spc="-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3200" spc="-5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3200" spc="-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1: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se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S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o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p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It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e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rat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io</a:t>
            </a:r>
            <a:r>
              <a:rPr lang="en-US" altLang="en-US" sz="3200" spc="-500" dirty="0" err="1">
                <a:solidFill>
                  <a:srgbClr val="FF00FF"/>
                </a:solidFill>
                <a:latin typeface="Lucida Sans" panose="020B0602030504020204" pitchFamily="34" charset="0"/>
              </a:rPr>
              <a:t>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-=1;return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.c+1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73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97384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3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_(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if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spc="-3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3200" spc="-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3200" spc="-5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3200" spc="-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1: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se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S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o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p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It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e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rat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io</a:t>
            </a:r>
            <a:r>
              <a:rPr lang="en-US" altLang="en-US" sz="3200" spc="-500" dirty="0" err="1">
                <a:solidFill>
                  <a:srgbClr val="FF00FF"/>
                </a:solidFill>
                <a:latin typeface="Lucida Sans" panose="020B0602030504020204" pitchFamily="34" charset="0"/>
              </a:rPr>
              <a:t>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-=1;return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.c+1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73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</p:txBody>
      </p:sp>
      <p:sp>
        <p:nvSpPr>
          <p:cNvPr id="4" name="Rectangle 3"/>
          <p:cNvSpPr/>
          <p:nvPr/>
        </p:nvSpPr>
        <p:spPr>
          <a:xfrm>
            <a:off x="485165" y="6246743"/>
            <a:ext cx="925253" cy="61125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32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416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3365"/>
    </mc:Choice>
    <mc:Fallback xmlns="">
      <p:transition advTm="533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22" x="4381500" y="3778250"/>
          <p14:tracePt t="828" x="4324350" y="3803650"/>
          <p14:tracePt t="836" x="4260850" y="3841750"/>
          <p14:tracePt t="850" x="4095750" y="3937000"/>
          <p14:tracePt t="866" x="3879850" y="4076700"/>
          <p14:tracePt t="883" x="3619500" y="4241800"/>
          <p14:tracePt t="900" x="3295650" y="4476750"/>
          <p14:tracePt t="916" x="3092450" y="4616450"/>
          <p14:tracePt t="933" x="2749550" y="4787900"/>
          <p14:tracePt t="949" x="2571750" y="4902200"/>
          <p14:tracePt t="966" x="2406650" y="5016500"/>
          <p14:tracePt t="983" x="2178050" y="5137150"/>
          <p14:tracePt t="999" x="2051050" y="5200650"/>
          <p14:tracePt t="1016" x="1968500" y="5276850"/>
          <p14:tracePt t="1032" x="1879600" y="5359400"/>
          <p14:tracePt t="1049" x="1835150" y="5403850"/>
          <p14:tracePt t="1067" x="1797050" y="5492750"/>
          <p14:tracePt t="1082" x="1739900" y="5537200"/>
          <p14:tracePt t="1099" x="1682750" y="5588000"/>
          <p14:tracePt t="1116" x="1593850" y="5670550"/>
          <p14:tracePt t="1132" x="1504950" y="5721350"/>
          <p14:tracePt t="1151" x="1441450" y="5753100"/>
          <p14:tracePt t="1166" x="1358900" y="5797550"/>
          <p14:tracePt t="1182" x="1308100" y="5822950"/>
          <p14:tracePt t="1198" x="1244600" y="5842000"/>
          <p14:tracePt t="1215" x="1155700" y="5867400"/>
          <p14:tracePt t="1232" x="1104900" y="5886450"/>
          <p14:tracePt t="1249" x="1066800" y="5886450"/>
          <p14:tracePt t="1265" x="1041400" y="5886450"/>
          <p14:tracePt t="1281" x="1028700" y="5892800"/>
          <p14:tracePt t="1299" x="1016000" y="5892800"/>
          <p14:tracePt t="1315" x="1009650" y="5905500"/>
          <p14:tracePt t="1331" x="996950" y="5911850"/>
          <p14:tracePt t="1348" x="984250" y="5924550"/>
          <p14:tracePt t="1365" x="984250" y="5930900"/>
          <p14:tracePt t="1382" x="971550" y="5943600"/>
          <p14:tracePt t="1397" x="958850" y="5962650"/>
          <p14:tracePt t="1414" x="952500" y="5962650"/>
          <p14:tracePt t="1432" x="946150" y="5981700"/>
          <p14:tracePt t="1447" x="946150" y="5988050"/>
          <p14:tracePt t="1464" x="933450" y="6000750"/>
          <p14:tracePt t="1481" x="920750" y="6007100"/>
          <p14:tracePt t="1497" x="914400" y="6019800"/>
          <p14:tracePt t="1514" x="901700" y="6038850"/>
          <p14:tracePt t="1531" x="895350" y="6057900"/>
          <p14:tracePt t="1547" x="889000" y="6076950"/>
          <p14:tracePt t="1565" x="876300" y="6096000"/>
          <p14:tracePt t="1580" x="869950" y="6102350"/>
          <p14:tracePt t="1597" x="869950" y="6108700"/>
          <p14:tracePt t="1614" x="863600" y="6115050"/>
          <p14:tracePt t="1647" x="863600" y="6127750"/>
          <p14:tracePt t="1680" x="863600" y="6134100"/>
          <p14:tracePt t="1775" x="863600" y="6140450"/>
          <p14:tracePt t="2598" x="863600" y="6127750"/>
          <p14:tracePt t="2604" x="876300" y="6096000"/>
          <p14:tracePt t="2613" x="882650" y="6064250"/>
          <p14:tracePt t="2626" x="889000" y="6019800"/>
          <p14:tracePt t="2645" x="895350" y="5969000"/>
          <p14:tracePt t="2661" x="901700" y="5899150"/>
          <p14:tracePt t="2677" x="914400" y="5848350"/>
          <p14:tracePt t="2693" x="914400" y="5810250"/>
          <p14:tracePt t="2710" x="927100" y="5740400"/>
          <p14:tracePt t="2727" x="927100" y="5708650"/>
          <p14:tracePt t="2744" x="933450" y="5645150"/>
          <p14:tracePt t="2760" x="933450" y="5568950"/>
          <p14:tracePt t="2776" x="933450" y="5537200"/>
          <p14:tracePt t="2794" x="920750" y="5454650"/>
          <p14:tracePt t="2809" x="914400" y="5397500"/>
          <p14:tracePt t="2826" x="908050" y="5372100"/>
          <p14:tracePt t="2844" x="901700" y="5321300"/>
          <p14:tracePt t="2859" x="895350" y="5270500"/>
          <p14:tracePt t="2876" x="895350" y="5245100"/>
          <p14:tracePt t="2893" x="882650" y="5200650"/>
          <p14:tracePt t="2909" x="882650" y="5162550"/>
          <p14:tracePt t="2926" x="876300" y="5143500"/>
          <p14:tracePt t="2943" x="869950" y="5111750"/>
          <p14:tracePt t="2959" x="857250" y="5080000"/>
          <p14:tracePt t="2976" x="850900" y="5060950"/>
          <p14:tracePt t="2992" x="844550" y="5029200"/>
          <p14:tracePt t="3009" x="831850" y="5010150"/>
          <p14:tracePt t="3026" x="825500" y="4984750"/>
          <p14:tracePt t="3042" x="825500" y="4972050"/>
          <p14:tracePt t="3059" x="825500" y="4959350"/>
          <p14:tracePt t="3075" x="819150" y="4946650"/>
          <p14:tracePt t="3092" x="819150" y="4940300"/>
          <p14:tracePt t="3109" x="819150" y="4933950"/>
          <p14:tracePt t="3125" x="819150" y="4914900"/>
          <p14:tracePt t="3142" x="812800" y="4914900"/>
          <p14:tracePt t="3160" x="812800" y="4908550"/>
          <p14:tracePt t="3187" x="812800" y="4902200"/>
          <p14:tracePt t="3236" x="812800" y="4895850"/>
          <p14:tracePt t="3271" x="806450" y="4889500"/>
          <p14:tracePt t="3278" x="806450" y="4883150"/>
          <p14:tracePt t="3306" x="806450" y="4876800"/>
          <p14:tracePt t="3327" x="806450" y="4870450"/>
          <p14:tracePt t="3376" x="800100" y="4864100"/>
          <p14:tracePt t="3418" x="800100" y="4857750"/>
          <p14:tracePt t="4611" x="800100" y="4864100"/>
          <p14:tracePt t="4660" x="800100" y="4870450"/>
          <p14:tracePt t="4702" x="793750" y="4870450"/>
          <p14:tracePt t="4709" x="793750" y="4876800"/>
          <p14:tracePt t="4730" x="793750" y="4883150"/>
          <p14:tracePt t="4751" x="793750" y="4889500"/>
          <p14:tracePt t="4772" x="793750" y="4895850"/>
          <p14:tracePt t="4779" x="793750" y="4902200"/>
          <p14:tracePt t="4800" x="793750" y="4908550"/>
          <p14:tracePt t="4814" x="793750" y="4914900"/>
          <p14:tracePt t="4823" x="793750" y="4933950"/>
          <p14:tracePt t="4836" x="793750" y="4946650"/>
          <p14:tracePt t="4852" x="793750" y="4984750"/>
          <p14:tracePt t="4869" x="793750" y="5010150"/>
          <p14:tracePt t="4872" x="793750" y="5035550"/>
          <p14:tracePt t="4886" x="793750" y="5060950"/>
          <p14:tracePt t="4902" x="793750" y="5111750"/>
          <p14:tracePt t="4920" x="793750" y="5156200"/>
          <p14:tracePt t="4935" x="793750" y="5168900"/>
          <p14:tracePt t="4952" x="787400" y="5187950"/>
          <p14:tracePt t="4969" x="787400" y="5213350"/>
          <p14:tracePt t="4985" x="781050" y="5219700"/>
          <p14:tracePt t="5002" x="781050" y="5226050"/>
          <p14:tracePt t="5019" x="781050" y="5245100"/>
          <p14:tracePt t="5035" x="781050" y="5251450"/>
          <p14:tracePt t="5060" x="781050" y="5257800"/>
          <p14:tracePt t="5109" x="781050" y="5264150"/>
          <p14:tracePt t="5144" x="781050" y="5270500"/>
          <p14:tracePt t="5152" x="781050" y="5276850"/>
          <p14:tracePt t="5172" x="781050" y="5283200"/>
          <p14:tracePt t="5291" x="781050" y="5276850"/>
          <p14:tracePt t="5305" x="781050" y="5270500"/>
          <p14:tracePt t="5319" x="781050" y="5264150"/>
          <p14:tracePt t="5333" x="781050" y="5257800"/>
          <p14:tracePt t="5354" x="787400" y="5251450"/>
          <p14:tracePt t="5361" x="787400" y="5245100"/>
          <p14:tracePt t="5375" x="787400" y="5232400"/>
          <p14:tracePt t="5385" x="787400" y="5213350"/>
          <p14:tracePt t="5400" x="787400" y="5194300"/>
          <p14:tracePt t="5418" x="793750" y="5124450"/>
          <p14:tracePt t="5434" x="793750" y="5048250"/>
          <p14:tracePt t="5450" x="793750" y="4997450"/>
          <p14:tracePt t="5467" x="793750" y="4914900"/>
          <p14:tracePt t="5484" x="793750" y="4857750"/>
          <p14:tracePt t="5501" x="800100" y="4838700"/>
          <p14:tracePt t="5516" x="800100" y="4806950"/>
          <p14:tracePt t="5534" x="800100" y="4787900"/>
          <p14:tracePt t="5551" x="800100" y="4781550"/>
          <p14:tracePt t="5583" x="800100" y="4775200"/>
          <p14:tracePt t="5705" x="800100" y="4781550"/>
          <p14:tracePt t="5740" x="800100" y="4787900"/>
          <p14:tracePt t="5761" x="800100" y="4794250"/>
          <p14:tracePt t="5796" x="800100" y="4800600"/>
          <p14:tracePt t="5810" x="800100" y="4806950"/>
          <p14:tracePt t="5824" x="800100" y="4813300"/>
          <p14:tracePt t="5833" x="800100" y="4826000"/>
          <p14:tracePt t="5848" x="800100" y="4838700"/>
          <p14:tracePt t="5866" x="800100" y="4857750"/>
          <p14:tracePt t="5882" x="800100" y="4965700"/>
          <p14:tracePt t="5899" x="800100" y="5003800"/>
          <p14:tracePt t="5916" x="800100" y="5080000"/>
          <p14:tracePt t="5932" x="800100" y="5111750"/>
          <p14:tracePt t="5949" x="793750" y="5168900"/>
          <p14:tracePt t="5965" x="793750" y="5194300"/>
          <p14:tracePt t="5982" x="793750" y="5207000"/>
          <p14:tracePt t="5999" x="793750" y="5213350"/>
          <p14:tracePt t="6015" x="793750" y="5219700"/>
          <p14:tracePt t="6182" x="793750" y="5213350"/>
          <p14:tracePt t="6203" x="793750" y="5207000"/>
          <p14:tracePt t="6224" x="793750" y="5200650"/>
          <p14:tracePt t="6233" x="793750" y="5187950"/>
          <p14:tracePt t="6245" x="793750" y="5181600"/>
          <p14:tracePt t="6252" x="793750" y="5168900"/>
          <p14:tracePt t="6268" x="793750" y="5162550"/>
          <p14:tracePt t="6281" x="793750" y="5137150"/>
          <p14:tracePt t="6298" x="800100" y="5092700"/>
          <p14:tracePt t="6314" x="800100" y="5054600"/>
          <p14:tracePt t="6331" x="800100" y="4997450"/>
          <p14:tracePt t="6348" x="806450" y="4953000"/>
          <p14:tracePt t="6365" x="806450" y="4914900"/>
          <p14:tracePt t="6381" x="806450" y="4895850"/>
          <p14:tracePt t="6397" x="812800" y="4876800"/>
          <p14:tracePt t="6414" x="812800" y="4864100"/>
          <p14:tracePt t="6431" x="812800" y="4857750"/>
          <p14:tracePt t="6504" x="812800" y="4864100"/>
          <p14:tracePt t="6511" x="812800" y="4870450"/>
          <p14:tracePt t="6547" x="812800" y="4876800"/>
          <p14:tracePt t="6574" x="812800" y="4883150"/>
          <p14:tracePt t="6581" x="812800" y="4889500"/>
          <p14:tracePt t="6595" x="812800" y="4895850"/>
          <p14:tracePt t="6603" x="812800" y="4902200"/>
          <p14:tracePt t="6617" x="812800" y="4914900"/>
          <p14:tracePt t="6630" x="812800" y="4921250"/>
          <p14:tracePt t="6646" x="812800" y="4972050"/>
          <p14:tracePt t="6663" x="812800" y="4991100"/>
          <p14:tracePt t="6680" x="812800" y="5048250"/>
          <p14:tracePt t="6696" x="812800" y="5105400"/>
          <p14:tracePt t="6713" x="812800" y="5130800"/>
          <p14:tracePt t="6729" x="812800" y="5162550"/>
          <p14:tracePt t="6746" x="812800" y="5187950"/>
          <p14:tracePt t="6763" x="812800" y="5200650"/>
          <p14:tracePt t="6779" x="812800" y="5219700"/>
          <p14:tracePt t="6806" x="812800" y="5226050"/>
          <p14:tracePt t="6815" x="812800" y="5232400"/>
          <p14:tracePt t="6897" x="812800" y="5238750"/>
          <p14:tracePt t="6925" x="812800" y="5245100"/>
          <p14:tracePt t="6967" x="812800" y="5251450"/>
          <p14:tracePt t="6995" x="812800" y="5257800"/>
          <p14:tracePt t="8505" x="825500" y="5257800"/>
          <p14:tracePt t="8527" x="838200" y="5257800"/>
          <p14:tracePt t="8534" x="844550" y="5257800"/>
          <p14:tracePt t="8548" x="850900" y="5257800"/>
          <p14:tracePt t="8556" x="857250" y="5257800"/>
          <p14:tracePt t="8572" x="863600" y="5257800"/>
          <p14:tracePt t="8590" x="882650" y="5257800"/>
          <p14:tracePt t="8606" x="895350" y="5264150"/>
          <p14:tracePt t="8623" x="901700" y="5264150"/>
          <p14:tracePt t="8640" x="908050" y="5270500"/>
          <p14:tracePt t="8656" x="914400" y="5270500"/>
          <p14:tracePt t="8673" x="920750" y="5270500"/>
          <p14:tracePt t="8689" x="927100" y="5270500"/>
          <p14:tracePt t="8706" x="933450" y="5276850"/>
          <p14:tracePt t="8723" x="939800" y="5276850"/>
          <p14:tracePt t="8744" x="946150" y="5283200"/>
          <p14:tracePt t="8765" x="952500" y="5289550"/>
          <p14:tracePt t="8779" x="965200" y="5289550"/>
          <p14:tracePt t="8789" x="977900" y="5289550"/>
          <p14:tracePt t="8805" x="990600" y="5302250"/>
          <p14:tracePt t="8822" x="1022350" y="5314950"/>
          <p14:tracePt t="8839" x="1066800" y="5334000"/>
          <p14:tracePt t="8856" x="1117600" y="5365750"/>
          <p14:tracePt t="8871" x="1136650" y="5372100"/>
          <p14:tracePt t="8888" x="1162050" y="5384800"/>
          <p14:tracePt t="8906" x="1231900" y="5422900"/>
          <p14:tracePt t="8922" x="1263650" y="5435600"/>
          <p14:tracePt t="8938" x="1289050" y="5454650"/>
          <p14:tracePt t="8955" x="1358900" y="5492750"/>
          <p14:tracePt t="8971" x="1422400" y="5543550"/>
          <p14:tracePt t="8989" x="1454150" y="5556250"/>
          <p14:tracePt t="9004" x="1492250" y="5581650"/>
          <p14:tracePt t="9021" x="1517650" y="5594350"/>
          <p14:tracePt t="9039" x="1530350" y="5600700"/>
          <p14:tracePt t="9054" x="1530350" y="5607050"/>
          <p14:tracePt t="9071" x="1536700" y="5613400"/>
          <p14:tracePt t="9088" x="1549400" y="5619750"/>
          <p14:tracePt t="9121" x="1549400" y="5626100"/>
          <p14:tracePt t="9137" x="1555750" y="5626100"/>
          <p14:tracePt t="9154" x="1562100" y="5632450"/>
          <p14:tracePt t="9228" x="1568450" y="5638800"/>
          <p14:tracePt t="9249" x="1574800" y="5638800"/>
          <p14:tracePt t="9277" x="1581150" y="5638800"/>
          <p14:tracePt t="9312" x="1587500" y="5638800"/>
          <p14:tracePt t="9319" x="1593850" y="5638800"/>
          <p14:tracePt t="9396" x="1600200" y="5645150"/>
          <p14:tracePt t="9459" x="1600200" y="5651500"/>
          <p14:tracePt t="9521" x="1600200" y="5657850"/>
          <p14:tracePt t="9620" x="1600200" y="5664200"/>
          <p14:tracePt t="9662" x="1600200" y="5670550"/>
          <p14:tracePt t="9739" x="1593850" y="5670550"/>
          <p14:tracePt t="9760" x="1587500" y="5664200"/>
          <p14:tracePt t="9767" x="1581150" y="5664200"/>
          <p14:tracePt t="9781" x="1568450" y="5651500"/>
          <p14:tracePt t="9788" x="1555750" y="5638800"/>
          <p14:tracePt t="9805" x="1543050" y="5607050"/>
          <p14:tracePt t="9819" x="1479550" y="5530850"/>
          <p14:tracePt t="9836" x="1441450" y="5473700"/>
          <p14:tracePt t="9852" x="1371600" y="5308600"/>
          <p14:tracePt t="9868" x="1289050" y="5137150"/>
          <p14:tracePt t="9886" x="1250950" y="5067300"/>
          <p14:tracePt t="9901" x="1193800" y="4933950"/>
          <p14:tracePt t="9918" x="1174750" y="4876800"/>
          <p14:tracePt t="9936" x="1136650" y="4781550"/>
          <p14:tracePt t="9952" x="1136650" y="4762500"/>
          <p14:tracePt t="9955" x="1130300" y="4749800"/>
          <p14:tracePt t="9985" x="1130300" y="4737100"/>
          <p14:tracePt t="10018" x="1123950" y="4737100"/>
          <p14:tracePt t="10035" x="1117600" y="4737100"/>
          <p14:tracePt t="10051" x="1117600" y="4743450"/>
          <p14:tracePt t="10071" x="1117600" y="4749800"/>
          <p14:tracePt t="10084" x="1111250" y="4756150"/>
          <p14:tracePt t="10101" x="1111250" y="4762500"/>
          <p14:tracePt t="10139" x="1111250" y="4768850"/>
          <p14:tracePt t="10145" x="1111250" y="4775200"/>
          <p14:tracePt t="10201" x="1104900" y="4787900"/>
          <p14:tracePt t="10215" x="1104900" y="4794250"/>
          <p14:tracePt t="10236" x="1104900" y="4800600"/>
          <p14:tracePt t="10251" x="1104900" y="4806950"/>
          <p14:tracePt t="10272" x="1104900" y="4813300"/>
          <p14:tracePt t="10279" x="1111250" y="4819650"/>
          <p14:tracePt t="10293" x="1117600" y="4838700"/>
          <p14:tracePt t="10301" x="1130300" y="4851400"/>
          <p14:tracePt t="10317" x="1155700" y="4883150"/>
          <p14:tracePt t="10334" x="1219200" y="4940300"/>
          <p14:tracePt t="10350" x="1333500" y="5016500"/>
          <p14:tracePt t="10367" x="1403350" y="5060950"/>
          <p14:tracePt t="10385" x="1562100" y="5105400"/>
          <p14:tracePt t="10400" x="1720850" y="5149850"/>
          <p14:tracePt t="10416" x="1809750" y="5156200"/>
          <p14:tracePt t="10433" x="1968500" y="5156200"/>
          <p14:tracePt t="10450" x="2114550" y="5118100"/>
          <p14:tracePt t="10467" x="2165350" y="5086350"/>
          <p14:tracePt t="10483" x="2235200" y="5029200"/>
          <p14:tracePt t="10500" x="2273300" y="4984750"/>
          <p14:tracePt t="10517" x="2311400" y="4857750"/>
          <p14:tracePt t="10533" x="2311400" y="4813300"/>
          <p14:tracePt t="10549" x="2311400" y="4775200"/>
          <p14:tracePt t="10566" x="2279650" y="4699000"/>
          <p14:tracePt t="10583" x="2247900" y="4648200"/>
          <p14:tracePt t="10601" x="2203450" y="4591050"/>
          <p14:tracePt t="10616" x="2159000" y="4578350"/>
          <p14:tracePt t="10633" x="2051050" y="4540250"/>
          <p14:tracePt t="10650" x="1917700" y="4521200"/>
          <p14:tracePt t="10666" x="1866900" y="4521200"/>
          <p14:tracePt t="10683" x="1739900" y="4572000"/>
          <p14:tracePt t="10700" x="1625600" y="4635500"/>
          <p14:tracePt t="10715" x="1593850" y="4673600"/>
          <p14:tracePt t="10732" x="1524000" y="4749800"/>
          <p14:tracePt t="10749" x="1485900" y="4838700"/>
          <p14:tracePt t="10765" x="1479550" y="4876800"/>
          <p14:tracePt t="10783" x="1479550" y="4933950"/>
          <p14:tracePt t="10799" x="1530350" y="5080000"/>
          <p14:tracePt t="10815" x="1568450" y="5137150"/>
          <p14:tracePt t="10832" x="1676400" y="5257800"/>
          <p14:tracePt t="10848" x="1733550" y="5314950"/>
          <p14:tracePt t="10865" x="1860550" y="5397500"/>
          <p14:tracePt t="10882" x="1981200" y="5435600"/>
          <p14:tracePt t="10899" x="2044700" y="5441950"/>
          <p14:tracePt t="10915" x="2178050" y="5429250"/>
          <p14:tracePt t="10931" x="2273300" y="5391150"/>
          <p14:tracePt t="10948" x="2305050" y="5378450"/>
          <p14:tracePt t="10965" x="2362200" y="5340350"/>
          <p14:tracePt t="10981" x="2413000" y="5276850"/>
          <p14:tracePt t="10998" x="2425700" y="5251450"/>
          <p14:tracePt t="11015" x="2444750" y="5200650"/>
          <p14:tracePt t="11031" x="2463800" y="5156200"/>
          <p14:tracePt t="11048" x="2463800" y="5130800"/>
          <p14:tracePt t="11065" x="2463800" y="5105400"/>
          <p14:tracePt t="11081" x="2463800" y="5092700"/>
          <p14:tracePt t="11099" x="2457450" y="5092700"/>
          <p14:tracePt t="11131" x="2451100" y="5092700"/>
          <p14:tracePt t="11148" x="2444750" y="5105400"/>
          <p14:tracePt t="11164" x="2444750" y="5111750"/>
          <p14:tracePt t="11181" x="2438400" y="5111750"/>
          <p14:tracePt t="11197" x="2438400" y="5130800"/>
          <p14:tracePt t="11214" x="2438400" y="5143500"/>
          <p14:tracePt t="11231" x="2438400" y="5149850"/>
          <p14:tracePt t="11652" x="2419350" y="5111750"/>
          <p14:tracePt t="11659" x="2387600" y="5022850"/>
          <p14:tracePt t="11673" x="2349500" y="4914900"/>
          <p14:tracePt t="11682" x="2260600" y="4756150"/>
          <p14:tracePt t="11695" x="2165350" y="4559300"/>
          <p14:tracePt t="11712" x="1905000" y="3994150"/>
          <p14:tracePt t="11729" x="1765300" y="3644900"/>
          <p14:tracePt t="11745" x="1435100" y="2946400"/>
          <p14:tracePt t="11762" x="1257300" y="2597150"/>
          <p14:tracePt t="11779" x="711200" y="1631950"/>
          <p14:tracePt t="11795" x="565150" y="1377950"/>
          <p14:tracePt t="11812" x="457200" y="1200150"/>
          <p14:tracePt t="11828" x="317500" y="1003300"/>
          <p14:tracePt t="11845" x="190500" y="889000"/>
          <p14:tracePt t="11862" x="76200" y="838200"/>
          <p14:tracePt t="11878" x="31750" y="819150"/>
          <p14:tracePt t="12816" x="6350" y="2552700"/>
          <p14:tracePt t="12822" x="50800" y="2622550"/>
          <p14:tracePt t="12829" x="101600" y="2692400"/>
          <p14:tracePt t="12845" x="152400" y="2755900"/>
          <p14:tracePt t="12858" x="209550" y="2813050"/>
          <p14:tracePt t="12875" x="304800" y="2908300"/>
          <p14:tracePt t="12892" x="374650" y="2978150"/>
          <p14:tracePt t="12908" x="406400" y="2990850"/>
          <p14:tracePt t="12925" x="444500" y="3022600"/>
          <p14:tracePt t="12942" x="476250" y="3035300"/>
          <p14:tracePt t="12958" x="488950" y="3041650"/>
          <p14:tracePt t="12974" x="508000" y="3048000"/>
          <p14:tracePt t="12991" x="527050" y="3054350"/>
          <p14:tracePt t="13012" x="533400" y="3060700"/>
          <p14:tracePt t="13033" x="539750" y="3067050"/>
          <p14:tracePt t="13054" x="546100" y="3073400"/>
          <p14:tracePt t="13061" x="552450" y="3079750"/>
          <p14:tracePt t="13077" x="558800" y="3086100"/>
          <p14:tracePt t="13091" x="571500" y="3098800"/>
          <p14:tracePt t="13107" x="590550" y="3117850"/>
          <p14:tracePt t="13124" x="635000" y="3143250"/>
          <p14:tracePt t="13140" x="647700" y="3168650"/>
          <p14:tracePt t="13158" x="711200" y="3225800"/>
          <p14:tracePt t="13174" x="793750" y="3295650"/>
          <p14:tracePt t="13190" x="850900" y="3333750"/>
          <p14:tracePt t="13207" x="952500" y="3409950"/>
          <p14:tracePt t="13223" x="1041400" y="3479800"/>
          <p14:tracePt t="13240" x="1104900" y="3530600"/>
          <p14:tracePt t="13257" x="1187450" y="3613150"/>
          <p14:tracePt t="13274" x="1263650" y="3676650"/>
          <p14:tracePt t="13290" x="1295400" y="3702050"/>
          <p14:tracePt t="13306" x="1346200" y="3721100"/>
          <p14:tracePt t="13323" x="1384300" y="3740150"/>
          <p14:tracePt t="13340" x="1397000" y="3746500"/>
          <p14:tracePt t="13357" x="1409700" y="3759200"/>
          <p14:tracePt t="13373" x="1416050" y="3759200"/>
          <p14:tracePt t="13391" x="1441450" y="3778250"/>
          <p14:tracePt t="13407" x="1447800" y="3784600"/>
          <p14:tracePt t="13423" x="1460500" y="3790950"/>
          <p14:tracePt t="13440" x="1460500" y="3797300"/>
          <p14:tracePt t="13456" x="1460500" y="3803650"/>
          <p14:tracePt t="13495" x="1460500" y="3810000"/>
          <p14:tracePt t="14044" x="1460500" y="3829050"/>
          <p14:tracePt t="14051" x="1473200" y="3848100"/>
          <p14:tracePt t="14065" x="1485900" y="3879850"/>
          <p14:tracePt t="14074" x="1511300" y="3898900"/>
          <p14:tracePt t="14088" x="1530350" y="3924300"/>
          <p14:tracePt t="14104" x="1568450" y="3956050"/>
          <p14:tracePt t="14121" x="1657350" y="4057650"/>
          <p14:tracePt t="14137" x="1695450" y="4108450"/>
          <p14:tracePt t="14154" x="1733550" y="4140200"/>
          <p14:tracePt t="14170" x="1841500" y="4260850"/>
          <p14:tracePt t="14187" x="1936750" y="4387850"/>
          <p14:tracePt t="14204" x="1987550" y="4457700"/>
          <p14:tracePt t="14220" x="2063750" y="4597400"/>
          <p14:tracePt t="14237" x="2133600" y="4730750"/>
          <p14:tracePt t="14254" x="2203450" y="4845050"/>
          <p14:tracePt t="14270" x="2228850" y="4889500"/>
          <p14:tracePt t="14287" x="2266950" y="4946650"/>
          <p14:tracePt t="14304" x="2292350" y="5003800"/>
          <p14:tracePt t="14320" x="2298700" y="5016500"/>
          <p14:tracePt t="14337" x="2311400" y="5060950"/>
          <p14:tracePt t="14353" x="2330450" y="5092700"/>
          <p14:tracePt t="14370" x="2330450" y="5105400"/>
          <p14:tracePt t="14387" x="2330450" y="5111750"/>
          <p14:tracePt t="14403" x="2330450" y="5118100"/>
          <p14:tracePt t="14485" x="2330450" y="5124450"/>
          <p14:tracePt t="14541" x="2324100" y="5124450"/>
          <p14:tracePt t="15195" x="2324100" y="5118100"/>
          <p14:tracePt t="15202" x="2324100" y="5111750"/>
          <p14:tracePt t="15218" x="2324100" y="5105400"/>
          <p14:tracePt t="15223" x="2324100" y="5092700"/>
          <p14:tracePt t="15244" x="2324100" y="5073650"/>
          <p14:tracePt t="15258" x="2324100" y="5054600"/>
          <p14:tracePt t="15267" x="2330450" y="5010150"/>
          <p14:tracePt t="15283" x="2330450" y="4972050"/>
          <p14:tracePt t="15300" x="2336800" y="4857750"/>
          <p14:tracePt t="15316" x="2355850" y="4711700"/>
          <p14:tracePt t="15333" x="2374900" y="4635500"/>
          <p14:tracePt t="15350" x="2393950" y="4438650"/>
          <p14:tracePt t="15366" x="2438400" y="4260850"/>
          <p14:tracePt t="15383" x="2457450" y="4178300"/>
          <p14:tracePt t="15399" x="2495550" y="4032250"/>
          <p14:tracePt t="15416" x="2520950" y="3949700"/>
          <p14:tracePt t="15434" x="2552700" y="3860800"/>
          <p14:tracePt t="15449" x="2559050" y="3841750"/>
          <p14:tracePt t="15466" x="2565400" y="3822700"/>
          <p14:tracePt t="15483" x="2597150" y="3740150"/>
          <p14:tracePt t="15499" x="2603500" y="3721100"/>
          <p14:tracePt t="15516" x="2609850" y="3695700"/>
          <p14:tracePt t="15532" x="2641600" y="3644900"/>
          <p14:tracePt t="15549" x="2679700" y="3613150"/>
          <p14:tracePt t="15566" x="2692400" y="3594100"/>
          <p14:tracePt t="15569" x="2711450" y="3575050"/>
          <p14:tracePt t="15582" x="2743200" y="3562350"/>
          <p14:tracePt t="15599" x="2800350" y="3524250"/>
          <p14:tracePt t="15616" x="2851150" y="3492500"/>
          <p14:tracePt t="15632" x="2882900" y="3473450"/>
          <p14:tracePt t="15648" x="2946400" y="3441700"/>
          <p14:tracePt t="15665" x="3016250" y="3409950"/>
          <p14:tracePt t="15682" x="3048000" y="3403600"/>
          <p14:tracePt t="15698" x="3111500" y="3371850"/>
          <p14:tracePt t="15715" x="3155950" y="3346450"/>
          <p14:tracePt t="15732" x="3168650" y="3333750"/>
          <p14:tracePt t="15749" x="3181350" y="3321050"/>
          <p14:tracePt t="15765" x="3200400" y="3302000"/>
          <p14:tracePt t="15781" x="3200400" y="3295650"/>
          <p14:tracePt t="15798" x="3200400" y="3282950"/>
          <p14:tracePt t="15831" x="3194050" y="3263900"/>
          <p14:tracePt t="15848" x="3181350" y="3263900"/>
          <p14:tracePt t="15864" x="3168650" y="3257550"/>
          <p14:tracePt t="15882" x="3162300" y="3251200"/>
          <p14:tracePt t="15897" x="3136900" y="3232150"/>
          <p14:tracePt t="15914" x="3111500" y="3225800"/>
          <p14:tracePt t="15931" x="3054350" y="3194050"/>
          <p14:tracePt t="15947" x="2978150" y="3143250"/>
          <p14:tracePt t="15964" x="2933700" y="3117850"/>
          <p14:tracePt t="15981" x="2781300" y="3048000"/>
          <p14:tracePt t="15997" x="2597150" y="2952750"/>
          <p14:tracePt t="16014" x="2476500" y="2901950"/>
          <p14:tracePt t="16031" x="2209800" y="2762250"/>
          <p14:tracePt t="16047" x="1930400" y="2590800"/>
          <p14:tracePt t="16065" x="1587500" y="2355850"/>
          <p14:tracePt t="16080" x="1441450" y="2266950"/>
          <p14:tracePt t="16097" x="1174750" y="2089150"/>
          <p14:tracePt t="16114" x="946150" y="1949450"/>
          <p14:tracePt t="16130" x="838200" y="1873250"/>
          <p14:tracePt t="16147" x="730250" y="1797050"/>
          <p14:tracePt t="16164" x="450850" y="1606550"/>
          <p14:tracePt t="16180" x="381000" y="1555750"/>
          <p14:tracePt t="16196" x="285750" y="1466850"/>
          <p14:tracePt t="16213" x="215900" y="1403350"/>
          <p14:tracePt t="16230" x="184150" y="1377950"/>
          <p14:tracePt t="16247" x="127000" y="1333500"/>
          <p14:tracePt t="16263" x="76200" y="1295400"/>
          <p14:tracePt t="16280" x="57150" y="1263650"/>
          <p14:tracePt t="16297" x="44450" y="1219200"/>
          <p14:tracePt t="16313" x="44450" y="1155700"/>
          <p14:tracePt t="18917" x="4425950" y="3721100"/>
          <p14:tracePt t="18931" x="4406900" y="3752850"/>
          <p14:tracePt t="18939" x="4368800" y="3797300"/>
          <p14:tracePt t="18953" x="4318000" y="3867150"/>
          <p14:tracePt t="18970" x="4235450" y="4006850"/>
          <p14:tracePt t="18987" x="4146550" y="4171950"/>
          <p14:tracePt t="19003" x="4095750" y="4260850"/>
          <p14:tracePt t="19020" x="3994150" y="4438650"/>
          <p14:tracePt t="19037" x="3854450" y="4603750"/>
          <p14:tracePt t="19053" x="3784600" y="4699000"/>
          <p14:tracePt t="19070" x="3695700" y="4806950"/>
          <p14:tracePt t="19086" x="3441700" y="5086350"/>
          <p14:tracePt t="19103" x="3359150" y="5156200"/>
          <p14:tracePt t="19120" x="3187700" y="5314950"/>
          <p14:tracePt t="19136" x="3105150" y="5378450"/>
          <p14:tracePt t="19153" x="2952750" y="5530850"/>
          <p14:tracePt t="19169" x="2819400" y="5651500"/>
          <p14:tracePt t="19186" x="2762250" y="5702300"/>
          <p14:tracePt t="19203" x="2679700" y="5784850"/>
          <p14:tracePt t="19219" x="2635250" y="5829300"/>
          <p14:tracePt t="19236" x="2616200" y="5848350"/>
          <p14:tracePt t="19254" x="2578100" y="5886450"/>
          <p14:tracePt t="19268" x="2533650" y="5937250"/>
          <p14:tracePt t="19285" x="2514600" y="5962650"/>
          <p14:tracePt t="19289" x="2489200" y="5981700"/>
          <p14:tracePt t="19302" x="2457450" y="6000750"/>
          <p14:tracePt t="19319" x="2393950" y="6038850"/>
          <p14:tracePt t="19336" x="2368550" y="6045200"/>
          <p14:tracePt t="19352" x="2292350" y="6070600"/>
          <p14:tracePt t="19369" x="2235200" y="6083300"/>
          <p14:tracePt t="19386" x="2216150" y="6089650"/>
          <p14:tracePt t="19402" x="2165350" y="6096000"/>
          <p14:tracePt t="19418" x="2108200" y="6102350"/>
          <p14:tracePt t="19436" x="2063750" y="6115050"/>
          <p14:tracePt t="19451" x="2044700" y="6121400"/>
          <p14:tracePt t="19468" x="2006600" y="6121400"/>
          <p14:tracePt t="19485" x="1981200" y="6115050"/>
          <p14:tracePt t="19501" x="1968500" y="6115050"/>
          <p14:tracePt t="19518" x="1955800" y="6102350"/>
          <p14:tracePt t="19535" x="1930400" y="6102350"/>
          <p14:tracePt t="19551" x="1924050" y="6096000"/>
          <p14:tracePt t="19569" x="1911350" y="6089650"/>
          <p14:tracePt t="19601" x="1911350" y="6076950"/>
          <p14:tracePt t="19618" x="1905000" y="6076950"/>
          <p14:tracePt t="19634" x="1898650" y="6070600"/>
          <p14:tracePt t="19669" x="1898650" y="6064250"/>
          <p14:tracePt t="19716" x="1892300" y="6057900"/>
          <p14:tracePt t="19737" x="1892300" y="6051550"/>
          <p14:tracePt t="19744" x="1892300" y="6045200"/>
          <p14:tracePt t="19800" x="1892300" y="6038850"/>
          <p14:tracePt t="19807" x="1892300" y="6032500"/>
          <p14:tracePt t="19835" x="1898650" y="6026150"/>
          <p14:tracePt t="19870" x="1905000" y="6026150"/>
          <p14:tracePt t="19878" x="1905000" y="6019800"/>
          <p14:tracePt t="19926" x="1911350" y="6013450"/>
          <p14:tracePt t="19947" x="1911350" y="6007100"/>
          <p14:tracePt t="19989" x="1917700" y="6000750"/>
          <p14:tracePt t="20025" x="1917700" y="5994400"/>
          <p14:tracePt t="20046" x="1917700" y="5988050"/>
          <p14:tracePt t="20081" x="1917700" y="5981700"/>
          <p14:tracePt t="20088" x="1917700" y="5975350"/>
          <p14:tracePt t="20099" x="1917700" y="5969000"/>
          <p14:tracePt t="20137" x="1917700" y="5962650"/>
          <p14:tracePt t="20158" x="1917700" y="5956300"/>
          <p14:tracePt t="20200" x="1917700" y="5949950"/>
          <p14:tracePt t="20207" x="1917700" y="5943600"/>
          <p14:tracePt t="20235" x="1917700" y="5937250"/>
          <p14:tracePt t="20256" x="1917700" y="5930900"/>
          <p14:tracePt t="20291" x="1917700" y="5924550"/>
          <p14:tracePt t="20340" x="1917700" y="5918200"/>
          <p14:tracePt t="20367" x="1917700" y="5911850"/>
          <p14:tracePt t="20396" x="1917700" y="5905500"/>
          <p14:tracePt t="20459" x="1917700" y="5899150"/>
          <p14:tracePt t="20585" x="1911350" y="5899150"/>
          <p14:tracePt t="20621" x="1898650" y="5892800"/>
          <p14:tracePt t="20628" x="1892300" y="5892800"/>
          <p14:tracePt t="20642" x="1885950" y="5886450"/>
          <p14:tracePt t="20651" x="1879600" y="5886450"/>
          <p14:tracePt t="20665" x="1866900" y="5880100"/>
          <p14:tracePt t="20681" x="1835150" y="5873750"/>
          <p14:tracePt t="20698" x="1784350" y="5861050"/>
          <p14:tracePt t="20714" x="1752600" y="5842000"/>
          <p14:tracePt t="20731" x="1682750" y="5822950"/>
          <p14:tracePt t="20747" x="1606550" y="5791200"/>
          <p14:tracePt t="20764" x="1574800" y="5765800"/>
          <p14:tracePt t="20780" x="1549400" y="5746750"/>
          <p14:tracePt t="20797" x="1498600" y="5708650"/>
          <p14:tracePt t="20814" x="1479550" y="5695950"/>
          <p14:tracePt t="20831" x="1473200" y="5676900"/>
          <p14:tracePt t="20847" x="1473200" y="5670550"/>
          <p14:tracePt t="20866" x="1466850" y="5651500"/>
          <p14:tracePt t="20880" x="1466850" y="5645150"/>
          <p14:tracePt t="20929" x="1466850" y="5638800"/>
          <p14:tracePt t="20950" x="1473200" y="5632450"/>
          <p14:tracePt t="20957" x="1473200" y="5626100"/>
          <p14:tracePt t="20978" x="1479550" y="5626100"/>
          <p14:tracePt t="20992" x="1485900" y="5626100"/>
          <p14:tracePt t="21006" x="1492250" y="5626100"/>
          <p14:tracePt t="21020" x="1498600" y="5619750"/>
          <p14:tracePt t="21029" x="1504950" y="5619750"/>
          <p14:tracePt t="21049" x="1517650" y="5619750"/>
          <p14:tracePt t="21064" x="1536700" y="5613400"/>
          <p14:tracePt t="21080" x="1581150" y="5613400"/>
          <p14:tracePt t="21097" x="1651000" y="5607050"/>
          <p14:tracePt t="21112" x="1689100" y="5607050"/>
          <p14:tracePt t="21129" x="1727200" y="5607050"/>
          <p14:tracePt t="21146" x="1828800" y="5607050"/>
          <p14:tracePt t="21163" x="1949450" y="5607050"/>
          <p14:tracePt t="21179" x="2000250" y="5607050"/>
          <p14:tracePt t="21196" x="2127250" y="5619750"/>
          <p14:tracePt t="21212" x="2273300" y="5626100"/>
          <p14:tracePt t="21229" x="2362200" y="5638800"/>
          <p14:tracePt t="21246" x="2527300" y="5657850"/>
          <p14:tracePt t="21262" x="2711450" y="5676900"/>
          <p14:tracePt t="21280" x="2876550" y="5695950"/>
          <p14:tracePt t="21295" x="2965450" y="5708650"/>
          <p14:tracePt t="21312" x="3054350" y="5715000"/>
          <p14:tracePt t="21316" x="3155950" y="5715000"/>
          <p14:tracePt t="21329" x="3340100" y="5740400"/>
          <p14:tracePt t="21345" x="3429000" y="5746750"/>
          <p14:tracePt t="21362" x="3517900" y="5746750"/>
          <p14:tracePt t="21378" x="3644900" y="5746750"/>
          <p14:tracePt t="21395" x="3759200" y="5746750"/>
          <p14:tracePt t="21413" x="3886200" y="5746750"/>
          <p14:tracePt t="21428" x="3937000" y="5746750"/>
          <p14:tracePt t="21445" x="4019550" y="5746750"/>
          <p14:tracePt t="21462" x="4102100" y="5746750"/>
          <p14:tracePt t="21478" x="4133850" y="5740400"/>
          <p14:tracePt t="21495" x="4184650" y="5727700"/>
          <p14:tracePt t="21513" x="4222750" y="5727700"/>
          <p14:tracePt t="21528" x="4241800" y="5721350"/>
          <p14:tracePt t="21544" x="4279900" y="5715000"/>
          <p14:tracePt t="21561" x="4305300" y="5708650"/>
          <p14:tracePt t="21578" x="4311650" y="5708650"/>
          <p14:tracePt t="21595" x="4318000" y="5708650"/>
          <p14:tracePt t="21611" x="4343400" y="5702300"/>
          <p14:tracePt t="21628" x="4349750" y="5695950"/>
          <p14:tracePt t="21644" x="4356100" y="5695950"/>
          <p14:tracePt t="21661" x="4362450" y="5695950"/>
          <p14:tracePt t="21677" x="4368800" y="5695950"/>
          <p14:tracePt t="21695" x="4375150" y="5695950"/>
          <p14:tracePt t="21711" x="4381500" y="5695950"/>
          <p14:tracePt t="21728" x="4387850" y="5695950"/>
          <p14:tracePt t="21744" x="4400550" y="5695950"/>
          <p14:tracePt t="21760" x="4406900" y="5689600"/>
          <p14:tracePt t="21777" x="4425950" y="5689600"/>
          <p14:tracePt t="21793" x="4445000" y="5676900"/>
          <p14:tracePt t="21810" x="4457700" y="5676900"/>
          <p14:tracePt t="21827" x="4495800" y="5670550"/>
          <p14:tracePt t="21843" x="4540250" y="5664200"/>
          <p14:tracePt t="21860" x="4559300" y="5664200"/>
          <p14:tracePt t="21878" x="4584700" y="5657850"/>
          <p14:tracePt t="21893" x="4603750" y="5651500"/>
          <p14:tracePt t="21974" x="4597400" y="5651500"/>
          <p14:tracePt t="21981" x="4591050" y="5651500"/>
          <p14:tracePt t="21996" x="4578350" y="5657850"/>
          <p14:tracePt t="22010" x="4559300" y="5657850"/>
          <p14:tracePt t="22026" x="4470400" y="5657850"/>
          <p14:tracePt t="22043" x="4394200" y="5651500"/>
          <p14:tracePt t="22059" x="4165600" y="5632450"/>
          <p14:tracePt t="22076" x="3848100" y="5607050"/>
          <p14:tracePt t="22093" x="3473450" y="5594350"/>
          <p14:tracePt t="22109" x="3282950" y="5581650"/>
          <p14:tracePt t="22126" x="2940050" y="5568950"/>
          <p14:tracePt t="22143" x="2686050" y="5549900"/>
          <p14:tracePt t="22159" x="2584450" y="5549900"/>
          <p14:tracePt t="22175" x="2406650" y="5537200"/>
          <p14:tracePt t="22192" x="2279650" y="5537200"/>
          <p14:tracePt t="22209" x="2209800" y="5537200"/>
          <p14:tracePt t="22226" x="2095500" y="5537200"/>
          <p14:tracePt t="22242" x="1993900" y="5537200"/>
          <p14:tracePt t="22259" x="1949450" y="5530850"/>
          <p14:tracePt t="22276" x="1905000" y="5530850"/>
          <p14:tracePt t="22292" x="1860550" y="5524500"/>
          <p14:tracePt t="22308" x="1847850" y="5524500"/>
          <p14:tracePt t="22325" x="1828800" y="5524500"/>
          <p14:tracePt t="22342" x="1809750" y="5518150"/>
          <p14:tracePt t="22359" x="1790700" y="5518150"/>
          <p14:tracePt t="22375" x="1765300" y="5518150"/>
          <p14:tracePt t="22391" x="1758950" y="5518150"/>
          <p14:tracePt t="22408" x="1746250" y="5518150"/>
          <p14:tracePt t="22425" x="1739900" y="5518150"/>
          <p14:tracePt t="22441" x="1739900" y="5524500"/>
          <p14:tracePt t="22499" x="1733550" y="5524500"/>
          <p14:tracePt t="22584" x="1733550" y="5530850"/>
          <p14:tracePt t="23174" x="1739900" y="5543550"/>
          <p14:tracePt t="23190" x="1758950" y="5562600"/>
          <p14:tracePt t="23195" x="1778000" y="5581650"/>
          <p14:tracePt t="23205" x="1809750" y="5607050"/>
          <p14:tracePt t="23221" x="1841500" y="5632450"/>
          <p14:tracePt t="23238" x="1936750" y="5695950"/>
          <p14:tracePt t="23255" x="1981200" y="5721350"/>
          <p14:tracePt t="23272" x="2120900" y="5797550"/>
          <p14:tracePt t="23288" x="2178050" y="5835650"/>
          <p14:tracePt t="23305" x="2222500" y="5848350"/>
          <p14:tracePt t="23322" x="2311400" y="5886450"/>
          <p14:tracePt t="23338" x="2381250" y="5892800"/>
          <p14:tracePt t="23355" x="2406650" y="5892800"/>
          <p14:tracePt t="23358" x="2438400" y="5892800"/>
          <p14:tracePt t="23372" x="2457450" y="5892800"/>
          <p14:tracePt t="23388" x="2482850" y="5873750"/>
          <p14:tracePt t="23405" x="2501900" y="5854700"/>
          <p14:tracePt t="23421" x="2533650" y="5822950"/>
          <p14:tracePt t="23438" x="2559050" y="5784850"/>
          <p14:tracePt t="23455" x="2571750" y="5746750"/>
          <p14:tracePt t="23472" x="2578100" y="5715000"/>
          <p14:tracePt t="23488" x="2597150" y="5676900"/>
          <p14:tracePt t="23504" x="2597150" y="5626100"/>
          <p14:tracePt t="23521" x="2597150" y="5613400"/>
          <p14:tracePt t="23538" x="2597150" y="5600700"/>
          <p14:tracePt t="23554" x="2584450" y="5588000"/>
          <p14:tracePt t="23588" x="2578100" y="5588000"/>
          <p14:tracePt t="23604" x="2571750" y="5594350"/>
          <p14:tracePt t="23620" x="2565400" y="5600700"/>
          <p14:tracePt t="23637" x="2565400" y="5607050"/>
          <p14:tracePt t="23654" x="2559050" y="5619750"/>
          <p14:tracePt t="23671" x="2559050" y="5626100"/>
          <p14:tracePt t="23687" x="2559050" y="5638800"/>
          <p14:tracePt t="23704" x="2559050" y="5645150"/>
          <p14:tracePt t="23721" x="2571750" y="5664200"/>
          <p14:tracePt t="23737" x="2590800" y="5689600"/>
          <p14:tracePt t="23754" x="2609850" y="5702300"/>
          <p14:tracePt t="23771" x="2660650" y="5734050"/>
          <p14:tracePt t="23786" x="2724150" y="5765800"/>
          <p14:tracePt t="23803" x="2755900" y="5778500"/>
          <p14:tracePt t="23820" x="2813050" y="5778500"/>
          <p14:tracePt t="23836" x="2863850" y="5778500"/>
          <p14:tracePt t="23854" x="2876550" y="5772150"/>
          <p14:tracePt t="23857" x="2889250" y="5765800"/>
          <p14:tracePt t="23870" x="2901950" y="5753100"/>
          <p14:tracePt t="23886" x="2908300" y="5740400"/>
          <p14:tracePt t="23904" x="2914650" y="5715000"/>
          <p14:tracePt t="23919" x="2914650" y="5676900"/>
          <p14:tracePt t="23936" x="2908300" y="5664200"/>
          <p14:tracePt t="23953" x="2895600" y="5632450"/>
          <p14:tracePt t="23970" x="2870200" y="5613400"/>
          <p14:tracePt t="23986" x="2857500" y="5600700"/>
          <p14:tracePt t="24003" x="2813050" y="5600700"/>
          <p14:tracePt t="24019" x="2743200" y="5594350"/>
          <p14:tracePt t="24036" x="2705100" y="5594350"/>
          <p14:tracePt t="24053" x="2622550" y="5607050"/>
          <p14:tracePt t="24069" x="2559050" y="5626100"/>
          <p14:tracePt t="24086" x="2514600" y="5657850"/>
          <p14:tracePt t="24102" x="2501900" y="5670550"/>
          <p14:tracePt t="24118" x="2495550" y="5683250"/>
          <p14:tracePt t="24136" x="2489200" y="5689600"/>
          <p14:tracePt t="24170" x="2489200" y="5695950"/>
          <p14:tracePt t="24185" x="2501900" y="5702300"/>
          <p14:tracePt t="24202" x="2514600" y="5702300"/>
          <p14:tracePt t="24219" x="2565400" y="5708650"/>
          <p14:tracePt t="24235" x="2616200" y="5715000"/>
          <p14:tracePt t="24252" x="2717800" y="5727700"/>
          <p14:tracePt t="24269" x="2781300" y="5727700"/>
          <p14:tracePt t="24285" x="2927350" y="5721350"/>
          <p14:tracePt t="24302" x="3041650" y="5702300"/>
          <p14:tracePt t="24318" x="3143250" y="5670550"/>
          <p14:tracePt t="24335" x="3187700" y="5651500"/>
          <p14:tracePt t="24352" x="3219450" y="5626100"/>
          <p14:tracePt t="24368" x="3238500" y="5594350"/>
          <p14:tracePt t="24402" x="3244850" y="5588000"/>
          <p14:tracePt t="24451" x="3244850" y="5581650"/>
          <p14:tracePt t="24534" x="3251200" y="5581650"/>
          <p14:tracePt t="24549" x="3257550" y="5581650"/>
          <p14:tracePt t="24555" x="3263900" y="5581650"/>
          <p14:tracePt t="24570" x="3270250" y="5581650"/>
          <p14:tracePt t="24585" x="3276600" y="5581650"/>
          <p14:tracePt t="24601" x="3321050" y="5581650"/>
          <p14:tracePt t="24618" x="3346450" y="5588000"/>
          <p14:tracePt t="24634" x="3467100" y="5594350"/>
          <p14:tracePt t="24650" x="3587750" y="5613400"/>
          <p14:tracePt t="24667" x="3651250" y="5626100"/>
          <p14:tracePt t="24683" x="3752850" y="5632450"/>
          <p14:tracePt t="24700" x="3835400" y="5632450"/>
          <p14:tracePt t="24718" x="3886200" y="5632450"/>
          <p14:tracePt t="24733" x="3898900" y="5632450"/>
          <p14:tracePt t="24750" x="3905250" y="5632450"/>
          <p14:tracePt t="24879" x="3898900" y="5632450"/>
          <p14:tracePt t="24907" x="3892550" y="5632450"/>
          <p14:tracePt t="24935" x="3886200" y="5632450"/>
          <p14:tracePt t="27433" x="3873500" y="5626100"/>
          <p14:tracePt t="27447" x="3860800" y="5619750"/>
          <p14:tracePt t="27454" x="3829050" y="5607050"/>
          <p14:tracePt t="27461" x="3803650" y="5588000"/>
          <p14:tracePt t="27477" x="3771900" y="5575300"/>
          <p14:tracePt t="27490" x="3733800" y="5549900"/>
          <p14:tracePt t="27507" x="3657600" y="5505450"/>
          <p14:tracePt t="27524" x="3581400" y="5441950"/>
          <p14:tracePt t="27540" x="3536950" y="5416550"/>
          <p14:tracePt t="27557" x="3467100" y="5359400"/>
          <p14:tracePt t="27574" x="3409950" y="5302250"/>
          <p14:tracePt t="27590" x="3397250" y="5276850"/>
          <p14:tracePt t="27607" x="3352800" y="5232400"/>
          <p14:tracePt t="27624" x="3327400" y="5200650"/>
          <p14:tracePt t="27640" x="3308350" y="5187950"/>
          <p14:tracePt t="27657" x="3308350" y="5181600"/>
          <p14:tracePt t="27674" x="3289300" y="5156200"/>
          <p14:tracePt t="27707" x="3282950" y="5149850"/>
          <p14:tracePt t="27728" x="3282950" y="5143500"/>
          <p14:tracePt t="27938" x="3276600" y="5130800"/>
          <p14:tracePt t="27945" x="3263900" y="5105400"/>
          <p14:tracePt t="27955" x="3257550" y="5067300"/>
          <p14:tracePt t="27974" x="3206750" y="4959350"/>
          <p14:tracePt t="27989" x="3187700" y="4889500"/>
          <p14:tracePt t="28005" x="3162300" y="4819650"/>
          <p14:tracePt t="28022" x="3086100" y="4629150"/>
          <p14:tracePt t="28038" x="3067050" y="4584700"/>
          <p14:tracePt t="28055" x="3048000" y="4546600"/>
          <p14:tracePt t="28072" x="3028950" y="4502150"/>
          <p14:tracePt t="28089" x="3022600" y="4483100"/>
          <p14:tracePt t="28106" x="3022600" y="4476750"/>
          <p14:tracePt t="28122" x="3016250" y="4476750"/>
          <p14:tracePt t="28226" x="3016250" y="4470400"/>
          <p14:tracePt t="28247" x="3016250" y="4464050"/>
          <p14:tracePt t="28254" x="3016250" y="4451350"/>
          <p14:tracePt t="28268" x="3016250" y="4438650"/>
          <p14:tracePt t="28274" x="3016250" y="4413250"/>
          <p14:tracePt t="28291" x="3009900" y="4381500"/>
          <p14:tracePt t="28305" x="3009900" y="4267200"/>
          <p14:tracePt t="28322" x="3009900" y="4191000"/>
          <p14:tracePt t="28339" x="3009900" y="4000500"/>
          <p14:tracePt t="28354" x="3009900" y="3898900"/>
          <p14:tracePt t="28371" x="3016250" y="3708400"/>
          <p14:tracePt t="28388" x="3022600" y="3556000"/>
          <p14:tracePt t="28404" x="3022600" y="3486150"/>
          <p14:tracePt t="28422" x="3041650" y="3397250"/>
          <p14:tracePt t="28437" x="3060700" y="3352800"/>
          <p14:tracePt t="28454" x="3086100" y="3340100"/>
          <p14:tracePt t="28471" x="3105150" y="3321050"/>
          <p14:tracePt t="28487" x="3136900" y="3314700"/>
          <p14:tracePt t="28504" x="3149600" y="3308350"/>
          <p14:tracePt t="28521" x="3175000" y="3302000"/>
          <p14:tracePt t="28537" x="3206750" y="3289300"/>
          <p14:tracePt t="28553" x="3219450" y="3282950"/>
          <p14:tracePt t="28570" x="3270250" y="3263900"/>
          <p14:tracePt t="28587" x="3321050" y="3232150"/>
          <p14:tracePt t="28604" x="3365500" y="3187700"/>
          <p14:tracePt t="28620" x="3390900" y="3168650"/>
          <p14:tracePt t="28637" x="3409950" y="3143250"/>
          <p14:tracePt t="28654" x="3467100" y="3086100"/>
          <p14:tracePt t="28670" x="3492500" y="3067050"/>
          <p14:tracePt t="28687" x="3505200" y="3048000"/>
          <p14:tracePt t="28703" x="3524250" y="3028950"/>
          <p14:tracePt t="28720" x="3530600" y="3016250"/>
          <p14:tracePt t="28738" x="3536950" y="3009900"/>
          <p14:tracePt t="28753" x="3543300" y="3003550"/>
          <p14:tracePt t="28787" x="3543300" y="2997200"/>
          <p14:tracePt t="28899" x="3536950" y="2997200"/>
          <p14:tracePt t="28934" x="3536950" y="3003550"/>
          <p14:tracePt t="28969" x="3530600" y="3009900"/>
          <p14:tracePt t="29025" x="3524250" y="3016250"/>
          <p14:tracePt t="29046" x="3517900" y="3022600"/>
          <p14:tracePt t="29074" x="3511550" y="3035300"/>
          <p14:tracePt t="29088" x="3505200" y="3048000"/>
          <p14:tracePt t="29095" x="3498850" y="3079750"/>
          <p14:tracePt t="29110" x="3479800" y="3124200"/>
          <p14:tracePt t="29118" x="3448050" y="3187700"/>
          <p14:tracePt t="29134" x="3416300" y="3295650"/>
          <p14:tracePt t="29151" x="3321050" y="3530600"/>
          <p14:tracePt t="29168" x="3200400" y="3835400"/>
          <p14:tracePt t="29185" x="3124200" y="4006850"/>
          <p14:tracePt t="29201" x="2971800" y="4324350"/>
          <p14:tracePt t="29218" x="2844800" y="4565650"/>
          <p14:tracePt t="29235" x="2794000" y="4660900"/>
          <p14:tracePt t="29251" x="2717800" y="4813300"/>
          <p14:tracePt t="29268" x="2679700" y="4870450"/>
          <p14:tracePt t="29285" x="2590800" y="4984750"/>
          <p14:tracePt t="29301" x="2571750" y="4997450"/>
          <p14:tracePt t="29317" x="2559050" y="5010150"/>
          <p14:tracePt t="29334" x="2540000" y="5022850"/>
          <p14:tracePt t="29351" x="2527300" y="5029200"/>
          <p14:tracePt t="29367" x="2520950" y="5029200"/>
          <p14:tracePt t="29384" x="2514600" y="5029200"/>
          <p14:tracePt t="29488" x="2520950" y="5029200"/>
          <p14:tracePt t="29509" x="2527300" y="5029200"/>
          <p14:tracePt t="29516" x="2540000" y="5029200"/>
          <p14:tracePt t="29530" x="2546350" y="5029200"/>
          <p14:tracePt t="29537" x="2571750" y="5029200"/>
          <p14:tracePt t="29553" x="2616200" y="5029200"/>
          <p14:tracePt t="29567" x="2762250" y="5041900"/>
          <p14:tracePt t="29583" x="2863850" y="5048250"/>
          <p14:tracePt t="29601" x="3117850" y="5073650"/>
          <p14:tracePt t="29616" x="3409950" y="5080000"/>
          <p14:tracePt t="29633" x="3568700" y="5080000"/>
          <p14:tracePt t="29650" x="3886200" y="5080000"/>
          <p14:tracePt t="29666" x="4025900" y="5080000"/>
          <p14:tracePt t="29683" x="4318000" y="5054600"/>
          <p14:tracePt t="29700" x="4546600" y="5035550"/>
          <p14:tracePt t="29716" x="4648200" y="5035550"/>
          <p14:tracePt t="29733" x="4806950" y="5016500"/>
          <p14:tracePt t="29749" x="4870450" y="5003800"/>
          <p14:tracePt t="29766" x="4991100" y="4984750"/>
          <p14:tracePt t="29783" x="5048250" y="4972050"/>
          <p14:tracePt t="29799" x="5168900" y="4940300"/>
          <p14:tracePt t="29816" x="5245100" y="4921250"/>
          <p14:tracePt t="29833" x="5403850" y="4883150"/>
          <p14:tracePt t="29849" x="5499100" y="4845050"/>
          <p14:tracePt t="29867" x="5543550" y="4838700"/>
          <p14:tracePt t="29882" x="5626100" y="4819650"/>
          <p14:tracePt t="29899" x="5651500" y="4813300"/>
          <p14:tracePt t="29916" x="5734050" y="4800600"/>
          <p14:tracePt t="29932" x="5753100" y="4794250"/>
          <p14:tracePt t="29949" x="5772150" y="4794250"/>
          <p14:tracePt t="29965" x="5797550" y="4781550"/>
          <p14:tracePt t="29981" x="5829300" y="4768850"/>
          <p14:tracePt t="29985" x="5829300" y="4762500"/>
          <p14:tracePt t="30015" x="5835650" y="4743450"/>
          <p14:tracePt t="30070" x="5829300" y="4743450"/>
          <p14:tracePt t="30077" x="5822950" y="4749800"/>
          <p14:tracePt t="30091" x="5810250" y="4756150"/>
          <p14:tracePt t="30101" x="5803900" y="4756150"/>
          <p14:tracePt t="30114" x="5797550" y="4762500"/>
          <p14:tracePt t="30131" x="5784850" y="4768850"/>
          <p14:tracePt t="30148" x="5778500" y="4768850"/>
          <p14:tracePt t="30181" x="5772150" y="4768850"/>
          <p14:tracePt t="30210" x="5778500" y="4768850"/>
          <p14:tracePt t="30233" x="5791200" y="4768850"/>
          <p14:tracePt t="30238" x="5816600" y="4762500"/>
          <p14:tracePt t="30252" x="5854700" y="4762500"/>
          <p14:tracePt t="30264" x="5905500" y="4749800"/>
          <p14:tracePt t="30281" x="6051550" y="4730750"/>
          <p14:tracePt t="30297" x="6140450" y="4711700"/>
          <p14:tracePt t="30314" x="6242050" y="4692650"/>
          <p14:tracePt t="30331" x="6502400" y="4641850"/>
          <p14:tracePt t="30347" x="6565900" y="4629150"/>
          <p14:tracePt t="30365" x="6642100" y="4616450"/>
          <p14:tracePt t="30380" x="6648450" y="4616450"/>
          <p14:tracePt t="30397" x="6667500" y="4610100"/>
          <p14:tracePt t="30430" x="6667500" y="4603750"/>
          <p14:tracePt t="30447" x="6654800" y="4610100"/>
          <p14:tracePt t="30464" x="6604000" y="4616450"/>
          <p14:tracePt t="30480" x="6502400" y="4622800"/>
          <p14:tracePt t="30497" x="6337300" y="4648200"/>
          <p14:tracePt t="30513" x="6242050" y="4654550"/>
          <p14:tracePt t="30530" x="6153150" y="4667250"/>
          <p14:tracePt t="30547" x="6026150" y="4686300"/>
          <p14:tracePt t="30563" x="5962650" y="4699000"/>
          <p14:tracePt t="30580" x="5943600" y="4699000"/>
          <p14:tracePt t="30597" x="5930900" y="4699000"/>
          <p14:tracePt t="30631" x="5937250" y="4699000"/>
          <p14:tracePt t="30638" x="5943600" y="4699000"/>
          <p14:tracePt t="30652" x="5949950" y="4692650"/>
          <p14:tracePt t="30664" x="5962650" y="4692650"/>
          <p14:tracePt t="30680" x="5988050" y="4686300"/>
          <p14:tracePt t="30696" x="6000750" y="4679950"/>
          <p14:tracePt t="30713" x="6026150" y="4679950"/>
          <p14:tracePt t="30730" x="6045200" y="4673600"/>
          <p14:tracePt t="30746" x="6057900" y="4667250"/>
          <p14:tracePt t="30763" x="6070600" y="4667250"/>
          <p14:tracePt t="30780" x="6083300" y="4667250"/>
          <p14:tracePt t="31415" x="6038850" y="4654550"/>
          <p14:tracePt t="31422" x="5994400" y="4629150"/>
          <p14:tracePt t="31430" x="5930900" y="4610100"/>
          <p14:tracePt t="31444" x="5861050" y="4578350"/>
          <p14:tracePt t="31460" x="5759450" y="4559300"/>
          <p14:tracePt t="31477" x="5562600" y="4521200"/>
          <p14:tracePt t="31494" x="5378450" y="4445000"/>
          <p14:tracePt t="31510" x="5283200" y="4406900"/>
          <p14:tracePt t="31527" x="5060950" y="4311650"/>
          <p14:tracePt t="31543" x="4851400" y="4222750"/>
          <p14:tracePt t="31560" x="4749800" y="4159250"/>
          <p14:tracePt t="31576" x="4584700" y="4070350"/>
          <p14:tracePt t="31593" x="4419600" y="3956050"/>
          <p14:tracePt t="31610" x="4337050" y="3892550"/>
          <p14:tracePt t="31627" x="4171950" y="3784600"/>
          <p14:tracePt t="31643" x="4070350" y="3695700"/>
          <p14:tracePt t="31660" x="3962400" y="3600450"/>
          <p14:tracePt t="31676" x="3949700" y="3568700"/>
          <p14:tracePt t="31693" x="3911600" y="3543300"/>
          <p14:tracePt t="31710" x="3854450" y="3486150"/>
          <p14:tracePt t="31726" x="3841750" y="3473450"/>
          <p14:tracePt t="31743" x="3822700" y="3460750"/>
          <p14:tracePt t="31759" x="3803650" y="3441700"/>
          <p14:tracePt t="31776" x="3790950" y="3422650"/>
          <p14:tracePt t="31793" x="3784600" y="3416300"/>
          <p14:tracePt t="31809" x="3771900" y="3390900"/>
          <p14:tracePt t="31826" x="3771900" y="3359150"/>
          <p14:tracePt t="31843" x="3759200" y="3308350"/>
          <p14:tracePt t="31859" x="3740150" y="3276600"/>
          <p14:tracePt t="31875" x="3702050" y="3200400"/>
          <p14:tracePt t="31892" x="3644900" y="3111500"/>
          <p14:tracePt t="31908" x="3632200" y="3067050"/>
          <p14:tracePt t="31925" x="3600450" y="3009900"/>
          <p14:tracePt t="31942" x="3581400" y="2965450"/>
          <p14:tracePt t="31958" x="3581400" y="2946400"/>
          <p14:tracePt t="31976" x="3581400" y="2927350"/>
          <p14:tracePt t="31991" x="3581400" y="2914650"/>
          <p14:tracePt t="32008" x="3581400" y="2908300"/>
          <p14:tracePt t="32046" x="3581400" y="2901950"/>
          <p14:tracePt t="32200" x="3587750" y="2901950"/>
          <p14:tracePt t="32236" x="3594100" y="2901950"/>
          <p14:tracePt t="32242" x="3600450" y="2908300"/>
          <p14:tracePt t="32264" x="3606800" y="2908300"/>
          <p14:tracePt t="32271" x="3613150" y="2908300"/>
          <p14:tracePt t="32285" x="3619500" y="2908300"/>
          <p14:tracePt t="32293" x="3632200" y="2908300"/>
          <p14:tracePt t="32307" x="3657600" y="2908300"/>
          <p14:tracePt t="32324" x="3689350" y="2908300"/>
          <p14:tracePt t="32342" x="3886200" y="2908300"/>
          <p14:tracePt t="32357" x="3962400" y="2908300"/>
          <p14:tracePt t="32374" x="4051300" y="2908300"/>
          <p14:tracePt t="32390" x="4203700" y="2908300"/>
          <p14:tracePt t="32407" x="4330700" y="2908300"/>
          <p14:tracePt t="32424" x="4400550" y="2895600"/>
          <p14:tracePt t="32440" x="4419600" y="2895600"/>
          <p14:tracePt t="32457" x="4445000" y="2889250"/>
          <p14:tracePt t="32474" x="4457700" y="2889250"/>
          <p14:tracePt t="32490" x="4464050" y="2889250"/>
          <p14:tracePt t="32607" x="4457700" y="2889250"/>
          <p14:tracePt t="32663" x="4451350" y="2889250"/>
          <p14:tracePt t="32762" x="4445000" y="2895600"/>
          <p14:tracePt t="32804" x="4432300" y="2901950"/>
          <p14:tracePt t="32818" x="4432300" y="2914650"/>
          <p14:tracePt t="32825" x="4425950" y="2921000"/>
          <p14:tracePt t="32839" x="4419600" y="2927350"/>
          <p14:tracePt t="32855" x="4406900" y="2959100"/>
          <p14:tracePt t="32872" x="4400550" y="2984500"/>
          <p14:tracePt t="32889" x="4375150" y="3105150"/>
          <p14:tracePt t="32905" x="4343400" y="3251200"/>
          <p14:tracePt t="32922" x="4330700" y="3340100"/>
          <p14:tracePt t="32938" x="4324350" y="3498850"/>
          <p14:tracePt t="32955" x="4324350" y="3575050"/>
          <p14:tracePt t="32972" x="4324350" y="3676650"/>
          <p14:tracePt t="32988" x="4349750" y="3740150"/>
          <p14:tracePt t="33004" x="4356100" y="3759200"/>
          <p14:tracePt t="33021" x="4394200" y="3797300"/>
          <p14:tracePt t="33038" x="4445000" y="3822700"/>
          <p14:tracePt t="33054" x="4464050" y="3841750"/>
          <p14:tracePt t="33071" x="4540250" y="3879850"/>
          <p14:tracePt t="33088" x="4641850" y="3924300"/>
          <p14:tracePt t="33105" x="4800600" y="3994150"/>
          <p14:tracePt t="33121" x="4883150" y="4038600"/>
          <p14:tracePt t="33138" x="4959350" y="4070350"/>
          <p14:tracePt t="33155" x="5124450" y="4146550"/>
          <p14:tracePt t="33170" x="5270500" y="4216400"/>
          <p14:tracePt t="33187" x="5340350" y="4254500"/>
          <p14:tracePt t="33204" x="5518150" y="4305300"/>
          <p14:tracePt t="33221" x="5556250" y="4311650"/>
          <p14:tracePt t="33237" x="5600700" y="4318000"/>
          <p14:tracePt t="33254" x="5664200" y="4330700"/>
          <p14:tracePt t="33270" x="5683250" y="4343400"/>
          <p14:tracePt t="33288" x="5708650" y="4349750"/>
          <p14:tracePt t="33303" x="5721350" y="4349750"/>
          <p14:tracePt t="33320" x="5740400" y="4349750"/>
          <p14:tracePt t="33337" x="5753100" y="4362450"/>
          <p14:tracePt t="33353" x="5759450" y="4362450"/>
          <p14:tracePt t="33370" x="5778500" y="4375150"/>
          <p14:tracePt t="33387" x="5803900" y="4381500"/>
          <p14:tracePt t="33403" x="5816600" y="4387850"/>
          <p14:tracePt t="33421" x="5842000" y="4400550"/>
          <p14:tracePt t="33436" x="5880100" y="4406900"/>
          <p14:tracePt t="33453" x="5905500" y="4413250"/>
          <p14:tracePt t="33470" x="5949950" y="4425950"/>
          <p14:tracePt t="33487" x="5994400" y="4445000"/>
          <p14:tracePt t="33503" x="6013450" y="4451350"/>
          <p14:tracePt t="33520" x="6032500" y="4457700"/>
          <p14:tracePt t="33568" x="6019800" y="4464050"/>
          <p14:tracePt t="33576" x="5994400" y="4470400"/>
          <p14:tracePt t="33589" x="5969000" y="4476750"/>
          <p14:tracePt t="33603" x="5835650" y="4514850"/>
          <p14:tracePt t="33619" x="5753100" y="4546600"/>
          <p14:tracePt t="33636" x="5626100" y="4565650"/>
          <p14:tracePt t="33653" x="5314950" y="4610100"/>
          <p14:tracePt t="33669" x="4927600" y="4654550"/>
          <p14:tracePt t="33686" x="4718050" y="4654550"/>
          <p14:tracePt t="33703" x="4273550" y="4667250"/>
          <p14:tracePt t="33719" x="3841750" y="4692650"/>
          <p14:tracePt t="33736" x="3625850" y="4718050"/>
          <p14:tracePt t="33752" x="3206750" y="4718050"/>
          <p14:tracePt t="33769" x="2838450" y="4718050"/>
          <p14:tracePt t="33786" x="2654300" y="4730750"/>
          <p14:tracePt t="33802" x="2311400" y="4730750"/>
          <p14:tracePt t="33819" x="2070100" y="4756150"/>
          <p14:tracePt t="33835" x="1841500" y="4762500"/>
          <p14:tracePt t="33852" x="1739900" y="4775200"/>
          <p14:tracePt t="33868" x="1593850" y="4800600"/>
          <p14:tracePt t="33886" x="1511300" y="4813300"/>
          <p14:tracePt t="33902" x="1485900" y="4819650"/>
          <p14:tracePt t="33919" x="1428750" y="4826000"/>
          <p14:tracePt t="33935" x="1384300" y="4826000"/>
          <p14:tracePt t="33952" x="1365250" y="4832350"/>
          <p14:tracePt t="33969" x="1327150" y="4838700"/>
          <p14:tracePt t="33984" x="1314450" y="4838700"/>
          <p14:tracePt t="34001" x="1276350" y="4845050"/>
          <p14:tracePt t="34018" x="1250950" y="4851400"/>
          <p14:tracePt t="34034" x="1238250" y="4857750"/>
          <p14:tracePt t="34038" x="1225550" y="4864100"/>
          <p14:tracePt t="34052" x="1193800" y="4870450"/>
          <p14:tracePt t="34068" x="1181100" y="4876800"/>
          <p14:tracePt t="34085" x="1162050" y="4889500"/>
          <p14:tracePt t="34101" x="1123950" y="4908550"/>
          <p14:tracePt t="34117" x="1092200" y="4940300"/>
          <p14:tracePt t="34134" x="1073150" y="4965700"/>
          <p14:tracePt t="34151" x="1035050" y="4984750"/>
          <p14:tracePt t="34168" x="977900" y="5041900"/>
          <p14:tracePt t="34186" x="939800" y="5105400"/>
          <p14:tracePt t="34201" x="927100" y="5137150"/>
          <p14:tracePt t="34217" x="908050" y="5187950"/>
          <p14:tracePt t="34235" x="901700" y="5219700"/>
          <p14:tracePt t="34250" x="895350" y="5232400"/>
          <p14:tracePt t="34267" x="889000" y="5264150"/>
          <p14:tracePt t="34285" x="882650" y="5283200"/>
          <p14:tracePt t="34300" x="882650" y="5289550"/>
          <p14:tracePt t="34317" x="876300" y="5295900"/>
          <p14:tracePt t="34334" x="869950" y="5308600"/>
          <p14:tracePt t="34350" x="869950" y="5314950"/>
          <p14:tracePt t="34384" x="869950" y="5321300"/>
          <p14:tracePt t="34473" x="869950" y="5314950"/>
          <p14:tracePt t="34486" x="863600" y="5314950"/>
          <p14:tracePt t="34494" x="863600" y="5308600"/>
          <p14:tracePt t="34508" x="863600" y="5302250"/>
          <p14:tracePt t="34517" x="863600" y="5295900"/>
          <p14:tracePt t="34533" x="857250" y="5276850"/>
          <p14:tracePt t="34550" x="850900" y="5238750"/>
          <p14:tracePt t="34566" x="844550" y="5156200"/>
          <p14:tracePt t="34583" x="838200" y="5118100"/>
          <p14:tracePt t="34600" x="819150" y="5035550"/>
          <p14:tracePt t="34616" x="812800" y="4984750"/>
          <p14:tracePt t="34632" x="812800" y="4965700"/>
          <p14:tracePt t="34649" x="812800" y="4946650"/>
          <p14:tracePt t="34682" x="819150" y="4959350"/>
          <p14:tracePt t="34699" x="825500" y="4997450"/>
          <p14:tracePt t="34715" x="838200" y="5041900"/>
          <p14:tracePt t="34733" x="895350" y="5207000"/>
          <p14:tracePt t="34749" x="920750" y="5264150"/>
          <p14:tracePt t="34765" x="952500" y="5321300"/>
          <p14:tracePt t="34782" x="1028700" y="5435600"/>
          <p14:tracePt t="34799" x="1104900" y="5568950"/>
          <p14:tracePt t="34815" x="1136650" y="5638800"/>
          <p14:tracePt t="34833" x="1193800" y="5778500"/>
          <p14:tracePt t="34848" x="1263650" y="5886450"/>
          <p14:tracePt t="34866" x="1308100" y="5937250"/>
          <p14:tracePt t="34881" x="1409700" y="6000750"/>
          <p14:tracePt t="34898" x="1479550" y="6032500"/>
          <p14:tracePt t="34916" x="1676400" y="6070600"/>
          <p14:tracePt t="34932" x="1714500" y="6070600"/>
          <p14:tracePt t="34948" x="1746250" y="6064250"/>
          <p14:tracePt t="34964" x="1803400" y="6051550"/>
          <p14:tracePt t="34981" x="1866900" y="6019800"/>
          <p14:tracePt t="34998" x="1898650" y="5994400"/>
          <p14:tracePt t="35014" x="1974850" y="5956300"/>
          <p14:tracePt t="35031" x="2051050" y="5911850"/>
          <p14:tracePt t="35049" x="2114550" y="5873750"/>
          <p14:tracePt t="35064" x="2146300" y="5867400"/>
          <p14:tracePt t="35081" x="2197100" y="5848350"/>
          <p14:tracePt t="35098" x="2254250" y="5829300"/>
          <p14:tracePt t="35114" x="2286000" y="5816600"/>
          <p14:tracePt t="35131" x="2343150" y="5803900"/>
          <p14:tracePt t="35148" x="2514600" y="5765800"/>
          <p14:tracePt t="35164" x="2590800" y="5746750"/>
          <p14:tracePt t="35182" x="2762250" y="5715000"/>
          <p14:tracePt t="35197" x="2838450" y="5702300"/>
          <p14:tracePt t="35214" x="2959100" y="5695950"/>
          <p14:tracePt t="35231" x="3048000" y="5689600"/>
          <p14:tracePt t="35247" x="3079750" y="5676900"/>
          <p14:tracePt t="35264" x="3117850" y="5670550"/>
          <p14:tracePt t="35280" x="3130550" y="5670550"/>
          <p14:tracePt t="35313" x="3124200" y="5670550"/>
          <p14:tracePt t="35330" x="3092450" y="5683250"/>
          <p14:tracePt t="35347" x="3060700" y="5702300"/>
          <p14:tracePt t="35364" x="2946400" y="5746750"/>
          <p14:tracePt t="35380" x="2787650" y="5803900"/>
          <p14:tracePt t="35396" x="2673350" y="5848350"/>
          <p14:tracePt t="35414" x="2463800" y="5924550"/>
          <p14:tracePt t="35430" x="2292350" y="5994400"/>
          <p14:tracePt t="35446" x="2235200" y="6013450"/>
          <p14:tracePt t="35463" x="2171700" y="6045200"/>
          <p14:tracePt t="35480" x="2146300" y="6057900"/>
          <p14:tracePt t="35497" x="2146300" y="6064250"/>
          <p14:tracePt t="35513" x="2139950" y="6070600"/>
          <p14:tracePt t="35529" x="2146300" y="6070600"/>
          <p14:tracePt t="35546" x="2159000" y="6070600"/>
          <p14:tracePt t="35563" x="2203450" y="6064250"/>
          <p14:tracePt t="35579" x="2241550" y="6057900"/>
          <p14:tracePt t="35583" x="2305050" y="6057900"/>
          <p14:tracePt t="35596" x="2393950" y="6051550"/>
          <p14:tracePt t="35612" x="2616200" y="6007100"/>
          <p14:tracePt t="35629" x="2730500" y="5988050"/>
          <p14:tracePt t="35646" x="2952750" y="5930900"/>
          <p14:tracePt t="35662" x="3143250" y="5880100"/>
          <p14:tracePt t="35680" x="3263900" y="5854700"/>
          <p14:tracePt t="35695" x="3295650" y="5835650"/>
          <p14:tracePt t="35712" x="3321050" y="5822950"/>
          <p14:tracePt t="35764" x="3308350" y="5829300"/>
          <p14:tracePt t="35771" x="3295650" y="5835650"/>
          <p14:tracePt t="35781" x="3276600" y="5842000"/>
          <p14:tracePt t="35794" x="3244850" y="5854700"/>
          <p14:tracePt t="35812" x="3194050" y="5861050"/>
          <p14:tracePt t="35828" x="3054350" y="5899150"/>
          <p14:tracePt t="35845" x="2876550" y="5918200"/>
          <p14:tracePt t="35862" x="2774950" y="5937250"/>
          <p14:tracePt t="35878" x="2571750" y="5962650"/>
          <p14:tracePt t="35895" x="2438400" y="5969000"/>
          <p14:tracePt t="35912" x="2400300" y="5969000"/>
          <p14:tracePt t="35928" x="2387600" y="5969000"/>
          <p14:tracePt t="35944" x="2381250" y="5969000"/>
          <p14:tracePt t="35961" x="2393950" y="5969000"/>
          <p14:tracePt t="35978" x="2406650" y="5969000"/>
          <p14:tracePt t="35995" x="2489200" y="5956300"/>
          <p14:tracePt t="36011" x="2641600" y="5937250"/>
          <p14:tracePt t="36027" x="2755900" y="5924550"/>
          <p14:tracePt t="36045" x="3048000" y="5892800"/>
          <p14:tracePt t="36061" x="3378200" y="5854700"/>
          <p14:tracePt t="36077" x="3530600" y="5822950"/>
          <p14:tracePt t="36081" x="3644900" y="5810250"/>
          <p14:tracePt t="36095" x="3752850" y="5791200"/>
          <p14:tracePt t="36111" x="3829050" y="5791200"/>
          <p14:tracePt t="36127" x="3924300" y="5759450"/>
          <p14:tracePt t="36144" x="3943350" y="5759450"/>
          <p14:tracePt t="36171" x="3930650" y="5772150"/>
          <p14:tracePt t="36185" x="3911600" y="5778500"/>
          <p14:tracePt t="36193" x="3873500" y="5778500"/>
          <p14:tracePt t="36210" x="3810000" y="5778500"/>
          <p14:tracePt t="36227" x="3549650" y="5803900"/>
          <p14:tracePt t="36243" x="3143250" y="5829300"/>
          <p14:tracePt t="36260" x="2952750" y="5842000"/>
          <p14:tracePt t="36277" x="2673350" y="5861050"/>
          <p14:tracePt t="36293" x="2444750" y="5873750"/>
          <p14:tracePt t="36311" x="2393950" y="5873750"/>
          <p14:tracePt t="36326" x="2330450" y="5880100"/>
          <p14:tracePt t="36343" x="2317750" y="5886450"/>
          <p14:tracePt t="36381" x="2317750" y="5892800"/>
          <p14:tracePt t="36396" x="2330450" y="5892800"/>
          <p14:tracePt t="36410" x="2438400" y="5911850"/>
          <p14:tracePt t="36426" x="2540000" y="5930900"/>
          <p14:tracePt t="36443" x="2667000" y="5943600"/>
          <p14:tracePt t="36459" x="2990850" y="5962650"/>
          <p14:tracePt t="36476" x="3346450" y="5988050"/>
          <p14:tracePt t="36493" x="3606800" y="5988050"/>
          <p14:tracePt t="36509" x="3708400" y="5988050"/>
          <p14:tracePt t="36526" x="3867150" y="5988050"/>
          <p14:tracePt t="36543" x="3962400" y="5969000"/>
          <p14:tracePt t="36559" x="3981450" y="5969000"/>
          <p14:tracePt t="36576" x="4006850" y="5962650"/>
          <p14:tracePt t="36593" x="4006850" y="5956300"/>
          <p14:tracePt t="36608" x="4000500" y="5956300"/>
          <p14:tracePt t="36626" x="3962400" y="5956300"/>
          <p14:tracePt t="36642" x="3867150" y="5956300"/>
          <p14:tracePt t="36659" x="3752850" y="5943600"/>
          <p14:tracePt t="36677" x="3409950" y="5949950"/>
          <p14:tracePt t="36692" x="2933700" y="5969000"/>
          <p14:tracePt t="36709" x="2743200" y="5981700"/>
          <p14:tracePt t="36725" x="2451100" y="5988050"/>
          <p14:tracePt t="36741" x="2362200" y="5988050"/>
          <p14:tracePt t="36758" x="2247900" y="5988050"/>
          <p14:tracePt t="36775" x="2222500" y="5988050"/>
          <p14:tracePt t="36791" x="2216150" y="5988050"/>
          <p14:tracePt t="36816" x="2216150" y="5981700"/>
          <p14:tracePt t="36825" x="2235200" y="5981700"/>
          <p14:tracePt t="36841" x="2247900" y="5981700"/>
          <p14:tracePt t="36859" x="2381250" y="5981700"/>
          <p14:tracePt t="36875" x="2597150" y="5981700"/>
          <p14:tracePt t="36891" x="2755900" y="5981700"/>
          <p14:tracePt t="36908" x="3117850" y="5981700"/>
          <p14:tracePt t="36924" x="3473450" y="5962650"/>
          <p14:tracePt t="36942" x="3600450" y="5937250"/>
          <p14:tracePt t="36957" x="3778250" y="5918200"/>
          <p14:tracePt t="36974" x="3911600" y="5899150"/>
          <p14:tracePt t="36992" x="3962400" y="5892800"/>
          <p14:tracePt t="37008" x="3975100" y="5886450"/>
          <p14:tracePt t="37024" x="3981450" y="5886450"/>
          <p14:tracePt t="37041" x="3987800" y="5873750"/>
          <p14:tracePt t="37074" x="3981450" y="5873750"/>
          <p14:tracePt t="37091" x="3975100" y="5880100"/>
          <p14:tracePt t="37107" x="3962400" y="5886450"/>
          <p14:tracePt t="37124" x="3943350" y="5899150"/>
          <p14:tracePt t="37141" x="3924300" y="5905500"/>
          <p14:tracePt t="37157" x="3917950" y="5899150"/>
          <p14:tracePt t="37174" x="3917950" y="5886450"/>
          <p14:tracePt t="39661" x="3898900" y="5892800"/>
          <p14:tracePt t="39668" x="3867150" y="5924550"/>
          <p14:tracePt t="39685" x="3829050" y="5962650"/>
          <p14:tracePt t="39698" x="3765550" y="6032500"/>
          <p14:tracePt t="39715" x="3727450" y="6057900"/>
          <p14:tracePt t="39731" x="3683000" y="6108700"/>
          <p14:tracePt t="39748" x="3670300" y="6134100"/>
          <p14:tracePt t="39765" x="3638550" y="6191250"/>
          <p14:tracePt t="39781" x="3619500" y="6229350"/>
          <p14:tracePt t="39798" x="3613150" y="6248400"/>
          <p14:tracePt t="39815" x="3594100" y="6280150"/>
          <p14:tracePt t="39831" x="3575050" y="6311900"/>
          <p14:tracePt t="39848" x="3575050" y="6324600"/>
          <p14:tracePt t="39864" x="3562350" y="6337300"/>
          <p14:tracePt t="39881" x="3562350" y="6356350"/>
          <p14:tracePt t="39897" x="3556000" y="6369050"/>
          <p14:tracePt t="39914" x="3549650" y="6381750"/>
          <p14:tracePt t="39931" x="3536950" y="6394450"/>
          <p14:tracePt t="39948" x="3524250" y="6400800"/>
          <p14:tracePt t="39964" x="3524250" y="6407150"/>
          <p14:tracePt t="39980" x="3517900" y="6413500"/>
          <p14:tracePt t="39998" x="3511550" y="6419850"/>
          <p14:tracePt t="40030" x="3511550" y="6426200"/>
          <p14:tracePt t="40047" x="3505200" y="6438900"/>
          <p14:tracePt t="40064" x="3498850" y="6445250"/>
          <p14:tracePt t="40096" x="3486150" y="6470650"/>
          <p14:tracePt t="40114" x="3473450" y="6496050"/>
          <p14:tracePt t="40131" x="3467100" y="6508750"/>
          <p14:tracePt t="40147" x="3460750" y="6546850"/>
          <p14:tracePt t="40163" x="3448050" y="6572250"/>
          <p14:tracePt t="40180" x="3441700" y="6578600"/>
          <p14:tracePt t="40197" x="3441700" y="6584950"/>
          <p14:tracePt t="40213" x="3435350" y="6591300"/>
          <p14:tracePt t="40229" x="3435350" y="6597650"/>
          <p14:tracePt t="40271" x="3435350" y="6604000"/>
          <p14:tracePt t="40342" x="3435350" y="6610350"/>
          <p14:tracePt t="40383" x="3441700" y="6610350"/>
          <p14:tracePt t="40411" x="3441700" y="6616700"/>
          <p14:tracePt t="40439" x="3454400" y="6616700"/>
          <p14:tracePt t="40481" x="3460750" y="6616700"/>
          <p14:tracePt t="40489" x="3467100" y="6616700"/>
          <p14:tracePt t="40510" x="3473450" y="6616700"/>
          <p14:tracePt t="40524" x="3479800" y="6616700"/>
          <p14:tracePt t="40532" x="3492500" y="6616700"/>
          <p14:tracePt t="40545" x="3498850" y="6616700"/>
          <p14:tracePt t="40562" x="3536950" y="6616700"/>
          <p14:tracePt t="40580" x="3625850" y="6616700"/>
          <p14:tracePt t="40595" x="3689350" y="6616700"/>
          <p14:tracePt t="40613" x="3867150" y="6604000"/>
          <p14:tracePt t="40629" x="4083050" y="6604000"/>
          <p14:tracePt t="40645" x="4197350" y="6604000"/>
          <p14:tracePt t="40662" x="4324350" y="6604000"/>
          <p14:tracePt t="40679" x="4673600" y="6604000"/>
          <p14:tracePt t="40695" x="4787900" y="6604000"/>
          <p14:tracePt t="40712" x="4889500" y="6604000"/>
          <p14:tracePt t="40728" x="5029200" y="6604000"/>
          <p14:tracePt t="40744" x="5149850" y="6597650"/>
          <p14:tracePt t="40762" x="5232400" y="6591300"/>
          <p14:tracePt t="40778" x="5257800" y="6591300"/>
          <p14:tracePt t="40795" x="5314950" y="6591300"/>
          <p14:tracePt t="40812" x="5346700" y="6584950"/>
          <p14:tracePt t="40829" x="5365750" y="6584950"/>
          <p14:tracePt t="40844" x="5403850" y="6584950"/>
          <p14:tracePt t="40861" x="5422900" y="6584950"/>
          <p14:tracePt t="40877" x="5435600" y="6584950"/>
          <p14:tracePt t="40894" x="5454650" y="6578600"/>
          <p14:tracePt t="40911" x="5473700" y="6578600"/>
          <p14:tracePt t="40927" x="5480050" y="6578600"/>
          <p14:tracePt t="40944" x="5492750" y="6578600"/>
          <p14:tracePt t="40960" x="5499100" y="6578600"/>
          <p14:tracePt t="40977" x="5505450" y="6578600"/>
          <p14:tracePt t="40994" x="5511800" y="6578600"/>
          <p14:tracePt t="41011" x="5518150" y="6578600"/>
          <p14:tracePt t="41064" x="5524500" y="6578600"/>
          <p14:tracePt t="41071" x="5530850" y="6578600"/>
          <p14:tracePt t="41113" x="5537200" y="6578600"/>
          <p14:tracePt t="41155" x="5543550" y="6578600"/>
          <p14:tracePt t="41182" x="5549900" y="6578600"/>
          <p14:tracePt t="41189" x="5556250" y="6578600"/>
          <p14:tracePt t="41211" x="5562600" y="6578600"/>
          <p14:tracePt t="41260" x="5568950" y="6578600"/>
          <p14:tracePt t="41281" x="5575300" y="6578600"/>
          <p14:tracePt t="41295" x="5581650" y="6578600"/>
          <p14:tracePt t="41303" x="5588000" y="6578600"/>
          <p14:tracePt t="41312" x="5594350" y="6578600"/>
          <p14:tracePt t="41326" x="5600700" y="6578600"/>
          <p14:tracePt t="41343" x="5607050" y="6584950"/>
          <p14:tracePt t="41359" x="5645150" y="6584950"/>
          <p14:tracePt t="41376" x="5676900" y="6584950"/>
          <p14:tracePt t="41393" x="5695950" y="6584950"/>
          <p14:tracePt t="41409" x="5727700" y="6591300"/>
          <p14:tracePt t="41426" x="5753100" y="6591300"/>
          <p14:tracePt t="41443" x="5772150" y="6591300"/>
          <p14:tracePt t="41460" x="5778500" y="6591300"/>
          <p14:tracePt t="41476" x="5784850" y="6591300"/>
          <p14:tracePt t="41625" x="5784850" y="6597650"/>
          <p14:tracePt t="41639" x="5778500" y="6604000"/>
          <p14:tracePt t="42203" x="5778500" y="6578600"/>
          <p14:tracePt t="42216" x="5765800" y="6521450"/>
          <p14:tracePt t="42226" x="5759450" y="6445250"/>
          <p14:tracePt t="42240" x="5746750" y="6381750"/>
          <p14:tracePt t="42256" x="5721350" y="6223000"/>
          <p14:tracePt t="42273" x="5702300" y="6096000"/>
          <p14:tracePt t="42289" x="5702300" y="6051550"/>
          <p14:tracePt t="42306" x="5689600" y="6000750"/>
          <p14:tracePt t="42323" x="5676900" y="5911850"/>
          <p14:tracePt t="42339" x="5670550" y="5886450"/>
          <p14:tracePt t="42357" x="5657850" y="5861050"/>
          <p14:tracePt t="42372" x="5657850" y="5848350"/>
          <p14:tracePt t="42389" x="5645150" y="5835650"/>
          <p14:tracePt t="42406" x="5626100" y="5816600"/>
          <p14:tracePt t="42422" x="5619750" y="5797550"/>
          <p14:tracePt t="42439" x="5594350" y="5778500"/>
          <p14:tracePt t="42456" x="5549900" y="5759450"/>
          <p14:tracePt t="42472" x="5530850" y="5746750"/>
          <p14:tracePt t="42488" x="5448300" y="5721350"/>
          <p14:tracePt t="42505" x="5340350" y="5689600"/>
          <p14:tracePt t="42522" x="5283200" y="5683250"/>
          <p14:tracePt t="42539" x="5162550" y="5657850"/>
          <p14:tracePt t="42555" x="5060950" y="5657850"/>
          <p14:tracePt t="42572" x="4997450" y="5657850"/>
          <p14:tracePt t="42589" x="4902200" y="5664200"/>
          <p14:tracePt t="42605" x="4838700" y="5676900"/>
          <p14:tracePt t="42621" x="4813300" y="5683250"/>
          <p14:tracePt t="42638" x="4762500" y="5702300"/>
          <p14:tracePt t="42655" x="4737100" y="5715000"/>
          <p14:tracePt t="42673" x="4673600" y="5765800"/>
          <p14:tracePt t="42687" x="4654550" y="5778500"/>
          <p14:tracePt t="42704" x="4635500" y="5791200"/>
          <p14:tracePt t="42722" x="4622800" y="5803900"/>
          <p14:tracePt t="42738" x="4610100" y="5816600"/>
          <p14:tracePt t="42754" x="4603750" y="5822950"/>
          <p14:tracePt t="42771" x="4584700" y="5829300"/>
          <p14:tracePt t="42787" x="4565650" y="5835650"/>
          <p14:tracePt t="42804" x="4552950" y="5842000"/>
          <p14:tracePt t="42820" x="4521200" y="5842000"/>
          <p14:tracePt t="42837" x="4476750" y="5842000"/>
          <p14:tracePt t="42855" x="4432300" y="5835650"/>
          <p14:tracePt t="42870" x="4413250" y="5829300"/>
          <p14:tracePt t="42887" x="4362450" y="5816600"/>
          <p14:tracePt t="42905" x="4311650" y="5791200"/>
          <p14:tracePt t="42920" x="4279900" y="5784850"/>
          <p14:tracePt t="42937" x="4248150" y="5765800"/>
          <p14:tracePt t="42954" x="4121150" y="5734050"/>
          <p14:tracePt t="42970" x="4083050" y="5727700"/>
          <p14:tracePt t="42988" x="4006850" y="5702300"/>
          <p14:tracePt t="43004" x="3981450" y="5695950"/>
          <p14:tracePt t="43020" x="3911600" y="5676900"/>
          <p14:tracePt t="43038" x="3835400" y="5664200"/>
          <p14:tracePt t="43053" x="3810000" y="5664200"/>
          <p14:tracePt t="43070" x="3752850" y="5657850"/>
          <p14:tracePt t="43087" x="3695700" y="5651500"/>
          <p14:tracePt t="43103" x="3663950" y="5651500"/>
          <p14:tracePt t="43120" x="3606800" y="5632450"/>
          <p14:tracePt t="43136" x="3556000" y="5626100"/>
          <p14:tracePt t="43153" x="3530600" y="5619750"/>
          <p14:tracePt t="43170" x="3498850" y="5619750"/>
          <p14:tracePt t="43186" x="3473450" y="5619750"/>
          <p14:tracePt t="43203" x="3460750" y="5619750"/>
          <p14:tracePt t="43220" x="3448050" y="5619750"/>
          <p14:tracePt t="43236" x="3435350" y="5619750"/>
          <p14:tracePt t="43275" x="3429000" y="5619750"/>
          <p14:tracePt t="43346" x="3429000" y="5613400"/>
          <p14:tracePt t="43416" x="3435350" y="5607050"/>
          <p14:tracePt t="43430" x="3448050" y="5607050"/>
          <p14:tracePt t="43438" x="3467100" y="5600700"/>
          <p14:tracePt t="43451" x="3498850" y="5594350"/>
          <p14:tracePt t="43468" x="3632200" y="5568950"/>
          <p14:tracePt t="43486" x="3835400" y="5511800"/>
          <p14:tracePt t="43502" x="3968750" y="5467350"/>
          <p14:tracePt t="43518" x="4337050" y="5365750"/>
          <p14:tracePt t="43535" x="4737100" y="5226050"/>
          <p14:tracePt t="43551" x="4876800" y="5168900"/>
          <p14:tracePt t="43568" x="5041900" y="5092700"/>
          <p14:tracePt t="43585" x="5334000" y="4933950"/>
          <p14:tracePt t="43601" x="5397500" y="4895850"/>
          <p14:tracePt t="43618" x="5448300" y="4870450"/>
          <p14:tracePt t="43634" x="5518150" y="4819650"/>
          <p14:tracePt t="43651" x="5543550" y="4806950"/>
          <p14:tracePt t="43655" x="5549900" y="4794250"/>
          <p14:tracePt t="43671" x="5556250" y="4787900"/>
          <p14:tracePt t="43685" x="5562600" y="4787900"/>
          <p14:tracePt t="43701" x="5562600" y="4781550"/>
          <p14:tracePt t="43720" x="5562600" y="4775200"/>
          <p14:tracePt t="43788" x="5568950" y="4775200"/>
          <p14:tracePt t="43815" x="5575300" y="4768850"/>
          <p14:tracePt t="43837" x="5588000" y="4762500"/>
          <p14:tracePt t="43852" x="5594350" y="4762500"/>
          <p14:tracePt t="43865" x="5600700" y="4756150"/>
          <p14:tracePt t="43872" x="5607050" y="4756150"/>
          <p14:tracePt t="43887" x="5613400" y="4756150"/>
          <p14:tracePt t="43901" x="5626100" y="4749800"/>
          <p14:tracePt t="43917" x="5638800" y="4743450"/>
          <p14:tracePt t="43934" x="5676900" y="4718050"/>
          <p14:tracePt t="43950" x="5734050" y="4699000"/>
          <p14:tracePt t="43967" x="5759450" y="4679950"/>
          <p14:tracePt t="43984" x="5829300" y="4660900"/>
          <p14:tracePt t="44000" x="5880100" y="4635500"/>
          <p14:tracePt t="44017" x="5899150" y="4635500"/>
          <p14:tracePt t="44033" x="5943600" y="4616450"/>
          <p14:tracePt t="44050" x="5981700" y="4603750"/>
          <p14:tracePt t="44067" x="5994400" y="4597400"/>
          <p14:tracePt t="44084" x="6013450" y="4591050"/>
          <p14:tracePt t="44100" x="6032500" y="4584700"/>
          <p14:tracePt t="44117" x="6051550" y="4584700"/>
          <p14:tracePt t="44133" x="6064250" y="4572000"/>
          <p14:tracePt t="44149" x="6096000" y="4565650"/>
          <p14:tracePt t="44167" x="6146800" y="4552950"/>
          <p14:tracePt t="44182" x="6178550" y="4546600"/>
          <p14:tracePt t="44200" x="6216650" y="4540250"/>
          <p14:tracePt t="44217" x="6381750" y="4502150"/>
          <p14:tracePt t="44233" x="6413500" y="4495800"/>
          <p14:tracePt t="44249" x="6438900" y="4495800"/>
          <p14:tracePt t="44266" x="6496050" y="4489450"/>
          <p14:tracePt t="44282" x="6534150" y="4483100"/>
          <p14:tracePt t="44300" x="6546850" y="4476750"/>
          <p14:tracePt t="44426" x="6540500" y="4476750"/>
          <p14:tracePt t="44461" x="6534150" y="4483100"/>
          <p14:tracePt t="44468" x="6527800" y="4483100"/>
          <p14:tracePt t="44489" x="6521450" y="4483100"/>
          <p14:tracePt t="44517" x="6515100" y="4483100"/>
          <p14:tracePt t="44567" x="6508750" y="4483100"/>
          <p14:tracePt t="44588" x="6496050" y="4483100"/>
          <p14:tracePt t="44630" x="6489700" y="4483100"/>
          <p14:tracePt t="44637" x="6483350" y="4489450"/>
          <p14:tracePt t="44651" x="6477000" y="4489450"/>
          <p14:tracePt t="44666" x="6477000" y="4495800"/>
          <p14:tracePt t="44681" x="6445250" y="4502150"/>
          <p14:tracePt t="44698" x="6426200" y="4508500"/>
          <p14:tracePt t="44714" x="6305550" y="4559300"/>
          <p14:tracePt t="44731" x="6083300" y="4629150"/>
          <p14:tracePt t="44748" x="5899150" y="4679950"/>
          <p14:tracePt t="44765" x="5429250" y="4832350"/>
          <p14:tracePt t="44781" x="4876800" y="5016500"/>
          <p14:tracePt t="44798" x="4368800" y="5200650"/>
          <p14:tracePt t="44814" x="4178300" y="5283200"/>
          <p14:tracePt t="44830" x="3987800" y="5365750"/>
          <p14:tracePt t="44848" x="3613150" y="5524500"/>
          <p14:tracePt t="44864" x="3543300" y="5575300"/>
          <p14:tracePt t="44880" x="3486150" y="5600700"/>
          <p14:tracePt t="44897" x="3371850" y="5657850"/>
          <p14:tracePt t="44914" x="3308350" y="5702300"/>
          <p14:tracePt t="44931" x="3295650" y="5715000"/>
          <p14:tracePt t="44947" x="3263900" y="5734050"/>
          <p14:tracePt t="44963" x="3257550" y="5740400"/>
          <p14:tracePt t="44981" x="3251200" y="5740400"/>
          <p14:tracePt t="44996" x="3244850" y="5740400"/>
          <p14:tracePt t="45013" x="3238500" y="5740400"/>
          <p14:tracePt t="45046" x="3232150" y="5740400"/>
          <p14:tracePt t="45093" x="3232150" y="5746750"/>
          <p14:tracePt t="45128" x="3225800" y="5746750"/>
          <p14:tracePt t="45212" x="3225800" y="5753100"/>
          <p14:tracePt t="45331" x="3219450" y="5753100"/>
          <p14:tracePt t="46934" x="3225800" y="5746750"/>
          <p14:tracePt t="46948" x="3232150" y="5721350"/>
          <p14:tracePt t="46955" x="3244850" y="5702300"/>
          <p14:tracePt t="46962" x="3251200" y="5670550"/>
          <p14:tracePt t="46976" x="3257550" y="5651500"/>
          <p14:tracePt t="46990" x="3263900" y="5638800"/>
          <p14:tracePt t="47006" x="3276600" y="5607050"/>
          <p14:tracePt t="47023" x="3289300" y="5594350"/>
          <p14:tracePt t="47040" x="3308350" y="5562600"/>
          <p14:tracePt t="47056" x="3314700" y="5556250"/>
          <p14:tracePt t="47074" x="3321050" y="5543550"/>
          <p14:tracePt t="47089" x="3327400" y="5537200"/>
          <p14:tracePt t="47106" x="3340100" y="5530850"/>
          <p14:tracePt t="47123" x="3340100" y="5524500"/>
          <p14:tracePt t="47139" x="3346450" y="5511800"/>
          <p14:tracePt t="47156" x="3352800" y="5505450"/>
          <p14:tracePt t="47173" x="3390900" y="5461000"/>
          <p14:tracePt t="47189" x="3409950" y="5435600"/>
          <p14:tracePt t="47206" x="3454400" y="5403850"/>
          <p14:tracePt t="47223" x="3575050" y="5283200"/>
          <p14:tracePt t="47239" x="3727450" y="5149850"/>
          <p14:tracePt t="47256" x="3892550" y="5003800"/>
          <p14:tracePt t="47272" x="3968750" y="4933950"/>
          <p14:tracePt t="47289" x="4108450" y="4800600"/>
          <p14:tracePt t="47306" x="4216400" y="4679950"/>
          <p14:tracePt t="47323" x="4279900" y="4610100"/>
          <p14:tracePt t="47339" x="4368800" y="4470400"/>
          <p14:tracePt t="47355" x="4438650" y="4311650"/>
          <p14:tracePt t="47372" x="4470400" y="4229100"/>
          <p14:tracePt t="47389" x="4508500" y="4070350"/>
          <p14:tracePt t="47405" x="4527550" y="3943350"/>
          <p14:tracePt t="47422" x="4533900" y="3860800"/>
          <p14:tracePt t="47439" x="4565650" y="3721100"/>
          <p14:tracePt t="47455" x="4578350" y="3625850"/>
          <p14:tracePt t="47471" x="4591050" y="3581400"/>
          <p14:tracePt t="47488" x="4597400" y="3511550"/>
          <p14:tracePt t="47505" x="4597400" y="3486150"/>
          <p14:tracePt t="47522" x="4603750" y="3435350"/>
          <p14:tracePt t="47538" x="4616450" y="3397250"/>
          <p14:tracePt t="47554" x="4616450" y="3371850"/>
          <p14:tracePt t="47572" x="4648200" y="3321050"/>
          <p14:tracePt t="47587" x="4660900" y="3302000"/>
          <p14:tracePt t="47604" x="4692650" y="3251200"/>
          <p14:tracePt t="47622" x="4743450" y="3181350"/>
          <p14:tracePt t="47637" x="4787900" y="3130550"/>
          <p14:tracePt t="47654" x="4800600" y="3111500"/>
          <p14:tracePt t="47671" x="4876800" y="3067050"/>
          <p14:tracePt t="47687" x="4940300" y="3016250"/>
          <p14:tracePt t="47704" x="4984750" y="2990850"/>
          <p14:tracePt t="47721" x="5054600" y="2952750"/>
          <p14:tracePt t="47737" x="5086350" y="2921000"/>
          <p14:tracePt t="47754" x="5111750" y="2895600"/>
          <p14:tracePt t="47770" x="5124450" y="2889250"/>
          <p14:tracePt t="47787" x="5130800" y="2876550"/>
          <p14:tracePt t="47804" x="5137150" y="2857500"/>
          <p14:tracePt t="47860" x="5130800" y="2857500"/>
          <p14:tracePt t="47866" x="5124450" y="2870200"/>
          <p14:tracePt t="47874" x="5118100" y="2870200"/>
          <p14:tracePt t="48194" x="5105400" y="2863850"/>
          <p14:tracePt t="48209" x="5080000" y="2844800"/>
          <p14:tracePt t="48215" x="5060950" y="2832100"/>
          <p14:tracePt t="48230" x="5029200" y="2806700"/>
          <p14:tracePt t="48239" x="4984750" y="2787650"/>
          <p14:tracePt t="48253" x="4953000" y="2774950"/>
          <p14:tracePt t="48269" x="4870450" y="2730500"/>
          <p14:tracePt t="48286" x="4768850" y="2692400"/>
          <p14:tracePt t="48302" x="4718050" y="2673350"/>
          <p14:tracePt t="48318" x="4660900" y="2654300"/>
          <p14:tracePt t="48335" x="4495800" y="2590800"/>
          <p14:tracePt t="48352" x="4438650" y="2571750"/>
          <p14:tracePt t="48369" x="4406900" y="2559050"/>
          <p14:tracePt t="48385" x="4343400" y="2527300"/>
          <p14:tracePt t="48401" x="4305300" y="2501900"/>
          <p14:tracePt t="48419" x="4267200" y="2489200"/>
          <p14:tracePt t="48435" x="4254500" y="2489200"/>
          <p14:tracePt t="48452" x="4222750" y="2482850"/>
          <p14:tracePt t="48468" x="4197350" y="2482850"/>
          <p14:tracePt t="48484" x="4178300" y="2476500"/>
          <p14:tracePt t="48501" x="4159250" y="2470150"/>
          <p14:tracePt t="48518" x="4140200" y="2470150"/>
          <p14:tracePt t="48534" x="4127500" y="2470150"/>
          <p14:tracePt t="48552" x="4108450" y="2470150"/>
          <p14:tracePt t="48567" x="4089400" y="2470150"/>
          <p14:tracePt t="48584" x="4083050" y="2470150"/>
          <p14:tracePt t="48602" x="4070350" y="2470150"/>
          <p14:tracePt t="48617" x="4057650" y="2470150"/>
          <p14:tracePt t="48634" x="4051300" y="2470150"/>
          <p14:tracePt t="48651" x="4038600" y="2470150"/>
          <p14:tracePt t="48667" x="4032250" y="2470150"/>
          <p14:tracePt t="48684" x="4025900" y="2463800"/>
          <p14:tracePt t="48700" x="4019550" y="2463800"/>
          <p14:tracePt t="48717" x="4013200" y="2463800"/>
          <p14:tracePt t="48812" x="4019550" y="2463800"/>
          <p14:tracePt t="48819" x="4025900" y="2463800"/>
          <p14:tracePt t="48826" x="4032250" y="2463800"/>
          <p14:tracePt t="48840" x="4044950" y="2463800"/>
          <p14:tracePt t="48850" x="4070350" y="2463800"/>
          <p14:tracePt t="48868" x="4159250" y="2470150"/>
          <p14:tracePt t="48883" x="4222750" y="2470150"/>
          <p14:tracePt t="48900" x="4425950" y="2476500"/>
          <p14:tracePt t="48917" x="4692650" y="2489200"/>
          <p14:tracePt t="48933" x="4851400" y="2482850"/>
          <p14:tracePt t="48950" x="5003800" y="2482850"/>
          <p14:tracePt t="48966" x="5480050" y="2482850"/>
          <p14:tracePt t="48983" x="5607050" y="2476500"/>
          <p14:tracePt t="49000" x="5740400" y="2463800"/>
          <p14:tracePt t="49016" x="5969000" y="2451100"/>
          <p14:tracePt t="49032" x="6178550" y="2432050"/>
          <p14:tracePt t="49050" x="6330950" y="2419350"/>
          <p14:tracePt t="49066" x="6419850" y="2400300"/>
          <p14:tracePt t="49082" x="6591300" y="2374900"/>
          <p14:tracePt t="49100" x="6711950" y="2343150"/>
          <p14:tracePt t="49116" x="6762750" y="2336800"/>
          <p14:tracePt t="49132" x="6845300" y="2336800"/>
          <p14:tracePt t="49149" x="6927850" y="2317750"/>
          <p14:tracePt t="49166" x="6965950" y="2311400"/>
          <p14:tracePt t="49182" x="7023100" y="2298700"/>
          <p14:tracePt t="49199" x="7086600" y="2286000"/>
          <p14:tracePt t="49215" x="7112000" y="2286000"/>
          <p14:tracePt t="49233" x="7156450" y="2279650"/>
          <p14:tracePt t="49249" x="7200900" y="2279650"/>
          <p14:tracePt t="49265" x="7213600" y="2279650"/>
          <p14:tracePt t="49282" x="7245350" y="2279650"/>
          <p14:tracePt t="49298" x="7270750" y="2279650"/>
          <p14:tracePt t="49315" x="7296150" y="2273300"/>
          <p14:tracePt t="49332" x="7315200" y="2273300"/>
          <p14:tracePt t="49348" x="7327900" y="2273300"/>
          <p14:tracePt t="49365" x="7340600" y="2273300"/>
          <p14:tracePt t="49381" x="7346950" y="2273300"/>
          <p14:tracePt t="49450" x="7340600" y="2273300"/>
          <p14:tracePt t="49477" x="7334250" y="2273300"/>
          <p14:tracePt t="49491" x="7327900" y="2273300"/>
          <p14:tracePt t="49500" x="7327900" y="2279650"/>
          <p14:tracePt t="49514" x="7315200" y="2279650"/>
          <p14:tracePt t="49531" x="7245350" y="2279650"/>
          <p14:tracePt t="49549" x="7105650" y="2279650"/>
          <p14:tracePt t="49564" x="7004050" y="2279650"/>
          <p14:tracePt t="49580" x="6877050" y="2266950"/>
          <p14:tracePt t="49598" x="6445250" y="2254250"/>
          <p14:tracePt t="49614" x="6305550" y="2247900"/>
          <p14:tracePt t="49631" x="6165850" y="2247900"/>
          <p14:tracePt t="49647" x="5924550" y="2247900"/>
          <p14:tracePt t="49664" x="5721350" y="2247900"/>
          <p14:tracePt t="49681" x="5645150" y="2247900"/>
          <p14:tracePt t="49697" x="5518150" y="2247900"/>
          <p14:tracePt t="49713" x="5429250" y="2247900"/>
          <p14:tracePt t="49731" x="5359400" y="2260600"/>
          <p14:tracePt t="49747" x="5327650" y="2260600"/>
          <p14:tracePt t="49764" x="5302250" y="2273300"/>
          <p14:tracePt t="49780" x="5276850" y="2279650"/>
          <p14:tracePt t="49797" x="5270500" y="2279650"/>
          <p14:tracePt t="49814" x="5264150" y="2279650"/>
          <p14:tracePt t="49899" x="5270500" y="2279650"/>
          <p14:tracePt t="49914" x="5283200" y="2279650"/>
          <p14:tracePt t="49920" x="5295900" y="2279650"/>
          <p14:tracePt t="49934" x="5308600" y="2279650"/>
          <p14:tracePt t="49946" x="5327650" y="2279650"/>
          <p14:tracePt t="49963" x="5441950" y="2286000"/>
          <p14:tracePt t="49979" x="5530850" y="2298700"/>
          <p14:tracePt t="49996" x="5746750" y="2317750"/>
          <p14:tracePt t="50012" x="6007100" y="2349500"/>
          <p14:tracePt t="50029" x="6140450" y="2362200"/>
          <p14:tracePt t="50046" x="6394450" y="2368550"/>
          <p14:tracePt t="50063" x="6591300" y="2393950"/>
          <p14:tracePt t="50079" x="6680200" y="2393950"/>
          <p14:tracePt t="50096" x="6794500" y="2393950"/>
          <p14:tracePt t="50112" x="6883400" y="2387600"/>
          <p14:tracePt t="50129" x="6915150" y="2387600"/>
          <p14:tracePt t="50146" x="6946900" y="2381250"/>
          <p14:tracePt t="50162" x="6972300" y="2381250"/>
          <p14:tracePt t="50179" x="6978650" y="2381250"/>
          <p14:tracePt t="50195" x="6985000" y="2381250"/>
          <p14:tracePt t="50212" x="6991350" y="2381250"/>
          <p14:tracePt t="50231" x="6985000" y="2381250"/>
          <p14:tracePt t="50244" x="6972300" y="2381250"/>
          <p14:tracePt t="50262" x="6965950" y="2381250"/>
          <p14:tracePt t="50278" x="6953250" y="2387600"/>
          <p14:tracePt t="50295" x="6927850" y="2393950"/>
          <p14:tracePt t="50312" x="6889750" y="2393950"/>
          <p14:tracePt t="50328" x="6775450" y="2393950"/>
          <p14:tracePt t="50345" x="6572250" y="2400300"/>
          <p14:tracePt t="50362" x="6280150" y="2400300"/>
          <p14:tracePt t="50378" x="6115050" y="2400300"/>
          <p14:tracePt t="50395" x="5816600" y="2400300"/>
          <p14:tracePt t="50412" x="5518150" y="2400300"/>
          <p14:tracePt t="50427" x="5391150" y="2413000"/>
          <p14:tracePt t="50444" x="5219700" y="2432050"/>
          <p14:tracePt t="50461" x="5118100" y="2451100"/>
          <p14:tracePt t="50478" x="5092700" y="2451100"/>
          <p14:tracePt t="50496" x="5060950" y="2457450"/>
          <p14:tracePt t="50512" x="5054600" y="2457450"/>
          <p14:tracePt t="50594" x="5060950" y="2457450"/>
          <p14:tracePt t="50601" x="5073650" y="2457450"/>
          <p14:tracePt t="50615" x="5086350" y="2457450"/>
          <p14:tracePt t="50627" x="5105400" y="2463800"/>
          <p14:tracePt t="50644" x="5187950" y="2489200"/>
          <p14:tracePt t="50660" x="5257800" y="2508250"/>
          <p14:tracePt t="50677" x="5461000" y="2546350"/>
          <p14:tracePt t="50694" x="5721350" y="2590800"/>
          <p14:tracePt t="50710" x="5861050" y="2603500"/>
          <p14:tracePt t="50727" x="6172200" y="2616200"/>
          <p14:tracePt t="50743" x="6438900" y="2609850"/>
          <p14:tracePt t="50760" x="6553200" y="2597150"/>
          <p14:tracePt t="50777" x="6750050" y="2571750"/>
          <p14:tracePt t="50793" x="6877050" y="2559050"/>
          <p14:tracePt t="50810" x="6921500" y="2552700"/>
          <p14:tracePt t="50827" x="6965950" y="2540000"/>
          <p14:tracePt t="50843" x="6978650" y="2540000"/>
          <p14:tracePt t="50860" x="6997700" y="2533650"/>
          <p14:tracePt t="50994" x="6991350" y="2540000"/>
          <p14:tracePt t="51022" x="6985000" y="2540000"/>
          <p14:tracePt t="51044" x="6978650" y="2540000"/>
          <p14:tracePt t="51064" x="6972300" y="2546350"/>
          <p14:tracePt t="51071" x="6965950" y="2552700"/>
          <p14:tracePt t="51094" x="6965950" y="255905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if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spc="-3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3200" spc="-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3200" spc="-5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3200" spc="-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1: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se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S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o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p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It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e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rat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io</a:t>
            </a:r>
            <a:r>
              <a:rPr lang="en-US" altLang="en-US" sz="3200" spc="-500" dirty="0" err="1">
                <a:solidFill>
                  <a:srgbClr val="FF00FF"/>
                </a:solidFill>
                <a:latin typeface="Lucida Sans" panose="020B0602030504020204" pitchFamily="34" charset="0"/>
              </a:rPr>
              <a:t>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-=1;return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.c+1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73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85165" y="6221897"/>
            <a:ext cx="925253" cy="63610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32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119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937"/>
    </mc:Choice>
    <mc:Fallback xmlns="">
      <p:transition advTm="89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129" x="6908800" y="2578100"/>
          <p14:tracePt t="6136" x="6769100" y="2635250"/>
          <p14:tracePt t="6147" x="6604000" y="2698750"/>
          <p14:tracePt t="6165" x="5911850" y="2946400"/>
          <p14:tracePt t="6181" x="5359400" y="3136900"/>
          <p14:tracePt t="6198" x="4559300" y="3454400"/>
          <p14:tracePt t="6214" x="4076700" y="3651250"/>
          <p14:tracePt t="6232" x="3632200" y="3873500"/>
          <p14:tracePt t="6248" x="3232150" y="4095750"/>
          <p14:tracePt t="6264" x="3067050" y="4210050"/>
          <p14:tracePt t="6281" x="2940050" y="4273550"/>
          <p14:tracePt t="6298" x="2819400" y="4375150"/>
          <p14:tracePt t="6314" x="2768600" y="4400550"/>
          <p14:tracePt t="6332" x="2717800" y="4432300"/>
          <p14:tracePt t="6347" x="2705100" y="4457700"/>
          <p14:tracePt t="6364" x="2698750" y="4457700"/>
          <p14:tracePt t="6381" x="2667000" y="4470400"/>
          <p14:tracePt t="6397" x="2641600" y="4489450"/>
          <p14:tracePt t="6414" x="2609850" y="4495800"/>
          <p14:tracePt t="6431" x="2540000" y="4521200"/>
          <p14:tracePt t="6447" x="2425700" y="4572000"/>
          <p14:tracePt t="6466" x="2336800" y="4616450"/>
          <p14:tracePt t="6481" x="2273300" y="4635500"/>
          <p14:tracePt t="6496" x="2203450" y="4654550"/>
          <p14:tracePt t="6514" x="2114550" y="4635500"/>
          <p14:tracePt t="6530" x="2101850" y="4622800"/>
          <p14:tracePt t="6547" x="2095500" y="4591050"/>
          <p14:tracePt t="6550" x="2095500" y="4565650"/>
          <p14:tracePt t="6564" x="2095500" y="4546600"/>
          <p14:tracePt t="6580" x="2095500" y="4527550"/>
          <p14:tracePt t="6596" x="2095500" y="4521200"/>
          <p14:tracePt t="6828" x="2159000" y="4514850"/>
          <p14:tracePt t="6835" x="2247900" y="4508500"/>
          <p14:tracePt t="6846" x="2336800" y="4508500"/>
          <p14:tracePt t="6863" x="2660650" y="4445000"/>
          <p14:tracePt t="6879" x="2876550" y="4394200"/>
          <p14:tracePt t="6896" x="3143250" y="4324350"/>
          <p14:tracePt t="6913" x="3505200" y="4241800"/>
          <p14:tracePt t="6929" x="3708400" y="4210050"/>
          <p14:tracePt t="6945" x="3898900" y="4178300"/>
          <p14:tracePt t="6963" x="4184650" y="4159250"/>
          <p14:tracePt t="6979" x="4311650" y="4159250"/>
          <p14:tracePt t="6996" x="4425950" y="4152900"/>
          <p14:tracePt t="7012" x="4540250" y="4159250"/>
          <p14:tracePt t="7028" x="4572000" y="4165600"/>
          <p14:tracePt t="7047" x="4610100" y="4165600"/>
          <p14:tracePt t="7062" x="4635500" y="4171950"/>
          <p14:tracePt t="7079" x="4654550" y="4184650"/>
          <p14:tracePt t="7095" x="4660900" y="4191000"/>
          <p14:tracePt t="7111" x="4660900" y="4197350"/>
          <p14:tracePt t="7145" x="4654550" y="4197350"/>
          <p14:tracePt t="7161" x="4635500" y="4197350"/>
          <p14:tracePt t="7180" x="4616450" y="4184650"/>
          <p14:tracePt t="7194" x="4610100" y="4171950"/>
          <p14:tracePt t="7211" x="4603750" y="417195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if</a:t>
            </a:r>
            <a:r>
              <a:rPr lang="en-US" altLang="en-US" sz="20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4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spc="-3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3200" spc="-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3200" spc="-5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3200" spc="-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1: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320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320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se</a:t>
            </a:r>
            <a:r>
              <a:rPr lang="en-US" altLang="en-US" sz="3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S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o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p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It</a:t>
            </a:r>
            <a:r>
              <a:rPr lang="en-US" altLang="en-US" sz="3200" spc="-70" dirty="0" err="1">
                <a:solidFill>
                  <a:srgbClr val="FF00FF"/>
                </a:solidFill>
                <a:latin typeface="Lucida Sans" panose="020B0602030504020204" pitchFamily="34" charset="0"/>
              </a:rPr>
              <a:t>e</a:t>
            </a:r>
            <a:r>
              <a:rPr lang="en-US" altLang="en-US" sz="3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rat</a:t>
            </a:r>
            <a:r>
              <a:rPr lang="en-US" altLang="en-US" sz="3200" spc="-200" dirty="0" err="1">
                <a:solidFill>
                  <a:srgbClr val="FF00FF"/>
                </a:solidFill>
                <a:latin typeface="Lucida Sans" panose="020B0602030504020204" pitchFamily="34" charset="0"/>
              </a:rPr>
              <a:t>io</a:t>
            </a:r>
            <a:r>
              <a:rPr lang="en-US" altLang="en-US" sz="3200" spc="-500" dirty="0" err="1">
                <a:solidFill>
                  <a:srgbClr val="FF00FF"/>
                </a:solidFill>
                <a:latin typeface="Lucida Sans" panose="020B0602030504020204" pitchFamily="34" charset="0"/>
              </a:rPr>
              <a:t>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-=1;return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.c+1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141136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91" x="4603750" y="4165600"/>
          <p14:tracePt t="1512" x="4603750" y="4159250"/>
          <p14:tracePt t="1519" x="4597400" y="4159250"/>
          <p14:tracePt t="1533" x="4597400" y="4152900"/>
          <p14:tracePt t="1561" x="4591050" y="4146550"/>
          <p14:tracePt t="1582" x="4584700" y="4140200"/>
          <p14:tracePt t="1610" x="4578350" y="4133850"/>
          <p14:tracePt t="1646" x="4572000" y="4127500"/>
          <p14:tracePt t="1659" x="4565650" y="4121150"/>
          <p14:tracePt t="1674" x="4559300" y="4114800"/>
          <p14:tracePt t="1682" x="4552950" y="4114800"/>
          <p14:tracePt t="1696" x="4546600" y="4108450"/>
          <p14:tracePt t="1712" x="4527550" y="4089400"/>
          <p14:tracePt t="1730" x="4495800" y="4057650"/>
          <p14:tracePt t="1746" x="4470400" y="4038600"/>
          <p14:tracePt t="1763" x="4445000" y="4019550"/>
          <p14:tracePt t="1779" x="4400550" y="3987800"/>
          <p14:tracePt t="1795" x="4362450" y="3962400"/>
          <p14:tracePt t="1812" x="4330700" y="3937000"/>
          <p14:tracePt t="1829" x="4298950" y="3911600"/>
          <p14:tracePt t="1845" x="4273550" y="3898900"/>
          <p14:tracePt t="1863" x="4241800" y="3873500"/>
          <p14:tracePt t="1878" x="4222750" y="3860800"/>
          <p14:tracePt t="1895" x="4197350" y="3841750"/>
          <p14:tracePt t="1912" x="4178300" y="3829050"/>
          <p14:tracePt t="1928" x="4133850" y="3810000"/>
          <p14:tracePt t="1945" x="4114800" y="3797300"/>
          <p14:tracePt t="1962" x="4083050" y="3778250"/>
          <p14:tracePt t="1977" x="4064000" y="3765550"/>
          <p14:tracePt t="1994" x="4044950" y="3752850"/>
          <p14:tracePt t="2011" x="4019550" y="3727450"/>
          <p14:tracePt t="2028" x="3987800" y="3708400"/>
          <p14:tracePt t="2045" x="3949700" y="3689350"/>
          <p14:tracePt t="2061" x="3924300" y="3676650"/>
          <p14:tracePt t="2078" x="3898900" y="3651250"/>
          <p14:tracePt t="2095" x="3860800" y="3632200"/>
          <p14:tracePt t="2111" x="3816350" y="3606800"/>
          <p14:tracePt t="2127" x="3784600" y="3594100"/>
          <p14:tracePt t="2144" x="3740150" y="3556000"/>
          <p14:tracePt t="2161" x="3702050" y="3543300"/>
          <p14:tracePt t="2179" x="3651250" y="3517900"/>
          <p14:tracePt t="2194" x="3625850" y="3505200"/>
          <p14:tracePt t="2210" x="3594100" y="3473450"/>
          <p14:tracePt t="2228" x="3530600" y="3441700"/>
          <p14:tracePt t="2244" x="3486150" y="3422650"/>
          <p14:tracePt t="2260" x="3441700" y="3390900"/>
          <p14:tracePt t="2277" x="3403600" y="3365500"/>
          <p14:tracePt t="2293" x="3346450" y="3327400"/>
          <p14:tracePt t="2310" x="3302000" y="3308350"/>
          <p14:tracePt t="2327" x="3238500" y="3276600"/>
          <p14:tracePt t="2343" x="3187700" y="3232150"/>
          <p14:tracePt t="2361" x="3149600" y="3206750"/>
          <p14:tracePt t="14160" x="3143250" y="3206750"/>
          <p14:tracePt t="14174" x="3136900" y="3200400"/>
          <p14:tracePt t="14181" x="3136900" y="3194050"/>
          <p14:tracePt t="14189" x="3136900" y="3187700"/>
          <p14:tracePt t="14205" x="3130550" y="3187700"/>
          <p14:tracePt t="14219" x="3117850" y="3175000"/>
          <p14:tracePt t="14236" x="3111500" y="3168650"/>
          <p14:tracePt t="14252" x="3092450" y="3155950"/>
          <p14:tracePt t="14269" x="3079750" y="3143250"/>
          <p14:tracePt t="14272" x="3067050" y="3136900"/>
          <p14:tracePt t="14287" x="3054350" y="3124200"/>
          <p14:tracePt t="14302" x="2997200" y="3079750"/>
          <p14:tracePt t="14318" x="2933700" y="3041650"/>
          <p14:tracePt t="14336" x="2863850" y="2990850"/>
          <p14:tracePt t="14352" x="2743200" y="2882900"/>
          <p14:tracePt t="14368" x="2647950" y="2800350"/>
          <p14:tracePt t="14385" x="2476500" y="2673350"/>
          <p14:tracePt t="14402" x="2336800" y="2584450"/>
          <p14:tracePt t="14418" x="2222500" y="2508250"/>
          <p14:tracePt t="14435" x="2051050" y="2381250"/>
          <p14:tracePt t="14451" x="1917700" y="2298700"/>
          <p14:tracePt t="14470" x="1746250" y="2159000"/>
          <p14:tracePt t="14485" x="1631950" y="2063750"/>
          <p14:tracePt t="14501" x="1492250" y="1981200"/>
          <p14:tracePt t="14518" x="1397000" y="1879600"/>
          <p14:tracePt t="14534" x="1244600" y="1758950"/>
          <p14:tracePt t="14551" x="1143000" y="1682750"/>
          <p14:tracePt t="14568" x="971550" y="1549400"/>
          <p14:tracePt t="14584" x="850900" y="1447800"/>
          <p14:tracePt t="14601" x="762000" y="1377950"/>
          <p14:tracePt t="14618" x="660400" y="1282700"/>
          <p14:tracePt t="14634" x="603250" y="1212850"/>
          <p14:tracePt t="14652" x="508000" y="1155700"/>
          <p14:tracePt t="14667" x="431800" y="1111250"/>
          <p14:tracePt t="14684" x="355600" y="1060450"/>
          <p14:tracePt t="14701" x="260350" y="1009650"/>
          <p14:tracePt t="14717" x="203200" y="965200"/>
          <p14:tracePt t="14734" x="158750" y="927100"/>
          <p14:tracePt t="14751" x="101600" y="869950"/>
          <p14:tracePt t="14767" x="69850" y="844550"/>
          <p14:tracePt t="14771" x="44450" y="831850"/>
          <p14:tracePt t="14784" x="25400" y="812800"/>
          <p14:tracePt t="21955" x="0" y="1003300"/>
          <p14:tracePt t="21970" x="6350" y="990600"/>
          <p14:tracePt t="21978" x="12700" y="971550"/>
          <p14:tracePt t="21992" x="38100" y="927100"/>
          <p14:tracePt t="22009" x="50800" y="895350"/>
          <p14:tracePt t="22027" x="88900" y="838200"/>
          <p14:tracePt t="22042" x="114300" y="787400"/>
          <p14:tracePt t="22058" x="152400" y="730250"/>
          <p14:tracePt t="22076" x="203200" y="647700"/>
          <p14:tracePt t="22092" x="247650" y="596900"/>
          <p14:tracePt t="22108" x="279400" y="527050"/>
          <p14:tracePt t="22125" x="311150" y="419100"/>
          <p14:tracePt t="22142" x="336550" y="336550"/>
          <p14:tracePt t="22159" x="355600" y="273050"/>
          <p14:tracePt t="22174" x="393700" y="177800"/>
          <p14:tracePt t="22191" x="425450" y="139700"/>
          <p14:tracePt t="22209" x="457200" y="76200"/>
          <p14:tracePt t="22225" x="476250" y="44450"/>
          <p14:tracePt t="22241" x="482600" y="19050"/>
          <p14:tracePt t="22258" x="495300" y="0"/>
          <p14:tracePt t="22274" x="501650" y="0"/>
          <p14:tracePt t="22328" x="495300" y="0"/>
          <p14:tracePt t="22334" x="482600" y="6350"/>
          <p14:tracePt t="22348" x="476250" y="6350"/>
          <p14:tracePt t="22362" x="469900" y="6350"/>
          <p14:tracePt t="22377" x="469900" y="12700"/>
          <p14:tracePt t="22391" x="463550" y="12700"/>
          <p14:tracePt t="22407" x="444500" y="19050"/>
          <p14:tracePt t="22424" x="425450" y="19050"/>
          <p14:tracePt t="22441" x="387350" y="19050"/>
          <p14:tracePt t="22457" x="349250" y="19050"/>
          <p14:tracePt t="22473" x="285750" y="25400"/>
          <p14:tracePt t="22490" x="203200" y="38100"/>
          <p14:tracePt t="22507" x="139700" y="63500"/>
          <p14:tracePt t="22524" x="69850" y="82550"/>
          <p14:tracePt t="22540" x="19050" y="95250"/>
          <p14:tracePt t="26393" x="120650" y="977900"/>
          <p14:tracePt t="26411" x="368300" y="1174750"/>
          <p14:tracePt t="26427" x="546100" y="1314450"/>
          <p14:tracePt t="26443" x="723900" y="1447800"/>
          <p14:tracePt t="26447" x="819150" y="1524000"/>
          <p14:tracePt t="26460" x="958850" y="1612900"/>
          <p14:tracePt t="26476" x="1079500" y="1676400"/>
          <p14:tracePt t="26494" x="1193800" y="1746250"/>
          <p14:tracePt t="26510" x="1301750" y="1822450"/>
          <p14:tracePt t="26526" x="1365250" y="1860550"/>
          <p14:tracePt t="26544" x="1435100" y="1917700"/>
          <p14:tracePt t="26560" x="1473200" y="1949450"/>
          <p14:tracePt t="26576" x="1511300" y="1955800"/>
          <p14:tracePt t="26593" x="1549400" y="1987550"/>
          <p14:tracePt t="26609" x="1581150" y="2006600"/>
          <p14:tracePt t="26626" x="1606550" y="2025650"/>
          <p14:tracePt t="26643" x="1638300" y="2044700"/>
          <p14:tracePt t="26659" x="1657350" y="2057400"/>
          <p14:tracePt t="26676" x="1670050" y="2057400"/>
          <p14:tracePt t="26768" x="1663700" y="2057400"/>
          <p14:tracePt t="26776" x="1663700" y="2070100"/>
          <p14:tracePt t="26783" x="1670050" y="2076450"/>
          <p14:tracePt t="26792" x="1676400" y="2082800"/>
          <p14:tracePt t="26809" x="1689100" y="2095500"/>
          <p14:tracePt t="26825" x="1714500" y="2127250"/>
          <p14:tracePt t="26842" x="1733550" y="2146300"/>
          <p14:tracePt t="26860" x="1771650" y="2184400"/>
          <p14:tracePt t="26875" x="1797050" y="2203450"/>
          <p14:tracePt t="26892" x="1809750" y="2209800"/>
          <p14:tracePt t="26909" x="1822450" y="2228850"/>
          <p14:tracePt t="26925" x="1841500" y="2247900"/>
          <p14:tracePt t="26942" x="1860550" y="2273300"/>
          <p14:tracePt t="26945" x="1873250" y="2279650"/>
          <p14:tracePt t="26958" x="1898650" y="2305050"/>
          <p14:tracePt t="26975" x="1936750" y="2330450"/>
          <p14:tracePt t="26992" x="1962150" y="2362200"/>
          <p14:tracePt t="27008" x="2006600" y="2406650"/>
          <p14:tracePt t="27024" x="2019300" y="2425700"/>
          <p14:tracePt t="27042" x="2038350" y="2451100"/>
          <p14:tracePt t="27058" x="2051050" y="2457450"/>
          <p14:tracePt t="27074" x="2063750" y="2470150"/>
          <p14:tracePt t="27091" x="2082800" y="2489200"/>
          <p14:tracePt t="27108" x="2101850" y="2501900"/>
          <p14:tracePt t="27124" x="2120900" y="250825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 err="1">
                <a:solidFill>
                  <a:srgbClr val="009999"/>
                </a:solidFill>
                <a:latin typeface="Lucida Console" panose="020B0609040504020204" pitchFamily="49" charset="0"/>
              </a:rPr>
              <a:t>.c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-=1;return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3200" dirty="0">
                <a:solidFill>
                  <a:srgbClr val="009999"/>
                </a:solidFill>
                <a:latin typeface="Lucida Console" panose="020B0609040504020204" pitchFamily="49" charset="0"/>
              </a:rPr>
              <a:t>.c+1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219369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4" name="Rectangle 3"/>
          <p:cNvSpPr/>
          <p:nvPr/>
        </p:nvSpPr>
        <p:spPr>
          <a:xfrm>
            <a:off x="485165" y="6248400"/>
            <a:ext cx="925253" cy="5800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32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740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3758"/>
    </mc:Choice>
    <mc:Fallback xmlns="">
      <p:transition advTm="237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01" x="2120900" y="2565400"/>
          <p14:tracePt t="1508" x="2120900" y="2641600"/>
          <p14:tracePt t="1515" x="2120900" y="2717800"/>
          <p14:tracePt t="1524" x="2120900" y="2806700"/>
          <p14:tracePt t="1540" x="2139950" y="3079750"/>
          <p14:tracePt t="1557" x="2159000" y="3321050"/>
          <p14:tracePt t="1573" x="2203450" y="3689350"/>
          <p14:tracePt t="1590" x="2216150" y="3879850"/>
          <p14:tracePt t="1606" x="2235200" y="4146550"/>
          <p14:tracePt t="1623" x="2235200" y="4286250"/>
          <p14:tracePt t="1640" x="2235200" y="4451350"/>
          <p14:tracePt t="1657" x="2216150" y="4616450"/>
          <p14:tracePt t="1673" x="2203450" y="4692650"/>
          <p14:tracePt t="1691" x="2190750" y="4775200"/>
          <p14:tracePt t="1706" x="2190750" y="4813300"/>
          <p14:tracePt t="1723" x="2178050" y="4857750"/>
          <p14:tracePt t="1740" x="2171700" y="4908550"/>
          <p14:tracePt t="1756" x="2171700" y="4940300"/>
          <p14:tracePt t="1773" x="2171700" y="4965700"/>
          <p14:tracePt t="1789" x="2165350" y="4997450"/>
          <p14:tracePt t="1806" x="2165350" y="5029200"/>
          <p14:tracePt t="1823" x="2165350" y="5060950"/>
          <p14:tracePt t="1839" x="2171700" y="5124450"/>
          <p14:tracePt t="1856" x="2184400" y="5181600"/>
          <p14:tracePt t="1872" x="2197100" y="5238750"/>
          <p14:tracePt t="1889" x="2222500" y="5334000"/>
          <p14:tracePt t="1905" x="2247900" y="5391150"/>
          <p14:tracePt t="1923" x="2273300" y="5543550"/>
          <p14:tracePt t="1939" x="2279650" y="5607050"/>
          <p14:tracePt t="1956" x="2279650" y="5664200"/>
          <p14:tracePt t="1972" x="2298700" y="5746750"/>
          <p14:tracePt t="1988" x="2305050" y="5778500"/>
          <p14:tracePt t="2006" x="2317750" y="5810250"/>
          <p14:tracePt t="2022" x="2324100" y="5867400"/>
          <p14:tracePt t="2039" x="2330450" y="5880100"/>
          <p14:tracePt t="2055" x="2343150" y="5899150"/>
          <p14:tracePt t="2072" x="2368550" y="5924550"/>
          <p14:tracePt t="2088" x="2387600" y="5924550"/>
          <p14:tracePt t="2105" x="2425700" y="5937250"/>
          <p14:tracePt t="2121" x="2457450" y="5937250"/>
          <p14:tracePt t="2138" x="2508250" y="5937250"/>
          <p14:tracePt t="2155" x="2654300" y="5892800"/>
          <p14:tracePt t="2171" x="2806700" y="5842000"/>
          <p14:tracePt t="2175" x="2895600" y="5816600"/>
          <p14:tracePt t="2187" x="2978150" y="5784850"/>
          <p14:tracePt t="2204" x="3213100" y="5702300"/>
          <p14:tracePt t="2221" x="3397250" y="5651500"/>
          <p14:tracePt t="2238" x="3606800" y="5613400"/>
          <p14:tracePt t="2254" x="3898900" y="5562600"/>
          <p14:tracePt t="2271" x="4121150" y="5518150"/>
          <p14:tracePt t="2287" x="4356100" y="5480050"/>
          <p14:tracePt t="2304" x="4470400" y="5480050"/>
          <p14:tracePt t="2321" x="4603750" y="5448300"/>
          <p14:tracePt t="2337" x="4730750" y="5429250"/>
          <p14:tracePt t="2354" x="4876800" y="5435600"/>
          <p14:tracePt t="2372" x="5016500" y="5429250"/>
          <p14:tracePt t="2387" x="5067300" y="5429250"/>
          <p14:tracePt t="2403" x="5105400" y="5429250"/>
          <p14:tracePt t="2421" x="5213350" y="5429250"/>
          <p14:tracePt t="2437" x="5276850" y="5429250"/>
          <p14:tracePt t="2453" x="5308600" y="5429250"/>
          <p14:tracePt t="2471" x="5346700" y="5435600"/>
          <p14:tracePt t="2487" x="5384800" y="5441950"/>
          <p14:tracePt t="2503" x="5397500" y="5441950"/>
          <p14:tracePt t="2520" x="5429250" y="5448300"/>
          <p14:tracePt t="2536" x="5448300" y="5454650"/>
          <p14:tracePt t="2554" x="5461000" y="5454650"/>
          <p14:tracePt t="2645" x="5461000" y="5435600"/>
          <p14:tracePt t="3155" x="5422900" y="5416550"/>
          <p14:tracePt t="3162" x="5365750" y="5397500"/>
          <p14:tracePt t="3176" x="5302250" y="5372100"/>
          <p14:tracePt t="3185" x="5232400" y="5353050"/>
          <p14:tracePt t="3201" x="5168900" y="5334000"/>
          <p14:tracePt t="3218" x="4972050" y="5283200"/>
          <p14:tracePt t="3234" x="4800600" y="5219700"/>
          <p14:tracePt t="3251" x="4718050" y="5200650"/>
          <p14:tracePt t="3268" x="4514850" y="5149850"/>
          <p14:tracePt t="3284" x="4318000" y="5105400"/>
          <p14:tracePt t="3301" x="4248150" y="5080000"/>
          <p14:tracePt t="3317" x="4127500" y="5048250"/>
          <p14:tracePt t="3334" x="4019550" y="5022850"/>
          <p14:tracePt t="3350" x="3994150" y="5016500"/>
          <p14:tracePt t="3367" x="3905250" y="4991100"/>
          <p14:tracePt t="3383" x="3879850" y="4984750"/>
          <p14:tracePt t="3401" x="3810000" y="4965700"/>
          <p14:tracePt t="3417" x="3746500" y="4959350"/>
          <p14:tracePt t="3434" x="3733800" y="4953000"/>
          <p14:tracePt t="3450" x="3689350" y="4946650"/>
          <p14:tracePt t="3467" x="3644900" y="4940300"/>
          <p14:tracePt t="3483" x="3625850" y="4940300"/>
          <p14:tracePt t="3500" x="3594100" y="4933950"/>
          <p14:tracePt t="3516" x="3562350" y="4933950"/>
          <p14:tracePt t="3534" x="3536950" y="4933950"/>
          <p14:tracePt t="3549" x="3511550" y="4933950"/>
          <p14:tracePt t="3583" x="3505200" y="4933950"/>
          <p14:tracePt t="3689" x="3511550" y="4933950"/>
          <p14:tracePt t="3696" x="3524250" y="4933950"/>
          <p14:tracePt t="3702" x="3536950" y="4933950"/>
          <p14:tracePt t="3718" x="3575050" y="4933950"/>
          <p14:tracePt t="3732" x="3632200" y="4933950"/>
          <p14:tracePt t="3749" x="3822700" y="4921250"/>
          <p14:tracePt t="3766" x="4083050" y="4921250"/>
          <p14:tracePt t="3782" x="4241800" y="4908550"/>
          <p14:tracePt t="3799" x="4648200" y="4883150"/>
          <p14:tracePt t="3816" x="5016500" y="4870450"/>
          <p14:tracePt t="3832" x="5200650" y="4870450"/>
          <p14:tracePt t="3850" x="5441950" y="4864100"/>
          <p14:tracePt t="3865" x="5645150" y="4838700"/>
          <p14:tracePt t="3882" x="5727700" y="4832350"/>
          <p14:tracePt t="3899" x="5829300" y="4813300"/>
          <p14:tracePt t="3915" x="5880100" y="4806950"/>
          <p14:tracePt t="3932" x="5899150" y="4806950"/>
          <p14:tracePt t="3949" x="5924550" y="4806950"/>
          <p14:tracePt t="3965" x="5930900" y="4806950"/>
          <p14:tracePt t="3982" x="5943600" y="4800600"/>
          <p14:tracePt t="4018" x="5949950" y="4800600"/>
          <p14:tracePt t="4474" x="5943600" y="4800600"/>
          <p14:tracePt t="4496" x="5937250" y="4800600"/>
          <p14:tracePt t="4531" x="5930900" y="4806950"/>
          <p14:tracePt t="4566" x="5924550" y="4806950"/>
          <p14:tracePt t="4868" x="5918200" y="4806950"/>
          <p14:tracePt t="5231" x="5918200" y="4826000"/>
          <p14:tracePt t="5237" x="5918200" y="4845050"/>
          <p14:tracePt t="5252" x="5918200" y="4870450"/>
          <p14:tracePt t="5261" x="5918200" y="4895850"/>
          <p14:tracePt t="5277" x="5918200" y="4914900"/>
          <p14:tracePt t="5294" x="5918200" y="4965700"/>
          <p14:tracePt t="5310" x="5924550" y="5003800"/>
          <p14:tracePt t="5327" x="5930900" y="5022850"/>
          <p14:tracePt t="5344" x="5943600" y="5067300"/>
          <p14:tracePt t="5360" x="5956300" y="5124450"/>
          <p14:tracePt t="5377" x="5969000" y="5143500"/>
          <p14:tracePt t="5393" x="5988050" y="5207000"/>
          <p14:tracePt t="5410" x="6000750" y="5226050"/>
          <p14:tracePt t="5430" x="6038850" y="5321300"/>
          <p14:tracePt t="5443" x="6045200" y="5334000"/>
          <p14:tracePt t="5460" x="6064250" y="5353050"/>
          <p14:tracePt t="5476" x="6070600" y="5372100"/>
          <p14:tracePt t="5493" x="6076950" y="5384800"/>
          <p14:tracePt t="5526" x="6083300" y="5391150"/>
          <p14:tracePt t="5624" x="6089650" y="5397500"/>
          <p14:tracePt t="5708" x="6083300" y="5397500"/>
          <p14:tracePt t="6010" x="6089650" y="5397500"/>
          <p14:tracePt t="6024" x="6096000" y="5397500"/>
          <p14:tracePt t="6030" x="6102350" y="5397500"/>
          <p14:tracePt t="6044" x="6108700" y="5397500"/>
          <p14:tracePt t="6058" x="6115050" y="5397500"/>
          <p14:tracePt t="6074" x="6134100" y="5397500"/>
          <p14:tracePt t="6091" x="6153150" y="5397500"/>
          <p14:tracePt t="6108" x="6178550" y="5397500"/>
          <p14:tracePt t="6124" x="6197600" y="5397500"/>
          <p14:tracePt t="6141" x="6210300" y="5397500"/>
          <p14:tracePt t="6157" x="6223000" y="5397500"/>
          <p14:tracePt t="6262" x="6223000" y="5403850"/>
          <p14:tracePt t="12136" x="6197600" y="5403850"/>
          <p14:tracePt t="12142" x="6165850" y="5378450"/>
          <p14:tracePt t="12153" x="6121400" y="5353050"/>
          <p14:tracePt t="12170" x="5975350" y="5314950"/>
          <p14:tracePt t="12186" x="5810250" y="5238750"/>
          <p14:tracePt t="12203" x="5689600" y="5213350"/>
          <p14:tracePt t="12220" x="5461000" y="5143500"/>
          <p14:tracePt t="12236" x="5308600" y="5105400"/>
          <p14:tracePt t="12253" x="5175250" y="5073650"/>
          <p14:tracePt t="12256" x="5105400" y="5054600"/>
          <p14:tracePt t="12269" x="4965700" y="5048250"/>
          <p14:tracePt t="12286" x="4826000" y="5035550"/>
          <p14:tracePt t="12303" x="4629150" y="5016500"/>
          <p14:tracePt t="12319" x="4565650" y="5035550"/>
          <p14:tracePt t="12336" x="4521200" y="5035550"/>
          <p14:tracePt t="12353" x="4470400" y="5035550"/>
          <p14:tracePt t="12369" x="4445000" y="5022850"/>
          <p14:tracePt t="12386" x="4432300" y="5016500"/>
          <p14:tracePt t="12402" x="4413250" y="5016500"/>
          <p14:tracePt t="12418" x="4400550" y="5022850"/>
          <p14:tracePt t="12452" x="4400550" y="5016500"/>
          <p14:tracePt t="12493" x="4400550" y="5010150"/>
          <p14:tracePt t="12535" x="4413250" y="5010150"/>
          <p14:tracePt t="12542" x="4432300" y="5010150"/>
          <p14:tracePt t="12551" x="4445000" y="5010150"/>
          <p14:tracePt t="12569" x="4495800" y="5016500"/>
          <p14:tracePt t="12585" x="4629150" y="5003800"/>
          <p14:tracePt t="12602" x="4787900" y="4984750"/>
          <p14:tracePt t="12619" x="5080000" y="4946650"/>
          <p14:tracePt t="12635" x="5251450" y="4927600"/>
          <p14:tracePt t="12652" x="5403850" y="4908550"/>
          <p14:tracePt t="12669" x="5549900" y="4889500"/>
          <p14:tracePt t="12685" x="5619750" y="4889500"/>
          <p14:tracePt t="12701" x="5645150" y="4889500"/>
          <p14:tracePt t="12718" x="5689600" y="4889500"/>
          <p14:tracePt t="12736" x="5695950" y="4883150"/>
          <p14:tracePt t="12751" x="5702300" y="4883150"/>
          <p14:tracePt t="12755" x="5708650" y="4883150"/>
          <p14:tracePt t="12830" x="5708650" y="4889500"/>
          <p14:tracePt t="12837" x="5702300" y="4895850"/>
          <p14:tracePt t="12865" x="5695950" y="4895850"/>
          <p14:tracePt t="12907" x="5689600" y="4895850"/>
          <p14:tracePt t="13026" x="5695950" y="4895850"/>
          <p14:tracePt t="13048" x="5702300" y="4895850"/>
          <p14:tracePt t="13055" x="5708650" y="4895850"/>
          <p14:tracePt t="13066" x="5721350" y="4895850"/>
          <p14:tracePt t="13083" x="5753100" y="4895850"/>
          <p14:tracePt t="13100" x="5791200" y="4895850"/>
          <p14:tracePt t="13117" x="5880100" y="4883150"/>
          <p14:tracePt t="13133" x="5949950" y="4870450"/>
          <p14:tracePt t="13150" x="5988050" y="4870450"/>
          <p14:tracePt t="13167" x="6045200" y="4857750"/>
          <p14:tracePt t="13182" x="6051550" y="4857750"/>
          <p14:tracePt t="13199" x="6057900" y="4851400"/>
          <p14:tracePt t="13233" x="6057900" y="4857750"/>
          <p14:tracePt t="13250" x="6013450" y="4864100"/>
          <p14:tracePt t="13266" x="5969000" y="4870450"/>
          <p14:tracePt t="13282" x="5873750" y="4876800"/>
          <p14:tracePt t="13300" x="5702300" y="4895850"/>
          <p14:tracePt t="13316" x="5575300" y="4908550"/>
          <p14:tracePt t="13333" x="5441950" y="4908550"/>
          <p14:tracePt t="13350" x="5314950" y="4914900"/>
          <p14:tracePt t="13366" x="5257800" y="4914900"/>
          <p14:tracePt t="13382" x="5213350" y="4914900"/>
          <p14:tracePt t="13399" x="5187950" y="4914900"/>
          <p14:tracePt t="13448" x="5187950" y="4921250"/>
          <p14:tracePt t="13469" x="5194300" y="4921250"/>
          <p14:tracePt t="13475" x="5200650" y="4921250"/>
          <p14:tracePt t="13485" x="5213350" y="4921250"/>
          <p14:tracePt t="13498" x="5245100" y="4921250"/>
          <p14:tracePt t="13515" x="5314950" y="4921250"/>
          <p14:tracePt t="13532" x="5467350" y="4908550"/>
          <p14:tracePt t="13549" x="5600700" y="4883150"/>
          <p14:tracePt t="13566" x="5734050" y="4864100"/>
          <p14:tracePt t="13582" x="5880100" y="4838700"/>
          <p14:tracePt t="13598" x="5943600" y="4832350"/>
          <p14:tracePt t="13615" x="5969000" y="4819650"/>
          <p14:tracePt t="13631" x="5988050" y="4819650"/>
          <p14:tracePt t="13707" x="5981700" y="4819650"/>
          <p14:tracePt t="13721" x="5975350" y="4819650"/>
          <p14:tracePt t="13750" x="5969000" y="4819650"/>
          <p14:tracePt t="13770" x="5962650" y="4819650"/>
          <p14:tracePt t="13812" x="5956300" y="4819650"/>
          <p14:tracePt t="13869" x="5949950" y="4819650"/>
          <p14:tracePt t="13883" x="5943600" y="4819650"/>
          <p14:tracePt t="13890" x="5930900" y="4819650"/>
          <p14:tracePt t="13898" x="5924550" y="4819650"/>
          <p14:tracePt t="13914" x="5892800" y="4819650"/>
          <p14:tracePt t="13930" x="5848350" y="4819650"/>
          <p14:tracePt t="13947" x="5702300" y="4826000"/>
          <p14:tracePt t="13964" x="5562600" y="4826000"/>
          <p14:tracePt t="13981" x="5321300" y="4838700"/>
          <p14:tracePt t="13997" x="5130800" y="4838700"/>
          <p14:tracePt t="14013" x="4889500" y="4832350"/>
          <p14:tracePt t="14030" x="4572000" y="4819650"/>
          <p14:tracePt t="14047" x="4343400" y="4800600"/>
          <p14:tracePt t="14063" x="4127500" y="4787900"/>
          <p14:tracePt t="14080" x="3822700" y="4768850"/>
          <p14:tracePt t="14097" x="3657600" y="4762500"/>
          <p14:tracePt t="14114" x="3486150" y="4775200"/>
          <p14:tracePt t="14129" x="3251200" y="4800600"/>
          <p14:tracePt t="14146" x="3136900" y="4813300"/>
          <p14:tracePt t="14163" x="3003550" y="4806950"/>
          <p14:tracePt t="14179" x="2921000" y="4813300"/>
          <p14:tracePt t="14196" x="2819400" y="4813300"/>
          <p14:tracePt t="14213" x="2679700" y="4813300"/>
          <p14:tracePt t="14229" x="2609850" y="4806950"/>
          <p14:tracePt t="14246" x="2552700" y="4806950"/>
          <p14:tracePt t="14263" x="2489200" y="4787900"/>
          <p14:tracePt t="14279" x="2476500" y="4787900"/>
          <p14:tracePt t="14296" x="2425700" y="4781550"/>
          <p14:tracePt t="14312" x="2387600" y="4768850"/>
          <p14:tracePt t="14329" x="2355850" y="4768850"/>
          <p14:tracePt t="14346" x="2305050" y="4768850"/>
          <p14:tracePt t="14362" x="2235200" y="4781550"/>
          <p14:tracePt t="14379" x="2209800" y="4787900"/>
          <p14:tracePt t="14395" x="2133600" y="4813300"/>
          <p14:tracePt t="14412" x="2082800" y="4838700"/>
          <p14:tracePt t="14429" x="2051050" y="4845050"/>
          <p14:tracePt t="14445" x="2000250" y="4864100"/>
          <p14:tracePt t="14462" x="1962150" y="4883150"/>
          <p14:tracePt t="14479" x="1917700" y="4895850"/>
          <p14:tracePt t="14495" x="1905000" y="4908550"/>
          <p14:tracePt t="14512" x="1873250" y="4921250"/>
          <p14:tracePt t="14529" x="1854200" y="4927600"/>
          <p14:tracePt t="14545" x="1841500" y="4933950"/>
          <p14:tracePt t="14578" x="1828800" y="4940300"/>
          <p14:tracePt t="14634" x="1828800" y="4946650"/>
          <p14:tracePt t="14760" x="1828800" y="4953000"/>
          <p14:tracePt t="14788" x="1835150" y="4953000"/>
          <p14:tracePt t="14822" x="1841500" y="4953000"/>
          <p14:tracePt t="14865" x="1847850" y="4953000"/>
          <p14:tracePt t="14964" x="1847850" y="4959350"/>
          <p14:tracePt t="15020" x="1854200" y="4965700"/>
          <p14:tracePt t="15062" x="1860550" y="4965700"/>
          <p14:tracePt t="15125" x="1860550" y="4972050"/>
          <p14:tracePt t="15153" x="1866900" y="4972050"/>
          <p14:tracePt t="15174" x="1866900" y="4978400"/>
          <p14:tracePt t="15181" x="1873250" y="4978400"/>
          <p14:tracePt t="15211" x="1879600" y="4984750"/>
          <p14:tracePt t="15230" x="1879600" y="4991100"/>
          <p14:tracePt t="15251" x="1885950" y="4991100"/>
          <p14:tracePt t="15272" x="1885950" y="4997450"/>
          <p14:tracePt t="15286" x="1892300" y="5003800"/>
          <p14:tracePt t="15295" x="1898650" y="5003800"/>
          <p14:tracePt t="15315" x="1905000" y="5010150"/>
          <p14:tracePt t="15336" x="1911350" y="5016500"/>
          <p14:tracePt t="15345" x="1917700" y="5022850"/>
          <p14:tracePt t="15364" x="1936750" y="5029200"/>
          <p14:tracePt t="15379" x="1949450" y="5035550"/>
          <p14:tracePt t="15392" x="2012950" y="5048250"/>
          <p14:tracePt t="15409" x="2044700" y="5054600"/>
          <p14:tracePt t="15425" x="2095500" y="5073650"/>
          <p14:tracePt t="15442" x="2203450" y="5092700"/>
          <p14:tracePt t="15458" x="2324100" y="5118100"/>
          <p14:tracePt t="15476" x="2457450" y="5137150"/>
          <p14:tracePt t="15492" x="2533650" y="5156200"/>
          <p14:tracePt t="15508" x="2711450" y="5175250"/>
          <p14:tracePt t="15525" x="2940050" y="5200650"/>
          <p14:tracePt t="15541" x="3060700" y="5219700"/>
          <p14:tracePt t="15558" x="3302000" y="5238750"/>
          <p14:tracePt t="15575" x="3606800" y="5276850"/>
          <p14:tracePt t="15591" x="3803650" y="5302250"/>
          <p14:tracePt t="15608" x="4114800" y="5334000"/>
          <p14:tracePt t="15624" x="4419600" y="5372100"/>
          <p14:tracePt t="15641" x="4546600" y="5378450"/>
          <p14:tracePt t="15658" x="4762500" y="5391150"/>
          <p14:tracePt t="15674" x="4946650" y="5384800"/>
          <p14:tracePt t="15691" x="5022850" y="5378450"/>
          <p14:tracePt t="15708" x="5162550" y="5359400"/>
          <p14:tracePt t="15724" x="5219700" y="5346700"/>
          <p14:tracePt t="15741" x="5334000" y="5327650"/>
          <p14:tracePt t="15758" x="5429250" y="5327650"/>
          <p14:tracePt t="15774" x="5454650" y="5321300"/>
          <p14:tracePt t="15791" x="5499100" y="5314950"/>
          <p14:tracePt t="15807" x="5543550" y="5302250"/>
          <p14:tracePt t="15824" x="5562600" y="5295900"/>
          <p14:tracePt t="15841" x="5619750" y="5283200"/>
          <p14:tracePt t="15857" x="5670550" y="5270500"/>
          <p14:tracePt t="15874" x="5689600" y="5264150"/>
          <p14:tracePt t="15890" x="5721350" y="5257800"/>
          <p14:tracePt t="15907" x="5759450" y="5257800"/>
          <p14:tracePt t="15923" x="5778500" y="5257800"/>
          <p14:tracePt t="15940" x="5810250" y="5257800"/>
          <p14:tracePt t="15957" x="5842000" y="5257800"/>
          <p14:tracePt t="15974" x="5867400" y="5257800"/>
          <p14:tracePt t="15990" x="5880100" y="5257800"/>
          <p14:tracePt t="16007" x="5886450" y="5257800"/>
          <p14:tracePt t="16024" x="5905500" y="5257800"/>
          <p14:tracePt t="16040" x="5911850" y="5257800"/>
          <p14:tracePt t="16079" x="5918200" y="5257800"/>
          <p14:tracePt t="16157" x="5911850" y="5257800"/>
          <p14:tracePt t="16163" x="5911850" y="5264150"/>
          <p14:tracePt t="16177" x="5905500" y="5264150"/>
          <p14:tracePt t="16189" x="5899150" y="5264150"/>
          <p14:tracePt t="16206" x="5867400" y="5270500"/>
          <p14:tracePt t="16223" x="5842000" y="5276850"/>
          <p14:tracePt t="16240" x="5753100" y="5289550"/>
          <p14:tracePt t="16256" x="5632450" y="5314950"/>
          <p14:tracePt t="16272" x="5556250" y="5327650"/>
          <p14:tracePt t="16290" x="5384800" y="5346700"/>
          <p14:tracePt t="16306" x="5194300" y="5365750"/>
          <p14:tracePt t="16323" x="5118100" y="5384800"/>
          <p14:tracePt t="16340" x="4959350" y="5416550"/>
          <p14:tracePt t="16355" x="4864100" y="5422900"/>
          <p14:tracePt t="16372" x="4838700" y="5429250"/>
          <p14:tracePt t="16388" x="4813300" y="5435600"/>
          <p14:tracePt t="16405" x="4806950" y="5435600"/>
          <p14:tracePt t="16423" x="4800600" y="5435600"/>
          <p14:tracePt t="16486" x="4794250" y="5441950"/>
          <p14:tracePt t="16515" x="4794250" y="5448300"/>
          <p14:tracePt t="16802" x="4718050" y="5435600"/>
          <p14:tracePt t="16809" x="4629150" y="5435600"/>
          <p14:tracePt t="16824" x="4540250" y="5429250"/>
          <p14:tracePt t="16838" x="4311650" y="5416550"/>
          <p14:tracePt t="16854" x="4197350" y="5403850"/>
          <p14:tracePt t="16871" x="4006850" y="5403850"/>
          <p14:tracePt t="16887" x="3841750" y="5410200"/>
          <p14:tracePt t="16904" x="3746500" y="5422900"/>
          <p14:tracePt t="16920" x="3657600" y="5429250"/>
          <p14:tracePt t="16937" x="3390900" y="5467350"/>
          <p14:tracePt t="16953" x="3308350" y="5511800"/>
          <p14:tracePt t="16971" x="3238500" y="5549900"/>
          <p14:tracePt t="16987" x="3136900" y="5594350"/>
          <p14:tracePt t="17003" x="3041650" y="5632450"/>
          <p14:tracePt t="17020" x="2965450" y="5683250"/>
          <p14:tracePt t="17036" x="2927350" y="5708650"/>
          <p14:tracePt t="17053" x="2876550" y="5734050"/>
          <p14:tracePt t="17070" x="2844800" y="5765800"/>
          <p14:tracePt t="17087" x="2813050" y="5778500"/>
          <p14:tracePt t="17103" x="2787650" y="5810250"/>
          <p14:tracePt t="17119" x="2749550" y="5842000"/>
          <p14:tracePt t="17136" x="2736850" y="5861050"/>
          <p14:tracePt t="17153" x="2711450" y="5892800"/>
          <p14:tracePt t="17169" x="2711450" y="5899150"/>
          <p14:tracePt t="17186" x="2705100" y="5899150"/>
          <p14:tracePt t="17202" x="2698750" y="5905500"/>
          <p14:tracePt t="17219" x="2692400" y="5918200"/>
          <p14:tracePt t="17235" x="2692400" y="5924550"/>
          <p14:tracePt t="17252" x="2692400" y="5943600"/>
          <p14:tracePt t="17269" x="2711450" y="5943600"/>
          <p14:tracePt t="18750" x="2730500" y="5918200"/>
          <p14:tracePt t="18765" x="2768600" y="5892800"/>
          <p14:tracePt t="18771" x="2787650" y="5873750"/>
          <p14:tracePt t="18785" x="2819400" y="5848350"/>
          <p14:tracePt t="18797" x="2844800" y="5816600"/>
          <p14:tracePt t="18814" x="2901950" y="5765800"/>
          <p14:tracePt t="18830" x="2933700" y="5740400"/>
          <p14:tracePt t="18833" x="2952750" y="5727700"/>
          <p14:tracePt t="18847" x="2978150" y="5708650"/>
          <p14:tracePt t="18863" x="3028950" y="5676900"/>
          <p14:tracePt t="18880" x="3041650" y="5664200"/>
          <p14:tracePt t="18897" x="3086100" y="5651500"/>
          <p14:tracePt t="18913" x="3105150" y="5645150"/>
          <p14:tracePt t="18930" x="3111500" y="5638800"/>
          <p14:tracePt t="18947" x="3130550" y="5632450"/>
          <p14:tracePt t="18963" x="3143250" y="5632450"/>
          <p14:tracePt t="18980" x="3149600" y="5632450"/>
          <p14:tracePt t="18997" x="3155950" y="5632450"/>
          <p14:tracePt t="19013" x="3162300" y="5632450"/>
          <p14:tracePt t="19030" x="3181350" y="5638800"/>
          <p14:tracePt t="19046" x="3194050" y="5645150"/>
          <p14:tracePt t="19063" x="3200400" y="5645150"/>
          <p14:tracePt t="19080" x="3213100" y="5651500"/>
          <p14:tracePt t="19096" x="3225800" y="5657850"/>
          <p14:tracePt t="19112" x="3232150" y="5657850"/>
          <p14:tracePt t="19129" x="3244850" y="5670550"/>
          <p14:tracePt t="19146" x="3257550" y="5676900"/>
          <p14:tracePt t="19162" x="3270250" y="5689600"/>
          <p14:tracePt t="19179" x="3289300" y="5708650"/>
          <p14:tracePt t="19195" x="3308350" y="5727700"/>
          <p14:tracePt t="19212" x="3321050" y="5734050"/>
          <p14:tracePt t="19228" x="3333750" y="5746750"/>
          <p14:tracePt t="19245" x="3340100" y="5753100"/>
          <p14:tracePt t="19263" x="3346450" y="5759450"/>
          <p14:tracePt t="19279" x="3352800" y="5772150"/>
          <p14:tracePt t="19295" x="3352800" y="5778500"/>
          <p14:tracePt t="19312" x="3365500" y="5797550"/>
          <p14:tracePt t="19328" x="3365500" y="5803900"/>
          <p14:tracePt t="19332" x="3371850" y="5810250"/>
          <p14:tracePt t="19345" x="3371850" y="5816600"/>
          <p14:tracePt t="21861" x="3359150" y="5861050"/>
          <p14:tracePt t="21868" x="3314700" y="5930900"/>
          <p14:tracePt t="21882" x="3276600" y="6000750"/>
          <p14:tracePt t="21889" x="3238500" y="6070600"/>
          <p14:tracePt t="21906" x="3200400" y="6134100"/>
          <p14:tracePt t="21919" x="3130550" y="6299200"/>
          <p14:tracePt t="21936" x="3098800" y="6375400"/>
          <p14:tracePt t="21953" x="3041650" y="6477000"/>
          <p14:tracePt t="21969" x="3028950" y="6508750"/>
          <p14:tracePt t="21986" x="3022600" y="6521450"/>
          <p14:tracePt t="22002" x="3016250" y="6521450"/>
          <p14:tracePt t="22120" x="3022600" y="6521450"/>
          <p14:tracePt t="22142" x="3028950" y="6527800"/>
          <p14:tracePt t="22148" x="3035300" y="6527800"/>
          <p14:tracePt t="22162" x="3041650" y="6534150"/>
          <p14:tracePt t="22172" x="3048000" y="6534150"/>
          <p14:tracePt t="22185" x="3060700" y="6534150"/>
          <p14:tracePt t="22202" x="3079750" y="6540500"/>
          <p14:tracePt t="22219" x="3181350" y="6546850"/>
          <p14:tracePt t="22235" x="3257550" y="6546850"/>
          <p14:tracePt t="22252" x="3321050" y="6546850"/>
          <p14:tracePt t="22268" x="3498850" y="6546850"/>
          <p14:tracePt t="22285" x="3676650" y="6534150"/>
          <p14:tracePt t="22302" x="3752850" y="6521450"/>
          <p14:tracePt t="22318" x="3898900" y="6483350"/>
          <p14:tracePt t="22335" x="4057650" y="6445250"/>
          <p14:tracePt t="22352" x="4191000" y="6394450"/>
          <p14:tracePt t="22368" x="4248150" y="6369050"/>
          <p14:tracePt t="22385" x="4337050" y="6324600"/>
          <p14:tracePt t="22401" x="4387850" y="6299200"/>
          <p14:tracePt t="22418" x="4413250" y="6286500"/>
          <p14:tracePt t="22434" x="4438650" y="6280150"/>
          <p14:tracePt t="22451" x="4476750" y="6267450"/>
          <p14:tracePt t="22468" x="4502150" y="6261100"/>
          <p14:tracePt t="22485" x="4514850" y="6254750"/>
          <p14:tracePt t="22500" x="4527550" y="6248400"/>
          <p14:tracePt t="22517" x="4533900" y="6248400"/>
          <p14:tracePt t="22562" x="4533900" y="6254750"/>
          <p14:tracePt t="22605" x="4527550" y="6261100"/>
          <p14:tracePt t="22640" x="4521200" y="6261100"/>
          <p14:tracePt t="22822" x="4514850" y="6261100"/>
          <p14:tracePt t="22956" x="4514850" y="6254750"/>
          <p14:tracePt t="23046" x="4521200" y="6248400"/>
          <p14:tracePt t="23061" x="4527550" y="6248400"/>
          <p14:tracePt t="23096" x="4533900" y="6248400"/>
          <p14:tracePt t="23124" x="4540250" y="6242050"/>
          <p14:tracePt t="23144" x="4546600" y="6242050"/>
          <p14:tracePt t="23151" x="4546600" y="6235700"/>
          <p14:tracePt t="23168" x="4552950" y="6235700"/>
          <p14:tracePt t="23182" x="4559300" y="6229350"/>
          <p14:tracePt t="23198" x="4578350" y="6229350"/>
          <p14:tracePt t="23215" x="4603750" y="6216650"/>
          <p14:tracePt t="23232" x="4622800" y="6210300"/>
          <p14:tracePt t="23248" x="4654550" y="6197600"/>
          <p14:tracePt t="23265" x="4699000" y="6184900"/>
          <p14:tracePt t="23282" x="4718050" y="6178550"/>
          <p14:tracePt t="23298" x="4762500" y="6165850"/>
          <p14:tracePt t="23314" x="4787900" y="6153150"/>
          <p14:tracePt t="23331" x="4800600" y="6146800"/>
          <p14:tracePt t="23348" x="4832350" y="6140450"/>
          <p14:tracePt t="23364" x="4851400" y="6140450"/>
          <p14:tracePt t="23381" x="4851400" y="6134100"/>
          <p14:tracePt t="23398" x="4870450" y="6134100"/>
          <p14:tracePt t="23414" x="4870450" y="6127750"/>
          <p14:tracePt t="23431" x="4876800" y="6127750"/>
          <p14:tracePt t="23447" x="4883150" y="6127750"/>
          <p14:tracePt t="23475" x="4889500" y="6127750"/>
          <p14:tracePt t="23484" x="4895850" y="61277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lvl="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Traceback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 (most recent call last):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165628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lvl="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Traceback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 (most recent call last):</a:t>
            </a:r>
          </a:p>
          <a:p>
            <a:pPr marL="457200" lvl="0" indent="-2794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  File "&lt;</a:t>
            </a: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stdin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&gt;", line 1, in &lt;module&gt;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352172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lvl="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Traceback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 (most recent call last):</a:t>
            </a:r>
          </a:p>
          <a:p>
            <a:pPr marL="457200" lvl="0" indent="-2794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  File "&lt;</a:t>
            </a: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stdin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&gt;", line 1, in &lt;module&gt;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TypeError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: '</a:t>
            </a: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CountDown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' object is not </a:t>
            </a: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iterable</a:t>
            </a: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</p:spTree>
    <p:extLst>
      <p:ext uri="{BB962C8B-B14F-4D97-AF65-F5344CB8AC3E}">
        <p14:creationId xmlns:p14="http://schemas.microsoft.com/office/powerpoint/2010/main" val="218951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"/>
    </mc:Choice>
    <mc:Fallback xmlns="">
      <p:transition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96112"/>
            <a:ext cx="8763000" cy="6019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600" dirty="0">
                <a:latin typeface="+mn-ea"/>
                <a:ea typeface="+mn-ea"/>
              </a:rPr>
              <a:t>Another way to make a class </a:t>
            </a:r>
            <a:r>
              <a:rPr lang="en-US" altLang="en-US" sz="3600" b="1" dirty="0" err="1">
                <a:solidFill>
                  <a:srgbClr val="FF00FF"/>
                </a:solidFill>
                <a:latin typeface="+mn-ea"/>
                <a:ea typeface="+mn-ea"/>
              </a:rPr>
              <a:t>iterable</a:t>
            </a:r>
            <a:r>
              <a:rPr lang="en-US" altLang="en-US" sz="3600" dirty="0">
                <a:latin typeface="+mn-ea"/>
                <a:ea typeface="+mn-ea"/>
              </a:rPr>
              <a:t>:</a:t>
            </a:r>
          </a:p>
          <a:p>
            <a:pPr marL="233363" indent="-60325" eaLnBrk="1" hangingPunct="1">
              <a:lnSpc>
                <a:spcPct val="9000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0066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3200" dirty="0">
                <a:solidFill>
                  <a:schemeClr val="accent2"/>
                </a:solidFill>
                <a:latin typeface="Lucida Console" panose="020B0609040504020204" pitchFamily="49" charset="0"/>
              </a:rPr>
              <a:t>__next__(self)</a:t>
            </a:r>
            <a:r>
              <a:rPr lang="en-US" altLang="en-US" sz="3200" dirty="0">
                <a:solidFill>
                  <a:schemeClr val="accent2"/>
                </a:solidFill>
              </a:rPr>
              <a:t> 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[7, 6, 5, 4, 3, 2, 1]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del 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CountDown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9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altLang="en-US" sz="3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9</a:t>
            </a:r>
          </a:p>
          <a:p>
            <a:pPr marL="457200" indent="-279400" eaLnBrk="1" hangingPunct="1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8</a:t>
            </a:r>
          </a:p>
          <a:p>
            <a:pPr marL="457200" indent="-279400"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[y </a:t>
            </a:r>
            <a:r>
              <a:rPr lang="en-US" altLang="en-US" sz="3200" b="1" dirty="0">
                <a:solidFill>
                  <a:srgbClr val="FF00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 y in 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457200" lvl="0" indent="-27940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Traceback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 (most recent call last):</a:t>
            </a:r>
          </a:p>
          <a:p>
            <a:pPr marL="457200" lvl="0" indent="-279400" eaLnBrk="1" hangingPunct="1">
              <a:lnSpc>
                <a:spcPct val="94000"/>
              </a:lnSpc>
              <a:spcBef>
                <a:spcPts val="0"/>
              </a:spcBef>
              <a:buNone/>
            </a:pP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  File "&lt;</a:t>
            </a: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stdin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&gt;", line 1, in &lt;module&gt;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TypeError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: '</a:t>
            </a: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CountDown</a:t>
            </a:r>
            <a:r>
              <a:rPr lang="en-US" altLang="en-US" sz="3200" spc="-100" dirty="0">
                <a:solidFill>
                  <a:srgbClr val="FF9797"/>
                </a:solidFill>
                <a:latin typeface="Lucida Sans" panose="020B0602030504020204" pitchFamily="34" charset="0"/>
              </a:rPr>
              <a:t>' object is not </a:t>
            </a:r>
            <a:r>
              <a:rPr lang="en-US" altLang="en-US" sz="3200" spc="-100" dirty="0" err="1">
                <a:solidFill>
                  <a:srgbClr val="FF9797"/>
                </a:solidFill>
                <a:latin typeface="Lucida Sans" panose="020B0602030504020204" pitchFamily="34" charset="0"/>
              </a:rPr>
              <a:t>iterable</a:t>
            </a:r>
            <a:endParaRPr lang="en-US" altLang="en-US" sz="3200" spc="-100" dirty="0">
              <a:solidFill>
                <a:srgbClr val="FF9797"/>
              </a:solidFill>
              <a:latin typeface="Lucida Sans" panose="020B0602030504020204" pitchFamily="34" charset="0"/>
            </a:endParaRP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457200" indent="-279400" eaLnBrk="1" hangingPunct="1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4400" dirty="0" err="1">
                <a:solidFill>
                  <a:schemeClr val="accent2"/>
                </a:solidFill>
                <a:latin typeface="Elephant" panose="02020904090505020303" pitchFamily="18" charset="0"/>
              </a:rPr>
              <a:t>Iterable</a:t>
            </a:r>
            <a:r>
              <a:rPr lang="en-US" altLang="en-US" sz="4400" dirty="0">
                <a:solidFill>
                  <a:schemeClr val="accent2"/>
                </a:solidFill>
                <a:latin typeface="Elephant" panose="02020904090505020303" pitchFamily="18" charset="0"/>
              </a:rPr>
              <a:t> Special Methods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6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0850"/>
    </mc:Choice>
    <mc:Fallback xmlns="">
      <p:transition advTm="108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573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619" x="4483100" y="3733800"/>
          <p14:tracePt t="2626" x="4438650" y="3759200"/>
          <p14:tracePt t="2635" x="4387850" y="3784600"/>
          <p14:tracePt t="2649" x="4286250" y="3854450"/>
          <p14:tracePt t="2667" x="4064000" y="3962400"/>
          <p14:tracePt t="2683" x="3962400" y="4013200"/>
          <p14:tracePt t="2699" x="3816350" y="4095750"/>
          <p14:tracePt t="2717" x="3587750" y="4171950"/>
          <p14:tracePt t="2732" x="3454400" y="4222750"/>
          <p14:tracePt t="2749" x="3340100" y="4286250"/>
          <p14:tracePt t="2766" x="3194050" y="4362450"/>
          <p14:tracePt t="2782" x="3098800" y="4387850"/>
          <p14:tracePt t="2786" x="3054350" y="4406900"/>
          <p14:tracePt t="2799" x="3009900" y="4419600"/>
          <p14:tracePt t="2816" x="2857500" y="4483100"/>
          <p14:tracePt t="2832" x="2794000" y="4514850"/>
          <p14:tracePt t="2849" x="2730500" y="4540250"/>
          <p14:tracePt t="2865" x="2698750" y="4546600"/>
          <p14:tracePt t="2882" x="2673350" y="4559300"/>
          <p14:tracePt t="2899" x="2641600" y="4572000"/>
          <p14:tracePt t="2915" x="2609850" y="4584700"/>
          <p14:tracePt t="2932" x="2578100" y="4597400"/>
          <p14:tracePt t="2949" x="2520950" y="4648200"/>
          <p14:tracePt t="2965" x="2476500" y="4686300"/>
          <p14:tracePt t="2982" x="2425700" y="4756150"/>
          <p14:tracePt t="2999" x="2362200" y="4895850"/>
          <p14:tracePt t="3015" x="2324100" y="5029200"/>
          <p14:tracePt t="3033" x="2273300" y="5175250"/>
          <p14:tracePt t="3048" x="2254250" y="5257800"/>
          <p14:tracePt t="3065" x="2228850" y="5327650"/>
          <p14:tracePt t="3082" x="2190750" y="5422900"/>
          <p14:tracePt t="3098" x="2171700" y="5461000"/>
          <p14:tracePt t="3115" x="2146300" y="5524500"/>
          <p14:tracePt t="3131" x="2120900" y="5581650"/>
          <p14:tracePt t="3148" x="2114550" y="5600700"/>
          <p14:tracePt t="3165" x="2108200" y="5607050"/>
          <p14:tracePt t="3197" x="2101850" y="5607050"/>
          <p14:tracePt t="3215" x="2089150" y="5588000"/>
          <p14:tracePt t="3231" x="2076450" y="5575300"/>
          <p14:tracePt t="3247" x="2063750" y="5562600"/>
          <p14:tracePt t="3264" x="2044700" y="5537200"/>
          <p14:tracePt t="3281" x="2025650" y="5524500"/>
          <p14:tracePt t="3285" x="2025650" y="5511800"/>
          <p14:tracePt t="3297" x="2012950" y="5505450"/>
          <p14:tracePt t="3314" x="2006600" y="5492750"/>
          <p14:tracePt t="3330" x="2000250" y="5486400"/>
          <p14:tracePt t="3363" x="1987550" y="5486400"/>
          <p14:tracePt t="3380" x="1981200" y="5486400"/>
          <p14:tracePt t="3397" x="1968500" y="5486400"/>
          <p14:tracePt t="3413" x="1955800" y="5486400"/>
          <p14:tracePt t="3430" x="1949450" y="5499100"/>
          <p14:tracePt t="3447" x="1936750" y="5518150"/>
          <p14:tracePt t="3463" x="1924050" y="5530850"/>
          <p14:tracePt t="3480" x="1924050" y="5537200"/>
          <p14:tracePt t="3497" x="1911350" y="5556250"/>
          <p14:tracePt t="3513" x="1911350" y="5562600"/>
          <p14:tracePt t="4530" x="1924050" y="5556250"/>
          <p14:tracePt t="4537" x="1962150" y="5543550"/>
          <p14:tracePt t="4546" x="1993900" y="5524500"/>
          <p14:tracePt t="4559" x="2076450" y="5505450"/>
          <p14:tracePt t="4576" x="2165350" y="5480050"/>
          <p14:tracePt t="4593" x="2292350" y="5435600"/>
          <p14:tracePt t="4609" x="2387600" y="5403850"/>
          <p14:tracePt t="4626" x="2463800" y="5359400"/>
          <p14:tracePt t="4643" x="2559050" y="5314950"/>
          <p14:tracePt t="4659" x="2609850" y="5283200"/>
          <p14:tracePt t="4676" x="2654300" y="5257800"/>
          <p14:tracePt t="4693" x="2679700" y="5251450"/>
          <p14:tracePt t="4709" x="2686050" y="5245100"/>
          <p14:tracePt t="4742" x="2686050" y="5238750"/>
          <p14:tracePt t="4825" x="2692400" y="5238750"/>
          <p14:tracePt t="4867" x="2705100" y="5238750"/>
          <p14:tracePt t="4874" x="2717800" y="5238750"/>
          <p14:tracePt t="4881" x="2724150" y="5232400"/>
          <p14:tracePt t="4891" x="2743200" y="5226050"/>
          <p14:tracePt t="4909" x="2844800" y="5200650"/>
          <p14:tracePt t="4925" x="2952750" y="5162550"/>
          <p14:tracePt t="4942" x="3086100" y="5137150"/>
          <p14:tracePt t="4959" x="3333750" y="5086350"/>
          <p14:tracePt t="4975" x="3505200" y="5067300"/>
          <p14:tracePt t="4991" x="3657600" y="5035550"/>
          <p14:tracePt t="5008" x="3892550" y="5029200"/>
          <p14:tracePt t="5025" x="4019550" y="5029200"/>
          <p14:tracePt t="5042" x="4146550" y="5029200"/>
          <p14:tracePt t="5058" x="4210050" y="5029200"/>
          <p14:tracePt t="5074" x="4248150" y="5022850"/>
          <p14:tracePt t="5092" x="4273550" y="5022850"/>
          <p14:tracePt t="5108" x="4292600" y="5022850"/>
          <p14:tracePt t="5148" x="4279900" y="5022850"/>
          <p14:tracePt t="5157" x="4273550" y="5022850"/>
          <p14:tracePt t="5175" x="4241800" y="5022850"/>
          <p14:tracePt t="5191" x="4064000" y="5010150"/>
          <p14:tracePt t="5207" x="3860800" y="5010150"/>
          <p14:tracePt t="5225" x="3486150" y="5010150"/>
          <p14:tracePt t="5241" x="3219450" y="5003800"/>
          <p14:tracePt t="5257" x="3003550" y="5016500"/>
          <p14:tracePt t="5274" x="2711450" y="5048250"/>
          <p14:tracePt t="5290" x="2540000" y="5067300"/>
          <p14:tracePt t="5294" x="2451100" y="5067300"/>
          <p14:tracePt t="5307" x="2387600" y="5086350"/>
          <p14:tracePt t="5324" x="2292350" y="5092700"/>
          <p14:tracePt t="5340" x="2286000" y="5092700"/>
          <p14:tracePt t="5379" x="2292350" y="5092700"/>
          <p14:tracePt t="5390" x="2317750" y="5080000"/>
          <p14:tracePt t="5407" x="2540000" y="5060950"/>
          <p14:tracePt t="5423" x="2755900" y="5054600"/>
          <p14:tracePt t="5440" x="3028950" y="5022850"/>
          <p14:tracePt t="5457" x="3467100" y="4997450"/>
          <p14:tracePt t="5473" x="3708400" y="4997450"/>
          <p14:tracePt t="5490" x="3911600" y="5010150"/>
          <p14:tracePt t="5507" x="4108450" y="5041900"/>
          <p14:tracePt t="5523" x="4171950" y="5048250"/>
          <p14:tracePt t="5540" x="4197350" y="5048250"/>
          <p14:tracePt t="5572" x="4184650" y="5048250"/>
          <p14:tracePt t="5591" x="4165600" y="5048250"/>
          <p14:tracePt t="5606" x="4102100" y="5048250"/>
          <p14:tracePt t="5623" x="3968750" y="5029200"/>
          <p14:tracePt t="5640" x="3587750" y="4997450"/>
          <p14:tracePt t="5656" x="3257550" y="4997450"/>
          <p14:tracePt t="5673" x="2984500" y="5022850"/>
          <p14:tracePt t="5689" x="2667000" y="5029200"/>
          <p14:tracePt t="5706" x="2552700" y="5041900"/>
          <p14:tracePt t="5723" x="2463800" y="5041900"/>
          <p14:tracePt t="5739" x="2457450" y="5041900"/>
          <p14:tracePt t="5756" x="2457450" y="5035550"/>
          <p14:tracePt t="5773" x="2482850" y="5022850"/>
          <p14:tracePt t="5789" x="2546350" y="5010150"/>
          <p14:tracePt t="5792" x="2622550" y="4997450"/>
          <p14:tracePt t="5805" x="2730500" y="4978400"/>
          <p14:tracePt t="5822" x="3124200" y="4927600"/>
          <p14:tracePt t="5838" x="3473450" y="4902200"/>
          <p14:tracePt t="5856" x="3937000" y="4876800"/>
          <p14:tracePt t="5871" x="4165600" y="4876800"/>
          <p14:tracePt t="5888" x="4318000" y="4876800"/>
          <p14:tracePt t="5906" x="4457700" y="4889500"/>
          <p14:tracePt t="5922" x="4495800" y="4889500"/>
          <p14:tracePt t="5938" x="4508500" y="4883150"/>
          <p14:tracePt t="5971" x="4502150" y="4883150"/>
          <p14:tracePt t="5988" x="4495800" y="4883150"/>
          <p14:tracePt t="6005" x="4483100" y="4889500"/>
          <p14:tracePt t="6021" x="4356100" y="4876800"/>
          <p14:tracePt t="6039" x="3981450" y="4864100"/>
          <p14:tracePt t="6054" x="3587750" y="4864100"/>
          <p14:tracePt t="6071" x="3257550" y="4870450"/>
          <p14:tracePt t="6088" x="2876550" y="4870450"/>
          <p14:tracePt t="6104" x="2698750" y="4864100"/>
          <p14:tracePt t="6121" x="2565400" y="4864100"/>
          <p14:tracePt t="6138" x="2489200" y="4851400"/>
          <p14:tracePt t="6154" x="2476500" y="4851400"/>
          <p14:tracePt t="6179" x="2482850" y="4851400"/>
          <p14:tracePt t="6193" x="2489200" y="4851400"/>
          <p14:tracePt t="6204" x="2501900" y="4851400"/>
          <p14:tracePt t="6221" x="2546350" y="4845050"/>
          <p14:tracePt t="6237" x="2692400" y="4838700"/>
          <p14:tracePt t="6254" x="2882900" y="4826000"/>
          <p14:tracePt t="6271" x="3333750" y="4794250"/>
          <p14:tracePt t="6287" x="3625850" y="4781550"/>
          <p14:tracePt t="6291" x="3702050" y="4781550"/>
          <p14:tracePt t="6304" x="3778250" y="4781550"/>
          <p14:tracePt t="6320" x="3962400" y="4794250"/>
          <p14:tracePt t="6337" x="4019550" y="4794250"/>
          <p14:tracePt t="6354" x="4044950" y="4787900"/>
          <p14:tracePt t="6370" x="4051300" y="4775200"/>
          <p14:tracePt t="6411" x="4044950" y="4775200"/>
          <p14:tracePt t="6420" x="4038600" y="4775200"/>
          <p14:tracePt t="6436" x="4032250" y="4775200"/>
          <p14:tracePt t="6453" x="4019550" y="4775200"/>
          <p14:tracePt t="6487" x="4000500" y="4775200"/>
          <p14:tracePt t="6503" x="3994150" y="4775200"/>
          <p14:tracePt t="6520" x="3987800" y="4775200"/>
          <p14:tracePt t="7063" x="3987800" y="4787900"/>
          <p14:tracePt t="7069" x="4000500" y="4813300"/>
          <p14:tracePt t="7084" x="4025900" y="4832350"/>
          <p14:tracePt t="7090" x="4038600" y="4851400"/>
          <p14:tracePt t="7105" x="4051300" y="4870450"/>
          <p14:tracePt t="7118" x="4070350" y="4895850"/>
          <p14:tracePt t="7134" x="4089400" y="4933950"/>
          <p14:tracePt t="7151" x="4102100" y="4953000"/>
          <p14:tracePt t="7168" x="4121150" y="4984750"/>
          <p14:tracePt t="7184" x="4146550" y="5016500"/>
          <p14:tracePt t="7201" x="4152900" y="5029200"/>
          <p14:tracePt t="7218" x="4165600" y="5073650"/>
          <p14:tracePt t="7234" x="4165600" y="5111750"/>
          <p14:tracePt t="7250" x="4165600" y="5137150"/>
          <p14:tracePt t="7267" x="4159250" y="5168900"/>
          <p14:tracePt t="7284" x="4140200" y="5194300"/>
          <p14:tracePt t="7301" x="4108450" y="5213350"/>
          <p14:tracePt t="7317" x="4089400" y="5238750"/>
          <p14:tracePt t="7333" x="4044950" y="5270500"/>
          <p14:tracePt t="7350" x="4000500" y="5302250"/>
          <p14:tracePt t="7367" x="3987800" y="5314950"/>
          <p14:tracePt t="7386" x="3962400" y="5340350"/>
          <p14:tracePt t="7400" x="3930650" y="5365750"/>
          <p14:tracePt t="7417" x="3924300" y="5365750"/>
          <p14:tracePt t="7434" x="3892550" y="539750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8763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Lns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=open("offeredAtNSYSU.py").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readlines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in range(22): print(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Lns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],end="")</a:t>
            </a: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1000" y="0"/>
            <a:ext cx="91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kern="0" spc="-7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kern="0" spc="-7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196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25"/>
    </mc:Choice>
    <mc:Fallback xmlns="">
      <p:transition spd="slow" advTm="883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9525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Lns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=open("offeredAtNSYSU.py").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readlines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in range(22): print(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Lns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],end="")</a:t>
            </a: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marL="342900" lvl="1" indent="-342900" eaLnBrk="1" hangingPunct="1">
              <a:lnSpc>
                <a:spcPct val="8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#A university class only becomes a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#real thing when some students join it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  <a:endParaRPr lang="en-US" altLang="en-US" sz="2600" kern="0" spc="-7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2600" b="1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self,RememberPutBack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print("Used.")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b="1" kern="0" spc="-70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2600" b="1" kern="0" spc="-7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2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9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478"/>
    </mc:Choice>
    <mc:Fallback xmlns="">
      <p:transition spd="slow" advTm="2544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2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25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25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25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25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25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25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25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25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25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25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25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250"/>
                            </p:stCondLst>
                            <p:childTnLst>
                              <p:par>
                                <p:cTn id="6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25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25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750"/>
                            </p:stCondLst>
                            <p:childTnLst>
                              <p:par>
                                <p:cTn id="6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25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25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250"/>
                            </p:stCondLst>
                            <p:childTnLst>
                              <p:par>
                                <p:cTn id="7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25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25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750"/>
                            </p:stCondLst>
                            <p:childTnLst>
                              <p:par>
                                <p:cTn id="8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25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8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13" x="4806950" y="3727450"/>
          <p14:tracePt t="829" x="4800600" y="3727450"/>
          <p14:tracePt t="844" x="4794250" y="3714750"/>
          <p14:tracePt t="862" x="4781550" y="3708400"/>
          <p14:tracePt t="895" x="4775200" y="3689350"/>
          <p14:tracePt t="912" x="4775200" y="3683000"/>
          <p14:tracePt t="927" x="4775200" y="3676650"/>
          <p14:tracePt t="946" x="4768850" y="3670300"/>
          <p14:tracePt t="1060" x="4762500" y="3663950"/>
          <p14:tracePt t="1094" x="4756150" y="3644900"/>
          <p14:tracePt t="1111" x="4743450" y="3625850"/>
          <p14:tracePt t="1129" x="4724400" y="3581400"/>
          <p14:tracePt t="1143" x="4699000" y="3530600"/>
          <p14:tracePt t="1160" x="4673600" y="3467100"/>
          <p14:tracePt t="1178" x="4610100" y="3314700"/>
          <p14:tracePt t="1193" x="4565650" y="3213100"/>
          <p14:tracePt t="1211" x="4476750" y="3009900"/>
          <p14:tracePt t="1228" x="4419600" y="2876550"/>
          <p14:tracePt t="1245" x="4362450" y="2749550"/>
          <p14:tracePt t="1262" x="4273550" y="2571750"/>
          <p14:tracePt t="1276" x="4203700" y="2432050"/>
          <p14:tracePt t="1293" x="4140200" y="2311400"/>
          <p14:tracePt t="1311" x="4057650" y="2171700"/>
          <p14:tracePt t="1327" x="4019550" y="2114550"/>
          <p14:tracePt t="1345" x="3956050" y="2025650"/>
          <p14:tracePt t="1360" x="3898900" y="1943100"/>
          <p14:tracePt t="1376" x="3854450" y="1917700"/>
          <p14:tracePt t="1394" x="3784600" y="1866900"/>
          <p14:tracePt t="1409" x="3752850" y="1841500"/>
          <p14:tracePt t="1427" x="3689350" y="1809750"/>
          <p14:tracePt t="1444" x="3625850" y="1778000"/>
          <p14:tracePt t="1460" x="3594100" y="1765300"/>
          <p14:tracePt t="1476" x="3543300" y="1733550"/>
          <p14:tracePt t="1494" x="3498850" y="1714500"/>
          <p14:tracePt t="1510" x="3486150" y="1701800"/>
          <p14:tracePt t="1527" x="3454400" y="1689100"/>
          <p14:tracePt t="1544" x="3435350" y="1676400"/>
          <p14:tracePt t="1561" x="3429000" y="1670050"/>
          <p14:tracePt t="1576" x="3416300" y="1657350"/>
          <p14:tracePt t="1592" x="3390900" y="1644650"/>
          <p14:tracePt t="1608" x="3384550" y="1638300"/>
          <p14:tracePt t="1627" x="3352800" y="1625600"/>
          <p14:tracePt t="1643" x="3289300" y="1606550"/>
          <p14:tracePt t="1660" x="3219450" y="1581150"/>
          <p14:tracePt t="1676" x="3181350" y="1574800"/>
          <p14:tracePt t="1692" x="3124200" y="1555750"/>
          <p14:tracePt t="1709" x="3009900" y="1511300"/>
          <p14:tracePt t="1725" x="2978150" y="1498600"/>
          <p14:tracePt t="1742" x="2946400" y="1492250"/>
          <p14:tracePt t="1760" x="2882900" y="1466850"/>
          <p14:tracePt t="1775" x="2813050" y="1441450"/>
          <p14:tracePt t="1791" x="2794000" y="1435100"/>
          <p14:tracePt t="1809" x="2724150" y="1422400"/>
          <p14:tracePt t="1825" x="2654300" y="1422400"/>
          <p14:tracePt t="1841" x="2616200" y="1422400"/>
          <p14:tracePt t="1859" x="2546350" y="1428750"/>
          <p14:tracePt t="1875" x="2476500" y="1441450"/>
          <p14:tracePt t="1892" x="2393950" y="1460500"/>
          <p14:tracePt t="1908" x="2349500" y="1479550"/>
          <p14:tracePt t="1924" x="2279650" y="1492250"/>
          <p14:tracePt t="1942" x="2203450" y="1517650"/>
          <p14:tracePt t="1959" x="2165350" y="1524000"/>
          <p14:tracePt t="1975" x="2133600" y="1524000"/>
          <p14:tracePt t="1992" x="2095500" y="1549400"/>
          <p14:tracePt t="2706" x="2082800" y="1549400"/>
          <p14:tracePt t="2721" x="2070100" y="1543050"/>
          <p14:tracePt t="2739" x="2032000" y="1530350"/>
          <p14:tracePt t="2755" x="1987550" y="1504950"/>
          <p14:tracePt t="2771" x="1962150" y="1498600"/>
          <p14:tracePt t="2789" x="1905000" y="1479550"/>
          <p14:tracePt t="2805" x="1854200" y="1460500"/>
          <p14:tracePt t="2821" x="1835150" y="1460500"/>
          <p14:tracePt t="2824" x="1816100" y="1454150"/>
          <p14:tracePt t="2855" x="1778000" y="1447800"/>
          <p14:tracePt t="2871" x="1771650" y="1447800"/>
          <p14:tracePt t="2888" x="1758950" y="1447800"/>
          <p14:tracePt t="2904" x="1752600" y="1447800"/>
          <p14:tracePt t="2921" x="1733550" y="1441450"/>
          <p14:tracePt t="2938" x="1727200" y="1441450"/>
          <p14:tracePt t="2954" x="1720850" y="1441450"/>
          <p14:tracePt t="2972" x="1714500" y="1441450"/>
          <p14:tracePt t="2988" x="1701800" y="1441450"/>
          <p14:tracePt t="3004" x="1695450" y="1441450"/>
          <p14:tracePt t="3021" x="1676400" y="1441450"/>
          <p14:tracePt t="3037" x="1670050" y="1441450"/>
          <p14:tracePt t="3055" x="1657350" y="1441450"/>
          <p14:tracePt t="3071" x="1631950" y="1441450"/>
          <p14:tracePt t="3087" x="1612900" y="1441450"/>
          <p14:tracePt t="3104" x="1593850" y="1441450"/>
          <p14:tracePt t="3120" x="1581150" y="1441450"/>
          <p14:tracePt t="3137" x="1568450" y="1441450"/>
          <p14:tracePt t="3155" x="1555750" y="1435100"/>
          <p14:tracePt t="3187" x="1549400" y="1435100"/>
          <p14:tracePt t="3321" x="1543050" y="1435100"/>
          <p14:tracePt t="3586" x="1549400" y="1428750"/>
          <p14:tracePt t="3618" x="1555750" y="1428750"/>
          <p14:tracePt t="3653" x="1562100" y="1422400"/>
          <p14:tracePt t="3702" x="1568450" y="1422400"/>
          <p14:tracePt t="3768" x="1568450" y="1416050"/>
          <p14:tracePt t="4034" x="1562100" y="1416050"/>
          <p14:tracePt t="4101" x="1555750" y="1416050"/>
          <p14:tracePt t="4399" x="1549400" y="1416050"/>
          <p14:tracePt t="4449" x="1549400" y="1422400"/>
          <p14:tracePt t="4498" x="1549400" y="1428750"/>
          <p14:tracePt t="4699" x="1536700" y="1428750"/>
          <p14:tracePt t="4715" x="1524000" y="1428750"/>
          <p14:tracePt t="4732" x="1511300" y="1428750"/>
          <p14:tracePt t="4749" x="1454150" y="1403350"/>
          <p14:tracePt t="4765" x="1435100" y="1390650"/>
          <p14:tracePt t="4782" x="1365250" y="1377950"/>
          <p14:tracePt t="4797" x="1327150" y="1365250"/>
          <p14:tracePt t="4814" x="1250950" y="1346200"/>
          <p14:tracePt t="4832" x="1200150" y="1327150"/>
          <p14:tracePt t="4848" x="1181100" y="1327150"/>
          <p14:tracePt t="4865" x="1155700" y="1320800"/>
          <p14:tracePt t="4881" x="1136650" y="1314450"/>
          <p14:tracePt t="4897" x="1130300" y="1314450"/>
          <p14:tracePt t="5048" x="1130300" y="1320800"/>
          <p14:tracePt t="5090" x="1130300" y="1327150"/>
          <p14:tracePt t="5097" x="1143000" y="1333500"/>
          <p14:tracePt t="5112" x="1149350" y="1339850"/>
          <p14:tracePt t="5118" x="1155700" y="1352550"/>
          <p14:tracePt t="5133" x="1168400" y="1371600"/>
          <p14:tracePt t="5146" x="1193800" y="1390650"/>
          <p14:tracePt t="5162" x="1244600" y="1473200"/>
          <p14:tracePt t="5179" x="1282700" y="1530350"/>
          <p14:tracePt t="5196" x="1352550" y="1676400"/>
          <p14:tracePt t="5212" x="1416050" y="1885950"/>
          <p14:tracePt t="5229" x="1447800" y="1987550"/>
          <p14:tracePt t="5245" x="1504950" y="2209800"/>
          <p14:tracePt t="5262" x="1562100" y="2432050"/>
          <p14:tracePt t="5279" x="1593850" y="2533650"/>
          <p14:tracePt t="5295" x="1631950" y="2730500"/>
          <p14:tracePt t="5312" x="1651000" y="2832100"/>
          <p14:tracePt t="5329" x="1714500" y="3155950"/>
          <p14:tracePt t="5345" x="1733550" y="3257550"/>
          <p14:tracePt t="5362" x="1758950" y="3359150"/>
          <p14:tracePt t="5378" x="1784350" y="3568700"/>
          <p14:tracePt t="5395" x="1841500" y="3771900"/>
          <p14:tracePt t="5412" x="1847850" y="3873500"/>
          <p14:tracePt t="5427" x="1866900" y="4044950"/>
          <p14:tracePt t="5444" x="1892300" y="4222750"/>
          <p14:tracePt t="5462" x="1898650" y="4286250"/>
          <p14:tracePt t="5478" x="1917700" y="4483100"/>
          <p14:tracePt t="5495" x="1930400" y="4648200"/>
          <p14:tracePt t="5512" x="1949450" y="4813300"/>
          <p14:tracePt t="5527" x="1949450" y="4889500"/>
          <p14:tracePt t="5544" x="1955800" y="5035550"/>
          <p14:tracePt t="5561" x="1936750" y="5187950"/>
          <p14:tracePt t="5577" x="1936750" y="5251450"/>
          <p14:tracePt t="5594" x="1936750" y="5327650"/>
          <p14:tracePt t="5611" x="1936750" y="5448300"/>
          <p14:tracePt t="5627" x="1936750" y="5486400"/>
          <p14:tracePt t="5644" x="1936750" y="5524500"/>
          <p14:tracePt t="5660" x="1924050" y="5619750"/>
          <p14:tracePt t="5677" x="1924050" y="5695950"/>
          <p14:tracePt t="5694" x="1924050" y="5791200"/>
          <p14:tracePt t="5710" x="1930400" y="5829300"/>
          <p14:tracePt t="5727" x="1943100" y="5924550"/>
          <p14:tracePt t="5744" x="1962150" y="5994400"/>
          <p14:tracePt t="5760" x="1968500" y="6038850"/>
          <p14:tracePt t="5777" x="1974850" y="6089650"/>
          <p14:tracePt t="5794" x="1987550" y="6121400"/>
          <p14:tracePt t="5810" x="1987550" y="6127750"/>
          <p14:tracePt t="5827" x="1993900" y="6140450"/>
          <p14:tracePt t="5905" x="2000250" y="6140450"/>
          <p14:tracePt t="5926" x="2006600" y="6127750"/>
          <p14:tracePt t="5932" x="2006600" y="6115050"/>
          <p14:tracePt t="5942" x="2006600" y="6096000"/>
          <p14:tracePt t="5959" x="2012950" y="6070600"/>
          <p14:tracePt t="5976" x="2019300" y="5981700"/>
          <p14:tracePt t="5993" x="2032000" y="5905500"/>
          <p14:tracePt t="6010" x="2063750" y="5543550"/>
          <p14:tracePt t="6026" x="2082800" y="5365750"/>
          <p14:tracePt t="6042" x="2101850" y="5149850"/>
          <p14:tracePt t="6059" x="2114550" y="4679950"/>
          <p14:tracePt t="6076" x="2101850" y="4127500"/>
          <p14:tracePt t="6092" x="2076450" y="3886200"/>
          <p14:tracePt t="6109" x="2032000" y="3422650"/>
          <p14:tracePt t="6125" x="1981200" y="3009900"/>
          <p14:tracePt t="6143" x="1949450" y="2787650"/>
          <p14:tracePt t="6159" x="1905000" y="2444750"/>
          <p14:tracePt t="6175" x="1847850" y="2184400"/>
          <p14:tracePt t="6193" x="1784350" y="1949450"/>
          <p14:tracePt t="6208" x="1752600" y="1835150"/>
          <p14:tracePt t="6225" x="1720850" y="1746250"/>
          <p14:tracePt t="6242" x="1644650" y="1555750"/>
          <p14:tracePt t="6258" x="1619250" y="1498600"/>
          <p14:tracePt t="6275" x="1612900" y="1441450"/>
          <p14:tracePt t="6292" x="1562100" y="1346200"/>
          <p14:tracePt t="6308" x="1536700" y="1276350"/>
          <p14:tracePt t="6326" x="1504950" y="1219200"/>
          <p14:tracePt t="6341" x="1485900" y="1187450"/>
          <p14:tracePt t="6358" x="1473200" y="1136650"/>
          <p14:tracePt t="6375" x="1460500" y="1098550"/>
          <p14:tracePt t="6391" x="1454150" y="1085850"/>
          <p14:tracePt t="6395" x="1447800" y="1073150"/>
          <p14:tracePt t="6425" x="1447800" y="1066800"/>
          <p14:tracePt t="6564" x="1447800" y="1073150"/>
          <p14:tracePt t="6649" x="1441450" y="1079500"/>
          <p14:tracePt t="6655" x="1435100" y="1079500"/>
          <p14:tracePt t="6663" x="1428750" y="1079500"/>
          <p14:tracePt t="6677" x="1422400" y="1079500"/>
          <p14:tracePt t="6691" x="1416050" y="1085850"/>
          <p14:tracePt t="6726" x="1403350" y="1085850"/>
          <p14:tracePt t="6747" x="1397000" y="1085850"/>
          <p14:tracePt t="6754" x="1397000" y="1092200"/>
          <p14:tracePt t="6775" x="1390650" y="1092200"/>
          <p14:tracePt t="6789" x="1384300" y="1092200"/>
          <p14:tracePt t="6803" x="1377950" y="1092200"/>
          <p14:tracePt t="6838" x="1371600" y="1092200"/>
          <p14:tracePt t="6845" x="1358900" y="1092200"/>
          <p14:tracePt t="6859" x="1346200" y="1092200"/>
          <p14:tracePt t="6874" x="1314450" y="1098550"/>
          <p14:tracePt t="6890" x="1289050" y="1098550"/>
          <p14:tracePt t="6906" x="1263650" y="1098550"/>
          <p14:tracePt t="6910" x="1244600" y="1098550"/>
          <p14:tracePt t="6923" x="1212850" y="1098550"/>
          <p14:tracePt t="6939" x="1168400" y="1098550"/>
          <p14:tracePt t="6956" x="1136650" y="1098550"/>
          <p14:tracePt t="6973" x="1085850" y="1098550"/>
          <p14:tracePt t="6989" x="1047750" y="1098550"/>
          <p14:tracePt t="7006" x="1016000" y="1098550"/>
          <p14:tracePt t="7022" x="1003300" y="1098550"/>
          <p14:tracePt t="7039" x="990600" y="1098550"/>
          <p14:tracePt t="7056" x="984250" y="1098550"/>
          <p14:tracePt t="7089" x="977900" y="1098550"/>
          <p14:tracePt t="7288" x="971550" y="1098550"/>
          <p14:tracePt t="7379" x="971550" y="1104900"/>
          <p14:tracePt t="7407" x="971550" y="1111250"/>
          <p14:tracePt t="7422" x="977900" y="1117600"/>
          <p14:tracePt t="7435" x="984250" y="1117600"/>
          <p14:tracePt t="7449" x="990600" y="1123950"/>
          <p14:tracePt t="7457" x="996950" y="1123950"/>
          <p14:tracePt t="7472" x="1009650" y="1130300"/>
          <p14:tracePt t="7488" x="1016000" y="1136650"/>
          <p14:tracePt t="7505" x="1060450" y="1149350"/>
          <p14:tracePt t="7521" x="1085850" y="1155700"/>
          <p14:tracePt t="7537" x="1111250" y="1162050"/>
          <p14:tracePt t="7555" x="1168400" y="1174750"/>
          <p14:tracePt t="7570" x="1250950" y="1193800"/>
          <p14:tracePt t="7587" x="1289050" y="1193800"/>
          <p14:tracePt t="7603" x="1358900" y="1206500"/>
          <p14:tracePt t="7621" x="1428750" y="1219200"/>
          <p14:tracePt t="7638" x="1460500" y="1219200"/>
          <p14:tracePt t="7654" x="1473200" y="1219200"/>
          <p14:tracePt t="7670" x="1492250" y="1219200"/>
          <p14:tracePt t="7688" x="1498600" y="1219200"/>
          <p14:tracePt t="7751" x="1504950" y="1219200"/>
          <p14:tracePt t="7891" x="1511300" y="1219200"/>
          <p14:tracePt t="7989" x="1511300" y="1212850"/>
          <p14:tracePt t="8101" x="1517650" y="1212850"/>
          <p14:tracePt t="8130" x="1524000" y="1219200"/>
          <p14:tracePt t="8151" x="1530350" y="1219200"/>
          <p14:tracePt t="8157" x="1536700" y="1219200"/>
          <p14:tracePt t="8172" x="1543050" y="1219200"/>
          <p14:tracePt t="8185" x="1549400" y="1219200"/>
          <p14:tracePt t="8202" x="1562100" y="1219200"/>
          <p14:tracePt t="8218" x="1574800" y="1225550"/>
          <p14:tracePt t="8235" x="1606550" y="1225550"/>
          <p14:tracePt t="8252" x="1651000" y="1238250"/>
          <p14:tracePt t="8268" x="1670050" y="1238250"/>
          <p14:tracePt t="8285" x="1701800" y="1238250"/>
          <p14:tracePt t="8302" x="1727200" y="1244600"/>
          <p14:tracePt t="8318" x="1739900" y="1244600"/>
          <p14:tracePt t="8334" x="1752600" y="1244600"/>
          <p14:tracePt t="8488" x="1758950" y="1244600"/>
          <p14:tracePt t="9582" x="1765300" y="1244600"/>
          <p14:tracePt t="9624" x="1771650" y="1244600"/>
          <p14:tracePt t="9667" x="1778000" y="1244600"/>
          <p14:tracePt t="9716" x="1784350" y="1238250"/>
          <p14:tracePt t="9814" x="1790700" y="1238250"/>
          <p14:tracePt t="10684" x="1790700" y="1231900"/>
          <p14:tracePt t="10958" x="1797050" y="1231900"/>
          <p14:tracePt t="10965" x="1809750" y="1231900"/>
          <p14:tracePt t="10979" x="1822450" y="1231900"/>
          <p14:tracePt t="10993" x="1835150" y="1231900"/>
          <p14:tracePt t="11009" x="1866900" y="1231900"/>
          <p14:tracePt t="11026" x="1885950" y="1231900"/>
          <p14:tracePt t="11042" x="1943100" y="1231900"/>
          <p14:tracePt t="11058" x="1993900" y="1231900"/>
          <p14:tracePt t="11075" x="2012950" y="1231900"/>
          <p14:tracePt t="11092" x="2038350" y="1225550"/>
          <p14:tracePt t="11108" x="2057400" y="1225550"/>
          <p14:tracePt t="11125" x="2063750" y="1225550"/>
          <p14:tracePt t="11158" x="2070100" y="1225550"/>
          <p14:tracePt t="11386" x="2076450" y="1225550"/>
          <p14:tracePt t="11427" x="2089150" y="1225550"/>
          <p14:tracePt t="11449" x="2101850" y="1225550"/>
          <p14:tracePt t="11456" x="2108200" y="1225550"/>
          <p14:tracePt t="11470" x="2114550" y="1225550"/>
          <p14:tracePt t="11477" x="2120900" y="1225550"/>
          <p14:tracePt t="11491" x="2127250" y="1225550"/>
          <p14:tracePt t="11507" x="2165350" y="1219200"/>
          <p14:tracePt t="11523" x="2184400" y="1219200"/>
          <p14:tracePt t="11541" x="2222500" y="1219200"/>
          <p14:tracePt t="11557" x="2241550" y="1219200"/>
          <p14:tracePt t="11574" x="2279650" y="1212850"/>
          <p14:tracePt t="11590" x="2305050" y="1212850"/>
          <p14:tracePt t="11610" x="2311400" y="1206500"/>
          <p14:tracePt t="11623" x="2317750" y="1206500"/>
          <p14:tracePt t="11645" x="2324100" y="1206500"/>
          <p14:tracePt t="11680" x="2330450" y="1206500"/>
          <p14:tracePt t="11729" x="2336800" y="1200150"/>
          <p14:tracePt t="11891" x="2343150" y="1193800"/>
          <p14:tracePt t="11947" x="2349500" y="1193800"/>
          <p14:tracePt t="11969" x="2355850" y="1193800"/>
          <p14:tracePt t="11982" x="2362200" y="1193800"/>
          <p14:tracePt t="11991" x="2368550" y="1193800"/>
          <p14:tracePt t="12005" x="2381250" y="1193800"/>
          <p14:tracePt t="12022" x="2393950" y="1193800"/>
          <p14:tracePt t="12039" x="2425700" y="1187450"/>
          <p14:tracePt t="12055" x="2451100" y="1181100"/>
          <p14:tracePt t="12072" x="2489200" y="1181100"/>
          <p14:tracePt t="12088" x="2533650" y="1174750"/>
          <p14:tracePt t="12105" x="2546350" y="1174750"/>
          <p14:tracePt t="12122" x="2565400" y="1168400"/>
          <p14:tracePt t="12138" x="2603500" y="1162050"/>
          <p14:tracePt t="12155" x="2616200" y="1162050"/>
          <p14:tracePt t="12172" x="2622550" y="1162050"/>
          <p14:tracePt t="12193" x="2628900" y="1162050"/>
          <p14:tracePt t="12204" x="2635250" y="1162050"/>
          <p14:tracePt t="12221" x="2641600" y="1162050"/>
          <p14:tracePt t="12270" x="2647950" y="1162050"/>
          <p14:tracePt t="12313" x="2654300" y="1162050"/>
          <p14:tracePt t="13771" x="2667000" y="1162050"/>
          <p14:tracePt t="13785" x="2679700" y="1168400"/>
          <p14:tracePt t="13792" x="2686050" y="1168400"/>
          <p14:tracePt t="13806" x="2705100" y="1174750"/>
          <p14:tracePt t="13815" x="2724150" y="1181100"/>
          <p14:tracePt t="13832" x="2736850" y="1187450"/>
          <p14:tracePt t="13849" x="2774950" y="1193800"/>
          <p14:tracePt t="13865" x="2813050" y="1200150"/>
          <p14:tracePt t="13883" x="2832100" y="1200150"/>
          <p14:tracePt t="13898" x="2863850" y="1206500"/>
          <p14:tracePt t="13915" x="2895600" y="1206500"/>
          <p14:tracePt t="13933" x="2921000" y="1206500"/>
          <p14:tracePt t="13948" x="2940050" y="1206500"/>
          <p14:tracePt t="13965" x="2946400" y="1206500"/>
          <p14:tracePt t="13982" x="2978150" y="1206500"/>
          <p14:tracePt t="14002" x="2984500" y="1206500"/>
          <p14:tracePt t="14024" x="2990850" y="1206500"/>
          <p14:tracePt t="14045" x="2997200" y="1206500"/>
          <p14:tracePt t="14164" x="3003550" y="1206500"/>
          <p14:tracePt t="14248" x="3003550" y="1212850"/>
          <p14:tracePt t="14304" x="2997200" y="1219200"/>
          <p14:tracePt t="14346" x="2990850" y="1219200"/>
          <p14:tracePt t="14374" x="2990850" y="1225550"/>
          <p14:tracePt t="14382" x="2984500" y="1225550"/>
          <p14:tracePt t="14438" x="2978150" y="1225550"/>
          <p14:tracePt t="14444" x="2971800" y="1231900"/>
          <p14:tracePt t="14452" x="2965450" y="1231900"/>
          <p14:tracePt t="14467" x="2965450" y="1238250"/>
          <p14:tracePt t="14480" x="2959100" y="1238250"/>
          <p14:tracePt t="14497" x="2933700" y="1238250"/>
          <p14:tracePt t="14513" x="2921000" y="1244600"/>
          <p14:tracePt t="14531" x="2882900" y="1257300"/>
          <p14:tracePt t="14547" x="2838450" y="1270000"/>
          <p14:tracePt t="14564" x="2787650" y="1282700"/>
          <p14:tracePt t="14580" x="2768600" y="1289050"/>
          <p14:tracePt t="14596" x="2749550" y="1289050"/>
          <p14:tracePt t="14613" x="2717800" y="1295400"/>
          <p14:tracePt t="14630" x="2705100" y="1295400"/>
          <p14:tracePt t="14663" x="2698750" y="1295400"/>
          <p14:tracePt t="14978" x="2705100" y="1295400"/>
          <p14:tracePt t="14985" x="2711450" y="1301750"/>
          <p14:tracePt t="15006" x="2717800" y="1301750"/>
          <p14:tracePt t="15015" x="2724150" y="1301750"/>
          <p14:tracePt t="15028" x="2730500" y="1301750"/>
          <p14:tracePt t="15045" x="2736850" y="1308100"/>
          <p14:tracePt t="15062" x="2774950" y="1308100"/>
          <p14:tracePt t="15078" x="2806700" y="1314450"/>
          <p14:tracePt t="15094" x="2832100" y="1320800"/>
          <p14:tracePt t="15111" x="2882900" y="1320800"/>
          <p14:tracePt t="15128" x="2933700" y="1320800"/>
          <p14:tracePt t="15144" x="2952750" y="1327150"/>
          <p14:tracePt t="15162" x="2997200" y="1327150"/>
          <p14:tracePt t="15178" x="3022600" y="1327150"/>
          <p14:tracePt t="15194" x="3028950" y="1327150"/>
          <p14:tracePt t="15211" x="3035300" y="1327150"/>
          <p14:tracePt t="15227" x="3041650" y="1327150"/>
          <p14:tracePt t="15315" x="3035300" y="1327150"/>
          <p14:tracePt t="15350" x="3028950" y="1327150"/>
          <p14:tracePt t="15357" x="3022600" y="1327150"/>
          <p14:tracePt t="15364" x="3016250" y="1327150"/>
          <p14:tracePt t="15380" x="3003550" y="1327150"/>
          <p14:tracePt t="15393" x="2997200" y="1320800"/>
          <p14:tracePt t="15410" x="2965450" y="1314450"/>
          <p14:tracePt t="15427" x="2908300" y="1301750"/>
          <p14:tracePt t="15443" x="2882900" y="1295400"/>
          <p14:tracePt t="15460" x="2819400" y="1282700"/>
          <p14:tracePt t="15477" x="2749550" y="1276350"/>
          <p14:tracePt t="15493" x="2711450" y="1263650"/>
          <p14:tracePt t="15510" x="2673350" y="1263650"/>
          <p14:tracePt t="15513" x="2647950" y="1263650"/>
          <p14:tracePt t="15526" x="2597150" y="1263650"/>
          <p14:tracePt t="15543" x="2559050" y="1263650"/>
          <p14:tracePt t="15561" x="2501900" y="1263650"/>
          <p14:tracePt t="15576" x="2482850" y="1263650"/>
          <p14:tracePt t="15593" x="2432050" y="1263650"/>
          <p14:tracePt t="15610" x="2400300" y="1263650"/>
          <p14:tracePt t="15626" x="2381250" y="1263650"/>
          <p14:tracePt t="15643" x="2349500" y="1263650"/>
          <p14:tracePt t="15659" x="2305050" y="1257300"/>
          <p14:tracePt t="15676" x="2279650" y="1250950"/>
          <p14:tracePt t="15693" x="2235200" y="1244600"/>
          <p14:tracePt t="15709" x="2190750" y="1231900"/>
          <p14:tracePt t="15726" x="2178050" y="1219200"/>
          <p14:tracePt t="15743" x="2139950" y="1206500"/>
          <p14:tracePt t="15759" x="2095500" y="1187450"/>
          <p14:tracePt t="15776" x="2082800" y="1187450"/>
          <p14:tracePt t="15792" x="2051050" y="1181100"/>
          <p14:tracePt t="15809" x="2025650" y="1174750"/>
          <p14:tracePt t="15825" x="2019300" y="1174750"/>
          <p14:tracePt t="15842" x="2000250" y="1174750"/>
          <p14:tracePt t="15862" x="2000250" y="1168400"/>
          <p14:tracePt t="15875" x="1993900" y="1168400"/>
          <p14:tracePt t="15892" x="1987550" y="1168400"/>
          <p14:tracePt t="15909" x="1987550" y="1162050"/>
          <p14:tracePt t="16003" x="1981200" y="1162050"/>
          <p14:tracePt t="16087" x="1974850" y="1162050"/>
          <p14:tracePt t="16101" x="1968500" y="1162050"/>
          <p14:tracePt t="16110" x="1962150" y="1155700"/>
          <p14:tracePt t="16129" x="1955800" y="1155700"/>
          <p14:tracePt t="16144" x="1949450" y="1155700"/>
          <p14:tracePt t="16157" x="1930400" y="1155700"/>
          <p14:tracePt t="16174" x="1924050" y="1149350"/>
          <p14:tracePt t="16191" x="1917700" y="1149350"/>
          <p14:tracePt t="16207" x="1892300" y="1143000"/>
          <p14:tracePt t="16224" x="1854200" y="1136650"/>
          <p14:tracePt t="16241" x="1828800" y="1130300"/>
          <p14:tracePt t="16257" x="1816100" y="1130300"/>
          <p14:tracePt t="16274" x="1803400" y="1130300"/>
          <p14:tracePt t="16291" x="1797050" y="1130300"/>
          <p14:tracePt t="16327" x="1790700" y="1123950"/>
          <p14:tracePt t="16342" x="1790700" y="1117600"/>
          <p14:tracePt t="16357" x="1790700" y="1111250"/>
          <p14:tracePt t="16692" x="1778000" y="1111250"/>
          <p14:tracePt t="16699" x="1752600" y="1111250"/>
          <p14:tracePt t="16713" x="1733550" y="1111250"/>
          <p14:tracePt t="16722" x="1708150" y="1117600"/>
          <p14:tracePt t="16738" x="1682750" y="1117600"/>
          <p14:tracePt t="16756" x="1606550" y="1136650"/>
          <p14:tracePt t="16772" x="1511300" y="1162050"/>
          <p14:tracePt t="16789" x="1460500" y="1174750"/>
          <p14:tracePt t="16805" x="1339850" y="1193800"/>
          <p14:tracePt t="16822" x="1289050" y="1193800"/>
          <p14:tracePt t="16839" x="1187450" y="1193800"/>
          <p14:tracePt t="16855" x="1168400" y="1193800"/>
          <p14:tracePt t="16872" x="1162050" y="1193800"/>
          <p14:tracePt t="16889" x="1149350" y="1193800"/>
          <p14:tracePt t="16905" x="1130300" y="1193800"/>
          <p14:tracePt t="16922" x="1117600" y="1193800"/>
          <p14:tracePt t="16938" x="1098550" y="1193800"/>
          <p14:tracePt t="16955" x="1079500" y="1193800"/>
          <p14:tracePt t="16972" x="1041400" y="1193800"/>
          <p14:tracePt t="16987" x="1035050" y="1193800"/>
          <p14:tracePt t="17004" x="996950" y="1200150"/>
          <p14:tracePt t="17022" x="965200" y="1206500"/>
          <p14:tracePt t="17038" x="958850" y="1206500"/>
          <p14:tracePt t="17054" x="946150" y="1212850"/>
          <p14:tracePt t="17071" x="933450" y="1212850"/>
          <p14:tracePt t="17104" x="927100" y="1212850"/>
          <p14:tracePt t="17121" x="920750" y="1212850"/>
          <p14:tracePt t="17457" x="927100" y="1212850"/>
          <p14:tracePt t="17485" x="933450" y="1212850"/>
          <p14:tracePt t="17513" x="939800" y="1212850"/>
          <p14:tracePt t="17583" x="946150" y="1212850"/>
          <p14:tracePt t="17604" x="952500" y="1212850"/>
          <p14:tracePt t="17611" x="958850" y="1219200"/>
          <p14:tracePt t="17625" x="965200" y="1219200"/>
          <p14:tracePt t="17636" x="971550" y="1219200"/>
          <p14:tracePt t="17653" x="977900" y="1219200"/>
          <p14:tracePt t="17669" x="1016000" y="1225550"/>
          <p14:tracePt t="17685" x="1073150" y="1231900"/>
          <p14:tracePt t="17703" x="1162050" y="1238250"/>
          <p14:tracePt t="17719" x="1206500" y="1238250"/>
          <p14:tracePt t="17736" x="1270000" y="1238250"/>
          <p14:tracePt t="17752" x="1473200" y="1257300"/>
          <p14:tracePt t="17769" x="1549400" y="1257300"/>
          <p14:tracePt t="17785" x="1625600" y="1257300"/>
          <p14:tracePt t="17802" x="1771650" y="1257300"/>
          <p14:tracePt t="17819" x="1885950" y="1244600"/>
          <p14:tracePt t="17837" x="1981200" y="1238250"/>
          <p14:tracePt t="17852" x="2032000" y="1231900"/>
          <p14:tracePt t="17868" x="2101850" y="1231900"/>
          <p14:tracePt t="17885" x="2152650" y="1219200"/>
          <p14:tracePt t="17902" x="2171700" y="1212850"/>
          <p14:tracePt t="17918" x="2197100" y="1206500"/>
          <p14:tracePt t="17935" x="2228850" y="1200150"/>
          <p14:tracePt t="17951" x="2247900" y="1200150"/>
          <p14:tracePt t="17968" x="2260600" y="1193800"/>
          <p14:tracePt t="17984" x="2279650" y="1193800"/>
          <p14:tracePt t="18018" x="2286000" y="1193800"/>
          <p14:tracePt t="18054" x="2279650" y="1193800"/>
          <p14:tracePt t="18082" x="2279650" y="1200150"/>
          <p14:tracePt t="18750" x="2292350" y="1212850"/>
          <p14:tracePt t="18756" x="2311400" y="1212850"/>
          <p14:tracePt t="18771" x="2324100" y="1225550"/>
          <p14:tracePt t="18782" x="2336800" y="1231900"/>
          <p14:tracePt t="18799" x="2368550" y="1244600"/>
          <p14:tracePt t="18815" x="2393950" y="1250950"/>
          <p14:tracePt t="18832" x="2438400" y="1250950"/>
          <p14:tracePt t="18848" x="2482850" y="1250950"/>
          <p14:tracePt t="18865" x="2495550" y="1257300"/>
          <p14:tracePt t="18882" x="2546350" y="1257300"/>
          <p14:tracePt t="18898" x="2584450" y="1257300"/>
          <p14:tracePt t="18914" x="2603500" y="1257300"/>
          <p14:tracePt t="18932" x="2635250" y="1257300"/>
          <p14:tracePt t="18948" x="2673350" y="1257300"/>
          <p14:tracePt t="18964" x="2679700" y="1257300"/>
          <p14:tracePt t="18981" x="2705100" y="1250950"/>
          <p14:tracePt t="18998" x="2724150" y="1250950"/>
          <p14:tracePt t="19015" x="2730500" y="1250950"/>
          <p14:tracePt t="19031" x="2736850" y="1250950"/>
          <p14:tracePt t="19047" x="2743200" y="1250950"/>
          <p14:tracePt t="19248" x="2749550" y="1250950"/>
          <p14:tracePt t="19297" x="2755900" y="1250950"/>
          <p14:tracePt t="19325" x="2755900" y="1244600"/>
          <p14:tracePt t="19360" x="2762250" y="1244600"/>
          <p14:tracePt t="19487" x="2768600" y="1244600"/>
          <p14:tracePt t="19522" x="2774950" y="1244600"/>
          <p14:tracePt t="19530" x="2781300" y="1244600"/>
          <p14:tracePt t="19557" x="2787650" y="1244600"/>
          <p14:tracePt t="19571" x="2800350" y="1244600"/>
          <p14:tracePt t="19577" x="2806700" y="1244600"/>
          <p14:tracePt t="19592" x="2813050" y="1244600"/>
          <p14:tracePt t="19599" x="2819400" y="1244600"/>
          <p14:tracePt t="19615" x="2825750" y="1244600"/>
          <p14:tracePt t="19648" x="2832100" y="1244600"/>
          <p14:tracePt t="19669" x="2838450" y="1244600"/>
          <p14:tracePt t="19690" x="2844800" y="1244600"/>
          <p14:tracePt t="19697" x="2851150" y="1244600"/>
          <p14:tracePt t="19739" x="2857500" y="1244600"/>
          <p14:tracePt t="19768" x="2863850" y="1244600"/>
          <p14:tracePt t="19838" x="2870200" y="1244600"/>
          <p14:tracePt t="19880" x="2876550" y="1244600"/>
          <p14:tracePt t="19921" x="2882900" y="1244600"/>
          <p14:tracePt t="20745" x="2901950" y="1244600"/>
          <p14:tracePt t="20752" x="2921000" y="1250950"/>
          <p14:tracePt t="20766" x="2933700" y="1257300"/>
          <p14:tracePt t="20774" x="2965450" y="1257300"/>
          <p14:tracePt t="20792" x="2984500" y="1263650"/>
          <p14:tracePt t="20808" x="3022600" y="1270000"/>
          <p14:tracePt t="20825" x="3060700" y="1270000"/>
          <p14:tracePt t="20841" x="3079750" y="1270000"/>
          <p14:tracePt t="20858" x="3105150" y="1276350"/>
          <p14:tracePt t="20874" x="3117850" y="1276350"/>
          <p14:tracePt t="20891" x="3124200" y="1276350"/>
          <p14:tracePt t="20908" x="3136900" y="1276350"/>
          <p14:tracePt t="20924" x="3149600" y="1282700"/>
          <p14:tracePt t="20942" x="3155950" y="1282700"/>
          <p14:tracePt t="21000" x="3162300" y="1289050"/>
          <p14:tracePt t="21281" x="3168650" y="1289050"/>
          <p14:tracePt t="21337" x="3175000" y="1282700"/>
          <p14:tracePt t="21442" x="3181350" y="1282700"/>
          <p14:tracePt t="21477" x="3187700" y="1276350"/>
          <p14:tracePt t="21498" x="3200400" y="1270000"/>
          <p14:tracePt t="21512" x="3213100" y="1270000"/>
          <p14:tracePt t="21519" x="3225800" y="1263650"/>
          <p14:tracePt t="21533" x="3251200" y="1257300"/>
          <p14:tracePt t="21542" x="3270250" y="1250950"/>
          <p14:tracePt t="21557" x="3302000" y="1244600"/>
          <p14:tracePt t="21572" x="3359150" y="1219200"/>
          <p14:tracePt t="21590" x="3441700" y="1193800"/>
          <p14:tracePt t="21605" x="3486150" y="1187450"/>
          <p14:tracePt t="21622" x="3524250" y="1174750"/>
          <p14:tracePt t="21640" x="3663950" y="1149350"/>
          <p14:tracePt t="21655" x="3702050" y="1143000"/>
          <p14:tracePt t="21673" x="3746500" y="1136650"/>
          <p14:tracePt t="21688" x="3797300" y="1130300"/>
          <p14:tracePt t="21705" x="3841750" y="1123950"/>
          <p14:tracePt t="21722" x="3867150" y="1123950"/>
          <p14:tracePt t="21739" x="3911600" y="1123950"/>
          <p14:tracePt t="21755" x="3943350" y="1123950"/>
          <p14:tracePt t="21772" x="3981450" y="1123950"/>
          <p14:tracePt t="21788" x="4000500" y="1123950"/>
          <p14:tracePt t="21805" x="4051300" y="1123950"/>
          <p14:tracePt t="21822" x="4108450" y="1123950"/>
          <p14:tracePt t="21838" x="4133850" y="1130300"/>
          <p14:tracePt t="21855" x="4203700" y="1130300"/>
          <p14:tracePt t="21871" x="4292600" y="1130300"/>
          <p14:tracePt t="21888" x="4330700" y="1130300"/>
          <p14:tracePt t="21905" x="4381500" y="1130300"/>
          <p14:tracePt t="21920" x="4578350" y="1149350"/>
          <p14:tracePt t="21937" x="4641850" y="1155700"/>
          <p14:tracePt t="21955" x="4775200" y="1174750"/>
          <p14:tracePt t="21971" x="4838700" y="1187450"/>
          <p14:tracePt t="21988" x="4946650" y="1193800"/>
          <p14:tracePt t="22004" x="5016500" y="1200150"/>
          <p14:tracePt t="22021" x="5041900" y="1200150"/>
          <p14:tracePt t="22037" x="5086350" y="1206500"/>
          <p14:tracePt t="22054" x="5092700" y="1206500"/>
          <p14:tracePt t="22071" x="5099050" y="1206500"/>
          <p14:tracePt t="23093" x="5067300" y="1200150"/>
          <p14:tracePt t="23100" x="5029200" y="1187450"/>
          <p14:tracePt t="23113" x="4997450" y="1181100"/>
          <p14:tracePt t="23121" x="4978400" y="1181100"/>
          <p14:tracePt t="23134" x="4959350" y="1181100"/>
          <p14:tracePt t="23150" x="4908550" y="1181100"/>
          <p14:tracePt t="23167" x="4889500" y="1181100"/>
          <p14:tracePt t="23184" x="4838700" y="1181100"/>
          <p14:tracePt t="23200" x="4813300" y="1181100"/>
          <p14:tracePt t="23216" x="4756150" y="1174750"/>
          <p14:tracePt t="23233" x="4660900" y="1174750"/>
          <p14:tracePt t="23250" x="4622800" y="1187450"/>
          <p14:tracePt t="23266" x="4540250" y="1187450"/>
          <p14:tracePt t="23283" x="4464050" y="1187450"/>
          <p14:tracePt t="23299" x="4432300" y="1187450"/>
          <p14:tracePt t="23317" x="4375150" y="1181100"/>
          <p14:tracePt t="23333" x="4318000" y="1174750"/>
          <p14:tracePt t="23349" x="4292600" y="1168400"/>
          <p14:tracePt t="23366" x="4248150" y="1162050"/>
          <p14:tracePt t="23383" x="4197350" y="1143000"/>
          <p14:tracePt t="23399" x="4178300" y="1123950"/>
          <p14:tracePt t="23416" x="4140200" y="1111250"/>
          <p14:tracePt t="23432" x="4102100" y="1098550"/>
          <p14:tracePt t="23449" x="4070350" y="1092200"/>
          <p14:tracePt t="23466" x="4019550" y="1079500"/>
          <p14:tracePt t="23482" x="4006850" y="1073150"/>
          <p14:tracePt t="23500" x="3956050" y="1066800"/>
          <p14:tracePt t="23515" x="3943350" y="1060450"/>
          <p14:tracePt t="23532" x="3930650" y="1060450"/>
          <p14:tracePt t="23548" x="3924300" y="1060450"/>
          <p14:tracePt t="23864" x="3867150" y="1047750"/>
          <p14:tracePt t="23871" x="3759200" y="1041400"/>
          <p14:tracePt t="23885" x="3670300" y="1041400"/>
          <p14:tracePt t="23897" x="3581400" y="1028700"/>
          <p14:tracePt t="23914" x="3403600" y="1022350"/>
          <p14:tracePt t="23930" x="3289300" y="1022350"/>
          <p14:tracePt t="23947" x="3060700" y="1009650"/>
          <p14:tracePt t="23964" x="2857500" y="996950"/>
          <p14:tracePt t="23980" x="2755900" y="996950"/>
          <p14:tracePt t="23998" x="2552700" y="996950"/>
          <p14:tracePt t="24014" x="2362200" y="990600"/>
          <p14:tracePt t="24030" x="2286000" y="990600"/>
          <p14:tracePt t="24047" x="2171700" y="977900"/>
          <p14:tracePt t="24063" x="2120900" y="977900"/>
          <p14:tracePt t="24080" x="2051050" y="977900"/>
          <p14:tracePt t="24097" x="2000250" y="977900"/>
          <p14:tracePt t="24113" x="1981200" y="990600"/>
          <p14:tracePt t="24130" x="1911350" y="996950"/>
          <p14:tracePt t="24146" x="1841500" y="1009650"/>
          <p14:tracePt t="24163" x="1797050" y="1016000"/>
          <p14:tracePt t="24180" x="1727200" y="1035050"/>
          <p14:tracePt t="24196" x="1631950" y="1073150"/>
          <p14:tracePt t="24213" x="1600200" y="1085850"/>
          <p14:tracePt t="24230" x="1530350" y="1111250"/>
          <p14:tracePt t="24246" x="1485900" y="1130300"/>
          <p14:tracePt t="24263" x="1473200" y="1130300"/>
          <p14:tracePt t="24280" x="1447800" y="1136650"/>
          <p14:tracePt t="24296" x="1441450" y="1136650"/>
          <p14:tracePt t="24313" x="1422400" y="1123950"/>
          <p14:tracePt t="24329" x="1416050" y="1117600"/>
          <p14:tracePt t="24346" x="1409700" y="1111250"/>
          <p14:tracePt t="24363" x="1397000" y="1104900"/>
          <p14:tracePt t="24379" x="1390650" y="1104900"/>
          <p14:tracePt t="24412" x="1377950" y="1098550"/>
          <p14:tracePt t="24714" x="1384300" y="1098550"/>
          <p14:tracePt t="24735" x="1390650" y="1098550"/>
          <p14:tracePt t="24770" x="1397000" y="1098550"/>
          <p14:tracePt t="24777" x="1403350" y="1098550"/>
          <p14:tracePt t="24784" x="1409700" y="1098550"/>
          <p14:tracePt t="24798" x="1416050" y="1098550"/>
          <p14:tracePt t="24811" x="1422400" y="1104900"/>
          <p14:tracePt t="24827" x="1460500" y="1104900"/>
          <p14:tracePt t="24845" x="1479550" y="1111250"/>
          <p14:tracePt t="24861" x="1587500" y="1130300"/>
          <p14:tracePt t="24877" x="1739900" y="1136650"/>
          <p14:tracePt t="24894" x="1828800" y="1162050"/>
          <p14:tracePt t="24911" x="2032000" y="1168400"/>
          <p14:tracePt t="24927" x="2247900" y="1181100"/>
          <p14:tracePt t="24944" x="2362200" y="1187450"/>
          <p14:tracePt t="24960" x="2590800" y="1200150"/>
          <p14:tracePt t="24977" x="2705100" y="1200150"/>
          <p14:tracePt t="24995" x="2971800" y="1212850"/>
          <p14:tracePt t="25010" x="3048000" y="1212850"/>
          <p14:tracePt t="25027" x="3124200" y="1212850"/>
          <p14:tracePt t="25044" x="3244850" y="1219200"/>
          <p14:tracePt t="25060" x="3346450" y="1219200"/>
          <p14:tracePt t="25077" x="3390900" y="1225550"/>
          <p14:tracePt t="25094" x="3448050" y="1238250"/>
          <p14:tracePt t="25110" x="3492500" y="1238250"/>
          <p14:tracePt t="25128" x="3524250" y="1238250"/>
          <p14:tracePt t="25143" x="3536950" y="1238250"/>
          <p14:tracePt t="25160" x="3562350" y="1238250"/>
          <p14:tracePt t="25177" x="3587750" y="1231900"/>
          <p14:tracePt t="25193" x="3606800" y="1231900"/>
          <p14:tracePt t="25209" x="3651250" y="1212850"/>
          <p14:tracePt t="25226" x="3721100" y="1193800"/>
          <p14:tracePt t="25243" x="3759200" y="1181100"/>
          <p14:tracePt t="25260" x="3803650" y="1168400"/>
          <p14:tracePt t="25276" x="3886200" y="1136650"/>
          <p14:tracePt t="25293" x="3905250" y="1136650"/>
          <p14:tracePt t="25310" x="3917950" y="1136650"/>
          <p14:tracePt t="25326" x="3943350" y="1130300"/>
          <p14:tracePt t="25342" x="3956050" y="1130300"/>
          <p14:tracePt t="25430" x="3949700" y="1130300"/>
          <p14:tracePt t="25472" x="3943350" y="1130300"/>
          <p14:tracePt t="28915" x="3943350" y="1136650"/>
          <p14:tracePt t="28943" x="3943350" y="1143000"/>
          <p14:tracePt t="29035" x="3949700" y="1149350"/>
          <p14:tracePt t="29056" x="3956050" y="1155700"/>
          <p14:tracePt t="29077" x="3962400" y="1162050"/>
          <p14:tracePt t="29098" x="3968750" y="1168400"/>
          <p14:tracePt t="29105" x="3975100" y="1174750"/>
          <p14:tracePt t="29119" x="3981450" y="1181100"/>
          <p14:tracePt t="29140" x="3994150" y="1187450"/>
          <p14:tracePt t="29149" x="3994150" y="1200150"/>
          <p14:tracePt t="29163" x="4006850" y="1206500"/>
          <p14:tracePt t="29179" x="4025900" y="1225550"/>
          <p14:tracePt t="29196" x="4032250" y="1244600"/>
          <p14:tracePt t="29212" x="4051300" y="1257300"/>
          <p14:tracePt t="29246" x="4064000" y="1270000"/>
          <p14:tracePt t="29280" x="4064000" y="1276350"/>
          <p14:tracePt t="29337" x="4070350" y="1276350"/>
          <p14:tracePt t="29358" x="4076700" y="1276350"/>
          <p14:tracePt t="29379" x="4083050" y="1276350"/>
          <p14:tracePt t="29386" x="4095750" y="1276350"/>
          <p14:tracePt t="29407" x="4108450" y="1276350"/>
          <p14:tracePt t="29421" x="4114800" y="1282700"/>
          <p14:tracePt t="29430" x="4121150" y="1282700"/>
          <p14:tracePt t="29445" x="4133850" y="1282700"/>
          <p14:tracePt t="29462" x="4165600" y="1282700"/>
          <p14:tracePt t="29478" x="4216400" y="1282700"/>
          <p14:tracePt t="29495" x="4235450" y="1282700"/>
          <p14:tracePt t="29512" x="4279900" y="1263650"/>
          <p14:tracePt t="29527" x="4311650" y="1257300"/>
          <p14:tracePt t="29544" x="4318000" y="1250950"/>
          <p14:tracePt t="29561" x="4330700" y="1244600"/>
          <p14:tracePt t="29578" x="4337050" y="1244600"/>
          <p14:tracePt t="29594" x="4343400" y="1244600"/>
          <p14:tracePt t="29617" x="4343400" y="1238250"/>
          <p14:tracePt t="29660" x="4343400" y="1231900"/>
          <p14:tracePt t="29666" x="4337050" y="1231900"/>
          <p14:tracePt t="29708" x="4330700" y="1231900"/>
          <p14:tracePt t="29723" x="4324350" y="1231900"/>
          <p14:tracePt t="29730" x="4318000" y="1231900"/>
          <p14:tracePt t="29750" x="4311650" y="1225550"/>
          <p14:tracePt t="29760" x="4298950" y="1225550"/>
          <p14:tracePt t="29777" x="4286250" y="1219200"/>
          <p14:tracePt t="29794" x="4222750" y="1212850"/>
          <p14:tracePt t="29810" x="4140200" y="1193800"/>
          <p14:tracePt t="29828" x="4038600" y="1187450"/>
          <p14:tracePt t="29843" x="3981450" y="1174750"/>
          <p14:tracePt t="29860" x="3905250" y="1174750"/>
          <p14:tracePt t="29877" x="3727450" y="1174750"/>
          <p14:tracePt t="29893" x="3651250" y="1181100"/>
          <p14:tracePt t="29910" x="3600450" y="1181100"/>
          <p14:tracePt t="29927" x="3479800" y="1206500"/>
          <p14:tracePt t="29943" x="3397250" y="1219200"/>
          <p14:tracePt t="29960" x="3378200" y="1225550"/>
          <p14:tracePt t="29976" x="3352800" y="1231900"/>
          <p14:tracePt t="29993" x="3340100" y="1231900"/>
          <p14:tracePt t="30010" x="3333750" y="1231900"/>
          <p14:tracePt t="30101" x="3333750" y="1238250"/>
          <p14:tracePt t="30122" x="3333750" y="1244600"/>
          <p14:tracePt t="32493" x="3314700" y="1244600"/>
          <p14:tracePt t="32507" x="3289300" y="1244600"/>
          <p14:tracePt t="32514" x="3251200" y="1244600"/>
          <p14:tracePt t="32528" x="3206750" y="1244600"/>
          <p14:tracePt t="32537" x="3181350" y="1244600"/>
          <p14:tracePt t="32551" x="3130550" y="1244600"/>
          <p14:tracePt t="32568" x="3054350" y="1244600"/>
          <p14:tracePt t="32585" x="3003550" y="1238250"/>
          <p14:tracePt t="32601" x="2984500" y="1238250"/>
          <p14:tracePt t="32617" x="2971800" y="1238250"/>
          <p14:tracePt t="32634" x="2940050" y="1238250"/>
          <p14:tracePt t="32650" x="2933700" y="1238250"/>
          <p14:tracePt t="32667" x="2921000" y="1238250"/>
          <p14:tracePt t="32684" x="2908300" y="1244600"/>
          <p14:tracePt t="32701" x="2889250" y="1244600"/>
          <p14:tracePt t="32718" x="2863850" y="1250950"/>
          <p14:tracePt t="32733" x="2844800" y="1263650"/>
          <p14:tracePt t="32750" x="2806700" y="1276350"/>
          <p14:tracePt t="32767" x="2749550" y="1289050"/>
          <p14:tracePt t="32784" x="2724150" y="1289050"/>
          <p14:tracePt t="32786" x="2698750" y="1295400"/>
          <p14:tracePt t="32800" x="2673350" y="1295400"/>
          <p14:tracePt t="32817" x="2622550" y="1301750"/>
          <p14:tracePt t="32833" x="2609850" y="1301750"/>
          <p14:tracePt t="32850" x="2578100" y="1308100"/>
          <p14:tracePt t="32866" x="2559050" y="1308100"/>
          <p14:tracePt t="32883" x="2546350" y="1314450"/>
          <p14:tracePt t="32901" x="2527300" y="1320800"/>
          <p14:tracePt t="33542" x="2546350" y="1320800"/>
          <p14:tracePt t="33549" x="2584450" y="1320800"/>
          <p14:tracePt t="33555" x="2609850" y="1327150"/>
          <p14:tracePt t="33570" x="2641600" y="1327150"/>
          <p14:tracePt t="33580" x="2679700" y="1327150"/>
          <p14:tracePt t="33598" x="2736850" y="1327150"/>
          <p14:tracePt t="33614" x="2762250" y="1327150"/>
          <p14:tracePt t="33630" x="2813050" y="1314450"/>
          <p14:tracePt t="33647" x="2863850" y="1289050"/>
          <p14:tracePt t="33664" x="2889250" y="1282700"/>
          <p14:tracePt t="33680" x="2914650" y="1270000"/>
          <p14:tracePt t="33697" x="2978150" y="1250950"/>
          <p14:tracePt t="33714" x="3003550" y="1238250"/>
          <p14:tracePt t="33730" x="3022600" y="1225550"/>
          <p14:tracePt t="33747" x="3060700" y="1212850"/>
          <p14:tracePt t="33763" x="3105150" y="1200150"/>
          <p14:tracePt t="33780" x="3149600" y="1187450"/>
          <p14:tracePt t="33796" x="3175000" y="1181100"/>
          <p14:tracePt t="33813" x="3213100" y="1174750"/>
          <p14:tracePt t="33830" x="3244850" y="1162050"/>
          <p14:tracePt t="33846" x="3251200" y="1162050"/>
          <p14:tracePt t="33863" x="3270250" y="1162050"/>
          <p14:tracePt t="33880" x="3282950" y="1162050"/>
          <p14:tracePt t="33896" x="3289300" y="1162050"/>
          <p14:tracePt t="33913" x="3308350" y="1162050"/>
          <p14:tracePt t="33929" x="3321050" y="1162050"/>
          <p14:tracePt t="33963" x="3333750" y="1162050"/>
          <p14:tracePt t="33979" x="3340100" y="1162050"/>
          <p14:tracePt t="34013" x="3346450" y="1162050"/>
          <p14:tracePt t="34047" x="3352800" y="1162050"/>
          <p14:tracePt t="34068" x="3359150" y="1162050"/>
          <p14:tracePt t="34103" x="3365500" y="1162050"/>
          <p14:tracePt t="34257" x="3359150" y="1168400"/>
          <p14:tracePt t="34314" x="3352800" y="1168400"/>
          <p14:tracePt t="34321" x="3346450" y="1168400"/>
          <p14:tracePt t="34349" x="3340100" y="1174750"/>
          <p14:tracePt t="34363" x="3333750" y="1174750"/>
          <p14:tracePt t="34384" x="3327400" y="1174750"/>
          <p14:tracePt t="34391" x="3314700" y="1181100"/>
          <p14:tracePt t="34398" x="3308350" y="1181100"/>
          <p14:tracePt t="34414" x="3295650" y="1181100"/>
          <p14:tracePt t="34428" x="3276600" y="1187450"/>
          <p14:tracePt t="34444" x="3225800" y="1193800"/>
          <p14:tracePt t="34462" x="3175000" y="1200150"/>
          <p14:tracePt t="34478" x="3149600" y="1212850"/>
          <p14:tracePt t="34494" x="3098800" y="1219200"/>
          <p14:tracePt t="34511" x="3067050" y="1225550"/>
          <p14:tracePt t="34527" x="3054350" y="1231900"/>
          <p14:tracePt t="34544" x="3035300" y="1238250"/>
          <p14:tracePt t="34560" x="3028950" y="1238250"/>
          <p14:tracePt t="34594" x="3022600" y="1238250"/>
          <p14:tracePt t="34623" x="3016250" y="1238250"/>
          <p14:tracePt t="34630" x="3009900" y="1238250"/>
          <p14:tracePt t="34651" x="3003550" y="1238250"/>
          <p14:tracePt t="34664" x="2997200" y="1238250"/>
          <p14:tracePt t="34677" x="2990850" y="1238250"/>
          <p14:tracePt t="34694" x="2978150" y="1238250"/>
          <p14:tracePt t="34710" x="2971800" y="1238250"/>
          <p14:tracePt t="34727" x="2952750" y="1244600"/>
          <p14:tracePt t="34743" x="2933700" y="1244600"/>
          <p14:tracePt t="34760" x="2921000" y="1244600"/>
          <p14:tracePt t="34777" x="2914650" y="1244600"/>
          <p14:tracePt t="34812" x="2908300" y="1250950"/>
          <p14:tracePt t="34840" x="2901950" y="1250950"/>
          <p14:tracePt t="34868" x="2895600" y="1250950"/>
          <p14:tracePt t="35443" x="2882900" y="1250950"/>
          <p14:tracePt t="35451" x="2863850" y="1250950"/>
          <p14:tracePt t="35465" x="2844800" y="1250950"/>
          <p14:tracePt t="35474" x="2806700" y="1250950"/>
          <p14:tracePt t="35490" x="2768600" y="1250950"/>
          <p14:tracePt t="35507" x="2698750" y="1250950"/>
          <p14:tracePt t="35524" x="2641600" y="1250950"/>
          <p14:tracePt t="35542" x="2609850" y="1250950"/>
          <p14:tracePt t="35559" x="2597150" y="1250950"/>
          <p14:tracePt t="35574" x="2584450" y="1250950"/>
          <p14:tracePt t="35591" x="2552700" y="1250950"/>
          <p14:tracePt t="35627" x="2546350" y="1244600"/>
          <p14:tracePt t="35640" x="2540000" y="1244600"/>
          <p14:tracePt t="35657" x="2527300" y="1250950"/>
          <p14:tracePt t="35674" x="2520950" y="1250950"/>
          <p14:tracePt t="37888" x="2540000" y="1250950"/>
          <p14:tracePt t="37902" x="2578100" y="1250950"/>
          <p14:tracePt t="37908" x="2635250" y="1238250"/>
          <p14:tracePt t="37923" x="2698750" y="1238250"/>
          <p14:tracePt t="37932" x="2774950" y="1238250"/>
          <p14:tracePt t="37949" x="2825750" y="1231900"/>
          <p14:tracePt t="37965" x="2971800" y="1219200"/>
          <p14:tracePt t="37982" x="3073400" y="1219200"/>
          <p14:tracePt t="37999" x="3111500" y="1219200"/>
          <p14:tracePt t="38015" x="3181350" y="1219200"/>
          <p14:tracePt t="38032" x="3232150" y="1219200"/>
          <p14:tracePt t="38049" x="3263900" y="1212850"/>
          <p14:tracePt t="38065" x="3276600" y="1212850"/>
          <p14:tracePt t="38082" x="3308350" y="1212850"/>
          <p14:tracePt t="38099" x="3327400" y="1206500"/>
          <p14:tracePt t="38115" x="3333750" y="1206500"/>
          <p14:tracePt t="38132" x="3340100" y="1206500"/>
          <p14:tracePt t="38148" x="3352800" y="1206500"/>
          <p14:tracePt t="38421" x="3346450" y="1206500"/>
          <p14:tracePt t="38428" x="3333750" y="1206500"/>
          <p14:tracePt t="38443" x="3314700" y="1206500"/>
          <p14:tracePt t="38450" x="3289300" y="1206500"/>
          <p14:tracePt t="38466" x="3251200" y="1206500"/>
          <p14:tracePt t="38480" x="3206750" y="1206500"/>
          <p14:tracePt t="38498" x="3079750" y="1206500"/>
          <p14:tracePt t="38514" x="2940050" y="1212850"/>
          <p14:tracePt t="38530" x="2876550" y="1219200"/>
          <p14:tracePt t="38547" x="2730500" y="1231900"/>
          <p14:tracePt t="38563" x="2616200" y="1231900"/>
          <p14:tracePt t="38580" x="2571750" y="1238250"/>
          <p14:tracePt t="38597" x="2514600" y="1244600"/>
          <p14:tracePt t="38613" x="2451100" y="1257300"/>
          <p14:tracePt t="38630" x="2432050" y="1263650"/>
          <p14:tracePt t="38647" x="2381250" y="1270000"/>
          <p14:tracePt t="38663" x="2324100" y="1276350"/>
          <p14:tracePt t="38680" x="2298700" y="1276350"/>
          <p14:tracePt t="38696" x="2247900" y="1282700"/>
          <p14:tracePt t="38713" x="2197100" y="1282700"/>
          <p14:tracePt t="38730" x="2159000" y="1282700"/>
          <p14:tracePt t="38746" x="2127250" y="1282700"/>
          <p14:tracePt t="38763" x="2089150" y="1270000"/>
          <p14:tracePt t="38780" x="2038350" y="1250950"/>
          <p14:tracePt t="38796" x="2006600" y="1244600"/>
          <p14:tracePt t="38812" x="1949450" y="1244600"/>
          <p14:tracePt t="38829" x="1911350" y="1244600"/>
          <p14:tracePt t="38846" x="1898650" y="1244600"/>
          <p14:tracePt t="39184" x="1847850" y="1238250"/>
          <p14:tracePt t="39191" x="1790700" y="1219200"/>
          <p14:tracePt t="39205" x="1727200" y="1206500"/>
          <p14:tracePt t="39214" x="1663700" y="1206500"/>
          <p14:tracePt t="39227" x="1593850" y="1200150"/>
          <p14:tracePt t="39244" x="1454150" y="1168400"/>
          <p14:tracePt t="39262" x="1333500" y="1162050"/>
          <p14:tracePt t="39277" x="1282700" y="1162050"/>
          <p14:tracePt t="39294" x="1212850" y="1136650"/>
          <p14:tracePt t="39311" x="1162050" y="1123950"/>
          <p14:tracePt t="39327" x="1136650" y="1117600"/>
          <p14:tracePt t="39344" x="1117600" y="1117600"/>
          <p14:tracePt t="39361" x="1085850" y="1117600"/>
          <p14:tracePt t="39377" x="1041400" y="1117600"/>
          <p14:tracePt t="39394" x="1035050" y="1117600"/>
          <p14:tracePt t="39410" x="1022350" y="1111250"/>
          <p14:tracePt t="39427" x="1016000" y="1104900"/>
          <p14:tracePt t="39444" x="1009650" y="1098550"/>
          <p14:tracePt t="39556" x="1016000" y="1098550"/>
          <p14:tracePt t="39584" x="1028700" y="1098550"/>
          <p14:tracePt t="39591" x="1035050" y="1098550"/>
          <p14:tracePt t="39612" x="1047750" y="1098550"/>
          <p14:tracePt t="39628" x="1066800" y="1098550"/>
          <p14:tracePt t="39633" x="1092200" y="1098550"/>
          <p14:tracePt t="39647" x="1117600" y="1098550"/>
          <p14:tracePt t="39659" x="1155700" y="1098550"/>
          <p14:tracePt t="39677" x="1270000" y="1098550"/>
          <p14:tracePt t="39693" x="1339850" y="1098550"/>
          <p14:tracePt t="39710" x="1479550" y="1098550"/>
          <p14:tracePt t="39725" x="1619250" y="1079500"/>
          <p14:tracePt t="39743" x="1676400" y="1066800"/>
          <p14:tracePt t="39760" x="1778000" y="1060450"/>
          <p14:tracePt t="39776" x="1847850" y="1054100"/>
          <p14:tracePt t="39793" x="1879600" y="1054100"/>
          <p14:tracePt t="39810" x="1911350" y="1047750"/>
          <p14:tracePt t="39826" x="1943100" y="1047750"/>
          <p14:tracePt t="39842" x="1955800" y="1047750"/>
          <p14:tracePt t="39859" x="1987550" y="1054100"/>
          <p14:tracePt t="39875" x="2025650" y="1060450"/>
          <p14:tracePt t="39893" x="2051050" y="1060450"/>
          <p14:tracePt t="39909" x="2070100" y="1060450"/>
          <p14:tracePt t="39925" x="2082800" y="1066800"/>
          <p14:tracePt t="39942" x="2108200" y="1066800"/>
          <p14:tracePt t="39958" x="2152650" y="1073150"/>
          <p14:tracePt t="39975" x="2184400" y="1079500"/>
          <p14:tracePt t="39992" x="2254250" y="1092200"/>
          <p14:tracePt t="40009" x="2336800" y="1111250"/>
          <p14:tracePt t="40025" x="2368550" y="1123950"/>
          <p14:tracePt t="40042" x="2425700" y="1143000"/>
          <p14:tracePt t="40058" x="2476500" y="1155700"/>
          <p14:tracePt t="40076" x="2501900" y="1162050"/>
          <p14:tracePt t="40092" x="2508250" y="1162050"/>
          <p14:tracePt t="40108" x="2514600" y="1162050"/>
          <p14:tracePt t="40209" x="2508250" y="1162050"/>
          <p14:tracePt t="40223" x="2501900" y="1162050"/>
          <p14:tracePt t="40286" x="2495550" y="1162050"/>
          <p14:tracePt t="40314" x="2489200" y="1162050"/>
          <p14:tracePt t="40349" x="2482850" y="1162050"/>
          <p14:tracePt t="40363" x="2482850" y="1168400"/>
          <p14:tracePt t="40370" x="2482850" y="1174750"/>
          <p14:tracePt t="41457" x="2476500" y="1181100"/>
          <p14:tracePt t="41471" x="2476500" y="1187450"/>
          <p14:tracePt t="41478" x="2463800" y="1187450"/>
          <p14:tracePt t="41493" x="2457450" y="1193800"/>
          <p14:tracePt t="41503" x="2444750" y="1200150"/>
          <p14:tracePt t="41521" x="2432050" y="1219200"/>
          <p14:tracePt t="41536" x="2413000" y="1225550"/>
          <p14:tracePt t="41553" x="2387600" y="1238250"/>
          <p14:tracePt t="41570" x="2362200" y="1250950"/>
          <p14:tracePt t="41586" x="2343150" y="1257300"/>
          <p14:tracePt t="41603" x="2317750" y="1270000"/>
          <p14:tracePt t="41620" x="2298700" y="1276350"/>
          <p14:tracePt t="41636" x="2286000" y="1282700"/>
          <p14:tracePt t="41653" x="2279650" y="1295400"/>
          <p14:tracePt t="41669" x="2266950" y="1295400"/>
          <p14:tracePt t="41686" x="2260600" y="1301750"/>
          <p14:tracePt t="41719" x="2254250" y="1301750"/>
          <p14:tracePt t="41753" x="2247900" y="1301750"/>
          <p14:tracePt t="41787" x="2241550" y="1308100"/>
          <p14:tracePt t="41829" x="2241550" y="1314450"/>
          <p14:tracePt t="41893" x="2241550" y="1320800"/>
          <p14:tracePt t="41942" x="2235200" y="1320800"/>
          <p14:tracePt t="41969" x="2228850" y="1320800"/>
          <p14:tracePt t="41998" x="2222500" y="1320800"/>
          <p14:tracePt t="42040" x="2216150" y="1327150"/>
          <p14:tracePt t="42096" x="2209800" y="1327150"/>
          <p14:tracePt t="43135" x="2197100" y="1333500"/>
          <p14:tracePt t="43142" x="2178050" y="1339850"/>
          <p14:tracePt t="43156" x="2159000" y="1352550"/>
          <p14:tracePt t="43164" x="2146300" y="1358900"/>
          <p14:tracePt t="43181" x="2114550" y="1377950"/>
          <p14:tracePt t="43198" x="2082800" y="1390650"/>
          <p14:tracePt t="43214" x="2044700" y="1403350"/>
          <p14:tracePt t="43231" x="2032000" y="1409700"/>
          <p14:tracePt t="43248" x="2019300" y="1416050"/>
          <p14:tracePt t="43264" x="2006600" y="1416050"/>
          <p14:tracePt t="43281" x="2000250" y="1416050"/>
          <p14:tracePt t="43298" x="2000250" y="1422400"/>
          <p14:tracePt t="43314" x="1993900" y="1422400"/>
          <p14:tracePt t="43331" x="1981200" y="1422400"/>
          <p14:tracePt t="43388" x="1974850" y="1422400"/>
          <p14:tracePt t="43394" x="1968500" y="1428750"/>
          <p14:tracePt t="43402" x="1962150" y="1428750"/>
          <p14:tracePt t="43417" x="1955800" y="1435100"/>
          <p14:tracePt t="43430" x="1949450" y="1435100"/>
          <p14:tracePt t="43446" x="1936750" y="1441450"/>
          <p14:tracePt t="43463" x="1924050" y="1441450"/>
          <p14:tracePt t="43480" x="1885950" y="1454150"/>
          <p14:tracePt t="43496" x="1854200" y="1460500"/>
          <p14:tracePt t="43515" x="1816100" y="1466850"/>
          <p14:tracePt t="43530" x="1790700" y="1473200"/>
          <p14:tracePt t="43547" x="1778000" y="1479550"/>
          <p14:tracePt t="43563" x="1758950" y="1479550"/>
          <p14:tracePt t="43579" x="1752600" y="1479550"/>
          <p14:tracePt t="43596" x="1746250" y="1479550"/>
          <p14:tracePt t="43662" x="1739900" y="1479550"/>
          <p14:tracePt t="44567" x="1727200" y="1485900"/>
          <p14:tracePt t="44581" x="1708150" y="1485900"/>
          <p14:tracePt t="44588" x="1695450" y="1492250"/>
          <p14:tracePt t="44596" x="1682750" y="1498600"/>
          <p14:tracePt t="44611" x="1670050" y="1498600"/>
          <p14:tracePt t="44626" x="1657350" y="1504950"/>
          <p14:tracePt t="44643" x="1631950" y="1511300"/>
          <p14:tracePt t="44659" x="1612900" y="1517650"/>
          <p14:tracePt t="44675" x="1606550" y="1524000"/>
          <p14:tracePt t="44693" x="1600200" y="1530350"/>
          <p14:tracePt t="44709" x="1587500" y="1536700"/>
          <p14:tracePt t="44742" x="1581150" y="1536700"/>
          <p14:tracePt t="44784" x="1574800" y="1536700"/>
          <p14:tracePt t="44868" x="1568450" y="1536700"/>
          <p14:tracePt t="44917" x="1562100" y="1543050"/>
          <p14:tracePt t="44939" x="1555750" y="1543050"/>
          <p14:tracePt t="44945" x="1549400" y="1549400"/>
          <p14:tracePt t="44961" x="1543050" y="1549400"/>
          <p14:tracePt t="44981" x="1536700" y="1549400"/>
          <p14:tracePt t="44991" x="1530350" y="1549400"/>
          <p14:tracePt t="45009" x="1524000" y="1555750"/>
          <p14:tracePt t="45041" x="1517650" y="1555750"/>
          <p14:tracePt t="45058" x="1511300" y="1562100"/>
          <p14:tracePt t="45074" x="1504950" y="1562100"/>
          <p14:tracePt t="45091" x="1492250" y="1568450"/>
          <p14:tracePt t="45107" x="1492250" y="1574800"/>
          <p14:tracePt t="45124" x="1485900" y="1581150"/>
          <p14:tracePt t="45141" x="1479550" y="1587500"/>
          <p14:tracePt t="45157" x="1466850" y="1593850"/>
          <p14:tracePt t="45191" x="1447800" y="1606550"/>
          <p14:tracePt t="45207" x="1441450" y="1606550"/>
          <p14:tracePt t="45224" x="1416050" y="1625600"/>
          <p14:tracePt t="45241" x="1390650" y="1638300"/>
          <p14:tracePt t="45257" x="1377950" y="1644650"/>
          <p14:tracePt t="45274" x="1346200" y="1657350"/>
          <p14:tracePt t="45290" x="1327150" y="1670050"/>
          <p14:tracePt t="45307" x="1314450" y="1676400"/>
          <p14:tracePt t="45324" x="1308100" y="1682750"/>
          <p14:tracePt t="45340" x="1301750" y="1689100"/>
          <p14:tracePt t="45423" x="1295400" y="1695450"/>
          <p14:tracePt t="45493" x="1289050" y="1695450"/>
          <p14:tracePt t="45500" x="1289050" y="1701800"/>
          <p14:tracePt t="45549" x="1282700" y="1708150"/>
          <p14:tracePt t="45641" x="1276350" y="1708150"/>
          <p14:tracePt t="45690" x="1276350" y="1714500"/>
          <p14:tracePt t="45760" x="1276350" y="1720850"/>
          <p14:tracePt t="45878" x="1276350" y="1708150"/>
          <p14:tracePt t="45892" x="1276350" y="1701800"/>
          <p14:tracePt t="45900" x="1276350" y="1689100"/>
          <p14:tracePt t="45914" x="1276350" y="1657350"/>
          <p14:tracePt t="45924" x="1276350" y="1619250"/>
          <p14:tracePt t="45938" x="1276350" y="1568450"/>
          <p14:tracePt t="45955" x="1276350" y="1454150"/>
          <p14:tracePt t="45972" x="1270000" y="1320800"/>
          <p14:tracePt t="45988" x="1270000" y="1270000"/>
          <p14:tracePt t="46005" x="1270000" y="1168400"/>
          <p14:tracePt t="46021" x="1270000" y="1098550"/>
          <p14:tracePt t="46037" x="1270000" y="1079500"/>
          <p14:tracePt t="46055" x="1270000" y="1054100"/>
          <p14:tracePt t="46071" x="1270000" y="1041400"/>
          <p14:tracePt t="46132" x="1276350" y="1047750"/>
          <p14:tracePt t="46139" x="1289050" y="1054100"/>
          <p14:tracePt t="46153" x="1301750" y="1066800"/>
          <p14:tracePt t="46160" x="1327150" y="1092200"/>
          <p14:tracePt t="46174" x="1346200" y="1111250"/>
          <p14:tracePt t="46187" x="1416050" y="1168400"/>
          <p14:tracePt t="46203" x="1447800" y="1206500"/>
          <p14:tracePt t="46220" x="1485900" y="1250950"/>
          <p14:tracePt t="46237" x="1562100" y="1339850"/>
          <p14:tracePt t="46253" x="1606550" y="1397000"/>
          <p14:tracePt t="46270" x="1619250" y="1416050"/>
          <p14:tracePt t="46287" x="1631950" y="1447800"/>
          <p14:tracePt t="46303" x="1638300" y="1447800"/>
          <p14:tracePt t="46349" x="1638300" y="1441450"/>
          <p14:tracePt t="46364" x="1638300" y="1435100"/>
          <p14:tracePt t="46373" x="1638300" y="1428750"/>
          <p14:tracePt t="46392" x="1638300" y="1422400"/>
          <p14:tracePt t="46403" x="1638300" y="1416050"/>
          <p14:tracePt t="46476" x="1644650" y="1409700"/>
          <p14:tracePt t="46483" x="1651000" y="1403350"/>
          <p14:tracePt t="46490" x="1657350" y="1403350"/>
          <p14:tracePt t="46507" x="1670050" y="1390650"/>
          <p14:tracePt t="46519" x="1682750" y="1384300"/>
          <p14:tracePt t="46536" x="1739900" y="1346200"/>
          <p14:tracePt t="46553" x="1854200" y="1295400"/>
          <p14:tracePt t="46569" x="1911350" y="1270000"/>
          <p14:tracePt t="46586" x="2082800" y="1231900"/>
          <p14:tracePt t="46602" x="2235200" y="1193800"/>
          <p14:tracePt t="46619" x="2317750" y="1181100"/>
          <p14:tracePt t="46635" x="2400300" y="1162050"/>
          <p14:tracePt t="46653" x="2438400" y="1155700"/>
          <p14:tracePt t="46669" x="2444750" y="1155700"/>
          <p14:tracePt t="46686" x="2451100" y="1155700"/>
          <p14:tracePt t="46701" x="2444750" y="1155700"/>
          <p14:tracePt t="46719" x="2425700" y="1155700"/>
          <p14:tracePt t="46736" x="2349500" y="1155700"/>
          <p14:tracePt t="46752" x="2292350" y="1168400"/>
          <p14:tracePt t="46768" x="2152650" y="1174750"/>
          <p14:tracePt t="46785" x="1987550" y="1193800"/>
          <p14:tracePt t="46802" x="1911350" y="1193800"/>
          <p14:tracePt t="46820" x="1701800" y="1193800"/>
          <p14:tracePt t="46835" x="1651000" y="1193800"/>
          <p14:tracePt t="46851" x="1625600" y="1193800"/>
          <p14:tracePt t="46868" x="1574800" y="1193800"/>
          <p14:tracePt t="46884" x="1549400" y="1200150"/>
          <p14:tracePt t="46902" x="1543050" y="1200150"/>
          <p14:tracePt t="46919" x="1536700" y="1200150"/>
          <p14:tracePt t="46934" x="1530350" y="1200150"/>
          <p14:tracePt t="47178" x="1555750" y="1200150"/>
          <p14:tracePt t="47185" x="1612900" y="1206500"/>
          <p14:tracePt t="47192" x="1676400" y="1206500"/>
          <p14:tracePt t="47206" x="1752600" y="1206500"/>
          <p14:tracePt t="47216" x="1816100" y="1206500"/>
          <p14:tracePt t="47234" x="1936750" y="1206500"/>
          <p14:tracePt t="47250" x="1987550" y="1193800"/>
          <p14:tracePt t="47267" x="2044700" y="1187450"/>
          <p14:tracePt t="47283" x="2082800" y="1181100"/>
          <p14:tracePt t="47300" x="2095500" y="1181100"/>
          <p14:tracePt t="47346" x="2095500" y="1174750"/>
          <p14:tracePt t="47353" x="2082800" y="1174750"/>
          <p14:tracePt t="47369" x="2070100" y="1168400"/>
          <p14:tracePt t="47383" x="2038350" y="1168400"/>
          <p14:tracePt t="47400" x="1962150" y="1162050"/>
          <p14:tracePt t="47416" x="1816100" y="1143000"/>
          <p14:tracePt t="47433" x="1739900" y="1143000"/>
          <p14:tracePt t="47450" x="1587500" y="1143000"/>
          <p14:tracePt t="47466" x="1460500" y="1143000"/>
          <p14:tracePt t="47483" x="1403350" y="1149350"/>
          <p14:tracePt t="47499" x="1314450" y="1155700"/>
          <p14:tracePt t="47515" x="1257300" y="1155700"/>
          <p14:tracePt t="47533" x="1244600" y="1162050"/>
          <p14:tracePt t="47550" x="1231900" y="1168400"/>
          <p14:tracePt t="47566" x="1225550" y="1168400"/>
          <p14:tracePt t="47606" x="1219200" y="1168400"/>
          <p14:tracePt t="47774" x="1212850" y="1168400"/>
          <p14:tracePt t="47788" x="1200150" y="1168400"/>
          <p14:tracePt t="47795" x="1193800" y="1168400"/>
          <p14:tracePt t="47809" x="1168400" y="1168400"/>
          <p14:tracePt t="47818" x="1155700" y="1174750"/>
          <p14:tracePt t="47831" x="1117600" y="1174750"/>
          <p14:tracePt t="47848" x="1054100" y="1174750"/>
          <p14:tracePt t="47866" x="984250" y="1174750"/>
          <p14:tracePt t="47881" x="946150" y="1181100"/>
          <p14:tracePt t="47898" x="863600" y="1181100"/>
          <p14:tracePt t="47915" x="800100" y="1181100"/>
          <p14:tracePt t="47931" x="768350" y="1181100"/>
          <p14:tracePt t="47948" x="749300" y="1181100"/>
          <p14:tracePt t="47965" x="704850" y="1181100"/>
          <p14:tracePt t="47981" x="692150" y="1181100"/>
          <p14:tracePt t="47998" x="685800" y="1181100"/>
          <p14:tracePt t="48001" x="679450" y="1181100"/>
          <p14:tracePt t="48048" x="673100" y="1187450"/>
          <p14:tracePt t="48097" x="679450" y="1187450"/>
          <p14:tracePt t="48104" x="685800" y="1187450"/>
          <p14:tracePt t="48118" x="692150" y="1187450"/>
          <p14:tracePt t="48130" x="698500" y="1187450"/>
          <p14:tracePt t="48147" x="711200" y="1187450"/>
          <p14:tracePt t="48180" x="723900" y="1187450"/>
          <p14:tracePt t="48196" x="736600" y="1187450"/>
          <p14:tracePt t="48213" x="742950" y="1187450"/>
          <p14:tracePt t="48246" x="742950" y="1181100"/>
          <p14:tracePt t="48281" x="749300" y="1181100"/>
          <p14:tracePt t="48308" x="755650" y="1181100"/>
          <p14:tracePt t="48314" x="762000" y="1181100"/>
          <p14:tracePt t="48335" x="768350" y="1181100"/>
          <p14:tracePt t="48357" x="774700" y="1181100"/>
          <p14:tracePt t="48371" x="781050" y="1181100"/>
          <p14:tracePt t="48399" x="787400" y="1181100"/>
          <p14:tracePt t="48406" x="793750" y="1181100"/>
          <p14:tracePt t="48420" x="800100" y="1181100"/>
          <p14:tracePt t="48441" x="806450" y="1181100"/>
          <p14:tracePt t="48455" x="812800" y="1181100"/>
          <p14:tracePt t="48476" x="819150" y="1174750"/>
          <p14:tracePt t="48546" x="825500" y="1174750"/>
          <p14:tracePt t="48567" x="831850" y="1174750"/>
          <p14:tracePt t="48581" x="844550" y="1174750"/>
          <p14:tracePt t="48588" x="857250" y="1174750"/>
          <p14:tracePt t="48598" x="882650" y="1174750"/>
          <p14:tracePt t="48612" x="933450" y="1187450"/>
          <p14:tracePt t="48628" x="1003300" y="1193800"/>
          <p14:tracePt t="48645" x="1206500" y="1225550"/>
          <p14:tracePt t="48662" x="1460500" y="1270000"/>
          <p14:tracePt t="48679" x="1606550" y="1289050"/>
          <p14:tracePt t="48695" x="1847850" y="1314450"/>
          <p14:tracePt t="48712" x="2012950" y="1320800"/>
          <p14:tracePt t="48729" x="2114550" y="1320800"/>
          <p14:tracePt t="48745" x="2146300" y="1308100"/>
          <p14:tracePt t="48762" x="2178050" y="1295400"/>
          <p14:tracePt t="48778" x="2184400" y="1289050"/>
          <p14:tracePt t="48795" x="2184400" y="1276350"/>
          <p14:tracePt t="48812" x="2184400" y="1257300"/>
          <p14:tracePt t="48828" x="2171700" y="1244600"/>
          <p14:tracePt t="48844" x="2165350" y="1238250"/>
          <p14:tracePt t="48861" x="2159000" y="1225550"/>
          <p14:tracePt t="48877" x="2133600" y="1212850"/>
          <p14:tracePt t="48894" x="2127250" y="1206500"/>
          <p14:tracePt t="48911" x="2120900" y="1206500"/>
          <p14:tracePt t="48927" x="2114550" y="1206500"/>
          <p14:tracePt t="48967" x="2120900" y="1206500"/>
          <p14:tracePt t="48981" x="2127250" y="1206500"/>
          <p14:tracePt t="48988" x="2133600" y="1206500"/>
          <p14:tracePt t="49009" x="2152650" y="1200150"/>
          <p14:tracePt t="49017" x="2178050" y="1200150"/>
          <p14:tracePt t="49031" x="2203450" y="1187450"/>
          <p14:tracePt t="49044" x="2222500" y="1187450"/>
          <p14:tracePt t="49060" x="2273300" y="1174750"/>
          <p14:tracePt t="49078" x="2292350" y="1174750"/>
          <p14:tracePt t="49094" x="2330450" y="1168400"/>
          <p14:tracePt t="49110" x="2336800" y="1162050"/>
          <p14:tracePt t="49501" x="2324100" y="1162050"/>
          <p14:tracePt t="49508" x="2311400" y="1162050"/>
          <p14:tracePt t="49522" x="2292350" y="1162050"/>
          <p14:tracePt t="49529" x="2279650" y="1162050"/>
          <p14:tracePt t="49545" x="2260600" y="1162050"/>
          <p14:tracePt t="49559" x="2235200" y="1162050"/>
          <p14:tracePt t="49576" x="2203450" y="1168400"/>
          <p14:tracePt t="49593" x="2171700" y="1181100"/>
          <p14:tracePt t="49609" x="2165350" y="1181100"/>
          <p14:tracePt t="49625" x="2152650" y="1181100"/>
          <p14:tracePt t="49642" x="2146300" y="1181100"/>
          <p14:tracePt t="49675" x="2139950" y="1187450"/>
          <p14:tracePt t="49705" x="2133600" y="1187450"/>
          <p14:tracePt t="49711" x="2127250" y="1193800"/>
          <p14:tracePt t="49739" x="2114550" y="1200150"/>
          <p14:tracePt t="49753" x="2108200" y="1206500"/>
          <p14:tracePt t="49761" x="2095500" y="1206500"/>
          <p14:tracePt t="49775" x="2076450" y="1212850"/>
          <p14:tracePt t="49791" x="2019300" y="1231900"/>
          <p14:tracePt t="49808" x="1962150" y="1244600"/>
          <p14:tracePt t="49826" x="1816100" y="1270000"/>
          <p14:tracePt t="49841" x="1739900" y="1289050"/>
          <p14:tracePt t="49858" x="1562100" y="1314450"/>
          <p14:tracePt t="49874" x="1390650" y="1320800"/>
          <p14:tracePt t="49891" x="1314450" y="1333500"/>
          <p14:tracePt t="49908" x="1200150" y="1333500"/>
          <p14:tracePt t="49925" x="1117600" y="1333500"/>
          <p14:tracePt t="49941" x="1092200" y="1320800"/>
          <p14:tracePt t="49957" x="1041400" y="1308100"/>
          <p14:tracePt t="49974" x="1003300" y="1295400"/>
          <p14:tracePt t="49991" x="990600" y="1282700"/>
          <p14:tracePt t="50007" x="958850" y="1270000"/>
          <p14:tracePt t="50024" x="933450" y="1250950"/>
          <p14:tracePt t="50041" x="889000" y="1225550"/>
          <p14:tracePt t="50056" x="869950" y="1219200"/>
          <p14:tracePt t="50073" x="844550" y="1206500"/>
          <p14:tracePt t="50107" x="831850" y="1206500"/>
          <p14:tracePt t="50181" x="838200" y="1206500"/>
          <p14:tracePt t="50210" x="844550" y="1206500"/>
          <p14:tracePt t="50280" x="831850" y="1200150"/>
          <p14:tracePt t="50294" x="819150" y="1200150"/>
          <p14:tracePt t="50301" x="800100" y="1200150"/>
          <p14:tracePt t="50315" x="755650" y="1193800"/>
          <p14:tracePt t="50324" x="717550" y="1193800"/>
          <p14:tracePt t="50339" x="654050" y="1193800"/>
          <p14:tracePt t="50357" x="527050" y="1181100"/>
          <p14:tracePt t="50373" x="419100" y="1174750"/>
          <p14:tracePt t="50389" x="400050" y="1174750"/>
          <p14:tracePt t="50407" x="374650" y="1168400"/>
          <p14:tracePt t="50422" x="393700" y="1162050"/>
          <p14:tracePt t="50439" x="419100" y="1162050"/>
          <p14:tracePt t="50456" x="508000" y="1155700"/>
          <p14:tracePt t="50472" x="546100" y="1155700"/>
          <p14:tracePt t="50488" x="596900" y="1149350"/>
          <p14:tracePt t="50505" x="615950" y="1149350"/>
          <p14:tracePt t="50522" x="622300" y="1149350"/>
          <p14:tracePt t="50645" x="628650" y="1149350"/>
          <p14:tracePt t="50652" x="635000" y="1149350"/>
          <p14:tracePt t="50701" x="641350" y="1149350"/>
          <p14:tracePt t="50736" x="647700" y="1149350"/>
          <p14:tracePt t="50807" x="654050" y="1149350"/>
          <p14:tracePt t="50898" x="660400" y="1149350"/>
          <p14:tracePt t="50947" x="660400" y="1155700"/>
          <p14:tracePt t="50975" x="654050" y="1155700"/>
          <p14:tracePt t="51003" x="654050" y="1162050"/>
          <p14:tracePt t="51024" x="654050" y="1168400"/>
          <p14:tracePt t="51038" x="654050" y="1181100"/>
          <p14:tracePt t="51045" x="654050" y="1187450"/>
          <p14:tracePt t="51053" x="660400" y="1193800"/>
          <p14:tracePt t="51070" x="666750" y="1206500"/>
          <p14:tracePt t="51087" x="685800" y="1244600"/>
          <p14:tracePt t="51103" x="698500" y="1276350"/>
          <p14:tracePt t="51120" x="755650" y="1352550"/>
          <p14:tracePt t="51136" x="819150" y="1441450"/>
          <p14:tracePt t="51153" x="850900" y="1479550"/>
          <p14:tracePt t="51170" x="927100" y="1568450"/>
          <p14:tracePt t="51186" x="1003300" y="1638300"/>
          <p14:tracePt t="51203" x="1041400" y="1676400"/>
          <p14:tracePt t="51220" x="1117600" y="1739900"/>
          <p14:tracePt t="51236" x="1193800" y="1771650"/>
          <p14:tracePt t="51253" x="1225550" y="1784350"/>
          <p14:tracePt t="51270" x="1270000" y="1797050"/>
          <p14:tracePt t="51286" x="1308100" y="1803400"/>
          <p14:tracePt t="51303" x="1327150" y="1803400"/>
          <p14:tracePt t="51319" x="1358900" y="1803400"/>
          <p14:tracePt t="51336" x="1384300" y="1790700"/>
          <p14:tracePt t="51353" x="1397000" y="1784350"/>
          <p14:tracePt t="51369" x="1422400" y="1778000"/>
          <p14:tracePt t="51386" x="1447800" y="1778000"/>
          <p14:tracePt t="51403" x="1466850" y="1771650"/>
          <p14:tracePt t="51419" x="1479550" y="1771650"/>
          <p14:tracePt t="51436" x="1479550" y="1765300"/>
          <p14:tracePt t="51452" x="1504950" y="1758950"/>
          <p14:tracePt t="51469" x="1511300" y="1752600"/>
          <p14:tracePt t="51485" x="1517650" y="1752600"/>
          <p14:tracePt t="51502" x="1524000" y="1746250"/>
          <p14:tracePt t="51519" x="1536700" y="1746250"/>
          <p14:tracePt t="51536" x="1555750" y="1746250"/>
          <p14:tracePt t="51552" x="1562100" y="1746250"/>
          <p14:tracePt t="51568" x="1606550" y="1752600"/>
          <p14:tracePt t="51585" x="1676400" y="1758950"/>
          <p14:tracePt t="51602" x="1727200" y="1765300"/>
          <p14:tracePt t="51618" x="1860550" y="1784350"/>
          <p14:tracePt t="51635" x="2006600" y="1803400"/>
          <p14:tracePt t="51652" x="2082800" y="1803400"/>
          <p14:tracePt t="51668" x="2171700" y="1803400"/>
          <p14:tracePt t="51685" x="2438400" y="1803400"/>
          <p14:tracePt t="51701" x="2514600" y="1803400"/>
          <p14:tracePt t="51719" x="2603500" y="1790700"/>
          <p14:tracePt t="51734" x="2635250" y="1784350"/>
          <p14:tracePt t="51751" x="2660650" y="1778000"/>
          <p14:tracePt t="51768" x="2667000" y="1778000"/>
          <p14:tracePt t="51789" x="2660650" y="1778000"/>
          <p14:tracePt t="51801" x="2647950" y="1784350"/>
          <p14:tracePt t="51818" x="2622550" y="1790700"/>
          <p14:tracePt t="51834" x="2584450" y="1790700"/>
          <p14:tracePt t="51851" x="2463800" y="1809750"/>
          <p14:tracePt t="51867" x="2298700" y="1828800"/>
          <p14:tracePt t="51884" x="2222500" y="1841500"/>
          <p14:tracePt t="51901" x="2114550" y="1854200"/>
          <p14:tracePt t="51917" x="2070100" y="1854200"/>
          <p14:tracePt t="51950" x="2063750" y="1854200"/>
          <p14:tracePt t="51979" x="2070100" y="1854200"/>
          <p14:tracePt t="51987" x="2082800" y="1854200"/>
          <p14:tracePt t="52001" x="2101850" y="1847850"/>
          <p14:tracePt t="52017" x="2133600" y="1847850"/>
          <p14:tracePt t="52034" x="2387600" y="1822450"/>
          <p14:tracePt t="52049" x="2489200" y="1809750"/>
          <p14:tracePt t="52066" x="2578100" y="1803400"/>
          <p14:tracePt t="52070" x="2679700" y="1790700"/>
          <p14:tracePt t="52084" x="2755900" y="1784350"/>
          <p14:tracePt t="52100" x="2863850" y="1771650"/>
          <p14:tracePt t="52117" x="2889250" y="1771650"/>
          <p14:tracePt t="52133" x="2901950" y="1771650"/>
          <p14:tracePt t="52175" x="2895600" y="1771650"/>
          <p14:tracePt t="52189" x="2876550" y="1778000"/>
          <p14:tracePt t="52196" x="2857500" y="1778000"/>
          <p14:tracePt t="52210" x="2832100" y="1784350"/>
          <p14:tracePt t="52219" x="2768600" y="1784350"/>
          <p14:tracePt t="52232" x="2686050" y="1797050"/>
          <p14:tracePt t="52249" x="2533650" y="1797050"/>
          <p14:tracePt t="52266" x="2393950" y="1797050"/>
          <p14:tracePt t="52283" x="2343150" y="1797050"/>
          <p14:tracePt t="52299" x="2305050" y="1797050"/>
          <p14:tracePt t="52316" x="2273300" y="1797050"/>
          <p14:tracePt t="52371" x="2279650" y="1797050"/>
          <p14:tracePt t="52385" x="2292350" y="1790700"/>
          <p14:tracePt t="52400" x="2324100" y="1790700"/>
          <p14:tracePt t="52406" x="2362200" y="1790700"/>
          <p14:tracePt t="52421" x="2425700" y="1790700"/>
          <p14:tracePt t="52432" x="2489200" y="1790700"/>
          <p14:tracePt t="52449" x="2641600" y="1778000"/>
          <p14:tracePt t="52465" x="2711450" y="1771650"/>
          <p14:tracePt t="52482" x="2800350" y="1758950"/>
          <p14:tracePt t="52499" x="2844800" y="1752600"/>
          <p14:tracePt t="52532" x="2851150" y="1752600"/>
          <p14:tracePt t="52548" x="2838450" y="1752600"/>
          <p14:tracePt t="52565" x="2832100" y="1758950"/>
          <p14:tracePt t="52583" x="2800350" y="1758950"/>
          <p14:tracePt t="52598" x="2711450" y="1765300"/>
          <p14:tracePt t="52615" x="2635250" y="1765300"/>
          <p14:tracePt t="52632" x="2476500" y="1778000"/>
          <p14:tracePt t="52648" x="2400300" y="1778000"/>
          <p14:tracePt t="52664" x="2298700" y="1778000"/>
          <p14:tracePt t="52681" x="2260600" y="1778000"/>
          <p14:tracePt t="52698" x="2254250" y="1778000"/>
          <p14:tracePt t="52715" x="2247900" y="1778000"/>
          <p14:tracePt t="52732" x="2254250" y="1778000"/>
          <p14:tracePt t="52748" x="2266950" y="1778000"/>
          <p14:tracePt t="52765" x="2330450" y="1778000"/>
          <p14:tracePt t="52781" x="2470150" y="1778000"/>
          <p14:tracePt t="52798" x="2559050" y="1778000"/>
          <p14:tracePt t="52814" x="2724150" y="1771650"/>
          <p14:tracePt t="52831" x="2838450" y="1765300"/>
          <p14:tracePt t="52848" x="2882900" y="1758950"/>
          <p14:tracePt t="52864" x="2914650" y="1758950"/>
          <p14:tracePt t="52880" x="2927350" y="1752600"/>
          <p14:tracePt t="52914" x="2921000" y="1752600"/>
          <p14:tracePt t="52931" x="2921000" y="1758950"/>
          <p14:tracePt t="52947" x="2857500" y="1765300"/>
          <p14:tracePt t="52963" x="2806700" y="1771650"/>
          <p14:tracePt t="52980" x="2730500" y="1771650"/>
          <p14:tracePt t="52997" x="2527300" y="1790700"/>
          <p14:tracePt t="53014" x="2324100" y="1816100"/>
          <p14:tracePt t="53032" x="2178050" y="1835150"/>
          <p14:tracePt t="53046" x="2139950" y="1835150"/>
          <p14:tracePt t="53063" x="2095500" y="1841500"/>
          <p14:tracePt t="53080" x="2082800" y="1841500"/>
          <p14:tracePt t="53102" x="2089150" y="1841500"/>
          <p14:tracePt t="53113" x="2095500" y="1841500"/>
          <p14:tracePt t="53130" x="2152650" y="1841500"/>
          <p14:tracePt t="53147" x="2216150" y="1841500"/>
          <p14:tracePt t="53163" x="2444750" y="1835150"/>
          <p14:tracePt t="53179" x="2743200" y="1816100"/>
          <p14:tracePt t="53196" x="2933700" y="1803400"/>
          <p14:tracePt t="53214" x="3206750" y="1765300"/>
          <p14:tracePt t="53229" x="3346450" y="1746250"/>
          <p14:tracePt t="53246" x="3390900" y="1739900"/>
          <p14:tracePt t="53264" x="3409950" y="1733550"/>
          <p14:tracePt t="53279" x="3409950" y="1727200"/>
          <p14:tracePt t="53296" x="3409950" y="1720850"/>
          <p14:tracePt t="53313" x="3397250" y="1720850"/>
          <p14:tracePt t="53329" x="3359150" y="1720850"/>
          <p14:tracePt t="53346" x="3213100" y="1714500"/>
          <p14:tracePt t="53363" x="2959100" y="1682750"/>
          <p14:tracePt t="53379" x="2794000" y="1670050"/>
          <p14:tracePt t="53396" x="2413000" y="1644650"/>
          <p14:tracePt t="53412" x="2139950" y="1619250"/>
          <p14:tracePt t="53429" x="2025650" y="1612900"/>
          <p14:tracePt t="53446" x="1879600" y="1581150"/>
          <p14:tracePt t="53462" x="1797050" y="1574800"/>
          <p14:tracePt t="53478" x="1758950" y="1574800"/>
          <p14:tracePt t="53495" x="1714500" y="1593850"/>
          <p14:tracePt t="53512" x="1689100" y="1606550"/>
          <p14:tracePt t="53529" x="1682750" y="1606550"/>
          <p14:tracePt t="53881" x="1682750" y="1612900"/>
          <p14:tracePt t="54014" x="1689100" y="1612900"/>
          <p14:tracePt t="54035" x="1695450" y="1612900"/>
          <p14:tracePt t="54042" x="1701800" y="1612900"/>
          <p14:tracePt t="54056" x="1708150" y="1606550"/>
          <p14:tracePt t="54063" x="1720850" y="1600200"/>
          <p14:tracePt t="54077" x="1746250" y="1581150"/>
          <p14:tracePt t="54093" x="1803400" y="1562100"/>
          <p14:tracePt t="54110" x="1847850" y="1543050"/>
          <p14:tracePt t="54127" x="1917700" y="1511300"/>
          <p14:tracePt t="54143" x="1981200" y="1485900"/>
          <p14:tracePt t="54159" x="2000250" y="1479550"/>
          <p14:tracePt t="54176" x="2038350" y="1466850"/>
          <p14:tracePt t="54193" x="2044700" y="1466850"/>
          <p14:tracePt t="54210" x="2051050" y="1466850"/>
          <p14:tracePt t="54273" x="2051050" y="1473200"/>
          <p14:tracePt t="54281" x="2044700" y="1473200"/>
          <p14:tracePt t="54292" x="2044700" y="1479550"/>
          <p14:tracePt t="55929" x="2051050" y="1479550"/>
          <p14:tracePt t="55936" x="2057400" y="1479550"/>
          <p14:tracePt t="55950" x="2076450" y="1479550"/>
          <p14:tracePt t="55957" x="2089150" y="1479550"/>
          <p14:tracePt t="55973" x="2108200" y="1485900"/>
          <p14:tracePt t="55986" x="2139950" y="1492250"/>
          <p14:tracePt t="56003" x="2171700" y="1492250"/>
          <p14:tracePt t="56021" x="2203450" y="1498600"/>
          <p14:tracePt t="56036" x="2222500" y="1498600"/>
          <p14:tracePt t="56053" x="2273300" y="1504950"/>
          <p14:tracePt t="56070" x="2324100" y="1504950"/>
          <p14:tracePt t="56086" x="2343150" y="1504950"/>
          <p14:tracePt t="56103" x="2374900" y="1504950"/>
          <p14:tracePt t="56120" x="2400300" y="1504950"/>
          <p14:tracePt t="56136" x="2406650" y="1504950"/>
          <p14:tracePt t="56153" x="2419350" y="1504950"/>
          <p14:tracePt t="56169" x="2425700" y="1504950"/>
          <p14:tracePt t="56462" x="2451100" y="1511300"/>
          <p14:tracePt t="56469" x="2476500" y="1511300"/>
          <p14:tracePt t="56476" x="2514600" y="1517650"/>
          <p14:tracePt t="56490" x="2559050" y="1517650"/>
          <p14:tracePt t="56501" x="2597150" y="1530350"/>
          <p14:tracePt t="56518" x="2667000" y="1536700"/>
          <p14:tracePt t="56535" x="2692400" y="1543050"/>
          <p14:tracePt t="56552" x="2762250" y="1549400"/>
          <p14:tracePt t="56568" x="2819400" y="1549400"/>
          <p14:tracePt t="56584" x="2844800" y="1549400"/>
          <p14:tracePt t="56601" x="2870200" y="1549400"/>
          <p14:tracePt t="56618" x="2901950" y="1555750"/>
          <p14:tracePt t="56652" x="2901950" y="1562100"/>
          <p14:tracePt t="56680" x="2901950" y="1568450"/>
          <p14:tracePt t="56701" x="2895600" y="1568450"/>
          <p14:tracePt t="56708" x="2889250" y="1568450"/>
          <p14:tracePt t="56722" x="2882900" y="1568450"/>
          <p14:tracePt t="56733" x="2882900" y="1574800"/>
          <p14:tracePt t="56751" x="2870200" y="1587500"/>
          <p14:tracePt t="57440" x="2851150" y="1587500"/>
          <p14:tracePt t="57454" x="2832100" y="1587500"/>
          <p14:tracePt t="57461" x="2806700" y="1587500"/>
          <p14:tracePt t="57475" x="2787650" y="1587500"/>
          <p14:tracePt t="57484" x="2762250" y="1587500"/>
          <p14:tracePt t="57498" x="2736850" y="1587500"/>
          <p14:tracePt t="57514" x="2667000" y="1587500"/>
          <p14:tracePt t="57532" x="2603500" y="1587500"/>
          <p14:tracePt t="57548" x="2552700" y="1587500"/>
          <p14:tracePt t="57564" x="2489200" y="1587500"/>
          <p14:tracePt t="57581" x="2419350" y="1593850"/>
          <p14:tracePt t="57597" x="2387600" y="1593850"/>
          <p14:tracePt t="57615" x="2368550" y="1593850"/>
          <p14:tracePt t="57630" x="2298700" y="1600200"/>
          <p14:tracePt t="57647" x="2279650" y="1600200"/>
          <p14:tracePt t="57665" x="2254250" y="1600200"/>
          <p14:tracePt t="57681" x="2241550" y="1600200"/>
          <p14:tracePt t="57697" x="2216150" y="1600200"/>
          <p14:tracePt t="57714" x="2197100" y="1600200"/>
          <p14:tracePt t="57730" x="2190750" y="1600200"/>
          <p14:tracePt t="57747" x="2165350" y="1600200"/>
          <p14:tracePt t="57764" x="2146300" y="1600200"/>
          <p14:tracePt t="57780" x="2133600" y="1600200"/>
          <p14:tracePt t="57797" x="2120900" y="1600200"/>
          <p14:tracePt t="57813" x="2108200" y="1593850"/>
          <p14:tracePt t="57847" x="2101850" y="1593850"/>
          <p14:tracePt t="57910" x="2095500" y="1593850"/>
          <p14:tracePt t="57931" x="2089150" y="1593850"/>
          <p14:tracePt t="57938" x="2082800" y="1593850"/>
          <p14:tracePt t="57959" x="2076450" y="1593850"/>
          <p14:tracePt t="58554" x="2076450" y="1600200"/>
          <p14:tracePt t="58562" x="2076450" y="1606550"/>
          <p14:tracePt t="58575" x="2076450" y="1612900"/>
          <p14:tracePt t="58581" x="2076450" y="1619250"/>
          <p14:tracePt t="58597" x="2082800" y="1619250"/>
          <p14:tracePt t="58611" x="2089150" y="1625600"/>
          <p14:tracePt t="58627" x="2108200" y="1638300"/>
          <p14:tracePt t="58645" x="2133600" y="1651000"/>
          <p14:tracePt t="58660" x="2146300" y="1657350"/>
          <p14:tracePt t="58677" x="2184400" y="1670050"/>
          <p14:tracePt t="58694" x="2254250" y="1682750"/>
          <p14:tracePt t="58710" x="2298700" y="1689100"/>
          <p14:tracePt t="58727" x="2400300" y="1695450"/>
          <p14:tracePt t="58744" x="2482850" y="1695450"/>
          <p14:tracePt t="58760" x="2508250" y="1689100"/>
          <p14:tracePt t="58777" x="2552700" y="1689100"/>
          <p14:tracePt t="58793" x="2622550" y="1682750"/>
          <p14:tracePt t="58810" x="2628900" y="1682750"/>
          <p14:tracePt t="58827" x="2667000" y="1682750"/>
          <p14:tracePt t="58844" x="2679700" y="1682750"/>
          <p14:tracePt t="58860" x="2686050" y="1682750"/>
          <p14:tracePt t="58877" x="2705100" y="1682750"/>
          <p14:tracePt t="58910" x="2711450" y="1682750"/>
          <p14:tracePt t="58926" x="2717800" y="1682750"/>
          <p14:tracePt t="58947" x="2724150" y="1682750"/>
          <p14:tracePt t="58959" x="2730500" y="1682750"/>
          <p14:tracePt t="58976" x="2749550" y="1682750"/>
          <p14:tracePt t="58994" x="2755900" y="1682750"/>
          <p14:tracePt t="59010" x="2787650" y="1682750"/>
          <p14:tracePt t="59026" x="2819400" y="1689100"/>
          <p14:tracePt t="59042" x="2851150" y="1689100"/>
          <p14:tracePt t="59059" x="2889250" y="1695450"/>
          <p14:tracePt t="59075" x="2946400" y="1701800"/>
          <p14:tracePt t="59094" x="3003550" y="1708150"/>
          <p14:tracePt t="59109" x="3028950" y="1720850"/>
          <p14:tracePt t="59125" x="3054350" y="1727200"/>
          <p14:tracePt t="59142" x="3105150" y="1739900"/>
          <p14:tracePt t="59159" x="3155950" y="1746250"/>
          <p14:tracePt t="59175" x="3175000" y="1746250"/>
          <p14:tracePt t="59192" x="3225800" y="1752600"/>
          <p14:tracePt t="59208" x="3263900" y="1752600"/>
          <p14:tracePt t="59225" x="3282950" y="1752600"/>
          <p14:tracePt t="59242" x="3308350" y="1752600"/>
          <p14:tracePt t="59258" x="3346450" y="1746250"/>
          <p14:tracePt t="59292" x="3371850" y="1739900"/>
          <p14:tracePt t="59308" x="3397250" y="1733550"/>
          <p14:tracePt t="59326" x="3416300" y="1733550"/>
          <p14:tracePt t="59342" x="3429000" y="1727200"/>
          <p14:tracePt t="59358" x="3460750" y="1727200"/>
          <p14:tracePt t="59376" x="3498850" y="1720850"/>
          <p14:tracePt t="59391" x="3524250" y="1714500"/>
          <p14:tracePt t="59408" x="3536950" y="1708150"/>
          <p14:tracePt t="59425" x="3556000" y="1701800"/>
          <p14:tracePt t="59441" x="3562350" y="1695450"/>
          <p14:tracePt t="59480" x="3568700" y="1689100"/>
          <p14:tracePt t="59635" x="3568700" y="1695450"/>
          <p14:tracePt t="59677" x="3562350" y="1701800"/>
          <p14:tracePt t="59726" x="3549650" y="1701800"/>
          <p14:tracePt t="59741" x="3543300" y="1701800"/>
          <p14:tracePt t="59747" x="3530600" y="1701800"/>
          <p14:tracePt t="59761" x="3511550" y="1701800"/>
          <p14:tracePt t="59773" x="3492500" y="1695450"/>
          <p14:tracePt t="59790" x="3409950" y="1682750"/>
          <p14:tracePt t="59806" x="3352800" y="1670050"/>
          <p14:tracePt t="59823" x="3219450" y="1657350"/>
          <p14:tracePt t="59839" x="3079750" y="1631950"/>
          <p14:tracePt t="59856" x="3016250" y="1625600"/>
          <p14:tracePt t="59873" x="2908300" y="1625600"/>
          <p14:tracePt t="59890" x="2844800" y="1625600"/>
          <p14:tracePt t="59906" x="2825750" y="1625600"/>
          <p14:tracePt t="59923" x="2806700" y="1625600"/>
          <p14:tracePt t="59939" x="2787650" y="1625600"/>
          <p14:tracePt t="59979" x="2781300" y="1625600"/>
          <p14:tracePt t="60042" x="2774950" y="1625600"/>
          <p14:tracePt t="60077" x="2768600" y="1625600"/>
          <p14:tracePt t="60112" x="2755900" y="1625600"/>
          <p14:tracePt t="60119" x="2749550" y="1625600"/>
          <p14:tracePt t="60126" x="2736850" y="1625600"/>
          <p14:tracePt t="60141" x="2730500" y="1625600"/>
          <p14:tracePt t="60155" x="2711450" y="1619250"/>
          <p14:tracePt t="60172" x="2673350" y="1612900"/>
          <p14:tracePt t="60190" x="2616200" y="1612900"/>
          <p14:tracePt t="60205" x="2584450" y="1606550"/>
          <p14:tracePt t="60222" x="2527300" y="1600200"/>
          <p14:tracePt t="60239" x="2470150" y="1600200"/>
          <p14:tracePt t="60255" x="2451100" y="1600200"/>
          <p14:tracePt t="60272" x="2393950" y="1600200"/>
          <p14:tracePt t="60288" x="2355850" y="1600200"/>
          <p14:tracePt t="60305" x="2349500" y="1600200"/>
          <p14:tracePt t="60323" x="2336800" y="1606550"/>
          <p14:tracePt t="60337" x="2330450" y="1606550"/>
          <p14:tracePt t="60372" x="2324100" y="1606550"/>
          <p14:tracePt t="60449" x="2330450" y="1606550"/>
          <p14:tracePt t="60512" x="2336800" y="1606550"/>
          <p14:tracePt t="60631" x="2343150" y="1600200"/>
          <p14:tracePt t="60674" x="2343150" y="1593850"/>
          <p14:tracePt t="60688" x="2343150" y="1587500"/>
          <p14:tracePt t="60701" x="2343150" y="1581150"/>
          <p14:tracePt t="60730" x="2336800" y="1562100"/>
          <p14:tracePt t="60744" x="2330450" y="1549400"/>
          <p14:tracePt t="60750" x="2324100" y="1530350"/>
          <p14:tracePt t="60757" x="2317750" y="1492250"/>
          <p14:tracePt t="60773" x="2292350" y="1447800"/>
          <p14:tracePt t="60786" x="2273300" y="1390650"/>
          <p14:tracePt t="60803" x="2235200" y="1282700"/>
          <p14:tracePt t="60821" x="2190750" y="1181100"/>
          <p14:tracePt t="60836" x="2184400" y="1143000"/>
          <p14:tracePt t="60853" x="2159000" y="1079500"/>
          <p14:tracePt t="60870" x="2146300" y="1047750"/>
          <p14:tracePt t="60886" x="2146300" y="1035050"/>
          <p14:tracePt t="60903" x="2139950" y="1022350"/>
          <p14:tracePt t="60919" x="2139950" y="1016000"/>
          <p14:tracePt t="61081" x="2139950" y="1022350"/>
          <p14:tracePt t="61123" x="2133600" y="1028700"/>
          <p14:tracePt t="61129" x="2133600" y="1035050"/>
          <p14:tracePt t="61151" x="2133600" y="1047750"/>
          <p14:tracePt t="61172" x="2133600" y="1060450"/>
          <p14:tracePt t="61179" x="2133600" y="1079500"/>
          <p14:tracePt t="61192" x="2146300" y="1123950"/>
          <p14:tracePt t="61201" x="2146300" y="1162050"/>
          <p14:tracePt t="61218" x="2152650" y="1212850"/>
          <p14:tracePt t="61235" x="2159000" y="1346200"/>
          <p14:tracePt t="61252" x="2171700" y="1473200"/>
          <p14:tracePt t="61268" x="2171700" y="1524000"/>
          <p14:tracePt t="61285" x="2178050" y="1587500"/>
          <p14:tracePt t="61301" x="2184400" y="1612900"/>
          <p14:tracePt t="61319" x="2184400" y="1651000"/>
          <p14:tracePt t="61334" x="2184400" y="1663700"/>
          <p14:tracePt t="61351" x="2190750" y="1670050"/>
          <p14:tracePt t="61389" x="2190750" y="1676400"/>
          <p14:tracePt t="61445" x="2197100" y="1682750"/>
          <p14:tracePt t="61544" x="2203450" y="1682750"/>
          <p14:tracePt t="61572" x="2209800" y="1682750"/>
          <p14:tracePt t="61586" x="2216150" y="1682750"/>
          <p14:tracePt t="61592" x="2222500" y="1682750"/>
          <p14:tracePt t="61602" x="2228850" y="1689100"/>
          <p14:tracePt t="61617" x="2241550" y="1689100"/>
          <p14:tracePt t="61634" x="2273300" y="1689100"/>
          <p14:tracePt t="61650" x="2355850" y="1701800"/>
          <p14:tracePt t="61667" x="2489200" y="1733550"/>
          <p14:tracePt t="61684" x="2667000" y="1752600"/>
          <p14:tracePt t="61700" x="2755900" y="1758950"/>
          <p14:tracePt t="61717" x="2908300" y="1758950"/>
          <p14:tracePt t="61734" x="3035300" y="1758950"/>
          <p14:tracePt t="61750" x="3092450" y="1758950"/>
          <p14:tracePt t="61766" x="3149600" y="1752600"/>
          <p14:tracePt t="61783" x="3187700" y="1752600"/>
          <p14:tracePt t="61800" x="3200400" y="1746250"/>
          <p14:tracePt t="61817" x="3213100" y="1746250"/>
          <p14:tracePt t="61833" x="3219450" y="1739900"/>
          <p14:tracePt t="61867" x="3225800" y="1739900"/>
          <p14:tracePt t="61882" x="3232150" y="1739900"/>
          <p14:tracePt t="61922" x="3238500" y="1739900"/>
          <p14:tracePt t="61993" x="3244850" y="1739900"/>
          <p14:tracePt t="62014" x="3251200" y="1739900"/>
          <p14:tracePt t="62020" x="3257550" y="1739900"/>
          <p14:tracePt t="62035" x="3263900" y="1739900"/>
          <p14:tracePt t="62049" x="3270250" y="1739900"/>
          <p14:tracePt t="62065" x="3282950" y="1739900"/>
          <p14:tracePt t="62081" x="3295650" y="1739900"/>
          <p14:tracePt t="62099" x="3321050" y="1739900"/>
          <p14:tracePt t="62115" x="3346450" y="1733550"/>
          <p14:tracePt t="62134" x="3371850" y="1733550"/>
          <p14:tracePt t="62149" x="3384550" y="1733550"/>
          <p14:tracePt t="62165" x="3397250" y="1727200"/>
          <p14:tracePt t="62253" x="3397250" y="1733550"/>
          <p14:tracePt t="62273" x="3397250" y="1739900"/>
          <p14:tracePt t="62281" x="3397250" y="1746250"/>
          <p14:tracePt t="63638" x="3384550" y="1746250"/>
          <p14:tracePt t="63645" x="3365500" y="1746250"/>
          <p14:tracePt t="63659" x="3346450" y="1746250"/>
          <p14:tracePt t="63666" x="3321050" y="1746250"/>
          <p14:tracePt t="63680" x="3295650" y="1746250"/>
          <p14:tracePt t="63694" x="3276600" y="1746250"/>
          <p14:tracePt t="63709" x="3206750" y="1758950"/>
          <p14:tracePt t="63726" x="3175000" y="1765300"/>
          <p14:tracePt t="63744" x="3117850" y="1778000"/>
          <p14:tracePt t="63760" x="3067050" y="1778000"/>
          <p14:tracePt t="63776" x="3048000" y="1784350"/>
          <p14:tracePt t="63793" x="3009900" y="1784350"/>
          <p14:tracePt t="63809" x="2959100" y="1784350"/>
          <p14:tracePt t="63826" x="2940050" y="1784350"/>
          <p14:tracePt t="63843" x="2895600" y="1784350"/>
          <p14:tracePt t="63859" x="2870200" y="1784350"/>
          <p14:tracePt t="63876" x="2844800" y="1778000"/>
          <p14:tracePt t="63892" x="2832100" y="1771650"/>
          <p14:tracePt t="63909" x="2819400" y="1771650"/>
          <p14:tracePt t="63926" x="2774950" y="1765300"/>
          <p14:tracePt t="63942" x="2755900" y="1758950"/>
          <p14:tracePt t="63959" x="2743200" y="1758950"/>
          <p14:tracePt t="63975" x="2692400" y="1758950"/>
          <p14:tracePt t="63992" x="2635250" y="1758950"/>
          <p14:tracePt t="64009" x="2597150" y="1758950"/>
          <p14:tracePt t="64025" x="2520950" y="1758950"/>
          <p14:tracePt t="64042" x="2425700" y="1765300"/>
          <p14:tracePt t="64059" x="2362200" y="1765300"/>
          <p14:tracePt t="64075" x="2330450" y="1765300"/>
          <p14:tracePt t="64092" x="2279650" y="1778000"/>
          <p14:tracePt t="64109" x="2241550" y="1790700"/>
          <p14:tracePt t="64125" x="2216150" y="1797050"/>
          <p14:tracePt t="66577" x="2197100" y="1797050"/>
          <p14:tracePt t="66584" x="2171700" y="1797050"/>
          <p14:tracePt t="66598" x="2139950" y="1797050"/>
          <p14:tracePt t="66605" x="2114550" y="1797050"/>
          <p14:tracePt t="66620" x="2082800" y="1797050"/>
          <p14:tracePt t="66634" x="1987550" y="1784350"/>
          <p14:tracePt t="66650" x="1949450" y="1784350"/>
          <p14:tracePt t="66666" x="1898650" y="1784350"/>
          <p14:tracePt t="66683" x="1797050" y="1784350"/>
          <p14:tracePt t="66700" x="1752600" y="1784350"/>
          <p14:tracePt t="66717" x="1714500" y="1778000"/>
          <p14:tracePt t="66733" x="1695450" y="1771650"/>
          <p14:tracePt t="66749" x="1676400" y="1771650"/>
          <p14:tracePt t="66782" x="1670050" y="1765300"/>
          <p14:tracePt t="66808" x="1663700" y="1765300"/>
          <p14:tracePt t="66935" x="1670050" y="1765300"/>
          <p14:tracePt t="66956" x="1682750" y="1765300"/>
          <p14:tracePt t="66970" x="1695450" y="1765300"/>
          <p14:tracePt t="66977" x="1708150" y="1765300"/>
          <p14:tracePt t="66985" x="1727200" y="1765300"/>
          <p14:tracePt t="66999" x="1765300" y="1765300"/>
          <p14:tracePt t="67015" x="1816100" y="1752600"/>
          <p14:tracePt t="67032" x="1955800" y="1746250"/>
          <p14:tracePt t="67048" x="2114550" y="1727200"/>
          <p14:tracePt t="67065" x="2178050" y="1714500"/>
          <p14:tracePt t="67082" x="2311400" y="1695450"/>
          <p14:tracePt t="67098" x="2368550" y="1682750"/>
          <p14:tracePt t="67114" x="2381250" y="1676400"/>
          <p14:tracePt t="67131" x="2406650" y="1676400"/>
          <p14:tracePt t="67187" x="2406650" y="1682750"/>
          <p14:tracePt t="67194" x="2400300" y="1682750"/>
          <p14:tracePt t="69353" x="2362200" y="1682750"/>
          <p14:tracePt t="69359" x="2324100" y="1676400"/>
          <p14:tracePt t="69376" x="2273300" y="1676400"/>
          <p14:tracePt t="69390" x="2216150" y="1670050"/>
          <p14:tracePt t="69407" x="2139950" y="1663700"/>
          <p14:tracePt t="69424" x="2070100" y="1663700"/>
          <p14:tracePt t="69440" x="2038350" y="1663700"/>
          <p14:tracePt t="69457" x="1993900" y="1663700"/>
          <p14:tracePt t="69473" x="1955800" y="1663700"/>
          <p14:tracePt t="69490" x="1949450" y="1663700"/>
          <p14:tracePt t="69507" x="1930400" y="1663700"/>
          <p14:tracePt t="69523" x="1917700" y="1663700"/>
          <p14:tracePt t="69563" x="1911350" y="1663700"/>
          <p14:tracePt t="69668" x="1905000" y="1663700"/>
          <p14:tracePt t="69879" x="1905000" y="1657350"/>
          <p14:tracePt t="69900" x="1905000" y="1651000"/>
          <p14:tracePt t="69914" x="1905000" y="1638300"/>
          <p14:tracePt t="69935" x="1905000" y="1625600"/>
          <p14:tracePt t="69942" x="1905000" y="1612900"/>
          <p14:tracePt t="69956" x="1905000" y="1581150"/>
          <p14:tracePt t="69972" x="1898650" y="1524000"/>
          <p14:tracePt t="69988" x="1898650" y="1485900"/>
          <p14:tracePt t="70005" x="1898650" y="1409700"/>
          <p14:tracePt t="70021" x="1892300" y="1352550"/>
          <p14:tracePt t="70038" x="1892300" y="1327150"/>
          <p14:tracePt t="70055" x="1892300" y="1289050"/>
          <p14:tracePt t="70072" x="1892300" y="1282700"/>
          <p14:tracePt t="70089" x="1892300" y="1270000"/>
          <p14:tracePt t="70104" x="1892300" y="1263650"/>
          <p14:tracePt t="70173" x="1892300" y="1257300"/>
          <p14:tracePt t="70440" x="1892300" y="1263650"/>
          <p14:tracePt t="70475" x="1892300" y="1270000"/>
          <p14:tracePt t="70482" x="1892300" y="1276350"/>
          <p14:tracePt t="70496" x="1892300" y="1282700"/>
          <p14:tracePt t="70505" x="1892300" y="1295400"/>
          <p14:tracePt t="70519" x="1892300" y="1308100"/>
          <p14:tracePt t="70536" x="1892300" y="1346200"/>
          <p14:tracePt t="70553" x="1892300" y="1403350"/>
          <p14:tracePt t="70569" x="1892300" y="1435100"/>
          <p14:tracePt t="70587" x="1898650" y="1479550"/>
          <p14:tracePt t="70603" x="1898650" y="1511300"/>
          <p14:tracePt t="70619" x="1905000" y="1530350"/>
          <p14:tracePt t="70637" x="1905000" y="1536700"/>
          <p14:tracePt t="70652" x="1905000" y="1549400"/>
          <p14:tracePt t="70688" x="1905000" y="1555750"/>
          <p14:tracePt t="71064" x="1898650" y="1555750"/>
          <p14:tracePt t="71078" x="1885950" y="1555750"/>
          <p14:tracePt t="71087" x="1860550" y="1555750"/>
          <p14:tracePt t="71100" x="1828800" y="1555750"/>
          <p14:tracePt t="71117" x="1771650" y="1543050"/>
          <p14:tracePt t="71134" x="1720850" y="1536700"/>
          <p14:tracePt t="71151" x="1701800" y="1536700"/>
          <p14:tracePt t="71167" x="1670050" y="1530350"/>
          <p14:tracePt t="71184" x="1657350" y="1530350"/>
          <p14:tracePt t="71200" x="1651000" y="1530350"/>
          <p14:tracePt t="71246" x="1644650" y="1530350"/>
          <p14:tracePt t="71274" x="1644650" y="1536700"/>
          <p14:tracePt t="71316" x="1644650" y="1543050"/>
          <p14:tracePt t="71415" x="1644650" y="1549400"/>
          <p14:tracePt t="71442" x="1638300" y="1549400"/>
          <p14:tracePt t="71457" x="1631950" y="1555750"/>
          <p14:tracePt t="71464" x="1625600" y="1562100"/>
          <p14:tracePt t="71478" x="1619250" y="1568450"/>
          <p14:tracePt t="71486" x="1612900" y="1581150"/>
          <p14:tracePt t="71499" x="1606550" y="1593850"/>
          <p14:tracePt t="71516" x="1587500" y="1644650"/>
          <p14:tracePt t="71533" x="1555750" y="1708150"/>
          <p14:tracePt t="71549" x="1536700" y="1746250"/>
          <p14:tracePt t="71566" x="1530350" y="1790700"/>
          <p14:tracePt t="71584" x="1504950" y="1905000"/>
          <p14:tracePt t="71599" x="1504950" y="1930400"/>
          <p14:tracePt t="71616" x="1504950" y="1968500"/>
          <p14:tracePt t="71632" x="1543050" y="2044700"/>
          <p14:tracePt t="71649" x="1593850" y="2120900"/>
          <p14:tracePt t="71666" x="1612900" y="2146300"/>
          <p14:tracePt t="71682" x="1701800" y="2178050"/>
          <p14:tracePt t="71699" x="1784350" y="2197100"/>
          <p14:tracePt t="71716" x="1879600" y="2203450"/>
          <p14:tracePt t="71732" x="1917700" y="2203450"/>
          <p14:tracePt t="71748" x="1993900" y="2171700"/>
          <p14:tracePt t="71765" x="2038350" y="2114550"/>
          <p14:tracePt t="71782" x="2063750" y="2070100"/>
          <p14:tracePt t="71799" x="2101850" y="1968500"/>
          <p14:tracePt t="71815" x="2108200" y="1828800"/>
          <p14:tracePt t="71832" x="2108200" y="1739900"/>
          <p14:tracePt t="71849" x="2057400" y="1593850"/>
          <p14:tracePt t="71864" x="1974850" y="1428750"/>
          <p14:tracePt t="71881" x="1943100" y="1397000"/>
          <p14:tracePt t="71898" x="1885950" y="1358900"/>
          <p14:tracePt t="71915" x="1784350" y="1314450"/>
          <p14:tracePt t="71931" x="1670050" y="1295400"/>
          <p14:tracePt t="71948" x="1562100" y="1314450"/>
          <p14:tracePt t="71965" x="1530350" y="1333500"/>
          <p14:tracePt t="71982" x="1460500" y="1390650"/>
          <p14:tracePt t="71998" x="1416050" y="1479550"/>
          <p14:tracePt t="72014" x="1397000" y="1530350"/>
          <p14:tracePt t="72032" x="1390650" y="1638300"/>
          <p14:tracePt t="72048" x="1390650" y="1701800"/>
          <p14:tracePt t="72064" x="1390650" y="1733550"/>
          <p14:tracePt t="72081" x="1422400" y="1797050"/>
          <p14:tracePt t="72097" x="1473200" y="1841500"/>
          <p14:tracePt t="72114" x="1498600" y="1866900"/>
          <p14:tracePt t="72130" x="1600200" y="1911350"/>
          <p14:tracePt t="72147" x="1695450" y="1955800"/>
          <p14:tracePt t="72165" x="1828800" y="1962150"/>
          <p14:tracePt t="72180" x="1892300" y="1962150"/>
          <p14:tracePt t="72197" x="2006600" y="1955800"/>
          <p14:tracePt t="72214" x="2120900" y="1917700"/>
          <p14:tracePt t="72230" x="2165350" y="1892300"/>
          <p14:tracePt t="72247" x="2209800" y="1854200"/>
          <p14:tracePt t="72263" x="2292350" y="1771650"/>
          <p14:tracePt t="72280" x="2336800" y="1657350"/>
          <p14:tracePt t="72284" x="2349500" y="1619250"/>
          <p14:tracePt t="72300" x="2349500" y="1568450"/>
          <p14:tracePt t="72313" x="2349500" y="1536700"/>
          <p14:tracePt t="72331" x="2343150" y="1473200"/>
          <p14:tracePt t="72347" x="2324100" y="1428750"/>
          <p14:tracePt t="72363" x="2311400" y="1403350"/>
          <p14:tracePt t="72380" x="2286000" y="1390650"/>
          <p14:tracePt t="72397" x="2266950" y="1390650"/>
          <p14:tracePt t="73860" x="2241550" y="1390650"/>
          <p14:tracePt t="73866" x="2197100" y="1403350"/>
          <p14:tracePt t="73881" x="2152650" y="1422400"/>
          <p14:tracePt t="73891" x="2108200" y="1447800"/>
          <p14:tracePt t="73909" x="2025650" y="1473200"/>
          <p14:tracePt t="73924" x="2006600" y="1485900"/>
          <p14:tracePt t="73941" x="1962150" y="1517650"/>
          <p14:tracePt t="73959" x="1943100" y="1543050"/>
          <p14:tracePt t="73974" x="1936750" y="1555750"/>
          <p14:tracePt t="73991" x="1930400" y="1574800"/>
          <p14:tracePt t="74008" x="1930400" y="1587500"/>
          <p14:tracePt t="74024" x="1936750" y="1600200"/>
          <p14:tracePt t="74041" x="1949450" y="1606550"/>
          <p14:tracePt t="74057" x="1987550" y="1625600"/>
          <p14:tracePt t="74073" x="2070100" y="1631950"/>
          <p14:tracePt t="74091" x="2133600" y="1631950"/>
          <p14:tracePt t="74107" x="2317750" y="1619250"/>
          <p14:tracePt t="74124" x="2520950" y="1568450"/>
          <p14:tracePt t="74141" x="2698750" y="1492250"/>
          <p14:tracePt t="74157" x="2774950" y="1441450"/>
          <p14:tracePt t="74173" x="2895600" y="1346200"/>
          <p14:tracePt t="74190" x="2952750" y="1276350"/>
          <p14:tracePt t="74207" x="2971800" y="1238250"/>
          <p14:tracePt t="74224" x="2978150" y="1174750"/>
          <p14:tracePt t="74240" x="2971800" y="1130300"/>
          <p14:tracePt t="74257" x="2965450" y="1104900"/>
          <p14:tracePt t="74274" x="2933700" y="1073150"/>
          <p14:tracePt t="74290" x="2901950" y="1047750"/>
          <p14:tracePt t="74306" x="2870200" y="1028700"/>
          <p14:tracePt t="74323" x="2806700" y="996950"/>
          <p14:tracePt t="74340" x="2774950" y="977900"/>
          <p14:tracePt t="74357" x="2705100" y="971550"/>
          <p14:tracePt t="74373" x="2622550" y="965200"/>
          <p14:tracePt t="74389" x="2584450" y="971550"/>
          <p14:tracePt t="74407" x="2438400" y="1079500"/>
          <p14:tracePt t="74422" x="2406650" y="1143000"/>
          <p14:tracePt t="74439" x="2343150" y="1225550"/>
          <p14:tracePt t="74456" x="2298700" y="1371600"/>
          <p14:tracePt t="74473" x="2286000" y="1479550"/>
          <p14:tracePt t="74488" x="2311400" y="1536700"/>
          <p14:tracePt t="74506" x="2413000" y="1644650"/>
          <p14:tracePt t="74522" x="2552700" y="1720850"/>
          <p14:tracePt t="74539" x="2635250" y="1752600"/>
          <p14:tracePt t="74556" x="2755900" y="1771650"/>
          <p14:tracePt t="74572" x="2844800" y="1765300"/>
          <p14:tracePt t="74589" x="2959100" y="1708150"/>
          <p14:tracePt t="74605" x="3003550" y="1663700"/>
          <p14:tracePt t="74622" x="3054350" y="1593850"/>
          <p14:tracePt t="74639" x="3175000" y="1352550"/>
          <p14:tracePt t="74655" x="3219450" y="1231900"/>
          <p14:tracePt t="74672" x="3238500" y="1130300"/>
          <p14:tracePt t="74689" x="3257550" y="952500"/>
          <p14:tracePt t="74705" x="3270250" y="806450"/>
          <p14:tracePt t="74722" x="3270250" y="755650"/>
          <p14:tracePt t="74738" x="3244850" y="685800"/>
          <p14:tracePt t="74755" x="3219450" y="641350"/>
          <p14:tracePt t="74772" x="3213100" y="622300"/>
          <p14:tracePt t="74788" x="3206750" y="603250"/>
          <p14:tracePt t="74805" x="3200400" y="603250"/>
          <p14:tracePt t="74849" x="3194050" y="603250"/>
          <p14:tracePt t="74905" x="3187700" y="603250"/>
          <p14:tracePt t="74975" x="3175000" y="609600"/>
          <p14:tracePt t="74982" x="3162300" y="615950"/>
          <p14:tracePt t="74990" x="3149600" y="628650"/>
          <p14:tracePt t="75005" x="3117850" y="654050"/>
          <p14:tracePt t="75020" x="3098800" y="673100"/>
          <p14:tracePt t="75038" x="3016250" y="755650"/>
          <p14:tracePt t="75054" x="2946400" y="882650"/>
          <p14:tracePt t="75070" x="2914650" y="958850"/>
          <p14:tracePt t="75088" x="2889250" y="1193800"/>
          <p14:tracePt t="75103" x="2908300" y="1289050"/>
          <p14:tracePt t="75120" x="2965450" y="1365250"/>
          <p14:tracePt t="75137" x="3073400" y="1511300"/>
          <p14:tracePt t="75153" x="3238500" y="1631950"/>
          <p14:tracePt t="75170" x="3321050" y="1682750"/>
          <p14:tracePt t="75187" x="3435350" y="1739900"/>
          <p14:tracePt t="75203" x="3524250" y="1758950"/>
          <p14:tracePt t="75221" x="3613150" y="1727200"/>
          <p14:tracePt t="75236" x="3657600" y="1701800"/>
          <p14:tracePt t="75253" x="3689350" y="1670050"/>
          <p14:tracePt t="75270" x="3797300" y="1460500"/>
          <p14:tracePt t="75286" x="3810000" y="1397000"/>
          <p14:tracePt t="75303" x="3822700" y="1295400"/>
          <p14:tracePt t="75320" x="3797300" y="1111250"/>
          <p14:tracePt t="75336" x="3721100" y="927100"/>
          <p14:tracePt t="75353" x="3683000" y="869950"/>
          <p14:tracePt t="75369" x="3568700" y="774700"/>
          <p14:tracePt t="75385" x="3454400" y="704850"/>
          <p14:tracePt t="75403" x="3333750" y="698500"/>
          <p14:tracePt t="75419" x="3257550" y="698500"/>
          <p14:tracePt t="75436" x="3098800" y="749300"/>
          <p14:tracePt t="75453" x="2952750" y="819150"/>
          <p14:tracePt t="75469" x="2895600" y="857250"/>
          <p14:tracePt t="75486" x="2819400" y="952500"/>
          <p14:tracePt t="75503" x="2774950" y="1035050"/>
          <p14:tracePt t="75519" x="2762250" y="1066800"/>
          <p14:tracePt t="75536" x="2749550" y="1130300"/>
          <p14:tracePt t="75552" x="2749550" y="1187450"/>
          <p14:tracePt t="75568" x="2749550" y="1206500"/>
          <p14:tracePt t="75586" x="2755900" y="1231900"/>
          <p14:tracePt t="75602" x="2762250" y="1250950"/>
          <p14:tracePt t="75619" x="2762250" y="1263650"/>
          <p14:tracePt t="75636" x="2774950" y="1270000"/>
          <p14:tracePt t="75652" x="2781300" y="1276350"/>
          <p14:tracePt t="75668" x="2787650" y="1276350"/>
          <p14:tracePt t="77003" x="2781300" y="1289050"/>
          <p14:tracePt t="77017" x="2768600" y="1308100"/>
          <p14:tracePt t="77024" x="2755900" y="1320800"/>
          <p14:tracePt t="77039" x="2730500" y="1346200"/>
          <p14:tracePt t="77047" x="2717800" y="1377950"/>
          <p14:tracePt t="77063" x="2692400" y="1390650"/>
          <p14:tracePt t="77081" x="2673350" y="1435100"/>
          <p14:tracePt t="77097" x="2654300" y="1466850"/>
          <p14:tracePt t="77113" x="2635250" y="1479550"/>
          <p14:tracePt t="77130" x="2622550" y="1517650"/>
          <p14:tracePt t="77146" x="2609850" y="1549400"/>
          <p14:tracePt t="77163" x="2603500" y="1562100"/>
          <p14:tracePt t="77180" x="2597150" y="1574800"/>
          <p14:tracePt t="77333" x="2590800" y="1574800"/>
          <p14:tracePt t="77368" x="2590800" y="1562100"/>
          <p14:tracePt t="77389" x="2584450" y="1555750"/>
          <p14:tracePt t="77397" x="2578100" y="1543050"/>
          <p14:tracePt t="77403" x="2571750" y="1536700"/>
          <p14:tracePt t="77417" x="2559050" y="1524000"/>
          <p14:tracePt t="77428" x="2552700" y="1504950"/>
          <p14:tracePt t="77446" x="2520950" y="1460500"/>
          <p14:tracePt t="77462" x="2501900" y="1441450"/>
          <p14:tracePt t="77479" x="2482850" y="1403350"/>
          <p14:tracePt t="77496" x="2451100" y="1377950"/>
          <p14:tracePt t="77512" x="2444750" y="1365250"/>
          <p14:tracePt t="77529" x="2438400" y="1352550"/>
          <p14:tracePt t="77545" x="2432050" y="1352550"/>
          <p14:tracePt t="77579" x="2425700" y="1352550"/>
          <p14:tracePt t="77631" x="2419350" y="1352550"/>
          <p14:tracePt t="77655" x="2413000" y="1352550"/>
          <p14:tracePt t="77669" x="2406650" y="1352550"/>
          <p14:tracePt t="77676" x="2406650" y="1358900"/>
          <p14:tracePt t="77691" x="2400300" y="1365250"/>
          <p14:tracePt t="77698" x="2400300" y="1371600"/>
          <p14:tracePt t="77712" x="2393950" y="1377950"/>
          <p14:tracePt t="77728" x="2381250" y="1384300"/>
          <p14:tracePt t="77745" x="2368550" y="1397000"/>
          <p14:tracePt t="77761" x="2349500" y="1428750"/>
          <p14:tracePt t="77778" x="2336800" y="1435100"/>
          <p14:tracePt t="77794" x="2324100" y="1441450"/>
          <p14:tracePt t="77811" x="2324100" y="1447800"/>
          <p14:tracePt t="77827" x="2324100" y="1454150"/>
          <p14:tracePt t="77846" x="2311400" y="1441450"/>
          <p14:tracePt t="77861" x="2305050" y="1428750"/>
          <p14:tracePt t="77877" x="2298700" y="1416050"/>
          <p14:tracePt t="77894" x="2292350" y="1377950"/>
          <p14:tracePt t="77911" x="2273300" y="1295400"/>
          <p14:tracePt t="77927" x="2273300" y="1244600"/>
          <p14:tracePt t="77944" x="2266950" y="1123950"/>
          <p14:tracePt t="77960" x="2266950" y="1009650"/>
          <p14:tracePt t="77977" x="2266950" y="958850"/>
          <p14:tracePt t="77994" x="2266950" y="901700"/>
          <p14:tracePt t="78010" x="2273300" y="876300"/>
          <p14:tracePt t="78027" x="2279650" y="869950"/>
          <p14:tracePt t="78060" x="2286000" y="876300"/>
          <p14:tracePt t="78079" x="2298700" y="895350"/>
          <p14:tracePt t="78093" x="2311400" y="920750"/>
          <p14:tracePt t="78110" x="2381250" y="1060450"/>
          <p14:tracePt t="78127" x="2463800" y="1301750"/>
          <p14:tracePt t="78143" x="2533650" y="1485900"/>
          <p14:tracePt t="78160" x="2717800" y="2012950"/>
          <p14:tracePt t="78176" x="2825750" y="2374900"/>
          <p14:tracePt t="78193" x="3136900" y="3263900"/>
          <p14:tracePt t="78210" x="3486150" y="4349750"/>
          <p14:tracePt t="78226" x="3632200" y="4819650"/>
          <p14:tracePt t="78243" x="3848100" y="5638800"/>
          <p14:tracePt t="78260" x="3968750" y="6146800"/>
          <p14:tracePt t="78276" x="4000500" y="6280150"/>
          <p14:tracePt t="78293" x="4038600" y="6438900"/>
          <p14:tracePt t="78309" x="4051300" y="6477000"/>
          <p14:tracePt t="78326" x="4057650" y="6477000"/>
          <p14:tracePt t="78343" x="4064000" y="6470650"/>
          <p14:tracePt t="78359" x="4070350" y="6407150"/>
          <p14:tracePt t="78376" x="4083050" y="6330950"/>
          <p14:tracePt t="78393" x="4102100" y="6102350"/>
          <p14:tracePt t="78409" x="4089400" y="5695950"/>
          <p14:tracePt t="78426" x="4057650" y="5378450"/>
          <p14:tracePt t="78442" x="3956050" y="4629150"/>
          <p14:tracePt t="78459" x="3886200" y="4273550"/>
          <p14:tracePt t="78476" x="3733800" y="3397250"/>
          <p14:tracePt t="78492" x="3689350" y="3263900"/>
          <p14:tracePt t="78509" x="3670300" y="3168650"/>
          <p14:tracePt t="78526" x="3632200" y="3092450"/>
          <p14:tracePt t="78541" x="3619500" y="3079750"/>
          <p14:tracePt t="78575" x="3619500" y="3130550"/>
          <p14:tracePt t="78591" x="3638550" y="3244850"/>
          <p14:tracePt t="78609" x="3733800" y="3683000"/>
          <p14:tracePt t="78624" x="3962400" y="4432300"/>
          <p14:tracePt t="78641" x="4241800" y="5054600"/>
          <p14:tracePt t="78659" x="4419600" y="5340350"/>
          <p14:tracePt t="78674" x="4470400" y="5410200"/>
          <p14:tracePt t="78691" x="4502150" y="5454650"/>
          <p14:tracePt t="78708" x="4508500" y="5454650"/>
          <p14:tracePt t="78724" x="4508500" y="5429250"/>
          <p14:tracePt t="78741" x="4476750" y="5340350"/>
          <p14:tracePt t="78758" x="4330700" y="4819650"/>
          <p14:tracePt t="78775" x="4127500" y="3898900"/>
          <p14:tracePt t="78792" x="3994150" y="3435350"/>
          <p14:tracePt t="78808" x="3778250" y="2565400"/>
          <p14:tracePt t="78824" x="3619500" y="2114550"/>
          <p14:tracePt t="78841" x="3587750" y="2019300"/>
          <p14:tracePt t="78857" x="3549650" y="1943100"/>
          <p14:tracePt t="78874" x="3543300" y="1943100"/>
          <p14:tracePt t="78890" x="3543300" y="1962150"/>
          <p14:tracePt t="78907" x="3543300" y="2000250"/>
          <p14:tracePt t="78924" x="3606800" y="2273300"/>
          <p14:tracePt t="78941" x="3727450" y="2806700"/>
          <p14:tracePt t="78957" x="3822700" y="3092450"/>
          <p14:tracePt t="78974" x="4013200" y="3556000"/>
          <p14:tracePt t="78990" x="4159250" y="3911600"/>
          <p14:tracePt t="79007" x="4191000" y="4000500"/>
          <p14:tracePt t="79024" x="4229100" y="4127500"/>
          <p14:tracePt t="79040" x="4229100" y="4159250"/>
          <p14:tracePt t="79056" x="4229100" y="4165600"/>
          <p14:tracePt t="79073" x="4222750" y="4165600"/>
          <p14:tracePt t="79091" x="4203700" y="4152900"/>
          <p14:tracePt t="79107" x="4133850" y="4064000"/>
          <p14:tracePt t="79123" x="4000500" y="3905250"/>
          <p14:tracePt t="79140" x="3924300" y="3822700"/>
          <p14:tracePt t="79157" x="3771900" y="3670300"/>
          <p14:tracePt t="79173" x="3625850" y="3492500"/>
          <p14:tracePt t="79189" x="3530600" y="3403600"/>
          <p14:tracePt t="79206" x="3359150" y="3257550"/>
          <p14:tracePt t="79223" x="3219450" y="3136900"/>
          <p14:tracePt t="79240" x="3149600" y="3079750"/>
          <p14:tracePt t="79256" x="2997200" y="2997200"/>
          <p14:tracePt t="79273" x="2857500" y="2908300"/>
          <p14:tracePt t="79290" x="2762250" y="2851150"/>
          <p14:tracePt t="79306" x="2717800" y="2832100"/>
          <p14:tracePt t="79322" x="2673350" y="2832100"/>
          <p14:tracePt t="79339" x="2647950" y="2851150"/>
          <p14:tracePt t="79356" x="2641600" y="2870200"/>
          <p14:tracePt t="79373" x="2660650" y="2882900"/>
          <p14:tracePt t="79809" x="2635250" y="2838450"/>
          <p14:tracePt t="79823" x="2590800" y="2781300"/>
          <p14:tracePt t="79830" x="2552700" y="2711450"/>
          <p14:tracePt t="79844" x="2501900" y="2641600"/>
          <p14:tracePt t="79854" x="2438400" y="2546350"/>
          <p14:tracePt t="79871" x="2387600" y="2463800"/>
          <p14:tracePt t="79887" x="2286000" y="2311400"/>
          <p14:tracePt t="79904" x="2184400" y="2171700"/>
          <p14:tracePt t="79921" x="2089150" y="2044700"/>
          <p14:tracePt t="79937" x="2051050" y="2000250"/>
          <p14:tracePt t="79954" x="1962150" y="1892300"/>
          <p14:tracePt t="79970" x="1905000" y="1835150"/>
          <p14:tracePt t="79987" x="1892300" y="1816100"/>
          <p14:tracePt t="80004" x="1860550" y="1790700"/>
          <p14:tracePt t="80020" x="1822450" y="1752600"/>
          <p14:tracePt t="80036" x="1816100" y="1746250"/>
          <p14:tracePt t="80055" x="1803400" y="1733550"/>
          <p14:tracePt t="80069" x="1784350" y="1714500"/>
          <p14:tracePt t="80086" x="1778000" y="1714500"/>
          <p14:tracePt t="80104" x="1758950" y="1708150"/>
          <p14:tracePt t="80120" x="1752600" y="1701800"/>
          <p14:tracePt t="80137" x="1746250" y="1689100"/>
          <p14:tracePt t="80153" x="1739900" y="1676400"/>
          <p14:tracePt t="80169" x="1733550" y="1676400"/>
          <p14:tracePt t="80250" x="1727200" y="1676400"/>
          <p14:tracePt t="80300" x="1727200" y="1682750"/>
          <p14:tracePt t="80335" x="1727200" y="1689100"/>
          <p14:tracePt t="80363" x="1727200" y="1695450"/>
          <p14:tracePt t="80391" x="1727200" y="1701800"/>
          <p14:tracePt t="80412" x="1720850" y="1708150"/>
          <p14:tracePt t="80482" x="1714500" y="1714500"/>
          <p14:tracePt t="80489" x="1714500" y="1720850"/>
          <p14:tracePt t="80524" x="1714500" y="1727200"/>
          <p14:tracePt t="80552" x="1708150" y="1727200"/>
          <p14:tracePt t="80559" x="1708150" y="1733550"/>
          <p14:tracePt t="80580" x="1708150" y="1739900"/>
          <p14:tracePt t="81263" x="1714500" y="1739900"/>
          <p14:tracePt t="81291" x="1720850" y="1739900"/>
          <p14:tracePt t="81327" x="1727200" y="1739900"/>
          <p14:tracePt t="81341" x="1733550" y="1739900"/>
          <p14:tracePt t="81362" x="1739900" y="1739900"/>
          <p14:tracePt t="81383" x="1746250" y="1739900"/>
          <p14:tracePt t="81397" x="1752600" y="1733550"/>
          <p14:tracePt t="81404" x="1758950" y="1733550"/>
          <p14:tracePt t="81418" x="1765300" y="1733550"/>
          <p14:tracePt t="81433" x="1771650" y="1733550"/>
          <p14:tracePt t="81448" x="1784350" y="1733550"/>
          <p14:tracePt t="81465" x="1797050" y="1733550"/>
          <p14:tracePt t="81482" x="1822450" y="1733550"/>
          <p14:tracePt t="81498" x="1854200" y="1727200"/>
          <p14:tracePt t="81515" x="1879600" y="1720850"/>
          <p14:tracePt t="81531" x="1898650" y="1720850"/>
          <p14:tracePt t="81548" x="1924050" y="1720850"/>
          <p14:tracePt t="81565" x="1949450" y="1720850"/>
          <p14:tracePt t="81581" x="1962150" y="1720850"/>
          <p14:tracePt t="81598" x="1987550" y="1720850"/>
          <p14:tracePt t="81615" x="2012950" y="1720850"/>
          <p14:tracePt t="81631" x="2032000" y="1720850"/>
          <p14:tracePt t="81648" x="2063750" y="1714500"/>
          <p14:tracePt t="81664" x="2108200" y="1714500"/>
          <p14:tracePt t="81681" x="2133600" y="1708150"/>
          <p14:tracePt t="81698" x="2178050" y="1695450"/>
          <p14:tracePt t="81714" x="2216150" y="1689100"/>
          <p14:tracePt t="81731" x="2247900" y="1682750"/>
          <p14:tracePt t="81748" x="2279650" y="1676400"/>
          <p14:tracePt t="81763" x="2286000" y="1676400"/>
          <p14:tracePt t="81781" x="2298700" y="1676400"/>
          <p14:tracePt t="81874" x="2298700" y="1682750"/>
          <p14:tracePt t="81895" x="2286000" y="1689100"/>
          <p14:tracePt t="82344" x="2273300" y="1701800"/>
          <p14:tracePt t="82358" x="2254250" y="1733550"/>
          <p14:tracePt t="82365" x="2247900" y="1752600"/>
          <p14:tracePt t="82382" x="2235200" y="1771650"/>
          <p14:tracePt t="82395" x="2222500" y="1797050"/>
          <p14:tracePt t="82412" x="2216150" y="1835150"/>
          <p14:tracePt t="82429" x="2190750" y="1879600"/>
          <p14:tracePt t="82446" x="2184400" y="1898650"/>
          <p14:tracePt t="82449" x="2184400" y="1905000"/>
          <p14:tracePt t="82462" x="2178050" y="1917700"/>
          <p14:tracePt t="82479" x="2171700" y="1936750"/>
          <p14:tracePt t="82495" x="2171700" y="1943100"/>
          <p14:tracePt t="82512" x="2171700" y="1962150"/>
          <p14:tracePt t="82528" x="2171700" y="1981200"/>
          <p14:tracePt t="82545" x="2171700" y="1987550"/>
          <p14:tracePt t="82562" x="2171700" y="2000250"/>
          <p14:tracePt t="82577" x="2171700" y="2006600"/>
          <p14:tracePt t="82612" x="2171700" y="2012950"/>
          <p14:tracePt t="82666" x="2171700" y="2019300"/>
          <p14:tracePt t="82694" x="2171700" y="2025650"/>
          <p14:tracePt t="82729" x="2171700" y="2032000"/>
          <p14:tracePt t="83101" x="2171700" y="2038350"/>
          <p14:tracePt t="83109" x="2171700" y="2044700"/>
          <p14:tracePt t="83115" x="2171700" y="2051050"/>
          <p14:tracePt t="83129" x="2171700" y="2057400"/>
          <p14:tracePt t="83143" x="2171700" y="2070100"/>
          <p14:tracePt t="83159" x="2165350" y="2082800"/>
          <p14:tracePt t="83176" x="2159000" y="2095500"/>
          <p14:tracePt t="83193" x="2146300" y="2139950"/>
          <p14:tracePt t="83209" x="2133600" y="2171700"/>
          <p14:tracePt t="83226" x="2127250" y="2184400"/>
          <p14:tracePt t="83243" x="2127250" y="2203450"/>
          <p14:tracePt t="83259" x="2120900" y="2222500"/>
          <p14:tracePt t="83292" x="2114550" y="2228850"/>
          <p14:tracePt t="83326" x="2114550" y="2247900"/>
          <p14:tracePt t="83342" x="2114550" y="2254250"/>
          <p14:tracePt t="83359" x="2114550" y="2260600"/>
          <p14:tracePt t="83375" x="2114550" y="2266950"/>
          <p14:tracePt t="83392" x="2114550" y="2279650"/>
          <p14:tracePt t="83409" x="2114550" y="2286000"/>
          <p14:tracePt t="83425" x="2114550" y="2292350"/>
          <p14:tracePt t="83441" x="2114550" y="2298700"/>
          <p14:tracePt t="83466" x="2114550" y="2305050"/>
          <p14:tracePt t="83522" x="2114550" y="2311400"/>
          <p14:tracePt t="83536" x="2114550" y="2317750"/>
          <p14:tracePt t="83606" x="2114550" y="2324100"/>
          <p14:tracePt t="83887" x="2114550" y="2317750"/>
          <p14:tracePt t="83901" x="2120900" y="2311400"/>
          <p14:tracePt t="83909" x="2127250" y="2298700"/>
          <p14:tracePt t="83923" x="2133600" y="2279650"/>
          <p14:tracePt t="83940" x="2139950" y="2260600"/>
          <p14:tracePt t="83957" x="2171700" y="2184400"/>
          <p14:tracePt t="83973" x="2184400" y="2159000"/>
          <p14:tracePt t="83990" x="2197100" y="2133600"/>
          <p14:tracePt t="84006" x="2209800" y="2095500"/>
          <p14:tracePt t="84023" x="2222500" y="2076450"/>
          <p14:tracePt t="84039" x="2222500" y="2063750"/>
          <p14:tracePt t="84056" x="2228850" y="2057400"/>
          <p14:tracePt t="84072" x="2235200" y="2051050"/>
          <p14:tracePt t="84364" x="2228850" y="2051050"/>
          <p14:tracePt t="84672" x="2247900" y="2032000"/>
          <p14:tracePt t="84679" x="2279650" y="2019300"/>
          <p14:tracePt t="84693" x="2311400" y="2000250"/>
          <p14:tracePt t="84703" x="2343150" y="1987550"/>
          <p14:tracePt t="84721" x="2406650" y="1955800"/>
          <p14:tracePt t="84737" x="2425700" y="1949450"/>
          <p14:tracePt t="84753" x="2470150" y="1924050"/>
          <p14:tracePt t="84771" x="2501900" y="1911350"/>
          <p14:tracePt t="84787" x="2514600" y="1905000"/>
          <p14:tracePt t="84804" x="2533650" y="1898650"/>
          <p14:tracePt t="84820" x="2552700" y="1898650"/>
          <p14:tracePt t="84837" x="2552700" y="1892300"/>
          <p14:tracePt t="84853" x="2559050" y="1892300"/>
          <p14:tracePt t="84870" x="2578100" y="1892300"/>
          <p14:tracePt t="84890" x="2584450" y="1892300"/>
          <p14:tracePt t="84911" x="2590800" y="1885950"/>
          <p14:tracePt t="84939" x="2597150" y="1885950"/>
          <p14:tracePt t="84960" x="2597150" y="1879600"/>
          <p14:tracePt t="84995" x="2603500" y="1879600"/>
          <p14:tracePt t="85002" x="2609850" y="1879600"/>
          <p14:tracePt t="85030" x="2616200" y="1873250"/>
          <p14:tracePt t="85065" x="2622550" y="1873250"/>
          <p14:tracePt t="85093" x="2628900" y="1866900"/>
          <p14:tracePt t="85219" x="2635250" y="1860550"/>
          <p14:tracePt t="85311" x="2641600" y="1860550"/>
          <p14:tracePt t="85801" x="2635250" y="1860550"/>
          <p14:tracePt t="85851" x="2628900" y="1860550"/>
          <p14:tracePt t="85885" x="2622550" y="1860550"/>
          <p14:tracePt t="85892" x="2616200" y="1866900"/>
          <p14:tracePt t="85902" x="2603500" y="1866900"/>
          <p14:tracePt t="85916" x="2597150" y="1873250"/>
          <p14:tracePt t="85933" x="2584450" y="1879600"/>
          <p14:tracePt t="85949" x="2546350" y="1885950"/>
          <p14:tracePt t="85967" x="2495550" y="1905000"/>
          <p14:tracePt t="85984" x="2419350" y="1936750"/>
          <p14:tracePt t="85999" x="2374900" y="1955800"/>
          <p14:tracePt t="86016" x="2311400" y="2000250"/>
          <p14:tracePt t="86034" x="2247900" y="2038350"/>
          <p14:tracePt t="86049" x="2228850" y="2051050"/>
          <p14:tracePt t="86066" x="2184400" y="2082800"/>
          <p14:tracePt t="86083" x="2146300" y="2114550"/>
          <p14:tracePt t="86099" x="2127250" y="2139950"/>
          <p14:tracePt t="86116" x="2114550" y="2159000"/>
          <p14:tracePt t="86132" x="2076450" y="2197100"/>
          <p14:tracePt t="86149" x="2076450" y="2203450"/>
          <p14:tracePt t="86166" x="2070100" y="2216150"/>
          <p14:tracePt t="86182" x="2063750" y="2216150"/>
          <p14:tracePt t="86199" x="2063750" y="2222500"/>
          <p14:tracePt t="86236" x="2057400" y="2228850"/>
          <p14:tracePt t="86292" x="2057400" y="2235200"/>
          <p14:tracePt t="86383" x="2063750" y="2241550"/>
          <p14:tracePt t="86412" x="2070100" y="2241550"/>
          <p14:tracePt t="86454" x="2076450" y="2241550"/>
          <p14:tracePt t="86475" x="2082800" y="2241550"/>
          <p14:tracePt t="86482" x="2089150" y="2241550"/>
          <p14:tracePt t="86503" x="2095500" y="2235200"/>
          <p14:tracePt t="86517" x="2101850" y="2235200"/>
          <p14:tracePt t="86524" x="2108200" y="2216150"/>
          <p14:tracePt t="86538" x="2114550" y="2184400"/>
          <p14:tracePt t="86547" x="2114550" y="2146300"/>
          <p14:tracePt t="86564" x="2120900" y="2089150"/>
          <p14:tracePt t="86581" x="2133600" y="1949450"/>
          <p14:tracePt t="86597" x="2127250" y="1784350"/>
          <p14:tracePt t="86614" x="2108200" y="1695450"/>
          <p14:tracePt t="86630" x="2070100" y="1536700"/>
          <p14:tracePt t="86647" x="2032000" y="1377950"/>
          <p14:tracePt t="86664" x="2000250" y="1282700"/>
          <p14:tracePt t="86680" x="1987550" y="1238250"/>
          <p14:tracePt t="86697" x="1981200" y="1206500"/>
          <p14:tracePt t="86714" x="1974850" y="1187450"/>
          <p14:tracePt t="86730" x="1968500" y="1181100"/>
          <p14:tracePt t="86764" x="1968500" y="1174750"/>
          <p14:tracePt t="86966" x="1974850" y="1206500"/>
          <p14:tracePt t="86973" x="1993900" y="1257300"/>
          <p14:tracePt t="86987" x="2032000" y="1327150"/>
          <p14:tracePt t="86995" x="2076450" y="1422400"/>
          <p14:tracePt t="87012" x="2133600" y="1504950"/>
          <p14:tracePt t="87029" x="2241550" y="1739900"/>
          <p14:tracePt t="87046" x="2349500" y="1962150"/>
          <p14:tracePt t="87063" x="2393950" y="2057400"/>
          <p14:tracePt t="87079" x="2457450" y="2184400"/>
          <p14:tracePt t="87095" x="2489200" y="2247900"/>
          <p14:tracePt t="87113" x="2514600" y="2279650"/>
          <p14:tracePt t="87155" x="2514600" y="2273300"/>
          <p14:tracePt t="87164" x="2514600" y="2260600"/>
          <p14:tracePt t="87178" x="2508250" y="2235200"/>
          <p14:tracePt t="87195" x="2495550" y="2203450"/>
          <p14:tracePt t="87212" x="2457450" y="2057400"/>
          <p14:tracePt t="87228" x="2406650" y="1873250"/>
          <p14:tracePt t="87246" x="2362200" y="1758950"/>
          <p14:tracePt t="87262" x="2286000" y="1524000"/>
          <p14:tracePt t="87278" x="2235200" y="1301750"/>
          <p14:tracePt t="87295" x="2197100" y="1155700"/>
          <p14:tracePt t="87311" x="2178050" y="1117600"/>
          <p14:tracePt t="87328" x="2171700" y="1092200"/>
          <p14:tracePt t="87345" x="2165350" y="1092200"/>
          <p14:tracePt t="87381" x="2165350" y="1098550"/>
          <p14:tracePt t="87395" x="2165350" y="1130300"/>
          <p14:tracePt t="87411" x="2178050" y="1174750"/>
          <p14:tracePt t="87428" x="2216150" y="1308100"/>
          <p14:tracePt t="87444" x="2286000" y="1479550"/>
          <p14:tracePt t="87461" x="2330450" y="1568450"/>
          <p14:tracePt t="87480" x="2489200" y="1924050"/>
          <p14:tracePt t="87512" x="2635250" y="2241550"/>
          <p14:tracePt t="87527" x="2679700" y="2324100"/>
          <p14:tracePt t="87544" x="2730500" y="2400300"/>
          <p14:tracePt t="87561" x="2743200" y="2413000"/>
          <p14:tracePt t="87577" x="2755900" y="2425700"/>
          <p14:tracePt t="87645" x="2755900" y="2419350"/>
          <p14:tracePt t="87813" x="2749550" y="2425700"/>
          <p14:tracePt t="87835" x="2736850" y="2425700"/>
          <p14:tracePt t="87841" x="2730500" y="2425700"/>
          <p14:tracePt t="87856" x="2724150" y="2425700"/>
          <p14:tracePt t="87863" x="2698750" y="2425700"/>
          <p14:tracePt t="87879" x="2679700" y="2425700"/>
          <p14:tracePt t="87893" x="2603500" y="2425700"/>
          <p14:tracePt t="87909" x="2552700" y="2425700"/>
          <p14:tracePt t="87926" x="2419350" y="2413000"/>
          <p14:tracePt t="87942" x="2368550" y="2406650"/>
          <p14:tracePt t="87959" x="2247900" y="2374900"/>
          <p14:tracePt t="87976" x="2165350" y="2368550"/>
          <p14:tracePt t="87992" x="2146300" y="2362200"/>
          <p14:tracePt t="87996" x="2127250" y="2362200"/>
          <p14:tracePt t="88010" x="2114550" y="2362200"/>
          <p14:tracePt t="88026" x="2095500" y="2355850"/>
          <p14:tracePt t="88042" x="2089150" y="2355850"/>
          <p14:tracePt t="88164" x="2095500" y="2355850"/>
          <p14:tracePt t="88171" x="2108200" y="2355850"/>
          <p14:tracePt t="88185" x="2120900" y="2355850"/>
          <p14:tracePt t="88195" x="2146300" y="2349500"/>
          <p14:tracePt t="88208" x="2178050" y="2349500"/>
          <p14:tracePt t="88225" x="2279650" y="2330450"/>
          <p14:tracePt t="88242" x="2413000" y="2311400"/>
          <p14:tracePt t="88258" x="2476500" y="2305050"/>
          <p14:tracePt t="88275" x="2540000" y="2286000"/>
          <p14:tracePt t="88291" x="2647950" y="2260600"/>
          <p14:tracePt t="88308" x="2724150" y="2216150"/>
          <p14:tracePt t="88325" x="2768600" y="2190750"/>
          <p14:tracePt t="88342" x="2787650" y="2178050"/>
          <p14:tracePt t="88358" x="2800350" y="2152650"/>
          <p14:tracePt t="88375" x="2800350" y="2146300"/>
          <p14:tracePt t="88391" x="2806700" y="2139950"/>
          <p14:tracePt t="88408" x="2806700" y="2133600"/>
          <p14:tracePt t="88424" x="2806700" y="2127250"/>
          <p14:tracePt t="88459" x="2819400" y="2127250"/>
          <p14:tracePt t="88474" x="2832100" y="2120900"/>
          <p14:tracePt t="88491" x="2844800" y="2114550"/>
          <p14:tracePt t="88495" x="2844800" y="2108200"/>
          <p14:tracePt t="88510" x="2863850" y="2101850"/>
          <p14:tracePt t="88524" x="2914650" y="2082800"/>
          <p14:tracePt t="88541" x="2959100" y="2063750"/>
          <p14:tracePt t="88558" x="3067050" y="2044700"/>
          <p14:tracePt t="88574" x="3136900" y="2025650"/>
          <p14:tracePt t="88590" x="3314700" y="2019300"/>
          <p14:tracePt t="88607" x="3492500" y="2006600"/>
          <p14:tracePt t="88623" x="3581400" y="2006600"/>
          <p14:tracePt t="88641" x="3733800" y="2012950"/>
          <p14:tracePt t="88657" x="3854450" y="2019300"/>
          <p14:tracePt t="88674" x="3905250" y="2032000"/>
          <p14:tracePt t="88690" x="3987800" y="2038350"/>
          <p14:tracePt t="88707" x="4038600" y="2044700"/>
          <p14:tracePt t="88723" x="4057650" y="2051050"/>
          <p14:tracePt t="88740" x="4089400" y="2051050"/>
          <p14:tracePt t="88757" x="4108450" y="2051050"/>
          <p14:tracePt t="88795" x="4114800" y="2051050"/>
          <p14:tracePt t="88806" x="4121150" y="2044700"/>
          <p14:tracePt t="88866" x="4127500" y="2044700"/>
          <p14:tracePt t="88915" x="4133850" y="2044700"/>
          <p14:tracePt t="88957" x="4140200" y="2044700"/>
          <p14:tracePt t="88985" x="4152900" y="2044700"/>
          <p14:tracePt t="89007" x="4152900" y="2038350"/>
          <p14:tracePt t="89012" x="4159250" y="2038350"/>
          <p14:tracePt t="89026" x="4165600" y="2038350"/>
          <p14:tracePt t="89039" x="4165600" y="2032000"/>
          <p14:tracePt t="89056" x="4178300" y="2032000"/>
          <p14:tracePt t="89072" x="4184650" y="2032000"/>
          <p14:tracePt t="89089" x="4191000" y="2032000"/>
          <p14:tracePt t="89106" x="4191000" y="2025650"/>
          <p14:tracePt t="89139" x="4197350" y="2025650"/>
          <p14:tracePt t="89155" x="4203700" y="2019300"/>
          <p14:tracePt t="89188" x="4210050" y="2019300"/>
          <p14:tracePt t="89205" x="4216400" y="2019300"/>
          <p14:tracePt t="89767" x="4235450" y="2019300"/>
          <p14:tracePt t="89774" x="4254500" y="2019300"/>
          <p14:tracePt t="89789" x="4279900" y="2019300"/>
          <p14:tracePt t="89803" x="4305300" y="2019300"/>
          <p14:tracePt t="89819" x="4343400" y="2019300"/>
          <p14:tracePt t="89836" x="4375150" y="2019300"/>
          <p14:tracePt t="89853" x="4413250" y="2019300"/>
          <p14:tracePt t="89869" x="4464050" y="2019300"/>
          <p14:tracePt t="89886" x="4502150" y="2019300"/>
          <p14:tracePt t="89902" x="4521200" y="2019300"/>
          <p14:tracePt t="89919" x="4572000" y="2025650"/>
          <p14:tracePt t="89936" x="4603750" y="2025650"/>
          <p14:tracePt t="89952" x="4622800" y="2025650"/>
          <p14:tracePt t="89969" x="4660900" y="2025650"/>
          <p14:tracePt t="89986" x="4679950" y="2025650"/>
          <p14:tracePt t="90002" x="4686300" y="2025650"/>
          <p14:tracePt t="90006" x="4699000" y="2025650"/>
          <p14:tracePt t="90021" x="4711700" y="2025650"/>
          <p14:tracePt t="90035" x="4730750" y="2019300"/>
          <p14:tracePt t="90052" x="4737100" y="2019300"/>
          <p14:tracePt t="90069" x="4756150" y="2012950"/>
          <p14:tracePt t="90085" x="4762500" y="2006600"/>
          <p14:tracePt t="90102" x="4781550" y="2006600"/>
          <p14:tracePt t="90119" x="4800600" y="2000250"/>
          <p14:tracePt t="90135" x="4813300" y="1993900"/>
          <p14:tracePt t="90152" x="4845050" y="1981200"/>
          <p14:tracePt t="90168" x="4876800" y="1974850"/>
          <p14:tracePt t="90185" x="4889500" y="1968500"/>
          <p14:tracePt t="90202" x="4921250" y="1968500"/>
          <p14:tracePt t="90218" x="4959350" y="1962150"/>
          <p14:tracePt t="90235" x="4978400" y="1962150"/>
          <p14:tracePt t="90251" x="5010150" y="1962150"/>
          <p14:tracePt t="90268" x="5029200" y="1962150"/>
          <p14:tracePt t="90301" x="5035550" y="1962150"/>
          <p14:tracePt t="90510" x="5041900" y="1962150"/>
          <p14:tracePt t="90538" x="5048250" y="1955800"/>
          <p14:tracePt t="90546" x="5054600" y="1949450"/>
          <p14:tracePt t="90568" x="5060950" y="1949450"/>
          <p14:tracePt t="90581" x="5067300" y="1943100"/>
          <p14:tracePt t="90588" x="5067300" y="1930400"/>
          <p14:tracePt t="90599" x="5073650" y="1924050"/>
          <p14:tracePt t="90616" x="5099050" y="1892300"/>
          <p14:tracePt t="90633" x="5118100" y="1873250"/>
          <p14:tracePt t="90652" x="5149850" y="1835150"/>
          <p14:tracePt t="90666" x="5181600" y="1803400"/>
          <p14:tracePt t="90683" x="5194300" y="1778000"/>
          <p14:tracePt t="90700" x="5219700" y="1746250"/>
          <p14:tracePt t="90716" x="5226050" y="1720850"/>
          <p14:tracePt t="90733" x="5257800" y="1695450"/>
          <p14:tracePt t="90750" x="5264150" y="1676400"/>
          <p14:tracePt t="90766" x="5283200" y="1670050"/>
          <p14:tracePt t="90783" x="5283200" y="1657350"/>
          <p14:tracePt t="90799" x="5295900" y="1644650"/>
          <p14:tracePt t="90816" x="5295900" y="1638300"/>
          <p14:tracePt t="90833" x="5308600" y="1631950"/>
          <p14:tracePt t="90849" x="5308600" y="1625600"/>
          <p14:tracePt t="90883" x="5314950" y="1619250"/>
          <p14:tracePt t="90910" x="5321300" y="1619250"/>
          <p14:tracePt t="91037" x="5314950" y="1619250"/>
          <p14:tracePt t="91058" x="5308600" y="1625600"/>
          <p14:tracePt t="91079" x="5302250" y="1631950"/>
          <p14:tracePt t="91085" x="5302250" y="1638300"/>
          <p14:tracePt t="91101" x="5295900" y="1644650"/>
          <p14:tracePt t="91115" x="5289550" y="1651000"/>
          <p14:tracePt t="91132" x="5276850" y="1682750"/>
          <p14:tracePt t="91149" x="5257800" y="1720850"/>
          <p14:tracePt t="91165" x="5251450" y="1752600"/>
          <p14:tracePt t="91181" x="5232400" y="1797050"/>
          <p14:tracePt t="91198" x="5219700" y="1822450"/>
          <p14:tracePt t="91215" x="5207000" y="1835150"/>
          <p14:tracePt t="91231" x="5200650" y="1854200"/>
          <p14:tracePt t="91248" x="5194300" y="1860550"/>
          <p14:tracePt t="91265" x="5194300" y="1866900"/>
          <p14:tracePt t="91316" x="5194300" y="1873250"/>
          <p14:tracePt t="91478" x="5200650" y="1873250"/>
          <p14:tracePt t="91507" x="5207000" y="1866900"/>
          <p14:tracePt t="91542" x="5213350" y="1866900"/>
          <p14:tracePt t="91569" x="5219700" y="1866900"/>
          <p14:tracePt t="91591" x="5219700" y="1860550"/>
          <p14:tracePt t="91598" x="5226050" y="1860550"/>
          <p14:tracePt t="91619" x="5226050" y="1854200"/>
          <p14:tracePt t="91640" x="5232400" y="1847850"/>
          <p14:tracePt t="91648" x="5232400" y="1841500"/>
          <p14:tracePt t="91668" x="5238750" y="1835150"/>
          <p14:tracePt t="91682" x="5238750" y="1828800"/>
          <p14:tracePt t="91689" x="5245100" y="1828800"/>
          <p14:tracePt t="91703" x="5251450" y="1822450"/>
          <p14:tracePt t="91712" x="5264150" y="1809750"/>
          <p14:tracePt t="91730" x="5270500" y="1803400"/>
          <p14:tracePt t="91746" x="5289550" y="1778000"/>
          <p14:tracePt t="91763" x="5314950" y="1752600"/>
          <p14:tracePt t="91780" x="5334000" y="1733550"/>
          <p14:tracePt t="91796" x="5340350" y="1720850"/>
          <p14:tracePt t="91813" x="5353050" y="1708150"/>
          <p14:tracePt t="91829" x="5353050" y="1701800"/>
          <p14:tracePt t="91880" x="5346700" y="1701800"/>
          <p14:tracePt t="91899" x="5340350" y="1708150"/>
          <p14:tracePt t="91914" x="5340350" y="1714500"/>
          <p14:tracePt t="91920" x="5334000" y="1714500"/>
          <p14:tracePt t="91929" x="5334000" y="1720850"/>
          <p14:tracePt t="91945" x="5321300" y="1727200"/>
          <p14:tracePt t="91963" x="5295900" y="1771650"/>
          <p14:tracePt t="91979" x="5283200" y="1784350"/>
          <p14:tracePt t="91995" x="5245100" y="1847850"/>
          <p14:tracePt t="92012" x="5219700" y="1892300"/>
          <p14:tracePt t="92029" x="5200650" y="1911350"/>
          <p14:tracePt t="92032" x="5187950" y="1924050"/>
          <p14:tracePt t="92045" x="5181600" y="1936750"/>
          <p14:tracePt t="92062" x="5168900" y="1955800"/>
          <p14:tracePt t="92078" x="5168900" y="1962150"/>
          <p14:tracePt t="92095" x="5162550" y="1968500"/>
          <p14:tracePt t="92531" x="5162550" y="1962150"/>
          <p14:tracePt t="92622" x="5162550" y="1968500"/>
          <p14:tracePt t="92650" x="5149850" y="1981200"/>
          <p14:tracePt t="92664" x="5143500" y="1981200"/>
          <p14:tracePt t="92671" x="5137150" y="1993900"/>
          <p14:tracePt t="92685" x="5124450" y="1993900"/>
          <p14:tracePt t="92693" x="5105400" y="2006600"/>
          <p14:tracePt t="92709" x="5073650" y="2012950"/>
          <p14:tracePt t="92727" x="4965700" y="2057400"/>
          <p14:tracePt t="92743" x="4819650" y="2101850"/>
          <p14:tracePt t="92759" x="4724400" y="2120900"/>
          <p14:tracePt t="92776" x="4572000" y="2139950"/>
          <p14:tracePt t="92792" x="4425950" y="2165350"/>
          <p14:tracePt t="92809" x="4362450" y="2178050"/>
          <p14:tracePt t="92826" x="4254500" y="2184400"/>
          <p14:tracePt t="92842" x="4197350" y="2190750"/>
          <p14:tracePt t="92859" x="4184650" y="2190750"/>
          <p14:tracePt t="92875" x="4165600" y="2190750"/>
          <p14:tracePt t="92910" x="4152900" y="2190750"/>
          <p14:tracePt t="93281" x="4152900" y="2197100"/>
          <p14:tracePt t="93316" x="4159250" y="2197100"/>
          <p14:tracePt t="93351" x="4165600" y="2197100"/>
          <p14:tracePt t="93372" x="4171950" y="2197100"/>
          <p14:tracePt t="93387" x="4178300" y="2197100"/>
          <p14:tracePt t="93401" x="4184650" y="2197100"/>
          <p14:tracePt t="93414" x="4197350" y="2197100"/>
          <p14:tracePt t="93436" x="4216400" y="2197100"/>
          <p14:tracePt t="93443" x="4248150" y="2197100"/>
          <p14:tracePt t="93459" x="4273550" y="2197100"/>
          <p14:tracePt t="93473" x="4375150" y="2197100"/>
          <p14:tracePt t="93490" x="4445000" y="2197100"/>
          <p14:tracePt t="93507" x="4610100" y="2184400"/>
          <p14:tracePt t="93523" x="4699000" y="2165350"/>
          <p14:tracePt t="93541" x="4946650" y="2114550"/>
          <p14:tracePt t="93557" x="5016500" y="2089150"/>
          <p14:tracePt t="93573" x="5086350" y="2057400"/>
          <p14:tracePt t="93590" x="5162550" y="2025650"/>
          <p14:tracePt t="93606" x="5226050" y="1981200"/>
          <p14:tracePt t="93623" x="5245100" y="1968500"/>
          <p14:tracePt t="93640" x="5270500" y="1936750"/>
          <p14:tracePt t="93656" x="5302250" y="1898650"/>
          <p14:tracePt t="93674" x="5314950" y="1879600"/>
          <p14:tracePt t="93689" x="5314950" y="1866900"/>
          <p14:tracePt t="93706" x="5321300" y="1860550"/>
          <p14:tracePt t="93751" x="5321300" y="1854200"/>
          <p14:tracePt t="93793" x="5327650" y="1847850"/>
          <p14:tracePt t="93913" x="5334000" y="1847850"/>
          <p14:tracePt t="94025" x="5334000" y="1841500"/>
          <p14:tracePt t="94046" x="5334000" y="1835150"/>
          <p14:tracePt t="94074" x="5340350" y="1828800"/>
          <p14:tracePt t="94089" x="5346700" y="1828800"/>
          <p14:tracePt t="94095" x="5353050" y="1822450"/>
          <p14:tracePt t="94104" x="5353050" y="1816100"/>
          <p14:tracePt t="94121" x="5359400" y="1809750"/>
          <p14:tracePt t="94138" x="5372100" y="1790700"/>
          <p14:tracePt t="94154" x="5378450" y="1784350"/>
          <p14:tracePt t="94172" x="5403850" y="1765300"/>
          <p14:tracePt t="94188" x="5403850" y="1758950"/>
          <p14:tracePt t="94204" x="5403850" y="1752600"/>
          <p14:tracePt t="94312" x="5397500" y="1758950"/>
          <p14:tracePt t="94326" x="5391150" y="1765300"/>
          <p14:tracePt t="94333" x="5384800" y="1771650"/>
          <p14:tracePt t="94347" x="5365750" y="1778000"/>
          <p14:tracePt t="94356" x="5346700" y="1790700"/>
          <p14:tracePt t="94370" x="5308600" y="1803400"/>
          <p14:tracePt t="94387" x="5232400" y="1828800"/>
          <p14:tracePt t="94403" x="5137150" y="1866900"/>
          <p14:tracePt t="94420" x="5092700" y="1879600"/>
          <p14:tracePt t="94437" x="5048250" y="1898650"/>
          <p14:tracePt t="94454" x="4946650" y="1936750"/>
          <p14:tracePt t="94470" x="4927600" y="1936750"/>
          <p14:tracePt t="94487" x="4902200" y="1955800"/>
          <p14:tracePt t="94503" x="4895850" y="1955800"/>
          <p14:tracePt t="94520" x="4883150" y="1955800"/>
          <p14:tracePt t="94579" x="4883150" y="1962150"/>
          <p14:tracePt t="94607" x="4895850" y="1962150"/>
          <p14:tracePt t="94613" x="4908550" y="1962150"/>
          <p14:tracePt t="94628" x="4921250" y="1968500"/>
          <p14:tracePt t="94636" x="4946650" y="1968500"/>
          <p14:tracePt t="94653" x="4984750" y="1981200"/>
          <p14:tracePt t="94670" x="5092700" y="1993900"/>
          <p14:tracePt t="94686" x="5232400" y="2006600"/>
          <p14:tracePt t="94702" x="5302250" y="2006600"/>
          <p14:tracePt t="94719" x="5403850" y="2006600"/>
          <p14:tracePt t="94736" x="5461000" y="2006600"/>
          <p14:tracePt t="94753" x="5473700" y="2006600"/>
          <p14:tracePt t="94769" x="5486400" y="2006600"/>
          <p14:tracePt t="94786" x="5492750" y="2006600"/>
          <p14:tracePt t="94803" x="5499100" y="1993900"/>
          <p14:tracePt t="94819" x="5492750" y="1993900"/>
          <p14:tracePt t="94853" x="5480050" y="1993900"/>
          <p14:tracePt t="94869" x="5448300" y="2000250"/>
          <p14:tracePt t="94885" x="5429250" y="2000250"/>
          <p14:tracePt t="94902" x="5340350" y="2000250"/>
          <p14:tracePt t="94918" x="5213350" y="2000250"/>
          <p14:tracePt t="94935" x="5124450" y="2000250"/>
          <p14:tracePt t="94952" x="4972050" y="2000250"/>
          <p14:tracePt t="94969" x="4845050" y="2000250"/>
          <p14:tracePt t="94986" x="4775200" y="2000250"/>
          <p14:tracePt t="95001" x="4756150" y="2000250"/>
          <p14:tracePt t="95018" x="4737100" y="2006600"/>
          <p14:tracePt t="95035" x="4730750" y="2006600"/>
          <p14:tracePt t="95071" x="4737100" y="2006600"/>
          <p14:tracePt t="95085" x="4743450" y="2006600"/>
          <p14:tracePt t="95102" x="4749800" y="2006600"/>
          <p14:tracePt t="95119" x="4768850" y="2006600"/>
          <p14:tracePt t="95134" x="4781550" y="2006600"/>
          <p14:tracePt t="95151" x="4806950" y="2006600"/>
          <p14:tracePt t="95168" x="4845050" y="2006600"/>
          <p14:tracePt t="95184" x="4864100" y="2006600"/>
          <p14:tracePt t="95203" x="4895850" y="2006600"/>
          <p14:tracePt t="95218" x="4927600" y="2006600"/>
          <p14:tracePt t="95234" x="4933950" y="2006600"/>
          <p14:tracePt t="95251" x="4946650" y="2006600"/>
          <p14:tracePt t="95356" x="4933950" y="2006600"/>
          <p14:tracePt t="95364" x="4933950" y="2012950"/>
          <p14:tracePt t="95385" x="4933950" y="2019300"/>
          <p14:tracePt t="95399" x="4921250" y="2025650"/>
          <p14:tracePt t="95406" x="4914900" y="2032000"/>
          <p14:tracePt t="95420" x="4895850" y="2038350"/>
          <p14:tracePt t="95435" x="4819650" y="2070100"/>
          <p14:tracePt t="95450" x="4762500" y="2095500"/>
          <p14:tracePt t="95466" x="4711700" y="2114550"/>
          <p14:tracePt t="95483" x="4584700" y="2159000"/>
          <p14:tracePt t="95500" x="4451350" y="2197100"/>
          <p14:tracePt t="95517" x="4400550" y="2216150"/>
          <p14:tracePt t="95534" x="4298950" y="2254250"/>
          <p14:tracePt t="95550" x="4241800" y="2266950"/>
          <p14:tracePt t="95567" x="4229100" y="2273300"/>
          <p14:tracePt t="95583" x="4203700" y="2292350"/>
          <p14:tracePt t="95600" x="4171950" y="2317750"/>
          <p14:tracePt t="95617" x="4165600" y="2336800"/>
          <p14:tracePt t="100520" x="4146550" y="2336800"/>
          <p14:tracePt t="100527" x="4127500" y="2336800"/>
          <p14:tracePt t="100535" x="4108450" y="2330450"/>
          <p14:tracePt t="100549" x="4083050" y="2330450"/>
          <p14:tracePt t="100566" x="4057650" y="2330450"/>
          <p14:tracePt t="100583" x="4000500" y="2324100"/>
          <p14:tracePt t="100599" x="3949700" y="2311400"/>
          <p14:tracePt t="100615" x="3930650" y="2311400"/>
          <p14:tracePt t="100632" x="3905250" y="2305050"/>
          <p14:tracePt t="100649" x="3860800" y="2305050"/>
          <p14:tracePt t="100665" x="3841750" y="2305050"/>
          <p14:tracePt t="100682" x="3810000" y="2305050"/>
          <p14:tracePt t="100698" x="3771900" y="2298700"/>
          <p14:tracePt t="100716" x="3759200" y="2298700"/>
          <p14:tracePt t="100732" x="3733800" y="2298700"/>
          <p14:tracePt t="100748" x="3708400" y="2305050"/>
          <p14:tracePt t="100766" x="3689350" y="2305050"/>
          <p14:tracePt t="100782" x="3683000" y="2305050"/>
          <p14:tracePt t="100798" x="3676650" y="2305050"/>
          <p14:tracePt t="100815" x="3657600" y="2311400"/>
          <p14:tracePt t="100848" x="3651250" y="2311400"/>
          <p14:tracePt t="100865" x="3638550" y="2317750"/>
          <p14:tracePt t="100881" x="3632200" y="2317750"/>
          <p14:tracePt t="100948" x="3625850" y="2317750"/>
          <p14:tracePt t="101165" x="3632200" y="2317750"/>
          <p14:tracePt t="101180" x="3638550" y="2317750"/>
          <p14:tracePt t="101186" x="3644900" y="2317750"/>
          <p14:tracePt t="101200" x="3651250" y="2324100"/>
          <p14:tracePt t="101214" x="3663950" y="2324100"/>
          <p14:tracePt t="101230" x="3702050" y="2330450"/>
          <p14:tracePt t="101246" x="3721100" y="2330450"/>
          <p14:tracePt t="101264" x="3790950" y="2349500"/>
          <p14:tracePt t="101280" x="3886200" y="2362200"/>
          <p14:tracePt t="101296" x="3943350" y="2374900"/>
          <p14:tracePt t="101313" x="4044950" y="2393950"/>
          <p14:tracePt t="101330" x="4152900" y="2406650"/>
          <p14:tracePt t="101346" x="4197350" y="2419350"/>
          <p14:tracePt t="101363" x="4260850" y="2419350"/>
          <p14:tracePt t="101379" x="4324350" y="2425700"/>
          <p14:tracePt t="101397" x="4356100" y="2425700"/>
          <p14:tracePt t="101413" x="4368800" y="2425700"/>
          <p14:tracePt t="101429" x="4375150" y="2425700"/>
          <p14:tracePt t="101446" x="4381500" y="2425700"/>
          <p14:tracePt t="101642" x="4381500" y="2419350"/>
          <p14:tracePt t="101761" x="4375150" y="2419350"/>
          <p14:tracePt t="101797" x="4368800" y="2419350"/>
          <p14:tracePt t="101818" x="4362450" y="2419350"/>
          <p14:tracePt t="101839" x="4362450" y="2413000"/>
          <p14:tracePt t="101846" x="4356100" y="2413000"/>
          <p14:tracePt t="102733" x="4368800" y="2413000"/>
          <p14:tracePt t="102741" x="4406900" y="2413000"/>
          <p14:tracePt t="102758" x="4451350" y="2406650"/>
          <p14:tracePt t="102775" x="4572000" y="2381250"/>
          <p14:tracePt t="102791" x="4718050" y="2343150"/>
          <p14:tracePt t="102808" x="4794250" y="2324100"/>
          <p14:tracePt t="102825" x="4927600" y="2260600"/>
          <p14:tracePt t="102841" x="4984750" y="2235200"/>
          <p14:tracePt t="102858" x="5124450" y="2127250"/>
          <p14:tracePt t="102874" x="5156200" y="2101850"/>
          <p14:tracePt t="102891" x="5187950" y="2063750"/>
          <p14:tracePt t="102908" x="5226050" y="2038350"/>
          <p14:tracePt t="102924" x="5238750" y="2025650"/>
          <p14:tracePt t="102941" x="5238750" y="2019300"/>
          <p14:tracePt t="102958" x="5245100" y="2012950"/>
          <p14:tracePt t="103062" x="5238750" y="2019300"/>
          <p14:tracePt t="103083" x="5232400" y="2019300"/>
          <p14:tracePt t="103091" x="5226050" y="2025650"/>
          <p14:tracePt t="103104" x="5219700" y="2032000"/>
          <p14:tracePt t="103125" x="5200650" y="2032000"/>
          <p14:tracePt t="103131" x="5187950" y="2038350"/>
          <p14:tracePt t="103141" x="5162550" y="2057400"/>
          <p14:tracePt t="103157" x="5137150" y="2063750"/>
          <p14:tracePt t="103174" x="5048250" y="2108200"/>
          <p14:tracePt t="103190" x="4991100" y="2127250"/>
          <p14:tracePt t="103207" x="4857750" y="2152650"/>
          <p14:tracePt t="103224" x="4749800" y="2178050"/>
          <p14:tracePt t="103240" x="4711700" y="2190750"/>
          <p14:tracePt t="103257" x="4629150" y="2197100"/>
          <p14:tracePt t="103273" x="4591050" y="2203450"/>
          <p14:tracePt t="103290" x="4578350" y="2203450"/>
          <p14:tracePt t="103307" x="4565650" y="2203450"/>
          <p14:tracePt t="103324" x="4559300" y="2203450"/>
          <p14:tracePt t="103672" x="4597400" y="2203450"/>
          <p14:tracePt t="103686" x="4648200" y="2203450"/>
          <p14:tracePt t="103693" x="4699000" y="2203450"/>
          <p14:tracePt t="103704" x="4756150" y="2190750"/>
          <p14:tracePt t="103722" x="4826000" y="2184400"/>
          <p14:tracePt t="103738" x="4845050" y="2178050"/>
          <p14:tracePt t="103755" x="4864100" y="2178050"/>
          <p14:tracePt t="103771" x="4889500" y="2171700"/>
          <p14:tracePt t="103833" x="4876800" y="2171700"/>
          <p14:tracePt t="103840" x="4864100" y="2178050"/>
          <p14:tracePt t="103857" x="4845050" y="2184400"/>
          <p14:tracePt t="103870" x="4826000" y="2190750"/>
          <p14:tracePt t="103888" x="4743450" y="2209800"/>
          <p14:tracePt t="103904" x="4622800" y="2235200"/>
          <p14:tracePt t="103921" x="4552950" y="2254250"/>
          <p14:tracePt t="103937" x="4419600" y="2273300"/>
          <p14:tracePt t="103954" x="4292600" y="2298700"/>
          <p14:tracePt t="103970" x="4235450" y="2311400"/>
          <p14:tracePt t="103988" x="4140200" y="2317750"/>
          <p14:tracePt t="104004" x="4051300" y="2330450"/>
          <p14:tracePt t="104020" x="4019550" y="2336800"/>
          <p14:tracePt t="104037" x="3981450" y="2343150"/>
          <p14:tracePt t="104053" x="3968750" y="2349500"/>
          <p14:tracePt t="104070" x="3962400" y="2349500"/>
          <p14:tracePt t="104248" x="3968750" y="2343150"/>
          <p14:tracePt t="104276" x="3975100" y="2343150"/>
          <p14:tracePt t="104282" x="3981450" y="2336800"/>
          <p14:tracePt t="104304" x="3987800" y="2336800"/>
          <p14:tracePt t="104317" x="4006850" y="2330450"/>
          <p14:tracePt t="104325" x="4019550" y="2324100"/>
          <p14:tracePt t="104335" x="4051300" y="2317750"/>
          <p14:tracePt t="104353" x="4133850" y="2292350"/>
          <p14:tracePt t="104369" x="4191000" y="2273300"/>
          <p14:tracePt t="104386" x="4254500" y="2254250"/>
          <p14:tracePt t="104403" x="4470400" y="2197100"/>
          <p14:tracePt t="104419" x="4533900" y="2178050"/>
          <p14:tracePt t="104436" x="4603750" y="2159000"/>
          <p14:tracePt t="104452" x="4699000" y="2120900"/>
          <p14:tracePt t="104469" x="4787900" y="2089150"/>
          <p14:tracePt t="104486" x="4832350" y="2057400"/>
          <p14:tracePt t="104502" x="4851400" y="2051050"/>
          <p14:tracePt t="104519" x="4870450" y="2044700"/>
          <p14:tracePt t="104745" x="4876800" y="2044700"/>
          <p14:tracePt t="104752" x="4889500" y="2044700"/>
          <p14:tracePt t="104766" x="4902200" y="2044700"/>
          <p14:tracePt t="104774" x="4927600" y="2044700"/>
          <p14:tracePt t="104788" x="4959350" y="2032000"/>
          <p14:tracePt t="104801" x="4984750" y="2032000"/>
          <p14:tracePt t="104818" x="5035550" y="2025650"/>
          <p14:tracePt t="104834" x="5067300" y="2025650"/>
          <p14:tracePt t="104851" x="5099050" y="2025650"/>
          <p14:tracePt t="104868" x="5124450" y="2025650"/>
          <p14:tracePt t="104884" x="5130800" y="2025650"/>
          <p14:tracePt t="104917" x="5130800" y="2032000"/>
          <p14:tracePt t="104934" x="5124450" y="2038350"/>
          <p14:tracePt t="104950" x="5099050" y="2051050"/>
          <p14:tracePt t="104968" x="5035550" y="2063750"/>
          <p14:tracePt t="104985" x="4940300" y="2089150"/>
          <p14:tracePt t="105000" x="4889500" y="2101850"/>
          <p14:tracePt t="105017" x="4819650" y="2120900"/>
          <p14:tracePt t="105034" x="4711700" y="2133600"/>
          <p14:tracePt t="105050" x="4692650" y="2139950"/>
          <p14:tracePt t="105069" x="4673600" y="2139950"/>
          <p14:tracePt t="105083" x="4667250" y="2139950"/>
          <p14:tracePt t="105100" x="4660900" y="2139950"/>
          <p14:tracePt t="105405" x="4667250" y="2139950"/>
          <p14:tracePt t="105440" x="4679950" y="2139950"/>
          <p14:tracePt t="105454" x="4692650" y="2139950"/>
          <p14:tracePt t="105467" x="4699000" y="2139950"/>
          <p14:tracePt t="105475" x="4705350" y="2139950"/>
          <p14:tracePt t="105489" x="4730750" y="2133600"/>
          <p14:tracePt t="105498" x="4749800" y="2127250"/>
          <p14:tracePt t="105516" x="4781550" y="2120900"/>
          <p14:tracePt t="105532" x="4845050" y="2114550"/>
          <p14:tracePt t="105548" x="4927600" y="2095500"/>
          <p14:tracePt t="105565" x="4972050" y="2095500"/>
          <p14:tracePt t="105581" x="5016500" y="2089150"/>
          <p14:tracePt t="105598" x="5054600" y="2082800"/>
          <p14:tracePt t="105616" x="5067300" y="2082800"/>
          <p14:tracePt t="105648" x="5073650" y="2082800"/>
          <p14:tracePt t="105728" x="5067300" y="2082800"/>
          <p14:tracePt t="105734" x="5054600" y="2089150"/>
          <p14:tracePt t="105750" x="5041900" y="2089150"/>
          <p14:tracePt t="105764" x="5029200" y="2095500"/>
          <p14:tracePt t="105781" x="4972050" y="2108200"/>
          <p14:tracePt t="105798" x="4883150" y="2133600"/>
          <p14:tracePt t="105814" x="4857750" y="2139950"/>
          <p14:tracePt t="105831" x="4794250" y="2152650"/>
          <p14:tracePt t="105847" x="4762500" y="2159000"/>
          <p14:tracePt t="105880" x="4794250" y="2171700"/>
          <p14:tracePt t="105897" x="4914900" y="2178050"/>
          <p14:tracePt t="105914" x="5003800" y="2178050"/>
          <p14:tracePt t="105931" x="5194300" y="2190750"/>
          <p14:tracePt t="105947" x="5372100" y="2184400"/>
          <p14:tracePt t="105963" x="5435600" y="2184400"/>
          <p14:tracePt t="105980" x="5499100" y="2178050"/>
          <p14:tracePt t="105997" x="5505450" y="2178050"/>
          <p14:tracePt t="106014" x="5511800" y="2178050"/>
          <p14:tracePt t="106047" x="5505450" y="2178050"/>
          <p14:tracePt t="106064" x="5480050" y="2178050"/>
          <p14:tracePt t="106080" x="5410200" y="2178050"/>
          <p14:tracePt t="106097" x="5359400" y="2178050"/>
          <p14:tracePt t="106113" x="5194300" y="2178050"/>
          <p14:tracePt t="106130" x="5041900" y="2178050"/>
          <p14:tracePt t="106149" x="4940300" y="2178050"/>
          <p14:tracePt t="106163" x="4895850" y="2165350"/>
          <p14:tracePt t="106179" x="4864100" y="2165350"/>
          <p14:tracePt t="106196" x="4857750" y="2165350"/>
          <p14:tracePt t="106213" x="4851400" y="2165350"/>
          <p14:tracePt t="106247" x="4845050" y="2171700"/>
          <p14:tracePt t="106268" x="4838700" y="2171700"/>
          <p14:tracePt t="106282" x="4832350" y="2178050"/>
          <p14:tracePt t="106289" x="4819650" y="2184400"/>
          <p14:tracePt t="106298" x="4806950" y="2197100"/>
          <p14:tracePt t="106312" x="4794250" y="2209800"/>
          <p14:tracePt t="106329" x="4775200" y="2216150"/>
          <p14:tracePt t="106346" x="4724400" y="2247900"/>
          <p14:tracePt t="106362" x="4622800" y="2273300"/>
          <p14:tracePt t="106380" x="4527550" y="2298700"/>
          <p14:tracePt t="106395" x="4476750" y="2311400"/>
          <p14:tracePt t="106412" x="4368800" y="2336800"/>
          <p14:tracePt t="106429" x="4248150" y="2355850"/>
          <p14:tracePt t="106445" x="4203700" y="2362200"/>
          <p14:tracePt t="106462" x="4102100" y="2374900"/>
          <p14:tracePt t="106479" x="3968750" y="2381250"/>
          <p14:tracePt t="106495" x="3905250" y="2381250"/>
          <p14:tracePt t="106513" x="3790950" y="2393950"/>
          <p14:tracePt t="106528" x="3683000" y="2400300"/>
          <p14:tracePt t="106545" x="3657600" y="2400300"/>
          <p14:tracePt t="106562" x="3587750" y="2400300"/>
          <p14:tracePt t="106578" x="3549650" y="2400300"/>
          <p14:tracePt t="106595" x="3543300" y="2400300"/>
          <p14:tracePt t="106612" x="3530600" y="2393950"/>
          <p14:tracePt t="106660" x="3543300" y="2393950"/>
          <p14:tracePt t="106667" x="3556000" y="2393950"/>
          <p14:tracePt t="106681" x="3575050" y="2393950"/>
          <p14:tracePt t="106695" x="3606800" y="2393950"/>
          <p14:tracePt t="106711" x="3721100" y="2381250"/>
          <p14:tracePt t="106728" x="3810000" y="2374900"/>
          <p14:tracePt t="106745" x="4000500" y="2362200"/>
          <p14:tracePt t="106761" x="4178300" y="2343150"/>
          <p14:tracePt t="106777" x="4241800" y="2343150"/>
          <p14:tracePt t="106794" x="4337050" y="2343150"/>
          <p14:tracePt t="106811" x="4381500" y="2336800"/>
          <p14:tracePt t="106828" x="4394200" y="2336800"/>
          <p14:tracePt t="106844" x="4400550" y="2336800"/>
          <p14:tracePt t="106878" x="4394200" y="2336800"/>
          <p14:tracePt t="106899" x="4387850" y="2336800"/>
          <p14:tracePt t="106906" x="4381500" y="2336800"/>
          <p14:tracePt t="106919" x="4362450" y="2343150"/>
          <p14:tracePt t="106930" x="4349750" y="2343150"/>
          <p14:tracePt t="106943" x="4330700" y="2343150"/>
          <p14:tracePt t="106960" x="4318000" y="2343150"/>
          <p14:tracePt t="106976" x="4273550" y="2349500"/>
          <p14:tracePt t="106993" x="4235450" y="2355850"/>
          <p14:tracePt t="107011" x="4222750" y="2355850"/>
          <p14:tracePt t="107027" x="4203700" y="2355850"/>
          <p14:tracePt t="107062" x="4210050" y="2355850"/>
          <p14:tracePt t="107076" x="4222750" y="2355850"/>
          <p14:tracePt t="107093" x="4273550" y="2355850"/>
          <p14:tracePt t="107110" x="4362450" y="2355850"/>
          <p14:tracePt t="107126" x="4425950" y="2355850"/>
          <p14:tracePt t="107143" x="4552950" y="2355850"/>
          <p14:tracePt t="107159" x="4616450" y="2355850"/>
          <p14:tracePt t="107176" x="4641850" y="2355850"/>
          <p14:tracePt t="107194" x="4654550" y="2355850"/>
          <p14:tracePt t="107222" x="4654550" y="2362200"/>
          <p14:tracePt t="107229" x="4641850" y="2362200"/>
          <p14:tracePt t="107245" x="4610100" y="2362200"/>
          <p14:tracePt t="107259" x="4533900" y="2368550"/>
          <p14:tracePt t="107275" x="4470400" y="2368550"/>
          <p14:tracePt t="107293" x="4343400" y="2368550"/>
          <p14:tracePt t="107309" x="4286250" y="2381250"/>
          <p14:tracePt t="107326" x="4210050" y="2387600"/>
          <p14:tracePt t="107342" x="4165600" y="2400300"/>
          <p14:tracePt t="107359" x="4159250" y="2400300"/>
          <p14:tracePt t="107376" x="4146550" y="2413000"/>
          <p14:tracePt t="107392" x="4140200" y="2413000"/>
          <p14:tracePt t="107502" x="4133850" y="2413000"/>
          <p14:tracePt t="107523" x="4121150" y="2419350"/>
          <p14:tracePt t="107530" x="4108450" y="2419350"/>
          <p14:tracePt t="107544" x="4095750" y="2419350"/>
          <p14:tracePt t="107558" x="4038600" y="2419350"/>
          <p14:tracePt t="107575" x="4000500" y="2425700"/>
          <p14:tracePt t="107591" x="3949700" y="2425700"/>
          <p14:tracePt t="107608" x="3816350" y="2438400"/>
          <p14:tracePt t="107624" x="3663950" y="2444750"/>
          <p14:tracePt t="107641" x="3575050" y="2457450"/>
          <p14:tracePt t="107658" x="3409950" y="2463800"/>
          <p14:tracePt t="107674" x="3270250" y="2463800"/>
          <p14:tracePt t="107692" x="3175000" y="2463800"/>
          <p14:tracePt t="107708" x="3136900" y="2463800"/>
          <p14:tracePt t="107724" x="3105150" y="2463800"/>
          <p14:tracePt t="107741" x="3086100" y="2463800"/>
          <p14:tracePt t="107774" x="3079750" y="2463800"/>
          <p14:tracePt t="108886" x="3092450" y="2470150"/>
          <p14:tracePt t="108893" x="3130550" y="2476500"/>
          <p14:tracePt t="108907" x="3187700" y="2489200"/>
          <p14:tracePt t="108921" x="3314700" y="2508250"/>
          <p14:tracePt t="108936" x="3384550" y="2514600"/>
          <p14:tracePt t="108953" x="3473450" y="2514600"/>
          <p14:tracePt t="108970" x="3638550" y="2533650"/>
          <p14:tracePt t="108987" x="3797300" y="2520950"/>
          <p14:tracePt t="109003" x="3886200" y="2501900"/>
          <p14:tracePt t="109020" x="4057650" y="2451100"/>
          <p14:tracePt t="109037" x="4184650" y="2387600"/>
          <p14:tracePt t="109054" x="4273550" y="2330450"/>
          <p14:tracePt t="109069" x="4318000" y="2292350"/>
          <p14:tracePt t="109086" x="4381500" y="2247900"/>
          <p14:tracePt t="109104" x="4419600" y="2203450"/>
          <p14:tracePt t="109120" x="4432300" y="2190750"/>
          <p14:tracePt t="109136" x="4451350" y="2159000"/>
          <p14:tracePt t="109153" x="4457700" y="2152650"/>
          <p14:tracePt t="109169" x="4457700" y="2146300"/>
          <p14:tracePt t="109186" x="4464050" y="2146300"/>
          <p14:tracePt t="109203" x="4464050" y="2139950"/>
          <p14:tracePt t="109239" x="4464050" y="2133600"/>
          <p14:tracePt t="109286" x="4464050" y="2127250"/>
          <p14:tracePt t="109342" x="4464050" y="2114550"/>
          <p14:tracePt t="109356" x="4470400" y="2114550"/>
          <p14:tracePt t="109363" x="4476750" y="2108200"/>
          <p14:tracePt t="109377" x="4483100" y="2095500"/>
          <p14:tracePt t="109385" x="4489450" y="2082800"/>
          <p14:tracePt t="109401" x="4502150" y="2070100"/>
          <p14:tracePt t="109419" x="4527550" y="2025650"/>
          <p14:tracePt t="109435" x="4559300" y="1987550"/>
          <p14:tracePt t="109452" x="4572000" y="1974850"/>
          <p14:tracePt t="109469" x="4591050" y="1955800"/>
          <p14:tracePt t="109485" x="4603750" y="1943100"/>
          <p14:tracePt t="109545" x="4597400" y="1949450"/>
          <p14:tracePt t="109553" x="4591050" y="1962150"/>
          <p14:tracePt t="109566" x="4584700" y="1968500"/>
          <p14:tracePt t="109573" x="4572000" y="1987550"/>
          <p14:tracePt t="109588" x="4559300" y="2006600"/>
          <p14:tracePt t="109601" x="4546600" y="2038350"/>
          <p14:tracePt t="109617" x="4476750" y="2108200"/>
          <p14:tracePt t="109634" x="4445000" y="2152650"/>
          <p14:tracePt t="109651" x="4375150" y="2222500"/>
          <p14:tracePt t="109667" x="4311650" y="2273300"/>
          <p14:tracePt t="109684" x="4286250" y="2292350"/>
          <p14:tracePt t="109701" x="4260850" y="2324100"/>
          <p14:tracePt t="109717" x="4241800" y="2330450"/>
          <p14:tracePt t="109735" x="4235450" y="2330450"/>
          <p14:tracePt t="109805" x="4235450" y="2336800"/>
          <p14:tracePt t="109917" x="4229100" y="2336800"/>
          <p14:tracePt t="109923" x="4229100" y="2343150"/>
          <p14:tracePt t="109938" x="4222750" y="2349500"/>
          <p14:tracePt t="109949" x="4216400" y="2362200"/>
          <p14:tracePt t="109966" x="4203700" y="2381250"/>
          <p14:tracePt t="109983" x="4191000" y="2393950"/>
          <p14:tracePt t="110000" x="4159250" y="2432050"/>
          <p14:tracePt t="110016" x="4114800" y="2476500"/>
          <p14:tracePt t="110033" x="4095750" y="2501900"/>
          <p14:tracePt t="110050" x="4057650" y="2540000"/>
          <p14:tracePt t="110066" x="4025900" y="2565400"/>
          <p14:tracePt t="110083" x="4013200" y="2571750"/>
          <p14:tracePt t="110100" x="3975100" y="2584450"/>
          <p14:tracePt t="110116" x="3937000" y="2584450"/>
          <p14:tracePt t="110133" x="3924300" y="2584450"/>
          <p14:tracePt t="110149" x="3905250" y="2590800"/>
          <p14:tracePt t="110166" x="3898900" y="2590800"/>
          <p14:tracePt t="110183" x="3892550" y="2590800"/>
          <p14:tracePt t="110199" x="3886200" y="2590800"/>
          <p14:tracePt t="110296" x="3898900" y="2590800"/>
          <p14:tracePt t="110317" x="3905250" y="2590800"/>
          <p14:tracePt t="110324" x="3911600" y="2590800"/>
          <p14:tracePt t="110338" x="3930650" y="2590800"/>
          <p14:tracePt t="110348" x="3943350" y="2590800"/>
          <p14:tracePt t="110364" x="3975100" y="2584450"/>
          <p14:tracePt t="110382" x="4044950" y="2565400"/>
          <p14:tracePt t="110398" x="4140200" y="2552700"/>
          <p14:tracePt t="110415" x="4235450" y="2527300"/>
          <p14:tracePt t="110431" x="4273550" y="2514600"/>
          <p14:tracePt t="110448" x="4305300" y="2508250"/>
          <p14:tracePt t="110465" x="4375150" y="2508250"/>
          <p14:tracePt t="110481" x="4381500" y="2508250"/>
          <p14:tracePt t="110498" x="4394200" y="2508250"/>
          <p14:tracePt t="110531" x="4400550" y="2508250"/>
          <p14:tracePt t="110576" x="4406900" y="2508250"/>
          <p14:tracePt t="110599" x="4413250" y="2514600"/>
          <p14:tracePt t="110604" x="4419600" y="2520950"/>
          <p14:tracePt t="110618" x="4432300" y="2520950"/>
          <p14:tracePt t="110630" x="4438650" y="2520950"/>
          <p14:tracePt t="110647" x="4464050" y="2533650"/>
          <p14:tracePt t="110664" x="4483100" y="2552700"/>
          <p14:tracePt t="110681" x="4514850" y="2565400"/>
          <p14:tracePt t="110697" x="4559300" y="2584450"/>
          <p14:tracePt t="110714" x="4578350" y="2590800"/>
          <p14:tracePt t="110731" x="4622800" y="2597150"/>
          <p14:tracePt t="110747" x="4648200" y="2603500"/>
          <p14:tracePt t="110763" x="4667250" y="2603500"/>
          <p14:tracePt t="110780" x="4679950" y="2603500"/>
          <p14:tracePt t="110877" x="4686300" y="2603500"/>
          <p14:tracePt t="110948" x="4692650" y="2603500"/>
          <p14:tracePt t="110976" x="4699000" y="2603500"/>
          <p14:tracePt t="110990" x="4705350" y="2603500"/>
          <p14:tracePt t="110999" x="4718050" y="2603500"/>
          <p14:tracePt t="111060" x="4724400" y="2603500"/>
          <p14:tracePt t="111096" x="4730750" y="2603500"/>
          <p14:tracePt t="111131" x="4737100" y="2603500"/>
          <p14:tracePt t="111166" x="4730750" y="2603500"/>
          <p14:tracePt t="111181" x="4724400" y="2603500"/>
          <p14:tracePt t="111201" x="4711700" y="2603500"/>
          <p14:tracePt t="111207" x="4692650" y="2603500"/>
          <p14:tracePt t="111222" x="4667250" y="2603500"/>
          <p14:tracePt t="111231" x="4641850" y="2597150"/>
          <p14:tracePt t="111245" x="4603750" y="2597150"/>
          <p14:tracePt t="111262" x="4533900" y="2597150"/>
          <p14:tracePt t="111279" x="4464050" y="2590800"/>
          <p14:tracePt t="111295" x="4445000" y="2590800"/>
          <p14:tracePt t="111312" x="4406900" y="2590800"/>
          <p14:tracePt t="111328" x="4394200" y="2590800"/>
          <p14:tracePt t="111345" x="4387850" y="2590800"/>
          <p14:tracePt t="111379" x="4400550" y="2590800"/>
          <p14:tracePt t="111394" x="4413250" y="2590800"/>
          <p14:tracePt t="111412" x="4464050" y="2590800"/>
          <p14:tracePt t="111428" x="4502150" y="2590800"/>
          <p14:tracePt t="111445" x="4603750" y="2590800"/>
          <p14:tracePt t="111462" x="4705350" y="2590800"/>
          <p14:tracePt t="111479" x="4749800" y="2590800"/>
          <p14:tracePt t="111495" x="4794250" y="2590800"/>
          <p14:tracePt t="111511" x="4819650" y="2584450"/>
          <p14:tracePt t="111528" x="4826000" y="2584450"/>
          <p14:tracePt t="111601" x="4819650" y="2584450"/>
          <p14:tracePt t="111607" x="4813300" y="2590800"/>
          <p14:tracePt t="111622" x="4787900" y="2590800"/>
          <p14:tracePt t="111630" x="4762500" y="2590800"/>
          <p14:tracePt t="111644" x="4730750" y="2590800"/>
          <p14:tracePt t="111661" x="4629150" y="2590800"/>
          <p14:tracePt t="111678" x="4565650" y="2590800"/>
          <p14:tracePt t="111694" x="4464050" y="2590800"/>
          <p14:tracePt t="111711" x="4394200" y="2590800"/>
          <p14:tracePt t="111727" x="4356100" y="2590800"/>
          <p14:tracePt t="111744" x="4349750" y="2590800"/>
          <p14:tracePt t="111783" x="4368800" y="2590800"/>
          <p14:tracePt t="111793" x="4387850" y="2590800"/>
          <p14:tracePt t="111811" x="4464050" y="2590800"/>
          <p14:tracePt t="111827" x="4514850" y="2590800"/>
          <p14:tracePt t="111843" x="4648200" y="2571750"/>
          <p14:tracePt t="111860" x="4762500" y="2552700"/>
          <p14:tracePt t="111877" x="4794250" y="2546350"/>
          <p14:tracePt t="111893" x="4838700" y="2540000"/>
          <p14:tracePt t="111910" x="4845050" y="2540000"/>
          <p14:tracePt t="112007" x="4838700" y="2540000"/>
          <p14:tracePt t="112755" x="4838700" y="2527300"/>
          <p14:tracePt t="112762" x="4845050" y="2508250"/>
          <p14:tracePt t="112773" x="4845050" y="2501900"/>
          <p14:tracePt t="112790" x="4851400" y="2463800"/>
          <p14:tracePt t="112807" x="4857750" y="2457450"/>
          <p14:tracePt t="112823" x="4857750" y="2451100"/>
          <p14:tracePt t="112840" x="4864100" y="2432050"/>
          <p14:tracePt t="112857" x="4864100" y="2425700"/>
          <p14:tracePt t="112889" x="4864100" y="2419350"/>
          <p14:tracePt t="112930" x="4864100" y="2413000"/>
          <p14:tracePt t="113001" x="4864100" y="2406650"/>
          <p14:tracePt t="113015" x="4864100" y="2393950"/>
          <p14:tracePt t="113021" x="4864100" y="2381250"/>
          <p14:tracePt t="113036" x="4864100" y="2374900"/>
          <p14:tracePt t="113043" x="4857750" y="2362200"/>
          <p14:tracePt t="113056" x="4857750" y="2349500"/>
          <p14:tracePt t="113072" x="4851400" y="2324100"/>
          <p14:tracePt t="113089" x="4845050" y="2311400"/>
          <p14:tracePt t="113106" x="4838700" y="2292350"/>
          <p14:tracePt t="113122" x="4838700" y="2286000"/>
          <p14:tracePt t="113155" x="4832350" y="2279650"/>
          <p14:tracePt t="113182" x="4826000" y="2279650"/>
          <p14:tracePt t="113260" x="4819650" y="2279650"/>
          <p14:tracePt t="113281" x="4819650" y="2286000"/>
          <p14:tracePt t="113302" x="4813300" y="2286000"/>
          <p14:tracePt t="113323" x="4813300" y="2292350"/>
          <p14:tracePt t="113329" x="4806950" y="2298700"/>
          <p14:tracePt t="113365" x="4806950" y="2305050"/>
          <p14:tracePt t="113393" x="4800600" y="2311400"/>
          <p14:tracePt t="113435" x="4794250" y="2317750"/>
          <p14:tracePt t="113463" x="4787900" y="2317750"/>
          <p14:tracePt t="113470" x="4781550" y="2324100"/>
          <p14:tracePt t="113484" x="4781550" y="2330450"/>
          <p14:tracePt t="113491" x="4775200" y="2330450"/>
          <p14:tracePt t="113512" x="4775200" y="2336800"/>
          <p14:tracePt t="113533" x="4768850" y="2343150"/>
          <p14:tracePt t="113555" x="4762500" y="2349500"/>
          <p14:tracePt t="113583" x="4756150" y="2355850"/>
          <p14:tracePt t="113605" x="4749800" y="2355850"/>
          <p14:tracePt t="113632" x="4743450" y="2362200"/>
          <p14:tracePt t="113653" x="4743450" y="2368550"/>
          <p14:tracePt t="113674" x="4737100" y="2374900"/>
          <p14:tracePt t="113681" x="4730750" y="2374900"/>
          <p14:tracePt t="113702" x="4730750" y="2381250"/>
          <p14:tracePt t="113737" x="4730750" y="2387600"/>
          <p14:tracePt t="113772" x="4724400" y="2393950"/>
          <p14:tracePt t="113807" x="4718050" y="2393950"/>
          <p14:tracePt t="113821" x="4711700" y="2400300"/>
          <p14:tracePt t="113843" x="4711700" y="2406650"/>
          <p14:tracePt t="113877" x="4705350" y="2413000"/>
          <p14:tracePt t="113906" x="4699000" y="2419350"/>
          <p14:tracePt t="113912" x="4692650" y="2419350"/>
          <p14:tracePt t="113926" x="4692650" y="2425700"/>
          <p14:tracePt t="113935" x="4692650" y="2432050"/>
          <p14:tracePt t="113952" x="4686300" y="2432050"/>
          <p14:tracePt t="113969" x="4673600" y="2432050"/>
          <p14:tracePt t="113986" x="4660900" y="2444750"/>
          <p14:tracePt t="114004" x="4635500" y="2457450"/>
          <p14:tracePt t="114019" x="4622800" y="2463800"/>
          <p14:tracePt t="114036" x="4591050" y="2489200"/>
          <p14:tracePt t="114053" x="4552950" y="2514600"/>
          <p14:tracePt t="114069" x="4540250" y="2527300"/>
          <p14:tracePt t="114085" x="4521200" y="2540000"/>
          <p14:tracePt t="114103" x="4514850" y="2546350"/>
          <p14:tracePt t="114135" x="4508500" y="2546350"/>
          <p14:tracePt t="114152" x="4508500" y="2552700"/>
          <p14:tracePt t="114235" x="4514850" y="2552700"/>
          <p14:tracePt t="114263" x="4521200" y="2552700"/>
          <p14:tracePt t="114305" x="4527550" y="2552700"/>
          <p14:tracePt t="114334" x="4527550" y="2546350"/>
          <p14:tracePt t="114361" x="4527550" y="2540000"/>
          <p14:tracePt t="114425" x="4527550" y="2533650"/>
          <p14:tracePt t="114431" x="4527550" y="2527300"/>
          <p14:tracePt t="114446" x="4527550" y="2520950"/>
          <p14:tracePt t="114454" x="4527550" y="2514600"/>
          <p14:tracePt t="114468" x="4521200" y="2508250"/>
          <p14:tracePt t="114484" x="4514850" y="2495550"/>
          <p14:tracePt t="114502" x="4489450" y="2457450"/>
          <p14:tracePt t="114517" x="4425950" y="2400300"/>
          <p14:tracePt t="114534" x="4368800" y="2362200"/>
          <p14:tracePt t="114551" x="4254500" y="2286000"/>
          <p14:tracePt t="114567" x="4102100" y="2216150"/>
          <p14:tracePt t="114584" x="4025900" y="2184400"/>
          <p14:tracePt t="114600" x="3886200" y="2127250"/>
          <p14:tracePt t="114617" x="3746500" y="2108200"/>
          <p14:tracePt t="114633" x="3676650" y="2101850"/>
          <p14:tracePt t="114650" x="3587750" y="2089150"/>
          <p14:tracePt t="114667" x="3536950" y="2089150"/>
          <p14:tracePt t="114684" x="3511550" y="2089150"/>
          <p14:tracePt t="114700" x="3498850" y="2089150"/>
          <p14:tracePt t="114717" x="3492500" y="2089150"/>
          <p14:tracePt t="114733" x="3479800" y="2089150"/>
          <p14:tracePt t="114766" x="3479800" y="2095500"/>
          <p14:tracePt t="114797" x="3473450" y="2095500"/>
          <p14:tracePt t="114860" x="3479800" y="2095500"/>
          <p14:tracePt t="114867" x="3492500" y="2095500"/>
          <p14:tracePt t="114873" x="3505200" y="2101850"/>
          <p14:tracePt t="114888" x="3524250" y="2108200"/>
          <p14:tracePt t="114899" x="3568700" y="2120900"/>
          <p14:tracePt t="114917" x="3695700" y="2146300"/>
          <p14:tracePt t="114934" x="3778250" y="2165350"/>
          <p14:tracePt t="114949" x="4013200" y="2228850"/>
          <p14:tracePt t="114966" x="4241800" y="2305050"/>
          <p14:tracePt t="114983" x="4362450" y="2349500"/>
          <p14:tracePt t="115000" x="4546600" y="2406650"/>
          <p14:tracePt t="115015" x="4654550" y="2457450"/>
          <p14:tracePt t="115032" x="4699000" y="2470150"/>
          <p14:tracePt t="115049" x="4724400" y="2482850"/>
          <p14:tracePt t="115065" x="4730750" y="2489200"/>
          <p14:tracePt t="115154" x="4724400" y="2489200"/>
          <p14:tracePt t="115168" x="4718050" y="2489200"/>
          <p14:tracePt t="115175" x="4705350" y="2489200"/>
          <p14:tracePt t="115189" x="4692650" y="2482850"/>
          <p14:tracePt t="115198" x="4673600" y="2482850"/>
          <p14:tracePt t="115215" x="4635500" y="2476500"/>
          <p14:tracePt t="115232" x="4527550" y="2451100"/>
          <p14:tracePt t="115248" x="4381500" y="2413000"/>
          <p14:tracePt t="115265" x="4286250" y="2381250"/>
          <p14:tracePt t="115282" x="4146550" y="2343150"/>
          <p14:tracePt t="115298" x="4000500" y="2311400"/>
          <p14:tracePt t="115316" x="3905250" y="2286000"/>
          <p14:tracePt t="115332" x="3879850" y="2279650"/>
          <p14:tracePt t="115348" x="3854450" y="2279650"/>
          <p14:tracePt t="115365" x="3822700" y="2273300"/>
          <p14:tracePt t="115381" x="3816350" y="2273300"/>
          <p14:tracePt t="115427" x="3822700" y="2273300"/>
          <p14:tracePt t="115435" x="3829050" y="2273300"/>
          <p14:tracePt t="115451" x="3854450" y="2273300"/>
          <p14:tracePt t="115464" x="3873500" y="2273300"/>
          <p14:tracePt t="115481" x="3968750" y="2298700"/>
          <p14:tracePt t="115498" x="4140200" y="2349500"/>
          <p14:tracePt t="115514" x="4241800" y="2381250"/>
          <p14:tracePt t="115531" x="4425950" y="2419350"/>
          <p14:tracePt t="115549" x="4559300" y="2470150"/>
          <p14:tracePt t="115564" x="4616450" y="2482850"/>
          <p14:tracePt t="115580" x="4667250" y="2508250"/>
          <p14:tracePt t="115597" x="4679950" y="2514600"/>
          <p14:tracePt t="115632" x="4679950" y="2520950"/>
          <p14:tracePt t="115729" x="4673600" y="2520950"/>
          <p14:tracePt t="115856" x="4667250" y="2520950"/>
          <p14:tracePt t="116391" x="4660900" y="2527300"/>
          <p14:tracePt t="116398" x="4641850" y="2533650"/>
          <p14:tracePt t="116414" x="4629150" y="2546350"/>
          <p14:tracePt t="116427" x="4616450" y="2552700"/>
          <p14:tracePt t="116444" x="4578350" y="2565400"/>
          <p14:tracePt t="116461" x="4572000" y="2578100"/>
          <p14:tracePt t="116477" x="4552950" y="2584450"/>
          <p14:tracePt t="116494" x="4552950" y="2590800"/>
          <p14:tracePt t="116511" x="4546600" y="2597150"/>
          <p14:tracePt t="116527" x="4540250" y="2597150"/>
          <p14:tracePt t="116721" x="4546600" y="2590800"/>
          <p14:tracePt t="116728" x="4559300" y="2571750"/>
          <p14:tracePt t="116741" x="4572000" y="2546350"/>
          <p14:tracePt t="116749" x="4597400" y="2508250"/>
          <p14:tracePt t="116763" x="4622800" y="2463800"/>
          <p14:tracePt t="116776" x="4641850" y="2419350"/>
          <p14:tracePt t="116793" x="4692650" y="2343150"/>
          <p14:tracePt t="116796" x="4705350" y="2324100"/>
          <p14:tracePt t="116826" x="4737100" y="2286000"/>
          <p14:tracePt t="116843" x="4749800" y="2266950"/>
          <p14:tracePt t="116859" x="4756150" y="2260600"/>
          <p14:tracePt t="116903" x="4756150" y="2266950"/>
          <p14:tracePt t="116912" x="4749800" y="2266950"/>
          <p14:tracePt t="116926" x="4749800" y="2273300"/>
          <p14:tracePt t="116942" x="4730750" y="2292350"/>
          <p14:tracePt t="116959" x="4711700" y="2324100"/>
          <p14:tracePt t="116975" x="4686300" y="2349500"/>
          <p14:tracePt t="116992" x="4660900" y="2381250"/>
          <p14:tracePt t="117009" x="4584700" y="2482850"/>
          <p14:tracePt t="117026" x="4552950" y="2514600"/>
          <p14:tracePt t="117044" x="4508500" y="2552700"/>
          <p14:tracePt t="117058" x="4489450" y="2565400"/>
          <p14:tracePt t="117075" x="4464050" y="2578100"/>
          <p14:tracePt t="117093" x="4445000" y="2584450"/>
          <p14:tracePt t="117108" x="4438650" y="2584450"/>
          <p14:tracePt t="117125" x="4432300" y="2584450"/>
          <p14:tracePt t="117170" x="4438650" y="2578100"/>
          <p14:tracePt t="117184" x="4445000" y="2571750"/>
          <p14:tracePt t="117191" x="4457700" y="2559050"/>
          <p14:tracePt t="117208" x="4483100" y="2546350"/>
          <p14:tracePt t="117225" x="4584700" y="2489200"/>
          <p14:tracePt t="117241" x="4711700" y="2400300"/>
          <p14:tracePt t="117258" x="4794250" y="2349500"/>
          <p14:tracePt t="117275" x="4921250" y="2266950"/>
          <p14:tracePt t="117291" x="5041900" y="2165350"/>
          <p14:tracePt t="117308" x="5073650" y="2139950"/>
          <p14:tracePt t="117324" x="5118100" y="2095500"/>
          <p14:tracePt t="117341" x="5130800" y="2076450"/>
          <p14:tracePt t="117357" x="5130800" y="2070100"/>
          <p14:tracePt t="117401" x="5130800" y="2076450"/>
          <p14:tracePt t="117415" x="5124450" y="2082800"/>
          <p14:tracePt t="117423" x="5118100" y="2095500"/>
          <p14:tracePt t="117441" x="5092700" y="2101850"/>
          <p14:tracePt t="117457" x="5010150" y="2152650"/>
          <p14:tracePt t="117474" x="4857750" y="2235200"/>
          <p14:tracePt t="117491" x="4762500" y="2286000"/>
          <p14:tracePt t="117507" x="4591050" y="2374900"/>
          <p14:tracePt t="117524" x="4413250" y="2457450"/>
          <p14:tracePt t="117541" x="4254500" y="2527300"/>
          <p14:tracePt t="117556" x="4197350" y="2546350"/>
          <p14:tracePt t="117573" x="4121150" y="2552700"/>
          <p14:tracePt t="117591" x="4089400" y="2559050"/>
          <p14:tracePt t="117606" x="4083050" y="2565400"/>
          <p14:tracePt t="117661" x="4114800" y="2552700"/>
          <p14:tracePt t="117674" x="4140200" y="2546350"/>
          <p14:tracePt t="117681" x="4197350" y="2540000"/>
          <p14:tracePt t="117696" x="4260850" y="2508250"/>
          <p14:tracePt t="117706" x="4330700" y="2482850"/>
          <p14:tracePt t="117723" x="4502150" y="2432050"/>
          <p14:tracePt t="117739" x="4584700" y="2387600"/>
          <p14:tracePt t="117756" x="4718050" y="2343150"/>
          <p14:tracePt t="117773" x="4768850" y="2311400"/>
          <p14:tracePt t="117790" x="4775200" y="2311400"/>
          <p14:tracePt t="117823" x="4756150" y="2311400"/>
          <p14:tracePt t="117839" x="4737100" y="2317750"/>
          <p14:tracePt t="117856" x="4635500" y="2330450"/>
          <p14:tracePt t="117872" x="4464050" y="2336800"/>
          <p14:tracePt t="117890" x="4349750" y="2355850"/>
          <p14:tracePt t="117906" x="4083050" y="2393950"/>
          <p14:tracePt t="117922" x="3829050" y="2425700"/>
          <p14:tracePt t="117939" x="3714750" y="2432050"/>
          <p14:tracePt t="117956" x="3511550" y="2432050"/>
          <p14:tracePt t="117972" x="3422650" y="2444750"/>
          <p14:tracePt t="117990" x="3200400" y="2438400"/>
          <p14:tracePt t="118005" x="3162300" y="2438400"/>
          <p14:tracePt t="118022" x="3143250" y="2438400"/>
          <p14:tracePt t="118039" x="3124200" y="2432050"/>
          <p14:tracePt t="118055" x="3111500" y="2432050"/>
          <p14:tracePt t="118102" x="3117850" y="2432050"/>
          <p14:tracePt t="118117" x="3136900" y="2425700"/>
          <p14:tracePt t="118125" x="3162300" y="2419350"/>
          <p14:tracePt t="118138" x="3206750" y="2413000"/>
          <p14:tracePt t="118155" x="3327400" y="2387600"/>
          <p14:tracePt t="118172" x="3397250" y="2374900"/>
          <p14:tracePt t="118188" x="3575050" y="2368550"/>
          <p14:tracePt t="118205" x="3778250" y="2355850"/>
          <p14:tracePt t="118222" x="3994150" y="2355850"/>
          <p14:tracePt t="118237" x="4083050" y="2355850"/>
          <p14:tracePt t="118254" x="4159250" y="2355850"/>
          <p14:tracePt t="118272" x="4292600" y="2362200"/>
          <p14:tracePt t="118288" x="4318000" y="2362200"/>
          <p14:tracePt t="118321" x="4324350" y="2362200"/>
          <p14:tracePt t="118376" x="4318000" y="2362200"/>
          <p14:tracePt t="118383" x="4311650" y="2362200"/>
          <p14:tracePt t="118397" x="4305300" y="2362200"/>
          <p14:tracePt t="118406" x="4292600" y="2362200"/>
          <p14:tracePt t="118421" x="4267200" y="2349500"/>
          <p14:tracePt t="118438" x="4203700" y="2336800"/>
          <p14:tracePt t="118454" x="4121150" y="2311400"/>
          <p14:tracePt t="118470" x="4070350" y="2305050"/>
          <p14:tracePt t="118487" x="3968750" y="2273300"/>
          <p14:tracePt t="118503" x="3911600" y="2254250"/>
          <p14:tracePt t="118521" x="3879850" y="2254250"/>
          <p14:tracePt t="118537" x="3854450" y="2247900"/>
          <p14:tracePt t="118554" x="3752850" y="2228850"/>
          <p14:tracePt t="118570" x="3727450" y="2228850"/>
          <p14:tracePt t="118587" x="3670300" y="2222500"/>
          <p14:tracePt t="118603" x="3638550" y="2222500"/>
          <p14:tracePt t="118620" x="3606800" y="2222500"/>
          <p14:tracePt t="118637" x="3581400" y="2222500"/>
          <p14:tracePt t="118653" x="3575050" y="2222500"/>
          <p14:tracePt t="118670" x="3575050" y="2216150"/>
          <p14:tracePt t="118776" x="3575050" y="2222500"/>
          <p14:tracePt t="118797" x="3587750" y="2228850"/>
          <p14:tracePt t="118804" x="3600450" y="2228850"/>
          <p14:tracePt t="118818" x="3619500" y="2241550"/>
          <p14:tracePt t="118825" x="3670300" y="2254250"/>
          <p14:tracePt t="118836" x="3740150" y="2279650"/>
          <p14:tracePt t="118853" x="3937000" y="2330450"/>
          <p14:tracePt t="118868" x="4064000" y="2374900"/>
          <p14:tracePt t="118886" x="4203700" y="2419350"/>
          <p14:tracePt t="118903" x="4527550" y="2540000"/>
          <p14:tracePt t="118919" x="4597400" y="2565400"/>
          <p14:tracePt t="118936" x="4660900" y="2584450"/>
          <p14:tracePt t="118952" x="4724400" y="2609850"/>
          <p14:tracePt t="118969" x="4756150" y="2609850"/>
          <p14:tracePt t="119002" x="4762500" y="2609850"/>
          <p14:tracePt t="119113" x="4768850" y="2609850"/>
          <p14:tracePt t="119134" x="4775200" y="2609850"/>
          <p14:tracePt t="119155" x="4781550" y="2609850"/>
          <p14:tracePt t="119169" x="4787900" y="2603500"/>
          <p14:tracePt t="119183" x="4794250" y="2603500"/>
          <p14:tracePt t="119196" x="4800600" y="2603500"/>
          <p14:tracePt t="119219" x="4813300" y="2603500"/>
          <p14:tracePt t="119225" x="4826000" y="2603500"/>
          <p14:tracePt t="119239" x="4832350" y="2603500"/>
          <p14:tracePt t="119251" x="4851400" y="2603500"/>
          <p14:tracePt t="119268" x="4864100" y="2603500"/>
          <p14:tracePt t="119284" x="4876800" y="2603500"/>
          <p14:tracePt t="119301" x="4889500" y="2603500"/>
          <p14:tracePt t="119408" x="4883150" y="2603500"/>
          <p14:tracePt t="119450" x="4876800" y="2603500"/>
          <p14:tracePt t="119478" x="4870450" y="2603500"/>
          <p14:tracePt t="120030" x="4857750" y="2609850"/>
          <p14:tracePt t="120037" x="4826000" y="2622550"/>
          <p14:tracePt t="120051" x="4794250" y="2647950"/>
          <p14:tracePt t="120065" x="4724400" y="2686050"/>
          <p14:tracePt t="120081" x="4692650" y="2711450"/>
          <p14:tracePt t="120098" x="4660900" y="2736850"/>
          <p14:tracePt t="120115" x="4603750" y="2781300"/>
          <p14:tracePt t="120131" x="4540250" y="2832100"/>
          <p14:tracePt t="120149" x="4508500" y="2857500"/>
          <p14:tracePt t="120164" x="4438650" y="2901950"/>
          <p14:tracePt t="120181" x="4375150" y="2940050"/>
          <p14:tracePt t="120198" x="4324350" y="2959100"/>
          <p14:tracePt t="120214" x="4305300" y="2965450"/>
          <p14:tracePt t="120231" x="4286250" y="2978150"/>
          <p14:tracePt t="120248" x="4273550" y="2978150"/>
          <p14:tracePt t="120264" x="4273550" y="2984500"/>
          <p14:tracePt t="120325" x="4273550" y="2978150"/>
          <p14:tracePt t="120367" x="4273550" y="2971800"/>
          <p14:tracePt t="120983" x="4260850" y="2971800"/>
          <p14:tracePt t="120990" x="4235450" y="2971800"/>
          <p14:tracePt t="120998" x="4216400" y="2971800"/>
          <p14:tracePt t="121012" x="4191000" y="2978150"/>
          <p14:tracePt t="121028" x="4171950" y="2978150"/>
          <p14:tracePt t="121045" x="4140200" y="2978150"/>
          <p14:tracePt t="121061" x="4114800" y="2978150"/>
          <p14:tracePt t="121078" x="4095750" y="2978150"/>
          <p14:tracePt t="121095" x="4083050" y="2978150"/>
          <p14:tracePt t="121111" x="4070350" y="2978150"/>
          <p14:tracePt t="121128" x="4057650" y="2984500"/>
          <p14:tracePt t="121145" x="4038600" y="2990850"/>
          <p14:tracePt t="121161" x="4019550" y="3003550"/>
          <p14:tracePt t="121178" x="4006850" y="3009900"/>
          <p14:tracePt t="121194" x="3994150" y="3022600"/>
          <p14:tracePt t="121211" x="3981450" y="3035300"/>
          <p14:tracePt t="121228" x="3968750" y="3041650"/>
          <p14:tracePt t="121244" x="3956050" y="3060700"/>
          <p14:tracePt t="121261" x="3949700" y="3067050"/>
          <p14:tracePt t="121278" x="3930650" y="3086100"/>
          <p14:tracePt t="121294" x="3924300" y="3092450"/>
          <p14:tracePt t="121311" x="3917950" y="3092450"/>
          <p14:tracePt t="123635" x="3898900" y="3092450"/>
          <p14:tracePt t="123642" x="3873500" y="3079750"/>
          <p14:tracePt t="123657" x="3848100" y="3073400"/>
          <p14:tracePt t="123669" x="3816350" y="3060700"/>
          <p14:tracePt t="123686" x="3727450" y="3035300"/>
          <p14:tracePt t="123702" x="3689350" y="3016250"/>
          <p14:tracePt t="123719" x="3600450" y="2971800"/>
          <p14:tracePt t="123735" x="3524250" y="2940050"/>
          <p14:tracePt t="123752" x="3492500" y="2921000"/>
          <p14:tracePt t="123769" x="3422650" y="2889250"/>
          <p14:tracePt t="123785" x="3359150" y="2857500"/>
          <p14:tracePt t="123802" x="3314700" y="2838450"/>
          <p14:tracePt t="123819" x="3251200" y="2806700"/>
          <p14:tracePt t="123835" x="3219450" y="2787650"/>
          <p14:tracePt t="123854" x="3105150" y="2743200"/>
          <p14:tracePt t="123868" x="3073400" y="2736850"/>
          <p14:tracePt t="123885" x="3054350" y="2730500"/>
          <p14:tracePt t="123902" x="2997200" y="2717800"/>
          <p14:tracePt t="123918" x="2984500" y="2711450"/>
          <p14:tracePt t="123935" x="2978150" y="2705100"/>
          <p14:tracePt t="123951" x="2965450" y="2705100"/>
          <p14:tracePt t="123968" x="2959100" y="2698750"/>
          <p14:tracePt t="124056" x="2952750" y="2698750"/>
          <p14:tracePt t="124084" x="2946400" y="2705100"/>
          <p14:tracePt t="124098" x="2940050" y="2705100"/>
          <p14:tracePt t="124105" x="2927350" y="2705100"/>
          <p14:tracePt t="124117" x="2921000" y="2711450"/>
          <p14:tracePt t="124134" x="2914650" y="2717800"/>
          <p14:tracePt t="124150" x="2901950" y="2724150"/>
          <p14:tracePt t="124168" x="2857500" y="2755900"/>
          <p14:tracePt t="124184" x="2813050" y="2787650"/>
          <p14:tracePt t="124200" x="2794000" y="2806700"/>
          <p14:tracePt t="124218" x="2755900" y="2838450"/>
          <p14:tracePt t="124234" x="2743200" y="2844800"/>
          <p14:tracePt t="124250" x="2724150" y="2863850"/>
          <p14:tracePt t="124267" x="2711450" y="2876550"/>
          <p14:tracePt t="124283" x="2711450" y="2882900"/>
          <p14:tracePt t="124300" x="2724150" y="2889250"/>
          <p14:tracePt t="124317" x="2768600" y="2895600"/>
          <p14:tracePt t="124333" x="2806700" y="2901950"/>
          <p14:tracePt t="124351" x="2921000" y="2908300"/>
          <p14:tracePt t="124366" x="3092450" y="2933700"/>
          <p14:tracePt t="124383" x="3181350" y="2933700"/>
          <p14:tracePt t="124400" x="3333750" y="2933700"/>
          <p14:tracePt t="124417" x="3454400" y="2921000"/>
          <p14:tracePt t="124433" x="3505200" y="2908300"/>
          <p14:tracePt t="124450" x="3575050" y="2895600"/>
          <p14:tracePt t="124466" x="3619500" y="2889250"/>
          <p14:tracePt t="124484" x="3689350" y="2863850"/>
          <p14:tracePt t="124499" x="3702050" y="2863850"/>
          <p14:tracePt t="124516" x="3714750" y="2857500"/>
          <p14:tracePt t="124533" x="3746500" y="2857500"/>
          <p14:tracePt t="124549" x="3784600" y="2857500"/>
          <p14:tracePt t="124566" x="3816350" y="2857500"/>
          <p14:tracePt t="124583" x="3860800" y="2857500"/>
          <p14:tracePt t="124599" x="3911600" y="2857500"/>
          <p14:tracePt t="124616" x="3930650" y="2857500"/>
          <p14:tracePt t="124632" x="3956050" y="2857500"/>
          <p14:tracePt t="124649" x="3962400" y="2863850"/>
          <p14:tracePt t="124682" x="3962400" y="2870200"/>
          <p14:tracePt t="124699" x="3962400" y="2876550"/>
          <p14:tracePt t="124716" x="3956050" y="2889250"/>
          <p14:tracePt t="125992" x="3949700" y="2901950"/>
          <p14:tracePt t="125999" x="3930650" y="2933700"/>
          <p14:tracePt t="126014" x="3905250" y="2965450"/>
          <p14:tracePt t="126028" x="3854450" y="3022600"/>
          <p14:tracePt t="126044" x="3835400" y="3054350"/>
          <p14:tracePt t="126062" x="3778250" y="3105150"/>
          <p14:tracePt t="126078" x="3752850" y="3124200"/>
          <p14:tracePt t="126094" x="3721100" y="3162300"/>
          <p14:tracePt t="126112" x="3689350" y="3187700"/>
          <p14:tracePt t="126127" x="3676650" y="3194050"/>
          <p14:tracePt t="126144" x="3670300" y="3206750"/>
          <p14:tracePt t="126161" x="3657600" y="3219450"/>
          <p14:tracePt t="126177" x="3651250" y="3219450"/>
          <p14:tracePt t="126194" x="3638550" y="3225800"/>
          <p14:tracePt t="126210" x="3625850" y="3232150"/>
          <p14:tracePt t="126227" x="3613150" y="3232150"/>
          <p14:tracePt t="126244" x="3613150" y="3238500"/>
          <p14:tracePt t="126261" x="3600450" y="3238500"/>
          <p14:tracePt t="126278" x="3594100" y="3238500"/>
          <p14:tracePt t="126309" x="3581400" y="3238500"/>
          <p14:tracePt t="126420" x="3575050" y="3238500"/>
          <p14:tracePt t="126540" x="3568700" y="3238500"/>
          <p14:tracePt t="126673" x="3575050" y="3238500"/>
          <p14:tracePt t="126750" x="3581400" y="3238500"/>
          <p14:tracePt t="126784" x="3587750" y="3238500"/>
          <p14:tracePt t="126792" x="3594100" y="3238500"/>
          <p14:tracePt t="126813" x="3606800" y="3238500"/>
          <p14:tracePt t="126834" x="3619500" y="3238500"/>
          <p14:tracePt t="126842" x="3625850" y="3238500"/>
          <p14:tracePt t="126855" x="3638550" y="3238500"/>
          <p14:tracePt t="126862" x="3663950" y="3238500"/>
          <p14:tracePt t="126874" x="3683000" y="3238500"/>
          <p14:tracePt t="126891" x="3733800" y="3244850"/>
          <p14:tracePt t="126908" x="3752850" y="3244850"/>
          <p14:tracePt t="126911" x="3778250" y="3244850"/>
          <p14:tracePt t="126927" x="3790950" y="3244850"/>
          <p14:tracePt t="126941" x="3822700" y="3244850"/>
          <p14:tracePt t="126958" x="3829050" y="3244850"/>
          <p14:tracePt t="126975" x="3848100" y="3244850"/>
          <p14:tracePt t="127007" x="3860800" y="3244850"/>
          <p14:tracePt t="127072" x="3867150" y="3244850"/>
          <p14:tracePt t="127079" x="3873500" y="3251200"/>
          <p14:tracePt t="127094" x="3879850" y="3251200"/>
          <p14:tracePt t="127108" x="3886200" y="3251200"/>
          <p14:tracePt t="127124" x="3911600" y="3251200"/>
          <p14:tracePt t="127140" x="3917950" y="3251200"/>
          <p14:tracePt t="127157" x="3968750" y="3257550"/>
          <p14:tracePt t="127173" x="4019550" y="3270250"/>
          <p14:tracePt t="127190" x="4038600" y="3270250"/>
          <p14:tracePt t="127207" x="4083050" y="3276600"/>
          <p14:tracePt t="127223" x="4108450" y="3282950"/>
          <p14:tracePt t="127241" x="4121150" y="3289300"/>
          <p14:tracePt t="127273" x="4127500" y="3289300"/>
          <p14:tracePt t="127304" x="4133850" y="3289300"/>
          <p14:tracePt t="127711" x="4140200" y="3289300"/>
          <p14:tracePt t="127836" x="4146550" y="3289300"/>
          <p14:tracePt t="127851" x="4152900" y="3289300"/>
          <p14:tracePt t="127873" x="4159250" y="3295650"/>
          <p14:tracePt t="127886" x="4165600" y="3295650"/>
          <p14:tracePt t="127893" x="4171950" y="3295650"/>
          <p14:tracePt t="127907" x="4178300" y="3295650"/>
          <p14:tracePt t="127922" x="4184650" y="3302000"/>
          <p14:tracePt t="127938" x="4191000" y="3302000"/>
          <p14:tracePt t="127971" x="4197350" y="3302000"/>
          <p14:tracePt t="127987" x="4203700" y="3308350"/>
          <p14:tracePt t="128033" x="4210050" y="3308350"/>
          <p14:tracePt t="128047" x="4216400" y="3308350"/>
          <p14:tracePt t="128082" x="4222750" y="3314700"/>
          <p14:tracePt t="128118" x="4229100" y="3314700"/>
          <p14:tracePt t="128153" x="4235450" y="3314700"/>
          <p14:tracePt t="128265" x="4241800" y="3321050"/>
          <p14:tracePt t="128307" x="4248150" y="3321050"/>
          <p14:tracePt t="128314" x="4248150" y="3327400"/>
          <p14:tracePt t="128363" x="4254500" y="3327400"/>
          <p14:tracePt t="128518" x="4260850" y="3333750"/>
          <p14:tracePt t="128566" x="4267200" y="3340100"/>
          <p14:tracePt t="128644" x="4273550" y="3340100"/>
          <p14:tracePt t="128707" x="4279900" y="3340100"/>
          <p14:tracePt t="128756" x="4286250" y="3340100"/>
          <p14:tracePt t="128798" x="4292600" y="3340100"/>
          <p14:tracePt t="128805" x="4305300" y="3340100"/>
          <p14:tracePt t="128821" x="4311650" y="3340100"/>
          <p14:tracePt t="128836" x="4324350" y="3346450"/>
          <p14:tracePt t="128851" x="4337050" y="3346450"/>
          <p14:tracePt t="128868" x="4343400" y="3352800"/>
          <p14:tracePt t="128884" x="4362450" y="3359150"/>
          <p14:tracePt t="128901" x="4368800" y="3365500"/>
          <p14:tracePt t="128924" x="4375150" y="3365500"/>
          <p14:tracePt t="128945" x="4375150" y="3371850"/>
          <p14:tracePt t="128966" x="4375150" y="3378200"/>
          <p14:tracePt t="128988" x="4375150" y="3384550"/>
          <p14:tracePt t="128994" x="4368800" y="3390900"/>
          <p14:tracePt t="129009" x="4356100" y="3403600"/>
          <p14:tracePt t="129018" x="4330700" y="3416300"/>
          <p14:tracePt t="129034" x="4311650" y="3429000"/>
          <p14:tracePt t="129051" x="4235450" y="3460750"/>
          <p14:tracePt t="129067" x="4171950" y="3505200"/>
          <p14:tracePt t="129084" x="4140200" y="3517900"/>
          <p14:tracePt t="129100" x="4102100" y="3536950"/>
          <p14:tracePt t="129117" x="4064000" y="3562350"/>
          <p14:tracePt t="129134" x="4044950" y="3568700"/>
          <p14:tracePt t="129150" x="4044950" y="3575050"/>
          <p14:tracePt t="129167" x="4038600" y="3575050"/>
          <p14:tracePt t="129184" x="4032250" y="3575050"/>
          <p14:tracePt t="129338" x="4038600" y="3575050"/>
          <p14:tracePt t="129548" x="4044950" y="3575050"/>
          <p14:tracePt t="129591" x="4051300" y="3575050"/>
          <p14:tracePt t="129598" x="4057650" y="3575050"/>
          <p14:tracePt t="129619" x="4064000" y="3568700"/>
          <p14:tracePt t="129626" x="4070350" y="3568700"/>
          <p14:tracePt t="129640" x="4076700" y="3568700"/>
          <p14:tracePt t="129649" x="4083050" y="3568700"/>
          <p14:tracePt t="129665" x="4089400" y="3568700"/>
          <p14:tracePt t="129682" x="4127500" y="3568700"/>
          <p14:tracePt t="129698" x="4178300" y="3568700"/>
          <p14:tracePt t="129715" x="4203700" y="3568700"/>
          <p14:tracePt t="129732" x="4286250" y="3568700"/>
          <p14:tracePt t="129748" x="4349750" y="3568700"/>
          <p14:tracePt t="129765" x="4400550" y="3556000"/>
          <p14:tracePt t="129782" x="4495800" y="3549650"/>
          <p14:tracePt t="129798" x="4559300" y="3543300"/>
          <p14:tracePt t="129816" x="4705350" y="3530600"/>
          <p14:tracePt t="129831" x="4743450" y="3530600"/>
          <p14:tracePt t="129848" x="4775200" y="3530600"/>
          <p14:tracePt t="129865" x="4800600" y="3530600"/>
          <p14:tracePt t="129881" x="4813300" y="3524250"/>
          <p14:tracePt t="129920" x="4819650" y="3524250"/>
          <p14:tracePt t="130363" x="4857750" y="3536950"/>
          <p14:tracePt t="130370" x="4921250" y="3543300"/>
          <p14:tracePt t="130379" x="4997450" y="3556000"/>
          <p14:tracePt t="130396" x="5080000" y="3562350"/>
          <p14:tracePt t="130413" x="5270500" y="3594100"/>
          <p14:tracePt t="130429" x="5346700" y="3606800"/>
          <p14:tracePt t="130433" x="5435600" y="3606800"/>
          <p14:tracePt t="130446" x="5594350" y="3613150"/>
          <p14:tracePt t="130462" x="5657850" y="3613150"/>
          <p14:tracePt t="130479" x="5695950" y="3613150"/>
          <p14:tracePt t="130496" x="5753100" y="3606800"/>
          <p14:tracePt t="130512" x="5778500" y="3600450"/>
          <p14:tracePt t="130529" x="5791200" y="3600450"/>
          <p14:tracePt t="130545" x="5797550" y="3594100"/>
          <p14:tracePt t="130581" x="5803900" y="3594100"/>
          <p14:tracePt t="130840" x="5765800" y="3594100"/>
          <p14:tracePt t="130854" x="5689600" y="3581400"/>
          <p14:tracePt t="130863" x="5600700" y="3581400"/>
          <p14:tracePt t="130877" x="5499100" y="3581400"/>
          <p14:tracePt t="130894" x="5245100" y="3581400"/>
          <p14:tracePt t="130911" x="4953000" y="3587750"/>
          <p14:tracePt t="130927" x="4813300" y="3600450"/>
          <p14:tracePt t="130931" x="4673600" y="3606800"/>
          <p14:tracePt t="130945" x="4546600" y="3619500"/>
          <p14:tracePt t="130961" x="4343400" y="3651250"/>
          <p14:tracePt t="130977" x="4267200" y="3657600"/>
          <p14:tracePt t="130994" x="4146550" y="3676650"/>
          <p14:tracePt t="131010" x="4064000" y="3695700"/>
          <p14:tracePt t="131027" x="4025900" y="3702050"/>
          <p14:tracePt t="131044" x="3975100" y="3721100"/>
          <p14:tracePt t="131060" x="3943350" y="3721100"/>
          <p14:tracePt t="131077" x="3917950" y="3746500"/>
          <p14:tracePt t="131093" x="3892550" y="3746500"/>
          <p14:tracePt t="131110" x="3886200" y="3746500"/>
          <p14:tracePt t="131127" x="3879850" y="3746500"/>
          <p14:tracePt t="131143" x="3873500" y="3746500"/>
          <p14:tracePt t="131373" x="3879850" y="3746500"/>
          <p14:tracePt t="131380" x="3886200" y="3746500"/>
          <p14:tracePt t="131395" x="3898900" y="3746500"/>
          <p14:tracePt t="131408" x="3917950" y="3746500"/>
          <p14:tracePt t="131425" x="3968750" y="3746500"/>
          <p14:tracePt t="131429" x="4013200" y="3746500"/>
          <p14:tracePt t="131445" x="4070350" y="3746500"/>
          <p14:tracePt t="131458" x="4133850" y="3746500"/>
          <p14:tracePt t="131475" x="4286250" y="3746500"/>
          <p14:tracePt t="131493" x="4451350" y="3746500"/>
          <p14:tracePt t="131509" x="4527550" y="3740150"/>
          <p14:tracePt t="131525" x="4692650" y="3740150"/>
          <p14:tracePt t="131542" x="4838700" y="3721100"/>
          <p14:tracePt t="131558" x="4902200" y="3721100"/>
          <p14:tracePt t="131576" x="4991100" y="3708400"/>
          <p14:tracePt t="131592" x="5099050" y="3702050"/>
          <p14:tracePt t="131608" x="5137150" y="3702050"/>
          <p14:tracePt t="131626" x="5232400" y="3695700"/>
          <p14:tracePt t="131642" x="5295900" y="3695700"/>
          <p14:tracePt t="131658" x="5327650" y="3695700"/>
          <p14:tracePt t="131675" x="5378450" y="3695700"/>
          <p14:tracePt t="131691" x="5416550" y="3695700"/>
          <p14:tracePt t="131708" x="5473700" y="3708400"/>
          <p14:tracePt t="131725" x="5556250" y="3727450"/>
          <p14:tracePt t="131741" x="5594350" y="3727450"/>
          <p14:tracePt t="131758" x="5689600" y="3752850"/>
          <p14:tracePt t="131774" x="5784850" y="3771900"/>
          <p14:tracePt t="131791" x="5822950" y="3771900"/>
          <p14:tracePt t="131808" x="5886450" y="3784600"/>
          <p14:tracePt t="131824" x="5949950" y="3797300"/>
          <p14:tracePt t="131841" x="5969000" y="3797300"/>
          <p14:tracePt t="131857" x="6019800" y="3803650"/>
          <p14:tracePt t="131874" x="6045200" y="3803650"/>
          <p14:tracePt t="131891" x="6051550" y="3803650"/>
          <p14:tracePt t="131907" x="6051550" y="3810000"/>
          <p14:tracePt t="131942" x="6045200" y="3816350"/>
          <p14:tracePt t="132366" x="6076950" y="3816350"/>
          <p14:tracePt t="132374" x="6127750" y="3816350"/>
          <p14:tracePt t="132387" x="6178550" y="3816350"/>
          <p14:tracePt t="132394" x="6242050" y="3816350"/>
          <p14:tracePt t="132405" x="6292850" y="3816350"/>
          <p14:tracePt t="132423" x="6451600" y="3797300"/>
          <p14:tracePt t="132439" x="6515100" y="3784600"/>
          <p14:tracePt t="132455" x="6578600" y="3778250"/>
          <p14:tracePt t="132472" x="6718300" y="3752850"/>
          <p14:tracePt t="132489" x="6737350" y="3752850"/>
          <p14:tracePt t="132505" x="6769100" y="3746500"/>
          <p14:tracePt t="132522" x="6800850" y="3740150"/>
          <p14:tracePt t="132539" x="6838950" y="3733800"/>
          <p14:tracePt t="132556" x="6864350" y="3733800"/>
          <p14:tracePt t="132572" x="6870700" y="3733800"/>
          <p14:tracePt t="132588" x="6889750" y="3733800"/>
          <p14:tracePt t="132605" x="6896100" y="3733800"/>
          <p14:tracePt t="132654" x="6896100" y="3740150"/>
          <p14:tracePt t="132675" x="6889750" y="3740150"/>
          <p14:tracePt t="132682" x="6883400" y="3740150"/>
          <p14:tracePt t="132703" x="6877050" y="3740150"/>
          <p14:tracePt t="132724" x="6870700" y="3746500"/>
          <p14:tracePt t="132752" x="6864350" y="3746500"/>
          <p14:tracePt t="132766" x="6858000" y="3746500"/>
          <p14:tracePt t="132774" x="6845300" y="3746500"/>
          <p14:tracePt t="132788" x="6832600" y="3746500"/>
          <p14:tracePt t="132803" x="6794500" y="3746500"/>
          <p14:tracePt t="132821" x="6699250" y="3740150"/>
          <p14:tracePt t="132838" x="6572250" y="3727450"/>
          <p14:tracePt t="132854" x="6508750" y="3727450"/>
          <p14:tracePt t="132871" x="6356350" y="3721100"/>
          <p14:tracePt t="132887" x="6210300" y="3721100"/>
          <p14:tracePt t="132903" x="6146800" y="3740150"/>
          <p14:tracePt t="132920" x="6051550" y="3759200"/>
          <p14:tracePt t="132937" x="5994400" y="3771900"/>
          <p14:tracePt t="132954" x="5975350" y="3778250"/>
          <p14:tracePt t="132971" x="5956300" y="3784600"/>
          <p14:tracePt t="132987" x="5949950" y="3784600"/>
          <p14:tracePt t="133096" x="5956300" y="3784600"/>
          <p14:tracePt t="133138" x="5962650" y="3784600"/>
          <p14:tracePt t="133554" x="5988050" y="3784600"/>
          <p14:tracePt t="133569" x="6019800" y="3784600"/>
          <p14:tracePt t="133575" x="6064250" y="3778250"/>
          <p14:tracePt t="133589" x="6108700" y="3778250"/>
          <p14:tracePt t="133602" x="6146800" y="3778250"/>
          <p14:tracePt t="133618" x="6210300" y="3778250"/>
          <p14:tracePt t="133635" x="6248400" y="3778250"/>
          <p14:tracePt t="133652" x="6299200" y="3778250"/>
          <p14:tracePt t="133667" x="6343650" y="3778250"/>
          <p14:tracePt t="133684" x="6362700" y="3778250"/>
          <p14:tracePt t="133701" x="6388100" y="3784600"/>
          <p14:tracePt t="133717" x="6413500" y="3790950"/>
          <p14:tracePt t="133734" x="6419850" y="3790950"/>
          <p14:tracePt t="133751" x="6426200" y="3790950"/>
          <p14:tracePt t="133767" x="6432550" y="3790950"/>
          <p14:tracePt t="133801" x="6438900" y="3790950"/>
          <p14:tracePt t="134094" x="6445250" y="3797300"/>
          <p14:tracePt t="134108" x="6457950" y="3797300"/>
          <p14:tracePt t="134115" x="6457950" y="3803650"/>
          <p14:tracePt t="134130" x="6477000" y="3810000"/>
          <p14:tracePt t="134136" x="6489700" y="3816350"/>
          <p14:tracePt t="134152" x="6515100" y="3816350"/>
          <p14:tracePt t="134166" x="6540500" y="3822700"/>
          <p14:tracePt t="134183" x="6591300" y="3835400"/>
          <p14:tracePt t="134200" x="6648450" y="3841750"/>
          <p14:tracePt t="134216" x="6699250" y="3854450"/>
          <p14:tracePt t="134233" x="6781800" y="3860800"/>
          <p14:tracePt t="134249" x="6858000" y="3860800"/>
          <p14:tracePt t="134266" x="6889750" y="3860800"/>
          <p14:tracePt t="134283" x="6934200" y="3860800"/>
          <p14:tracePt t="134299" x="6953250" y="3860800"/>
          <p14:tracePt t="134316" x="6959600" y="3860800"/>
          <p14:tracePt t="134389" x="6953250" y="3860800"/>
          <p14:tracePt t="134417" x="6946900" y="3860800"/>
          <p14:tracePt t="134438" x="6940550" y="3860800"/>
          <p14:tracePt t="134452" x="6934200" y="3860800"/>
          <p14:tracePt t="134459" x="6927850" y="3860800"/>
          <p14:tracePt t="134468" x="6921500" y="3860800"/>
          <p14:tracePt t="134481" x="6902450" y="3860800"/>
          <p14:tracePt t="134498" x="6889750" y="3860800"/>
          <p14:tracePt t="134515" x="6819900" y="3860800"/>
          <p14:tracePt t="134531" x="6794500" y="3860800"/>
          <p14:tracePt t="134548" x="6762750" y="3860800"/>
          <p14:tracePt t="134565" x="6699250" y="3860800"/>
          <p14:tracePt t="134581" x="6642100" y="3860800"/>
          <p14:tracePt t="134598" x="6623050" y="3860800"/>
          <p14:tracePt t="134614" x="6597650" y="3860800"/>
          <p14:tracePt t="134631" x="6578600" y="3860800"/>
          <p14:tracePt t="134670" x="6578600" y="3867150"/>
          <p14:tracePt t="134682" x="6584950" y="3867150"/>
          <p14:tracePt t="134700" x="6591300" y="3867150"/>
          <p14:tracePt t="134713" x="6604000" y="3867150"/>
          <p14:tracePt t="134731" x="6623050" y="3867150"/>
          <p14:tracePt t="134747" x="6705600" y="3867150"/>
          <p14:tracePt t="134764" x="6743700" y="3867150"/>
          <p14:tracePt t="134781" x="6781800" y="3860800"/>
          <p14:tracePt t="134797" x="6864350" y="3860800"/>
          <p14:tracePt t="134814" x="6921500" y="3848100"/>
          <p14:tracePt t="134831" x="6953250" y="3848100"/>
          <p14:tracePt t="134847" x="6959600" y="3848100"/>
          <p14:tracePt t="134922" x="6953250" y="3848100"/>
          <p14:tracePt t="134929" x="6934200" y="3848100"/>
          <p14:tracePt t="134943" x="6921500" y="3848100"/>
          <p14:tracePt t="134950" x="6902450" y="3848100"/>
          <p14:tracePt t="134964" x="6877050" y="3848100"/>
          <p14:tracePt t="134979" x="6819900" y="3860800"/>
          <p14:tracePt t="134996" x="6794500" y="3860800"/>
          <p14:tracePt t="135014" x="6743700" y="3867150"/>
          <p14:tracePt t="135029" x="6718300" y="3867150"/>
          <p14:tracePt t="135046" x="6705600" y="3873500"/>
          <p14:tracePt t="135063" x="6699250" y="3873500"/>
          <p14:tracePt t="135140" x="6705600" y="3867150"/>
          <p14:tracePt t="135154" x="6711950" y="3867150"/>
          <p14:tracePt t="135160" x="6718300" y="3867150"/>
          <p14:tracePt t="135168" x="6724650" y="3860800"/>
          <p14:tracePt t="135182" x="6731000" y="3860800"/>
          <p14:tracePt t="135203" x="6731000" y="3854450"/>
          <p14:tracePt t="135212" x="6737350" y="3854450"/>
          <p14:tracePt t="135229" x="6743700" y="3848100"/>
          <p14:tracePt t="135273" x="6750050" y="3848100"/>
          <p14:tracePt t="135280" x="6756400" y="3848100"/>
          <p14:tracePt t="135350" x="6750050" y="3848100"/>
          <p14:tracePt t="135371" x="6737350" y="3848100"/>
          <p14:tracePt t="135379" x="6731000" y="3848100"/>
          <p14:tracePt t="135392" x="6711950" y="3848100"/>
          <p14:tracePt t="135399" x="6699250" y="3848100"/>
          <p14:tracePt t="135415" x="6673850" y="3848100"/>
          <p14:tracePt t="135429" x="6642100" y="3848100"/>
          <p14:tracePt t="135445" x="6565900" y="3848100"/>
          <p14:tracePt t="135463" x="6508750" y="3848100"/>
          <p14:tracePt t="135478" x="6483350" y="3848100"/>
          <p14:tracePt t="135495" x="6445250" y="3848100"/>
          <p14:tracePt t="135512" x="6432550" y="3841750"/>
          <p14:tracePt t="135528" x="6426200" y="3841750"/>
          <p14:tracePt t="136216" x="6381750" y="3841750"/>
          <p14:tracePt t="136223" x="6318250" y="3835400"/>
          <p14:tracePt t="136230" x="6254750" y="3822700"/>
          <p14:tracePt t="136245" x="6197600" y="3822700"/>
          <p14:tracePt t="136259" x="6134100" y="3822700"/>
          <p14:tracePt t="136276" x="5969000" y="3822700"/>
          <p14:tracePt t="136294" x="5803900" y="3822700"/>
          <p14:tracePt t="136309" x="5702300" y="3816350"/>
          <p14:tracePt t="136325" x="5537200" y="3816350"/>
          <p14:tracePt t="136343" x="5346700" y="3816350"/>
          <p14:tracePt t="136358" x="5245100" y="3816350"/>
          <p14:tracePt t="136375" x="5054600" y="3829050"/>
          <p14:tracePt t="136393" x="4876800" y="3841750"/>
          <p14:tracePt t="136408" x="4813300" y="3848100"/>
          <p14:tracePt t="136425" x="4743450" y="3860800"/>
          <p14:tracePt t="136442" x="4527550" y="3867150"/>
          <p14:tracePt t="136458" x="4464050" y="3867150"/>
          <p14:tracePt t="136476" x="4330700" y="3873500"/>
          <p14:tracePt t="136492" x="4292600" y="3873500"/>
          <p14:tracePt t="136508" x="4248150" y="3879850"/>
          <p14:tracePt t="136524" x="4267200" y="3898900"/>
          <p14:tracePt t="136898" x="4210050" y="3898900"/>
          <p14:tracePt t="136904" x="4133850" y="3898900"/>
          <p14:tracePt t="136911" x="4070350" y="3898900"/>
          <p14:tracePt t="136926" x="3994150" y="3898900"/>
          <p14:tracePt t="136940" x="3917950" y="3898900"/>
          <p14:tracePt t="136956" x="3778250" y="3898900"/>
          <p14:tracePt t="136974" x="3714750" y="3905250"/>
          <p14:tracePt t="136977" x="3638550" y="3905250"/>
          <p14:tracePt t="136990" x="3549650" y="3917950"/>
          <p14:tracePt t="137006" x="3378200" y="3924300"/>
          <p14:tracePt t="137024" x="3244850" y="3956050"/>
          <p14:tracePt t="137039" x="3194050" y="3956050"/>
          <p14:tracePt t="137056" x="3098800" y="3968750"/>
          <p14:tracePt t="137073" x="3028950" y="3994150"/>
          <p14:tracePt t="137089" x="2984500" y="4006850"/>
          <p14:tracePt t="137106" x="2965450" y="4013200"/>
          <p14:tracePt t="137123" x="2876550" y="4019550"/>
          <p14:tracePt t="137139" x="2857500" y="4025900"/>
          <p14:tracePt t="137156" x="2844800" y="4025900"/>
          <p14:tracePt t="137173" x="2838450" y="4032250"/>
          <p14:tracePt t="137262" x="2851150" y="4032250"/>
          <p14:tracePt t="137276" x="2857500" y="4032250"/>
          <p14:tracePt t="137847" x="2844800" y="4025900"/>
          <p14:tracePt t="137854" x="2819400" y="4013200"/>
          <p14:tracePt t="137868" x="2806700" y="3994150"/>
          <p14:tracePt t="137876" x="2787650" y="3981450"/>
          <p14:tracePt t="137890" x="2768600" y="3968750"/>
          <p14:tracePt t="137904" x="2724150" y="3956050"/>
          <p14:tracePt t="137920" x="2705100" y="3943350"/>
          <p14:tracePt t="137936" x="2692400" y="3937000"/>
          <p14:tracePt t="137953" x="2628900" y="3911600"/>
          <p14:tracePt t="137969" x="2603500" y="3905250"/>
          <p14:tracePt t="137973" x="2584450" y="3905250"/>
          <p14:tracePt t="138003" x="2546350" y="3898900"/>
          <p14:tracePt t="138019" x="2501900" y="3892550"/>
          <p14:tracePt t="138037" x="2476500" y="3892550"/>
          <p14:tracePt t="138053" x="2463800" y="3892550"/>
          <p14:tracePt t="138086" x="2457450" y="3892550"/>
          <p14:tracePt t="138289" x="2451100" y="3892550"/>
          <p14:tracePt t="138296" x="2444750" y="3892550"/>
          <p14:tracePt t="138310" x="2438400" y="3892550"/>
          <p14:tracePt t="138319" x="2432050" y="3898900"/>
          <p14:tracePt t="138335" x="2425700" y="3898900"/>
          <p14:tracePt t="138352" x="2419350" y="3905250"/>
          <p14:tracePt t="138368" x="2400300" y="3917950"/>
          <p14:tracePt t="138385" x="2387600" y="3930650"/>
          <p14:tracePt t="138402" x="2343150" y="3968750"/>
          <p14:tracePt t="138418" x="2298700" y="4013200"/>
          <p14:tracePt t="138434" x="2279650" y="4032250"/>
          <p14:tracePt t="138452" x="2247900" y="4089400"/>
          <p14:tracePt t="138468" x="2216150" y="4127500"/>
          <p14:tracePt t="138485" x="2216150" y="4133850"/>
          <p14:tracePt t="138488" x="2209800" y="4146550"/>
          <p14:tracePt t="138501" x="2209800" y="4152900"/>
          <p14:tracePt t="138518" x="2203450" y="4159250"/>
          <p14:tracePt t="138535" x="2203450" y="4165600"/>
          <p14:tracePt t="138556" x="2203450" y="4171950"/>
          <p14:tracePt t="138605" x="2203450" y="4178300"/>
          <p14:tracePt t="138647" x="2203450" y="4184650"/>
          <p14:tracePt t="140345" x="2203450" y="4191000"/>
          <p14:tracePt t="140351" x="2203450" y="4197350"/>
          <p14:tracePt t="140361" x="2203450" y="4203700"/>
          <p14:tracePt t="140377" x="2203450" y="4210050"/>
          <p14:tracePt t="140395" x="2209800" y="4222750"/>
          <p14:tracePt t="140411" x="2209800" y="4235450"/>
          <p14:tracePt t="140428" x="2216150" y="4260850"/>
          <p14:tracePt t="140444" x="2222500" y="4292600"/>
          <p14:tracePt t="140461" x="2222500" y="4311650"/>
          <p14:tracePt t="140478" x="2228850" y="4356100"/>
          <p14:tracePt t="140494" x="2235200" y="4387850"/>
          <p14:tracePt t="140511" x="2235200" y="4406900"/>
          <p14:tracePt t="140528" x="2241550" y="4438650"/>
          <p14:tracePt t="140544" x="2254250" y="4476750"/>
          <p14:tracePt t="140561" x="2260600" y="4502150"/>
          <p14:tracePt t="140577" x="2273300" y="4552950"/>
          <p14:tracePt t="140594" x="2286000" y="4597400"/>
          <p14:tracePt t="140612" x="2298700" y="4629150"/>
          <p14:tracePt t="140627" x="2305050" y="4641850"/>
          <p14:tracePt t="140644" x="2317750" y="4660900"/>
          <p14:tracePt t="140661" x="2324100" y="4667250"/>
          <p14:tracePt t="140693" x="2330450" y="4667250"/>
          <p14:tracePt t="140713" x="2336800" y="4667250"/>
          <p14:tracePt t="140731" x="2343150" y="4667250"/>
          <p14:tracePt t="140780" x="2349500" y="4667250"/>
          <p14:tracePt t="140801" x="2355850" y="4667250"/>
          <p14:tracePt t="140815" x="2362200" y="4667250"/>
          <p14:tracePt t="140822" x="2368550" y="4667250"/>
          <p14:tracePt t="140836" x="2374900" y="4667250"/>
          <p14:tracePt t="140850" x="2387600" y="4660900"/>
          <p14:tracePt t="140864" x="2400300" y="4660900"/>
          <p14:tracePt t="140876" x="2419350" y="4660900"/>
          <p14:tracePt t="140893" x="2476500" y="4654550"/>
          <p14:tracePt t="140909" x="2501900" y="4648200"/>
          <p14:tracePt t="140926" x="2597150" y="4629150"/>
          <p14:tracePt t="140942" x="2698750" y="4597400"/>
          <p14:tracePt t="140959" x="2755900" y="4565650"/>
          <p14:tracePt t="140976" x="2863850" y="4521200"/>
          <p14:tracePt t="140993" x="2965450" y="4464050"/>
          <p14:tracePt t="141009" x="3022600" y="4438650"/>
          <p14:tracePt t="141026" x="3105150" y="4400550"/>
          <p14:tracePt t="141042" x="3149600" y="4375150"/>
          <p14:tracePt t="141045" x="3181350" y="4362450"/>
          <p14:tracePt t="141059" x="3213100" y="4343400"/>
          <p14:tracePt t="141076" x="3257550" y="4318000"/>
          <p14:tracePt t="141092" x="3276600" y="4318000"/>
          <p14:tracePt t="141109" x="3321050" y="4298950"/>
          <p14:tracePt t="141125" x="3352800" y="4292600"/>
          <p14:tracePt t="141142" x="3365500" y="4292600"/>
          <p14:tracePt t="141159" x="3397250" y="4292600"/>
          <p14:tracePt t="141175" x="3416300" y="4292600"/>
          <p14:tracePt t="141192" x="3429000" y="4292600"/>
          <p14:tracePt t="141208" x="3441700" y="4292600"/>
          <p14:tracePt t="141225" x="3460750" y="4292600"/>
          <p14:tracePt t="141243" x="3473450" y="4292600"/>
          <p14:tracePt t="141258" x="3505200" y="4292600"/>
          <p14:tracePt t="141275" x="3543300" y="4292600"/>
          <p14:tracePt t="141292" x="3568700" y="4292600"/>
          <p14:tracePt t="141307" x="3613150" y="4292600"/>
          <p14:tracePt t="141325" x="3638550" y="4292600"/>
          <p14:tracePt t="141342" x="3695700" y="4305300"/>
          <p14:tracePt t="141358" x="3708400" y="4311650"/>
          <p14:tracePt t="141374" x="3733800" y="4311650"/>
          <p14:tracePt t="141391" x="3790950" y="4330700"/>
          <p14:tracePt t="141408" x="3822700" y="4337050"/>
          <p14:tracePt t="141425" x="3873500" y="4349750"/>
          <p14:tracePt t="141441" x="3905250" y="4356100"/>
          <p14:tracePt t="141457" x="3962400" y="4375150"/>
          <p14:tracePt t="141475" x="4019550" y="4387850"/>
          <p14:tracePt t="141491" x="4038600" y="4387850"/>
          <p14:tracePt t="141507" x="4089400" y="4394200"/>
          <p14:tracePt t="141524" x="4114800" y="4394200"/>
          <p14:tracePt t="141558" x="4121150" y="4394200"/>
          <p14:tracePt t="141573" x="4121150" y="4400550"/>
          <p14:tracePt t="141615" x="4114800" y="4406900"/>
          <p14:tracePt t="141621" x="4108450" y="4406900"/>
          <p14:tracePt t="141657" x="4102100" y="4406900"/>
          <p14:tracePt t="141678" x="4095750" y="4406900"/>
          <p14:tracePt t="141685" x="4095750" y="4413250"/>
          <p14:tracePt t="141693" x="4089400" y="4413250"/>
          <p14:tracePt t="141713" x="4083050" y="4413250"/>
          <p14:tracePt t="141734" x="4076700" y="4413250"/>
          <p14:tracePt t="141743" x="4076700" y="4419600"/>
          <p14:tracePt t="141762" x="4064000" y="4419600"/>
          <p14:tracePt t="141773" x="4057650" y="4419600"/>
          <p14:tracePt t="142106" x="4070350" y="4425950"/>
          <p14:tracePt t="142112" x="4095750" y="4432300"/>
          <p14:tracePt t="142127" x="4127500" y="4438650"/>
          <p14:tracePt t="142138" x="4171950" y="4464050"/>
          <p14:tracePt t="142155" x="4292600" y="4502150"/>
          <p14:tracePt t="142172" x="4362450" y="4521200"/>
          <p14:tracePt t="142189" x="4508500" y="4572000"/>
          <p14:tracePt t="142205" x="4641850" y="4610100"/>
          <p14:tracePt t="142222" x="4705350" y="4616450"/>
          <p14:tracePt t="142239" x="4800600" y="4641850"/>
          <p14:tracePt t="142255" x="4883150" y="4660900"/>
          <p14:tracePt t="142272" x="4927600" y="4667250"/>
          <p14:tracePt t="142288" x="4984750" y="4673600"/>
          <p14:tracePt t="142305" x="5010150" y="4686300"/>
          <p14:tracePt t="142321" x="5060950" y="4692650"/>
          <p14:tracePt t="142338" x="5105400" y="4705350"/>
          <p14:tracePt t="142354" x="5124450" y="4711700"/>
          <p14:tracePt t="142371" x="5149850" y="4718050"/>
          <p14:tracePt t="142388" x="5168900" y="4724400"/>
          <p14:tracePt t="142405" x="5175250" y="4724400"/>
          <p14:tracePt t="142421" x="5181600" y="4730750"/>
          <p14:tracePt t="142449" x="5187950" y="4730750"/>
          <p14:tracePt t="142639" x="5181600" y="4730750"/>
          <p14:tracePt t="142645" x="5175250" y="4730750"/>
          <p14:tracePt t="142688" x="5168900" y="4730750"/>
          <p14:tracePt t="142764" x="5162550" y="4730750"/>
          <p14:tracePt t="142856" x="5156200" y="4730750"/>
          <p14:tracePt t="142898" x="5149850" y="4730750"/>
          <p14:tracePt t="142947" x="5143500" y="4730750"/>
          <p14:tracePt t="143011" x="5137150" y="4730750"/>
          <p14:tracePt t="143081" x="5137150" y="4724400"/>
          <p14:tracePt t="143116" x="5130800" y="4724400"/>
          <p14:tracePt t="143158" x="5118100" y="4718050"/>
          <p14:tracePt t="143178" x="5111750" y="4711700"/>
          <p14:tracePt t="143186" x="5105400" y="4705350"/>
          <p14:tracePt t="143200" x="5099050" y="4705350"/>
          <p14:tracePt t="143207" x="5092700" y="4699000"/>
          <p14:tracePt t="143228" x="5092700" y="4692650"/>
          <p14:tracePt t="143237" x="5080000" y="4686300"/>
          <p14:tracePt t="143251" x="5067300" y="4679950"/>
          <p14:tracePt t="143268" x="5060950" y="4667250"/>
          <p14:tracePt t="143285" x="5022850" y="4641850"/>
          <p14:tracePt t="143301" x="4978400" y="4610100"/>
          <p14:tracePt t="143318" x="4959350" y="4591050"/>
          <p14:tracePt t="143334" x="4902200" y="4546600"/>
          <p14:tracePt t="143351" x="4851400" y="4495800"/>
          <p14:tracePt t="143369" x="4794250" y="4470400"/>
          <p14:tracePt t="143384" x="4775200" y="4445000"/>
          <p14:tracePt t="143401" x="4718050" y="4406900"/>
          <p14:tracePt t="143418" x="4679950" y="4381500"/>
          <p14:tracePt t="143434" x="4667250" y="4362450"/>
          <p14:tracePt t="143451" x="4648200" y="4356100"/>
          <p14:tracePt t="143467" x="4641850" y="4349750"/>
          <p14:tracePt t="143501" x="4635500" y="4349750"/>
          <p14:tracePt t="143530" x="4629150" y="4349750"/>
          <p14:tracePt t="143558" x="4622800" y="4349750"/>
          <p14:tracePt t="143586" x="4616450" y="4343400"/>
          <p14:tracePt t="143601" x="4603750" y="4337050"/>
          <p14:tracePt t="143606" x="4597400" y="4330700"/>
          <p14:tracePt t="143616" x="4578350" y="4318000"/>
          <p14:tracePt t="143633" x="4565650" y="4305300"/>
          <p14:tracePt t="143650" x="4521200" y="4260850"/>
          <p14:tracePt t="144083" x="4514850" y="4235450"/>
          <p14:tracePt t="144089" x="4502150" y="4216400"/>
          <p14:tracePt t="144098" x="4495800" y="4197350"/>
          <p14:tracePt t="144115" x="4489450" y="4184650"/>
          <p14:tracePt t="144132" x="4483100" y="4133850"/>
          <p14:tracePt t="144148" x="4457700" y="4102100"/>
          <p14:tracePt t="144165" x="4425950" y="4038600"/>
          <p14:tracePt t="144182" x="4381500" y="3937000"/>
          <p14:tracePt t="144198" x="4368800" y="3886200"/>
          <p14:tracePt t="144215" x="4305300" y="3733800"/>
          <p14:tracePt t="144231" x="4254500" y="3568700"/>
          <p14:tracePt t="144248" x="4248150" y="3486150"/>
          <p14:tracePt t="144265" x="4210050" y="3340100"/>
          <p14:tracePt t="144281" x="4171950" y="3206750"/>
          <p14:tracePt t="144298" x="4152900" y="3143250"/>
          <p14:tracePt t="144314" x="4114800" y="3054350"/>
          <p14:tracePt t="144331" x="4083050" y="2978150"/>
          <p14:tracePt t="144349" x="4070350" y="2940050"/>
          <p14:tracePt t="144364" x="4070350" y="2927350"/>
          <p14:tracePt t="144381" x="4064000" y="2908300"/>
          <p14:tracePt t="144398" x="4057650" y="2895600"/>
          <p14:tracePt t="144431" x="4051300" y="2895600"/>
          <p14:tracePt t="144448" x="4038600" y="2889250"/>
          <p14:tracePt t="144464" x="4032250" y="2870200"/>
          <p14:tracePt t="144481" x="4025900" y="2857500"/>
          <p14:tracePt t="144497" x="4006850" y="2825750"/>
          <p14:tracePt t="144514" x="3981450" y="2787650"/>
          <p14:tracePt t="144530" x="3956050" y="2768600"/>
          <p14:tracePt t="144548" x="3886200" y="2711450"/>
          <p14:tracePt t="144564" x="3810000" y="2647950"/>
          <p14:tracePt t="144581" x="3733800" y="2603500"/>
          <p14:tracePt t="144597" x="3702050" y="2597150"/>
          <p14:tracePt t="144613" x="3632200" y="2571750"/>
          <p14:tracePt t="144630" x="3594100" y="2565400"/>
          <p14:tracePt t="144647" x="3581400" y="2565400"/>
          <p14:tracePt t="144664" x="3562350" y="2565400"/>
          <p14:tracePt t="144680" x="3549650" y="2565400"/>
          <p14:tracePt t="144715" x="3549650" y="2571750"/>
          <p14:tracePt t="144729" x="3556000" y="2571750"/>
          <p14:tracePt t="144746" x="3568700" y="2578100"/>
          <p14:tracePt t="144764" x="3587750" y="2584450"/>
          <p14:tracePt t="144779" x="3606800" y="2597150"/>
          <p14:tracePt t="144796" x="3689350" y="2647950"/>
          <p14:tracePt t="144813" x="3816350" y="2717800"/>
          <p14:tracePt t="144830" x="3898900" y="2768600"/>
          <p14:tracePt t="144846" x="4089400" y="2901950"/>
          <p14:tracePt t="144863" x="4273550" y="3054350"/>
          <p14:tracePt t="144879" x="4368800" y="3124200"/>
          <p14:tracePt t="144896" x="4527550" y="3282950"/>
          <p14:tracePt t="144912" x="4635500" y="3397250"/>
          <p14:tracePt t="144929" x="4660900" y="3441700"/>
          <p14:tracePt t="144946" x="4692650" y="3511550"/>
          <p14:tracePt t="144962" x="4699000" y="3517900"/>
          <p14:tracePt t="144979" x="4699000" y="3524250"/>
          <p14:tracePt t="145012" x="4692650" y="3517900"/>
          <p14:tracePt t="145028" x="4679950" y="3517900"/>
          <p14:tracePt t="145045" x="4648200" y="3505200"/>
          <p14:tracePt t="145062" x="4616450" y="3498850"/>
          <p14:tracePt t="145080" x="4483100" y="3416300"/>
          <p14:tracePt t="145095" x="4451350" y="3384550"/>
          <p14:tracePt t="145112" x="4400550" y="3340100"/>
          <p14:tracePt t="145128" x="4305300" y="3219450"/>
          <p14:tracePt t="145145" x="4235450" y="3105150"/>
          <p14:tracePt t="145162" x="4203700" y="3073400"/>
          <p14:tracePt t="145178" x="4171950" y="3022600"/>
          <p14:tracePt t="145195" x="4165600" y="3009900"/>
          <p14:tracePt t="145240" x="4165600" y="3016250"/>
          <p14:tracePt t="145254" x="4165600" y="3022600"/>
          <p14:tracePt t="145264" x="4171950" y="3041650"/>
          <p14:tracePt t="145277" x="4191000" y="3079750"/>
          <p14:tracePt t="145295" x="4305300" y="3257550"/>
          <p14:tracePt t="145311" x="4464050" y="3486150"/>
          <p14:tracePt t="145327" x="4552950" y="3613150"/>
          <p14:tracePt t="145345" x="4641850" y="3727450"/>
          <p14:tracePt t="145361" x="4794250" y="3924300"/>
          <p14:tracePt t="145377" x="4806950" y="3943350"/>
          <p14:tracePt t="145395" x="4819650" y="3956050"/>
          <p14:tracePt t="145427" x="4813300" y="3949700"/>
          <p14:tracePt t="145444" x="4781550" y="3898900"/>
          <p14:tracePt t="145460" x="4749800" y="3854450"/>
          <p14:tracePt t="145477" x="4648200" y="3714750"/>
          <p14:tracePt t="145494" x="4502150" y="3524250"/>
          <p14:tracePt t="145511" x="4425950" y="3416300"/>
          <p14:tracePt t="145527" x="4298950" y="3225800"/>
          <p14:tracePt t="145543" x="4210050" y="3073400"/>
          <p14:tracePt t="145560" x="4178300" y="3016250"/>
          <p14:tracePt t="145577" x="4140200" y="2965450"/>
          <p14:tracePt t="145593" x="4127500" y="2952750"/>
          <p14:tracePt t="145633" x="4127500" y="2959100"/>
          <p14:tracePt t="145643" x="4127500" y="2965450"/>
          <p14:tracePt t="145659" x="4127500" y="2971800"/>
          <p14:tracePt t="145677" x="4152900" y="3016250"/>
          <p14:tracePt t="145693" x="4178300" y="3060700"/>
          <p14:tracePt t="145711" x="4298950" y="3302000"/>
          <p14:tracePt t="145726" x="4337050" y="3397250"/>
          <p14:tracePt t="145743" x="4381500" y="3505200"/>
          <p14:tracePt t="145760" x="4457700" y="3638550"/>
          <p14:tracePt t="145776" x="4489450" y="3708400"/>
          <p14:tracePt t="145793" x="4495800" y="3708400"/>
          <p14:tracePt t="145809" x="4502150" y="3714750"/>
          <p14:tracePt t="145844" x="4489450" y="3702050"/>
          <p14:tracePt t="145850" x="4470400" y="3670300"/>
          <p14:tracePt t="145865" x="4432300" y="3619500"/>
          <p14:tracePt t="145875" x="4387850" y="3543300"/>
          <p14:tracePt t="145893" x="4298950" y="3378200"/>
          <p14:tracePt t="145909" x="4248150" y="3282950"/>
          <p14:tracePt t="145925" x="4140200" y="3098800"/>
          <p14:tracePt t="145942" x="4051300" y="2946400"/>
          <p14:tracePt t="145959" x="4013200" y="2889250"/>
          <p14:tracePt t="145975" x="3975100" y="2844800"/>
          <p14:tracePt t="145992" x="3917950" y="2774950"/>
          <p14:tracePt t="146008" x="3911600" y="2768600"/>
          <p14:tracePt t="146026" x="3905250" y="2768600"/>
          <p14:tracePt t="146062" x="3905250" y="2774950"/>
          <p14:tracePt t="146078" x="3905250" y="2781300"/>
          <p14:tracePt t="146103" x="3905250" y="2787650"/>
          <p14:tracePt t="146173" x="3905250" y="2794000"/>
          <p14:tracePt t="146687" x="3905250" y="2813050"/>
          <p14:tracePt t="146693" x="3898900" y="2844800"/>
          <p14:tracePt t="146709" x="3892550" y="2863850"/>
          <p14:tracePt t="146723" x="3886200" y="2895600"/>
          <p14:tracePt t="146739" x="3879850" y="2933700"/>
          <p14:tracePt t="146756" x="3879850" y="2978150"/>
          <p14:tracePt t="146773" x="3879850" y="2997200"/>
          <p14:tracePt t="146789" x="3886200" y="3035300"/>
          <p14:tracePt t="146806" x="3892550" y="3098800"/>
          <p14:tracePt t="146822" x="3898900" y="3124200"/>
          <p14:tracePt t="146839" x="3905250" y="3175000"/>
          <p14:tracePt t="146856" x="3930650" y="3219450"/>
          <p14:tracePt t="146872" x="3930650" y="3232150"/>
          <p14:tracePt t="146889" x="3930650" y="3238500"/>
          <p14:tracePt t="146905" x="3937000" y="3244850"/>
          <p14:tracePt t="146922" x="3937000" y="3251200"/>
          <p14:tracePt t="147831" x="3937000" y="3263900"/>
          <p14:tracePt t="147838" x="3924300" y="3282950"/>
          <p14:tracePt t="147853" x="3917950" y="3314700"/>
          <p14:tracePt t="147869" x="3905250" y="3384550"/>
          <p14:tracePt t="147885" x="3905250" y="3409950"/>
          <p14:tracePt t="147902" x="3905250" y="3460750"/>
          <p14:tracePt t="147918" x="3905250" y="3511550"/>
          <p14:tracePt t="147937" x="3905250" y="3556000"/>
          <p14:tracePt t="147952" x="3905250" y="3581400"/>
          <p14:tracePt t="147969" x="3905250" y="3606800"/>
          <p14:tracePt t="147986" x="3924300" y="3676650"/>
          <p14:tracePt t="148002" x="3937000" y="3695700"/>
          <p14:tracePt t="148018" x="3937000" y="3708400"/>
          <p14:tracePt t="148035" x="3937000" y="3714750"/>
          <p14:tracePt t="148052" x="3937000" y="3721100"/>
          <p14:tracePt t="148070" x="3943350" y="3721100"/>
          <p14:tracePt t="148101" x="3949700" y="3721100"/>
          <p14:tracePt t="148121" x="3956050" y="3721100"/>
          <p14:tracePt t="148147" x="3956050" y="3714750"/>
          <p14:tracePt t="148161" x="3962400" y="3714750"/>
          <p14:tracePt t="148189" x="3962400" y="3708400"/>
          <p14:tracePt t="148196" x="3962400" y="3702050"/>
          <p14:tracePt t="148218" x="3962400" y="3695700"/>
          <p14:tracePt t="148238" x="3962400" y="3689350"/>
          <p14:tracePt t="148252" x="3962400" y="3683000"/>
          <p14:tracePt t="148259" x="3962400" y="3670300"/>
          <p14:tracePt t="148268" x="3962400" y="3663950"/>
          <p14:tracePt t="148284" x="3962400" y="3632200"/>
          <p14:tracePt t="148301" x="3962400" y="3594100"/>
          <p14:tracePt t="148317" x="3962400" y="3505200"/>
          <p14:tracePt t="148333" x="3962400" y="3384550"/>
          <p14:tracePt t="148351" x="3956050" y="3282950"/>
          <p14:tracePt t="148367" x="3943350" y="3238500"/>
          <p14:tracePt t="148384" x="3943350" y="3200400"/>
          <p14:tracePt t="148400" x="3937000" y="3168650"/>
          <p14:tracePt t="148416" x="3937000" y="3162300"/>
          <p14:tracePt t="148434" x="3937000" y="3149600"/>
          <p14:tracePt t="148450" x="3937000" y="3143250"/>
          <p14:tracePt t="148491" x="3937000" y="3136900"/>
          <p14:tracePt t="148519" x="3930650" y="3136900"/>
          <p14:tracePt t="148561" x="3930650" y="3130550"/>
          <p14:tracePt t="148567" x="3924300" y="3130550"/>
          <p14:tracePt t="148581" x="3917950" y="3124200"/>
          <p14:tracePt t="148588" x="3917950" y="3117850"/>
          <p14:tracePt t="148603" x="3905250" y="3111500"/>
          <p14:tracePt t="148619" x="3867150" y="3073400"/>
          <p14:tracePt t="148633" x="3835400" y="3060700"/>
          <p14:tracePt t="148649" x="3803650" y="3022600"/>
          <p14:tracePt t="148666" x="3708400" y="2959100"/>
          <p14:tracePt t="148682" x="3619500" y="2908300"/>
          <p14:tracePt t="148699" x="3575050" y="2882900"/>
          <p14:tracePt t="148716" x="3524250" y="2844800"/>
          <p14:tracePt t="148733" x="3486150" y="2819400"/>
          <p14:tracePt t="148750" x="3473450" y="2813050"/>
          <p14:tracePt t="148765" x="3467100" y="2806700"/>
          <p14:tracePt t="148782" x="3460750" y="2800350"/>
          <p14:tracePt t="148799" x="3454400" y="2794000"/>
          <p14:tracePt t="148816" x="3454400" y="2787650"/>
          <p14:tracePt t="148832" x="3448050" y="2781300"/>
          <p14:tracePt t="148849" x="3448050" y="2774950"/>
          <p14:tracePt t="148865" x="3441700" y="2774950"/>
          <p14:tracePt t="148882" x="3435350" y="2762250"/>
          <p14:tracePt t="148899" x="3403600" y="2730500"/>
          <p14:tracePt t="148915" x="3397250" y="2705100"/>
          <p14:tracePt t="148932" x="3384550" y="2692400"/>
          <p14:tracePt t="148948" x="3352800" y="2654300"/>
          <p14:tracePt t="148965" x="3314700" y="2609850"/>
          <p14:tracePt t="148982" x="3282950" y="2559050"/>
          <p14:tracePt t="148998" x="3270250" y="2533650"/>
          <p14:tracePt t="149014" x="3244850" y="2501900"/>
          <p14:tracePt t="149032" x="3219450" y="2463800"/>
          <p14:tracePt t="149048" x="3213100" y="2451100"/>
          <p14:tracePt t="149065" x="3194050" y="2419350"/>
          <p14:tracePt t="149081" x="3175000" y="2381250"/>
          <p14:tracePt t="149098" x="3168650" y="2368550"/>
          <p14:tracePt t="149115" x="3155950" y="2343150"/>
          <p14:tracePt t="149131" x="3136900" y="2324100"/>
          <p14:tracePt t="149147" x="3130550" y="2311400"/>
          <p14:tracePt t="149164" x="3117850" y="2305050"/>
          <p14:tracePt t="149181" x="3111500" y="2292350"/>
          <p14:tracePt t="149197" x="3105150" y="2286000"/>
          <p14:tracePt t="149234" x="3105150" y="2279650"/>
          <p14:tracePt t="149480" x="3105150" y="2286000"/>
          <p14:tracePt t="149522" x="3105150" y="2292350"/>
          <p14:tracePt t="149564" x="3098800" y="2298700"/>
          <p14:tracePt t="149613" x="3092450" y="2298700"/>
          <p14:tracePt t="149634" x="3086100" y="2305050"/>
          <p14:tracePt t="149664" x="3086100" y="2311400"/>
          <p14:tracePt t="149669" x="3079750" y="2317750"/>
          <p14:tracePt t="149683" x="3079750" y="2324100"/>
          <p14:tracePt t="149704" x="3073400" y="2330450"/>
          <p14:tracePt t="149713" x="3073400" y="2336800"/>
          <p14:tracePt t="149729" x="3073400" y="2343150"/>
          <p14:tracePt t="149746" x="3067050" y="2368550"/>
          <p14:tracePt t="149762" x="3060700" y="2393950"/>
          <p14:tracePt t="149779" x="3054350" y="2419350"/>
          <p14:tracePt t="149796" x="3048000" y="2444750"/>
          <p14:tracePt t="149812" x="3048000" y="2463800"/>
          <p14:tracePt t="149829" x="3048000" y="2476500"/>
          <p14:tracePt t="149845" x="3041650" y="2501900"/>
          <p14:tracePt t="149862" x="3041650" y="2514600"/>
          <p14:tracePt t="149879" x="3041650" y="2527300"/>
          <p14:tracePt t="149895" x="3041650" y="2540000"/>
          <p14:tracePt t="149912" x="3041650" y="2546350"/>
          <p14:tracePt t="149929" x="3041650" y="2552700"/>
          <p14:tracePt t="149944" x="3048000" y="2552700"/>
          <p14:tracePt t="150013" x="3048000" y="2559050"/>
          <p14:tracePt t="150083" x="3054350" y="2559050"/>
          <p14:tracePt t="150160" x="3054350" y="2552700"/>
          <p14:tracePt t="150181" x="3054350" y="2546350"/>
          <p14:tracePt t="150223" x="3054350" y="2540000"/>
          <p14:tracePt t="150231" x="3054350" y="2527300"/>
          <p14:tracePt t="150246" x="3054350" y="2520950"/>
          <p14:tracePt t="150266" x="3054350" y="2508250"/>
          <p14:tracePt t="150286" x="3054350" y="2495550"/>
          <p14:tracePt t="150296" x="3054350" y="2482850"/>
          <p14:tracePt t="150310" x="3054350" y="2463800"/>
          <p14:tracePt t="150327" x="3054350" y="2406650"/>
          <p14:tracePt t="150344" x="3054350" y="2349500"/>
          <p14:tracePt t="150360" x="3054350" y="2317750"/>
          <p14:tracePt t="150377" x="3048000" y="2266950"/>
          <p14:tracePt t="150393" x="3048000" y="2235200"/>
          <p14:tracePt t="150410" x="3041650" y="2222500"/>
          <p14:tracePt t="150427" x="3041650" y="2209800"/>
          <p14:tracePt t="150443" x="3041650" y="2203450"/>
          <p14:tracePt t="150574" x="3041650" y="2209800"/>
          <p14:tracePt t="150581" x="3041650" y="2216150"/>
          <p14:tracePt t="150602" x="3041650" y="2222500"/>
          <p14:tracePt t="150623" x="3035300" y="2228850"/>
          <p14:tracePt t="150630" x="3035300" y="2235200"/>
          <p14:tracePt t="150651" x="3035300" y="2241550"/>
          <p14:tracePt t="150664" x="3035300" y="2247900"/>
          <p14:tracePt t="150676" x="3035300" y="2260600"/>
          <p14:tracePt t="150693" x="3035300" y="2286000"/>
          <p14:tracePt t="150708" x="3041650" y="2336800"/>
          <p14:tracePt t="150725" x="3048000" y="2387600"/>
          <p14:tracePt t="150743" x="3060700" y="2444750"/>
          <p14:tracePt t="150759" x="3067050" y="2476500"/>
          <p14:tracePt t="150776" x="3067050" y="2495550"/>
          <p14:tracePt t="150792" x="3073400" y="2527300"/>
          <p14:tracePt t="150808" x="3079750" y="2540000"/>
          <p14:tracePt t="150842" x="3079750" y="2546350"/>
          <p14:tracePt t="151255" x="3079750" y="2552700"/>
          <p14:tracePt t="151318" x="3086100" y="2552700"/>
          <p14:tracePt t="151346" x="3092450" y="2552700"/>
          <p14:tracePt t="151352" x="3098800" y="2552700"/>
          <p14:tracePt t="151367" x="3111500" y="2559050"/>
          <p14:tracePt t="151376" x="3124200" y="2559050"/>
          <p14:tracePt t="151390" x="3143250" y="2559050"/>
          <p14:tracePt t="151407" x="3162300" y="2565400"/>
          <p14:tracePt t="151423" x="3270250" y="2578100"/>
          <p14:tracePt t="151440" x="3314700" y="2578100"/>
          <p14:tracePt t="151456" x="3365500" y="2578100"/>
          <p14:tracePt t="151474" x="3454400" y="2578100"/>
          <p14:tracePt t="151490" x="3549650" y="2571750"/>
          <p14:tracePt t="151507" x="3638550" y="2565400"/>
          <p14:tracePt t="151523" x="3676650" y="2565400"/>
          <p14:tracePt t="151539" x="3733800" y="2559050"/>
          <p14:tracePt t="151556" x="3778250" y="2540000"/>
          <p14:tracePt t="151573" x="3797300" y="2540000"/>
          <p14:tracePt t="151589" x="3816350" y="2533650"/>
          <p14:tracePt t="151606" x="3822700" y="2527300"/>
          <p14:tracePt t="151639" x="3829050" y="2527300"/>
          <p14:tracePt t="151656" x="3835400" y="2520950"/>
          <p14:tracePt t="151697" x="3835400" y="2514600"/>
          <p14:tracePt t="152275" x="3854450" y="2508250"/>
          <p14:tracePt t="152290" x="3886200" y="2482850"/>
          <p14:tracePt t="152297" x="3917950" y="2470150"/>
          <p14:tracePt t="152311" x="3949700" y="2451100"/>
          <p14:tracePt t="152320" x="3975100" y="2438400"/>
          <p14:tracePt t="152337" x="4000500" y="2425700"/>
          <p14:tracePt t="152353" x="4051300" y="2393950"/>
          <p14:tracePt t="152370" x="4114800" y="2362200"/>
          <p14:tracePt t="152387" x="4146550" y="2355850"/>
          <p14:tracePt t="152403" x="4235450" y="2324100"/>
          <p14:tracePt t="152420" x="4305300" y="2298700"/>
          <p14:tracePt t="152437" x="4349750" y="2279650"/>
          <p14:tracePt t="152453" x="4419600" y="2266950"/>
          <p14:tracePt t="152469" x="4502150" y="2235200"/>
          <p14:tracePt t="152486" x="4572000" y="2222500"/>
          <p14:tracePt t="152503" x="4597400" y="2222500"/>
          <p14:tracePt t="152519" x="4622800" y="2216150"/>
          <p14:tracePt t="152536" x="4686300" y="2203450"/>
          <p14:tracePt t="152553" x="4699000" y="2203450"/>
          <p14:tracePt t="152570" x="4711700" y="2190750"/>
          <p14:tracePt t="152586" x="4737100" y="2171700"/>
          <p14:tracePt t="152602" x="4762500" y="2159000"/>
          <p14:tracePt t="152620" x="4800600" y="2146300"/>
          <p14:tracePt t="152635" x="4813300" y="2139950"/>
          <p14:tracePt t="152652" x="4838700" y="2127250"/>
          <p14:tracePt t="152669" x="4864100" y="2108200"/>
          <p14:tracePt t="152685" x="4876800" y="2101850"/>
          <p14:tracePt t="152689" x="4895850" y="2095500"/>
          <p14:tracePt t="152703" x="4921250" y="2082800"/>
          <p14:tracePt t="152719" x="4959350" y="2051050"/>
          <p14:tracePt t="152735" x="4991100" y="2051050"/>
          <p14:tracePt t="152752" x="5035550" y="2032000"/>
          <p14:tracePt t="152768" x="5060950" y="2019300"/>
          <p14:tracePt t="152785" x="5073650" y="2012950"/>
          <p14:tracePt t="152802" x="5092700" y="2000250"/>
          <p14:tracePt t="152818" x="5099050" y="1993900"/>
          <p14:tracePt t="152851" x="5105400" y="1987550"/>
          <p14:tracePt t="152868" x="5111750" y="1987550"/>
          <p14:tracePt t="152921" x="5111750" y="1981200"/>
          <p14:tracePt t="152998" x="5105400" y="1981200"/>
          <p14:tracePt t="153047" x="5099050" y="1981200"/>
          <p14:tracePt t="153061" x="5092700" y="1987550"/>
          <p14:tracePt t="153082" x="5086350" y="1987550"/>
          <p14:tracePt t="153089" x="5080000" y="1987550"/>
          <p14:tracePt t="153100" x="5073650" y="1987550"/>
          <p14:tracePt t="153118" x="5041900" y="1993900"/>
          <p14:tracePt t="153134" x="5022850" y="1993900"/>
          <p14:tracePt t="153150" x="4984750" y="2000250"/>
          <p14:tracePt t="153167" x="4826000" y="2019300"/>
          <p14:tracePt t="153183" x="4762500" y="2019300"/>
          <p14:tracePt t="153187" x="4692650" y="2032000"/>
          <p14:tracePt t="153203" x="4616450" y="2038350"/>
          <p14:tracePt t="153217" x="4527550" y="2057400"/>
          <p14:tracePt t="153233" x="4356100" y="2076450"/>
          <p14:tracePt t="153251" x="4178300" y="2120900"/>
          <p14:tracePt t="153267" x="4095750" y="2139950"/>
          <p14:tracePt t="153283" x="3943350" y="2171700"/>
          <p14:tracePt t="153300" x="3771900" y="2197100"/>
          <p14:tracePt t="153317" x="3708400" y="2209800"/>
          <p14:tracePt t="153333" x="3587750" y="2235200"/>
          <p14:tracePt t="153350" x="3498850" y="2260600"/>
          <p14:tracePt t="153366" x="3460750" y="2260600"/>
          <p14:tracePt t="153384" x="3403600" y="2273300"/>
          <p14:tracePt t="153399" x="3365500" y="2286000"/>
          <p14:tracePt t="153416" x="3346450" y="2292350"/>
          <p14:tracePt t="153433" x="3321050" y="2298700"/>
          <p14:tracePt t="153449" x="3314700" y="2305050"/>
          <p14:tracePt t="153466" x="3308350" y="2305050"/>
          <p14:tracePt t="153483" x="3295650" y="2305050"/>
          <p14:tracePt t="153499" x="3289300" y="2305050"/>
          <p14:tracePt t="153515" x="3282950" y="2305050"/>
          <p14:tracePt t="153560" x="3276600" y="2305050"/>
          <p14:tracePt t="153600" x="3270250" y="2311400"/>
          <p14:tracePt t="153649" x="3263900" y="2311400"/>
          <p14:tracePt t="153957" x="3282950" y="2317750"/>
          <p14:tracePt t="153965" x="3321050" y="2317750"/>
          <p14:tracePt t="153978" x="3397250" y="2330450"/>
          <p14:tracePt t="153985" x="3505200" y="2336800"/>
          <p14:tracePt t="154001" x="3613150" y="2336800"/>
          <p14:tracePt t="154014" x="3752850" y="2349500"/>
          <p14:tracePt t="154030" x="4083050" y="2349500"/>
          <p14:tracePt t="154049" x="4457700" y="2343150"/>
          <p14:tracePt t="154064" x="4597400" y="2330450"/>
          <p14:tracePt t="154080" x="4826000" y="2279650"/>
          <p14:tracePt t="154098" x="4997450" y="2241550"/>
          <p14:tracePt t="154114" x="5067300" y="2222500"/>
          <p14:tracePt t="154130" x="5130800" y="2197100"/>
          <p14:tracePt t="154147" x="5149850" y="2184400"/>
          <p14:tracePt t="154163" x="5149850" y="2178050"/>
          <p14:tracePt t="154180" x="5156200" y="2178050"/>
          <p14:tracePt t="154231" x="5149850" y="2178050"/>
          <p14:tracePt t="154238" x="5149850" y="2184400"/>
          <p14:tracePt t="154246" x="5143500" y="2184400"/>
          <p14:tracePt t="154263" x="5137150" y="2184400"/>
          <p14:tracePt t="154280" x="5118100" y="2197100"/>
          <p14:tracePt t="154296" x="5111750" y="2197100"/>
          <p14:tracePt t="154313" x="5080000" y="2203450"/>
          <p14:tracePt t="154330" x="5022850" y="2216150"/>
          <p14:tracePt t="154346" x="4953000" y="2235200"/>
          <p14:tracePt t="154364" x="4800600" y="2266950"/>
          <p14:tracePt t="154380" x="4578350" y="2305050"/>
          <p14:tracePt t="154396" x="4476750" y="2317750"/>
          <p14:tracePt t="154413" x="4286250" y="2355850"/>
          <p14:tracePt t="154429" x="4089400" y="2406650"/>
          <p14:tracePt t="154446" x="4000500" y="2419350"/>
          <p14:tracePt t="154463" x="3841750" y="2457450"/>
          <p14:tracePt t="154479" x="3733800" y="2476500"/>
          <p14:tracePt t="154496" x="3714750" y="2489200"/>
          <p14:tracePt t="154513" x="3676650" y="2489200"/>
          <p14:tracePt t="154529" x="3676650" y="2495550"/>
          <p14:tracePt t="154546" x="3670300" y="2495550"/>
          <p14:tracePt t="154898" x="3676650" y="2489200"/>
          <p14:tracePt t="154913" x="3683000" y="2489200"/>
          <p14:tracePt t="154918" x="3702050" y="2489200"/>
          <p14:tracePt t="154933" x="3714750" y="2482850"/>
          <p14:tracePt t="154944" x="3752850" y="2463800"/>
          <p14:tracePt t="154961" x="3886200" y="2425700"/>
          <p14:tracePt t="154977" x="3994150" y="2406650"/>
          <p14:tracePt t="154995" x="4254500" y="2336800"/>
          <p14:tracePt t="155011" x="4584700" y="2266950"/>
          <p14:tracePt t="155028" x="4711700" y="2228850"/>
          <p14:tracePt t="155044" x="4959350" y="2159000"/>
          <p14:tracePt t="155060" x="5156200" y="2101850"/>
          <p14:tracePt t="155077" x="5232400" y="2082800"/>
          <p14:tracePt t="155094" x="5334000" y="2051050"/>
          <p14:tracePt t="155111" x="5384800" y="2025650"/>
          <p14:tracePt t="155128" x="5391150" y="2019300"/>
          <p14:tracePt t="155143" x="5397500" y="2019300"/>
          <p14:tracePt t="155160" x="5403850" y="2019300"/>
          <p14:tracePt t="155194" x="5410200" y="2019300"/>
          <p14:tracePt t="155248" x="5403850" y="2019300"/>
          <p14:tracePt t="155283" x="5397500" y="2019300"/>
          <p14:tracePt t="155381" x="5391150" y="2019300"/>
          <p14:tracePt t="155431" x="5378450" y="2019300"/>
          <p14:tracePt t="155437" x="5372100" y="2019300"/>
          <p14:tracePt t="155452" x="5359400" y="2019300"/>
          <p14:tracePt t="155461" x="5346700" y="2019300"/>
          <p14:tracePt t="155475" x="5327650" y="2019300"/>
          <p14:tracePt t="155493" x="5289550" y="2019300"/>
          <p14:tracePt t="155509" x="5073650" y="2019300"/>
          <p14:tracePt t="155525" x="4972050" y="2032000"/>
          <p14:tracePt t="155544" x="4756150" y="2044700"/>
          <p14:tracePt t="155559" x="4654550" y="2051050"/>
          <p14:tracePt t="155575" x="4451350" y="2070100"/>
          <p14:tracePt t="155593" x="4279900" y="2082800"/>
          <p14:tracePt t="155609" x="4216400" y="2089150"/>
          <p14:tracePt t="155625" x="4121150" y="2108200"/>
          <p14:tracePt t="155642" x="4070350" y="2120900"/>
          <p14:tracePt t="155658" x="4057650" y="2120900"/>
          <p14:tracePt t="155675" x="4051300" y="2127250"/>
          <p14:tracePt t="155691" x="4044950" y="2127250"/>
          <p14:tracePt t="155753" x="4051300" y="2127250"/>
          <p14:tracePt t="155760" x="4057650" y="2127250"/>
          <p14:tracePt t="155776" x="4064000" y="2127250"/>
          <p14:tracePt t="155781" x="4083050" y="2127250"/>
          <p14:tracePt t="155791" x="4102100" y="2127250"/>
          <p14:tracePt t="155808" x="4133850" y="2133600"/>
          <p14:tracePt t="155824" x="4235450" y="2146300"/>
          <p14:tracePt t="155841" x="4298950" y="2146300"/>
          <p14:tracePt t="155858" x="4540250" y="2146300"/>
          <p14:tracePt t="155874" x="4635500" y="2139950"/>
          <p14:tracePt t="155891" x="4699000" y="2139950"/>
          <p14:tracePt t="155908" x="4813300" y="2120900"/>
          <p14:tracePt t="155924" x="4889500" y="2089150"/>
          <p14:tracePt t="155941" x="4914900" y="2076450"/>
          <p14:tracePt t="155958" x="4940300" y="2044700"/>
          <p14:tracePt t="155974" x="4946650" y="2038350"/>
          <p14:tracePt t="155991" x="4953000" y="2032000"/>
          <p14:tracePt t="156007" x="4953000" y="2025650"/>
          <p14:tracePt t="156023" x="4946650" y="2025650"/>
          <p14:tracePt t="156041" x="4940300" y="2038350"/>
          <p14:tracePt t="156057" x="4933950" y="2038350"/>
          <p14:tracePt t="156073" x="4921250" y="2044700"/>
          <p14:tracePt t="156091" x="4902200" y="2063750"/>
          <p14:tracePt t="156107" x="4889500" y="2070100"/>
          <p14:tracePt t="156124" x="4864100" y="2089150"/>
          <p14:tracePt t="156140" x="4756150" y="2139950"/>
          <p14:tracePt t="156157" x="4711700" y="2171700"/>
          <p14:tracePt t="156174" x="4622800" y="2209800"/>
          <p14:tracePt t="156190" x="4584700" y="2222500"/>
          <p14:tracePt t="156206" x="4540250" y="2247900"/>
          <p14:tracePt t="156224" x="4514850" y="2254250"/>
          <p14:tracePt t="156240" x="4508500" y="2260600"/>
          <p14:tracePt t="156256" x="4502150" y="2260600"/>
          <p14:tracePt t="156301" x="4508500" y="2260600"/>
          <p14:tracePt t="156322" x="4514850" y="2260600"/>
          <p14:tracePt t="156336" x="4533900" y="2254250"/>
          <p14:tracePt t="156342" x="4552950" y="2247900"/>
          <p14:tracePt t="156356" x="4584700" y="2241550"/>
          <p14:tracePt t="156373" x="4705350" y="2203450"/>
          <p14:tracePt t="156389" x="4775200" y="2184400"/>
          <p14:tracePt t="156406" x="4908550" y="2139950"/>
          <p14:tracePt t="156422" x="5010150" y="2095500"/>
          <p14:tracePt t="156439" x="5041900" y="2076450"/>
          <p14:tracePt t="156456" x="5073650" y="2051050"/>
          <p14:tracePt t="156472" x="5086350" y="2044700"/>
          <p14:tracePt t="156490" x="5092700" y="2038350"/>
          <p14:tracePt t="156532" x="5086350" y="2044700"/>
          <p14:tracePt t="156553" x="5080000" y="2044700"/>
          <p14:tracePt t="156560" x="5073650" y="2051050"/>
          <p14:tracePt t="156575" x="5054600" y="2057400"/>
          <p14:tracePt t="156588" x="5041900" y="2063750"/>
          <p14:tracePt t="156605" x="5003800" y="2089150"/>
          <p14:tracePt t="156622" x="4959350" y="2114550"/>
          <p14:tracePt t="156638" x="4845050" y="2152650"/>
          <p14:tracePt t="156655" x="4711700" y="2197100"/>
          <p14:tracePt t="156673" x="4603750" y="2247900"/>
          <p14:tracePt t="156688" x="4559300" y="2254250"/>
          <p14:tracePt t="156705" x="4489450" y="2279650"/>
          <p14:tracePt t="156722" x="4451350" y="2292350"/>
          <p14:tracePt t="156738" x="4438650" y="2298700"/>
          <p14:tracePt t="156741" x="4432300" y="2305050"/>
          <p14:tracePt t="156772" x="4425950" y="2305050"/>
          <p14:tracePt t="156806" x="4419600" y="2305050"/>
          <p14:tracePt t="156925" x="4419600" y="2311400"/>
          <p14:tracePt t="156953" x="4419600" y="2317750"/>
          <p14:tracePt t="156967" x="4419600" y="2330450"/>
          <p14:tracePt t="156974" x="4419600" y="2336800"/>
          <p14:tracePt t="156988" x="4432300" y="2349500"/>
          <p14:tracePt t="157004" x="4451350" y="2406650"/>
          <p14:tracePt t="157020" x="4483100" y="2451100"/>
          <p14:tracePt t="157038" x="4552950" y="2533650"/>
          <p14:tracePt t="157053" x="4629150" y="2635250"/>
          <p14:tracePt t="157070" x="4673600" y="2686050"/>
          <p14:tracePt t="157087" x="4730750" y="2730500"/>
          <p14:tracePt t="157103" x="4762500" y="2755900"/>
          <p14:tracePt t="157120" x="4806950" y="2774950"/>
          <p14:tracePt t="157137" x="4832350" y="2781300"/>
          <p14:tracePt t="157153" x="4838700" y="2781300"/>
          <p14:tracePt t="157170" x="4851400" y="2781300"/>
          <p14:tracePt t="157186" x="4857750" y="2781300"/>
          <p14:tracePt t="157203" x="4864100" y="2781300"/>
          <p14:tracePt t="157220" x="4883150" y="2774950"/>
          <p14:tracePt t="157236" x="4889500" y="2768600"/>
          <p14:tracePt t="157253" x="4902200" y="2762250"/>
          <p14:tracePt t="157269" x="4914900" y="2762250"/>
          <p14:tracePt t="157286" x="4927600" y="2755900"/>
          <p14:tracePt t="157304" x="4927600" y="2749550"/>
          <p14:tracePt t="157437" x="4921250" y="2743200"/>
          <p14:tracePt t="157444" x="4908550" y="2743200"/>
          <p14:tracePt t="157458" x="4895850" y="2743200"/>
          <p14:tracePt t="157469" x="4876800" y="2736850"/>
          <p14:tracePt t="157487" x="4806950" y="2730500"/>
          <p14:tracePt t="157502" x="4768850" y="2730500"/>
          <p14:tracePt t="157519" x="4648200" y="2711450"/>
          <p14:tracePt t="157536" x="4533900" y="2705100"/>
          <p14:tracePt t="157552" x="4476750" y="2692400"/>
          <p14:tracePt t="157569" x="4400550" y="2686050"/>
          <p14:tracePt t="157586" x="4349750" y="2686050"/>
          <p14:tracePt t="157602" x="4330700" y="2686050"/>
          <p14:tracePt t="157619" x="4311650" y="2686050"/>
          <p14:tracePt t="157634" x="4298950" y="2686050"/>
          <p14:tracePt t="157683" x="4298950" y="2679700"/>
          <p14:tracePt t="157704" x="4305300" y="2679700"/>
          <p14:tracePt t="157725" x="4318000" y="2679700"/>
          <p14:tracePt t="157739" x="4324350" y="2673350"/>
          <p14:tracePt t="157746" x="4330700" y="2673350"/>
          <p14:tracePt t="157754" x="4343400" y="2673350"/>
          <p14:tracePt t="157769" x="4362450" y="2667000"/>
          <p14:tracePt t="157785" x="4381500" y="2667000"/>
          <p14:tracePt t="157803" x="4464050" y="2654300"/>
          <p14:tracePt t="157817" x="4559300" y="2635250"/>
          <p14:tracePt t="157834" x="4597400" y="2628900"/>
          <p14:tracePt t="157851" x="4667250" y="2622550"/>
          <p14:tracePt t="157867" x="4699000" y="2609850"/>
          <p14:tracePt t="157884" x="4711700" y="2603500"/>
          <p14:tracePt t="157901" x="4718050" y="2603500"/>
          <p14:tracePt t="157935" x="4711700" y="2603500"/>
          <p14:tracePt t="157949" x="4705350" y="2603500"/>
          <p14:tracePt t="157956" x="4699000" y="2603500"/>
          <p14:tracePt t="157967" x="4686300" y="2603500"/>
          <p14:tracePt t="157984" x="4641850" y="2603500"/>
          <p14:tracePt t="158001" x="4616450" y="2597150"/>
          <p14:tracePt t="158017" x="4578350" y="2597150"/>
          <p14:tracePt t="158034" x="4419600" y="2597150"/>
          <p14:tracePt t="158050" x="4356100" y="2597150"/>
          <p14:tracePt t="158067" x="4305300" y="2590800"/>
          <p14:tracePt t="158083" x="4184650" y="2590800"/>
          <p14:tracePt t="158100" x="4095750" y="2590800"/>
          <p14:tracePt t="158118" x="4038600" y="2590800"/>
          <p14:tracePt t="158134" x="4019550" y="2597150"/>
          <p14:tracePt t="158150" x="4000500" y="2597150"/>
          <p14:tracePt t="158167" x="3994150" y="2603500"/>
          <p14:tracePt t="158237" x="4000500" y="2603500"/>
          <p14:tracePt t="158243" x="4006850" y="2597150"/>
          <p14:tracePt t="158258" x="4019550" y="2597150"/>
          <p14:tracePt t="158266" x="4025900" y="2597150"/>
          <p14:tracePt t="158282" x="4038600" y="2597150"/>
          <p14:tracePt t="158300" x="4133850" y="2590800"/>
          <p14:tracePt t="158316" x="4260850" y="2590800"/>
          <p14:tracePt t="158334" x="4337050" y="2590800"/>
          <p14:tracePt t="158350" x="4489450" y="2590800"/>
          <p14:tracePt t="158366" x="4565650" y="2578100"/>
          <p14:tracePt t="158383" x="4673600" y="2578100"/>
          <p14:tracePt t="158399" x="4737100" y="2571750"/>
          <p14:tracePt t="158415" x="4749800" y="2571750"/>
          <p14:tracePt t="158434" x="4768850" y="2571750"/>
          <p14:tracePt t="158449" x="4775200" y="2571750"/>
          <p14:tracePt t="158490" x="4768850" y="2571750"/>
          <p14:tracePt t="158498" x="4762500" y="2571750"/>
          <p14:tracePt t="158525" x="4756150" y="2571750"/>
          <p14:tracePt t="158538" x="4749800" y="2571750"/>
          <p14:tracePt t="158548" x="4737100" y="2571750"/>
          <p14:tracePt t="158565" x="4724400" y="2571750"/>
          <p14:tracePt t="158582" x="4673600" y="2571750"/>
          <p14:tracePt t="158598" x="4610100" y="2571750"/>
          <p14:tracePt t="158615" x="4495800" y="2571750"/>
          <p14:tracePt t="158631" x="4445000" y="2571750"/>
          <p14:tracePt t="158648" x="4375150" y="2571750"/>
          <p14:tracePt t="158665" x="4241800" y="2571750"/>
          <p14:tracePt t="158681" x="4216400" y="2571750"/>
          <p14:tracePt t="158698" x="4197350" y="2565400"/>
          <p14:tracePt t="158715" x="4178300" y="2565400"/>
          <p14:tracePt t="158731" x="4165600" y="2565400"/>
          <p14:tracePt t="158805" x="4171950" y="2565400"/>
          <p14:tracePt t="158819" x="4178300" y="2565400"/>
          <p14:tracePt t="158826" x="4184650" y="2565400"/>
          <p14:tracePt t="158840" x="4216400" y="2571750"/>
          <p14:tracePt t="158850" x="4248150" y="2578100"/>
          <p14:tracePt t="158864" x="4311650" y="2584450"/>
          <p14:tracePt t="158880" x="4457700" y="2616200"/>
          <p14:tracePt t="158897" x="4622800" y="2635250"/>
          <p14:tracePt t="158914" x="4699000" y="2641600"/>
          <p14:tracePt t="158931" x="4845050" y="2660650"/>
          <p14:tracePt t="158947" x="4940300" y="2673350"/>
          <p14:tracePt t="158964" x="4959350" y="2673350"/>
          <p14:tracePt t="158981" x="4984750" y="2673350"/>
          <p14:tracePt t="158997" x="4991100" y="2673350"/>
          <p14:tracePt t="159014" x="4997450" y="2673350"/>
          <p14:tracePt t="159177" x="4991100" y="2673350"/>
          <p14:tracePt t="159507" x="4991100" y="2667000"/>
          <p14:tracePt t="160061" x="4933950" y="2654300"/>
          <p14:tracePt t="160068" x="4857750" y="2635250"/>
          <p14:tracePt t="160083" x="4775200" y="2616200"/>
          <p14:tracePt t="160093" x="4711700" y="2584450"/>
          <p14:tracePt t="160111" x="4584700" y="2546350"/>
          <p14:tracePt t="160126" x="4546600" y="2540000"/>
          <p14:tracePt t="160143" x="4476750" y="2520950"/>
          <p14:tracePt t="160160" x="4432300" y="2514600"/>
          <p14:tracePt t="160176" x="4413250" y="2508250"/>
          <p14:tracePt t="160193" x="4375150" y="2495550"/>
          <p14:tracePt t="160209" x="4349750" y="2489200"/>
          <p14:tracePt t="160226" x="4343400" y="2489200"/>
          <p14:tracePt t="160244" x="4305300" y="2482850"/>
          <p14:tracePt t="160259" x="4273550" y="2476500"/>
          <p14:tracePt t="160276" x="4254500" y="2476500"/>
          <p14:tracePt t="160293" x="4222750" y="2457450"/>
          <p14:tracePt t="160309" x="4178300" y="2438400"/>
          <p14:tracePt t="160325" x="4159250" y="2432050"/>
          <p14:tracePt t="160343" x="4127500" y="2406650"/>
          <p14:tracePt t="160359" x="4108450" y="2400300"/>
          <p14:tracePt t="160375" x="4070350" y="2362200"/>
          <p14:tracePt t="160391" x="4038600" y="2336800"/>
          <p14:tracePt t="160409" x="4025900" y="2324100"/>
          <p14:tracePt t="160426" x="4006850" y="2311400"/>
          <p14:tracePt t="160442" x="3994150" y="2311400"/>
          <p14:tracePt t="160482" x="3994150" y="2317750"/>
          <p14:tracePt t="160492" x="3994150" y="2324100"/>
          <p14:tracePt t="160508" x="3994150" y="2336800"/>
          <p14:tracePt t="160525" x="4006850" y="2368550"/>
          <p14:tracePt t="160542" x="4038600" y="2419350"/>
          <p14:tracePt t="160559" x="4070350" y="2457450"/>
          <p14:tracePt t="160575" x="4127500" y="2533650"/>
          <p14:tracePt t="160592" x="4165600" y="2597150"/>
          <p14:tracePt t="160609" x="4197350" y="2641600"/>
          <p14:tracePt t="160625" x="4203700" y="2654300"/>
          <p14:tracePt t="160714" x="4203700" y="2647950"/>
          <p14:tracePt t="160720" x="4197350" y="2641600"/>
          <p14:tracePt t="160734" x="4184650" y="2628900"/>
          <p14:tracePt t="160744" x="4171950" y="2616200"/>
          <p14:tracePt t="160757" x="4146550" y="2590800"/>
          <p14:tracePt t="160775" x="4070350" y="2520950"/>
          <p14:tracePt t="160791" x="3962400" y="2438400"/>
          <p14:tracePt t="160807" x="3917950" y="2400300"/>
          <p14:tracePt t="160824" x="3841750" y="2336800"/>
          <p14:tracePt t="160841" x="3790950" y="2298700"/>
          <p14:tracePt t="160857" x="3778250" y="2286000"/>
          <p14:tracePt t="160874" x="3771900" y="2279650"/>
          <p14:tracePt t="160891" x="3765550" y="2279650"/>
          <p14:tracePt t="160910" x="3765550" y="2286000"/>
          <p14:tracePt t="160931" x="3765550" y="2292350"/>
          <p14:tracePt t="160952" x="3765550" y="2298700"/>
          <p14:tracePt t="160974" x="3771900" y="2298700"/>
          <p14:tracePt t="160980" x="3778250" y="2298700"/>
          <p14:tracePt t="160995" x="3784600" y="2311400"/>
          <p14:tracePt t="161006" x="3797300" y="2317750"/>
          <p14:tracePt t="161024" x="3816350" y="2336800"/>
          <p14:tracePt t="161040" x="3829050" y="2349500"/>
          <p14:tracePt t="161057" x="3873500" y="2381250"/>
          <p14:tracePt t="161073" x="3905250" y="2406650"/>
          <p14:tracePt t="161090" x="3911600" y="2413000"/>
          <p14:tracePt t="161107" x="3930650" y="2425700"/>
          <p14:tracePt t="161123" x="3937000" y="2432050"/>
          <p14:tracePt t="161190" x="3930650" y="2425700"/>
          <p14:tracePt t="161205" x="3930650" y="2419350"/>
          <p14:tracePt t="161212" x="3917950" y="2413000"/>
          <p14:tracePt t="161226" x="3905250" y="2400300"/>
          <p14:tracePt t="161240" x="3867150" y="2381250"/>
          <p14:tracePt t="161256" x="3848100" y="2362200"/>
          <p14:tracePt t="161273" x="3829050" y="2349500"/>
          <p14:tracePt t="161289" x="3784600" y="2324100"/>
          <p14:tracePt t="161305" x="3746500" y="2298700"/>
          <p14:tracePt t="161322" x="3740150" y="2286000"/>
          <p14:tracePt t="161340" x="3721100" y="2273300"/>
          <p14:tracePt t="161355" x="3714750" y="2266950"/>
          <p14:tracePt t="161373" x="3708400" y="2266950"/>
          <p14:tracePt t="161405" x="3708400" y="2279650"/>
          <p14:tracePt t="161423" x="3714750" y="2286000"/>
          <p14:tracePt t="161439" x="3727450" y="2292350"/>
          <p14:tracePt t="161455" x="3765550" y="2317750"/>
          <p14:tracePt t="161472" x="3829050" y="2355850"/>
          <p14:tracePt t="161488" x="3860800" y="2381250"/>
          <p14:tracePt t="161505" x="3892550" y="2406650"/>
          <p14:tracePt t="161522" x="3981450" y="2463800"/>
          <p14:tracePt t="161538" x="3994150" y="2470150"/>
          <p14:tracePt t="161556" x="4013200" y="2489200"/>
          <p14:tracePt t="161571" x="4019550" y="2489200"/>
          <p14:tracePt t="161626" x="4019550" y="2482850"/>
          <p14:tracePt t="161632" x="4019550" y="2476500"/>
          <p14:tracePt t="161647" x="4013200" y="2463800"/>
          <p14:tracePt t="161655" x="4000500" y="2457450"/>
          <p14:tracePt t="161671" x="3975100" y="2438400"/>
          <p14:tracePt t="161688" x="3930650" y="2400300"/>
          <p14:tracePt t="161704" x="3879850" y="2355850"/>
          <p14:tracePt t="161721" x="3848100" y="2330450"/>
          <p14:tracePt t="161738" x="3790950" y="2292350"/>
          <p14:tracePt t="161754" x="3765550" y="2254250"/>
          <p14:tracePt t="161771" x="3759200" y="2241550"/>
          <p14:tracePt t="161774" x="3752850" y="2235200"/>
          <p14:tracePt t="161789" x="3746500" y="2228850"/>
          <p14:tracePt t="161864" x="3746500" y="2235200"/>
          <p14:tracePt t="161892" x="3746500" y="2241550"/>
          <p14:tracePt t="161913" x="3752850" y="2247900"/>
          <p14:tracePt t="161941" x="3752850" y="2254250"/>
          <p14:tracePt t="162004" x="3752850" y="2260600"/>
          <p14:tracePt t="162011" x="3759200" y="2266950"/>
          <p14:tracePt t="162033" x="3759200" y="2273300"/>
          <p14:tracePt t="162047" x="3765550" y="2279650"/>
          <p14:tracePt t="162056" x="3765550" y="2286000"/>
          <p14:tracePt t="162075" x="3771900" y="2292350"/>
          <p14:tracePt t="162095" x="3771900" y="2298700"/>
          <p14:tracePt t="162105" x="3778250" y="2298700"/>
          <p14:tracePt t="162119" x="3784600" y="2311400"/>
          <p14:tracePt t="162136" x="3790950" y="2324100"/>
          <p14:tracePt t="162153" x="3816350" y="2387600"/>
          <p14:tracePt t="162169" x="3835400" y="2419350"/>
          <p14:tracePt t="162187" x="3854450" y="2482850"/>
          <p14:tracePt t="162202" x="3873500" y="2527300"/>
          <p14:tracePt t="162219" x="3898900" y="2584450"/>
          <p14:tracePt t="162236" x="3911600" y="2635250"/>
          <p14:tracePt t="162252" x="3917950" y="2667000"/>
          <p14:tracePt t="162269" x="3924300" y="2705100"/>
          <p14:tracePt t="162286" x="3924300" y="2749550"/>
          <p14:tracePt t="162302" x="3924300" y="2768600"/>
          <p14:tracePt t="162319" x="3924300" y="2800350"/>
          <p14:tracePt t="162336" x="3911600" y="2819400"/>
          <p14:tracePt t="162352" x="3911600" y="2825750"/>
          <p14:tracePt t="163021" x="3911600" y="2857500"/>
          <p14:tracePt t="163027" x="3905250" y="2901950"/>
          <p14:tracePt t="163036" x="3898900" y="2940050"/>
          <p14:tracePt t="163052" x="3898900" y="2978150"/>
          <p14:tracePt t="163066" x="3898900" y="3009900"/>
          <p14:tracePt t="163083" x="3898900" y="3073400"/>
          <p14:tracePt t="163099" x="3898900" y="3130550"/>
          <p14:tracePt t="163116" x="3898900" y="3162300"/>
          <p14:tracePt t="163133" x="3898900" y="3213100"/>
          <p14:tracePt t="163149" x="3898900" y="3251200"/>
          <p14:tracePt t="163166" x="3898900" y="3270250"/>
          <p14:tracePt t="163183" x="3898900" y="3302000"/>
          <p14:tracePt t="163199" x="3898900" y="3327400"/>
          <p14:tracePt t="163216" x="3898900" y="3333750"/>
          <p14:tracePt t="163233" x="3898900" y="3346450"/>
          <p14:tracePt t="163249" x="3911600" y="3352800"/>
          <p14:tracePt t="163288" x="3937000" y="3352800"/>
          <p14:tracePt t="163309" x="3949700" y="3352800"/>
          <p14:tracePt t="163318" x="3956050" y="3352800"/>
          <p14:tracePt t="163332" x="3962400" y="3352800"/>
          <p14:tracePt t="163349" x="3968750" y="3352800"/>
          <p14:tracePt t="163365" x="3987800" y="3346450"/>
          <p14:tracePt t="163381" x="4025900" y="3333750"/>
          <p14:tracePt t="163398" x="4057650" y="3314700"/>
          <p14:tracePt t="163415" x="4108450" y="3289300"/>
          <p14:tracePt t="163432" x="4171950" y="3257550"/>
          <p14:tracePt t="163450" x="4222750" y="3225800"/>
          <p14:tracePt t="163465" x="4241800" y="3219450"/>
          <p14:tracePt t="163481" x="4267200" y="3194050"/>
          <p14:tracePt t="163499" x="4286250" y="3181350"/>
          <p14:tracePt t="163515" x="4292600" y="3175000"/>
          <p14:tracePt t="163531" x="4298950" y="3168650"/>
          <p14:tracePt t="163564" x="4298950" y="3162300"/>
          <p14:tracePt t="163702" x="4298950" y="3155950"/>
          <p14:tracePt t="163737" x="4305300" y="3149600"/>
          <p14:tracePt t="163758" x="4311650" y="3143250"/>
          <p14:tracePt t="163779" x="4311650" y="3136900"/>
          <p14:tracePt t="163800" x="4318000" y="3130550"/>
          <p14:tracePt t="163807" x="4318000" y="3124200"/>
          <p14:tracePt t="163821" x="4324350" y="3124200"/>
          <p14:tracePt t="163843" x="4330700" y="3124200"/>
          <p14:tracePt t="163849" x="4330700" y="3117850"/>
          <p14:tracePt t="163866" x="4337050" y="3111500"/>
          <p14:tracePt t="163880" x="4343400" y="3111500"/>
          <p14:tracePt t="163899" x="4356100" y="3098800"/>
          <p14:tracePt t="163933" x="4356100" y="3092450"/>
          <p14:tracePt t="163946" x="4362450" y="3092450"/>
          <p14:tracePt t="163963" x="4362450" y="3086100"/>
          <p14:tracePt t="163983" x="4368800" y="3086100"/>
          <p14:tracePt t="164017" x="4375150" y="3086100"/>
          <p14:tracePt t="164053" x="4381500" y="3079750"/>
          <p14:tracePt t="164144" x="4387850" y="3073400"/>
          <p14:tracePt t="164214" x="4387850" y="3067050"/>
          <p14:tracePt t="164263" x="4387850" y="3060700"/>
          <p14:tracePt t="164313" x="4394200" y="3060700"/>
          <p14:tracePt t="164439" x="4394200" y="3067050"/>
          <p14:tracePt t="164474" x="4394200" y="3073400"/>
          <p14:tracePt t="164496" x="4394200" y="3079750"/>
          <p14:tracePt t="164530" x="4387850" y="3092450"/>
          <p14:tracePt t="164543" x="4381500" y="3092450"/>
          <p14:tracePt t="164551" x="4381500" y="3098800"/>
          <p14:tracePt t="164565" x="4375150" y="3105150"/>
          <p14:tracePt t="164577" x="4362450" y="3105150"/>
          <p14:tracePt t="164594" x="4330700" y="3124200"/>
          <p14:tracePt t="164611" x="4305300" y="3143250"/>
          <p14:tracePt t="164629" x="4241800" y="3162300"/>
          <p14:tracePt t="164644" x="4222750" y="3175000"/>
          <p14:tracePt t="164660" x="4203700" y="3181350"/>
          <p14:tracePt t="164678" x="4178300" y="3187700"/>
          <p14:tracePt t="164694" x="4159250" y="3200400"/>
          <p14:tracePt t="164711" x="4152900" y="3200400"/>
          <p14:tracePt t="164755" x="4146550" y="3206750"/>
          <p14:tracePt t="164790" x="4146550" y="3213100"/>
          <p14:tracePt t="164811" x="4146550" y="3219450"/>
          <p14:tracePt t="164832" x="4140200" y="3225800"/>
          <p14:tracePt t="164839" x="4140200" y="3232150"/>
          <p14:tracePt t="164861" x="4140200" y="3238500"/>
          <p14:tracePt t="164881" x="4133850" y="3244850"/>
          <p14:tracePt t="164902" x="4133850" y="3251200"/>
          <p14:tracePt t="164930" x="4133850" y="3257550"/>
          <p14:tracePt t="164972" x="4133850" y="3263900"/>
          <p14:tracePt t="165001" x="4133850" y="3270250"/>
          <p14:tracePt t="165036" x="4133850" y="3276600"/>
          <p14:tracePt t="165044" x="4140200" y="3276600"/>
          <p14:tracePt t="165091" x="4146550" y="3276600"/>
          <p14:tracePt t="165134" x="4152900" y="3276600"/>
          <p14:tracePt t="165162" x="4159250" y="3276600"/>
          <p14:tracePt t="165197" x="4165600" y="3282950"/>
          <p14:tracePt t="165211" x="4165600" y="3289300"/>
          <p14:tracePt t="165231" x="4171950" y="3295650"/>
          <p14:tracePt t="165246" x="4178300" y="3302000"/>
          <p14:tracePt t="165253" x="4178300" y="3308350"/>
          <p14:tracePt t="165267" x="4184650" y="3321050"/>
          <p14:tracePt t="165276" x="4203700" y="3333750"/>
          <p14:tracePt t="165292" x="4222750" y="3359150"/>
          <p14:tracePt t="165309" x="4292600" y="3416300"/>
          <p14:tracePt t="165325" x="4381500" y="3492500"/>
          <p14:tracePt t="165342" x="4413250" y="3524250"/>
          <p14:tracePt t="165359" x="4502150" y="3581400"/>
          <p14:tracePt t="165375" x="4578350" y="3619500"/>
          <p14:tracePt t="165391" x="4603750" y="3632200"/>
          <p14:tracePt t="165408" x="4635500" y="3644900"/>
          <p14:tracePt t="165425" x="4654550" y="3651250"/>
          <p14:tracePt t="165441" x="4660900" y="3651250"/>
          <p14:tracePt t="165534" x="4654550" y="3657600"/>
          <p14:tracePt t="165555" x="4648200" y="3657600"/>
          <p14:tracePt t="165562" x="4641850" y="3657600"/>
          <p14:tracePt t="165583" x="4629150" y="3657600"/>
          <p14:tracePt t="165604" x="4622800" y="3657600"/>
          <p14:tracePt t="165618" x="4610100" y="3657600"/>
          <p14:tracePt t="165627" x="4597400" y="3663950"/>
          <p14:tracePt t="165640" x="4565650" y="3663950"/>
          <p14:tracePt t="165657" x="4489450" y="3670300"/>
          <p14:tracePt t="165674" x="4356100" y="3689350"/>
          <p14:tracePt t="165690" x="4292600" y="3689350"/>
          <p14:tracePt t="165707" x="4178300" y="3708400"/>
          <p14:tracePt t="165724" x="4083050" y="3714750"/>
          <p14:tracePt t="165740" x="4051300" y="3721100"/>
          <p14:tracePt t="165757" x="4000500" y="3733800"/>
          <p14:tracePt t="165774" x="3968750" y="3740150"/>
          <p14:tracePt t="165790" x="3962400" y="3740150"/>
          <p14:tracePt t="165793" x="3956050" y="3746500"/>
          <p14:tracePt t="165843" x="3956050" y="3752850"/>
          <p14:tracePt t="165858" x="3962400" y="3752850"/>
          <p14:tracePt t="165864" x="3968750" y="3752850"/>
          <p14:tracePt t="165878" x="3981450" y="3752850"/>
          <p14:tracePt t="165889" x="4006850" y="3752850"/>
          <p14:tracePt t="165907" x="4127500" y="3759200"/>
          <p14:tracePt t="165923" x="4203700" y="3759200"/>
          <p14:tracePt t="165940" x="4400550" y="3759200"/>
          <p14:tracePt t="165956" x="4616450" y="3752850"/>
          <p14:tracePt t="165973" x="4730750" y="3752850"/>
          <p14:tracePt t="165990" x="4921250" y="3746500"/>
          <p14:tracePt t="166005" x="5080000" y="3733800"/>
          <p14:tracePt t="166023" x="5130800" y="3727450"/>
          <p14:tracePt t="166040" x="5213350" y="3714750"/>
          <p14:tracePt t="166056" x="5264150" y="3708400"/>
          <p14:tracePt t="166072" x="5276850" y="3708400"/>
          <p14:tracePt t="166089" x="5302250" y="3714750"/>
          <p14:tracePt t="166106" x="5308600" y="3721100"/>
          <p14:tracePt t="166122" x="5321300" y="3727450"/>
          <p14:tracePt t="166139" x="5334000" y="3733800"/>
          <p14:tracePt t="166155" x="5346700" y="3740150"/>
          <p14:tracePt t="166173" x="5365750" y="3746500"/>
          <p14:tracePt t="166188" x="5416550" y="3752850"/>
          <p14:tracePt t="166205" x="5441950" y="3759200"/>
          <p14:tracePt t="166222" x="5537200" y="3784600"/>
          <p14:tracePt t="166238" x="5645150" y="3810000"/>
          <p14:tracePt t="166256" x="5702300" y="3829050"/>
          <p14:tracePt t="166272" x="5810250" y="3841750"/>
          <p14:tracePt t="166288" x="5924550" y="3848100"/>
          <p14:tracePt t="166305" x="5975350" y="3860800"/>
          <p14:tracePt t="166322" x="6070600" y="3873500"/>
          <p14:tracePt t="166338" x="6140450" y="3873500"/>
          <p14:tracePt t="166356" x="6197600" y="3873500"/>
          <p14:tracePt t="166371" x="6216650" y="3873500"/>
          <p14:tracePt t="166388" x="6242050" y="3867150"/>
          <p14:tracePt t="166405" x="6311900" y="3860800"/>
          <p14:tracePt t="166421" x="6330950" y="3860800"/>
          <p14:tracePt t="166438" x="6350000" y="3860800"/>
          <p14:tracePt t="166455" x="6394450" y="3860800"/>
          <p14:tracePt t="166471" x="6432550" y="3860800"/>
          <p14:tracePt t="166488" x="6451600" y="3860800"/>
          <p14:tracePt t="166504" x="6496050" y="3860800"/>
          <p14:tracePt t="166521" x="6534150" y="3860800"/>
          <p14:tracePt t="166538" x="6572250" y="3854450"/>
          <p14:tracePt t="166554" x="6584950" y="3854450"/>
          <p14:tracePt t="166571" x="6616700" y="3854450"/>
          <p14:tracePt t="166587" x="6635750" y="3848100"/>
          <p14:tracePt t="166604" x="6642100" y="3848100"/>
          <p14:tracePt t="166672" x="6635750" y="3848100"/>
          <p14:tracePt t="166678" x="6629400" y="3848100"/>
          <p14:tracePt t="166687" x="6616700" y="3848100"/>
          <p14:tracePt t="166703" x="6604000" y="3848100"/>
          <p14:tracePt t="166721" x="6553200" y="3848100"/>
          <p14:tracePt t="166737" x="6508750" y="3848100"/>
          <p14:tracePt t="166753" x="6375400" y="3848100"/>
          <p14:tracePt t="166770" x="6223000" y="3848100"/>
          <p14:tracePt t="166787" x="6134100" y="3848100"/>
          <p14:tracePt t="166790" x="6070600" y="3848100"/>
          <p14:tracePt t="166803" x="6007100" y="3848100"/>
          <p14:tracePt t="166820" x="5918200" y="3848100"/>
          <p14:tracePt t="166836" x="5892800" y="3848100"/>
          <p14:tracePt t="166854" x="5861050" y="3848100"/>
          <p14:tracePt t="166869" x="5848350" y="3848100"/>
          <p14:tracePt t="166903" x="5848350" y="3841750"/>
          <p14:tracePt t="166919" x="5861050" y="3841750"/>
          <p14:tracePt t="166936" x="5873750" y="3841750"/>
          <p14:tracePt t="166953" x="5905500" y="3841750"/>
          <p14:tracePt t="166969" x="5969000" y="3841750"/>
          <p14:tracePt t="166988" x="6102350" y="3848100"/>
          <p14:tracePt t="167003" x="6191250" y="3848100"/>
          <p14:tracePt t="167019" x="6267450" y="3854450"/>
          <p14:tracePt t="167037" x="6464300" y="3867150"/>
          <p14:tracePt t="167052" x="6489700" y="3867150"/>
          <p14:tracePt t="167069" x="6521450" y="3867150"/>
          <p14:tracePt t="167086" x="6534150" y="3867150"/>
          <p14:tracePt t="167128" x="6527800" y="3867150"/>
          <p14:tracePt t="167142" x="6521450" y="3867150"/>
          <p14:tracePt t="167152" x="6508750" y="3867150"/>
          <p14:tracePt t="167169" x="6483350" y="3867150"/>
          <p14:tracePt t="167186" x="6394450" y="3848100"/>
          <p14:tracePt t="167202" x="6242050" y="3829050"/>
          <p14:tracePt t="167219" x="6051550" y="3810000"/>
          <p14:tracePt t="167235" x="5962650" y="3810000"/>
          <p14:tracePt t="167252" x="5816600" y="3797300"/>
          <p14:tracePt t="167269" x="5740400" y="3797300"/>
          <p14:tracePt t="167285" x="5721350" y="3797300"/>
          <p14:tracePt t="167289" x="5708650" y="3797300"/>
          <p14:tracePt t="167305" x="5702300" y="3797300"/>
          <p14:tracePt t="167318" x="5695950" y="3797300"/>
          <p14:tracePt t="167339" x="5702300" y="3797300"/>
          <p14:tracePt t="167354" x="5715000" y="3797300"/>
          <p14:tracePt t="167367" x="5721350" y="3797300"/>
          <p14:tracePt t="167385" x="5778500" y="3803650"/>
          <p14:tracePt t="167402" x="5905500" y="3822700"/>
          <p14:tracePt t="167418" x="5994400" y="3835400"/>
          <p14:tracePt t="167434" x="6191250" y="3854450"/>
          <p14:tracePt t="167451" x="6343650" y="3867150"/>
          <p14:tracePt t="167467" x="6394450" y="3867150"/>
          <p14:tracePt t="167485" x="6457950" y="3867150"/>
          <p14:tracePt t="167501" x="6477000" y="3867150"/>
          <p14:tracePt t="167548" x="6470650" y="3867150"/>
          <p14:tracePt t="167563" x="6464300" y="3867150"/>
          <p14:tracePt t="167571" x="6451600" y="3867150"/>
          <p14:tracePt t="167586" x="6432550" y="3867150"/>
          <p14:tracePt t="167601" x="6356350" y="3867150"/>
          <p14:tracePt t="167618" x="6292850" y="3867150"/>
          <p14:tracePt t="167634" x="6134100" y="3873500"/>
          <p14:tracePt t="167650" x="6045200" y="3886200"/>
          <p14:tracePt t="167667" x="5943600" y="3886200"/>
          <p14:tracePt t="167684" x="5880100" y="3892550"/>
          <p14:tracePt t="167700" x="5873750" y="3898900"/>
          <p14:tracePt t="167739" x="5880100" y="3898900"/>
          <p14:tracePt t="167752" x="5892800" y="3898900"/>
          <p14:tracePt t="167760" x="5918200" y="3898900"/>
          <p14:tracePt t="167774" x="5949950" y="3905250"/>
          <p14:tracePt t="167783" x="6013450" y="3905250"/>
          <p14:tracePt t="167799" x="6089650" y="3905250"/>
          <p14:tracePt t="167816" x="6273800" y="3892550"/>
          <p14:tracePt t="167834" x="6438900" y="3873500"/>
          <p14:tracePt t="167850" x="6502400" y="3860800"/>
          <p14:tracePt t="167866" x="6572250" y="3848100"/>
          <p14:tracePt t="167883" x="6597650" y="3841750"/>
          <p14:tracePt t="167900" x="6610350" y="3841750"/>
          <p14:tracePt t="167943" x="6604000" y="3841750"/>
          <p14:tracePt t="167970" x="6597650" y="3841750"/>
          <p14:tracePt t="167984" x="6591300" y="3848100"/>
          <p14:tracePt t="167991" x="6578600" y="3848100"/>
          <p14:tracePt t="168006" x="6559550" y="3854450"/>
          <p14:tracePt t="168015" x="6540500" y="3854450"/>
          <p14:tracePt t="168033" x="6432550" y="3854450"/>
          <p14:tracePt t="168049" x="6356350" y="3854450"/>
          <p14:tracePt t="168066" x="6153150" y="3860800"/>
          <p14:tracePt t="168083" x="5962650" y="3873500"/>
          <p14:tracePt t="168099" x="5886450" y="3879850"/>
          <p14:tracePt t="168115" x="5778500" y="3892550"/>
          <p14:tracePt t="168132" x="5740400" y="3892550"/>
          <p14:tracePt t="168149" x="5727700" y="3892550"/>
          <p14:tracePt t="168216" x="5740400" y="3886200"/>
          <p14:tracePt t="168223" x="5746750" y="3886200"/>
          <p14:tracePt t="168232" x="5765800" y="3879850"/>
          <p14:tracePt t="168248" x="5784850" y="3879850"/>
          <p14:tracePt t="168266" x="5899150" y="3873500"/>
          <p14:tracePt t="168281" x="5975350" y="3860800"/>
          <p14:tracePt t="168298" x="6165850" y="3848100"/>
          <p14:tracePt t="168302" x="6254750" y="3848100"/>
          <p14:tracePt t="168317" x="6330950" y="3841750"/>
          <p14:tracePt t="168331" x="6407150" y="3841750"/>
          <p14:tracePt t="168348" x="6540500" y="3822700"/>
          <p14:tracePt t="168365" x="6635750" y="3816350"/>
          <p14:tracePt t="168381" x="6673850" y="3797300"/>
          <p14:tracePt t="168399" x="6724650" y="3797300"/>
          <p14:tracePt t="168414" x="6750050" y="3790950"/>
          <p14:tracePt t="168431" x="6756400" y="3784600"/>
          <p14:tracePt t="168448" x="6762750" y="3784600"/>
          <p14:tracePt t="168481" x="6769100" y="3784600"/>
          <p14:tracePt t="168532" x="6769100" y="3778250"/>
          <p14:tracePt t="168652" x="6762750" y="3778250"/>
          <p14:tracePt t="168665" x="6756400" y="3778250"/>
          <p14:tracePt t="168687" x="6750050" y="3778250"/>
          <p14:tracePt t="168693" x="6743700" y="3778250"/>
          <p14:tracePt t="168700" x="6743700" y="3784600"/>
          <p14:tracePt t="168716" x="6731000" y="3784600"/>
          <p14:tracePt t="168735" x="6718300" y="3784600"/>
          <p14:tracePt t="168746" x="6699250" y="3784600"/>
          <p14:tracePt t="168764" x="6635750" y="3784600"/>
          <p14:tracePt t="168780" x="6584950" y="3771900"/>
          <p14:tracePt t="168796" x="6464300" y="3759200"/>
          <p14:tracePt t="168813" x="6324600" y="3759200"/>
          <p14:tracePt t="168829" x="6248400" y="3759200"/>
          <p14:tracePt t="168846" x="6184900" y="3759200"/>
          <p14:tracePt t="168863" x="6051550" y="3759200"/>
          <p14:tracePt t="168879" x="6026150" y="3759200"/>
          <p14:tracePt t="168897" x="5988050" y="3765550"/>
          <p14:tracePt t="168912" x="5975350" y="3771900"/>
          <p14:tracePt t="168929" x="5949950" y="3778250"/>
          <p14:tracePt t="168946" x="5918200" y="3790950"/>
          <p14:tracePt t="168963" x="5905500" y="3797300"/>
          <p14:tracePt t="168979" x="5880100" y="3803650"/>
          <p14:tracePt t="168996" x="5861050" y="3816350"/>
          <p14:tracePt t="169012" x="5848350" y="3822700"/>
          <p14:tracePt t="169029" x="5822950" y="3829050"/>
          <p14:tracePt t="169046" x="5810250" y="3835400"/>
          <p14:tracePt t="169079" x="5797550" y="3835400"/>
          <p14:tracePt t="169095" x="5791200" y="3841750"/>
          <p14:tracePt t="169131" x="5784850" y="3841750"/>
          <p14:tracePt t="169227" x="5791200" y="3841750"/>
          <p14:tracePt t="169234" x="5803900" y="3841750"/>
          <p14:tracePt t="169248" x="5810250" y="3841750"/>
          <p14:tracePt t="169262" x="5816600" y="3841750"/>
          <p14:tracePt t="169278" x="5861050" y="3841750"/>
          <p14:tracePt t="169295" x="5899150" y="3841750"/>
          <p14:tracePt t="169311" x="6000750" y="3841750"/>
          <p14:tracePt t="169328" x="6146800" y="3829050"/>
          <p14:tracePt t="169344" x="6223000" y="3822700"/>
          <p14:tracePt t="169361" x="6362700" y="3822700"/>
          <p14:tracePt t="169378" x="6496050" y="3810000"/>
          <p14:tracePt t="169395" x="6534150" y="3810000"/>
          <p14:tracePt t="169411" x="6578600" y="3810000"/>
          <p14:tracePt t="169427" x="6610350" y="3810000"/>
          <p14:tracePt t="169529" x="6604000" y="3810000"/>
          <p14:tracePt t="169536" x="6597650" y="3810000"/>
          <p14:tracePt t="169550" x="6591300" y="3810000"/>
          <p14:tracePt t="169560" x="6584950" y="3810000"/>
          <p14:tracePt t="169578" x="6553200" y="3810000"/>
          <p14:tracePt t="169594" x="6527800" y="3810000"/>
          <p14:tracePt t="169610" x="6451600" y="3810000"/>
          <p14:tracePt t="169627" x="6388100" y="3810000"/>
          <p14:tracePt t="169643" x="6216650" y="3797300"/>
          <p14:tracePt t="169660" x="6051550" y="3778250"/>
          <p14:tracePt t="169677" x="5905500" y="3759200"/>
          <p14:tracePt t="169693" x="5854700" y="3752850"/>
          <p14:tracePt t="169710" x="5759450" y="3740150"/>
          <p14:tracePt t="169726" x="5702300" y="3733800"/>
          <p14:tracePt t="169743" x="5683250" y="3733800"/>
          <p14:tracePt t="169761" x="5664200" y="3733800"/>
          <p14:tracePt t="169776" x="5657850" y="3733800"/>
          <p14:tracePt t="169901" x="5664200" y="3733800"/>
          <p14:tracePt t="169907" x="5676900" y="3733800"/>
          <p14:tracePt t="169915" x="5683250" y="3733800"/>
          <p14:tracePt t="169929" x="5689600" y="3733800"/>
          <p14:tracePt t="169943" x="5695950" y="3733800"/>
          <p14:tracePt t="169959" x="5715000" y="3733800"/>
          <p14:tracePt t="169976" x="5746750" y="3733800"/>
          <p14:tracePt t="169992" x="5835650" y="3740150"/>
          <p14:tracePt t="170009" x="5975350" y="3740150"/>
          <p14:tracePt t="170026" x="6051550" y="3740150"/>
          <p14:tracePt t="170042" x="6203950" y="3740150"/>
          <p14:tracePt t="170059" x="6330950" y="3740150"/>
          <p14:tracePt t="170076" x="6375400" y="3740150"/>
          <p14:tracePt t="170092" x="6413500" y="3740150"/>
          <p14:tracePt t="170108" x="6426200" y="3740150"/>
          <p14:tracePt t="170126" x="6432550" y="3740150"/>
          <p14:tracePt t="170158" x="6426200" y="3740150"/>
          <p14:tracePt t="170175" x="6407150" y="3740150"/>
          <p14:tracePt t="170192" x="6369050" y="3740150"/>
          <p14:tracePt t="170208" x="6318250" y="3740150"/>
          <p14:tracePt t="170225" x="6165850" y="3746500"/>
          <p14:tracePt t="170241" x="5949950" y="3746500"/>
          <p14:tracePt t="170258" x="5702300" y="3746500"/>
          <p14:tracePt t="170275" x="5588000" y="3746500"/>
          <p14:tracePt t="170292" x="5321300" y="3759200"/>
          <p14:tracePt t="170308" x="5092700" y="3771900"/>
          <p14:tracePt t="170324" x="4978400" y="3771900"/>
          <p14:tracePt t="170328" x="4838700" y="3778250"/>
          <p14:tracePt t="170341" x="4711700" y="3803650"/>
          <p14:tracePt t="170358" x="4483100" y="3822700"/>
          <p14:tracePt t="170374" x="4381500" y="3829050"/>
          <p14:tracePt t="170392" x="4216400" y="3841750"/>
          <p14:tracePt t="170408" x="4076700" y="3841750"/>
          <p14:tracePt t="170424" x="4013200" y="3841750"/>
          <p14:tracePt t="170441" x="3930650" y="3841750"/>
          <p14:tracePt t="170457" x="3873500" y="3841750"/>
          <p14:tracePt t="170474" x="3848100" y="3841750"/>
          <p14:tracePt t="170493" x="3822700" y="3835400"/>
          <p14:tracePt t="170524" x="3803650" y="3829050"/>
          <p14:tracePt t="170541" x="3784600" y="3822700"/>
          <p14:tracePt t="170556" x="3771900" y="3816350"/>
          <p14:tracePt t="170574" x="3765550" y="3810000"/>
          <p14:tracePt t="170590" x="3746500" y="3803650"/>
          <p14:tracePt t="170607" x="3740150" y="3797300"/>
          <p14:tracePt t="170624" x="3733800" y="3790950"/>
          <p14:tracePt t="170640" x="3727450" y="3784600"/>
          <p14:tracePt t="170660" x="3721100" y="3778250"/>
          <p14:tracePt t="170708" x="3721100" y="3771900"/>
          <p14:tracePt t="171513" x="3727450" y="3771900"/>
          <p14:tracePt t="171521" x="3740150" y="3765550"/>
          <p14:tracePt t="171535" x="3759200" y="3759200"/>
          <p14:tracePt t="171541" x="3765550" y="3759200"/>
          <p14:tracePt t="171557" x="3790950" y="3752850"/>
          <p14:tracePt t="171570" x="3873500" y="3740150"/>
          <p14:tracePt t="171587" x="3937000" y="3740150"/>
          <p14:tracePt t="171603" x="4013200" y="3727450"/>
          <p14:tracePt t="171620" x="4229100" y="3708400"/>
          <p14:tracePt t="171636" x="4470400" y="3708400"/>
          <p14:tracePt t="171654" x="4597400" y="3708400"/>
          <p14:tracePt t="171670" x="4838700" y="3714750"/>
          <p14:tracePt t="171686" x="5029200" y="3733800"/>
          <p14:tracePt t="171703" x="5162550" y="3752850"/>
          <p14:tracePt t="171720" x="5200650" y="3759200"/>
          <p14:tracePt t="171736" x="5264150" y="3771900"/>
          <p14:tracePt t="171753" x="5283200" y="3771900"/>
          <p14:tracePt t="171787" x="5289550" y="3771900"/>
          <p14:tracePt t="171816" x="5283200" y="3771900"/>
          <p14:tracePt t="171822" x="5270500" y="3771900"/>
          <p14:tracePt t="171844" x="5257800" y="3771900"/>
          <p14:tracePt t="171865" x="5245100" y="3771900"/>
          <p14:tracePt t="171872" x="5238750" y="3771900"/>
          <p14:tracePt t="171893" x="5226050" y="3771900"/>
          <p14:tracePt t="171907" x="5213350" y="3771900"/>
          <p14:tracePt t="171918" x="5194300" y="3771900"/>
          <p14:tracePt t="171936" x="5130800" y="3765550"/>
          <p14:tracePt t="171952" x="5092700" y="3759200"/>
          <p14:tracePt t="171969" x="4959350" y="3727450"/>
          <p14:tracePt t="171985" x="4775200" y="3689350"/>
          <p14:tracePt t="172002" x="4660900" y="3657600"/>
          <p14:tracePt t="172019" x="4438650" y="3594100"/>
          <p14:tracePt t="172035" x="4229100" y="3543300"/>
          <p14:tracePt t="172052" x="4140200" y="3511550"/>
          <p14:tracePt t="172069" x="3956050" y="3448050"/>
          <p14:tracePt t="172085" x="3803650" y="3390900"/>
          <p14:tracePt t="172102" x="3752850" y="3359150"/>
          <p14:tracePt t="172118" x="3695700" y="3314700"/>
          <p14:tracePt t="172135" x="3657600" y="3289300"/>
          <p14:tracePt t="172152" x="3638550" y="3257550"/>
          <p14:tracePt t="172168" x="3632200" y="3238500"/>
          <p14:tracePt t="172185" x="3619500" y="3225800"/>
          <p14:tracePt t="172202" x="3581400" y="3162300"/>
          <p14:tracePt t="172218" x="3575050" y="3143250"/>
          <p14:tracePt t="172234" x="3562350" y="3111500"/>
          <p14:tracePt t="172251" x="3536950" y="3073400"/>
          <p14:tracePt t="172268" x="3511550" y="3028950"/>
          <p14:tracePt t="172284" x="3498850" y="3009900"/>
          <p14:tracePt t="172301" x="3479800" y="2990850"/>
          <p14:tracePt t="172317" x="3460750" y="2971800"/>
          <p14:tracePt t="172335" x="3454400" y="2971800"/>
          <p14:tracePt t="172351" x="3454400" y="2965450"/>
          <p14:tracePt t="172367" x="3448050" y="2965450"/>
          <p14:tracePt t="172400" x="3448050" y="2971800"/>
          <p14:tracePt t="172434" x="3448050" y="2978150"/>
          <p14:tracePt t="172468" x="3448050" y="2984500"/>
          <p14:tracePt t="172475" x="3441700" y="2984500"/>
          <p14:tracePt t="172496" x="3435350" y="2990850"/>
          <p14:tracePt t="172503" x="3435350" y="2997200"/>
          <p14:tracePt t="172520" x="3429000" y="2997200"/>
          <p14:tracePt t="172534" x="3416300" y="3009900"/>
          <p14:tracePt t="172550" x="3403600" y="3022600"/>
          <p14:tracePt t="172567" x="3371850" y="3060700"/>
          <p14:tracePt t="172583" x="3346450" y="3073400"/>
          <p14:tracePt t="172600" x="3314700" y="3111500"/>
          <p14:tracePt t="172617" x="3282950" y="3136900"/>
          <p14:tracePt t="172633" x="3270250" y="3149600"/>
          <p14:tracePt t="172650" x="3251200" y="3168650"/>
          <p14:tracePt t="172666" x="3244850" y="3175000"/>
          <p14:tracePt t="172700" x="3257550" y="3181350"/>
          <p14:tracePt t="172716" x="3295650" y="3187700"/>
          <p14:tracePt t="172733" x="3340100" y="3187700"/>
          <p14:tracePt t="172749" x="3467100" y="3187700"/>
          <p14:tracePt t="172766" x="3632200" y="3187700"/>
          <p14:tracePt t="172784" x="3822700" y="3187700"/>
          <p14:tracePt t="172799" x="3898900" y="3187700"/>
          <p14:tracePt t="172816" x="3962400" y="3187700"/>
          <p14:tracePt t="172834" x="4070350" y="3187700"/>
          <p14:tracePt t="172849" x="4083050" y="3187700"/>
          <p14:tracePt t="172866" x="4095750" y="3187700"/>
          <p14:tracePt t="172903" x="4089400" y="3187700"/>
          <p14:tracePt t="172919" x="4083050" y="3187700"/>
          <p14:tracePt t="172932" x="4076700" y="3187700"/>
          <p14:tracePt t="172948" x="4064000" y="3187700"/>
          <p14:tracePt t="172965" x="4057650" y="3187700"/>
          <p14:tracePt t="172982" x="4044950" y="3194050"/>
          <p14:tracePt t="172998" x="4032250" y="3194050"/>
          <p14:tracePt t="173016" x="4006850" y="3194050"/>
          <p14:tracePt t="173032" x="3994150" y="3194050"/>
          <p14:tracePt t="173048" x="3943350" y="3200400"/>
          <p14:tracePt t="173065" x="3911600" y="3200400"/>
          <p14:tracePt t="173082" x="3892550" y="3200400"/>
          <p14:tracePt t="173098" x="3879850" y="3200400"/>
          <p14:tracePt t="173115" x="3848100" y="3200400"/>
          <p14:tracePt t="173131" x="3841750" y="3200400"/>
          <p14:tracePt t="173360" x="3841750" y="3194050"/>
          <p14:tracePt t="173367" x="3841750" y="3187700"/>
          <p14:tracePt t="173384" x="3841750" y="3181350"/>
          <p14:tracePt t="173397" x="3841750" y="3162300"/>
          <p14:tracePt t="173414" x="3841750" y="3143250"/>
          <p14:tracePt t="173430" x="3835400" y="3073400"/>
          <p14:tracePt t="173447" x="3835400" y="3022600"/>
          <p14:tracePt t="173463" x="3816350" y="2914650"/>
          <p14:tracePt t="173480" x="3803650" y="2800350"/>
          <p14:tracePt t="173497" x="3803650" y="2749550"/>
          <p14:tracePt t="173514" x="3784600" y="2667000"/>
          <p14:tracePt t="173530" x="3759200" y="2603500"/>
          <p14:tracePt t="173547" x="3759200" y="2584450"/>
          <p14:tracePt t="173564" x="3740150" y="2546350"/>
          <p14:tracePt t="173580" x="3733800" y="2533650"/>
          <p14:tracePt t="173596" x="3727450" y="2527300"/>
          <p14:tracePt t="173613" x="3721100" y="2520950"/>
          <p14:tracePt t="173630" x="3721100" y="2514600"/>
          <p14:tracePt t="173676" x="3714750" y="2514600"/>
          <p14:tracePt t="173711" x="3714750" y="2520950"/>
          <p14:tracePt t="173718" x="3708400" y="2520950"/>
          <p14:tracePt t="173733" x="3702050" y="2520950"/>
          <p14:tracePt t="173747" x="3689350" y="2527300"/>
          <p14:tracePt t="173762" x="3683000" y="2527300"/>
          <p14:tracePt t="173796" x="3657600" y="2533650"/>
          <p14:tracePt t="173813" x="3632200" y="2533650"/>
          <p14:tracePt t="173830" x="3600450" y="2540000"/>
          <p14:tracePt t="173846" x="3575050" y="2540000"/>
          <p14:tracePt t="173862" x="3562350" y="2540000"/>
          <p14:tracePt t="173880" x="3549650" y="2540000"/>
          <p14:tracePt t="173912" x="3556000" y="2540000"/>
          <p14:tracePt t="173929" x="3575050" y="2546350"/>
          <p14:tracePt t="173946" x="3606800" y="2546350"/>
          <p14:tracePt t="173963" x="3695700" y="2559050"/>
          <p14:tracePt t="173979" x="3841750" y="2565400"/>
          <p14:tracePt t="173995" x="3943350" y="2565400"/>
          <p14:tracePt t="174013" x="4121150" y="2565400"/>
          <p14:tracePt t="174028" x="4298950" y="2540000"/>
          <p14:tracePt t="174045" x="4362450" y="2540000"/>
          <p14:tracePt t="174062" x="4445000" y="2527300"/>
          <p14:tracePt t="174078" x="4470400" y="2514600"/>
          <p14:tracePt t="174095" x="4483100" y="2514600"/>
          <p14:tracePt t="174153" x="4476750" y="2514600"/>
          <p14:tracePt t="174160" x="4470400" y="2520950"/>
          <p14:tracePt t="174167" x="4464050" y="2520950"/>
          <p14:tracePt t="174181" x="4445000" y="2527300"/>
          <p14:tracePt t="174195" x="4425950" y="2527300"/>
          <p14:tracePt t="174211" x="4343400" y="2546350"/>
          <p14:tracePt t="174227" x="4279900" y="2552700"/>
          <p14:tracePt t="174245" x="4133850" y="2565400"/>
          <p14:tracePt t="174261" x="3994150" y="2584450"/>
          <p14:tracePt t="174278" x="3905250" y="2590800"/>
          <p14:tracePt t="174294" x="3759200" y="2609850"/>
          <p14:tracePt t="174311" x="3644900" y="2609850"/>
          <p14:tracePt t="174328" x="3606800" y="2609850"/>
          <p14:tracePt t="174344" x="3568700" y="2616200"/>
          <p14:tracePt t="174361" x="3556000" y="2616200"/>
          <p14:tracePt t="174378" x="3549650" y="2616200"/>
          <p14:tracePt t="174413" x="3556000" y="2622550"/>
          <p14:tracePt t="174434" x="3562350" y="2622550"/>
          <p14:tracePt t="174443" x="3575050" y="2622550"/>
          <p14:tracePt t="174460" x="3594100" y="2622550"/>
          <p14:tracePt t="174477" x="3663950" y="2628900"/>
          <p14:tracePt t="174493" x="3784600" y="2647950"/>
          <p14:tracePt t="174511" x="3962400" y="2660650"/>
          <p14:tracePt t="174526" x="4064000" y="2660650"/>
          <p14:tracePt t="174543" x="4241800" y="2660650"/>
          <p14:tracePt t="174561" x="4368800" y="2660650"/>
          <p14:tracePt t="174576" x="4413250" y="2660650"/>
          <p14:tracePt t="174593" x="4451350" y="2654300"/>
          <p14:tracePt t="174610" x="4464050" y="2647950"/>
          <p14:tracePt t="174626" x="4470400" y="2647950"/>
          <p14:tracePt t="174659" x="4457700" y="2641600"/>
          <p14:tracePt t="174676" x="4445000" y="2641600"/>
          <p14:tracePt t="174693" x="4432300" y="2641600"/>
          <p14:tracePt t="174709" x="4406900" y="2641600"/>
          <p14:tracePt t="174726" x="4318000" y="2647950"/>
          <p14:tracePt t="174743" x="4178300" y="2647950"/>
          <p14:tracePt t="174759" x="4102100" y="2660650"/>
          <p14:tracePt t="174776" x="3949700" y="2660650"/>
          <p14:tracePt t="174792" x="3829050" y="2667000"/>
          <p14:tracePt t="174809" x="3790950" y="2667000"/>
          <p14:tracePt t="174826" x="3759200" y="2667000"/>
          <p14:tracePt t="174843" x="3746500" y="2667000"/>
          <p14:tracePt t="174859" x="3740150" y="2667000"/>
          <p14:tracePt t="174892" x="3752850" y="2660650"/>
          <p14:tracePt t="174908" x="3759200" y="2660650"/>
          <p14:tracePt t="174926" x="3790950" y="2660650"/>
          <p14:tracePt t="174942" x="3835400" y="2654300"/>
          <p14:tracePt t="174958" x="3873500" y="2654300"/>
          <p14:tracePt t="174975" x="4044950" y="2641600"/>
          <p14:tracePt t="174992" x="4121150" y="2635250"/>
          <p14:tracePt t="175008" x="4311650" y="2616200"/>
          <p14:tracePt t="175025" x="4457700" y="2597150"/>
          <p14:tracePt t="175042" x="4508500" y="2584450"/>
          <p14:tracePt t="175059" x="4552950" y="2578100"/>
          <p14:tracePt t="175074" x="4552950" y="2571750"/>
          <p14:tracePt t="175091" x="4559300" y="2571750"/>
          <p14:tracePt t="175143" x="4552950" y="2571750"/>
          <p14:tracePt t="175150" x="4546600" y="2578100"/>
          <p14:tracePt t="175171" x="4540250" y="2584450"/>
          <p14:tracePt t="175185" x="4527550" y="2584450"/>
          <p14:tracePt t="175194" x="4508500" y="2584450"/>
          <p14:tracePt t="175208" x="4489450" y="2590800"/>
          <p14:tracePt t="175224" x="4419600" y="2597150"/>
          <p14:tracePt t="175241" x="4279900" y="2609850"/>
          <p14:tracePt t="175257" x="4191000" y="2609850"/>
          <p14:tracePt t="175274" x="4121150" y="2616200"/>
          <p14:tracePt t="175291" x="3905250" y="2635250"/>
          <p14:tracePt t="175307" x="3848100" y="2641600"/>
          <p14:tracePt t="175324" x="3810000" y="2641600"/>
          <p14:tracePt t="175340" x="3759200" y="2654300"/>
          <p14:tracePt t="175357" x="3740150" y="2654300"/>
          <p14:tracePt t="175374" x="3733800" y="2654300"/>
          <p14:tracePt t="175390" x="3727450" y="2654300"/>
          <p14:tracePt t="175698" x="3727450" y="2660650"/>
          <p14:tracePt t="175712" x="3727450" y="2667000"/>
          <p14:tracePt t="175726" x="3727450" y="2673350"/>
          <p14:tracePt t="175733" x="3727450" y="2686050"/>
          <p14:tracePt t="175747" x="3721100" y="2692400"/>
          <p14:tracePt t="175755" x="3721100" y="2717800"/>
          <p14:tracePt t="175772" x="3721100" y="2736850"/>
          <p14:tracePt t="175789" x="3695700" y="2832100"/>
          <p14:tracePt t="175805" x="3670300" y="2959100"/>
          <p14:tracePt t="175822" x="3651250" y="3028950"/>
          <p14:tracePt t="175839" x="3619500" y="3162300"/>
          <p14:tracePt t="175855" x="3594100" y="3295650"/>
          <p14:tracePt t="175872" x="3575050" y="3346450"/>
          <p14:tracePt t="175888" x="3543300" y="3454400"/>
          <p14:tracePt t="175904" x="3530600" y="3530600"/>
          <p14:tracePt t="175922" x="3524250" y="3568700"/>
          <p14:tracePt t="175938" x="3524250" y="3581400"/>
          <p14:tracePt t="175954" x="3524250" y="3587750"/>
          <p14:tracePt t="175972" x="3524250" y="3600450"/>
          <p14:tracePt t="176004" x="3530600" y="3606800"/>
          <p14:tracePt t="176021" x="3536950" y="3606800"/>
          <p14:tracePt t="176038" x="3543300" y="3606800"/>
          <p14:tracePt t="176055" x="3543300" y="3600450"/>
          <p14:tracePt t="176071" x="3562350" y="3594100"/>
          <p14:tracePt t="176088" x="3575050" y="3587750"/>
          <p14:tracePt t="176105" x="3600450" y="3575050"/>
          <p14:tracePt t="176121" x="3613150" y="3562350"/>
          <p14:tracePt t="176137" x="3644900" y="3536950"/>
          <p14:tracePt t="176154" x="3683000" y="3505200"/>
          <p14:tracePt t="176171" x="3695700" y="3486150"/>
          <p14:tracePt t="176187" x="3708400" y="3460750"/>
          <p14:tracePt t="176204" x="3746500" y="3416300"/>
          <p14:tracePt t="176221" x="3752850" y="3397250"/>
          <p14:tracePt t="176238" x="3759200" y="3371850"/>
          <p14:tracePt t="176254" x="3759200" y="3365500"/>
          <p14:tracePt t="176270" x="3765550" y="3346450"/>
          <p14:tracePt t="176287" x="3765550" y="3333750"/>
          <p14:tracePt t="176304" x="3765550" y="3321050"/>
          <p14:tracePt t="176320" x="3765550" y="3314700"/>
          <p14:tracePt t="176364" x="3765550" y="3308350"/>
          <p14:tracePt t="176456" x="3765550" y="3302000"/>
          <p14:tracePt t="176554" x="3765550" y="3308350"/>
          <p14:tracePt t="176589" x="3765550" y="3314700"/>
          <p14:tracePt t="176596" x="3765550" y="3321050"/>
          <p14:tracePt t="176610" x="3765550" y="3327400"/>
          <p14:tracePt t="176619" x="3771900" y="3340100"/>
          <p14:tracePt t="176636" x="3778250" y="3352800"/>
          <p14:tracePt t="176653" x="3803650" y="3397250"/>
          <p14:tracePt t="176669" x="3841750" y="3467100"/>
          <p14:tracePt t="176686" x="3860800" y="3498850"/>
          <p14:tracePt t="176703" x="3911600" y="3568700"/>
          <p14:tracePt t="176720" x="3937000" y="3613150"/>
          <p14:tracePt t="176737" x="3949700" y="3638550"/>
          <p14:tracePt t="176752" x="3956050" y="3638550"/>
          <p14:tracePt t="176769" x="3962400" y="3651250"/>
          <p14:tracePt t="176786" x="3956050" y="3657600"/>
          <p14:tracePt t="176819" x="3956050" y="3663950"/>
          <p14:tracePt t="176836" x="3943350" y="3670300"/>
          <p14:tracePt t="176852" x="3937000" y="3670300"/>
          <p14:tracePt t="176868" x="3930650" y="3670300"/>
          <p14:tracePt t="176885" x="3917950" y="3676650"/>
          <p14:tracePt t="176902" x="3911600" y="3676650"/>
          <p14:tracePt t="176919" x="3898900" y="3676650"/>
          <p14:tracePt t="176935" x="3892550" y="3676650"/>
          <p14:tracePt t="176952" x="3879850" y="3676650"/>
          <p14:tracePt t="176968" x="3873500" y="3676650"/>
          <p14:tracePt t="177046" x="3886200" y="3676650"/>
          <p14:tracePt t="177060" x="3898900" y="3683000"/>
          <p14:tracePt t="177066" x="3924300" y="3683000"/>
          <p14:tracePt t="177081" x="3975100" y="3689350"/>
          <p14:tracePt t="177088" x="4025900" y="3689350"/>
          <p14:tracePt t="177104" x="4102100" y="3689350"/>
          <p14:tracePt t="177117" x="4343400" y="3708400"/>
          <p14:tracePt t="177135" x="4470400" y="3708400"/>
          <p14:tracePt t="177151" x="4737100" y="3721100"/>
          <p14:tracePt t="177167" x="4864100" y="3714750"/>
          <p14:tracePt t="177184" x="5067300" y="3708400"/>
          <p14:tracePt t="177201" x="5194300" y="3695700"/>
          <p14:tracePt t="177217" x="5238750" y="3695700"/>
          <p14:tracePt t="177234" x="5276850" y="3695700"/>
          <p14:tracePt t="177251" x="5302250" y="3689350"/>
          <p14:tracePt t="177284" x="5308600" y="3689350"/>
          <p14:tracePt t="177523" x="5302250" y="3689350"/>
          <p14:tracePt t="177530" x="5295900" y="3689350"/>
          <p14:tracePt t="178192" x="5276850" y="3689350"/>
          <p14:tracePt t="178199" x="5251450" y="3702050"/>
          <p14:tracePt t="178213" x="5194300" y="3721100"/>
          <p14:tracePt t="178220" x="5137150" y="3746500"/>
          <p14:tracePt t="178234" x="5080000" y="3765550"/>
          <p14:tracePt t="178247" x="5029200" y="3797300"/>
          <p14:tracePt t="178263" x="4914900" y="3848100"/>
          <p14:tracePt t="178280" x="4845050" y="3879850"/>
          <p14:tracePt t="178297" x="4743450" y="3937000"/>
          <p14:tracePt t="178313" x="4667250" y="3975100"/>
          <p14:tracePt t="178330" x="4635500" y="3994150"/>
          <p14:tracePt t="178347" x="4603750" y="4013200"/>
          <p14:tracePt t="178363" x="4584700" y="4013200"/>
          <p14:tracePt t="178380" x="4584700" y="4019550"/>
          <p14:tracePt t="178396" x="4578350" y="4019550"/>
          <p14:tracePt t="178473" x="4578350" y="4013200"/>
          <p14:tracePt t="178515" x="4578350" y="4006850"/>
          <p14:tracePt t="178550" x="4565650" y="4006850"/>
          <p14:tracePt t="178564" x="4559300" y="4006850"/>
          <p14:tracePt t="178571" x="4546600" y="4000500"/>
          <p14:tracePt t="178585" x="4527550" y="3994150"/>
          <p14:tracePt t="178595" x="4495800" y="3981450"/>
          <p14:tracePt t="178613" x="4413250" y="3968750"/>
          <p14:tracePt t="178629" x="4356100" y="3949700"/>
          <p14:tracePt t="178646" x="4254500" y="3930650"/>
          <p14:tracePt t="178663" x="4171950" y="3911600"/>
          <p14:tracePt t="178679" x="4140200" y="3905250"/>
          <p14:tracePt t="178696" x="4083050" y="3905250"/>
          <p14:tracePt t="178712" x="4051300" y="3905250"/>
          <p14:tracePt t="178729" x="4032250" y="3905250"/>
          <p14:tracePt t="178747" x="4000500" y="3924300"/>
          <p14:tracePt t="178762" x="3975100" y="3949700"/>
          <p14:tracePt t="178778" x="3962400" y="3962400"/>
          <p14:tracePt t="178796" x="3937000" y="3987800"/>
          <p14:tracePt t="178812" x="3898900" y="4032250"/>
          <p14:tracePt t="178828" x="3886200" y="4064000"/>
          <p14:tracePt t="178845" x="3848100" y="4114800"/>
          <p14:tracePt t="178862" x="3816350" y="4159250"/>
          <p14:tracePt t="178878" x="3778250" y="4222750"/>
          <p14:tracePt t="178895" x="3740150" y="4286250"/>
          <p14:tracePt t="178911" x="3714750" y="4311650"/>
          <p14:tracePt t="178928" x="3683000" y="4349750"/>
          <p14:tracePt t="178944" x="3651250" y="4375150"/>
          <p14:tracePt t="178961" x="3638550" y="4387850"/>
          <p14:tracePt t="178978" x="3600450" y="4406900"/>
          <p14:tracePt t="178994" x="3562350" y="4425950"/>
          <p14:tracePt t="179011" x="3543300" y="4432300"/>
          <p14:tracePt t="179028" x="3498850" y="4432300"/>
          <p14:tracePt t="179044" x="3460750" y="4432300"/>
          <p14:tracePt t="179061" x="3448050" y="4432300"/>
          <p14:tracePt t="179077" x="3429000" y="4432300"/>
          <p14:tracePt t="179111" x="3416300" y="4432300"/>
          <p14:tracePt t="179245" x="3422650" y="4432300"/>
          <p14:tracePt t="179252" x="3429000" y="4425950"/>
          <p14:tracePt t="179266" x="3435350" y="4425950"/>
          <p14:tracePt t="179276" x="3448050" y="4425950"/>
          <p14:tracePt t="179294" x="3467100" y="4425950"/>
          <p14:tracePt t="179310" x="3549650" y="4419600"/>
          <p14:tracePt t="179327" x="3689350" y="4419600"/>
          <p14:tracePt t="179345" x="3854450" y="4400550"/>
          <p14:tracePt t="179360" x="3943350" y="4387850"/>
          <p14:tracePt t="179376" x="4019550" y="4387850"/>
          <p14:tracePt t="179393" x="4210050" y="4362450"/>
          <p14:tracePt t="179410" x="4248150" y="4362450"/>
          <p14:tracePt t="179427" x="4267200" y="4362450"/>
          <p14:tracePt t="179443" x="4286250" y="4356100"/>
          <p14:tracePt t="179460" x="4292600" y="4356100"/>
          <p14:tracePt t="179479" x="4286250" y="4356100"/>
          <p14:tracePt t="179493" x="4279900" y="4356100"/>
          <p14:tracePt t="179509" x="4241800" y="4356100"/>
          <p14:tracePt t="179526" x="4140200" y="4356100"/>
          <p14:tracePt t="179543" x="4076700" y="4343400"/>
          <p14:tracePt t="179560" x="3917950" y="4324350"/>
          <p14:tracePt t="179576" x="3752850" y="4305300"/>
          <p14:tracePt t="179592" x="3670300" y="4292600"/>
          <p14:tracePt t="179610" x="3517900" y="4273550"/>
          <p14:tracePt t="179625" x="3371850" y="4254500"/>
          <p14:tracePt t="179642" x="3321050" y="4248150"/>
          <p14:tracePt t="179659" x="3244850" y="4248150"/>
          <p14:tracePt t="179676" x="3194050" y="4248150"/>
          <p14:tracePt t="179692" x="3168650" y="4254500"/>
          <p14:tracePt t="179709" x="3143250" y="4260850"/>
          <p14:tracePt t="179725" x="3130550" y="4267200"/>
          <p14:tracePt t="179759" x="3124200" y="4267200"/>
          <p14:tracePt t="179807" x="3124200" y="4273550"/>
          <p14:tracePt t="180487" x="3111500" y="4286250"/>
          <p14:tracePt t="180502" x="3105150" y="4298950"/>
          <p14:tracePt t="180509" x="3079750" y="4311650"/>
          <p14:tracePt t="180523" x="3067050" y="4337050"/>
          <p14:tracePt t="180539" x="3035300" y="4368800"/>
          <p14:tracePt t="180556" x="3016250" y="4381500"/>
          <p14:tracePt t="180572" x="2978150" y="4425950"/>
          <p14:tracePt t="180589" x="2940050" y="4457700"/>
          <p14:tracePt t="180606" x="2927350" y="4470400"/>
          <p14:tracePt t="180622" x="2908300" y="4489450"/>
          <p14:tracePt t="180639" x="2895600" y="4495800"/>
          <p14:tracePt t="180656" x="2889250" y="4502150"/>
          <p14:tracePt t="180688" x="2882900" y="4502150"/>
          <p14:tracePt t="180782" x="2876550" y="4508500"/>
          <p14:tracePt t="180867" x="2876550" y="4514850"/>
          <p14:tracePt t="180889" x="2876550" y="4521200"/>
          <p14:tracePt t="180909" x="2882900" y="4527550"/>
          <p14:tracePt t="180930" x="2889250" y="4533900"/>
          <p14:tracePt t="180937" x="2895600" y="4540250"/>
          <p14:tracePt t="180951" x="2908300" y="4540250"/>
          <p14:tracePt t="180958" x="2908300" y="4546600"/>
          <p14:tracePt t="180974" x="2921000" y="4552950"/>
          <p14:tracePt t="180987" x="2921000" y="4559300"/>
          <p14:tracePt t="181004" x="2959100" y="4584700"/>
          <p14:tracePt t="181022" x="2978150" y="4603750"/>
          <p14:tracePt t="181037" x="2990850" y="4610100"/>
          <p14:tracePt t="181054" x="3022600" y="4629150"/>
          <p14:tracePt t="181071" x="3048000" y="4641850"/>
          <p14:tracePt t="181087" x="3060700" y="4641850"/>
          <p14:tracePt t="181104" x="3086100" y="4648200"/>
          <p14:tracePt t="181120" x="3111500" y="4648200"/>
          <p14:tracePt t="181137" x="3130550" y="4635500"/>
          <p14:tracePt t="181154" x="3168650" y="4603750"/>
          <p14:tracePt t="181170" x="3225800" y="4521200"/>
          <p14:tracePt t="181187" x="3244850" y="4495800"/>
          <p14:tracePt t="181204" x="3270250" y="4419600"/>
          <p14:tracePt t="181220" x="3276600" y="4368800"/>
          <p14:tracePt t="181237" x="3276600" y="4356100"/>
          <p14:tracePt t="181253" x="3276600" y="4330700"/>
          <p14:tracePt t="181286" x="3270250" y="4318000"/>
          <p14:tracePt t="181351" x="3270250" y="4311650"/>
          <p14:tracePt t="181372" x="3276600" y="4311650"/>
          <p14:tracePt t="181393" x="3289300" y="4311650"/>
          <p14:tracePt t="181400" x="3314700" y="4311650"/>
          <p14:tracePt t="181407" x="3333750" y="4311650"/>
          <p14:tracePt t="181423" x="3378200" y="4318000"/>
          <p14:tracePt t="181436" x="3448050" y="4318000"/>
          <p14:tracePt t="181453" x="3613150" y="4349750"/>
          <p14:tracePt t="181470" x="3714750" y="4362450"/>
          <p14:tracePt t="181485" x="3930650" y="4381500"/>
          <p14:tracePt t="181502" x="4152900" y="4400550"/>
          <p14:tracePt t="181520" x="4356100" y="4413250"/>
          <p14:tracePt t="181535" x="4445000" y="4419600"/>
          <p14:tracePt t="181552" x="4533900" y="4432300"/>
          <p14:tracePt t="181569" x="4762500" y="4432300"/>
          <p14:tracePt t="181585" x="4826000" y="4432300"/>
          <p14:tracePt t="181602" x="4864100" y="4432300"/>
          <p14:tracePt t="181619" x="4921250" y="4432300"/>
          <p14:tracePt t="181635" x="4940300" y="4432300"/>
          <p14:tracePt t="181653" x="4946650" y="4432300"/>
          <p14:tracePt t="181709" x="4946650" y="4438650"/>
          <p14:tracePt t="181730" x="4940300" y="4438650"/>
          <p14:tracePt t="181753" x="4933950" y="4445000"/>
          <p14:tracePt t="181815" x="4927600" y="4445000"/>
          <p14:tracePt t="181842" x="4921250" y="4445000"/>
          <p14:tracePt t="181870" x="4914900" y="4445000"/>
          <p14:tracePt t="181892" x="4908550" y="4445000"/>
          <p14:tracePt t="181913" x="4902200" y="4445000"/>
          <p14:tracePt t="181933" x="4895850" y="4451350"/>
          <p14:tracePt t="181941" x="4895850" y="4457700"/>
          <p14:tracePt t="181955" x="4895850" y="4464050"/>
          <p14:tracePt t="181968" x="4889500" y="4470400"/>
          <p14:tracePt t="181984" x="4870450" y="4502150"/>
          <p14:tracePt t="182001" x="4851400" y="4521200"/>
          <p14:tracePt t="182004" x="4838700" y="4552950"/>
          <p14:tracePt t="182018" x="4826000" y="4578350"/>
          <p14:tracePt t="182034" x="4781550" y="4641850"/>
          <p14:tracePt t="182051" x="4762500" y="4660900"/>
          <p14:tracePt t="182067" x="4718050" y="4699000"/>
          <p14:tracePt t="182084" x="4673600" y="4724400"/>
          <p14:tracePt t="182100" x="4660900" y="4730750"/>
          <p14:tracePt t="182117" x="4629150" y="4737100"/>
          <p14:tracePt t="182134" x="4603750" y="4737100"/>
          <p14:tracePt t="182152" x="4597400" y="4743450"/>
          <p14:tracePt t="182235" x="4603750" y="4743450"/>
          <p14:tracePt t="182242" x="4616450" y="4743450"/>
          <p14:tracePt t="182257" x="4622800" y="4743450"/>
          <p14:tracePt t="182267" x="4635500" y="4743450"/>
          <p14:tracePt t="182283" x="4660900" y="4743450"/>
          <p14:tracePt t="182300" x="4730750" y="4743450"/>
          <p14:tracePt t="182316" x="4857750" y="4743450"/>
          <p14:tracePt t="182335" x="4997450" y="4743450"/>
          <p14:tracePt t="182349" x="5073650" y="4743450"/>
          <p14:tracePt t="182366" x="5226050" y="4743450"/>
          <p14:tracePt t="182384" x="5359400" y="4724400"/>
          <p14:tracePt t="182399" x="5416550" y="4718050"/>
          <p14:tracePt t="182416" x="5499100" y="4699000"/>
          <p14:tracePt t="182433" x="5530850" y="4686300"/>
          <p14:tracePt t="182449" x="5537200" y="4686300"/>
          <p14:tracePt t="182466" x="5543550" y="4679950"/>
          <p14:tracePt t="182483" x="5543550" y="4667250"/>
          <p14:tracePt t="182516" x="5530850" y="4667250"/>
          <p14:tracePt t="182532" x="5524500" y="4667250"/>
          <p14:tracePt t="182549" x="5492750" y="4660900"/>
          <p14:tracePt t="182566" x="5397500" y="4635500"/>
          <p14:tracePt t="182582" x="5346700" y="4629150"/>
          <p14:tracePt t="182599" x="5175250" y="4578350"/>
          <p14:tracePt t="182615" x="4953000" y="4514850"/>
          <p14:tracePt t="182632" x="4838700" y="4495800"/>
          <p14:tracePt t="182649" x="4635500" y="4451350"/>
          <p14:tracePt t="182666" x="4464050" y="4419600"/>
          <p14:tracePt t="182682" x="4387850" y="4413250"/>
          <p14:tracePt t="182699" x="4273550" y="4413250"/>
          <p14:tracePt t="182715" x="4152900" y="4425950"/>
          <p14:tracePt t="182732" x="4102100" y="4425950"/>
          <p14:tracePt t="182749" x="4006850" y="4432300"/>
          <p14:tracePt t="182765" x="3924300" y="4445000"/>
          <p14:tracePt t="182782" x="3879850" y="4445000"/>
          <p14:tracePt t="182798" x="3854450" y="4445000"/>
          <p14:tracePt t="182814" x="3816350" y="4445000"/>
          <p14:tracePt t="182831" x="3797300" y="4438650"/>
          <p14:tracePt t="182847" x="3759200" y="4432300"/>
          <p14:tracePt t="182864" x="3746500" y="4432300"/>
          <p14:tracePt t="182881" x="3714750" y="4425950"/>
          <p14:tracePt t="182898" x="3689350" y="4419600"/>
          <p14:tracePt t="182914" x="3683000" y="4419600"/>
          <p14:tracePt t="182931" x="3670300" y="4419600"/>
          <p14:tracePt t="182947" x="3663950" y="4419600"/>
          <p14:tracePt t="182981" x="3651250" y="4419600"/>
          <p14:tracePt t="183014" x="3644900" y="4425950"/>
          <p14:tracePt t="183064" x="3651250" y="4425950"/>
          <p14:tracePt t="183085" x="3657600" y="4425950"/>
          <p14:tracePt t="183092" x="3670300" y="4425950"/>
          <p14:tracePt t="183106" x="3676650" y="4425950"/>
          <p14:tracePt t="183116" x="3689350" y="4425950"/>
          <p14:tracePt t="183130" x="3727450" y="4425950"/>
          <p14:tracePt t="183147" x="3771900" y="4425950"/>
          <p14:tracePt t="183164" x="3898900" y="4419600"/>
          <p14:tracePt t="183180" x="4064000" y="4394200"/>
          <p14:tracePt t="183197" x="4222750" y="4368800"/>
          <p14:tracePt t="183213" x="4286250" y="4356100"/>
          <p14:tracePt t="183230" x="4381500" y="4343400"/>
          <p14:tracePt t="183247" x="4425950" y="4324350"/>
          <p14:tracePt t="183263" x="4432300" y="4324350"/>
          <p14:tracePt t="183280" x="4438650" y="4324350"/>
          <p14:tracePt t="183312" x="4425950" y="4324350"/>
          <p14:tracePt t="183329" x="4387850" y="4324350"/>
          <p14:tracePt t="183346" x="4286250" y="4318000"/>
          <p14:tracePt t="183363" x="4203700" y="4311650"/>
          <p14:tracePt t="183380" x="4064000" y="4298950"/>
          <p14:tracePt t="183396" x="3949700" y="4292600"/>
          <p14:tracePt t="183413" x="3905250" y="4292600"/>
          <p14:tracePt t="183429" x="3860800" y="4292600"/>
          <p14:tracePt t="183445" x="3848100" y="4292600"/>
          <p14:tracePt t="183462" x="3835400" y="4292600"/>
          <p14:tracePt t="183514" x="3841750" y="4292600"/>
          <p14:tracePt t="183528" x="3854450" y="4292600"/>
          <p14:tracePt t="183535" x="3873500" y="4298950"/>
          <p14:tracePt t="183549" x="3911600" y="4305300"/>
          <p14:tracePt t="183562" x="3962400" y="4311650"/>
          <p14:tracePt t="183578" x="4146550" y="4343400"/>
          <p14:tracePt t="183595" x="4260850" y="4362450"/>
          <p14:tracePt t="183612" x="4514850" y="4394200"/>
          <p14:tracePt t="183628" x="4756150" y="4419600"/>
          <p14:tracePt t="183645" x="4845050" y="4419600"/>
          <p14:tracePt t="183662" x="4972050" y="4419600"/>
          <p14:tracePt t="183678" x="5029200" y="4406900"/>
          <p14:tracePt t="183695" x="5041900" y="4406900"/>
          <p14:tracePt t="183731" x="5035550" y="4406900"/>
          <p14:tracePt t="183745" x="5022850" y="4406900"/>
          <p14:tracePt t="183761" x="5003800" y="4406900"/>
          <p14:tracePt t="183778" x="4965700" y="4406900"/>
          <p14:tracePt t="183794" x="4832350" y="4400550"/>
          <p14:tracePt t="183811" x="4654550" y="4381500"/>
          <p14:tracePt t="183828" x="4565650" y="4381500"/>
          <p14:tracePt t="183844" x="4362450" y="4381500"/>
          <p14:tracePt t="183861" x="4184650" y="4381500"/>
          <p14:tracePt t="183878" x="4083050" y="4381500"/>
          <p14:tracePt t="183894" x="4051300" y="4381500"/>
          <p14:tracePt t="183911" x="4025900" y="4381500"/>
          <p14:tracePt t="183928" x="4019550" y="4381500"/>
          <p14:tracePt t="183991" x="4025900" y="4381500"/>
          <p14:tracePt t="183998" x="4038600" y="4375150"/>
          <p14:tracePt t="184010" x="4051300" y="4375150"/>
          <p14:tracePt t="184027" x="4089400" y="4375150"/>
          <p14:tracePt t="184043" x="4127500" y="4362450"/>
          <p14:tracePt t="184061" x="4248150" y="4343400"/>
          <p14:tracePt t="184077" x="4324350" y="4337050"/>
          <p14:tracePt t="184093" x="4470400" y="4305300"/>
          <p14:tracePt t="184111" x="4552950" y="4292600"/>
          <p14:tracePt t="184127" x="4578350" y="4286250"/>
          <p14:tracePt t="184143" x="4597400" y="4286250"/>
          <p14:tracePt t="184160" x="4597400" y="4279900"/>
          <p14:tracePt t="184201" x="4591050" y="4279900"/>
          <p14:tracePt t="184210" x="4584700" y="4279900"/>
          <p14:tracePt t="184226" x="4578350" y="4286250"/>
          <p14:tracePt t="184243" x="4540250" y="4286250"/>
          <p14:tracePt t="184259" x="4464050" y="4286250"/>
          <p14:tracePt t="184276" x="4400550" y="4286250"/>
          <p14:tracePt t="184293" x="4241800" y="4279900"/>
          <p14:tracePt t="184309" x="4102100" y="4279900"/>
          <p14:tracePt t="184326" x="4038600" y="4292600"/>
          <p14:tracePt t="184343" x="3943350" y="4292600"/>
          <p14:tracePt t="184359" x="3924300" y="4298950"/>
          <p14:tracePt t="184376" x="3892550" y="4305300"/>
          <p14:tracePt t="184392" x="3873500" y="4305300"/>
          <p14:tracePt t="184426" x="3873500" y="4311650"/>
          <p14:tracePt t="184442" x="3879850" y="4311650"/>
          <p14:tracePt t="184459" x="3886200" y="4311650"/>
          <p14:tracePt t="184476" x="3917950" y="4318000"/>
          <p14:tracePt t="184492" x="3975100" y="4318000"/>
          <p14:tracePt t="184509" x="4038600" y="4330700"/>
          <p14:tracePt t="184525" x="4191000" y="4337050"/>
          <p14:tracePt t="184542" x="4381500" y="4337050"/>
          <p14:tracePt t="184559" x="4540250" y="4337050"/>
          <p14:tracePt t="184575" x="4591050" y="4324350"/>
          <p14:tracePt t="184592" x="4641850" y="4318000"/>
          <p14:tracePt t="184609" x="4667250" y="4318000"/>
          <p14:tracePt t="184672" x="4660900" y="4318000"/>
          <p14:tracePt t="184678" x="4654550" y="4318000"/>
          <p14:tracePt t="184700" x="4648200" y="4318000"/>
          <p14:tracePt t="184714" x="4641850" y="4318000"/>
          <p14:tracePt t="184728" x="4635500" y="4318000"/>
          <p14:tracePt t="184744" x="4622800" y="4318000"/>
          <p14:tracePt t="184758" x="4610100" y="4318000"/>
          <p14:tracePt t="184774" x="4572000" y="4318000"/>
          <p14:tracePt t="184791" x="4470400" y="4318000"/>
          <p14:tracePt t="184808" x="4387850" y="4324350"/>
          <p14:tracePt t="184824" x="4222750" y="4324350"/>
          <p14:tracePt t="184841" x="4019550" y="4324350"/>
          <p14:tracePt t="184857" x="3892550" y="4337050"/>
          <p14:tracePt t="184875" x="3670300" y="4337050"/>
          <p14:tracePt t="184890" x="3441700" y="4337050"/>
          <p14:tracePt t="184907" x="3352800" y="4337050"/>
          <p14:tracePt t="184925" x="3200400" y="4337050"/>
          <p14:tracePt t="184940" x="3092450" y="4343400"/>
          <p14:tracePt t="184957" x="3067050" y="4343400"/>
          <p14:tracePt t="184974" x="3041650" y="4349750"/>
          <p14:tracePt t="184990" x="3035300" y="4349750"/>
          <p14:tracePt t="185007" x="3028950" y="4349750"/>
          <p14:tracePt t="185051" x="3022600" y="4356100"/>
          <p14:tracePt t="185149" x="3022600" y="4362450"/>
          <p14:tracePt t="185170" x="3028950" y="4368800"/>
          <p14:tracePt t="185184" x="3035300" y="4368800"/>
          <p14:tracePt t="185192" x="3041650" y="4375150"/>
          <p14:tracePt t="185207" x="3048000" y="4381500"/>
          <p14:tracePt t="185223" x="3086100" y="4406900"/>
          <p14:tracePt t="185241" x="3162300" y="4457700"/>
          <p14:tracePt t="185256" x="3244850" y="4495800"/>
          <p14:tracePt t="185273" x="3454400" y="4591050"/>
          <p14:tracePt t="185290" x="3721100" y="4679950"/>
          <p14:tracePt t="185306" x="3924300" y="4737100"/>
          <p14:tracePt t="185323" x="4121150" y="4762500"/>
          <p14:tracePt t="185341" x="4533900" y="4800600"/>
          <p14:tracePt t="185356" x="4895850" y="4800600"/>
          <p14:tracePt t="185373" x="5067300" y="4781550"/>
          <p14:tracePt t="185389" x="5308600" y="4743450"/>
          <p14:tracePt t="185405" x="5530850" y="4699000"/>
          <p14:tracePt t="185423" x="5619750" y="4667250"/>
          <p14:tracePt t="185439" x="5753100" y="4629150"/>
          <p14:tracePt t="185455" x="5892800" y="4584700"/>
          <p14:tracePt t="185472" x="6013450" y="4552950"/>
          <p14:tracePt t="185489" x="6064250" y="4540250"/>
          <p14:tracePt t="185505" x="6197600" y="4521200"/>
          <p14:tracePt t="185522" x="6337300" y="4508500"/>
          <p14:tracePt t="185539" x="6388100" y="4508500"/>
          <p14:tracePt t="185556" x="6540500" y="4508500"/>
          <p14:tracePt t="185572" x="6743700" y="4508500"/>
          <p14:tracePt t="185588" x="6858000" y="4508500"/>
          <p14:tracePt t="185606" x="7061200" y="4508500"/>
          <p14:tracePt t="185621" x="7150100" y="4508500"/>
          <p14:tracePt t="185639" x="7315200" y="4508500"/>
          <p14:tracePt t="185655" x="7493000" y="4489450"/>
          <p14:tracePt t="185672" x="7581900" y="4489450"/>
          <p14:tracePt t="185688" x="7702550" y="4489450"/>
          <p14:tracePt t="185705" x="7804150" y="4489450"/>
          <p14:tracePt t="185721" x="7835900" y="4489450"/>
          <p14:tracePt t="185738" x="7880350" y="4502150"/>
          <p14:tracePt t="185754" x="7943850" y="4521200"/>
          <p14:tracePt t="185771" x="7975600" y="4527550"/>
          <p14:tracePt t="185788" x="8020050" y="4533900"/>
          <p14:tracePt t="185804" x="8064500" y="4552950"/>
          <p14:tracePt t="185821" x="8083550" y="4559300"/>
          <p14:tracePt t="185838" x="8108950" y="4559300"/>
          <p14:tracePt t="185854" x="8134350" y="4559300"/>
          <p14:tracePt t="185871" x="8140700" y="4565650"/>
          <p14:tracePt t="185888" x="8147050" y="4565650"/>
          <p14:tracePt t="185943" x="8140700" y="4565650"/>
          <p14:tracePt t="185963" x="8134350" y="4565650"/>
          <p14:tracePt t="185985" x="8128000" y="4565650"/>
          <p14:tracePt t="185992" x="8121650" y="4565650"/>
          <p14:tracePt t="186026" x="8115300" y="4565650"/>
          <p14:tracePt t="186033" x="8108950" y="4565650"/>
          <p14:tracePt t="186047" x="8102600" y="4565650"/>
          <p14:tracePt t="186056" x="8096250" y="4565650"/>
          <p14:tracePt t="186070" x="8083550" y="4565650"/>
          <p14:tracePt t="186087" x="8020050" y="4565650"/>
          <p14:tracePt t="186104" x="7867650" y="4565650"/>
          <p14:tracePt t="186120" x="7740650" y="4565650"/>
          <p14:tracePt t="186136" x="7600950" y="4565650"/>
          <p14:tracePt t="186153" x="6927850" y="4552950"/>
          <p14:tracePt t="186169" x="6642100" y="4533900"/>
          <p14:tracePt t="186186" x="6324600" y="4521200"/>
          <p14:tracePt t="186203" x="5289550" y="4521200"/>
          <p14:tracePt t="186219" x="4927600" y="4521200"/>
          <p14:tracePt t="186237" x="4584700" y="4527550"/>
          <p14:tracePt t="186252" x="3987800" y="4546600"/>
          <p14:tracePt t="186269" x="3613150" y="4559300"/>
          <p14:tracePt t="186286" x="3359150" y="4565650"/>
          <p14:tracePt t="186303" x="3257550" y="4591050"/>
          <p14:tracePt t="186319" x="3124200" y="4603750"/>
          <p14:tracePt t="186336" x="3086100" y="4616450"/>
          <p14:tracePt t="186352" x="3073400" y="4622800"/>
          <p14:tracePt t="186369" x="3067050" y="4622800"/>
          <p14:tracePt t="186623" x="3098800" y="4648200"/>
          <p14:tracePt t="186637" x="3175000" y="4679950"/>
          <p14:tracePt t="186645" x="3270250" y="4705350"/>
          <p14:tracePt t="186659" x="3371850" y="4749800"/>
          <p14:tracePt t="186667" x="3505200" y="4794250"/>
          <p14:tracePt t="186684" x="3644900" y="4851400"/>
          <p14:tracePt t="186701" x="3917950" y="4940300"/>
          <p14:tracePt t="186718" x="4146550" y="4997450"/>
          <p14:tracePt t="186734" x="4241800" y="5022850"/>
          <p14:tracePt t="186751" x="4406900" y="5048250"/>
          <p14:tracePt t="186767" x="4514850" y="5060950"/>
          <p14:tracePt t="186785" x="4565650" y="5060950"/>
          <p14:tracePt t="186801" x="4572000" y="5060950"/>
          <p14:tracePt t="186817" x="4584700" y="5060950"/>
          <p14:tracePt t="186834" x="4597400" y="5060950"/>
          <p14:tracePt t="186870" x="4603750" y="5060950"/>
          <p14:tracePt t="186890" x="4610100" y="5060950"/>
          <p14:tracePt t="186900" x="4616450" y="5060950"/>
          <p14:tracePt t="186917" x="4629150" y="5054600"/>
          <p14:tracePt t="186933" x="4673600" y="5054600"/>
          <p14:tracePt t="186950" x="4768850" y="5041900"/>
          <p14:tracePt t="186967" x="4921250" y="5035550"/>
          <p14:tracePt t="186983" x="5022850" y="5035550"/>
          <p14:tracePt t="187000" x="5245100" y="5035550"/>
          <p14:tracePt t="187017" x="5480050" y="5048250"/>
          <p14:tracePt t="187033" x="5575300" y="5048250"/>
          <p14:tracePt t="187050" x="5778500" y="5048250"/>
          <p14:tracePt t="187067" x="5962650" y="5035550"/>
          <p14:tracePt t="187083" x="6038850" y="5029200"/>
          <p14:tracePt t="187100" x="6146800" y="5016500"/>
          <p14:tracePt t="187116" x="6235700" y="5010150"/>
          <p14:tracePt t="187133" x="6292850" y="4997450"/>
          <p14:tracePt t="187150" x="6375400" y="4984750"/>
          <p14:tracePt t="187166" x="6413500" y="4984750"/>
          <p14:tracePt t="187183" x="6477000" y="4972050"/>
          <p14:tracePt t="187199" x="6546850" y="4972050"/>
          <p14:tracePt t="187216" x="6572250" y="4972050"/>
          <p14:tracePt t="187232" x="6654800" y="4972050"/>
          <p14:tracePt t="187249" x="6711950" y="4978400"/>
          <p14:tracePt t="187266" x="6731000" y="4978400"/>
          <p14:tracePt t="187283" x="6781800" y="4978400"/>
          <p14:tracePt t="187299" x="6826250" y="4978400"/>
          <p14:tracePt t="187316" x="6851650" y="4978400"/>
          <p14:tracePt t="187332" x="6883400" y="4978400"/>
          <p14:tracePt t="187349" x="6915150" y="4972050"/>
          <p14:tracePt t="187365" x="6927850" y="4972050"/>
          <p14:tracePt t="187383" x="6959600" y="4959350"/>
          <p14:tracePt t="187398" x="6978650" y="4959350"/>
          <p14:tracePt t="187416" x="6991350" y="4953000"/>
          <p14:tracePt t="187432" x="6997700" y="4953000"/>
          <p14:tracePt t="187448" x="7010400" y="4953000"/>
          <p14:tracePt t="187465" x="7016750" y="4946650"/>
          <p14:tracePt t="187482" x="7023100" y="4946650"/>
          <p14:tracePt t="187498" x="7035800" y="4946650"/>
          <p14:tracePt t="187531" x="7042150" y="4940300"/>
          <p14:tracePt t="187578" x="7042150" y="4933950"/>
          <p14:tracePt t="187634" x="7035800" y="4933950"/>
          <p14:tracePt t="187641" x="7029450" y="4933950"/>
          <p14:tracePt t="187655" x="7016750" y="4933950"/>
          <p14:tracePt t="187664" x="7010400" y="4933950"/>
          <p14:tracePt t="187681" x="6997700" y="4933950"/>
          <p14:tracePt t="187698" x="6927850" y="4940300"/>
          <p14:tracePt t="187714" x="6902450" y="4940300"/>
          <p14:tracePt t="187731" x="6864350" y="4946650"/>
          <p14:tracePt t="187747" x="6756400" y="4953000"/>
          <p14:tracePt t="187764" x="6718300" y="4953000"/>
          <p14:tracePt t="187781" x="6661150" y="4953000"/>
          <p14:tracePt t="187797" x="6642100" y="4953000"/>
          <p14:tracePt t="187814" x="6597650" y="4953000"/>
          <p14:tracePt t="187831" x="6565900" y="4953000"/>
          <p14:tracePt t="187847" x="6546850" y="4953000"/>
          <p14:tracePt t="187864" x="6515100" y="4953000"/>
          <p14:tracePt t="187880" x="6464300" y="4946650"/>
          <p14:tracePt t="187897" x="6432550" y="4946650"/>
          <p14:tracePt t="187914" x="6369050" y="4946650"/>
          <p14:tracePt t="187930" x="6311900" y="4946650"/>
          <p14:tracePt t="187946" x="6280150" y="4946650"/>
          <p14:tracePt t="187964" x="6216650" y="4946650"/>
          <p14:tracePt t="187980" x="6146800" y="4946650"/>
          <p14:tracePt t="187996" x="6108700" y="4946650"/>
          <p14:tracePt t="188014" x="6026150" y="4965700"/>
          <p14:tracePt t="188030" x="5930900" y="4965700"/>
          <p14:tracePt t="188046" x="5892800" y="4972050"/>
          <p14:tracePt t="188064" x="5778500" y="4972050"/>
          <p14:tracePt t="188080" x="5727700" y="4972050"/>
          <p14:tracePt t="188097" x="5607050" y="4972050"/>
          <p14:tracePt t="188113" x="5492750" y="4972050"/>
          <p14:tracePt t="188130" x="5416550" y="4972050"/>
          <p14:tracePt t="188147" x="5264150" y="4959350"/>
          <p14:tracePt t="188162" x="5067300" y="4953000"/>
          <p14:tracePt t="188179" x="4965700" y="4940300"/>
          <p14:tracePt t="188196" x="4800600" y="4927600"/>
          <p14:tracePt t="188213" x="4597400" y="4927600"/>
          <p14:tracePt t="188230" x="4432300" y="4927600"/>
          <p14:tracePt t="188246" x="4356100" y="4927600"/>
          <p14:tracePt t="188263" x="4254500" y="4933950"/>
          <p14:tracePt t="188280" x="4133850" y="4933950"/>
          <p14:tracePt t="188295" x="4070350" y="4940300"/>
          <p14:tracePt t="188312" x="3962400" y="4959350"/>
          <p14:tracePt t="188331" x="3848100" y="4959350"/>
          <p14:tracePt t="188346" x="3810000" y="4959350"/>
          <p14:tracePt t="188362" x="3778250" y="4959350"/>
          <p14:tracePt t="188379" x="3683000" y="4959350"/>
          <p14:tracePt t="188395" x="3657600" y="4959350"/>
          <p14:tracePt t="188412" x="3625850" y="4959350"/>
          <p14:tracePt t="188429" x="3562350" y="4959350"/>
          <p14:tracePt t="188446" x="3492500" y="4959350"/>
          <p14:tracePt t="188463" x="3416300" y="4959350"/>
          <p14:tracePt t="188478" x="3378200" y="4959350"/>
          <p14:tracePt t="188495" x="3327400" y="4959350"/>
          <p14:tracePt t="188512" x="3282950" y="4959350"/>
          <p14:tracePt t="188528" x="3276600" y="4959350"/>
          <p14:tracePt t="188545" x="3270250" y="4959350"/>
          <p14:tracePt t="188562" x="3263900" y="4959350"/>
          <p14:tracePt t="188595" x="3276600" y="4959350"/>
          <p14:tracePt t="188611" x="3289300" y="4959350"/>
          <p14:tracePt t="188628" x="3308350" y="4959350"/>
          <p14:tracePt t="188645" x="3371850" y="4953000"/>
          <p14:tracePt t="188661" x="3467100" y="4940300"/>
          <p14:tracePt t="188677" x="3517900" y="4927600"/>
          <p14:tracePt t="188694" x="3600450" y="4902200"/>
          <p14:tracePt t="188711" x="3644900" y="4883150"/>
          <p14:tracePt t="188727" x="3657600" y="4876800"/>
          <p14:tracePt t="188761" x="3651250" y="4870450"/>
          <p14:tracePt t="188794" x="3613150" y="4857750"/>
          <p14:tracePt t="188811" x="3587750" y="4857750"/>
          <p14:tracePt t="188827" x="3492500" y="4838700"/>
          <p14:tracePt t="188844" x="3371850" y="4813300"/>
          <p14:tracePt t="188861" x="3321050" y="4806950"/>
          <p14:tracePt t="188877" x="3238500" y="4794250"/>
          <p14:tracePt t="188893" x="3206750" y="4787900"/>
          <p14:tracePt t="188910" x="3200400" y="4787900"/>
          <p14:tracePt t="188927" x="3187700" y="4787900"/>
          <p14:tracePt t="188961" x="3200400" y="4787900"/>
          <p14:tracePt t="188977" x="3206750" y="4781550"/>
          <p14:tracePt t="188994" x="3219450" y="4781550"/>
          <p14:tracePt t="189010" x="3282950" y="4768850"/>
          <p14:tracePt t="189026" x="3308350" y="4768850"/>
          <p14:tracePt t="189043" x="3340100" y="4768850"/>
          <p14:tracePt t="189060" x="3378200" y="4762500"/>
          <p14:tracePt t="189076" x="3397250" y="4762500"/>
          <p14:tracePt t="189094" x="3403600" y="4762500"/>
          <p14:tracePt t="189126" x="3390900" y="4762500"/>
          <p14:tracePt t="189143" x="3365500" y="4762500"/>
          <p14:tracePt t="189159" x="3359150" y="4762500"/>
          <p14:tracePt t="189176" x="3308350" y="4768850"/>
          <p14:tracePt t="189193" x="3238500" y="4775200"/>
          <p14:tracePt t="189209" x="3200400" y="4787900"/>
          <p14:tracePt t="189226" x="3117850" y="4800600"/>
          <p14:tracePt t="189242" x="3035300" y="4819650"/>
          <p14:tracePt t="189259" x="3003550" y="4826000"/>
          <p14:tracePt t="189276" x="2952750" y="4832350"/>
          <p14:tracePt t="189292" x="2933700" y="4838700"/>
          <p14:tracePt t="189326" x="2927350" y="4838700"/>
          <p14:tracePt t="189375" x="2933700" y="4838700"/>
          <p14:tracePt t="189382" x="2946400" y="4838700"/>
          <p14:tracePt t="189396" x="2952750" y="4838700"/>
          <p14:tracePt t="189408" x="2965450" y="4838700"/>
          <p14:tracePt t="189425" x="2978150" y="4838700"/>
          <p14:tracePt t="189442" x="2990850" y="4838700"/>
          <p14:tracePt t="189459" x="3009900" y="4838700"/>
          <p14:tracePt t="189474" x="3028950" y="4838700"/>
          <p14:tracePt t="189515" x="3035300" y="4838700"/>
          <p14:tracePt t="189642" x="3035300" y="4832350"/>
          <p14:tracePt t="189684" x="3035300" y="4826000"/>
          <p14:tracePt t="189692" x="3035300" y="4819650"/>
          <p14:tracePt t="189712" x="3035300" y="4813300"/>
          <p14:tracePt t="189726" x="3035300" y="4806950"/>
          <p14:tracePt t="189733" x="3035300" y="4800600"/>
          <p14:tracePt t="189747" x="3035300" y="4794250"/>
          <p14:tracePt t="189757" x="3035300" y="4768850"/>
          <p14:tracePt t="189774" x="3035300" y="4743450"/>
          <p14:tracePt t="189790" x="3041650" y="4673600"/>
          <p14:tracePt t="189807" x="3041650" y="4597400"/>
          <p14:tracePt t="189824" x="3041650" y="4514850"/>
          <p14:tracePt t="189840" x="3041650" y="4489450"/>
          <p14:tracePt t="189857" x="3041650" y="4438650"/>
          <p14:tracePt t="189874" x="3041650" y="4413250"/>
          <p14:tracePt t="189890" x="3041650" y="4400550"/>
          <p14:tracePt t="189907" x="3041650" y="4387850"/>
          <p14:tracePt t="189943" x="3048000" y="4381500"/>
          <p14:tracePt t="189964" x="3054350" y="4375150"/>
          <p14:tracePt t="189993" x="3060700" y="4375150"/>
          <p14:tracePt t="190014" x="3067050" y="4368800"/>
          <p14:tracePt t="190035" x="3073400" y="4368800"/>
          <p14:tracePt t="190105" x="3079750" y="4368800"/>
          <p14:tracePt t="190126" x="3086100" y="4368800"/>
          <p14:tracePt t="190154" x="3098800" y="4368800"/>
          <p14:tracePt t="190168" x="3105150" y="4368800"/>
          <p14:tracePt t="190175" x="3111500" y="4368800"/>
          <p14:tracePt t="190193" x="3117850" y="4368800"/>
          <p14:tracePt t="190206" x="3168650" y="4368800"/>
          <p14:tracePt t="190222" x="3219450" y="4368800"/>
          <p14:tracePt t="190239" x="3359150" y="4368800"/>
          <p14:tracePt t="190256" x="3460750" y="4362450"/>
          <p14:tracePt t="190272" x="3663950" y="4362450"/>
          <p14:tracePt t="190289" x="3841750" y="4356100"/>
          <p14:tracePt t="190305" x="3905250" y="4356100"/>
          <p14:tracePt t="190322" x="4013200" y="4343400"/>
          <p14:tracePt t="190338" x="4051300" y="4343400"/>
          <p14:tracePt t="190355" x="4064000" y="4343400"/>
          <p14:tracePt t="190372" x="4070350" y="4343400"/>
          <p14:tracePt t="190407" x="4064000" y="4343400"/>
          <p14:tracePt t="190414" x="4057650" y="4349750"/>
          <p14:tracePt t="190428" x="4051300" y="4349750"/>
          <p14:tracePt t="190456" x="4051300" y="4356100"/>
          <p14:tracePt t="190484" x="4044950" y="4356100"/>
          <p14:tracePt t="190597" x="4051300" y="4356100"/>
          <p14:tracePt t="190611" x="4057650" y="4362450"/>
          <p14:tracePt t="190618" x="4070350" y="4362450"/>
          <p14:tracePt t="190624" x="4083050" y="4362450"/>
          <p14:tracePt t="190640" x="4102100" y="4362450"/>
          <p14:tracePt t="190654" x="4140200" y="4368800"/>
          <p14:tracePt t="190670" x="4267200" y="4368800"/>
          <p14:tracePt t="190688" x="4438650" y="4381500"/>
          <p14:tracePt t="190704" x="4540250" y="4381500"/>
          <p14:tracePt t="190721" x="4743450" y="4387850"/>
          <p14:tracePt t="190737" x="4908550" y="4387850"/>
          <p14:tracePt t="190754" x="4972050" y="4387850"/>
          <p14:tracePt t="190770" x="5086350" y="4387850"/>
          <p14:tracePt t="190787" x="5137150" y="4387850"/>
          <p14:tracePt t="190803" x="5149850" y="4381500"/>
          <p14:tracePt t="190821" x="5156200" y="4381500"/>
          <p14:tracePt t="190837" x="5162550" y="4381500"/>
          <p14:tracePt t="190876" x="5156200" y="4381500"/>
          <p14:tracePt t="190890" x="5149850" y="4381500"/>
          <p14:tracePt t="190906" x="5143500" y="4381500"/>
          <p14:tracePt t="190921" x="5137150" y="4381500"/>
          <p14:tracePt t="190947" x="5130800" y="4381500"/>
          <p14:tracePt t="190961" x="5118100" y="4381500"/>
          <p14:tracePt t="190970" x="5111750" y="4381500"/>
          <p14:tracePt t="190987" x="5099050" y="4381500"/>
          <p14:tracePt t="191004" x="5022850" y="4381500"/>
          <p14:tracePt t="191020" x="4832350" y="4381500"/>
          <p14:tracePt t="191037" x="4673600" y="4387850"/>
          <p14:tracePt t="191054" x="4279900" y="4400550"/>
          <p14:tracePt t="191071" x="3765550" y="4445000"/>
          <p14:tracePt t="191086" x="3549650" y="4476750"/>
          <p14:tracePt t="191103" x="3238500" y="4508500"/>
          <p14:tracePt t="191119" x="3041650" y="4540250"/>
          <p14:tracePt t="191138" x="2946400" y="4559300"/>
          <p14:tracePt t="191153" x="2927350" y="4565650"/>
          <p14:tracePt t="191170" x="2914650" y="4565650"/>
          <p14:tracePt t="191173" x="2901950" y="4572000"/>
          <p14:tracePt t="191187" x="2895600" y="4572000"/>
          <p14:tracePt t="191291" x="2895600" y="4578350"/>
          <p14:tracePt t="191319" x="2889250" y="4578350"/>
          <p14:tracePt t="191348" x="2876550" y="4578350"/>
          <p14:tracePt t="191362" x="2870200" y="4584700"/>
          <p14:tracePt t="191371" x="2870200" y="4591050"/>
          <p14:tracePt t="191385" x="2857500" y="4591050"/>
          <p14:tracePt t="191401" x="2844800" y="4603750"/>
          <p14:tracePt t="191419" x="2825750" y="4616450"/>
          <p14:tracePt t="191435" x="2813050" y="4629150"/>
          <p14:tracePt t="191452" x="2800350" y="4641850"/>
          <p14:tracePt t="191469" x="2781300" y="4660900"/>
          <p14:tracePt t="191485" x="2774950" y="4660900"/>
          <p14:tracePt t="191517" x="2774950" y="4667250"/>
          <p14:tracePt t="191534" x="2774950" y="4673600"/>
          <p14:tracePt t="191551" x="2787650" y="4679950"/>
          <p14:tracePt t="191568" x="2800350" y="4679950"/>
          <p14:tracePt t="191584" x="2882900" y="4699000"/>
          <p14:tracePt t="191601" x="3016250" y="4737100"/>
          <p14:tracePt t="191618" x="3098800" y="4743450"/>
          <p14:tracePt t="191634" x="3251200" y="4775200"/>
          <p14:tracePt t="191651" x="3422650" y="4781550"/>
          <p14:tracePt t="191667" x="3473450" y="4781550"/>
          <p14:tracePt t="191684" x="3549650" y="4781550"/>
          <p14:tracePt t="191701" x="3581400" y="4781550"/>
          <p14:tracePt t="191717" x="3594100" y="4781550"/>
          <p14:tracePt t="191734" x="3606800" y="4781550"/>
          <p14:tracePt t="191804" x="3613150" y="4775200"/>
          <p14:tracePt t="191818" x="3619500" y="4775200"/>
          <p14:tracePt t="191839" x="3625850" y="4768850"/>
          <p14:tracePt t="191853" x="3638550" y="4768850"/>
          <p14:tracePt t="191860" x="3657600" y="4768850"/>
          <p14:tracePt t="191874" x="3689350" y="4768850"/>
          <p14:tracePt t="191883" x="3740150" y="4762500"/>
          <p14:tracePt t="191900" x="3803650" y="4762500"/>
          <p14:tracePt t="191917" x="4019550" y="4743450"/>
          <p14:tracePt t="191933" x="4298950" y="4724400"/>
          <p14:tracePt t="191949" x="4457700" y="4711700"/>
          <p14:tracePt t="191966" x="4813300" y="4673600"/>
          <p14:tracePt t="191983" x="5181600" y="4622800"/>
          <p14:tracePt t="192000" x="5524500" y="4572000"/>
          <p14:tracePt t="192016" x="5695950" y="4533900"/>
          <p14:tracePt t="192033" x="6007100" y="4502150"/>
          <p14:tracePt t="192050" x="6280150" y="4476750"/>
          <p14:tracePt t="192066" x="6394450" y="4457700"/>
          <p14:tracePt t="192083" x="6521450" y="4457700"/>
          <p14:tracePt t="192099" x="6800850" y="4451350"/>
          <p14:tracePt t="192116" x="6889750" y="4470400"/>
          <p14:tracePt t="192132" x="6965950" y="4483100"/>
          <p14:tracePt t="192149" x="7137400" y="4508500"/>
          <p14:tracePt t="192165" x="7289800" y="4521200"/>
          <p14:tracePt t="192183" x="7448550" y="4552950"/>
          <p14:tracePt t="192199" x="7524750" y="4559300"/>
          <p14:tracePt t="192215" x="7620000" y="4584700"/>
          <p14:tracePt t="192233" x="7715250" y="4597400"/>
          <p14:tracePt t="192248" x="7753350" y="4597400"/>
          <p14:tracePt t="192265" x="7816850" y="4597400"/>
          <p14:tracePt t="192282" x="7861300" y="4597400"/>
          <p14:tracePt t="192298" x="7886700" y="4603750"/>
          <p14:tracePt t="192315" x="7899400" y="4603750"/>
          <p14:tracePt t="192332" x="7912100" y="4603750"/>
          <p14:tracePt t="192365" x="7918450" y="4603750"/>
          <p14:tracePt t="192381" x="7924800" y="4603750"/>
          <p14:tracePt t="192520" x="7918450" y="4603750"/>
          <p14:tracePt t="192541" x="7912100" y="4597400"/>
          <p14:tracePt t="192576" x="7905750" y="4591050"/>
          <p14:tracePt t="192599" x="7893050" y="4591050"/>
          <p14:tracePt t="192604" x="7880350" y="4584700"/>
          <p14:tracePt t="192614" x="7848600" y="4578350"/>
          <p14:tracePt t="192630" x="7797800" y="4572000"/>
          <p14:tracePt t="192647" x="7575550" y="4527550"/>
          <p14:tracePt t="192664" x="7124700" y="4457700"/>
          <p14:tracePt t="192682" x="6775450" y="4425950"/>
          <p14:tracePt t="192697" x="5905500" y="4337050"/>
          <p14:tracePt t="192714" x="5435600" y="4298950"/>
          <p14:tracePt t="192731" x="4032250" y="4248150"/>
          <p14:tracePt t="192747" x="3644900" y="4248150"/>
          <p14:tracePt t="192763" x="3308350" y="4248150"/>
          <p14:tracePt t="192780" x="2882900" y="4248150"/>
          <p14:tracePt t="192797" x="2628900" y="4279900"/>
          <p14:tracePt t="192814" x="2514600" y="4292600"/>
          <p14:tracePt t="192830" x="2368550" y="4324350"/>
          <p14:tracePt t="192847" x="2247900" y="4349750"/>
          <p14:tracePt t="192864" x="2152650" y="4368800"/>
          <p14:tracePt t="192880" x="2101850" y="4375150"/>
          <p14:tracePt t="192896" x="1993900" y="4394200"/>
          <p14:tracePt t="192913" x="1847850" y="4413250"/>
          <p14:tracePt t="192930" x="1771650" y="4413250"/>
          <p14:tracePt t="192946" x="1657350" y="4419600"/>
          <p14:tracePt t="192963" x="1549400" y="4438650"/>
          <p14:tracePt t="192979" x="1517650" y="4438650"/>
          <p14:tracePt t="192997" x="1498600" y="4438650"/>
          <p14:tracePt t="193012" x="1466850" y="4445000"/>
          <p14:tracePt t="193029" x="1466850" y="4451350"/>
          <p14:tracePt t="193046" x="1460500" y="4451350"/>
          <p14:tracePt t="193067" x="1460500" y="4457700"/>
          <p14:tracePt t="193103" x="1460500" y="4464050"/>
          <p14:tracePt t="193116" x="1460500" y="4470400"/>
          <p14:tracePt t="193124" x="1466850" y="4470400"/>
          <p14:tracePt t="193138" x="1473200" y="4470400"/>
          <p14:tracePt t="193146" x="1485900" y="4483100"/>
          <p14:tracePt t="193162" x="1504950" y="4508500"/>
          <p14:tracePt t="193179" x="1555750" y="4559300"/>
          <p14:tracePt t="193195" x="1651000" y="4686300"/>
          <p14:tracePt t="193212" x="1720850" y="4749800"/>
          <p14:tracePt t="193229" x="1866900" y="4895850"/>
          <p14:tracePt t="193245" x="1993900" y="5010150"/>
          <p14:tracePt t="193262" x="2044700" y="5060950"/>
          <p14:tracePt t="193279" x="2108200" y="5099050"/>
          <p14:tracePt t="193295" x="2146300" y="5111750"/>
          <p14:tracePt t="193328" x="2152650" y="5111750"/>
          <p14:tracePt t="193345" x="2159000" y="5111750"/>
          <p14:tracePt t="193362" x="2165350" y="5111750"/>
          <p14:tracePt t="193383" x="2171700" y="5111750"/>
          <p14:tracePt t="193398" x="2178050" y="5105400"/>
          <p14:tracePt t="193419" x="2184400" y="5105400"/>
          <p14:tracePt t="193427" x="2190750" y="5105400"/>
          <p14:tracePt t="193444" x="2216150" y="5105400"/>
          <p14:tracePt t="193461" x="2279650" y="5105400"/>
          <p14:tracePt t="193478" x="2432050" y="5105400"/>
          <p14:tracePt t="193494" x="2546350" y="5105400"/>
          <p14:tracePt t="193511" x="2743200" y="5092700"/>
          <p14:tracePt t="193527" x="2908300" y="5073650"/>
          <p14:tracePt t="193545" x="2978150" y="5060950"/>
          <p14:tracePt t="193560" x="2997200" y="5060950"/>
          <p14:tracePt t="193577" x="3016250" y="5054600"/>
          <p14:tracePt t="193610" x="3016250" y="5048250"/>
          <p14:tracePt t="193627" x="3009900" y="5048250"/>
          <p14:tracePt t="193644" x="2997200" y="5048250"/>
          <p14:tracePt t="193661" x="2990850" y="5048250"/>
          <p14:tracePt t="193677" x="2984500" y="5048250"/>
          <p14:tracePt t="193681" x="2978150" y="5048250"/>
          <p14:tracePt t="193700" x="2971800" y="5048250"/>
          <p14:tracePt t="193713" x="2959100" y="5048250"/>
          <p14:tracePt t="193730" x="2952750" y="5048250"/>
          <p14:tracePt t="193744" x="2940050" y="5041900"/>
          <p14:tracePt t="193760" x="2901950" y="5035550"/>
          <p14:tracePt t="193777" x="2800350" y="5029200"/>
          <p14:tracePt t="193793" x="2717800" y="5016500"/>
          <p14:tracePt t="193810" x="2552700" y="4991100"/>
          <p14:tracePt t="193827" x="2381250" y="4959350"/>
          <p14:tracePt t="193843" x="2292350" y="4946650"/>
          <p14:tracePt t="193860" x="2146300" y="4927600"/>
          <p14:tracePt t="193876" x="2057400" y="4921250"/>
          <p14:tracePt t="193892" x="2025650" y="4914900"/>
          <p14:tracePt t="193910" x="2000250" y="4908550"/>
          <p14:tracePt t="193926" x="1987550" y="4908550"/>
          <p14:tracePt t="194029" x="1993900" y="4908550"/>
          <p14:tracePt t="194036" x="2000250" y="4908550"/>
          <p14:tracePt t="194064" x="2006600" y="4908550"/>
          <p14:tracePt t="194085" x="2012950" y="4908550"/>
          <p14:tracePt t="194106" x="2012950" y="4902200"/>
          <p14:tracePt t="194128" x="2019300" y="4902200"/>
          <p14:tracePt t="194156" x="2025650" y="4902200"/>
          <p14:tracePt t="194177" x="2032000" y="4902200"/>
          <p14:tracePt t="194191" x="2038350" y="4902200"/>
          <p14:tracePt t="194198" x="2044700" y="4902200"/>
          <p14:tracePt t="194219" x="2057400" y="4902200"/>
          <p14:tracePt t="194228" x="2070100" y="4902200"/>
          <p14:tracePt t="194242" x="2082800" y="4902200"/>
          <p14:tracePt t="194258" x="2108200" y="4902200"/>
          <p14:tracePt t="194275" x="2247900" y="4908550"/>
          <p14:tracePt t="194292" x="2330450" y="4921250"/>
          <p14:tracePt t="194308" x="2432050" y="4927600"/>
          <p14:tracePt t="194325" x="2673350" y="4953000"/>
          <p14:tracePt t="194341" x="2971800" y="4972050"/>
          <p14:tracePt t="194358" x="3111500" y="4984750"/>
          <p14:tracePt t="194375" x="3403600" y="4997450"/>
          <p14:tracePt t="194392" x="3632200" y="5003800"/>
          <p14:tracePt t="194409" x="3771900" y="5016500"/>
          <p14:tracePt t="194424" x="3829050" y="5016500"/>
          <p14:tracePt t="194441" x="3873500" y="5016500"/>
          <p14:tracePt t="194458" x="3892550" y="5016500"/>
          <p14:tracePt t="194474" x="3898900" y="5016500"/>
          <p14:tracePt t="194570" x="3898900" y="5022850"/>
          <p14:tracePt t="195130" x="3949700" y="5022850"/>
          <p14:tracePt t="195138" x="4038600" y="5010150"/>
          <p14:tracePt t="195152" x="4127500" y="4997450"/>
          <p14:tracePt t="195158" x="4254500" y="4997450"/>
          <p14:tracePt t="195175" x="4368800" y="4984750"/>
          <p14:tracePt t="195188" x="4495800" y="4984750"/>
          <p14:tracePt t="195205" x="4699000" y="4984750"/>
          <p14:tracePt t="195222" x="4902200" y="4984750"/>
          <p14:tracePt t="195238" x="4978400" y="4991100"/>
          <p14:tracePt t="195255" x="5080000" y="4991100"/>
          <p14:tracePt t="195272" x="5130800" y="4997450"/>
          <p14:tracePt t="195288" x="5137150" y="4997450"/>
          <p14:tracePt t="195305" x="5156200" y="4997450"/>
          <p14:tracePt t="195321" x="5162550" y="4997450"/>
          <p14:tracePt t="195338" x="5162550" y="4991100"/>
          <p14:tracePt t="195355" x="5168900" y="4984750"/>
          <p14:tracePt t="195371" x="5175250" y="4991100"/>
          <p14:tracePt t="195404" x="5181600" y="4991100"/>
          <p14:tracePt t="195421" x="5187950" y="4997450"/>
          <p14:tracePt t="195437" x="5194300" y="4997450"/>
          <p14:tracePt t="195454" x="5207000" y="4997450"/>
          <p14:tracePt t="195471" x="5219700" y="4997450"/>
          <p14:tracePt t="195488" x="5257800" y="5003800"/>
          <p14:tracePt t="195504" x="5308600" y="5016500"/>
          <p14:tracePt t="195521" x="5334000" y="5016500"/>
          <p14:tracePt t="195538" x="5397500" y="5016500"/>
          <p14:tracePt t="195554" x="5467350" y="5016500"/>
          <p14:tracePt t="195570" x="5505450" y="5016500"/>
          <p14:tracePt t="195587" x="5562600" y="5022850"/>
          <p14:tracePt t="195603" x="5619750" y="5022850"/>
          <p14:tracePt t="195620" x="5632450" y="5022850"/>
          <p14:tracePt t="195637" x="5657850" y="5022850"/>
          <p14:tracePt t="195653" x="5670550" y="5022850"/>
          <p14:tracePt t="195671" x="5676900" y="5022850"/>
          <p14:tracePt t="195721" x="5683250" y="5022850"/>
          <p14:tracePt t="195769" x="5689600" y="5022850"/>
          <p14:tracePt t="195790" x="5695950" y="5022850"/>
          <p14:tracePt t="195804" x="5702300" y="5022850"/>
          <p14:tracePt t="195811" x="5715000" y="5022850"/>
          <p14:tracePt t="195826" x="5721350" y="5022850"/>
          <p14:tracePt t="195840" x="5734050" y="5022850"/>
          <p14:tracePt t="195856" x="5753100" y="5022850"/>
          <p14:tracePt t="195869" x="5778500" y="5022850"/>
          <p14:tracePt t="195886" x="5822950" y="5022850"/>
          <p14:tracePt t="195903" x="5867400" y="5022850"/>
          <p14:tracePt t="195919" x="5886450" y="5022850"/>
          <p14:tracePt t="195936" x="5911850" y="5022850"/>
          <p14:tracePt t="195953" x="5924550" y="5022850"/>
          <p14:tracePt t="196015" x="5918200" y="5022850"/>
          <p14:tracePt t="196022" x="5911850" y="5022850"/>
          <p14:tracePt t="196036" x="5905500" y="5022850"/>
          <p14:tracePt t="196052" x="5899150" y="5022850"/>
          <p14:tracePt t="196365" x="5924550" y="5022850"/>
          <p14:tracePt t="196372" x="5969000" y="5022850"/>
          <p14:tracePt t="196387" x="6019800" y="5010150"/>
          <p14:tracePt t="196401" x="6070600" y="5010150"/>
          <p14:tracePt t="196417" x="6191250" y="5003800"/>
          <p14:tracePt t="196435" x="6305550" y="5003800"/>
          <p14:tracePt t="196451" x="6369050" y="5003800"/>
          <p14:tracePt t="196467" x="6508750" y="5003800"/>
          <p14:tracePt t="196485" x="6610350" y="5003800"/>
          <p14:tracePt t="196501" x="6654800" y="5003800"/>
          <p14:tracePt t="196517" x="6711950" y="5003800"/>
          <p14:tracePt t="196533" x="6737350" y="4997450"/>
          <p14:tracePt t="196551" x="6756400" y="4997450"/>
          <p14:tracePt t="196567" x="6762750" y="4991100"/>
          <p14:tracePt t="196583" x="6781800" y="4991100"/>
          <p14:tracePt t="196617" x="6794500" y="4991100"/>
          <p14:tracePt t="196633" x="6800850" y="4991100"/>
          <p14:tracePt t="196650" x="6807200" y="4991100"/>
          <p14:tracePt t="196667" x="6813550" y="4991100"/>
          <p14:tracePt t="196683" x="6819900" y="4991100"/>
          <p14:tracePt t="196700" x="6838950" y="4991100"/>
          <p14:tracePt t="196717" x="6864350" y="4997450"/>
          <p14:tracePt t="196737" x="6877050" y="4997450"/>
          <p14:tracePt t="196750" x="6889750" y="4997450"/>
          <p14:tracePt t="196766" x="6940550" y="4997450"/>
          <p14:tracePt t="196783" x="6965950" y="4997450"/>
          <p14:tracePt t="196800" x="7023100" y="4997450"/>
          <p14:tracePt t="196816" x="7105650" y="4997450"/>
          <p14:tracePt t="196833" x="7143750" y="5003800"/>
          <p14:tracePt t="196850" x="7239000" y="5003800"/>
          <p14:tracePt t="196866" x="7308850" y="5003800"/>
          <p14:tracePt t="196883" x="7334250" y="5003800"/>
          <p14:tracePt t="196899" x="7378700" y="4997450"/>
          <p14:tracePt t="196916" x="7410450" y="4978400"/>
          <p14:tracePt t="196933" x="7442200" y="4978400"/>
          <p14:tracePt t="196949" x="7454900" y="4972050"/>
          <p14:tracePt t="196965" x="7467600" y="4965700"/>
          <p14:tracePt t="196983" x="7499350" y="4959350"/>
          <p14:tracePt t="196999" x="7505700" y="4959350"/>
          <p14:tracePt t="197015" x="7518400" y="4959350"/>
          <p14:tracePt t="197033" x="7524750" y="4959350"/>
          <p14:tracePt t="197543" x="7518400" y="4959350"/>
          <p14:tracePt t="197580" x="7512050" y="4959350"/>
          <p14:tracePt t="197608" x="7505700" y="4959350"/>
          <p14:tracePt t="197636" x="7499350" y="4959350"/>
          <p14:tracePt t="198341" x="7493000" y="4959350"/>
          <p14:tracePt t="198362" x="7486650" y="4959350"/>
          <p14:tracePt t="198369" x="7473950" y="4953000"/>
          <p14:tracePt t="198383" x="7461250" y="4953000"/>
          <p14:tracePt t="198394" x="7442200" y="4946650"/>
          <p14:tracePt t="198411" x="7397750" y="4933950"/>
          <p14:tracePt t="198427" x="7372350" y="4933950"/>
          <p14:tracePt t="198444" x="7308850" y="4921250"/>
          <p14:tracePt t="198461" x="7251700" y="4908550"/>
          <p14:tracePt t="198478" x="7213600" y="4895850"/>
          <p14:tracePt t="198496" x="7143750" y="4889500"/>
          <p14:tracePt t="198511" x="7086600" y="4883150"/>
          <p14:tracePt t="198527" x="7073900" y="4883150"/>
          <p14:tracePt t="198544" x="7035800" y="4883150"/>
          <p14:tracePt t="198559" x="7023100" y="4883150"/>
          <p14:tracePt t="198577" x="7016750" y="4883150"/>
          <p14:tracePt t="198671" x="7023100" y="4883150"/>
          <p14:tracePt t="198678" x="7029450" y="4883150"/>
          <p14:tracePt t="198699" x="7035800" y="4883150"/>
          <p14:tracePt t="198713" x="7042150" y="4889500"/>
          <p14:tracePt t="198720" x="7054850" y="4889500"/>
          <p14:tracePt t="198734" x="7067550" y="4889500"/>
          <p14:tracePt t="198743" x="7086600" y="4889500"/>
          <p14:tracePt t="198759" x="7099300" y="4889500"/>
          <p14:tracePt t="198776" x="7131050" y="4889500"/>
          <p14:tracePt t="198792" x="7156450" y="4889500"/>
          <p14:tracePt t="198809" x="7169150" y="4889500"/>
          <p14:tracePt t="198826" x="7181850" y="4889500"/>
          <p14:tracePt t="198842" x="7181850" y="4883150"/>
          <p14:tracePt t="198860" x="7181850" y="4876800"/>
          <p14:tracePt t="198875" x="7175500" y="4864100"/>
          <p14:tracePt t="198893" x="7162800" y="4857750"/>
          <p14:tracePt t="198910" x="7150100" y="4851400"/>
          <p14:tracePt t="198925" x="7137400" y="4845050"/>
          <p14:tracePt t="198942" x="7112000" y="4838700"/>
          <p14:tracePt t="198959" x="7086600" y="4832350"/>
          <p14:tracePt t="198975" x="7073900" y="4832350"/>
          <p14:tracePt t="198992" x="7054850" y="4832350"/>
          <p14:tracePt t="199009" x="7035800" y="4832350"/>
          <p14:tracePt t="199025" x="7029450" y="4832350"/>
          <p14:tracePt t="199042" x="7023100" y="4832350"/>
          <p14:tracePt t="199058" x="7016750" y="4832350"/>
          <p14:tracePt t="199134" x="7023100" y="4838700"/>
          <p14:tracePt t="199142" x="7029450" y="4838700"/>
          <p14:tracePt t="199155" x="7035800" y="4838700"/>
          <p14:tracePt t="199162" x="7042150" y="4838700"/>
          <p14:tracePt t="199174" x="7048500" y="4845050"/>
          <p14:tracePt t="199191" x="7054850" y="4845050"/>
          <p14:tracePt t="199211" x="7061200" y="4851400"/>
          <p14:tracePt t="199225" x="7067550" y="4851400"/>
          <p14:tracePt t="199261" x="7054850" y="4851400"/>
          <p14:tracePt t="199276" x="7042150" y="4851400"/>
          <p14:tracePt t="199282" x="7016750" y="4851400"/>
          <p14:tracePt t="199296" x="6965950" y="4851400"/>
          <p14:tracePt t="199307" x="6902450" y="4851400"/>
          <p14:tracePt t="199324" x="6737350" y="4864100"/>
          <p14:tracePt t="199341" x="6635750" y="4864100"/>
          <p14:tracePt t="199357" x="6407150" y="4883150"/>
          <p14:tracePt t="199374" x="6191250" y="4889500"/>
          <p14:tracePt t="199390" x="6102350" y="4902200"/>
          <p14:tracePt t="199408" x="5962650" y="4914900"/>
          <p14:tracePt t="199424" x="5892800" y="4921250"/>
          <p14:tracePt t="199440" x="5861050" y="4921250"/>
          <p14:tracePt t="199457" x="5842000" y="4927600"/>
          <p14:tracePt t="199473" x="5835650" y="4933950"/>
          <p14:tracePt t="199520" x="5842000" y="4933950"/>
          <p14:tracePt t="199534" x="5848350" y="4933950"/>
          <p14:tracePt t="199543" x="5854700" y="4933950"/>
          <p14:tracePt t="199557" x="5861050" y="4933950"/>
          <p14:tracePt t="199583" x="5867400" y="4933950"/>
          <p14:tracePt t="199592" x="5873750" y="4933950"/>
          <p14:tracePt t="200058" x="5873750" y="4921250"/>
          <p14:tracePt t="200064" x="5873750" y="4908550"/>
          <p14:tracePt t="200074" x="5873750" y="4895850"/>
          <p14:tracePt t="200088" x="5873750" y="4870450"/>
          <p14:tracePt t="200105" x="5873750" y="4832350"/>
          <p14:tracePt t="200121" x="5854700" y="4699000"/>
          <p14:tracePt t="200138" x="5816600" y="4527550"/>
          <p14:tracePt t="200154" x="5803900" y="4413250"/>
          <p14:tracePt t="200171" x="5746750" y="4210050"/>
          <p14:tracePt t="200188" x="5670550" y="3987800"/>
          <p14:tracePt t="200205" x="5588000" y="3784600"/>
          <p14:tracePt t="200221" x="5524500" y="3695700"/>
          <p14:tracePt t="200238" x="5378450" y="3524250"/>
          <p14:tracePt t="200254" x="5207000" y="3346450"/>
          <p14:tracePt t="200271" x="5099050" y="3257550"/>
          <p14:tracePt t="200287" x="4895850" y="3086100"/>
          <p14:tracePt t="200304" x="4686300" y="2971800"/>
          <p14:tracePt t="200321" x="4578350" y="2927350"/>
          <p14:tracePt t="200338" x="4489450" y="2895600"/>
          <p14:tracePt t="200354" x="4222750" y="2838450"/>
          <p14:tracePt t="200370" x="4171950" y="2838450"/>
          <p14:tracePt t="200388" x="4095750" y="2838450"/>
          <p14:tracePt t="200403" x="4051300" y="2844800"/>
          <p14:tracePt t="200420" x="3956050" y="2863850"/>
          <p14:tracePt t="200437" x="3848100" y="2889250"/>
          <p14:tracePt t="200454" x="3803650" y="2908300"/>
          <p14:tracePt t="200470" x="3670300" y="2959100"/>
          <p14:tracePt t="200487" x="3581400" y="3003550"/>
          <p14:tracePt t="200503" x="3536950" y="3028950"/>
          <p14:tracePt t="200520" x="3454400" y="3073400"/>
          <p14:tracePt t="200536" x="3371850" y="3130550"/>
          <p14:tracePt t="200555" x="3327400" y="3168650"/>
          <p14:tracePt t="200570" x="3238500" y="3232150"/>
          <p14:tracePt t="200586" x="3168650" y="3302000"/>
          <p14:tracePt t="200603" x="3143250" y="3321050"/>
          <p14:tracePt t="200620" x="3117850" y="3340100"/>
          <p14:tracePt t="200636" x="3105150" y="3352800"/>
          <p14:tracePt t="200746" x="3111500" y="3346450"/>
          <p14:tracePt t="200767" x="3117850" y="3346450"/>
          <p14:tracePt t="200774" x="3124200" y="3346450"/>
          <p14:tracePt t="200795" x="3130550" y="3346450"/>
          <p14:tracePt t="200816" x="3136900" y="3340100"/>
          <p14:tracePt t="200837" x="3136900" y="3333750"/>
          <p14:tracePt t="200900" x="3143250" y="3327400"/>
          <p14:tracePt t="200907" x="3149600" y="3321050"/>
          <p14:tracePt t="200936" x="3155950" y="3314700"/>
          <p14:tracePt t="200949" x="3162300" y="3308350"/>
          <p14:tracePt t="200970" x="3168650" y="3302000"/>
          <p14:tracePt t="200977" x="3168650" y="3295650"/>
          <p14:tracePt t="200986" x="3175000" y="3282950"/>
          <p14:tracePt t="201001" x="3181350" y="3270250"/>
          <p14:tracePt t="201019" x="3200400" y="3257550"/>
          <p14:tracePt t="201035" x="3213100" y="3213100"/>
          <p14:tracePt t="201052" x="3238500" y="3187700"/>
          <p14:tracePt t="201069" x="3251200" y="3162300"/>
          <p14:tracePt t="201085" x="3251200" y="3155950"/>
          <p14:tracePt t="201101" x="3257550" y="3155950"/>
          <p14:tracePt t="201139" x="3257550" y="3162300"/>
          <p14:tracePt t="201151" x="3257550" y="3168650"/>
          <p14:tracePt t="201168" x="3251200" y="3187700"/>
          <p14:tracePt t="201185" x="3251200" y="3213100"/>
          <p14:tracePt t="201202" x="3251200" y="3270250"/>
          <p14:tracePt t="201217" x="3251200" y="3333750"/>
          <p14:tracePt t="201234" x="3251200" y="3371850"/>
          <p14:tracePt t="201252" x="3251200" y="3422650"/>
          <p14:tracePt t="201268" x="3251200" y="3448050"/>
          <p14:tracePt t="201284" x="3251200" y="3460750"/>
          <p14:tracePt t="201301" x="3251200" y="3467100"/>
          <p14:tracePt t="201567" x="3251200" y="3473450"/>
          <p14:tracePt t="201581" x="3244850" y="3473450"/>
          <p14:tracePt t="202254" x="3238500" y="3492500"/>
          <p14:tracePt t="202261" x="3225800" y="3530600"/>
          <p14:tracePt t="202268" x="3206750" y="3575050"/>
          <p14:tracePt t="202284" x="3187700" y="3619500"/>
          <p14:tracePt t="202297" x="3175000" y="3676650"/>
          <p14:tracePt t="202314" x="3136900" y="3784600"/>
          <p14:tracePt t="202331" x="3098800" y="3917950"/>
          <p14:tracePt t="202347" x="3067050" y="4000500"/>
          <p14:tracePt t="202363" x="3009900" y="4159250"/>
          <p14:tracePt t="202381" x="2933700" y="4368800"/>
          <p14:tracePt t="202397" x="2901950" y="4483100"/>
          <p14:tracePt t="202413" x="2825750" y="4730750"/>
          <p14:tracePt t="202430" x="2768600" y="4927600"/>
          <p14:tracePt t="202447" x="2736850" y="5029200"/>
          <p14:tracePt t="202463" x="2717800" y="5111750"/>
          <p14:tracePt t="202480" x="2635250" y="5308600"/>
          <p14:tracePt t="202496" x="2622550" y="5353050"/>
          <p14:tracePt t="202514" x="2597150" y="5416550"/>
          <p14:tracePt t="202529" x="2584450" y="5454650"/>
          <p14:tracePt t="202546" x="2578100" y="5473700"/>
          <p14:tracePt t="202563" x="2571750" y="5486400"/>
          <p14:tracePt t="202579" x="2565400" y="5486400"/>
          <p14:tracePt t="202619" x="2559050" y="5492750"/>
          <p14:tracePt t="202640" x="2552700" y="5499100"/>
          <p14:tracePt t="202655" x="2546350" y="5505450"/>
          <p14:tracePt t="202663" x="2540000" y="5505450"/>
          <p14:tracePt t="202683" x="2527300" y="5511800"/>
          <p14:tracePt t="202696" x="2514600" y="5518150"/>
          <p14:tracePt t="202713" x="2476500" y="5530850"/>
          <p14:tracePt t="202730" x="2463800" y="5537200"/>
          <p14:tracePt t="202746" x="2425700" y="5543550"/>
          <p14:tracePt t="202762" x="2387600" y="5549900"/>
          <p14:tracePt t="202779" x="2368550" y="5549900"/>
          <p14:tracePt t="202796" x="2311400" y="5556250"/>
          <p14:tracePt t="202812" x="2273300" y="5556250"/>
          <p14:tracePt t="202815" x="2235200" y="5556250"/>
          <p14:tracePt t="202829" x="2209800" y="5556250"/>
          <p14:tracePt t="202845" x="2139950" y="5556250"/>
          <p14:tracePt t="202862" x="2101850" y="5549900"/>
          <p14:tracePt t="202879" x="2051050" y="5537200"/>
          <p14:tracePt t="202895" x="2000250" y="5518150"/>
          <p14:tracePt t="202912" x="1987550" y="5505450"/>
          <p14:tracePt t="202928" x="1930400" y="5499100"/>
          <p14:tracePt t="202945" x="1885950" y="5486400"/>
          <p14:tracePt t="202961" x="1860550" y="5480050"/>
          <p14:tracePt t="202978" x="1803400" y="5454650"/>
          <p14:tracePt t="202995" x="1771650" y="5441950"/>
          <p14:tracePt t="203012" x="1739900" y="5429250"/>
          <p14:tracePt t="203027" x="1689100" y="5403850"/>
          <p14:tracePt t="203045" x="1651000" y="5384800"/>
          <p14:tracePt t="203062" x="1625600" y="5372100"/>
          <p14:tracePt t="203078" x="1612900" y="5372100"/>
          <p14:tracePt t="203095" x="1600200" y="5372100"/>
          <p14:tracePt t="203111" x="1581150" y="5365750"/>
          <p14:tracePt t="203128" x="1568450" y="5365750"/>
          <p14:tracePt t="203161" x="1562100" y="5365750"/>
          <p14:tracePt t="203177" x="1555750" y="5365750"/>
          <p14:tracePt t="203202" x="1549400" y="5365750"/>
          <p14:tracePt t="203244" x="1543050" y="5365750"/>
          <p14:tracePt t="203356" x="1536700" y="5365750"/>
          <p14:tracePt t="203448" x="1536700" y="5372100"/>
          <p14:tracePt t="203454" x="1536700" y="5378450"/>
          <p14:tracePt t="203477" x="1543050" y="5391150"/>
          <p14:tracePt t="203483" x="1549400" y="5391150"/>
          <p14:tracePt t="203497" x="1555750" y="5403850"/>
          <p14:tracePt t="203510" x="1562100" y="5416550"/>
          <p14:tracePt t="203526" x="1581150" y="5454650"/>
          <p14:tracePt t="203543" x="1593850" y="5486400"/>
          <p14:tracePt t="203560" x="1625600" y="5549900"/>
          <p14:tracePt t="203576" x="1663700" y="5619750"/>
          <p14:tracePt t="203593" x="1676400" y="5651500"/>
          <p14:tracePt t="203609" x="1708150" y="5702300"/>
          <p14:tracePt t="203626" x="1727200" y="5753100"/>
          <p14:tracePt t="203642" x="1727200" y="5778500"/>
          <p14:tracePt t="203659" x="1739900" y="5803900"/>
          <p14:tracePt t="203676" x="1746250" y="5810250"/>
          <p14:tracePt t="203693" x="1746250" y="5816600"/>
          <p14:tracePt t="203710" x="1746250" y="5822950"/>
          <p14:tracePt t="203726" x="1746250" y="5835650"/>
          <p14:tracePt t="203743" x="1746250" y="5842000"/>
          <p14:tracePt t="203760" x="1746250" y="5848350"/>
          <p14:tracePt t="203794" x="1746250" y="5854700"/>
          <p14:tracePt t="203813" x="1746250" y="5861050"/>
          <p14:tracePt t="203841" x="1746250" y="5867400"/>
          <p14:tracePt t="203946" x="1746250" y="5873750"/>
          <p14:tracePt t="203989" x="1746250" y="5880100"/>
          <p14:tracePt t="204038" x="1746250" y="5886450"/>
          <p14:tracePt t="204319" x="1758950" y="5880100"/>
          <p14:tracePt t="204325" x="1771650" y="5861050"/>
          <p14:tracePt t="204341" x="1797050" y="5829300"/>
          <p14:tracePt t="204357" x="1835150" y="5784850"/>
          <p14:tracePt t="204374" x="1943100" y="5657850"/>
          <p14:tracePt t="204390" x="2063750" y="5499100"/>
          <p14:tracePt t="204406" x="2146300" y="5429250"/>
          <p14:tracePt t="204424" x="2266950" y="5302250"/>
          <p14:tracePt t="204440" x="2362200" y="5207000"/>
          <p14:tracePt t="204457" x="2387600" y="5175250"/>
          <p14:tracePt t="204473" x="2419350" y="5143500"/>
          <p14:tracePt t="204490" x="2432050" y="5130800"/>
          <p14:tracePt t="204641" x="2432050" y="5137150"/>
          <p14:tracePt t="204690" x="2432050" y="5143500"/>
          <p14:tracePt t="204747" x="2432050" y="5149850"/>
          <p14:tracePt t="204789" x="2438400" y="5156200"/>
          <p14:tracePt t="204796" x="2444750" y="5156200"/>
          <p14:tracePt t="204830" x="2451100" y="5156200"/>
          <p14:tracePt t="204839" x="2457450" y="5156200"/>
          <p14:tracePt t="204845" x="2457450" y="5162550"/>
          <p14:tracePt t="204859" x="2463800" y="5162550"/>
          <p14:tracePt t="204872" x="2476500" y="5162550"/>
          <p14:tracePt t="204888" x="2527300" y="5168900"/>
          <p14:tracePt t="204905" x="2559050" y="5175250"/>
          <p14:tracePt t="204923" x="2660650" y="5181600"/>
          <p14:tracePt t="204938" x="2781300" y="5194300"/>
          <p14:tracePt t="204955" x="2844800" y="5200650"/>
          <p14:tracePt t="204972" x="2933700" y="5213350"/>
          <p14:tracePt t="204988" x="2978150" y="5213350"/>
          <p14:tracePt t="205005" x="3022600" y="5213350"/>
          <p14:tracePt t="205021" x="3054350" y="5213350"/>
          <p14:tracePt t="205038" x="3060700" y="5213350"/>
          <p14:tracePt t="205055" x="3073400" y="5213350"/>
          <p14:tracePt t="205071" x="3079750" y="5213350"/>
          <p14:tracePt t="205088" x="3086100" y="5213350"/>
          <p14:tracePt t="205121" x="3098800" y="5213350"/>
          <p14:tracePt t="205154" x="3117850" y="5213350"/>
          <p14:tracePt t="205171" x="3136900" y="5213350"/>
          <p14:tracePt t="205187" x="3149600" y="5213350"/>
          <p14:tracePt t="205204" x="3175000" y="5207000"/>
          <p14:tracePt t="205221" x="3213100" y="5207000"/>
          <p14:tracePt t="205238" x="3257550" y="5207000"/>
          <p14:tracePt t="205253" x="3276600" y="5207000"/>
          <p14:tracePt t="205270" x="3295650" y="5194300"/>
          <p14:tracePt t="205288" x="3346450" y="5194300"/>
          <p14:tracePt t="205304" x="3371850" y="5194300"/>
          <p14:tracePt t="205320" x="3384550" y="5194300"/>
          <p14:tracePt t="205338" x="3397250" y="5194300"/>
          <p14:tracePt t="205353" x="3409950" y="5194300"/>
          <p14:tracePt t="205386" x="3416300" y="5194300"/>
          <p14:tracePt t="205413" x="3422650" y="5194300"/>
          <p14:tracePt t="205568" x="3416300" y="5194300"/>
          <p14:tracePt t="206330" x="3435350" y="5194300"/>
          <p14:tracePt t="206344" x="3467100" y="5200650"/>
          <p14:tracePt t="206353" x="3517900" y="5207000"/>
          <p14:tracePt t="206367" x="3562350" y="5226050"/>
          <p14:tracePt t="206383" x="3613150" y="5232400"/>
          <p14:tracePt t="206400" x="3784600" y="5251450"/>
          <p14:tracePt t="206416" x="3848100" y="5264150"/>
          <p14:tracePt t="206433" x="3911600" y="5264150"/>
          <p14:tracePt t="206450" x="4006850" y="5270500"/>
          <p14:tracePt t="206466" x="4102100" y="5270500"/>
          <p14:tracePt t="206483" x="4152900" y="5257800"/>
          <p14:tracePt t="206499" x="4210050" y="5251450"/>
          <p14:tracePt t="206516" x="4254500" y="5245100"/>
          <p14:tracePt t="206534" x="4279900" y="5245100"/>
          <p14:tracePt t="206549" x="4279900" y="5238750"/>
          <p14:tracePt t="206566" x="4292600" y="5238750"/>
          <p14:tracePt t="206583" x="4298950" y="5238750"/>
          <p14:tracePt t="206615" x="4311650" y="5238750"/>
          <p14:tracePt t="206857" x="4324350" y="5238750"/>
          <p14:tracePt t="206877" x="4337050" y="5238750"/>
          <p14:tracePt t="206884" x="4343400" y="5245100"/>
          <p14:tracePt t="206898" x="4362450" y="5245100"/>
          <p14:tracePt t="206914" x="4394200" y="5245100"/>
          <p14:tracePt t="206931" x="4425950" y="5251450"/>
          <p14:tracePt t="206948" x="4464050" y="5251450"/>
          <p14:tracePt t="206964" x="4495800" y="5251450"/>
          <p14:tracePt t="206981" x="4508500" y="5251450"/>
          <p14:tracePt t="206998" x="4527550" y="5251450"/>
          <p14:tracePt t="207014" x="4533900" y="5251450"/>
          <p14:tracePt t="207032" x="4540250" y="5251450"/>
          <p14:tracePt t="207173" x="4540250" y="5257800"/>
          <p14:tracePt t="207180" x="4540250" y="5264150"/>
          <p14:tracePt t="208891" x="4546600" y="5264150"/>
          <p14:tracePt t="208919" x="4559300" y="5264150"/>
          <p14:tracePt t="208932" x="4565650" y="5264150"/>
          <p14:tracePt t="208939" x="4572000" y="5264150"/>
          <p14:tracePt t="208953" x="4578350" y="5264150"/>
          <p14:tracePt t="208961" x="4584700" y="5264150"/>
          <p14:tracePt t="208974" x="4610100" y="5264150"/>
          <p14:tracePt t="208991" x="4648200" y="5264150"/>
          <p14:tracePt t="209008" x="4679950" y="5264150"/>
          <p14:tracePt t="209024" x="4724400" y="5264150"/>
          <p14:tracePt t="209041" x="4775200" y="5264150"/>
          <p14:tracePt t="209057" x="4794250" y="5264150"/>
          <p14:tracePt t="209074" x="4826000" y="5264150"/>
          <p14:tracePt t="209091" x="4832350" y="5264150"/>
          <p14:tracePt t="209107" x="4845050" y="5264150"/>
          <p14:tracePt t="209124" x="4851400" y="5264150"/>
          <p14:tracePt t="209305" x="4845050" y="5264150"/>
          <p14:tracePt t="209711" x="4857750" y="5264150"/>
          <p14:tracePt t="209725" x="4895850" y="5264150"/>
          <p14:tracePt t="209732" x="4946650" y="5257800"/>
          <p14:tracePt t="209746" x="4991100" y="5238750"/>
          <p14:tracePt t="209754" x="5035550" y="5232400"/>
          <p14:tracePt t="209771" x="5086350" y="5213350"/>
          <p14:tracePt t="209788" x="5181600" y="5194300"/>
          <p14:tracePt t="209804" x="5276850" y="5168900"/>
          <p14:tracePt t="209821" x="5321300" y="5162550"/>
          <p14:tracePt t="209838" x="5454650" y="5143500"/>
          <p14:tracePt t="209854" x="5581650" y="5124450"/>
          <p14:tracePt t="209873" x="5727700" y="5111750"/>
          <p14:tracePt t="209887" x="5803900" y="5105400"/>
          <p14:tracePt t="209904" x="5956300" y="5105400"/>
          <p14:tracePt t="209921" x="6032500" y="5092700"/>
          <p14:tracePt t="209924" x="6108700" y="5092700"/>
          <p14:tracePt t="209937" x="6191250" y="5099050"/>
          <p14:tracePt t="209955" x="6273800" y="5099050"/>
          <p14:tracePt t="209971" x="6496050" y="5118100"/>
          <p14:tracePt t="209987" x="6572250" y="5111750"/>
          <p14:tracePt t="210004" x="6635750" y="5111750"/>
          <p14:tracePt t="210020" x="6769100" y="5111750"/>
          <p14:tracePt t="210037" x="6902450" y="5118100"/>
          <p14:tracePt t="210054" x="7029450" y="5118100"/>
          <p14:tracePt t="210070" x="7092950" y="5118100"/>
          <p14:tracePt t="210087" x="7207250" y="5118100"/>
          <p14:tracePt t="210104" x="7334250" y="5118100"/>
          <p14:tracePt t="210120" x="7391400" y="5118100"/>
          <p14:tracePt t="210137" x="7505700" y="5124450"/>
          <p14:tracePt t="210153" x="7613650" y="5137150"/>
          <p14:tracePt t="210170" x="7651750" y="5137150"/>
          <p14:tracePt t="210187" x="7747000" y="5149850"/>
          <p14:tracePt t="210203" x="7829550" y="5162550"/>
          <p14:tracePt t="210220" x="7854950" y="5162550"/>
          <p14:tracePt t="210237" x="7924800" y="5168900"/>
          <p14:tracePt t="210253" x="7962900" y="5175250"/>
          <p14:tracePt t="210269" x="7981950" y="5175250"/>
          <p14:tracePt t="210287" x="8026400" y="5187950"/>
          <p14:tracePt t="210303" x="8039100" y="5187950"/>
          <p14:tracePt t="210319" x="8058150" y="5194300"/>
          <p14:tracePt t="210336" x="8064500" y="5194300"/>
          <p14:tracePt t="210353" x="8070850" y="5194300"/>
          <p14:tracePt t="210369" x="8077200" y="5194300"/>
          <p14:tracePt t="210386" x="8083550" y="5200650"/>
          <p14:tracePt t="210427" x="8089900" y="5200650"/>
          <p14:tracePt t="210525" x="8096250" y="5200650"/>
          <p14:tracePt t="210574" x="8096250" y="5194300"/>
          <p14:tracePt t="210602" x="8089900" y="5187950"/>
          <p14:tracePt t="210616" x="8083550" y="5187950"/>
          <p14:tracePt t="210623" x="8070850" y="5187950"/>
          <p14:tracePt t="210638" x="8051800" y="5187950"/>
          <p14:tracePt t="210652" x="8020050" y="5175250"/>
          <p14:tracePt t="210668" x="7893050" y="5149850"/>
          <p14:tracePt t="210685" x="7797800" y="5137150"/>
          <p14:tracePt t="210701" x="7569200" y="5105400"/>
          <p14:tracePt t="210718" x="7277100" y="5099050"/>
          <p14:tracePt t="210735" x="7118350" y="5099050"/>
          <p14:tracePt t="210751" x="6826250" y="5099050"/>
          <p14:tracePt t="210767" x="6534150" y="5099050"/>
          <p14:tracePt t="210785" x="6242050" y="5124450"/>
          <p14:tracePt t="210801" x="6115050" y="5137150"/>
          <p14:tracePt t="210818" x="5861050" y="5156200"/>
          <p14:tracePt t="210835" x="5619750" y="5187950"/>
          <p14:tracePt t="210851" x="5518150" y="5207000"/>
          <p14:tracePt t="210868" x="5416550" y="5232400"/>
          <p14:tracePt t="210884" x="5181600" y="5270500"/>
          <p14:tracePt t="210901" x="5099050" y="5289550"/>
          <p14:tracePt t="210918" x="5010150" y="5295900"/>
          <p14:tracePt t="210934" x="4978400" y="5295900"/>
          <p14:tracePt t="210950" x="4927600" y="5302250"/>
          <p14:tracePt t="210968" x="4889500" y="5314950"/>
          <p14:tracePt t="210984" x="4876800" y="5321300"/>
          <p14:tracePt t="211000" x="4857750" y="5327650"/>
          <p14:tracePt t="211017" x="4845050" y="5327650"/>
          <p14:tracePt t="211034" x="4838700" y="5327650"/>
          <p14:tracePt t="211067" x="4832350" y="5327650"/>
          <p14:tracePt t="211157" x="4838700" y="5327650"/>
          <p14:tracePt t="211178" x="4845050" y="5327650"/>
          <p14:tracePt t="211185" x="4851400" y="5327650"/>
          <p14:tracePt t="211200" x="4864100" y="5327650"/>
          <p14:tracePt t="211206" x="4876800" y="5327650"/>
          <p14:tracePt t="211220" x="4889500" y="5321300"/>
          <p14:tracePt t="211234" x="4914900" y="5321300"/>
          <p14:tracePt t="211249" x="5022850" y="5308600"/>
          <p14:tracePt t="211267" x="5099050" y="5295900"/>
          <p14:tracePt t="211283" x="5289550" y="5276850"/>
          <p14:tracePt t="211299" x="5505450" y="5257800"/>
          <p14:tracePt t="211316" x="5632450" y="5245100"/>
          <p14:tracePt t="211333" x="5861050" y="5226050"/>
          <p14:tracePt t="211349" x="6045200" y="5207000"/>
          <p14:tracePt t="211366" x="6134100" y="5194300"/>
          <p14:tracePt t="211383" x="6267450" y="5175250"/>
          <p14:tracePt t="211399" x="6343650" y="5168900"/>
          <p14:tracePt t="211416" x="6407150" y="5168900"/>
          <p14:tracePt t="211432" x="6419850" y="5168900"/>
          <p14:tracePt t="211449" x="6426200" y="5168900"/>
          <p14:tracePt t="211467" x="6432550" y="5175250"/>
          <p14:tracePt t="211529" x="6432550" y="5181600"/>
          <p14:tracePt t="211571" x="6426200" y="5181600"/>
          <p14:tracePt t="211656" x="6426200" y="5187950"/>
          <p14:tracePt t="211691" x="6432550" y="5187950"/>
          <p14:tracePt t="211699" x="6438900" y="5187950"/>
          <p14:tracePt t="211712" x="6451600" y="5187950"/>
          <p14:tracePt t="211719" x="6464300" y="5194300"/>
          <p14:tracePt t="211731" x="6477000" y="5194300"/>
          <p14:tracePt t="211748" x="6527800" y="5200650"/>
          <p14:tracePt t="211764" x="6565900" y="5207000"/>
          <p14:tracePt t="211782" x="6635750" y="5219700"/>
          <p14:tracePt t="211798" x="6718300" y="5232400"/>
          <p14:tracePt t="211815" x="6756400" y="5238750"/>
          <p14:tracePt t="211831" x="6813550" y="5245100"/>
          <p14:tracePt t="211847" x="6832600" y="5245100"/>
          <p14:tracePt t="211864" x="6877050" y="5245100"/>
          <p14:tracePt t="211881" x="6908800" y="5245100"/>
          <p14:tracePt t="211898" x="6921500" y="5245100"/>
          <p14:tracePt t="211915" x="6953250" y="5251450"/>
          <p14:tracePt t="211930" x="6972300" y="5251450"/>
          <p14:tracePt t="211947" x="6985000" y="5257800"/>
          <p14:tracePt t="211950" x="6997700" y="5257800"/>
          <p14:tracePt t="211964" x="7010400" y="5257800"/>
          <p14:tracePt t="211980" x="7042150" y="5257800"/>
          <p14:tracePt t="211997" x="7054850" y="5264150"/>
          <p14:tracePt t="212014" x="7092950" y="5270500"/>
          <p14:tracePt t="212030" x="7137400" y="5289550"/>
          <p14:tracePt t="212047" x="7162800" y="5289550"/>
          <p14:tracePt t="212063" x="7213600" y="5302250"/>
          <p14:tracePt t="212080" x="7283450" y="5314950"/>
          <p14:tracePt t="212097" x="7327900" y="5327650"/>
          <p14:tracePt t="212113" x="7385050" y="5340350"/>
          <p14:tracePt t="212131" x="7416800" y="5346700"/>
          <p14:tracePt t="212147" x="7512050" y="5353050"/>
          <p14:tracePt t="212163" x="7543800" y="5353050"/>
          <p14:tracePt t="212180" x="7569200" y="5359400"/>
          <p14:tracePt t="212196" x="7620000" y="5372100"/>
          <p14:tracePt t="212213" x="7670800" y="5378450"/>
          <p14:tracePt t="212230" x="7689850" y="5378450"/>
          <p14:tracePt t="212246" x="7727950" y="5378450"/>
          <p14:tracePt t="212263" x="7772400" y="5378450"/>
          <p14:tracePt t="212280" x="7804150" y="5378450"/>
          <p14:tracePt t="212296" x="7816850" y="5378450"/>
          <p14:tracePt t="212313" x="7835900" y="5378450"/>
          <p14:tracePt t="212331" x="7848600" y="5378450"/>
          <p14:tracePt t="212346" x="7861300" y="5378450"/>
          <p14:tracePt t="212362" x="7874000" y="5372100"/>
          <p14:tracePt t="212379" x="7880350" y="5372100"/>
          <p14:tracePt t="212412" x="7893050" y="5372100"/>
          <p14:tracePt t="212463" x="7899400" y="5372100"/>
          <p14:tracePt t="212491" x="7905750" y="5372100"/>
          <p14:tracePt t="212554" x="7912100" y="5372100"/>
          <p14:tracePt t="212589" x="7918450" y="5372100"/>
          <p14:tracePt t="213052" x="7918450" y="5365750"/>
          <p14:tracePt t="213144" x="7912100" y="5365750"/>
          <p14:tracePt t="213151" x="7905750" y="5365750"/>
          <p14:tracePt t="213214" x="7899400" y="5365750"/>
          <p14:tracePt t="213263" x="7893050" y="5365750"/>
          <p14:tracePt t="213270" x="7886700" y="5365750"/>
          <p14:tracePt t="213291" x="7880350" y="5365750"/>
          <p14:tracePt t="213305" x="7874000" y="5365750"/>
          <p14:tracePt t="213327" x="7867650" y="5365750"/>
          <p14:tracePt t="213333" x="7861300" y="5365750"/>
          <p14:tracePt t="213355" x="7854950" y="5365750"/>
          <p14:tracePt t="213362" x="7842250" y="5365750"/>
          <p14:tracePt t="213378" x="7829550" y="5365750"/>
          <p14:tracePt t="213392" x="7810500" y="5365750"/>
          <p14:tracePt t="213409" x="7766050" y="5365750"/>
          <p14:tracePt t="213426" x="7708900" y="5365750"/>
          <p14:tracePt t="213442" x="7683500" y="5365750"/>
          <p14:tracePt t="213458" x="7613650" y="5365750"/>
          <p14:tracePt t="213475" x="7556500" y="5365750"/>
          <p14:tracePt t="213492" x="7531100" y="5365750"/>
          <p14:tracePt t="213509" x="7486650" y="5365750"/>
          <p14:tracePt t="213525" x="7448550" y="5365750"/>
          <p14:tracePt t="213542" x="7429500" y="5365750"/>
          <p14:tracePt t="213558" x="7385050" y="5365750"/>
          <p14:tracePt t="213575" x="7346950" y="5359400"/>
          <p14:tracePt t="213591" x="7327900" y="5359400"/>
          <p14:tracePt t="213608" x="7270750" y="5359400"/>
          <p14:tracePt t="213624" x="7200900" y="5353050"/>
          <p14:tracePt t="213641" x="7150100" y="5353050"/>
          <p14:tracePt t="213657" x="7010400" y="5353050"/>
          <p14:tracePt t="213674" x="6915150" y="5359400"/>
          <p14:tracePt t="213692" x="6724650" y="5359400"/>
          <p14:tracePt t="213708" x="6508750" y="5378450"/>
          <p14:tracePt t="213724" x="6407150" y="5397500"/>
          <p14:tracePt t="213741" x="6203950" y="5416550"/>
          <p14:tracePt t="213758" x="6026150" y="5429250"/>
          <p14:tracePt t="213774" x="5930900" y="5435600"/>
          <p14:tracePt t="213791" x="5778500" y="5435600"/>
          <p14:tracePt t="213807" x="5613400" y="5435600"/>
          <p14:tracePt t="213825" x="5473700" y="5435600"/>
          <p14:tracePt t="213840" x="5422900" y="5435600"/>
          <p14:tracePt t="213857" x="5353050" y="5435600"/>
          <p14:tracePt t="213874" x="5295900" y="5429250"/>
          <p14:tracePt t="213890" x="5276850" y="5429250"/>
          <p14:tracePt t="213907" x="5219700" y="5429250"/>
          <p14:tracePt t="213923" x="5162550" y="5429250"/>
          <p14:tracePt t="213940" x="5137150" y="5422900"/>
          <p14:tracePt t="213957" x="5118100" y="5422900"/>
          <p14:tracePt t="213973" x="5048250" y="5422900"/>
          <p14:tracePt t="213990" x="5029200" y="5429250"/>
          <p14:tracePt t="214008" x="4984750" y="5429250"/>
          <p14:tracePt t="214023" x="4978400" y="5429250"/>
          <p14:tracePt t="214040" x="4953000" y="5429250"/>
          <p14:tracePt t="214057" x="4933950" y="5429250"/>
          <p14:tracePt t="214073" x="4921250" y="5429250"/>
          <p14:tracePt t="214090" x="4908550" y="5422900"/>
          <p14:tracePt t="214106" x="4902200" y="5422900"/>
          <p14:tracePt t="214183" x="4895850" y="5416550"/>
          <p14:tracePt t="214197" x="4889500" y="5416550"/>
          <p14:tracePt t="214204" x="4883150" y="5416550"/>
          <p14:tracePt t="214218" x="4876800" y="5410200"/>
          <p14:tracePt t="214246" x="4864100" y="5410200"/>
          <p14:tracePt t="214274" x="4864100" y="5403850"/>
          <p14:tracePt t="214295" x="4851400" y="5403850"/>
          <p14:tracePt t="214316" x="4845050" y="5403850"/>
          <p14:tracePt t="214344" x="4838700" y="5397500"/>
          <p14:tracePt t="214380" x="4832350" y="5397500"/>
          <p14:tracePt t="214394" x="4826000" y="5397500"/>
          <p14:tracePt t="214415" x="4826000" y="5391150"/>
          <p14:tracePt t="214436" x="4819650" y="5391150"/>
          <p14:tracePt t="214464" x="4819650" y="5384800"/>
          <p14:tracePt t="214506" x="4819650" y="5378450"/>
          <p14:tracePt t="214527" x="4819650" y="5372100"/>
          <p14:tracePt t="214534" x="4819650" y="5365750"/>
          <p14:tracePt t="214576" x="4819650" y="5359400"/>
          <p14:tracePt t="214597" x="4826000" y="5359400"/>
          <p14:tracePt t="214606" x="4832350" y="5353050"/>
          <p14:tracePt t="214639" x="4838700" y="5353050"/>
          <p14:tracePt t="214668" x="4851400" y="5353050"/>
          <p14:tracePt t="214674" x="4857750" y="5353050"/>
          <p14:tracePt t="214691" x="4857750" y="5346700"/>
          <p14:tracePt t="214704" x="4864100" y="5346700"/>
          <p14:tracePt t="214720" x="4889500" y="5340350"/>
          <p14:tracePt t="214738" x="4959350" y="5334000"/>
          <p14:tracePt t="214754" x="5010150" y="5327650"/>
          <p14:tracePt t="214771" x="5143500" y="5314950"/>
          <p14:tracePt t="214788" x="5359400" y="5314950"/>
          <p14:tracePt t="214804" x="5486400" y="5308600"/>
          <p14:tracePt t="214821" x="5759450" y="5308600"/>
          <p14:tracePt t="214837" x="6070600" y="5308600"/>
          <p14:tracePt t="214854" x="6254750" y="5308600"/>
          <p14:tracePt t="214871" x="6553200" y="5295900"/>
          <p14:tracePt t="214887" x="6800850" y="5295900"/>
          <p14:tracePt t="214904" x="6915150" y="5295900"/>
          <p14:tracePt t="214921" x="7092950" y="5295900"/>
          <p14:tracePt t="214937" x="7150100" y="5295900"/>
          <p14:tracePt t="214955" x="7239000" y="5295900"/>
          <p14:tracePt t="214970" x="7296150" y="5295900"/>
          <p14:tracePt t="214986" x="7308850" y="5295900"/>
          <p14:tracePt t="214990" x="7321550" y="5295900"/>
          <p14:tracePt t="215004" x="7334250" y="5295900"/>
          <p14:tracePt t="215020" x="7353300" y="5295900"/>
          <p14:tracePt t="215036" x="7353300" y="5289550"/>
          <p14:tracePt t="215053" x="7378700" y="5289550"/>
          <p14:tracePt t="215070" x="7397750" y="5289550"/>
          <p14:tracePt t="215086" x="7404100" y="5289550"/>
          <p14:tracePt t="215103" x="7423150" y="5289550"/>
          <p14:tracePt t="215120" x="7442200" y="5289550"/>
          <p14:tracePt t="215136" x="7454900" y="5289550"/>
          <p14:tracePt t="215153" x="7473950" y="5289550"/>
          <p14:tracePt t="215169" x="7480300" y="5289550"/>
          <p14:tracePt t="215186" x="7486650" y="5289550"/>
          <p14:tracePt t="215219" x="7499350" y="5289550"/>
          <p14:tracePt t="215239" x="7505700" y="5289550"/>
          <p14:tracePt t="215690" x="7524750" y="5289550"/>
          <p14:tracePt t="215697" x="7550150" y="5289550"/>
          <p14:tracePt t="215712" x="7581900" y="5289550"/>
          <p14:tracePt t="215720" x="7620000" y="5295900"/>
          <p14:tracePt t="215734" x="7645400" y="5295900"/>
          <p14:tracePt t="215751" x="7689850" y="5302250"/>
          <p14:tracePt t="215768" x="7785100" y="5302250"/>
          <p14:tracePt t="215784" x="7804150" y="5302250"/>
          <p14:tracePt t="215800" x="7823200" y="5302250"/>
          <p14:tracePt t="215817" x="7842250" y="5302250"/>
          <p14:tracePt t="215834" x="7867650" y="5302250"/>
          <p14:tracePt t="215867" x="7874000" y="5302250"/>
          <p14:tracePt t="215883" x="7880350" y="5302250"/>
          <p14:tracePt t="216182" x="7886700" y="5302250"/>
          <p14:tracePt t="216189" x="7899400" y="5302250"/>
          <p14:tracePt t="216203" x="7912100" y="5302250"/>
          <p14:tracePt t="216216" x="7931150" y="5302250"/>
          <p14:tracePt t="216233" x="7988300" y="5308600"/>
          <p14:tracePt t="216249" x="8026400" y="5308600"/>
          <p14:tracePt t="216266" x="8121650" y="5314950"/>
          <p14:tracePt t="216282" x="8223250" y="5327650"/>
          <p14:tracePt t="216298" x="8267700" y="5327650"/>
          <p14:tracePt t="216316" x="8324850" y="5334000"/>
          <p14:tracePt t="216332" x="8362950" y="5334000"/>
          <p14:tracePt t="216348" x="8375650" y="5340350"/>
          <p14:tracePt t="216365" x="8388350" y="5340350"/>
          <p14:tracePt t="216382" x="8394700" y="5340350"/>
          <p14:tracePt t="216399" x="8401050" y="5340350"/>
          <p14:tracePt t="216512" x="8407400" y="5340350"/>
          <p14:tracePt t="216575" x="8413750" y="5334000"/>
          <p14:tracePt t="216702" x="8407400" y="5334000"/>
          <p14:tracePt t="216723" x="8401050" y="5334000"/>
          <p14:tracePt t="216737" x="8388350" y="5334000"/>
          <p14:tracePt t="216744" x="8375650" y="5334000"/>
          <p14:tracePt t="216751" x="8356600" y="5334000"/>
          <p14:tracePt t="216767" x="8318500" y="5334000"/>
          <p14:tracePt t="216780" x="8267700" y="5334000"/>
          <p14:tracePt t="216797" x="8121650" y="5327650"/>
          <p14:tracePt t="216815" x="7956550" y="5308600"/>
          <p14:tracePt t="216830" x="7867650" y="5295900"/>
          <p14:tracePt t="216847" x="7708900" y="5289550"/>
          <p14:tracePt t="216864" x="7581900" y="5276850"/>
          <p14:tracePt t="216880" x="7518400" y="5270500"/>
          <p14:tracePt t="216897" x="7410450" y="5270500"/>
          <p14:tracePt t="216913" x="7308850" y="5257800"/>
          <p14:tracePt t="216930" x="7264400" y="5251450"/>
          <p14:tracePt t="216947" x="7181850" y="5232400"/>
          <p14:tracePt t="216963" x="7080250" y="5226050"/>
          <p14:tracePt t="216980" x="7010400" y="5219700"/>
          <p14:tracePt t="216997" x="6921500" y="5219700"/>
          <p14:tracePt t="217013" x="6870700" y="5219700"/>
          <p14:tracePt t="217030" x="6743700" y="5207000"/>
          <p14:tracePt t="217046" x="6565900" y="5207000"/>
          <p14:tracePt t="217063" x="6477000" y="5207000"/>
          <p14:tracePt t="217080" x="6273800" y="5213350"/>
          <p14:tracePt t="217096" x="6083300" y="5213350"/>
          <p14:tracePt t="217113" x="5988050" y="5219700"/>
          <p14:tracePt t="217130" x="5797550" y="5251450"/>
          <p14:tracePt t="217146" x="5632450" y="5270500"/>
          <p14:tracePt t="217163" x="5562600" y="5283200"/>
          <p14:tracePt t="217179" x="5480050" y="5289550"/>
          <p14:tracePt t="217196" x="5416550" y="5302250"/>
          <p14:tracePt t="217212" x="5391150" y="5314950"/>
          <p14:tracePt t="217229" x="5359400" y="5327650"/>
          <p14:tracePt t="217246" x="5340350" y="5334000"/>
          <p14:tracePt t="217263" x="5327650" y="5340350"/>
          <p14:tracePt t="217299" x="5321300" y="5340350"/>
          <p14:tracePt t="217355" x="5334000" y="5340350"/>
          <p14:tracePt t="217363" x="5340350" y="5340350"/>
          <p14:tracePt t="217375" x="5359400" y="5340350"/>
          <p14:tracePt t="217383" x="5384800" y="5340350"/>
          <p14:tracePt t="217398" x="5435600" y="5353050"/>
          <p14:tracePt t="217412" x="5511800" y="5359400"/>
          <p14:tracePt t="217428" x="5734050" y="5391150"/>
          <p14:tracePt t="217446" x="6045200" y="5416550"/>
          <p14:tracePt t="217462" x="6235700" y="5429250"/>
          <p14:tracePt t="217478" x="6578600" y="5429250"/>
          <p14:tracePt t="217495" x="6845300" y="5429250"/>
          <p14:tracePt t="217511" x="6959600" y="5429250"/>
          <p14:tracePt t="217515" x="7048500" y="5429250"/>
          <p14:tracePt t="217528" x="7099300" y="5429250"/>
          <p14:tracePt t="217544" x="7207250" y="5429250"/>
          <p14:tracePt t="217561" x="7245350" y="5429250"/>
          <p14:tracePt t="217579" x="7302500" y="5429250"/>
          <p14:tracePt t="217594" x="7353300" y="5429250"/>
          <p14:tracePt t="217611" x="7378700" y="5429250"/>
          <p14:tracePt t="217628" x="7423150" y="5429250"/>
          <p14:tracePt t="217644" x="7448550" y="5429250"/>
          <p14:tracePt t="217661" x="7505700" y="5429250"/>
          <p14:tracePt t="217678" x="7575550" y="5435600"/>
          <p14:tracePt t="217694" x="7600950" y="5435600"/>
          <p14:tracePt t="217710" x="7658100" y="5441950"/>
          <p14:tracePt t="217727" x="7708900" y="5441950"/>
          <p14:tracePt t="217744" x="7740650" y="5441950"/>
          <p14:tracePt t="217761" x="7785100" y="5435600"/>
          <p14:tracePt t="217778" x="7823200" y="5416550"/>
          <p14:tracePt t="217794" x="7835900" y="5416550"/>
          <p14:tracePt t="217811" x="7842250" y="5416550"/>
          <p14:tracePt t="217826" x="7854950" y="5416550"/>
          <p14:tracePt t="217843" x="7861300" y="5416550"/>
          <p14:tracePt t="217860" x="7867650" y="5416550"/>
          <p14:tracePt t="217877" x="7880350" y="5410200"/>
          <p14:tracePt t="217893" x="7886700" y="5410200"/>
          <p14:tracePt t="217910" x="7905750" y="5403850"/>
          <p14:tracePt t="217926" x="7931150" y="5397500"/>
          <p14:tracePt t="217944" x="7962900" y="5384800"/>
          <p14:tracePt t="217959" x="7994650" y="5384800"/>
          <p14:tracePt t="217977" x="8020050" y="5372100"/>
          <p14:tracePt t="217993" x="8089900" y="5365750"/>
          <p14:tracePt t="218009" x="8147050" y="5353050"/>
          <p14:tracePt t="218025" x="8178800" y="5346700"/>
          <p14:tracePt t="218030" x="8197850" y="5346700"/>
          <p14:tracePt t="218043" x="8223250" y="5340350"/>
          <p14:tracePt t="218059" x="8248650" y="5340350"/>
          <p14:tracePt t="218076" x="8255000" y="5340350"/>
          <p14:tracePt t="218093" x="8261350" y="5334000"/>
          <p14:tracePt t="218218" x="8255000" y="5334000"/>
          <p14:tracePt t="218246" x="8248650" y="5334000"/>
          <p14:tracePt t="218260" x="8242300" y="5334000"/>
          <p14:tracePt t="218274" x="8235950" y="5334000"/>
          <p14:tracePt t="218294" x="8229600" y="5334000"/>
          <p14:tracePt t="218710" x="8172450" y="5334000"/>
          <p14:tracePt t="218717" x="8083550" y="5334000"/>
          <p14:tracePt t="218732" x="7981950" y="5340350"/>
          <p14:tracePt t="218740" x="7893050" y="5340350"/>
          <p14:tracePt t="218757" x="7791450" y="5340350"/>
          <p14:tracePt t="218774" x="7594600" y="5353050"/>
          <p14:tracePt t="218790" x="7366000" y="5365750"/>
          <p14:tracePt t="218807" x="7239000" y="5384800"/>
          <p14:tracePt t="218824" x="6985000" y="5429250"/>
          <p14:tracePt t="218840" x="6711950" y="5492750"/>
          <p14:tracePt t="218857" x="6597650" y="5511800"/>
          <p14:tracePt t="218873" x="6375400" y="5543550"/>
          <p14:tracePt t="218890" x="6273800" y="5562600"/>
          <p14:tracePt t="218907" x="6038850" y="5626100"/>
          <p14:tracePt t="218923" x="5969000" y="5645150"/>
          <p14:tracePt t="218940" x="5905500" y="5664200"/>
          <p14:tracePt t="218957" x="5784850" y="5702300"/>
          <p14:tracePt t="218973" x="5676900" y="5715000"/>
          <p14:tracePt t="218989" x="5632450" y="5727700"/>
          <p14:tracePt t="219006" x="5581650" y="5740400"/>
          <p14:tracePt t="219023" x="5549900" y="5740400"/>
          <p14:tracePt t="219040" x="5530850" y="5746750"/>
          <p14:tracePt t="219056" x="5518150" y="5746750"/>
          <p14:tracePt t="219072" x="5505450" y="5746750"/>
          <p14:tracePt t="219090" x="5486400" y="5746750"/>
          <p14:tracePt t="219106" x="5473700" y="5746750"/>
          <p14:tracePt t="219122" x="5448300" y="5746750"/>
          <p14:tracePt t="219139" x="5416550" y="5740400"/>
          <p14:tracePt t="219156" x="5397500" y="5734050"/>
          <p14:tracePt t="219172" x="5378450" y="5734050"/>
          <p14:tracePt t="219189" x="5302250" y="5708650"/>
          <p14:tracePt t="219205" x="5283200" y="5702300"/>
          <p14:tracePt t="219223" x="5226050" y="5689600"/>
          <p14:tracePt t="219238" x="5175250" y="5676900"/>
          <p14:tracePt t="219255" x="5156200" y="5670550"/>
          <p14:tracePt t="219272" x="5118100" y="5645150"/>
          <p14:tracePt t="219288" x="5099050" y="5638800"/>
          <p14:tracePt t="219305" x="5067300" y="5632450"/>
          <p14:tracePt t="219322" x="5048250" y="5626100"/>
          <p14:tracePt t="219338" x="5035550" y="5626100"/>
          <p14:tracePt t="219356" x="5022850" y="5626100"/>
          <p14:tracePt t="219371" x="5016500" y="5626100"/>
          <p14:tracePt t="219388" x="5010150" y="5626100"/>
          <p14:tracePt t="219405" x="4997450" y="5626100"/>
          <p14:tracePt t="219421" x="4984750" y="5626100"/>
          <p14:tracePt t="219438" x="4978400" y="5626100"/>
          <p14:tracePt t="219454" x="4972050" y="5619750"/>
          <p14:tracePt t="219471" x="4959350" y="5619750"/>
          <p14:tracePt t="219860" x="4946650" y="5619750"/>
          <p14:tracePt t="219867" x="4927600" y="5619750"/>
          <p14:tracePt t="219880" x="4914900" y="5619750"/>
          <p14:tracePt t="219889" x="4895850" y="5619750"/>
          <p14:tracePt t="219904" x="4876800" y="5619750"/>
          <p14:tracePt t="219920" x="4838700" y="5619750"/>
          <p14:tracePt t="219937" x="4806950" y="5626100"/>
          <p14:tracePt t="219953" x="4787900" y="5626100"/>
          <p14:tracePt t="219969" x="4775200" y="5626100"/>
          <p14:tracePt t="219986" x="4743450" y="5626100"/>
          <p14:tracePt t="220003" x="4730750" y="5632450"/>
          <p14:tracePt t="220036" x="4718050" y="5632450"/>
          <p14:tracePt t="220053" x="4711700" y="5638800"/>
          <p14:tracePt t="220069" x="4705350" y="5638800"/>
          <p14:tracePt t="220098" x="4699000" y="5638800"/>
          <p14:tracePt t="220576" x="4699000" y="5645150"/>
          <p14:tracePt t="220653" x="4699000" y="5651500"/>
          <p14:tracePt t="220688" x="4699000" y="5657850"/>
          <p14:tracePt t="220723" x="4705350" y="5664200"/>
          <p14:tracePt t="220751" x="4711700" y="5664200"/>
          <p14:tracePt t="220758" x="4718050" y="5664200"/>
          <p14:tracePt t="220779" x="4718050" y="5670550"/>
          <p14:tracePt t="220793" x="4724400" y="5676900"/>
          <p14:tracePt t="220803" x="4730750" y="5676900"/>
          <p14:tracePt t="220822" x="4743450" y="5683250"/>
          <p14:tracePt t="220833" x="4768850" y="5689600"/>
          <p14:tracePt t="220850" x="4819650" y="5715000"/>
          <p14:tracePt t="220866" x="4864100" y="5740400"/>
          <p14:tracePt t="220883" x="4914900" y="5759450"/>
          <p14:tracePt t="220900" x="5086350" y="5822950"/>
          <p14:tracePt t="220916" x="5149850" y="5835650"/>
          <p14:tracePt t="220933" x="5213350" y="5854700"/>
          <p14:tracePt t="220949" x="5334000" y="5867400"/>
          <p14:tracePt t="220966" x="5467350" y="5892800"/>
          <p14:tracePt t="220983" x="5556250" y="5899150"/>
          <p14:tracePt t="220999" x="5588000" y="5899150"/>
          <p14:tracePt t="221016" x="5645150" y="5899150"/>
          <p14:tracePt t="221033" x="5683250" y="5899150"/>
          <p14:tracePt t="221049" x="5702300" y="5899150"/>
          <p14:tracePt t="221066" x="5734050" y="5899150"/>
          <p14:tracePt t="221083" x="5784850" y="5899150"/>
          <p14:tracePt t="221099" x="5816600" y="5899150"/>
          <p14:tracePt t="221116" x="5892800" y="5905500"/>
          <p14:tracePt t="221132" x="5988050" y="5905500"/>
          <p14:tracePt t="221149" x="6051550" y="5905500"/>
          <p14:tracePt t="221166" x="6184900" y="5886450"/>
          <p14:tracePt t="221182" x="6299200" y="5886450"/>
          <p14:tracePt t="221199" x="6362700" y="5892800"/>
          <p14:tracePt t="221215" x="6483350" y="5899150"/>
          <p14:tracePt t="221231" x="6559550" y="5899150"/>
          <p14:tracePt t="221248" x="6711950" y="5899150"/>
          <p14:tracePt t="221265" x="6851650" y="5905500"/>
          <p14:tracePt t="221282" x="6902450" y="5918200"/>
          <p14:tracePt t="221299" x="6959600" y="5918200"/>
          <p14:tracePt t="221314" x="7004050" y="5918200"/>
          <p14:tracePt t="221332" x="7016750" y="5918200"/>
          <p14:tracePt t="221349" x="7029450" y="5918200"/>
          <p14:tracePt t="221365" x="7054850" y="5924550"/>
          <p14:tracePt t="221382" x="7067550" y="5924550"/>
          <p14:tracePt t="221399" x="7092950" y="5930900"/>
          <p14:tracePt t="221415" x="7118350" y="5930900"/>
          <p14:tracePt t="221433" x="7137400" y="5943600"/>
          <p14:tracePt t="221448" x="7150100" y="5943600"/>
          <p14:tracePt t="221465" x="7169150" y="5943600"/>
          <p14:tracePt t="221498" x="7175500" y="5943600"/>
          <p14:tracePt t="221514" x="7181850" y="5943600"/>
          <p14:tracePt t="221532" x="7181850" y="5937250"/>
          <p14:tracePt t="221551" x="7181850" y="5930900"/>
          <p14:tracePt t="221579" x="7181850" y="5924550"/>
          <p14:tracePt t="221601" x="7181850" y="5918200"/>
          <p14:tracePt t="222905" x="7131050" y="5918200"/>
          <p14:tracePt t="222919" x="7054850" y="5918200"/>
          <p14:tracePt t="222928" x="6978650" y="5918200"/>
          <p14:tracePt t="222943" x="6870700" y="5924550"/>
          <p14:tracePt t="222959" x="6654800" y="5943600"/>
          <p14:tracePt t="222976" x="6413500" y="5956300"/>
          <p14:tracePt t="222992" x="6286500" y="5969000"/>
          <p14:tracePt t="223009" x="6051550" y="5969000"/>
          <p14:tracePt t="223025" x="5822950" y="5975350"/>
          <p14:tracePt t="223042" x="5708650" y="5975350"/>
          <p14:tracePt t="223060" x="5480050" y="5962650"/>
          <p14:tracePt t="223075" x="5327650" y="5949950"/>
          <p14:tracePt t="223092" x="5270500" y="5949950"/>
          <p14:tracePt t="223109" x="5181600" y="5949950"/>
          <p14:tracePt t="223125" x="5143500" y="5949950"/>
          <p14:tracePt t="223142" x="5073650" y="5949950"/>
          <p14:tracePt t="223158" x="4997450" y="5943600"/>
          <p14:tracePt t="223175" x="4953000" y="5943600"/>
          <p14:tracePt t="223193" x="4895850" y="5943600"/>
          <p14:tracePt t="223208" x="4883150" y="5943600"/>
          <p14:tracePt t="223225" x="4870450" y="5943600"/>
          <p14:tracePt t="223242" x="4838700" y="5956300"/>
          <p14:tracePt t="223258" x="4826000" y="5962650"/>
          <p14:tracePt t="223580" x="4775200" y="5962650"/>
          <p14:tracePt t="223586" x="4699000" y="5962650"/>
          <p14:tracePt t="223601" x="4635500" y="5975350"/>
          <p14:tracePt t="223610" x="4559300" y="5981700"/>
          <p14:tracePt t="223623" x="4470400" y="5994400"/>
          <p14:tracePt t="223640" x="4241800" y="6000750"/>
          <p14:tracePt t="223657" x="4025900" y="6013450"/>
          <p14:tracePt t="223673" x="3911600" y="6013450"/>
          <p14:tracePt t="223690" x="3810000" y="6026150"/>
          <p14:tracePt t="223707" x="3505200" y="6045200"/>
          <p14:tracePt t="223723" x="3378200" y="6051550"/>
          <p14:tracePt t="223740" x="3295650" y="6064250"/>
          <p14:tracePt t="223756" x="3098800" y="6102350"/>
          <p14:tracePt t="223773" x="3054350" y="6121400"/>
          <p14:tracePt t="223790" x="2971800" y="6134100"/>
          <p14:tracePt t="223806" x="2933700" y="6153150"/>
          <p14:tracePt t="223823" x="2844800" y="6184900"/>
          <p14:tracePt t="223840" x="2794000" y="6197600"/>
          <p14:tracePt t="223856" x="2787650" y="6210300"/>
          <p14:tracePt t="223873" x="2774950" y="6210300"/>
          <p14:tracePt t="223889" x="2774950" y="6216650"/>
          <p14:tracePt t="223938" x="2774950" y="6223000"/>
          <p14:tracePt t="224078" x="2774950" y="6229350"/>
          <p14:tracePt t="224099" x="2781300" y="6229350"/>
          <p14:tracePt t="224120" x="2787650" y="6229350"/>
          <p14:tracePt t="224127" x="2794000" y="6229350"/>
          <p14:tracePt t="224142" x="2800350" y="6229350"/>
          <p14:tracePt t="224155" x="2806700" y="6229350"/>
          <p14:tracePt t="224171" x="2813050" y="6229350"/>
          <p14:tracePt t="224188" x="2819400" y="6229350"/>
          <p14:tracePt t="224205" x="2851150" y="6229350"/>
          <p14:tracePt t="224221" x="2882900" y="6229350"/>
          <p14:tracePt t="224239" x="2895600" y="6235700"/>
          <p14:tracePt t="224255" x="2940050" y="6235700"/>
          <p14:tracePt t="224271" x="2971800" y="6235700"/>
          <p14:tracePt t="224289" x="3003550" y="6242050"/>
          <p14:tracePt t="224304" x="3016250" y="6242050"/>
          <p14:tracePt t="224321" x="3041650" y="6242050"/>
          <p14:tracePt t="224338" x="3054350" y="6242050"/>
          <p14:tracePt t="224354" x="3086100" y="6242050"/>
          <p14:tracePt t="224371" x="3105150" y="6242050"/>
          <p14:tracePt t="224388" x="3175000" y="6235700"/>
          <p14:tracePt t="224404" x="3263900" y="6235700"/>
          <p14:tracePt t="224421" x="3321050" y="6235700"/>
          <p14:tracePt t="224437" x="3422650" y="6248400"/>
          <p14:tracePt t="224454" x="3517900" y="6261100"/>
          <p14:tracePt t="224471" x="3562350" y="6273800"/>
          <p14:tracePt t="224488" x="3613150" y="6280150"/>
          <p14:tracePt t="224504" x="3644900" y="6280150"/>
          <p14:tracePt t="224521" x="3663950" y="6286500"/>
          <p14:tracePt t="224553" x="3676650" y="6286500"/>
          <p14:tracePt t="224605" x="3683000" y="6286500"/>
          <p14:tracePt t="224900" x="3689350" y="6286500"/>
          <p14:tracePt t="224942" x="3695700" y="6286500"/>
          <p14:tracePt t="224990" x="3702050" y="6286500"/>
          <p14:tracePt t="225061" x="3714750" y="6286500"/>
          <p14:tracePt t="225075" x="3721100" y="6286500"/>
          <p14:tracePt t="225082" x="3727450" y="6292850"/>
          <p14:tracePt t="225096" x="3733800" y="6292850"/>
          <p14:tracePt t="225104" x="3746500" y="6299200"/>
          <p14:tracePt t="225118" x="3752850" y="6299200"/>
          <p14:tracePt t="225135" x="3778250" y="6318250"/>
          <p14:tracePt t="225152" x="3790950" y="6337300"/>
          <p14:tracePt t="225168" x="3797300" y="6343650"/>
          <p14:tracePt t="225185" x="3803650" y="6356350"/>
          <p14:tracePt t="225202" x="3803650" y="6369050"/>
          <p14:tracePt t="225250" x="3797300" y="6369050"/>
          <p14:tracePt t="225264" x="3790950" y="6369050"/>
          <p14:tracePt t="225307" x="3784600" y="6369050"/>
          <p14:tracePt t="225313" x="3778250" y="6369050"/>
          <p14:tracePt t="225320" x="3771900" y="6369050"/>
          <p14:tracePt t="225342" x="3765550" y="6369050"/>
          <p14:tracePt t="225356" x="3759200" y="6369050"/>
          <p14:tracePt t="225377" x="3752850" y="6369050"/>
          <p14:tracePt t="225387" x="3746500" y="6369050"/>
          <p14:tracePt t="225400" x="3746500" y="6362700"/>
          <p14:tracePt t="225417" x="3727450" y="6356350"/>
          <p14:tracePt t="225434" x="3708400" y="6330950"/>
          <p14:tracePt t="225451" x="3695700" y="6311900"/>
          <p14:tracePt t="225468" x="3663950" y="6261100"/>
          <p14:tracePt t="225483" x="3625850" y="6191250"/>
          <p14:tracePt t="225500" x="3606800" y="6153150"/>
          <p14:tracePt t="225517" x="3575050" y="6076950"/>
          <p14:tracePt t="225533" x="3543300" y="6000750"/>
          <p14:tracePt t="225550" x="3536950" y="5975350"/>
          <p14:tracePt t="225567" x="3511550" y="5930900"/>
          <p14:tracePt t="225583" x="3498850" y="5911850"/>
          <p14:tracePt t="225599" x="3486150" y="5867400"/>
          <p14:tracePt t="225616" x="3473450" y="5848350"/>
          <p14:tracePt t="225633" x="3467100" y="5842000"/>
          <p14:tracePt t="225650" x="3460750" y="5829300"/>
          <p14:tracePt t="225666" x="3441700" y="5816600"/>
          <p14:tracePt t="225683" x="3429000" y="5810250"/>
          <p14:tracePt t="225700" x="3403600" y="5797550"/>
          <p14:tracePt t="225716" x="3365500" y="5797550"/>
          <p14:tracePt t="225733" x="3346450" y="5784850"/>
          <p14:tracePt t="225749" x="3289300" y="5778500"/>
          <p14:tracePt t="225766" x="3219450" y="5778500"/>
          <p14:tracePt t="225783" x="3194050" y="5778500"/>
          <p14:tracePt t="225799" x="3136900" y="5778500"/>
          <p14:tracePt t="225816" x="3079750" y="5772150"/>
          <p14:tracePt t="225833" x="3035300" y="5772150"/>
          <p14:tracePt t="225849" x="3003550" y="5765800"/>
          <p14:tracePt t="225866" x="2984500" y="5759450"/>
          <p14:tracePt t="225883" x="2940050" y="5746750"/>
          <p14:tracePt t="225899" x="2927350" y="5740400"/>
          <p14:tracePt t="225916" x="2908300" y="5734050"/>
          <p14:tracePt t="225932" x="2876550" y="5715000"/>
          <p14:tracePt t="225949" x="2851150" y="5683250"/>
          <p14:tracePt t="225966" x="2806700" y="5651500"/>
          <p14:tracePt t="225982" x="2787650" y="5632450"/>
          <p14:tracePt t="225998" x="2749550" y="5600700"/>
          <p14:tracePt t="226016" x="2730500" y="5581650"/>
          <p14:tracePt t="226032" x="2724150" y="5581650"/>
          <p14:tracePt t="226048" x="2717800" y="5575300"/>
          <p14:tracePt t="226107" x="2724150" y="5575300"/>
          <p14:tracePt t="226114" x="2730500" y="5575300"/>
          <p14:tracePt t="226128" x="2743200" y="5575300"/>
          <p14:tracePt t="226135" x="2762250" y="5575300"/>
          <p14:tracePt t="226151" x="2781300" y="5581650"/>
          <p14:tracePt t="226165" x="2844800" y="5588000"/>
          <p14:tracePt t="226181" x="2895600" y="5594350"/>
          <p14:tracePt t="226198" x="2990850" y="5626100"/>
          <p14:tracePt t="226214" x="3086100" y="5638800"/>
          <p14:tracePt t="226231" x="3117850" y="5638800"/>
          <p14:tracePt t="226248" x="3155950" y="5645150"/>
          <p14:tracePt t="226264" x="3175000" y="5645150"/>
          <p14:tracePt t="226281" x="3187700" y="5645150"/>
          <p14:tracePt t="226323" x="3187700" y="5638800"/>
          <p14:tracePt t="226345" x="3181350" y="5632450"/>
          <p14:tracePt t="226366" x="3175000" y="5626100"/>
          <p14:tracePt t="226373" x="3168650" y="5619750"/>
          <p14:tracePt t="226387" x="3162300" y="5613400"/>
          <p14:tracePt t="226397" x="3155950" y="5613400"/>
          <p14:tracePt t="226413" x="3149600" y="5607050"/>
          <p14:tracePt t="226430" x="3143250" y="5600700"/>
          <p14:tracePt t="226447" x="3130550" y="5594350"/>
          <p14:tracePt t="226464" x="3124200" y="5594350"/>
          <p14:tracePt t="226480" x="3124200" y="5588000"/>
          <p14:tracePt t="226497" x="3117850" y="5588000"/>
          <p14:tracePt t="226514" x="3111500" y="5588000"/>
          <p14:tracePt t="226570" x="3111500" y="5581650"/>
          <p14:tracePt t="226576" x="3117850" y="5581650"/>
          <p14:tracePt t="226584" x="3130550" y="5581650"/>
          <p14:tracePt t="226599" x="3136900" y="5581650"/>
          <p14:tracePt t="226613" x="3162300" y="5588000"/>
          <p14:tracePt t="226630" x="3263900" y="5588000"/>
          <p14:tracePt t="226647" x="3467100" y="5607050"/>
          <p14:tracePt t="226663" x="3606800" y="5607050"/>
          <p14:tracePt t="226679" x="3930650" y="5632450"/>
          <p14:tracePt t="226697" x="4222750" y="5645150"/>
          <p14:tracePt t="226713" x="4349750" y="5645150"/>
          <p14:tracePt t="226729" x="4565650" y="5645150"/>
          <p14:tracePt t="226746" x="4718050" y="5638800"/>
          <p14:tracePt t="226763" x="4768850" y="5638800"/>
          <p14:tracePt t="226779" x="4800600" y="5632450"/>
          <p14:tracePt t="226796" x="4845050" y="5626100"/>
          <p14:tracePt t="226812" x="4851400" y="5626100"/>
          <p14:tracePt t="226886" x="4857750" y="5619750"/>
          <p14:tracePt t="226935" x="4864100" y="5619750"/>
          <p14:tracePt t="227026" x="4864100" y="5626100"/>
          <p14:tracePt t="227061" x="4864100" y="5632450"/>
          <p14:tracePt t="227118" x="4864100" y="5638800"/>
          <p14:tracePt t="227181" x="4876800" y="5645150"/>
          <p14:tracePt t="227202" x="4883150" y="5645150"/>
          <p14:tracePt t="227209" x="4895850" y="5651500"/>
          <p14:tracePt t="227216" x="4908550" y="5651500"/>
          <p14:tracePt t="227231" x="4940300" y="5657850"/>
          <p14:tracePt t="227244" x="4965700" y="5670550"/>
          <p14:tracePt t="227261" x="5060950" y="5676900"/>
          <p14:tracePt t="227278" x="5111750" y="5683250"/>
          <p14:tracePt t="227294" x="5257800" y="5695950"/>
          <p14:tracePt t="227311" x="5397500" y="5695950"/>
          <p14:tracePt t="227328" x="5518150" y="5683250"/>
          <p14:tracePt t="227344" x="5556250" y="5676900"/>
          <p14:tracePt t="227360" x="5626100" y="5676900"/>
          <p14:tracePt t="227377" x="5651500" y="5676900"/>
          <p14:tracePt t="227410" x="5657850" y="5676900"/>
          <p14:tracePt t="227440" x="5645150" y="5689600"/>
          <p14:tracePt t="227448" x="5638800" y="5689600"/>
          <p14:tracePt t="227459" x="5626100" y="5702300"/>
          <p14:tracePt t="227477" x="5581650" y="5721350"/>
          <p14:tracePt t="227758" x="5626100" y="5746750"/>
          <p14:tracePt t="227771" x="5695950" y="5784850"/>
          <p14:tracePt t="227779" x="5778500" y="5810250"/>
          <p14:tracePt t="227796" x="5861050" y="5854700"/>
          <p14:tracePt t="227809" x="5962650" y="5892800"/>
          <p14:tracePt t="227826" x="6146800" y="5956300"/>
          <p14:tracePt t="227842" x="6305550" y="5994400"/>
          <p14:tracePt t="227859" x="6394450" y="6019800"/>
          <p14:tracePt t="227875" x="6553200" y="6026150"/>
          <p14:tracePt t="227892" x="6654800" y="6026150"/>
          <p14:tracePt t="227909" x="6711950" y="6007100"/>
          <p14:tracePt t="227926" x="6762750" y="5994400"/>
          <p14:tracePt t="227942" x="6788150" y="5981700"/>
          <p14:tracePt t="227958" x="6800850" y="5975350"/>
          <p14:tracePt t="227975" x="6807200" y="5969000"/>
          <p14:tracePt t="228059" x="6813550" y="5969000"/>
          <p14:tracePt t="228102" x="6826250" y="5962650"/>
          <p14:tracePt t="228109" x="6832600" y="5962650"/>
          <p14:tracePt t="228122" x="6845300" y="5962650"/>
          <p14:tracePt t="228129" x="6864350" y="5962650"/>
          <p14:tracePt t="228144" x="6883400" y="5962650"/>
          <p14:tracePt t="228158" x="6902450" y="5962650"/>
          <p14:tracePt t="228174" x="6959600" y="5962650"/>
          <p14:tracePt t="228191" x="6997700" y="5962650"/>
          <p14:tracePt t="228208" x="7067550" y="5969000"/>
          <p14:tracePt t="228224" x="7105650" y="5969000"/>
          <p14:tracePt t="228242" x="7124700" y="5969000"/>
          <p14:tracePt t="228257" x="7137400" y="5969000"/>
          <p14:tracePt t="228274" x="7143750" y="5969000"/>
          <p14:tracePt t="228319" x="7137400" y="5969000"/>
          <p14:tracePt t="228341" x="7131050" y="5969000"/>
          <p14:tracePt t="228361" x="7124700" y="5969000"/>
          <p14:tracePt t="228432" x="7124700" y="5962650"/>
          <p14:tracePt t="228446" x="7131050" y="5962650"/>
          <p14:tracePt t="228452" x="7137400" y="5956300"/>
          <p14:tracePt t="228460" x="7150100" y="5956300"/>
          <p14:tracePt t="228476" x="7156450" y="5956300"/>
          <p14:tracePt t="228490" x="7162800" y="5956300"/>
          <p14:tracePt t="228506" x="7207250" y="5937250"/>
          <p14:tracePt t="228523" x="7258050" y="5930900"/>
          <p14:tracePt t="228540" x="7283450" y="5930900"/>
          <p14:tracePt t="228557" x="7346950" y="5924550"/>
          <p14:tracePt t="228573" x="7404100" y="5918200"/>
          <p14:tracePt t="228589" x="7423150" y="5918200"/>
          <p14:tracePt t="228607" x="7442200" y="5911850"/>
          <p14:tracePt t="228623" x="7454900" y="5911850"/>
          <p14:tracePt t="228670" x="7448550" y="5911850"/>
          <p14:tracePt t="228676" x="7442200" y="5918200"/>
          <p14:tracePt t="228697" x="7435850" y="5918200"/>
          <p14:tracePt t="229015" x="7442200" y="5918200"/>
          <p14:tracePt t="229023" x="7467600" y="5918200"/>
          <p14:tracePt t="229036" x="7486650" y="5918200"/>
          <p14:tracePt t="229043" x="7505700" y="5918200"/>
          <p14:tracePt t="229058" x="7518400" y="5918200"/>
          <p14:tracePt t="229072" x="7537450" y="5918200"/>
          <p14:tracePt t="229088" x="7550150" y="5918200"/>
          <p14:tracePt t="229121" x="7562850" y="5918200"/>
          <p14:tracePt t="229163" x="7569200" y="5918200"/>
          <p14:tracePt t="229268" x="7575550" y="5918200"/>
          <p14:tracePt t="229275" x="7581900" y="5918200"/>
          <p14:tracePt t="229287" x="7594600" y="5918200"/>
          <p14:tracePt t="229303" x="7632700" y="5918200"/>
          <p14:tracePt t="229320" x="7670800" y="5918200"/>
          <p14:tracePt t="229338" x="7816850" y="5937250"/>
          <p14:tracePt t="229353" x="8007350" y="5949950"/>
          <p14:tracePt t="229370" x="8108950" y="5956300"/>
          <p14:tracePt t="229387" x="8312150" y="5956300"/>
          <p14:tracePt t="229403" x="8401050" y="5956300"/>
          <p14:tracePt t="229420" x="8540750" y="5956300"/>
          <p14:tracePt t="229437" x="8623300" y="5949950"/>
          <p14:tracePt t="229453" x="8655050" y="5949950"/>
          <p14:tracePt t="229470" x="8680450" y="5949950"/>
          <p14:tracePt t="229535" x="8667750" y="5956300"/>
          <p14:tracePt t="229549" x="8661400" y="5956300"/>
          <p14:tracePt t="229556" x="8648700" y="5962650"/>
          <p14:tracePt t="229570" x="8636000" y="5962650"/>
          <p14:tracePt t="229586" x="8578850" y="5975350"/>
          <p14:tracePt t="229603" x="8521700" y="5981700"/>
          <p14:tracePt t="229606" x="8470900" y="5994400"/>
          <p14:tracePt t="229620" x="8407400" y="6000750"/>
          <p14:tracePt t="229636" x="8299450" y="6019800"/>
          <p14:tracePt t="229654" x="8248650" y="6032500"/>
          <p14:tracePt t="229669" x="8242300" y="6032500"/>
          <p14:tracePt t="229686" x="8235950" y="6032500"/>
          <p14:tracePt t="229704" x="8261350" y="6032500"/>
          <p14:tracePt t="229719" x="8280400" y="6019800"/>
          <p14:tracePt t="229736" x="8299450" y="6019800"/>
          <p14:tracePt t="229753" x="8382000" y="6019800"/>
          <p14:tracePt t="229769" x="8451850" y="6000750"/>
          <p14:tracePt t="229786" x="8483600" y="5988050"/>
          <p14:tracePt t="229802" x="8509000" y="5975350"/>
          <p14:tracePt t="229858" x="8502650" y="5975350"/>
          <p14:tracePt t="229864" x="8496300" y="5975350"/>
          <p14:tracePt t="229879" x="8489950" y="5975350"/>
          <p14:tracePt t="229888" x="8483600" y="5975350"/>
          <p14:tracePt t="229949" x="8477250" y="5975350"/>
          <p14:tracePt t="230019" x="8483600" y="5975350"/>
          <p14:tracePt t="230026" x="8489950" y="5969000"/>
          <p14:tracePt t="230040" x="8496300" y="5969000"/>
          <p14:tracePt t="230051" x="8496300" y="5962650"/>
          <p14:tracePt t="230068" x="8509000" y="5962650"/>
          <p14:tracePt t="230084" x="8521700" y="5956300"/>
          <p14:tracePt t="230101" x="8547100" y="5949950"/>
          <p14:tracePt t="230120" x="8553450" y="5943600"/>
          <p14:tracePt t="230134" x="8559800" y="5937250"/>
          <p14:tracePt t="230151" x="8572500" y="5937250"/>
          <p14:tracePt t="230187" x="8566150" y="5937250"/>
          <p14:tracePt t="230201" x="8559800" y="5937250"/>
          <p14:tracePt t="230217" x="8553450" y="5943600"/>
          <p14:tracePt t="230233" x="8540750" y="5943600"/>
          <p14:tracePt t="230251" x="8515350" y="5949950"/>
          <p14:tracePt t="230267" x="8483600" y="5956300"/>
          <p14:tracePt t="230284" x="8464550" y="5962650"/>
          <p14:tracePt t="230300" x="8458200" y="5969000"/>
          <p14:tracePt t="230334" x="8464550" y="5969000"/>
          <p14:tracePt t="230350" x="8489950" y="5962650"/>
          <p14:tracePt t="230367" x="8509000" y="5949950"/>
          <p14:tracePt t="230384" x="8572500" y="5924550"/>
          <p14:tracePt t="230400" x="8642350" y="5880100"/>
          <p14:tracePt t="230417" x="8667750" y="5867400"/>
          <p14:tracePt t="230433" x="8699500" y="5854700"/>
          <p14:tracePt t="230449" x="8712200" y="5842000"/>
          <p14:tracePt t="230466" x="8718550" y="5842000"/>
          <p14:tracePt t="230499" x="8705850" y="5854700"/>
          <p14:tracePt t="230518" x="8686800" y="5873750"/>
          <p14:tracePt t="230533" x="8674100" y="5886450"/>
          <p14:tracePt t="230549" x="8623300" y="5911850"/>
          <p14:tracePt t="230567" x="8578850" y="5937250"/>
          <p14:tracePt t="230583" x="8559800" y="5949950"/>
          <p14:tracePt t="230599" x="8547100" y="5956300"/>
          <p14:tracePt t="230616" x="8521700" y="5969000"/>
          <p14:tracePt t="230652" x="8528050" y="5975350"/>
          <p14:tracePt t="230672" x="8540750" y="5975350"/>
          <p14:tracePt t="230682" x="8547100" y="5969000"/>
          <p14:tracePt t="230700" x="8572500" y="5962650"/>
          <p14:tracePt t="230715" x="8585200" y="5956300"/>
          <p14:tracePt t="230732" x="8616950" y="5943600"/>
          <p14:tracePt t="230749" x="8636000" y="5937250"/>
          <p14:tracePt t="230782" x="8642350" y="5937250"/>
          <p14:tracePt t="230861" x="8636000" y="5937250"/>
          <p14:tracePt t="230868" x="8629650" y="5937250"/>
          <p14:tracePt t="230896" x="8623300" y="5937250"/>
          <p14:tracePt t="230917" x="8623300" y="5943600"/>
          <p14:tracePt t="230988" x="8629650" y="5943600"/>
          <p14:tracePt t="231002" x="8636000" y="5943600"/>
          <p14:tracePt t="231009" x="8636000" y="5937250"/>
          <p14:tracePt t="231037" x="8642350" y="5937250"/>
          <p14:tracePt t="231100" x="8636000" y="5937250"/>
          <p14:tracePt t="231107" x="8623300" y="5937250"/>
          <p14:tracePt t="231121" x="8591550" y="5937250"/>
          <p14:tracePt t="231131" x="8547100" y="5937250"/>
          <p14:tracePt t="231147" x="8470900" y="5937250"/>
          <p14:tracePt t="231164" x="8255000" y="5937250"/>
          <p14:tracePt t="231181" x="7988300" y="5937250"/>
          <p14:tracePt t="231198" x="7747000" y="5937250"/>
          <p14:tracePt t="231214" x="7645400" y="5937250"/>
          <p14:tracePt t="231230" x="7569200" y="5937250"/>
          <p14:tracePt t="231248" x="7416800" y="5937250"/>
          <p14:tracePt t="231264" x="7391400" y="5937250"/>
          <p14:tracePt t="231280" x="7366000" y="5937250"/>
          <p14:tracePt t="231297" x="7353300" y="5930900"/>
          <p14:tracePt t="231314" x="7340600" y="5930900"/>
          <p14:tracePt t="231332" x="7340600" y="5924550"/>
          <p14:tracePt t="231363" x="7334250" y="5924550"/>
          <p14:tracePt t="231381" x="7321550" y="5924550"/>
          <p14:tracePt t="231396" x="7308850" y="5918200"/>
          <p14:tracePt t="231413" x="7289800" y="5911850"/>
          <p14:tracePt t="231432" x="7226300" y="5892800"/>
          <p14:tracePt t="231447" x="7188200" y="5886450"/>
          <p14:tracePt t="231463" x="7092950" y="5867400"/>
          <p14:tracePt t="231480" x="7073900" y="5848350"/>
          <p14:tracePt t="231791" x="6972300" y="5835650"/>
          <p14:tracePt t="231804" x="6826250" y="5797550"/>
          <p14:tracePt t="231814" x="6597650" y="5759450"/>
          <p14:tracePt t="231828" x="6305550" y="5727700"/>
          <p14:tracePt t="231845" x="5632450" y="5645150"/>
          <p14:tracePt t="231862" x="4889500" y="5575300"/>
          <p14:tracePt t="231878" x="4552950" y="5562600"/>
          <p14:tracePt t="231895" x="3975100" y="5543550"/>
          <p14:tracePt t="231912" x="3441700" y="5581650"/>
          <p14:tracePt t="231928" x="3200400" y="5600700"/>
          <p14:tracePt t="231946" x="2711450" y="5657850"/>
          <p14:tracePt t="231961" x="2317750" y="5708650"/>
          <p14:tracePt t="231978" x="2190750" y="5715000"/>
          <p14:tracePt t="231995" x="2000250" y="5759450"/>
          <p14:tracePt t="232011" x="1930400" y="5765800"/>
          <p14:tracePt t="232028" x="1841500" y="5778500"/>
          <p14:tracePt t="232045" x="1758950" y="5778500"/>
          <p14:tracePt t="232061" x="1733550" y="5778500"/>
          <p14:tracePt t="232078" x="1701800" y="5778500"/>
          <p14:tracePt t="232094" x="1682750" y="5778500"/>
          <p14:tracePt t="232111" x="1676400" y="5784850"/>
          <p14:tracePt t="232128" x="1663700" y="5784850"/>
          <p14:tracePt t="232144" x="1651000" y="5784850"/>
          <p14:tracePt t="232160" x="1638300" y="5784850"/>
          <p14:tracePt t="232177" x="1619250" y="5791200"/>
          <p14:tracePt t="232194" x="1600200" y="5797550"/>
          <p14:tracePt t="232210" x="1593850" y="5803900"/>
          <p14:tracePt t="232227" x="1574800" y="5816600"/>
          <p14:tracePt t="232243" x="1568450" y="5829300"/>
          <p14:tracePt t="232276" x="1568450" y="5835650"/>
          <p14:tracePt t="232293" x="1568450" y="5842000"/>
          <p14:tracePt t="232311" x="1574800" y="5854700"/>
          <p14:tracePt t="232327" x="1593850" y="5867400"/>
          <p14:tracePt t="232343" x="1612900" y="5873750"/>
          <p14:tracePt t="232360" x="1663700" y="5899150"/>
          <p14:tracePt t="232376" x="1727200" y="5924550"/>
          <p14:tracePt t="232393" x="1752600" y="5930900"/>
          <p14:tracePt t="232410" x="1797050" y="5956300"/>
          <p14:tracePt t="232426" x="1822450" y="5969000"/>
          <p14:tracePt t="232443" x="1828800" y="5969000"/>
          <p14:tracePt t="232459" x="1841500" y="5981700"/>
          <p14:tracePt t="232767" x="1860550" y="5988050"/>
          <p14:tracePt t="232774" x="1879600" y="5988050"/>
          <p14:tracePt t="232788" x="1911350" y="5994400"/>
          <p14:tracePt t="232795" x="1936750" y="5994400"/>
          <p14:tracePt t="232809" x="1974850" y="5994400"/>
          <p14:tracePt t="232825" x="2025650" y="5994400"/>
          <p14:tracePt t="232842" x="2044700" y="5994400"/>
          <p14:tracePt t="232859" x="2076450" y="5994400"/>
          <p14:tracePt t="232875" x="2089150" y="5994400"/>
          <p14:tracePt t="232928" x="2089150" y="6000750"/>
          <p14:tracePt t="232963" x="2082800" y="6000750"/>
          <p14:tracePt t="232985" x="2076450" y="6007100"/>
          <p14:tracePt t="233013" x="2070100" y="6007100"/>
          <p14:tracePt t="233048" x="2070100" y="6013450"/>
          <p14:tracePt t="233097" x="2063750" y="6013450"/>
          <p14:tracePt t="233490" x="2057400" y="6013450"/>
          <p14:tracePt t="233546" x="2051050" y="6007100"/>
          <p14:tracePt t="233588" x="2044700" y="6007100"/>
          <p14:tracePt t="233630" x="2038350" y="6007100"/>
          <p14:tracePt t="233637" x="2032000" y="6007100"/>
          <p14:tracePt t="233918" x="2038350" y="6007100"/>
          <p14:tracePt t="233960" x="2044700" y="6007100"/>
          <p14:tracePt t="233995" x="2051050" y="6007100"/>
          <p14:tracePt t="234037" x="2057400" y="6007100"/>
          <p14:tracePt t="234059" x="2063750" y="6007100"/>
          <p14:tracePt t="234065" x="2063750" y="6013450"/>
          <p14:tracePt t="234088" x="2070100" y="6013450"/>
          <p14:tracePt t="234101" x="2076450" y="6013450"/>
          <p14:tracePt t="234107" x="2082800" y="6019800"/>
          <p14:tracePt t="234123" x="2095500" y="6026150"/>
          <p14:tracePt t="234137" x="2133600" y="6032500"/>
          <p14:tracePt t="234153" x="2159000" y="6038850"/>
          <p14:tracePt t="234171" x="2197100" y="6045200"/>
          <p14:tracePt t="234187" x="2241550" y="6057900"/>
          <p14:tracePt t="234204" x="2254250" y="6064250"/>
          <p14:tracePt t="234220" x="2279650" y="6070600"/>
          <p14:tracePt t="234237" x="2286000" y="6070600"/>
          <p14:tracePt t="234253" x="2292350" y="6070600"/>
          <p14:tracePt t="234891" x="2279650" y="6070600"/>
          <p14:tracePt t="234898" x="2254250" y="6070600"/>
          <p14:tracePt t="234912" x="2222500" y="6070600"/>
          <p14:tracePt t="234921" x="2197100" y="6070600"/>
          <p14:tracePt t="234935" x="2165350" y="6070600"/>
          <p14:tracePt t="234951" x="2101850" y="6064250"/>
          <p14:tracePt t="234968" x="2038350" y="6057900"/>
          <p14:tracePt t="234984" x="2012950" y="6051550"/>
          <p14:tracePt t="235001" x="1981200" y="6051550"/>
          <p14:tracePt t="235017" x="1949450" y="6051550"/>
          <p14:tracePt t="235034" x="1930400" y="6057900"/>
          <p14:tracePt t="235051" x="1924050" y="6057900"/>
          <p14:tracePt t="235083" x="1917700" y="6057900"/>
          <p14:tracePt t="235305" x="1930400" y="6057900"/>
          <p14:tracePt t="235312" x="1949450" y="6057900"/>
          <p14:tracePt t="235319" x="1981200" y="6057900"/>
          <p14:tracePt t="235336" x="2006600" y="6057900"/>
          <p14:tracePt t="235349" x="2044700" y="6057900"/>
          <p14:tracePt t="235366" x="2139950" y="6057900"/>
          <p14:tracePt t="235383" x="2216150" y="6051550"/>
          <p14:tracePt t="235399" x="2247900" y="6051550"/>
          <p14:tracePt t="235416" x="2286000" y="6045200"/>
          <p14:tracePt t="235432" x="2311400" y="6045200"/>
          <p14:tracePt t="235449" x="2317750" y="6045200"/>
          <p14:tracePt t="235466" x="2330450" y="6045200"/>
          <p14:tracePt t="235483" x="2336800" y="6045200"/>
          <p14:tracePt t="237813" x="2349500" y="6045200"/>
          <p14:tracePt t="237819" x="2355850" y="6045200"/>
          <p14:tracePt t="237827" x="2362200" y="6045200"/>
          <p14:tracePt t="237843" x="2374900" y="6045200"/>
          <p14:tracePt t="237857" x="2387600" y="6045200"/>
          <p14:tracePt t="237874" x="2425700" y="6045200"/>
          <p14:tracePt t="237891" x="2470150" y="6045200"/>
          <p14:tracePt t="237908" x="2489200" y="6045200"/>
          <p14:tracePt t="237925" x="2527300" y="6045200"/>
          <p14:tracePt t="237940" x="2578100" y="6057900"/>
          <p14:tracePt t="237957" x="2597150" y="6057900"/>
          <p14:tracePt t="237974" x="2622550" y="6064250"/>
          <p14:tracePt t="237990" x="2641600" y="6064250"/>
          <p14:tracePt t="238007" x="2647950" y="6064250"/>
          <p14:tracePt t="238024" x="2654300" y="6064250"/>
          <p14:tracePt t="238051" x="2660650" y="6064250"/>
          <p14:tracePt t="238087" x="2660650" y="6070600"/>
          <p14:tracePt t="238220" x="2654300" y="6070600"/>
          <p14:tracePt t="238226" x="2654300" y="6076950"/>
          <p14:tracePt t="238813" x="2660650" y="6083300"/>
          <p14:tracePt t="238820" x="2673350" y="6089650"/>
          <p14:tracePt t="238834" x="2692400" y="6102350"/>
          <p14:tracePt t="238841" x="2717800" y="6108700"/>
          <p14:tracePt t="238857" x="2736850" y="6115050"/>
          <p14:tracePt t="238871" x="2787650" y="6134100"/>
          <p14:tracePt t="238887" x="2832100" y="6146800"/>
          <p14:tracePt t="238904" x="2895600" y="6159500"/>
          <p14:tracePt t="238920" x="2952750" y="6159500"/>
          <p14:tracePt t="238937" x="3016250" y="6159500"/>
          <p14:tracePt t="238954" x="3111500" y="6153150"/>
          <p14:tracePt t="238971" x="3136900" y="6153150"/>
          <p14:tracePt t="238988" x="3219450" y="6146800"/>
          <p14:tracePt t="239003" x="3295650" y="6140450"/>
          <p14:tracePt t="239020" x="3327400" y="6140450"/>
          <p14:tracePt t="239037" x="3384550" y="6121400"/>
          <p14:tracePt t="239053" x="3416300" y="6115050"/>
          <p14:tracePt t="239070" x="3429000" y="6115050"/>
          <p14:tracePt t="239087" x="3448050" y="6115050"/>
          <p14:tracePt t="239103" x="3454400" y="6115050"/>
          <p14:tracePt t="239137" x="3460750" y="6115050"/>
          <p14:tracePt t="239220" x="3467100" y="6115050"/>
          <p14:tracePt t="239255" x="3473450" y="6115050"/>
          <p14:tracePt t="239262" x="3479800" y="6115050"/>
          <p14:tracePt t="239276" x="3486150" y="6115050"/>
          <p14:tracePt t="239285" x="3498850" y="6115050"/>
          <p14:tracePt t="239306" x="3505200" y="6115050"/>
          <p14:tracePt t="239319" x="3517900" y="6115050"/>
          <p14:tracePt t="239336" x="3543300" y="6115050"/>
          <p14:tracePt t="239354" x="3575050" y="6115050"/>
          <p14:tracePt t="239369" x="3587750" y="6115050"/>
          <p14:tracePt t="239385" x="3613150" y="6115050"/>
          <p14:tracePt t="239403" x="3619500" y="6115050"/>
          <p14:tracePt t="239419" x="3625850" y="6115050"/>
          <p14:tracePt t="240144" x="3651250" y="6115050"/>
          <p14:tracePt t="240157" x="3689350" y="6115050"/>
          <p14:tracePt t="240164" x="3727450" y="6115050"/>
          <p14:tracePt t="240179" x="3784600" y="6115050"/>
          <p14:tracePt t="240186" x="3835400" y="6115050"/>
          <p14:tracePt t="240200" x="3873500" y="6115050"/>
          <p14:tracePt t="240216" x="3956050" y="6108700"/>
          <p14:tracePt t="240233" x="3994150" y="6096000"/>
          <p14:tracePt t="240249" x="4070350" y="6083300"/>
          <p14:tracePt t="240266" x="4140200" y="6070600"/>
          <p14:tracePt t="240283" x="4165600" y="6057900"/>
          <p14:tracePt t="240299" x="4216400" y="6057900"/>
          <p14:tracePt t="240316" x="4235450" y="6051550"/>
          <p14:tracePt t="240333" x="4292600" y="6051550"/>
          <p14:tracePt t="240349" x="4311650" y="6045200"/>
          <p14:tracePt t="240365" x="4330700" y="6045200"/>
          <p14:tracePt t="240383" x="4362450" y="6038850"/>
          <p14:tracePt t="240399" x="4400550" y="6038850"/>
          <p14:tracePt t="240415" x="4406900" y="6038850"/>
          <p14:tracePt t="240432" x="4432300" y="6038850"/>
          <p14:tracePt t="240449" x="4457700" y="6038850"/>
          <p14:tracePt t="240465" x="4470400" y="6038850"/>
          <p14:tracePt t="240482" x="4489450" y="6038850"/>
          <p14:tracePt t="240498" x="4502150" y="6038850"/>
          <p14:tracePt t="240515" x="4521200" y="6038850"/>
          <p14:tracePt t="240532" x="4527550" y="6038850"/>
          <p14:tracePt t="240548" x="4540250" y="6038850"/>
          <p14:tracePt t="240565" x="4546600" y="6045200"/>
          <p14:tracePt t="240582" x="4552950" y="6045200"/>
          <p14:tracePt t="240598" x="4565650" y="6045200"/>
          <p14:tracePt t="240615" x="4584700" y="6051550"/>
          <p14:tracePt t="240631" x="4591050" y="6051550"/>
          <p14:tracePt t="240648" x="4597400" y="6051550"/>
          <p14:tracePt t="240664" x="4610100" y="6057900"/>
          <p14:tracePt t="240681" x="4616450" y="6057900"/>
          <p14:tracePt t="240719" x="4622800" y="6057900"/>
          <p14:tracePt t="240768" x="4629150" y="6057900"/>
          <p14:tracePt t="240818" x="4622800" y="6057900"/>
          <p14:tracePt t="240824" x="4616450" y="6057900"/>
          <p14:tracePt t="240839" x="4610100" y="6064250"/>
          <p14:tracePt t="240847" x="4603750" y="6064250"/>
          <p14:tracePt t="240867" x="4591050" y="6070600"/>
          <p14:tracePt t="240883" x="4572000" y="6070600"/>
          <p14:tracePt t="240897" x="4521200" y="6076950"/>
          <p14:tracePt t="240914" x="4470400" y="6076950"/>
          <p14:tracePt t="240930" x="4356100" y="6089650"/>
          <p14:tracePt t="240947" x="4292600" y="6089650"/>
          <p14:tracePt t="240963" x="4127500" y="6096000"/>
          <p14:tracePt t="240980" x="3968750" y="6108700"/>
          <p14:tracePt t="240997" x="3905250" y="6108700"/>
          <p14:tracePt t="241014" x="3778250" y="6108700"/>
          <p14:tracePt t="241030" x="3676650" y="6108700"/>
          <p14:tracePt t="241046" x="3638550" y="6108700"/>
          <p14:tracePt t="241063" x="3587750" y="6108700"/>
          <p14:tracePt t="241079" x="3556000" y="6108700"/>
          <p14:tracePt t="241096" x="3549650" y="6108700"/>
          <p14:tracePt t="241113" x="3536950" y="6108700"/>
          <p14:tracePt t="241232" x="3543300" y="6108700"/>
          <p14:tracePt t="241238" x="3549650" y="6108700"/>
          <p14:tracePt t="241248" x="3562350" y="6108700"/>
          <p14:tracePt t="241262" x="3568700" y="6108700"/>
          <p14:tracePt t="241279" x="3600450" y="6108700"/>
          <p14:tracePt t="241295" x="3689350" y="6108700"/>
          <p14:tracePt t="241312" x="3854450" y="6108700"/>
          <p14:tracePt t="241329" x="3956050" y="6108700"/>
          <p14:tracePt t="241345" x="4159250" y="6108700"/>
          <p14:tracePt t="241362" x="4349750" y="6108700"/>
          <p14:tracePt t="241379" x="4502150" y="6102350"/>
          <p14:tracePt t="241395" x="4552950" y="6102350"/>
          <p14:tracePt t="241412" x="4616450" y="6096000"/>
          <p14:tracePt t="241429" x="4641850" y="6096000"/>
          <p14:tracePt t="241445" x="4648200" y="6096000"/>
          <p14:tracePt t="241478" x="4635500" y="6096000"/>
          <p14:tracePt t="241512" x="4603750" y="6096000"/>
          <p14:tracePt t="241528" x="4546600" y="6096000"/>
          <p14:tracePt t="241544" x="4502150" y="6096000"/>
          <p14:tracePt t="241562" x="4349750" y="6076950"/>
          <p14:tracePt t="241578" x="4260850" y="6076950"/>
          <p14:tracePt t="241595" x="4083050" y="6057900"/>
          <p14:tracePt t="241611" x="3937000" y="6057900"/>
          <p14:tracePt t="241628" x="3873500" y="6057900"/>
          <p14:tracePt t="241644" x="3797300" y="6057900"/>
          <p14:tracePt t="241661" x="3746500" y="6057900"/>
          <p14:tracePt t="241678" x="3733800" y="6057900"/>
          <p14:tracePt t="241695" x="3721100" y="6057900"/>
          <p14:tracePt t="241758" x="3727450" y="6064250"/>
          <p14:tracePt t="241772" x="3746500" y="6064250"/>
          <p14:tracePt t="241780" x="3778250" y="6070600"/>
          <p14:tracePt t="241794" x="3816350" y="6083300"/>
          <p14:tracePt t="241811" x="3962400" y="6115050"/>
          <p14:tracePt t="241828" x="4076700" y="6146800"/>
          <p14:tracePt t="241844" x="4324350" y="6178550"/>
          <p14:tracePt t="241860" x="4438650" y="6197600"/>
          <p14:tracePt t="241878" x="4718050" y="6210300"/>
          <p14:tracePt t="241893" x="4768850" y="6210300"/>
          <p14:tracePt t="241910" x="4800600" y="6210300"/>
          <p14:tracePt t="241927" x="4826000" y="6210300"/>
          <p14:tracePt t="241969" x="4819650" y="6210300"/>
          <p14:tracePt t="241983" x="4813300" y="6210300"/>
          <p14:tracePt t="241993" x="4794250" y="6210300"/>
          <p14:tracePt t="242009" x="4775200" y="6210300"/>
          <p14:tracePt t="242026" x="4699000" y="6197600"/>
          <p14:tracePt t="242043" x="4552950" y="6172200"/>
          <p14:tracePt t="242061" x="4362450" y="6153150"/>
          <p14:tracePt t="242076" x="4254500" y="6140450"/>
          <p14:tracePt t="242093" x="4076700" y="6140450"/>
          <p14:tracePt t="242110" x="3949700" y="6134100"/>
          <p14:tracePt t="242126" x="3911600" y="6134100"/>
          <p14:tracePt t="242143" x="3873500" y="6134100"/>
          <p14:tracePt t="242160" x="3810000" y="6127750"/>
          <p14:tracePt t="242176" x="3803650" y="6127750"/>
          <p14:tracePt t="242193" x="3790950" y="6127750"/>
          <p14:tracePt t="243043" x="3784600" y="6127750"/>
          <p14:tracePt t="243063" x="3778250" y="6127750"/>
          <p14:tracePt t="243071" x="3765550" y="6127750"/>
          <p14:tracePt t="243085" x="3759200" y="6127750"/>
          <p14:tracePt t="243093" x="3746500" y="6127750"/>
          <p14:tracePt t="243109" x="3733800" y="6127750"/>
          <p14:tracePt t="243123" x="3689350" y="6127750"/>
          <p14:tracePt t="243139" x="3644900" y="6140450"/>
          <p14:tracePt t="243156" x="3568700" y="6146800"/>
          <p14:tracePt t="243172" x="3517900" y="6146800"/>
          <p14:tracePt t="243189" x="3409950" y="6165850"/>
          <p14:tracePt t="243206" x="3302000" y="6172200"/>
          <p14:tracePt t="243223" x="3251200" y="6172200"/>
          <p14:tracePt t="243239" x="3162300" y="6172200"/>
          <p14:tracePt t="243255" x="3079750" y="6172200"/>
          <p14:tracePt t="243272" x="3060700" y="6172200"/>
          <p14:tracePt t="243289" x="3022600" y="6172200"/>
          <p14:tracePt t="243305" x="2997200" y="6172200"/>
          <p14:tracePt t="243322" x="2990850" y="6172200"/>
          <p14:tracePt t="243339" x="2978150" y="6172200"/>
          <p14:tracePt t="243355" x="2971800" y="6172200"/>
          <p14:tracePt t="243388" x="2965450" y="6172200"/>
          <p14:tracePt t="243478" x="2965450" y="6178550"/>
          <p14:tracePt t="243584" x="2971800" y="6178550"/>
          <p14:tracePt t="243606" x="2978150" y="6178550"/>
          <p14:tracePt t="243619" x="2984500" y="6178550"/>
          <p14:tracePt t="243626" x="2997200" y="6178550"/>
          <p14:tracePt t="243637" x="3009900" y="6178550"/>
          <p14:tracePt t="243654" x="3048000" y="6165850"/>
          <p14:tracePt t="243671" x="3079750" y="6165850"/>
          <p14:tracePt t="243687" x="3117850" y="6159500"/>
          <p14:tracePt t="243704" x="3346450" y="6140450"/>
          <p14:tracePt t="243720" x="3454400" y="6127750"/>
          <p14:tracePt t="243738" x="3676650" y="6115050"/>
          <p14:tracePt t="243754" x="3790950" y="6115050"/>
          <p14:tracePt t="243770" x="4044950" y="6108700"/>
          <p14:tracePt t="243787" x="4260850" y="6108700"/>
          <p14:tracePt t="243803" x="4349750" y="6108700"/>
          <p14:tracePt t="243820" x="4476750" y="6108700"/>
          <p14:tracePt t="243837" x="4527550" y="6102350"/>
          <p14:tracePt t="243853" x="4546600" y="6102350"/>
          <p14:tracePt t="243870" x="4559300" y="6102350"/>
          <p14:tracePt t="243887" x="4565650" y="6102350"/>
          <p14:tracePt t="243998" x="4559300" y="6102350"/>
          <p14:tracePt t="244047" x="4552950" y="6102350"/>
          <p14:tracePt t="244265" x="4546600" y="6102350"/>
          <p14:tracePt t="244301" x="4552950" y="6102350"/>
          <p14:tracePt t="244599" x="4546600" y="6127750"/>
          <p14:tracePt t="244606" x="4533900" y="6165850"/>
          <p14:tracePt t="244620" x="4514850" y="6223000"/>
          <p14:tracePt t="244634" x="4502150" y="6261100"/>
          <p14:tracePt t="244650" x="4483100" y="6324600"/>
          <p14:tracePt t="244667" x="4464050" y="6356350"/>
          <p14:tracePt t="244684" x="4445000" y="6400800"/>
          <p14:tracePt t="244700" x="4413250" y="6438900"/>
          <p14:tracePt t="244719" x="4387850" y="6477000"/>
          <p14:tracePt t="244734" x="4375150" y="6496050"/>
          <p14:tracePt t="244750" x="4330700" y="6540500"/>
          <p14:tracePt t="244767" x="4292600" y="6584950"/>
          <p14:tracePt t="244783" x="4279900" y="6597650"/>
          <p14:tracePt t="244800" x="4273550" y="6610350"/>
          <p14:tracePt t="244817" x="4260850" y="6629400"/>
          <p14:tracePt t="244833" x="4254500" y="6629400"/>
          <p14:tracePt t="244850" x="4254500" y="6635750"/>
          <p14:tracePt t="245090" x="4260850" y="6635750"/>
          <p14:tracePt t="245111" x="4267200" y="6629400"/>
          <p14:tracePt t="245132" x="4273550" y="6623050"/>
          <p14:tracePt t="245139" x="4292600" y="6616700"/>
          <p14:tracePt t="245153" x="4305300" y="6616700"/>
          <p14:tracePt t="245165" x="4349750" y="6604000"/>
          <p14:tracePt t="245182" x="4432300" y="6578600"/>
          <p14:tracePt t="245199" x="4483100" y="6559550"/>
          <p14:tracePt t="245216" x="4591050" y="6534150"/>
          <p14:tracePt t="245233" x="4705350" y="6483350"/>
          <p14:tracePt t="245236" x="4756150" y="6477000"/>
          <p14:tracePt t="245266" x="4832350" y="6451600"/>
          <p14:tracePt t="245282" x="4883150" y="6426200"/>
          <p14:tracePt t="245298" x="4895850" y="6419850"/>
          <p14:tracePt t="245315" x="4914900" y="6413500"/>
          <p14:tracePt t="245332" x="4927600" y="6407150"/>
          <p14:tracePt t="245785" x="4927600" y="6400800"/>
          <p14:tracePt t="245856" x="4927600" y="6394450"/>
          <p14:tracePt t="246544" x="4921250" y="6394450"/>
          <p14:tracePt t="246558" x="4914900" y="6394450"/>
          <p14:tracePt t="246564" x="4914900" y="6400800"/>
          <p14:tracePt t="246577" x="4902200" y="6400800"/>
          <p14:tracePt t="246594" x="4864100" y="6419850"/>
          <p14:tracePt t="246611" x="4832350" y="6426200"/>
          <p14:tracePt t="246628" x="4730750" y="6464300"/>
          <p14:tracePt t="246644" x="4622800" y="6508750"/>
          <p14:tracePt t="246660" x="4565650" y="6527800"/>
          <p14:tracePt t="246677" x="4470400" y="6572250"/>
          <p14:tracePt t="246693" x="4438650" y="6591300"/>
          <p14:tracePt t="246710" x="4381500" y="6616700"/>
          <p14:tracePt t="246727" x="4349750" y="6629400"/>
          <p14:tracePt t="246743" x="4337050" y="6635750"/>
          <p14:tracePt t="246760" x="4318000" y="6648450"/>
          <p14:tracePt t="246777" x="4311650" y="6648450"/>
          <p14:tracePt t="247056" x="4305300" y="6654800"/>
          <p14:tracePt t="247063" x="4298950" y="6661150"/>
          <p14:tracePt t="247078" x="4292600" y="6661150"/>
          <p14:tracePt t="247096" x="4279900" y="6667500"/>
          <p14:tracePt t="247110" x="4260850" y="6673850"/>
          <p14:tracePt t="247142" x="4241800" y="6680200"/>
          <p14:tracePt t="247159" x="4229100" y="6680200"/>
          <p14:tracePt t="247176" x="4222750" y="6680200"/>
          <p14:tracePt t="247208" x="4216400" y="6680200"/>
          <p14:tracePt t="247275" x="4216400" y="6686550"/>
          <p14:tracePt t="247316" x="4210050" y="6686550"/>
          <p14:tracePt t="247379" x="4210050" y="6692900"/>
          <p14:tracePt t="247428" x="4210050" y="6699250"/>
          <p14:tracePt t="247470" x="4216400" y="6705600"/>
          <p14:tracePt t="247506" x="4222750" y="6705600"/>
          <p14:tracePt t="247520" x="4229100" y="6711950"/>
          <p14:tracePt t="247527" x="4235450" y="6711950"/>
          <p14:tracePt t="247544" x="4241800" y="6711950"/>
          <p14:tracePt t="247557" x="4254500" y="6711950"/>
          <p14:tracePt t="247574" x="4267200" y="6718300"/>
          <p14:tracePt t="247591" x="4318000" y="6718300"/>
          <p14:tracePt t="247607" x="4349750" y="6724650"/>
          <p14:tracePt t="247624" x="4425950" y="6724650"/>
          <p14:tracePt t="247640" x="4521200" y="6731000"/>
          <p14:tracePt t="247657" x="4572000" y="6731000"/>
          <p14:tracePt t="247674" x="4673600" y="6731000"/>
          <p14:tracePt t="247690" x="4743450" y="6731000"/>
          <p14:tracePt t="247707" x="4781550" y="6724650"/>
          <p14:tracePt t="247724" x="4832350" y="6711950"/>
          <p14:tracePt t="247740" x="4876800" y="6705600"/>
          <p14:tracePt t="247757" x="4889500" y="6699250"/>
          <p14:tracePt t="247760" x="4902200" y="6699250"/>
          <p14:tracePt t="247773" x="4902200" y="6692900"/>
          <p14:tracePt t="247789" x="4908550" y="6692900"/>
          <p14:tracePt t="247829" x="4902200" y="6692900"/>
          <p14:tracePt t="247850" x="4902200" y="6699250"/>
          <p14:tracePt t="247858" x="4895850" y="6699250"/>
          <p14:tracePt t="247871" x="4889500" y="6705600"/>
          <p14:tracePt t="247878" x="4883150" y="6705600"/>
          <p14:tracePt t="247893" x="4870450" y="6705600"/>
          <p14:tracePt t="247906" x="4832350" y="6705600"/>
          <p14:tracePt t="247923" x="4794250" y="6705600"/>
          <p14:tracePt t="247939" x="4743450" y="6705600"/>
          <p14:tracePt t="247956" x="4597400" y="6699250"/>
          <p14:tracePt t="247973" x="4445000" y="6680200"/>
          <p14:tracePt t="247990" x="4286250" y="6654800"/>
          <p14:tracePt t="248006" x="4210050" y="6654800"/>
          <p14:tracePt t="248022" x="4114800" y="6629400"/>
          <p14:tracePt t="248039" x="4044950" y="6629400"/>
          <p14:tracePt t="248056" x="4025900" y="6623050"/>
          <p14:tracePt t="248072" x="4000500" y="6623050"/>
          <p14:tracePt t="248089" x="3987800" y="6616700"/>
          <p14:tracePt t="248180" x="3994150" y="6616700"/>
          <p14:tracePt t="248186" x="4000500" y="6616700"/>
          <p14:tracePt t="248201" x="4019550" y="6616700"/>
          <p14:tracePt t="248208" x="4032250" y="6616700"/>
          <p14:tracePt t="248224" x="4057650" y="6616700"/>
          <p14:tracePt t="248238" x="4095750" y="6616700"/>
          <p14:tracePt t="248255" x="4229100" y="6616700"/>
          <p14:tracePt t="248272" x="4381500" y="6623050"/>
          <p14:tracePt t="248288" x="4470400" y="6623050"/>
          <p14:tracePt t="248305" x="4635500" y="6623050"/>
          <p14:tracePt t="248321" x="4737100" y="6623050"/>
          <p14:tracePt t="248339" x="4775200" y="6623050"/>
          <p14:tracePt t="248355" x="4826000" y="6623050"/>
          <p14:tracePt t="248371" x="4845050" y="6623050"/>
          <p14:tracePt t="248405" x="4851400" y="6623050"/>
          <p14:tracePt t="248420" x="4845050" y="6623050"/>
          <p14:tracePt t="248441" x="4838700" y="6623050"/>
          <p14:tracePt t="248455" x="4832350" y="6623050"/>
          <p14:tracePt t="248471" x="4806950" y="6629400"/>
          <p14:tracePt t="248488" x="4762500" y="6642100"/>
          <p14:tracePt t="248504" x="4718050" y="6642100"/>
          <p14:tracePt t="248520" x="4667250" y="6642100"/>
          <p14:tracePt t="248538" x="4489450" y="6648450"/>
          <p14:tracePt t="248555" x="4432300" y="6654800"/>
          <p14:tracePt t="248570" x="4394200" y="6654800"/>
          <p14:tracePt t="248587" x="4324350" y="6667500"/>
          <p14:tracePt t="248604" x="4292600" y="6673850"/>
          <p14:tracePt t="248621" x="4286250" y="6673850"/>
          <p14:tracePt t="248637" x="4279900" y="6673850"/>
          <p14:tracePt t="248678" x="4286250" y="6673850"/>
          <p14:tracePt t="248692" x="4298950" y="6673850"/>
          <p14:tracePt t="248699" x="4311650" y="6673850"/>
          <p14:tracePt t="248713" x="4330700" y="6673850"/>
          <p14:tracePt t="248723" x="4356100" y="6673850"/>
          <p14:tracePt t="248736" x="4406900" y="6673850"/>
          <p14:tracePt t="248753" x="4546600" y="6680200"/>
          <p14:tracePt t="248770" x="4699000" y="6680200"/>
          <p14:tracePt t="248786" x="4781550" y="6680200"/>
          <p14:tracePt t="248805" x="4908550" y="6680200"/>
          <p14:tracePt t="248820" x="4997450" y="6667500"/>
          <p14:tracePt t="248836" x="5022850" y="6667500"/>
          <p14:tracePt t="248853" x="5035550" y="6667500"/>
          <p14:tracePt t="248870" x="5041900" y="6667500"/>
          <p14:tracePt t="248924" x="5035550" y="6667500"/>
          <p14:tracePt t="248931" x="5029200" y="6667500"/>
          <p14:tracePt t="248945" x="5016500" y="6667500"/>
          <p14:tracePt t="248953" x="5003800" y="6667500"/>
          <p14:tracePt t="248969" x="4984750" y="6667500"/>
          <p14:tracePt t="248986" x="4927600" y="6667500"/>
          <p14:tracePt t="249002" x="4794250" y="6654800"/>
          <p14:tracePt t="249019" x="4718050" y="6654800"/>
          <p14:tracePt t="249036" x="4591050" y="6635750"/>
          <p14:tracePt t="249052" x="4457700" y="6629400"/>
          <p14:tracePt t="249069" x="4419600" y="6623050"/>
          <p14:tracePt t="249086" x="4356100" y="6616700"/>
          <p14:tracePt t="249102" x="4324350" y="6610350"/>
          <p14:tracePt t="249119" x="4311650" y="6610350"/>
          <p14:tracePt t="249135" x="4305300" y="6610350"/>
          <p14:tracePt t="249152" x="4298950" y="6610350"/>
          <p14:tracePt t="249212" x="4305300" y="6610350"/>
          <p14:tracePt t="249226" x="4311650" y="6610350"/>
          <p14:tracePt t="249233" x="4318000" y="6610350"/>
          <p14:tracePt t="249240" x="4330700" y="6610350"/>
          <p14:tracePt t="249255" x="4349750" y="6610350"/>
          <p14:tracePt t="249268" x="4368800" y="6610350"/>
          <p14:tracePt t="249285" x="4483100" y="6610350"/>
          <p14:tracePt t="249302" x="4546600" y="6610350"/>
          <p14:tracePt t="249318" x="4724400" y="6610350"/>
          <p14:tracePt t="249334" x="4851400" y="6597650"/>
          <p14:tracePt t="249352" x="4959350" y="6578600"/>
          <p14:tracePt t="249368" x="4997450" y="6578600"/>
          <p14:tracePt t="249385" x="5041900" y="6578600"/>
          <p14:tracePt t="249403" x="5054600" y="6572250"/>
          <p14:tracePt t="249514" x="5041900" y="6572250"/>
          <p14:tracePt t="249542" x="5035550" y="6572250"/>
          <p14:tracePt t="249570" x="5035550" y="6565900"/>
          <p14:tracePt t="250454" x="5035550" y="6553200"/>
          <p14:tracePt t="250467" x="5035550" y="6521450"/>
          <p14:tracePt t="250482" x="5035550" y="6496050"/>
          <p14:tracePt t="250497" x="5029200" y="6426200"/>
          <p14:tracePt t="250514" x="5022850" y="6394450"/>
          <p14:tracePt t="250531" x="5003800" y="6324600"/>
          <p14:tracePt t="250547" x="4972050" y="6261100"/>
          <p14:tracePt t="250563" x="4959350" y="6242050"/>
          <p14:tracePt t="250581" x="4940300" y="6197600"/>
          <p14:tracePt t="250597" x="4921250" y="6184900"/>
          <p14:tracePt t="250613" x="4908550" y="6178550"/>
          <p14:tracePt t="250630" x="4895850" y="6165850"/>
          <p14:tracePt t="250647" x="4889500" y="6165850"/>
          <p14:tracePt t="250665" x="4851400" y="6165850"/>
          <p14:tracePt t="250679" x="4838700" y="6165850"/>
          <p14:tracePt t="250696" x="4819650" y="6165850"/>
          <p14:tracePt t="250714" x="4768850" y="6165850"/>
          <p14:tracePt t="250729" x="4699000" y="6165850"/>
          <p14:tracePt t="250746" x="4667250" y="6172200"/>
          <p14:tracePt t="250763" x="4610100" y="6191250"/>
          <p14:tracePt t="250779" x="4559300" y="6197600"/>
          <p14:tracePt t="250796" x="4540250" y="6203950"/>
          <p14:tracePt t="250813" x="4521200" y="6203950"/>
          <p14:tracePt t="250829" x="4514850" y="6203950"/>
          <p14:tracePt t="250849" x="4508500" y="6203950"/>
          <p14:tracePt t="251226" x="4508500" y="6210300"/>
          <p14:tracePt t="251240" x="4514850" y="6210300"/>
          <p14:tracePt t="251247" x="4521200" y="6210300"/>
          <p14:tracePt t="251264" x="4527550" y="6210300"/>
          <p14:tracePt t="251277" x="4540250" y="6210300"/>
          <p14:tracePt t="251294" x="4591050" y="6216650"/>
          <p14:tracePt t="251311" x="4692650" y="6229350"/>
          <p14:tracePt t="251328" x="4756150" y="6229350"/>
          <p14:tracePt t="251345" x="4902200" y="6229350"/>
          <p14:tracePt t="251361" x="5029200" y="6229350"/>
          <p14:tracePt t="251377" x="5080000" y="6229350"/>
          <p14:tracePt t="251395" x="5137150" y="6223000"/>
          <p14:tracePt t="251411" x="5168900" y="6216650"/>
          <p14:tracePt t="251427" x="5181600" y="6210300"/>
          <p14:tracePt t="251444" x="5194300" y="6203950"/>
          <p14:tracePt t="251739" x="5187950" y="6203950"/>
          <p14:tracePt t="251773" x="5187950" y="6210300"/>
          <p14:tracePt t="251780" x="5181600" y="6210300"/>
          <p14:tracePt t="251801" x="5175250" y="6216650"/>
          <p14:tracePt t="251823" x="5168900" y="6223000"/>
          <p14:tracePt t="251844" x="5162550" y="6229350"/>
          <p14:tracePt t="251850" x="5156200" y="6229350"/>
          <p14:tracePt t="251859" x="5156200" y="6235700"/>
          <p14:tracePt t="251875" x="5137150" y="6248400"/>
          <p14:tracePt t="251893" x="5099050" y="6267450"/>
          <p14:tracePt t="251909" x="5080000" y="6273800"/>
          <p14:tracePt t="251926" x="5035550" y="6286500"/>
          <p14:tracePt t="251943" x="4978400" y="6311900"/>
          <p14:tracePt t="251959" x="4959350" y="6311900"/>
          <p14:tracePt t="251975" x="4914900" y="6311900"/>
          <p14:tracePt t="251992" x="4876800" y="6311900"/>
          <p14:tracePt t="252009" x="4864100" y="6305550"/>
          <p14:tracePt t="252026" x="4819650" y="6292850"/>
          <p14:tracePt t="252042" x="4775200" y="6273800"/>
          <p14:tracePt t="252059" x="4756150" y="6267450"/>
          <p14:tracePt t="252075" x="4724400" y="6254750"/>
          <p14:tracePt t="252092" x="4686300" y="6242050"/>
          <p14:tracePt t="252108" x="4673600" y="6235700"/>
          <p14:tracePt t="252124" x="4660900" y="6229350"/>
          <p14:tracePt t="252142" x="4635500" y="6223000"/>
          <p14:tracePt t="252160" x="4622800" y="6216650"/>
          <p14:tracePt t="252174" x="4616450" y="6216650"/>
          <p14:tracePt t="252192" x="4610100" y="6216650"/>
          <p14:tracePt t="252244" x="4603750" y="6216650"/>
          <p14:tracePt t="252321" x="4610100" y="6216650"/>
          <p14:tracePt t="252342" x="4616450" y="6216650"/>
          <p14:tracePt t="252348" x="4629150" y="6216650"/>
          <p14:tracePt t="252363" x="4641850" y="6216650"/>
          <p14:tracePt t="252374" x="4660900" y="6223000"/>
          <p14:tracePt t="252391" x="4718050" y="6223000"/>
          <p14:tracePt t="252408" x="4762500" y="6223000"/>
          <p14:tracePt t="252424" x="4826000" y="6223000"/>
          <p14:tracePt t="252441" x="4883150" y="6223000"/>
          <p14:tracePt t="252457" x="4902200" y="6223000"/>
          <p14:tracePt t="252474" x="4927600" y="6223000"/>
          <p14:tracePt t="252491" x="4953000" y="6216650"/>
          <p14:tracePt t="252506" x="4959350" y="6216650"/>
          <p14:tracePt t="252524" x="4959350" y="621030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9525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in range(22): print(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Lns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],end="")</a:t>
            </a: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marL="342900" lvl="1" indent="-342900" eaLnBrk="1" hangingPunct="1">
              <a:lnSpc>
                <a:spcPct val="8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#A university class only becomes a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#real thing when some students join it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  <a:endParaRPr lang="en-US" altLang="en-US" sz="2600" kern="0" spc="-7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2600" b="1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self,RememberPutBack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print("Used.")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b="1" kern="0" spc="-70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2600" b="1" kern="0" spc="-7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2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CSE282.handSpray=</a:t>
            </a:r>
            <a:r>
              <a:rPr lang="en-US" altLang="en-US" sz="2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RememberPutBack</a:t>
            </a:r>
            <a:endParaRPr lang="en-US" altLang="en-US" sz="2600" kern="0" spc="-70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0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38"/>
    </mc:Choice>
    <mc:Fallback xmlns="">
      <p:transition spd="slow" advTm="404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25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75" x="4527550" y="3708400"/>
          <p14:tracePt t="782" x="4521200" y="3733800"/>
          <p14:tracePt t="789" x="4508500" y="3752850"/>
          <p14:tracePt t="799" x="4502150" y="3771900"/>
          <p14:tracePt t="817" x="4464050" y="3848100"/>
          <p14:tracePt t="832" x="4425950" y="3911600"/>
          <p14:tracePt t="848" x="4381500" y="4000500"/>
          <p14:tracePt t="866" x="4337050" y="4089400"/>
          <p14:tracePt t="882" x="4254500" y="4267200"/>
          <p14:tracePt t="899" x="4197350" y="4381500"/>
          <p14:tracePt t="916" x="4108450" y="4597400"/>
          <p14:tracePt t="932" x="4076700" y="4673600"/>
          <p14:tracePt t="949" x="4019550" y="4857750"/>
          <p14:tracePt t="965" x="3968750" y="5029200"/>
          <p14:tracePt t="982" x="3937000" y="5111750"/>
          <p14:tracePt t="999" x="3898900" y="5270500"/>
          <p14:tracePt t="1015" x="3860800" y="5365750"/>
          <p14:tracePt t="1031" x="3848100" y="5397500"/>
          <p14:tracePt t="1049" x="3816350" y="5461000"/>
          <p14:tracePt t="1065" x="3784600" y="5537200"/>
          <p14:tracePt t="1081" x="3759200" y="5568950"/>
          <p14:tracePt t="1098" x="3733800" y="5664200"/>
          <p14:tracePt t="1115" x="3708400" y="5695950"/>
          <p14:tracePt t="1118" x="3702050" y="5721350"/>
          <p14:tracePt t="1132" x="3676650" y="5759450"/>
          <p14:tracePt t="1148" x="3638550" y="5822950"/>
          <p14:tracePt t="1164" x="3613150" y="5842000"/>
          <p14:tracePt t="1182" x="3575050" y="5899150"/>
          <p14:tracePt t="1198" x="3536950" y="5975350"/>
          <p14:tracePt t="1214" x="3524250" y="5994400"/>
          <p14:tracePt t="1231" x="3498850" y="6045200"/>
          <p14:tracePt t="1247" x="3486150" y="6096000"/>
          <p14:tracePt t="1264" x="3467100" y="6127750"/>
          <p14:tracePt t="1281" x="3454400" y="6184900"/>
          <p14:tracePt t="1297" x="3429000" y="6261100"/>
          <p14:tracePt t="1315" x="3416300" y="6311900"/>
          <p14:tracePt t="1330" x="3403600" y="6324600"/>
          <p14:tracePt t="1347" x="3378200" y="6362700"/>
          <p14:tracePt t="1365" x="3359150" y="6394450"/>
          <p14:tracePt t="1380" x="3346450" y="6407150"/>
          <p14:tracePt t="1397" x="3333750" y="6419850"/>
          <p14:tracePt t="1414" x="3289300" y="6457950"/>
          <p14:tracePt t="1430" x="3276600" y="6477000"/>
          <p14:tracePt t="1447" x="3270250" y="6477000"/>
          <p14:tracePt t="1464" x="3263900" y="6489700"/>
          <p14:tracePt t="1480" x="3257550" y="6489700"/>
          <p14:tracePt t="1499" x="3257550" y="6496050"/>
          <p14:tracePt t="1547" x="3251200" y="6502400"/>
          <p14:tracePt t="1634" x="3251200" y="6508750"/>
          <p14:tracePt t="1712" x="3257550" y="6508750"/>
          <p14:tracePt t="1733" x="3257550" y="6515100"/>
          <p14:tracePt t="1740" x="3263900" y="6515100"/>
          <p14:tracePt t="1754" x="3270250" y="6515100"/>
          <p14:tracePt t="1763" x="3276600" y="6515100"/>
          <p14:tracePt t="1779" x="3282950" y="6521450"/>
          <p14:tracePt t="1796" x="3302000" y="6527800"/>
          <p14:tracePt t="1812" x="3327400" y="6540500"/>
          <p14:tracePt t="1829" x="3340100" y="6546850"/>
          <p14:tracePt t="1846" x="3371850" y="6572250"/>
          <p14:tracePt t="1862" x="3390900" y="6578600"/>
          <p14:tracePt t="1879" x="3422650" y="6591300"/>
          <p14:tracePt t="1896" x="3429000" y="6597650"/>
          <p14:tracePt t="1912" x="3435350" y="6597650"/>
          <p14:tracePt t="1929" x="3441700" y="6597650"/>
          <p14:tracePt t="1972" x="3448050" y="6604000"/>
          <p14:tracePt t="2014" x="3448050" y="6610350"/>
          <p14:tracePt t="2077" x="3441700" y="6616700"/>
          <p14:tracePt t="2154" x="3441700" y="6623050"/>
          <p14:tracePt t="2162" x="3448050" y="6623050"/>
          <p14:tracePt t="2175" x="3460750" y="6623050"/>
          <p14:tracePt t="2182" x="3473450" y="6623050"/>
          <p14:tracePt t="2198" x="3492500" y="6629400"/>
          <p14:tracePt t="2211" x="3530600" y="6629400"/>
          <p14:tracePt t="2227" x="3651250" y="6648450"/>
          <p14:tracePt t="2244" x="3740150" y="6654800"/>
          <p14:tracePt t="2261" x="3943350" y="6680200"/>
          <p14:tracePt t="2277" x="4184650" y="6680200"/>
          <p14:tracePt t="2295" x="4445000" y="6680200"/>
          <p14:tracePt t="2310" x="4584700" y="6673850"/>
          <p14:tracePt t="2327" x="4826000" y="6629400"/>
          <p14:tracePt t="2344" x="5073650" y="6578600"/>
          <p14:tracePt t="2360" x="5175250" y="6546850"/>
          <p14:tracePt t="2377" x="5346700" y="6496050"/>
          <p14:tracePt t="2394" x="5448300" y="6464300"/>
          <p14:tracePt t="2410" x="5473700" y="6451600"/>
          <p14:tracePt t="2427" x="5505450" y="6451600"/>
          <p14:tracePt t="2443" x="5524500" y="6445250"/>
          <p14:tracePt t="2463" x="5530850" y="6445250"/>
          <p14:tracePt t="2569" x="5524500" y="6445250"/>
          <p14:tracePt t="2604" x="5518150" y="6451600"/>
          <p14:tracePt t="2645" x="5511800" y="6451600"/>
          <p14:tracePt t="2688" x="5505450" y="6451600"/>
          <p14:tracePt t="2856" x="5511800" y="6451600"/>
          <p14:tracePt t="2864" x="5518150" y="6451600"/>
          <p14:tracePt t="2878" x="5524500" y="6451600"/>
          <p14:tracePt t="2892" x="5530850" y="6451600"/>
          <p14:tracePt t="2909" x="5562600" y="6451600"/>
          <p14:tracePt t="2926" x="5575300" y="6451600"/>
          <p14:tracePt t="2942" x="5645150" y="6451600"/>
          <p14:tracePt t="2958" x="5759450" y="6464300"/>
          <p14:tracePt t="2976" x="5886450" y="6477000"/>
          <p14:tracePt t="2991" x="5962650" y="6483350"/>
          <p14:tracePt t="3008" x="6127750" y="6483350"/>
          <p14:tracePt t="3026" x="6299200" y="6496050"/>
          <p14:tracePt t="3042" x="6375400" y="6496050"/>
          <p14:tracePt t="3058" x="6438900" y="6489700"/>
          <p14:tracePt t="3075" x="6584950" y="6489700"/>
          <p14:tracePt t="3091" x="6616700" y="6489700"/>
          <p14:tracePt t="3108" x="6654800" y="6489700"/>
          <p14:tracePt t="3125" x="6692900" y="6489700"/>
          <p14:tracePt t="3142" x="6724650" y="6483350"/>
          <p14:tracePt t="3159" x="6750050" y="6483350"/>
          <p14:tracePt t="3174" x="6769100" y="6483350"/>
          <p14:tracePt t="3191" x="6807200" y="6489700"/>
          <p14:tracePt t="3208" x="6845300" y="6489700"/>
          <p14:tracePt t="3224" x="6877050" y="6502400"/>
          <p14:tracePt t="3241" x="6915150" y="6508750"/>
          <p14:tracePt t="3258" x="6946900" y="6521450"/>
          <p14:tracePt t="3274" x="6972300" y="6527800"/>
          <p14:tracePt t="3291" x="7004050" y="6534150"/>
          <p14:tracePt t="3307" x="7010400" y="6540500"/>
          <p14:tracePt t="3324" x="7023100" y="6540500"/>
          <p14:tracePt t="3342" x="7035800" y="6540500"/>
          <p14:tracePt t="3373" x="7042150" y="6540500"/>
          <p14:tracePt t="3411" x="7048500" y="6534150"/>
          <p14:tracePt t="3446" x="7048500" y="6527800"/>
          <p14:tracePt t="3453" x="7048500" y="6521450"/>
          <p14:tracePt t="3841" x="7048500" y="6470650"/>
          <p14:tracePt t="3848" x="7054850" y="6394450"/>
          <p14:tracePt t="3862" x="7061200" y="6292850"/>
          <p14:tracePt t="3872" x="7061200" y="6178550"/>
          <p14:tracePt t="3888" x="7061200" y="6038850"/>
          <p14:tracePt t="3905" x="7061200" y="5746750"/>
          <p14:tracePt t="3921" x="7061200" y="5454650"/>
          <p14:tracePt t="3938" x="7061200" y="5327650"/>
          <p14:tracePt t="3954" x="7048500" y="5137150"/>
          <p14:tracePt t="3971" x="7048500" y="5010150"/>
          <p14:tracePt t="3989" x="7042150" y="4940300"/>
          <p14:tracePt t="4004" x="7042150" y="4921250"/>
          <p14:tracePt t="4021" x="7035800" y="4908550"/>
          <p14:tracePt t="4108" x="7029450" y="4908550"/>
          <p14:tracePt t="4171" x="7023100" y="4908550"/>
          <p14:tracePt t="4185" x="7010400" y="4908550"/>
          <p14:tracePt t="4192" x="6997700" y="4902200"/>
          <p14:tracePt t="4207" x="6978650" y="4889500"/>
          <p14:tracePt t="4221" x="6927850" y="4870450"/>
          <p14:tracePt t="4237" x="6896100" y="4857750"/>
          <p14:tracePt t="4254" x="6832600" y="4826000"/>
          <p14:tracePt t="4270" x="6737350" y="4800600"/>
          <p14:tracePt t="4287" x="6699250" y="4794250"/>
          <p14:tracePt t="4303" x="6642100" y="4794250"/>
          <p14:tracePt t="4320" x="6572250" y="4794250"/>
          <p14:tracePt t="4337" x="6540500" y="4800600"/>
          <p14:tracePt t="4354" x="6496050" y="4806950"/>
          <p14:tracePt t="4370" x="6451600" y="4826000"/>
          <p14:tracePt t="4387" x="6438900" y="4832350"/>
          <p14:tracePt t="4404" x="6426200" y="4838700"/>
          <p14:tracePt t="4420" x="6419850" y="4838700"/>
          <p14:tracePt t="4480" x="6432550" y="4838700"/>
          <p14:tracePt t="4494" x="6445250" y="4838700"/>
          <p14:tracePt t="4501" x="6464300" y="4832350"/>
          <p14:tracePt t="4508" x="6502400" y="4832350"/>
          <p14:tracePt t="4523" x="6546850" y="4826000"/>
          <p14:tracePt t="4536" x="6597650" y="4826000"/>
          <p14:tracePt t="4553" x="6711950" y="4826000"/>
          <p14:tracePt t="4569" x="6781800" y="4819650"/>
          <p14:tracePt t="4586" x="6870700" y="4806950"/>
          <p14:tracePt t="4603" x="6934200" y="4806950"/>
          <p14:tracePt t="4619" x="6940550" y="4806950"/>
          <p14:tracePt t="4635" x="6953250" y="4806950"/>
          <p14:tracePt t="4698" x="6940550" y="4813300"/>
          <p14:tracePt t="4704" x="6921500" y="4819650"/>
          <p14:tracePt t="4711" x="6902450" y="4826000"/>
          <p14:tracePt t="4725" x="6864350" y="4838700"/>
          <p14:tracePt t="4736" x="6807200" y="4851400"/>
          <p14:tracePt t="4752" x="6756400" y="4864100"/>
          <p14:tracePt t="4769" x="6623050" y="4889500"/>
          <p14:tracePt t="4785" x="6527800" y="4908550"/>
          <p14:tracePt t="4802" x="6483350" y="4914900"/>
          <p14:tracePt t="4818" x="6426200" y="4927600"/>
          <p14:tracePt t="4835" x="6407150" y="4933950"/>
          <p14:tracePt t="4852" x="6400800" y="4933950"/>
          <p14:tracePt t="4894" x="6419850" y="4933950"/>
          <p14:tracePt t="4904" x="6432550" y="4933950"/>
          <p14:tracePt t="4918" x="6470650" y="4940300"/>
          <p14:tracePt t="4935" x="6578600" y="4959350"/>
          <p14:tracePt t="4952" x="6743700" y="4978400"/>
          <p14:tracePt t="4968" x="6832600" y="4984750"/>
          <p14:tracePt t="4985" x="6997700" y="4984750"/>
          <p14:tracePt t="5001" x="7112000" y="4984750"/>
          <p14:tracePt t="5018" x="7143750" y="4984750"/>
          <p14:tracePt t="5035" x="7162800" y="4984750"/>
          <p14:tracePt t="5067" x="7169150" y="4984750"/>
          <p14:tracePt t="5210" x="7162800" y="4984750"/>
          <p14:tracePt t="5231" x="7156450" y="4984750"/>
          <p14:tracePt t="5906" x="7137400" y="4991100"/>
          <p14:tracePt t="5913" x="7105650" y="5003800"/>
          <p14:tracePt t="5927" x="7073900" y="5016500"/>
          <p14:tracePt t="5934" x="7035800" y="5035550"/>
          <p14:tracePt t="5951" x="6991350" y="5048250"/>
          <p14:tracePt t="5964" x="6902450" y="5105400"/>
          <p14:tracePt t="5981" x="6845300" y="5130800"/>
          <p14:tracePt t="5998" x="6718300" y="5213350"/>
          <p14:tracePt t="6015" x="6661150" y="5257800"/>
          <p14:tracePt t="6031" x="6546850" y="5346700"/>
          <p14:tracePt t="6048" x="6438900" y="5441950"/>
          <p14:tracePt t="6064" x="6394450" y="5480050"/>
          <p14:tracePt t="6081" x="6330950" y="5568950"/>
          <p14:tracePt t="6098" x="6267450" y="5657850"/>
          <p14:tracePt t="6114" x="6254750" y="5689600"/>
          <p14:tracePt t="6131" x="6229350" y="5753100"/>
          <p14:tracePt t="6147" x="6223000" y="5791200"/>
          <p14:tracePt t="6164" x="6216650" y="5803900"/>
          <p14:tracePt t="6181" x="6216650" y="5822950"/>
          <p14:tracePt t="6197" x="6216650" y="5829300"/>
          <p14:tracePt t="6236" x="6216650" y="5835650"/>
          <p14:tracePt t="6285" x="6229350" y="5829300"/>
          <p14:tracePt t="6299" x="6235700" y="5816600"/>
          <p14:tracePt t="6306" x="6248400" y="5810250"/>
          <p14:tracePt t="6316" x="6267450" y="5784850"/>
          <p14:tracePt t="6330" x="6299200" y="5753100"/>
          <p14:tracePt t="6347" x="6330950" y="5708650"/>
          <p14:tracePt t="6363" x="6413500" y="5581650"/>
          <p14:tracePt t="6380" x="6502400" y="5429250"/>
          <p14:tracePt t="6397" x="6553200" y="5340350"/>
          <p14:tracePt t="6413" x="6635750" y="5175250"/>
          <p14:tracePt t="6430" x="6718300" y="5016500"/>
          <p14:tracePt t="6447" x="6775450" y="4889500"/>
          <p14:tracePt t="6463" x="6800850" y="4832350"/>
          <p14:tracePt t="6479" x="6845300" y="4743450"/>
          <p14:tracePt t="6496" x="6883400" y="4686300"/>
          <p14:tracePt t="6513" x="6902450" y="4667250"/>
          <p14:tracePt t="6530" x="6908800" y="4654550"/>
          <p14:tracePt t="6546" x="6915150" y="4654550"/>
          <p14:tracePt t="6580" x="6921500" y="4654550"/>
          <p14:tracePt t="6596" x="6940550" y="4660900"/>
          <p14:tracePt t="6612" x="6946900" y="4667250"/>
          <p14:tracePt t="6630" x="6985000" y="4679950"/>
          <p14:tracePt t="6646" x="7004050" y="4679950"/>
          <p14:tracePt t="6662" x="7061200" y="4692650"/>
          <p14:tracePt t="6679" x="7131050" y="4711700"/>
          <p14:tracePt t="6695" x="7175500" y="4718050"/>
          <p14:tracePt t="6712" x="7245350" y="4730750"/>
          <p14:tracePt t="6729" x="7321550" y="4730750"/>
          <p14:tracePt t="6745" x="7366000" y="4743450"/>
          <p14:tracePt t="6762" x="7442200" y="4743450"/>
          <p14:tracePt t="6778" x="7524750" y="4756150"/>
          <p14:tracePt t="6795" x="7556500" y="4768850"/>
          <p14:tracePt t="6812" x="7600950" y="4775200"/>
          <p14:tracePt t="6828" x="7677150" y="4775200"/>
          <p14:tracePt t="6845" x="7715250" y="4775200"/>
          <p14:tracePt t="6862" x="7810500" y="4781550"/>
          <p14:tracePt t="6878" x="7842250" y="4781550"/>
          <p14:tracePt t="6895" x="7893050" y="4787900"/>
          <p14:tracePt t="6911" x="7924800" y="4787900"/>
          <p14:tracePt t="6928" x="7937500" y="4787900"/>
          <p14:tracePt t="6946" x="7956550" y="4787900"/>
          <p14:tracePt t="6961" x="7962900" y="4787900"/>
          <p14:tracePt t="7000" x="7969250" y="4787900"/>
          <p14:tracePt t="7071" x="7969250" y="4794250"/>
          <p14:tracePt t="7085" x="7956550" y="4794250"/>
          <p14:tracePt t="7099" x="7956550" y="4800600"/>
          <p14:tracePt t="7114" x="7950200" y="4800600"/>
          <p14:tracePt t="7121" x="7931150" y="4806950"/>
          <p14:tracePt t="7130" x="7918450" y="4813300"/>
          <p14:tracePt t="7144" x="7886700" y="4819650"/>
          <p14:tracePt t="7161" x="7804150" y="4826000"/>
          <p14:tracePt t="7178" x="7708900" y="4845050"/>
          <p14:tracePt t="7193" x="7670800" y="4845050"/>
          <p14:tracePt t="7210" x="7645400" y="4845050"/>
          <p14:tracePt t="7214" x="7613650" y="4851400"/>
          <p14:tracePt t="7227" x="7581900" y="4851400"/>
          <p14:tracePt t="7244" x="7569200" y="4857750"/>
          <p14:tracePt t="7282" x="7581900" y="4864100"/>
          <p14:tracePt t="7296" x="7600950" y="4870450"/>
          <p14:tracePt t="7310" x="7620000" y="4883150"/>
          <p14:tracePt t="7326" x="7715250" y="4921250"/>
          <p14:tracePt t="7343" x="7759700" y="4940300"/>
          <p14:tracePt t="7360" x="7842250" y="4965700"/>
          <p14:tracePt t="7376" x="7874000" y="4972050"/>
          <p14:tracePt t="7393" x="7905750" y="4978400"/>
          <p14:tracePt t="7410" x="7918450" y="4984750"/>
          <p14:tracePt t="7426" x="7924800" y="4984750"/>
          <p14:tracePt t="7443" x="7931150" y="4984750"/>
          <p14:tracePt t="7668" x="7931150" y="4991100"/>
          <p14:tracePt t="7675" x="7918450" y="5003800"/>
          <p14:tracePt t="7682" x="7899400" y="5016500"/>
          <p14:tracePt t="7696" x="7874000" y="5048250"/>
          <p14:tracePt t="7708" x="7829550" y="5080000"/>
          <p14:tracePt t="7725" x="7721600" y="5226050"/>
          <p14:tracePt t="7742" x="7569200" y="5416550"/>
          <p14:tracePt t="7759" x="7404100" y="5689600"/>
          <p14:tracePt t="7775" x="7308850" y="5861050"/>
          <p14:tracePt t="7792" x="7137400" y="6210300"/>
          <p14:tracePt t="7808" x="7042150" y="6457950"/>
          <p14:tracePt t="7824" x="7010400" y="6565900"/>
          <p14:tracePt t="7842" x="6991350" y="6642100"/>
          <p14:tracePt t="7858" x="6953250" y="6807200"/>
          <p14:tracePt t="7874" x="6946900" y="6832600"/>
          <p14:tracePt t="7892" x="6946900" y="6845300"/>
          <p14:tracePt t="7907" x="6946900" y="6851650"/>
          <p14:tracePt t="8054" x="6940550" y="6851650"/>
          <p14:tracePt t="8061" x="6934200" y="6851650"/>
          <p14:tracePt t="8073" x="6927850" y="6851650"/>
          <p14:tracePt t="8090" x="6915150" y="6851650"/>
          <p14:tracePt t="8125" x="6902450" y="6851650"/>
          <p14:tracePt t="8140" x="6883400" y="6851650"/>
          <p14:tracePt t="8157" x="6870700" y="6851650"/>
          <p14:tracePt t="8190" x="6864350" y="6851650"/>
          <p14:tracePt t="8206" x="6845300" y="6851650"/>
          <p14:tracePt t="8223" x="6826250" y="6851650"/>
          <p14:tracePt t="8240" x="6807200" y="6851650"/>
          <p14:tracePt t="8244" x="6788150" y="6845300"/>
          <p14:tracePt t="8257" x="6769100" y="6838950"/>
          <p14:tracePt t="8273" x="6699250" y="6826250"/>
          <p14:tracePt t="8290" x="6642100" y="6819900"/>
          <p14:tracePt t="8307" x="6534150" y="6788150"/>
          <p14:tracePt t="8323" x="6394450" y="6769100"/>
          <p14:tracePt t="8340" x="6305550" y="6762750"/>
          <p14:tracePt t="8356" x="6108700" y="6750050"/>
          <p14:tracePt t="8373" x="5905500" y="6743700"/>
          <p14:tracePt t="8390" x="5816600" y="6743700"/>
          <p14:tracePt t="8406" x="5638800" y="6743700"/>
          <p14:tracePt t="8423" x="5461000" y="6775450"/>
          <p14:tracePt t="8440" x="5276850" y="6813550"/>
          <p14:tracePt t="8456" x="5200650" y="6832600"/>
          <p14:tracePt t="8472" x="5054600" y="6851650"/>
          <p14:tracePt t="8489" x="4933950" y="6851650"/>
          <p14:tracePt t="8506" x="4883150" y="6851650"/>
          <p14:tracePt t="8522" x="4838700" y="6851650"/>
          <p14:tracePt t="8539" x="4787900" y="6851650"/>
          <p14:tracePt t="8555" x="4775200" y="6851650"/>
          <p14:tracePt t="8573" x="4768850" y="6851650"/>
          <p14:tracePt t="8672" x="4775200" y="6851650"/>
          <p14:tracePt t="8679" x="4787900" y="6851650"/>
          <p14:tracePt t="8693" x="4819650" y="6845300"/>
          <p14:tracePt t="8704" x="4857750" y="6845300"/>
          <p14:tracePt t="8722" x="4984750" y="6838950"/>
          <p14:tracePt t="8738" x="5086350" y="6838950"/>
          <p14:tracePt t="8742" x="5200650" y="6838950"/>
          <p14:tracePt t="8758" x="5327650" y="6819900"/>
          <p14:tracePt t="8771" x="5594350" y="6788150"/>
          <p14:tracePt t="8788" x="5708650" y="6775450"/>
          <p14:tracePt t="8805" x="5911850" y="6756400"/>
          <p14:tracePt t="8821" x="5981700" y="6743700"/>
          <p14:tracePt t="8838" x="6051550" y="6731000"/>
          <p14:tracePt t="8854" x="6070600" y="6724650"/>
          <p14:tracePt t="8871" x="6076950" y="6724650"/>
          <p14:tracePt t="8905" x="6070600" y="6724650"/>
          <p14:tracePt t="8921" x="6064250" y="6724650"/>
          <p14:tracePt t="8938" x="6038850" y="6731000"/>
          <p14:tracePt t="8955" x="5975350" y="6724650"/>
          <p14:tracePt t="8971" x="5930900" y="6718300"/>
          <p14:tracePt t="8988" x="5816600" y="6711950"/>
          <p14:tracePt t="9005" x="5670550" y="6699250"/>
          <p14:tracePt t="9021" x="5581650" y="6699250"/>
          <p14:tracePt t="9037" x="5416550" y="6699250"/>
          <p14:tracePt t="9054" x="5302250" y="6699250"/>
          <p14:tracePt t="9071" x="5264150" y="6699250"/>
          <p14:tracePt t="9087" x="5232400" y="6699250"/>
          <p14:tracePt t="9104" x="5226050" y="6699250"/>
          <p14:tracePt t="9155" x="5226050" y="6692900"/>
          <p14:tracePt t="9163" x="5238750" y="6692900"/>
          <p14:tracePt t="9177" x="5257800" y="6692900"/>
          <p14:tracePt t="9187" x="5295900" y="6692900"/>
          <p14:tracePt t="9204" x="5346700" y="6686550"/>
          <p14:tracePt t="9220" x="5524500" y="6673850"/>
          <p14:tracePt t="9237" x="5753100" y="6667500"/>
          <p14:tracePt t="9254" x="5981700" y="6654800"/>
          <p14:tracePt t="9270" x="6070600" y="6642100"/>
          <p14:tracePt t="9286" x="6178550" y="6635750"/>
          <p14:tracePt t="9304" x="6197600" y="6635750"/>
          <p14:tracePt t="9320" x="6210300" y="6635750"/>
          <p14:tracePt t="9337" x="6210300" y="6642100"/>
          <p14:tracePt t="9369" x="6197600" y="6642100"/>
          <p14:tracePt t="9386" x="6178550" y="6642100"/>
          <p14:tracePt t="9403" x="6007100" y="6648450"/>
          <p14:tracePt t="9419" x="5930900" y="6648450"/>
          <p14:tracePt t="9437" x="5765800" y="6648450"/>
          <p14:tracePt t="9453" x="5549900" y="6648450"/>
          <p14:tracePt t="9469" x="5448300" y="6648450"/>
          <p14:tracePt t="9486" x="5283200" y="6667500"/>
          <p14:tracePt t="9502" x="5219700" y="6667500"/>
          <p14:tracePt t="9519" x="5156200" y="6680200"/>
          <p14:tracePt t="9536" x="5143500" y="6680200"/>
          <p14:tracePt t="9591" x="5156200" y="6680200"/>
          <p14:tracePt t="9604" x="5175250" y="6680200"/>
          <p14:tracePt t="9612" x="5207000" y="6680200"/>
          <p14:tracePt t="9626" x="5251450" y="6680200"/>
          <p14:tracePt t="9635" x="5302250" y="6680200"/>
          <p14:tracePt t="9652" x="5384800" y="6680200"/>
          <p14:tracePt t="9669" x="5556250" y="6680200"/>
          <p14:tracePt t="9685" x="5727700" y="6680200"/>
          <p14:tracePt t="9702" x="5778500" y="6680200"/>
          <p14:tracePt t="9719" x="5848350" y="6680200"/>
          <p14:tracePt t="9735" x="5867400" y="6680200"/>
          <p14:tracePt t="9752" x="5873750" y="6680200"/>
          <p14:tracePt t="10209" x="5880100" y="6680200"/>
          <p14:tracePt t="10279" x="5886450" y="6680200"/>
          <p14:tracePt t="10286" x="5892800" y="6680200"/>
          <p14:tracePt t="10302" x="5899150" y="6680200"/>
          <p14:tracePt t="10316" x="5930900" y="6667500"/>
          <p14:tracePt t="10333" x="5949950" y="6654800"/>
          <p14:tracePt t="10350" x="6026150" y="6623050"/>
          <p14:tracePt t="10366" x="6096000" y="6597650"/>
          <p14:tracePt t="10383" x="6223000" y="6515100"/>
          <p14:tracePt t="10399" x="6381750" y="6407150"/>
          <p14:tracePt t="10416" x="6470650" y="6318250"/>
          <p14:tracePt t="10433" x="6642100" y="6127750"/>
          <p14:tracePt t="10449" x="6794500" y="5880100"/>
          <p14:tracePt t="10465" x="6870700" y="5734050"/>
          <p14:tracePt t="10483" x="7004050" y="5448300"/>
          <p14:tracePt t="10499" x="7035800" y="5327650"/>
          <p14:tracePt t="10515" x="7105650" y="5143500"/>
          <p14:tracePt t="10532" x="7143750" y="5035550"/>
          <p14:tracePt t="10548" x="7169150" y="4972050"/>
          <p14:tracePt t="10565" x="7175500" y="4940300"/>
          <p14:tracePt t="10583" x="7188200" y="4889500"/>
          <p14:tracePt t="10598" x="7194550" y="4857750"/>
          <p14:tracePt t="10616" x="7200900" y="4838700"/>
          <p14:tracePt t="10632" x="7207250" y="4838700"/>
          <p14:tracePt t="10648" x="7207250" y="4826000"/>
          <p14:tracePt t="10665" x="7213600" y="4794250"/>
          <p14:tracePt t="10681" x="7219950" y="4781550"/>
          <p14:tracePt t="10698" x="7226300" y="4768850"/>
          <p14:tracePt t="10714" x="7232650" y="4749800"/>
          <p14:tracePt t="10731" x="7245350" y="4730750"/>
          <p14:tracePt t="10748" x="7251700" y="4718050"/>
          <p14:tracePt t="10765" x="7258050" y="4711700"/>
          <p14:tracePt t="10781" x="7264400" y="4692650"/>
          <p14:tracePt t="10799" x="7277100" y="4686300"/>
          <p14:tracePt t="10814" x="7283450" y="4679950"/>
          <p14:tracePt t="10831" x="7289800" y="4679950"/>
          <p14:tracePt t="10848" x="7296150" y="4673600"/>
          <p14:tracePt t="10864" x="7302500" y="4673600"/>
          <p14:tracePt t="10881" x="7315200" y="4667250"/>
          <p14:tracePt t="10897" x="7334250" y="4667250"/>
          <p14:tracePt t="10914" x="7340600" y="4667250"/>
          <p14:tracePt t="10931" x="7353300" y="4667250"/>
          <p14:tracePt t="10947" x="7404100" y="4679950"/>
          <p14:tracePt t="10964" x="7423150" y="4679950"/>
          <p14:tracePt t="10981" x="7454900" y="4692650"/>
          <p14:tracePt t="10997" x="7461250" y="4699000"/>
          <p14:tracePt t="11014" x="7473950" y="4705350"/>
          <p14:tracePt t="11031" x="7480300" y="4711700"/>
          <p14:tracePt t="11047" x="7480300" y="4718050"/>
          <p14:tracePt t="11064" x="7467600" y="4724400"/>
          <p14:tracePt t="11080" x="7435850" y="4743450"/>
          <p14:tracePt t="11097" x="7391400" y="4756150"/>
          <p14:tracePt t="11114" x="7270750" y="4781550"/>
          <p14:tracePt t="11130" x="7131050" y="4813300"/>
          <p14:tracePt t="11146" x="7048500" y="4826000"/>
          <p14:tracePt t="11164" x="6908800" y="4845050"/>
          <p14:tracePt t="11180" x="6800850" y="4851400"/>
          <p14:tracePt t="11196" x="6762750" y="4851400"/>
          <p14:tracePt t="11214" x="6692900" y="4857750"/>
          <p14:tracePt t="11230" x="6654800" y="4857750"/>
          <p14:tracePt t="11246" x="6635750" y="4864100"/>
          <p14:tracePt t="11263" x="6597650" y="4864100"/>
          <p14:tracePt t="11279" x="6584950" y="4864100"/>
          <p14:tracePt t="11282" x="6584950" y="4857750"/>
          <p14:tracePt t="11297" x="6565900" y="4857750"/>
          <p14:tracePt t="11312" x="6559550" y="4857750"/>
          <p14:tracePt t="11329" x="6559550" y="4851400"/>
          <p14:tracePt t="11346" x="6553200" y="4851400"/>
          <p14:tracePt t="11362" x="6546850" y="4851400"/>
          <p14:tracePt t="11480" x="6540500" y="4851400"/>
          <p14:tracePt t="11571" x="6534150" y="4857750"/>
          <p14:tracePt t="11579" x="6521450" y="4857750"/>
          <p14:tracePt t="11592" x="6508750" y="4864100"/>
          <p14:tracePt t="11599" x="6502400" y="4870450"/>
          <p14:tracePt t="11615" x="6483350" y="4870450"/>
          <p14:tracePt t="11628" x="6464300" y="4876800"/>
          <p14:tracePt t="11645" x="6394450" y="4883150"/>
          <p14:tracePt t="11662" x="6311900" y="4895850"/>
          <p14:tracePt t="11678" x="6261100" y="4895850"/>
          <p14:tracePt t="11695" x="6184900" y="4902200"/>
          <p14:tracePt t="11712" x="6134100" y="4902200"/>
          <p14:tracePt t="11728" x="6076950" y="4902200"/>
          <p14:tracePt t="11745" x="6038850" y="4908550"/>
          <p14:tracePt t="11761" x="6032500" y="4908550"/>
          <p14:tracePt t="11778" x="6026150" y="4908550"/>
          <p14:tracePt t="11901" x="6032500" y="4908550"/>
          <p14:tracePt t="11922" x="6038850" y="4908550"/>
          <p14:tracePt t="11964" x="6045200" y="4908550"/>
          <p14:tracePt t="12041" x="6051550" y="4908550"/>
          <p14:tracePt t="12435" x="6070600" y="4914900"/>
          <p14:tracePt t="12443" x="6108700" y="4933950"/>
          <p14:tracePt t="12456" x="6153150" y="4940300"/>
          <p14:tracePt t="12462" x="6203950" y="4946650"/>
          <p14:tracePt t="12478" x="6248400" y="4959350"/>
          <p14:tracePt t="12491" x="6350000" y="4972050"/>
          <p14:tracePt t="12509" x="6407150" y="4984750"/>
          <p14:tracePt t="12526" x="6483350" y="4984750"/>
          <p14:tracePt t="12542" x="6515100" y="4984750"/>
          <p14:tracePt t="12559" x="6559550" y="4984750"/>
          <p14:tracePt t="12575" x="6584950" y="4978400"/>
          <p14:tracePt t="12592" x="6591300" y="4978400"/>
          <p14:tracePt t="12609" x="6597650" y="4978400"/>
          <p14:tracePt t="12652" x="6591300" y="4978400"/>
          <p14:tracePt t="12702" x="6584950" y="4978400"/>
          <p14:tracePt t="12737" x="6578600" y="4978400"/>
          <p14:tracePt t="12842" x="6572250" y="4978400"/>
          <p14:tracePt t="12905" x="6565900" y="4978400"/>
          <p14:tracePt t="12947" x="6559550" y="4984750"/>
          <p14:tracePt t="12968" x="6553200" y="4984750"/>
          <p14:tracePt t="12975" x="6546850" y="4984750"/>
          <p14:tracePt t="12982" x="6540500" y="4984750"/>
          <p14:tracePt t="12996" x="6527800" y="4984750"/>
          <p14:tracePt t="13006" x="6508750" y="4984750"/>
          <p14:tracePt t="13024" x="6483350" y="4984750"/>
          <p14:tracePt t="13040" x="6394450" y="4978400"/>
          <p14:tracePt t="13057" x="6261100" y="4946650"/>
          <p14:tracePt t="13074" x="6108700" y="4940300"/>
          <p14:tracePt t="13090" x="6038850" y="4921250"/>
          <p14:tracePt t="13106" x="5975350" y="4908550"/>
          <p14:tracePt t="13123" x="5816600" y="4889500"/>
          <p14:tracePt t="13140" x="5765800" y="4883150"/>
          <p14:tracePt t="13158" x="5657850" y="4883150"/>
          <p14:tracePt t="13173" x="5607050" y="4883150"/>
          <p14:tracePt t="13190" x="5530850" y="4883150"/>
          <p14:tracePt t="13207" x="5480050" y="4883150"/>
          <p14:tracePt t="13223" x="5467350" y="4883150"/>
          <p14:tracePt t="13239" x="5454650" y="4883150"/>
          <p14:tracePt t="13257" x="5448300" y="4889500"/>
          <p14:tracePt t="13274" x="5441950" y="4889500"/>
          <p14:tracePt t="13308" x="5448300" y="4889500"/>
          <p14:tracePt t="13326" x="5454650" y="4889500"/>
          <p14:tracePt t="13340" x="5461000" y="4883150"/>
          <p14:tracePt t="13356" x="5486400" y="4883150"/>
          <p14:tracePt t="13373" x="5505450" y="4889500"/>
          <p14:tracePt t="13390" x="5594350" y="4895850"/>
          <p14:tracePt t="13405" x="5778500" y="4927600"/>
          <p14:tracePt t="13422" x="5892800" y="4933950"/>
          <p14:tracePt t="13439" x="6159500" y="4965700"/>
          <p14:tracePt t="13456" x="6286500" y="4991100"/>
          <p14:tracePt t="13472" x="6553200" y="5022850"/>
          <p14:tracePt t="13489" x="6781800" y="5041900"/>
          <p14:tracePt t="13505" x="6870700" y="5054600"/>
          <p14:tracePt t="13523" x="7010400" y="5054600"/>
          <p14:tracePt t="13538" x="7131050" y="5048250"/>
          <p14:tracePt t="13555" x="7169150" y="5041900"/>
          <p14:tracePt t="13572" x="7239000" y="5029200"/>
          <p14:tracePt t="13588" x="7315200" y="5003800"/>
          <p14:tracePt t="13605" x="7346950" y="4997450"/>
          <p14:tracePt t="13621" x="7410450" y="4984750"/>
          <p14:tracePt t="13638" x="7467600" y="4984750"/>
          <p14:tracePt t="13654" x="7505700" y="4984750"/>
          <p14:tracePt t="13672" x="7575550" y="4991100"/>
          <p14:tracePt t="13688" x="7600950" y="4991100"/>
          <p14:tracePt t="13705" x="7708900" y="4991100"/>
          <p14:tracePt t="13721" x="7740650" y="4997450"/>
          <p14:tracePt t="13738" x="7766050" y="4997450"/>
          <p14:tracePt t="13755" x="7829550" y="4997450"/>
          <p14:tracePt t="13771" x="7848600" y="4997450"/>
          <p14:tracePt t="13788" x="7867650" y="4997450"/>
          <p14:tracePt t="13804" x="7893050" y="4997450"/>
          <p14:tracePt t="13821" x="7912100" y="4997450"/>
          <p14:tracePt t="13824" x="7918450" y="4991100"/>
          <p14:tracePt t="13854" x="7924800" y="4991100"/>
          <p14:tracePt t="13870" x="7937500" y="4984750"/>
          <p14:tracePt t="13888" x="7937500" y="4978400"/>
          <p14:tracePt t="13904" x="7943850" y="4978400"/>
          <p14:tracePt t="13920" x="7950200" y="4978400"/>
          <p14:tracePt t="13957" x="7950200" y="4972050"/>
          <p14:tracePt t="13970" x="7956550" y="4972050"/>
          <p14:tracePt t="14021" x="7962900" y="4972050"/>
          <p14:tracePt t="14106" x="7956550" y="4972050"/>
          <p14:tracePt t="14127" x="7956550" y="4978400"/>
          <p14:tracePt t="14141" x="7950200" y="4978400"/>
          <p14:tracePt t="14148" x="7943850" y="4984750"/>
          <p14:tracePt t="14162" x="7937500" y="4984750"/>
          <p14:tracePt t="14169" x="7931150" y="4984750"/>
          <p14:tracePt t="14190" x="7912100" y="4991100"/>
          <p14:tracePt t="14203" x="7886700" y="4997450"/>
          <p14:tracePt t="14219" x="7829550" y="5003800"/>
          <p14:tracePt t="14236" x="7797800" y="5010150"/>
          <p14:tracePt t="14253" x="7727950" y="5029200"/>
          <p14:tracePt t="14269" x="7664450" y="5029200"/>
          <p14:tracePt t="14286" x="7645400" y="5029200"/>
          <p14:tracePt t="14303" x="7594600" y="5029200"/>
          <p14:tracePt t="14319" x="7550150" y="5016500"/>
          <p14:tracePt t="14336" x="7531100" y="5010150"/>
          <p14:tracePt t="14339" x="7512050" y="5003800"/>
          <p14:tracePt t="14353" x="7486650" y="4997450"/>
          <p14:tracePt t="14369" x="7473950" y="4991100"/>
          <p14:tracePt t="14386" x="7429500" y="4972050"/>
          <p14:tracePt t="14402" x="7423150" y="4965700"/>
          <p14:tracePt t="14418" x="7410450" y="4959350"/>
          <p14:tracePt t="14436" x="7404100" y="4953000"/>
          <p14:tracePt t="14468" x="7397750" y="4953000"/>
          <p14:tracePt t="14491" x="7391400" y="4946650"/>
          <p14:tracePt t="14737" x="7397750" y="4946650"/>
          <p14:tracePt t="14758" x="7397750" y="4953000"/>
          <p14:tracePt t="14801" x="7410450" y="4953000"/>
          <p14:tracePt t="14807" x="7416800" y="4959350"/>
          <p14:tracePt t="14821" x="7423150" y="4959350"/>
          <p14:tracePt t="14834" x="7429500" y="4965700"/>
          <p14:tracePt t="14851" x="7442200" y="4972050"/>
          <p14:tracePt t="14867" x="7473950" y="4978400"/>
          <p14:tracePt t="14884" x="7531100" y="4984750"/>
          <p14:tracePt t="14900" x="7626350" y="5003800"/>
          <p14:tracePt t="14917" x="7670800" y="5010150"/>
          <p14:tracePt t="14934" x="7772400" y="5022850"/>
          <p14:tracePt t="14950" x="7854950" y="5029200"/>
          <p14:tracePt t="14967" x="7893050" y="5029200"/>
          <p14:tracePt t="14984" x="7950200" y="5016500"/>
          <p14:tracePt t="15000" x="7975600" y="5010150"/>
          <p14:tracePt t="15017" x="8001000" y="4997450"/>
          <p14:tracePt t="15033" x="8013700" y="4991100"/>
          <p14:tracePt t="15088" x="8013700" y="4984750"/>
          <p14:tracePt t="15299" x="8007350" y="4984750"/>
          <p14:tracePt t="15320" x="8001000" y="4991100"/>
          <p14:tracePt t="15334" x="7994650" y="4997450"/>
          <p14:tracePt t="15341" x="7988300" y="4997450"/>
          <p14:tracePt t="15355" x="7975600" y="5003800"/>
          <p14:tracePt t="15365" x="7956550" y="5010150"/>
          <p14:tracePt t="15383" x="7886700" y="5029200"/>
          <p14:tracePt t="15398" x="7848600" y="5035550"/>
          <p14:tracePt t="15415" x="7740650" y="5054600"/>
          <p14:tracePt t="15432" x="7632700" y="5060950"/>
          <p14:tracePt t="15448" x="7581900" y="5067300"/>
          <p14:tracePt t="15465" x="7499350" y="5080000"/>
          <p14:tracePt t="15482" x="7448550" y="5080000"/>
          <p14:tracePt t="15498" x="7423150" y="5080000"/>
          <p14:tracePt t="15516" x="7391400" y="5080000"/>
          <p14:tracePt t="15531" x="7366000" y="5073650"/>
          <p14:tracePt t="15548" x="7359650" y="5073650"/>
          <p14:tracePt t="15566" x="7346950" y="5067300"/>
          <p14:tracePt t="15581" x="7334250" y="5060950"/>
          <p14:tracePt t="15598" x="7327900" y="5060950"/>
          <p14:tracePt t="15643" x="7321550" y="5060950"/>
          <p14:tracePt t="15720" x="7315200" y="5054600"/>
          <p14:tracePt t="15811" x="7321550" y="5054600"/>
          <p14:tracePt t="15846" x="7327900" y="5054600"/>
          <p14:tracePt t="15853" x="7334250" y="5054600"/>
          <p14:tracePt t="15864" x="7340600" y="5054600"/>
          <p14:tracePt t="15880" x="7346950" y="5054600"/>
          <p14:tracePt t="15896" x="7359650" y="5060950"/>
          <p14:tracePt t="15914" x="7385050" y="5060950"/>
          <p14:tracePt t="15931" x="7429500" y="5067300"/>
          <p14:tracePt t="15947" x="7473950" y="5073650"/>
          <p14:tracePt t="15963" x="7499350" y="5073650"/>
          <p14:tracePt t="15980" x="7588250" y="5086350"/>
          <p14:tracePt t="15997" x="7670800" y="5086350"/>
          <p14:tracePt t="16015" x="7727950" y="5086350"/>
          <p14:tracePt t="16030" x="7753350" y="5080000"/>
          <p14:tracePt t="16046" x="7785100" y="5073650"/>
          <p14:tracePt t="16064" x="7810500" y="5067300"/>
          <p14:tracePt t="16079" x="7823200" y="5060950"/>
          <p14:tracePt t="16096" x="7835900" y="5054600"/>
          <p14:tracePt t="16114" x="7848600" y="5048250"/>
          <p14:tracePt t="16147" x="7854950" y="5035550"/>
          <p14:tracePt t="16163" x="7861300" y="5035550"/>
          <p14:tracePt t="16204" x="7861300" y="5029200"/>
          <p14:tracePt t="16246" x="7861300" y="5022850"/>
          <p14:tracePt t="16352" x="7867650" y="5016500"/>
          <p14:tracePt t="16443" x="7861300" y="5022850"/>
          <p14:tracePt t="16478" x="7854950" y="5022850"/>
          <p14:tracePt t="16485" x="7854950" y="5029200"/>
          <p14:tracePt t="16494" x="7848600" y="5029200"/>
          <p14:tracePt t="16511" x="7842250" y="5029200"/>
          <p14:tracePt t="16529" x="7829550" y="5035550"/>
          <p14:tracePt t="16545" x="7823200" y="5041900"/>
          <p14:tracePt t="16563" x="7734300" y="5054600"/>
          <p14:tracePt t="16578" x="7689850" y="5060950"/>
          <p14:tracePt t="16594" x="7639050" y="5060950"/>
          <p14:tracePt t="16611" x="7518400" y="5080000"/>
          <p14:tracePt t="16627" x="7429500" y="5080000"/>
          <p14:tracePt t="16645" x="7378700" y="5080000"/>
          <p14:tracePt t="16661" x="7327900" y="5080000"/>
          <p14:tracePt t="16678" x="7296150" y="5080000"/>
          <p14:tracePt t="16694" x="7283450" y="5080000"/>
          <p14:tracePt t="16711" x="7270750" y="5086350"/>
          <p14:tracePt t="16727" x="7264400" y="5086350"/>
          <p14:tracePt t="16878" x="7264400" y="5080000"/>
          <p14:tracePt t="16949" x="7264400" y="5073650"/>
          <p14:tracePt t="16955" x="7270750" y="5073650"/>
          <p14:tracePt t="16978" x="7277100" y="5067300"/>
          <p14:tracePt t="17005" x="7283450" y="5067300"/>
          <p14:tracePt t="17018" x="7289800" y="5067300"/>
          <p14:tracePt t="17025" x="7296150" y="5067300"/>
          <p14:tracePt t="17046" x="7302500" y="5067300"/>
          <p14:tracePt t="17054" x="7308850" y="5067300"/>
          <p14:tracePt t="17068" x="7327900" y="5067300"/>
          <p14:tracePt t="17077" x="7346950" y="5067300"/>
          <p14:tracePt t="17092" x="7378700" y="5067300"/>
          <p14:tracePt t="17110" x="7416800" y="5060950"/>
          <p14:tracePt t="17126" x="7550150" y="5048250"/>
          <p14:tracePt t="17143" x="7600950" y="5041900"/>
          <p14:tracePt t="17160" x="7696200" y="5022850"/>
          <p14:tracePt t="17176" x="7740650" y="5016500"/>
          <p14:tracePt t="17193" x="7785100" y="5010150"/>
          <p14:tracePt t="17209" x="7829550" y="4997450"/>
          <p14:tracePt t="17225" x="7835900" y="4991100"/>
          <p14:tracePt t="17243" x="7848600" y="4984750"/>
          <p14:tracePt t="17300" x="7848600" y="4978400"/>
          <p14:tracePt t="17468" x="7842250" y="4984750"/>
          <p14:tracePt t="17489" x="7835900" y="4984750"/>
          <p14:tracePt t="17496" x="7823200" y="4984750"/>
          <p14:tracePt t="17511" x="7816850" y="4984750"/>
          <p14:tracePt t="17524" x="7804150" y="4984750"/>
          <p14:tracePt t="17541" x="7766050" y="4978400"/>
          <p14:tracePt t="17558" x="7734300" y="4978400"/>
          <p14:tracePt t="17574" x="7658100" y="4959350"/>
          <p14:tracePt t="17591" x="7562850" y="4959350"/>
          <p14:tracePt t="17608" x="7486650" y="4953000"/>
          <p14:tracePt t="17624" x="7442200" y="4946650"/>
          <p14:tracePt t="17641" x="7372350" y="4933950"/>
          <p14:tracePt t="17658" x="7308850" y="4933950"/>
          <p14:tracePt t="17674" x="7277100" y="4927600"/>
          <p14:tracePt t="17691" x="7239000" y="4921250"/>
          <p14:tracePt t="17707" x="7219950" y="4921250"/>
          <p14:tracePt t="17724" x="7213600" y="4921250"/>
          <p14:tracePt t="17741" x="7207250" y="4914900"/>
          <p14:tracePt t="17757" x="7200900" y="4914900"/>
          <p14:tracePt t="17773" x="7200900" y="4908550"/>
          <p14:tracePt t="17890" x="7207250" y="4908550"/>
          <p14:tracePt t="17896" x="7213600" y="4908550"/>
          <p14:tracePt t="17910" x="7219950" y="4908550"/>
          <p14:tracePt t="17924" x="7226300" y="4908550"/>
          <p14:tracePt t="17939" x="7239000" y="4914900"/>
          <p14:tracePt t="17957" x="7258050" y="4914900"/>
          <p14:tracePt t="17975" x="7321550" y="4927600"/>
          <p14:tracePt t="17990" x="7410450" y="4940300"/>
          <p14:tracePt t="18006" x="7480300" y="4946650"/>
          <p14:tracePt t="18023" x="7594600" y="4959350"/>
          <p14:tracePt t="18039" x="7696200" y="4959350"/>
          <p14:tracePt t="18056" x="7740650" y="4959350"/>
          <p14:tracePt t="18073" x="7797800" y="4959350"/>
          <p14:tracePt t="18089" x="7810500" y="4959350"/>
          <p14:tracePt t="18107" x="7835900" y="4959350"/>
          <p14:tracePt t="18122" x="7842250" y="4953000"/>
          <p14:tracePt t="18795" x="7835900" y="4953000"/>
          <p14:tracePt t="18802" x="7829550" y="4953000"/>
          <p14:tracePt t="18809" x="7804150" y="4953000"/>
          <p14:tracePt t="18823" x="7766050" y="4953000"/>
          <p14:tracePt t="18837" x="7740650" y="4946650"/>
          <p14:tracePt t="18853" x="7645400" y="4933950"/>
          <p14:tracePt t="18869" x="7594600" y="4927600"/>
          <p14:tracePt t="18873" x="7543800" y="4927600"/>
          <p14:tracePt t="18886" x="7486650" y="4927600"/>
          <p14:tracePt t="18903" x="7397750" y="4921250"/>
          <p14:tracePt t="18919" x="7359650" y="4921250"/>
          <p14:tracePt t="18936" x="7308850" y="4914900"/>
          <p14:tracePt t="18953" x="7277100" y="4908550"/>
          <p14:tracePt t="18970" x="7258050" y="4908550"/>
          <p14:tracePt t="19003" x="7251700" y="4908550"/>
          <p14:tracePt t="19076" x="7251700" y="4902200"/>
          <p14:tracePt t="19090" x="7258050" y="4902200"/>
          <p14:tracePt t="19104" x="7264400" y="4902200"/>
          <p14:tracePt t="19125" x="7270750" y="4902200"/>
          <p14:tracePt t="19132" x="7283450" y="4902200"/>
          <p14:tracePt t="19146" x="7289800" y="4902200"/>
          <p14:tracePt t="19155" x="7302500" y="4902200"/>
          <p14:tracePt t="19168" x="7321550" y="4902200"/>
          <p14:tracePt t="19185" x="7385050" y="4902200"/>
          <p14:tracePt t="19203" x="7480300" y="4902200"/>
          <p14:tracePt t="19219" x="7518400" y="4902200"/>
          <p14:tracePt t="19235" x="7569200" y="4889500"/>
          <p14:tracePt t="19252" x="7639050" y="4889500"/>
          <p14:tracePt t="19269" x="7670800" y="4883150"/>
          <p14:tracePt t="19286" x="7702550" y="4883150"/>
          <p14:tracePt t="19301" x="7708900" y="4883150"/>
          <p14:tracePt t="19336" x="7715250" y="4883150"/>
          <p14:tracePt t="19427" x="7708900" y="4883150"/>
          <p14:tracePt t="19435" x="7702550" y="4883150"/>
          <p14:tracePt t="19441" x="7689850" y="4883150"/>
          <p14:tracePt t="19455" x="7670800" y="4883150"/>
          <p14:tracePt t="19468" x="7651750" y="4883150"/>
          <p14:tracePt t="19484" x="7575550" y="4883150"/>
          <p14:tracePt t="19501" x="7505700" y="4883150"/>
          <p14:tracePt t="19518" x="7391400" y="4883150"/>
          <p14:tracePt t="19535" x="7264400" y="4876800"/>
          <p14:tracePt t="19551" x="7213600" y="4876800"/>
          <p14:tracePt t="19568" x="7131050" y="4876800"/>
          <p14:tracePt t="19584" x="7099300" y="4876800"/>
          <p14:tracePt t="19601" x="7080250" y="4876800"/>
          <p14:tracePt t="19617" x="7061200" y="4876800"/>
          <p14:tracePt t="19634" x="7054850" y="4876800"/>
          <p14:tracePt t="19651" x="7048500" y="4876800"/>
          <p14:tracePt t="20278" x="7029450" y="4876800"/>
          <p14:tracePt t="20285" x="7004050" y="4876800"/>
          <p14:tracePt t="20301" x="6972300" y="4876800"/>
          <p14:tracePt t="20315" x="6915150" y="4889500"/>
          <p14:tracePt t="20332" x="6877050" y="4889500"/>
          <p14:tracePt t="20349" x="6819900" y="4902200"/>
          <p14:tracePt t="20365" x="6775450" y="4914900"/>
          <p14:tracePt t="20381" x="6705600" y="4940300"/>
          <p14:tracePt t="20398" x="6616700" y="4972050"/>
          <p14:tracePt t="20415" x="6578600" y="4991100"/>
          <p14:tracePt t="20432" x="6477000" y="5035550"/>
          <p14:tracePt t="20448" x="6388100" y="5086350"/>
          <p14:tracePt t="20464" x="6330950" y="5124450"/>
          <p14:tracePt t="20481" x="6229350" y="5187950"/>
          <p14:tracePt t="20498" x="6140450" y="5251450"/>
          <p14:tracePt t="20514" x="6102350" y="5289550"/>
          <p14:tracePt t="20531" x="6038850" y="5327650"/>
          <p14:tracePt t="20547" x="5981700" y="5372100"/>
          <p14:tracePt t="20564" x="5969000" y="5391150"/>
          <p14:tracePt t="20581" x="5956300" y="5397500"/>
          <p14:tracePt t="20597" x="5943600" y="5410200"/>
          <p14:tracePt t="20615" x="5937250" y="5416550"/>
          <p14:tracePt t="20647" x="5937250" y="5422900"/>
          <p14:tracePt t="20664" x="5956300" y="5422900"/>
          <p14:tracePt t="20680" x="5969000" y="5422900"/>
          <p14:tracePt t="20697" x="5994400" y="5422900"/>
          <p14:tracePt t="20714" x="6089650" y="5416550"/>
          <p14:tracePt t="20730" x="6210300" y="5384800"/>
          <p14:tracePt t="20747" x="6286500" y="5359400"/>
          <p14:tracePt t="20763" x="6445250" y="5308600"/>
          <p14:tracePt t="20780" x="6616700" y="5245100"/>
          <p14:tracePt t="20798" x="6750050" y="5207000"/>
          <p14:tracePt t="20813" x="6794500" y="5187950"/>
          <p14:tracePt t="20830" x="6858000" y="5168900"/>
          <p14:tracePt t="20847" x="6889750" y="5162550"/>
          <p14:tracePt t="20863" x="6908800" y="5156200"/>
          <p14:tracePt t="20880" x="6927850" y="5149850"/>
          <p14:tracePt t="20897" x="6946900" y="5143500"/>
          <p14:tracePt t="20913" x="6953250" y="5137150"/>
          <p14:tracePt t="20929" x="6959600" y="5137150"/>
          <p14:tracePt t="20946" x="6985000" y="5130800"/>
          <p14:tracePt t="20963" x="6997700" y="5124450"/>
          <p14:tracePt t="20980" x="7016750" y="5118100"/>
          <p14:tracePt t="20996" x="7035800" y="5118100"/>
          <p14:tracePt t="21013" x="7073900" y="5118100"/>
          <p14:tracePt t="21030" x="7137400" y="5118100"/>
          <p14:tracePt t="21046" x="7194550" y="5118100"/>
          <p14:tracePt t="21062" x="7308850" y="5124450"/>
          <p14:tracePt t="21079" x="7461250" y="5124450"/>
          <p14:tracePt t="21095" x="7537450" y="5124450"/>
          <p14:tracePt t="21112" x="7683500" y="5130800"/>
          <p14:tracePt t="21129" x="7823200" y="5143500"/>
          <p14:tracePt t="21145" x="7874000" y="5137150"/>
          <p14:tracePt t="21163" x="7924800" y="5130800"/>
          <p14:tracePt t="21179" x="7950200" y="5124450"/>
          <p14:tracePt t="21219" x="7950200" y="5118100"/>
          <p14:tracePt t="21247" x="7943850" y="5111750"/>
          <p14:tracePt t="21282" x="7937500" y="5111750"/>
          <p14:tracePt t="21296" x="7924800" y="5111750"/>
          <p14:tracePt t="21310" x="7905750" y="5111750"/>
          <p14:tracePt t="21317" x="7874000" y="5105400"/>
          <p14:tracePt t="21331" x="7823200" y="5099050"/>
          <p14:tracePt t="21345" x="7766050" y="5086350"/>
          <p14:tracePt t="21362" x="7600950" y="5060950"/>
          <p14:tracePt t="21378" x="7499350" y="5048250"/>
          <p14:tracePt t="21395" x="7270750" y="5035550"/>
          <p14:tracePt t="21411" x="7067550" y="5029200"/>
          <p14:tracePt t="21427" x="6978650" y="5029200"/>
          <p14:tracePt t="21444" x="6832600" y="5029200"/>
          <p14:tracePt t="21461" x="6781800" y="5029200"/>
          <p14:tracePt t="21478" x="6711950" y="5035550"/>
          <p14:tracePt t="21494" x="6699250" y="5041900"/>
          <p14:tracePt t="21511" x="6673850" y="5048250"/>
          <p14:tracePt t="21528" x="6667500" y="5048250"/>
          <p14:tracePt t="21560" x="6667500" y="5054600"/>
          <p14:tracePt t="21577" x="6661150" y="5067300"/>
          <p14:tracePt t="21619" x="6654800" y="5073650"/>
          <p14:tracePt t="21633" x="6654800" y="5080000"/>
          <p14:tracePt t="21643" x="6648450" y="5105400"/>
          <p14:tracePt t="21661" x="6623050" y="5187950"/>
          <p14:tracePt t="21677" x="6604000" y="5251450"/>
          <p14:tracePt t="21694" x="6546850" y="5461000"/>
          <p14:tracePt t="21711" x="6445250" y="5715000"/>
          <p14:tracePt t="21726" x="6381750" y="5880100"/>
          <p14:tracePt t="21743" x="6280150" y="6153150"/>
          <p14:tracePt t="21760" x="6191250" y="6375400"/>
          <p14:tracePt t="21776" x="6153150" y="6457950"/>
          <p14:tracePt t="21793" x="6083300" y="6604000"/>
          <p14:tracePt t="21810" x="6038850" y="6692900"/>
          <p14:tracePt t="21826" x="6013450" y="6724650"/>
          <p14:tracePt t="21844" x="5988050" y="6769100"/>
          <p14:tracePt t="21860" x="5975350" y="6788150"/>
          <p14:tracePt t="21876" x="5969000" y="6800850"/>
          <p14:tracePt t="21909" x="5969000" y="6807200"/>
          <p14:tracePt t="21930" x="5962650" y="6807200"/>
          <p14:tracePt t="21949" x="5949950" y="6807200"/>
          <p14:tracePt t="21970" x="5937250" y="6800850"/>
          <p14:tracePt t="21984" x="5930900" y="6800850"/>
          <p14:tracePt t="21993" x="5911850" y="6794500"/>
          <p14:tracePt t="22009" x="5886450" y="6788150"/>
          <p14:tracePt t="22026" x="5822950" y="6769100"/>
          <p14:tracePt t="22043" x="5740400" y="6756400"/>
          <p14:tracePt t="22059" x="5689600" y="6737350"/>
          <p14:tracePt t="22076" x="5581650" y="6718300"/>
          <p14:tracePt t="22092" x="5448300" y="6699250"/>
          <p14:tracePt t="22109" x="5384800" y="6699250"/>
          <p14:tracePt t="22126" x="5232400" y="6692900"/>
          <p14:tracePt t="22142" x="5099050" y="6692900"/>
          <p14:tracePt t="22159" x="5035550" y="6705600"/>
          <p14:tracePt t="22175" x="4965700" y="6718300"/>
          <p14:tracePt t="22192" x="4914900" y="6737350"/>
          <p14:tracePt t="22209" x="4889500" y="6743700"/>
          <p14:tracePt t="22225" x="4883150" y="6743700"/>
          <p14:tracePt t="22342" x="4883150" y="6750050"/>
          <p14:tracePt t="22364" x="4895850" y="6750050"/>
          <p14:tracePt t="22371" x="4908550" y="6750050"/>
          <p14:tracePt t="22384" x="4927600" y="6743700"/>
          <p14:tracePt t="22394" x="4959350" y="6743700"/>
          <p14:tracePt t="22408" x="5003800" y="6743700"/>
          <p14:tracePt t="22425" x="5156200" y="6737350"/>
          <p14:tracePt t="22441" x="5378450" y="6711950"/>
          <p14:tracePt t="22458" x="5492750" y="6692900"/>
          <p14:tracePt t="22474" x="5607050" y="6692900"/>
          <p14:tracePt t="22491" x="5899150" y="6661150"/>
          <p14:tracePt t="22507" x="5949950" y="6654800"/>
          <p14:tracePt t="22525" x="6045200" y="6642100"/>
          <p14:tracePt t="22541" x="6064250" y="6635750"/>
          <p14:tracePt t="22557" x="6089650" y="6635750"/>
          <p14:tracePt t="22735" x="6096000" y="6642100"/>
          <p14:tracePt t="22742" x="6108700" y="6642100"/>
          <p14:tracePt t="22758" x="6121400" y="6648450"/>
          <p14:tracePt t="22763" x="6127750" y="6648450"/>
          <p14:tracePt t="22773" x="6146800" y="6648450"/>
          <p14:tracePt t="22790" x="6172200" y="6654800"/>
          <p14:tracePt t="22807" x="6229350" y="6667500"/>
          <p14:tracePt t="22823" x="6273800" y="6680200"/>
          <p14:tracePt t="22840" x="6356350" y="6692900"/>
          <p14:tracePt t="22856" x="6426200" y="6699250"/>
          <p14:tracePt t="22874" x="6445250" y="6699250"/>
          <p14:tracePt t="22890" x="6470650" y="6699250"/>
          <p14:tracePt t="22906" x="6477000" y="6699250"/>
          <p14:tracePt t="22923" x="6483350" y="6699250"/>
          <p14:tracePt t="22995" x="6489700" y="6699250"/>
          <p14:tracePt t="23115" x="6483350" y="6699250"/>
          <p14:tracePt t="23142" x="6477000" y="6699250"/>
          <p14:tracePt t="23164" x="6470650" y="6705600"/>
          <p14:tracePt t="24319" x="6457950" y="6692900"/>
          <p14:tracePt t="24326" x="6426200" y="6661150"/>
          <p14:tracePt t="24340" x="6394450" y="6635750"/>
          <p14:tracePt t="24350" x="6350000" y="6604000"/>
          <p14:tracePt t="24368" x="6299200" y="6553200"/>
          <p14:tracePt t="24384" x="6184900" y="6477000"/>
          <p14:tracePt t="24401" x="6070600" y="6413500"/>
          <p14:tracePt t="24418" x="5924550" y="6350000"/>
          <p14:tracePt t="24434" x="5842000" y="6324600"/>
          <p14:tracePt t="24437" x="5753100" y="6292850"/>
          <p14:tracePt t="24450" x="5657850" y="6273800"/>
          <p14:tracePt t="24467" x="5492750" y="6229350"/>
          <p14:tracePt t="24484" x="5397500" y="6203950"/>
          <p14:tracePt t="24502" x="5238750" y="6159500"/>
          <p14:tracePt t="24517" x="5048250" y="6121400"/>
          <p14:tracePt t="24534" x="4959350" y="6108700"/>
          <p14:tracePt t="24551" x="4775200" y="6089650"/>
          <p14:tracePt t="24567" x="4699000" y="6070600"/>
          <p14:tracePt t="24583" x="4540250" y="6019800"/>
          <p14:tracePt t="24600" x="4381500" y="5969000"/>
          <p14:tracePt t="24617" x="4324350" y="5956300"/>
          <p14:tracePt t="24633" x="4203700" y="5937250"/>
          <p14:tracePt t="24650" x="4133850" y="5899150"/>
          <p14:tracePt t="24666" x="4102100" y="5892800"/>
          <p14:tracePt t="24684" x="4057650" y="5873750"/>
          <p14:tracePt t="24700" x="4013200" y="5867400"/>
          <p14:tracePt t="24716" x="3987800" y="5861050"/>
          <p14:tracePt t="24733" x="3956050" y="5835650"/>
          <p14:tracePt t="24750" x="3924300" y="5822950"/>
          <p14:tracePt t="24766" x="3905250" y="5816600"/>
          <p14:tracePt t="24783" x="3879850" y="5810250"/>
          <p14:tracePt t="24799" x="3867150" y="5803900"/>
          <p14:tracePt t="24839" x="3860800" y="5803900"/>
          <p14:tracePt t="24867" x="3860800" y="5810250"/>
          <p14:tracePt t="24888" x="3860800" y="5822950"/>
          <p14:tracePt t="24902" x="3854450" y="5829300"/>
          <p14:tracePt t="24923" x="3848100" y="5848350"/>
          <p14:tracePt t="24930" x="3848100" y="5861050"/>
          <p14:tracePt t="24937" x="3848100" y="5886450"/>
          <p14:tracePt t="24952" x="3841750" y="5899150"/>
          <p14:tracePt t="24965" x="3841750" y="5924550"/>
          <p14:tracePt t="24982" x="3841750" y="5975350"/>
          <p14:tracePt t="24999" x="3841750" y="6013450"/>
          <p14:tracePt t="25015" x="3848100" y="6026150"/>
          <p14:tracePt t="25032" x="3854450" y="6045200"/>
          <p14:tracePt t="25049" x="3854450" y="6057900"/>
          <p14:tracePt t="25082" x="3873500" y="6070600"/>
          <p14:tracePt t="25099" x="3905250" y="6089650"/>
          <p14:tracePt t="25115" x="3924300" y="6102350"/>
          <p14:tracePt t="25132" x="3956050" y="6115050"/>
          <p14:tracePt t="25148" x="4095750" y="6210300"/>
          <p14:tracePt t="25164" x="4146550" y="6235700"/>
          <p14:tracePt t="25182" x="4241800" y="6299200"/>
          <p14:tracePt t="25198" x="4273550" y="6330950"/>
          <p14:tracePt t="25215" x="4330700" y="6375400"/>
          <p14:tracePt t="25232" x="4356100" y="6407150"/>
          <p14:tracePt t="25248" x="4362450" y="6426200"/>
          <p14:tracePt t="25264" x="4368800" y="6451600"/>
          <p14:tracePt t="25281" x="4368800" y="6464300"/>
          <p14:tracePt t="25298" x="4368800" y="6470650"/>
          <p14:tracePt t="25314" x="4362450" y="6483350"/>
          <p14:tracePt t="25332" x="4343400" y="6489700"/>
          <p14:tracePt t="25349" x="4330700" y="6496050"/>
          <p14:tracePt t="25365" x="4292600" y="6515100"/>
          <p14:tracePt t="25381" x="4229100" y="6527800"/>
          <p14:tracePt t="25397" x="4191000" y="6540500"/>
          <p14:tracePt t="25415" x="4083050" y="6559550"/>
          <p14:tracePt t="25431" x="3975100" y="6565900"/>
          <p14:tracePt t="25447" x="3911600" y="6572250"/>
          <p14:tracePt t="25464" x="3803650" y="6584950"/>
          <p14:tracePt t="25480" x="3752850" y="6584950"/>
          <p14:tracePt t="25497" x="3708400" y="6584950"/>
          <p14:tracePt t="25514" x="3695700" y="6584950"/>
          <p14:tracePt t="25530" x="3689350" y="6584950"/>
          <p14:tracePt t="25569" x="3695700" y="6584950"/>
          <p14:tracePt t="25583" x="3714750" y="6584950"/>
          <p14:tracePt t="25589" x="3740150" y="6584950"/>
          <p14:tracePt t="25604" x="3771900" y="6584950"/>
          <p14:tracePt t="25613" x="3829050" y="6578600"/>
          <p14:tracePt t="25630" x="3917950" y="6578600"/>
          <p14:tracePt t="25647" x="4121150" y="6578600"/>
          <p14:tracePt t="25663" x="4324350" y="6578600"/>
          <p14:tracePt t="25681" x="4489450" y="6565900"/>
          <p14:tracePt t="25696" x="4527550" y="6565900"/>
          <p14:tracePt t="25713" x="4572000" y="6559550"/>
          <p14:tracePt t="25765" x="4572000" y="6565900"/>
          <p14:tracePt t="25772" x="4565650" y="6565900"/>
          <p14:tracePt t="25780" x="4559300" y="6565900"/>
          <p14:tracePt t="25795" x="4546600" y="6565900"/>
          <p14:tracePt t="25813" x="4514850" y="6578600"/>
          <p14:tracePt t="25829" x="4457700" y="6584950"/>
          <p14:tracePt t="25846" x="4375150" y="6597650"/>
          <p14:tracePt t="25863" x="4292600" y="6623050"/>
          <p14:tracePt t="25880" x="4260850" y="6635750"/>
          <p14:tracePt t="25895" x="4229100" y="6648450"/>
          <p14:tracePt t="25913" x="4210050" y="6654800"/>
          <p14:tracePt t="25929" x="4203700" y="6654800"/>
          <p14:tracePt t="25945" x="4197350" y="6654800"/>
          <p14:tracePt t="25976" x="4197350" y="6661150"/>
          <p14:tracePt t="25983" x="4203700" y="6661150"/>
          <p14:tracePt t="25995" x="4216400" y="6661150"/>
          <p14:tracePt t="26012" x="4254500" y="6661150"/>
          <p14:tracePt t="26028" x="4292600" y="6667500"/>
          <p14:tracePt t="26047" x="4400550" y="6667500"/>
          <p14:tracePt t="26062" x="4527550" y="6667500"/>
          <p14:tracePt t="26079" x="4591050" y="6667500"/>
          <p14:tracePt t="26095" x="4679950" y="6667500"/>
          <p14:tracePt t="26112" x="4724400" y="6667500"/>
          <p14:tracePt t="26145" x="4730750" y="6667500"/>
          <p14:tracePt t="26186" x="4724400" y="6667500"/>
          <p14:tracePt t="26193" x="4699000" y="6667500"/>
          <p14:tracePt t="26200" x="4673600" y="6667500"/>
          <p14:tracePt t="26214" x="4635500" y="6667500"/>
          <p14:tracePt t="26228" x="4584700" y="6667500"/>
          <p14:tracePt t="26244" x="4457700" y="6667500"/>
          <p14:tracePt t="26261" x="4394200" y="6667500"/>
          <p14:tracePt t="26278" x="4298950" y="6673850"/>
          <p14:tracePt t="26295" x="4241800" y="6673850"/>
          <p14:tracePt t="26311" x="4216400" y="6673850"/>
          <p14:tracePt t="26328" x="4210050" y="6673850"/>
          <p14:tracePt t="26344" x="4203700" y="6673850"/>
          <p14:tracePt t="26404" x="4197350" y="6673850"/>
          <p14:tracePt t="26537" x="4203700" y="6667500"/>
          <p14:tracePt t="26565" x="4203700" y="6661150"/>
          <p14:tracePt t="26586" x="4197350" y="6654800"/>
          <p14:tracePt t="26595" x="4191000" y="6648450"/>
          <p14:tracePt t="26608" x="4191000" y="6642100"/>
          <p14:tracePt t="26615" x="4184650" y="6642100"/>
          <p14:tracePt t="26626" x="4178300" y="6635750"/>
          <p14:tracePt t="26643" x="4171950" y="6623050"/>
          <p14:tracePt t="26660" x="4165600" y="6623050"/>
          <p14:tracePt t="26676" x="4152900" y="6610350"/>
          <p14:tracePt t="26693" x="4102100" y="6572250"/>
          <p14:tracePt t="26709" x="4083050" y="6559550"/>
          <p14:tracePt t="26727" x="4051300" y="6540500"/>
          <p14:tracePt t="26743" x="4025900" y="6534150"/>
          <p14:tracePt t="26759" x="3994150" y="6521450"/>
          <p14:tracePt t="26776" x="3968750" y="6515100"/>
          <p14:tracePt t="26793" x="3962400" y="6515100"/>
          <p14:tracePt t="26809" x="3949700" y="6508750"/>
          <p14:tracePt t="26826" x="3943350" y="6508750"/>
          <p14:tracePt t="26973" x="3943350" y="6502400"/>
          <p14:tracePt t="27304" x="3930650" y="6502400"/>
          <p14:tracePt t="27317" x="3911600" y="6502400"/>
          <p14:tracePt t="27327" x="3892550" y="6502400"/>
          <p14:tracePt t="27340" x="3873500" y="6502400"/>
          <p14:tracePt t="27357" x="3854450" y="6502400"/>
          <p14:tracePt t="27374" x="3778250" y="6515100"/>
          <p14:tracePt t="27390" x="3740150" y="6515100"/>
          <p14:tracePt t="27407" x="3714750" y="6515100"/>
          <p14:tracePt t="27424" x="3644900" y="6534150"/>
          <p14:tracePt t="27440" x="3562350" y="6559550"/>
          <p14:tracePt t="27444" x="3505200" y="6559550"/>
          <p14:tracePt t="27460" x="3467100" y="6565900"/>
          <p14:tracePt t="27473" x="3429000" y="6565900"/>
          <p14:tracePt t="27490" x="3346450" y="6584950"/>
          <p14:tracePt t="27507" x="3302000" y="6591300"/>
          <p14:tracePt t="27523" x="3289300" y="6591300"/>
          <p14:tracePt t="27540" x="3276600" y="6597650"/>
          <p14:tracePt t="27557" x="3270250" y="6597650"/>
          <p14:tracePt t="27590" x="3276600" y="6597650"/>
          <p14:tracePt t="27619" x="3289300" y="6597650"/>
          <p14:tracePt t="27626" x="3308350" y="6597650"/>
          <p14:tracePt t="27640" x="3333750" y="6597650"/>
          <p14:tracePt t="27656" x="3390900" y="6616700"/>
          <p14:tracePt t="27673" x="3422650" y="6616700"/>
          <p14:tracePt t="27690" x="3511550" y="6616700"/>
          <p14:tracePt t="27706" x="3549650" y="6610350"/>
          <p14:tracePt t="27723" x="3670300" y="6597650"/>
          <p14:tracePt t="27739" x="3790950" y="6546850"/>
          <p14:tracePt t="27756" x="3848100" y="6527800"/>
          <p14:tracePt t="27772" x="3962400" y="6470650"/>
          <p14:tracePt t="27789" x="4032250" y="6413500"/>
          <p14:tracePt t="27806" x="4064000" y="6381750"/>
          <p14:tracePt t="27823" x="4114800" y="6311900"/>
          <p14:tracePt t="27839" x="4121150" y="6267450"/>
          <p14:tracePt t="27855" x="4121150" y="6261100"/>
          <p14:tracePt t="27872" x="4108450" y="6216650"/>
          <p14:tracePt t="27888" x="4064000" y="6172200"/>
          <p14:tracePt t="27905" x="4038600" y="6146800"/>
          <p14:tracePt t="27922" x="3937000" y="6096000"/>
          <p14:tracePt t="27939" x="3816350" y="6045200"/>
          <p14:tracePt t="27957" x="3683000" y="6019800"/>
          <p14:tracePt t="27971" x="3613150" y="6000750"/>
          <p14:tracePt t="27988" x="3562350" y="5988050"/>
          <p14:tracePt t="28006" x="3352800" y="6000750"/>
          <p14:tracePt t="28022" x="3302000" y="6019800"/>
          <p14:tracePt t="28038" x="3244850" y="6038850"/>
          <p14:tracePt t="28055" x="3206750" y="6045200"/>
          <p14:tracePt t="28071" x="3187700" y="6057900"/>
          <p14:tracePt t="28111" x="3181350" y="6057900"/>
          <p14:tracePt t="28201" x="3175000" y="6051550"/>
          <p14:tracePt t="28209" x="3168650" y="6051550"/>
          <p14:tracePt t="28220" x="3155950" y="6045200"/>
          <p14:tracePt t="28238" x="3136900" y="6026150"/>
          <p14:tracePt t="28254" x="3124200" y="6019800"/>
          <p14:tracePt t="28271" x="3105150" y="6013450"/>
          <p14:tracePt t="28287" x="3054350" y="5962650"/>
          <p14:tracePt t="28304" x="3041650" y="5943600"/>
          <p14:tracePt t="28321" x="3016250" y="5905500"/>
          <p14:tracePt t="28338" x="3009900" y="5892800"/>
          <p14:tracePt t="28354" x="3003550" y="5873750"/>
          <p14:tracePt t="28371" x="2997200" y="5867400"/>
          <p14:tracePt t="28387" x="2997200" y="5861050"/>
          <p14:tracePt t="28405" x="2997200" y="5854700"/>
          <p14:tracePt t="28420" x="2997200" y="5835650"/>
          <p14:tracePt t="28437" x="2997200" y="5822950"/>
          <p14:tracePt t="28454" x="3003550" y="5810250"/>
          <p14:tracePt t="28470" x="3003550" y="5791200"/>
          <p14:tracePt t="28487" x="3003550" y="5784850"/>
          <p14:tracePt t="28504" x="3003550" y="5778500"/>
          <p14:tracePt t="28519" x="3003550" y="5772150"/>
          <p14:tracePt t="28540" x="3003550" y="5765800"/>
          <p14:tracePt t="28629" x="3009900" y="5765800"/>
          <p14:tracePt t="28637" x="3022600" y="5765800"/>
          <p14:tracePt t="28651" x="3028950" y="5765800"/>
          <p14:tracePt t="28658" x="3048000" y="5772150"/>
          <p14:tracePt t="28673" x="3073400" y="5778500"/>
          <p14:tracePt t="28687" x="3117850" y="5784850"/>
          <p14:tracePt t="28703" x="3289300" y="5822950"/>
          <p14:tracePt t="28719" x="3390900" y="5848350"/>
          <p14:tracePt t="28736" x="3663950" y="5899150"/>
          <p14:tracePt t="28753" x="4000500" y="5949950"/>
          <p14:tracePt t="28769" x="4146550" y="5969000"/>
          <p14:tracePt t="28786" x="4387850" y="5981700"/>
          <p14:tracePt t="28802" x="4603750" y="5969000"/>
          <p14:tracePt t="28820" x="4775200" y="5937250"/>
          <p14:tracePt t="28835" x="4845050" y="5918200"/>
          <p14:tracePt t="28852" x="4927600" y="5886450"/>
          <p14:tracePt t="28869" x="4972050" y="5861050"/>
          <p14:tracePt t="28885" x="4984750" y="5848350"/>
          <p14:tracePt t="28902" x="4997450" y="5842000"/>
          <p14:tracePt t="28918" x="5029200" y="5829300"/>
          <p14:tracePt t="28936" x="5035550" y="5822950"/>
          <p14:tracePt t="28952" x="5048250" y="5816600"/>
          <p14:tracePt t="28969" x="5054600" y="5810250"/>
          <p14:tracePt t="28985" x="5067300" y="5810250"/>
          <p14:tracePt t="29023" x="5073650" y="5810250"/>
          <p14:tracePt t="29164" x="5067300" y="5810250"/>
          <p14:tracePt t="29199" x="5060950" y="5810250"/>
          <p14:tracePt t="29283" x="5054600" y="5810250"/>
          <p14:tracePt t="29311" x="5041900" y="5810250"/>
          <p14:tracePt t="29325" x="5035550" y="5816600"/>
          <p14:tracePt t="29332" x="5029200" y="5822950"/>
          <p14:tracePt t="29339" x="5010150" y="5822950"/>
          <p14:tracePt t="29354" x="4991100" y="5829300"/>
          <p14:tracePt t="29367" x="4953000" y="5848350"/>
          <p14:tracePt t="29384" x="4819650" y="5886450"/>
          <p14:tracePt t="29401" x="4711700" y="5918200"/>
          <p14:tracePt t="29417" x="4464050" y="6000750"/>
          <p14:tracePt t="29433" x="4165600" y="6108700"/>
          <p14:tracePt t="29451" x="4032250" y="6153150"/>
          <p14:tracePt t="29467" x="3790950" y="6242050"/>
          <p14:tracePt t="29484" x="3632200" y="6292850"/>
          <p14:tracePt t="29501" x="3536950" y="6324600"/>
          <p14:tracePt t="29516" x="3511550" y="6343650"/>
          <p14:tracePt t="29533" x="3498850" y="6343650"/>
          <p14:tracePt t="29550" x="3479800" y="6350000"/>
          <p14:tracePt t="29683" x="3486150" y="6350000"/>
          <p14:tracePt t="29704" x="3492500" y="6343650"/>
          <p14:tracePt t="29711" x="3492500" y="6330950"/>
          <p14:tracePt t="29726" x="3492500" y="6324600"/>
          <p14:tracePt t="29735" x="3492500" y="6318250"/>
          <p14:tracePt t="29754" x="3498850" y="6318250"/>
          <p14:tracePt t="29765" x="3498850" y="6311900"/>
          <p14:tracePt t="29782" x="3498850" y="6299200"/>
          <p14:tracePt t="29816" x="3505200" y="6292850"/>
          <p14:tracePt t="29832" x="3505200" y="6286500"/>
          <p14:tracePt t="29894" x="3505200" y="6292850"/>
          <p14:tracePt t="29901" x="3511550" y="6299200"/>
          <p14:tracePt t="29916" x="3511550" y="6305550"/>
          <p14:tracePt t="29922" x="3511550" y="6311900"/>
          <p14:tracePt t="29936" x="3517900" y="6318250"/>
          <p14:tracePt t="29948" x="3517900" y="6343650"/>
          <p14:tracePt t="29965" x="3517900" y="6381750"/>
          <p14:tracePt t="29981" x="3517900" y="6400800"/>
          <p14:tracePt t="29999" x="3517900" y="6457950"/>
          <p14:tracePt t="30015" x="3517900" y="6515100"/>
          <p14:tracePt t="30031" x="3517900" y="6546850"/>
          <p14:tracePt t="30049" x="3517900" y="6584950"/>
          <p14:tracePt t="30064" x="3517900" y="6610350"/>
          <p14:tracePt t="30081" x="3517900" y="6623050"/>
          <p14:tracePt t="30098" x="3517900" y="6629400"/>
          <p14:tracePt t="30114" x="3517900" y="6635750"/>
          <p14:tracePt t="30203" x="3517900" y="6642100"/>
          <p14:tracePt t="30301" x="3524250" y="6642100"/>
          <p14:tracePt t="30343" x="3530600" y="6635750"/>
          <p14:tracePt t="30365" x="3536950" y="6629400"/>
          <p14:tracePt t="30371" x="3543300" y="6616700"/>
          <p14:tracePt t="30385" x="3543300" y="6610350"/>
          <p14:tracePt t="30396" x="3549650" y="6604000"/>
          <p14:tracePt t="30414" x="3568700" y="6572250"/>
          <p14:tracePt t="30430" x="3575050" y="6546850"/>
          <p14:tracePt t="30447" x="3594100" y="6502400"/>
          <p14:tracePt t="30463" x="3625850" y="6438900"/>
          <p14:tracePt t="30480" x="3632200" y="6413500"/>
          <p14:tracePt t="30497" x="3644900" y="6388100"/>
          <p14:tracePt t="30500" x="3657600" y="6369050"/>
          <p14:tracePt t="30513" x="3676650" y="6330950"/>
          <p14:tracePt t="30530" x="3683000" y="6318250"/>
          <p14:tracePt t="30547" x="3695700" y="6305550"/>
          <p14:tracePt t="30563" x="3695700" y="6299200"/>
          <p14:tracePt t="30579" x="3695700" y="6292850"/>
          <p14:tracePt t="30596" x="3695700" y="6286500"/>
          <p14:tracePt t="30673" x="3695700" y="6292850"/>
          <p14:tracePt t="30693" x="3695700" y="6299200"/>
          <p14:tracePt t="30707" x="3689350" y="6299200"/>
          <p14:tracePt t="30722" x="3683000" y="6311900"/>
          <p14:tracePt t="30742" x="3676650" y="6324600"/>
          <p14:tracePt t="30757" x="3676650" y="6350000"/>
          <p14:tracePt t="30765" x="3670300" y="6362700"/>
          <p14:tracePt t="30781" x="3663950" y="6388100"/>
          <p14:tracePt t="30795" x="3651250" y="6438900"/>
          <p14:tracePt t="30812" x="3651250" y="6457950"/>
          <p14:tracePt t="30829" x="3644900" y="6502400"/>
          <p14:tracePt t="30845" x="3644900" y="6515100"/>
          <p14:tracePt t="30862" x="3638550" y="6546850"/>
          <p14:tracePt t="30895" x="3638550" y="6553200"/>
          <p14:tracePt t="30919" x="3638550" y="6559550"/>
          <p14:tracePt t="30996" x="3644900" y="6553200"/>
          <p14:tracePt t="31011" x="3651250" y="6546850"/>
          <p14:tracePt t="31017" x="3657600" y="6546850"/>
          <p14:tracePt t="31027" x="3663950" y="6546850"/>
          <p14:tracePt t="31045" x="3695700" y="6515100"/>
          <p14:tracePt t="31061" x="3727450" y="6502400"/>
          <p14:tracePt t="31078" x="3759200" y="6489700"/>
          <p14:tracePt t="31095" x="3917950" y="6400800"/>
          <p14:tracePt t="31111" x="3968750" y="6388100"/>
          <p14:tracePt t="31128" x="4038600" y="6356350"/>
          <p14:tracePt t="31144" x="4197350" y="6318250"/>
          <p14:tracePt t="31161" x="4375150" y="6305550"/>
          <p14:tracePt t="31178" x="4540250" y="6305550"/>
          <p14:tracePt t="31194" x="4616450" y="6305550"/>
          <p14:tracePt t="31210" x="4749800" y="6318250"/>
          <p14:tracePt t="31228" x="4838700" y="6330950"/>
          <p14:tracePt t="31244" x="4895850" y="6337300"/>
          <p14:tracePt t="31260" x="4984750" y="6343650"/>
          <p14:tracePt t="31277" x="5080000" y="6356350"/>
          <p14:tracePt t="31294" x="5118100" y="6356350"/>
          <p14:tracePt t="31310" x="5168900" y="6362700"/>
          <p14:tracePt t="31327" x="5200650" y="6369050"/>
          <p14:tracePt t="31344" x="5213350" y="6369050"/>
          <p14:tracePt t="31361" x="5238750" y="6369050"/>
          <p14:tracePt t="31377" x="5264150" y="6369050"/>
          <p14:tracePt t="31393" x="5270500" y="6369050"/>
          <p14:tracePt t="31410" x="5283200" y="6381750"/>
          <p14:tracePt t="31427" x="5295900" y="6381750"/>
          <p14:tracePt t="31444" x="5314950" y="6388100"/>
          <p14:tracePt t="31460" x="5327650" y="6394450"/>
          <p14:tracePt t="31476" x="5334000" y="6394450"/>
          <p14:tracePt t="31493" x="5334000" y="6400800"/>
          <p14:tracePt t="31529" x="5334000" y="6407150"/>
          <p14:tracePt t="31571" x="5334000" y="6413500"/>
          <p14:tracePt t="31578" x="5327650" y="6413500"/>
          <p14:tracePt t="31593" x="5314950" y="6413500"/>
          <p14:tracePt t="31609" x="5276850" y="6419850"/>
          <p14:tracePt t="31626" x="5245100" y="6419850"/>
          <p14:tracePt t="31643" x="5143500" y="6419850"/>
          <p14:tracePt t="31659" x="5029200" y="6419850"/>
          <p14:tracePt t="31677" x="4921250" y="6407150"/>
          <p14:tracePt t="31692" x="4883150" y="6400800"/>
          <p14:tracePt t="31709" x="4851400" y="6400800"/>
          <p14:tracePt t="31727" x="4781550" y="6400800"/>
          <p14:tracePt t="31759" x="4775200" y="6400800"/>
          <p14:tracePt t="31775" x="4768850" y="6400800"/>
          <p14:tracePt t="31866" x="4775200" y="6400800"/>
          <p14:tracePt t="31922" x="4775200" y="6394450"/>
          <p14:tracePt t="31957" x="4781550" y="6388100"/>
          <p14:tracePt t="35395" x="4749800" y="6337300"/>
          <p14:tracePt t="35410" x="4686300" y="6229350"/>
          <p14:tracePt t="35416" x="4622800" y="6108700"/>
          <p14:tracePt t="35432" x="4508500" y="5905500"/>
          <p14:tracePt t="35446" x="4222750" y="5422900"/>
          <p14:tracePt t="35463" x="4070350" y="5099050"/>
          <p14:tracePt t="35480" x="3937000" y="4781550"/>
          <p14:tracePt t="35495" x="3644900" y="4114800"/>
          <p14:tracePt t="35512" x="3327400" y="3371850"/>
          <p14:tracePt t="35529" x="3035300" y="2489200"/>
          <p14:tracePt t="35545" x="2882900" y="1993900"/>
          <p14:tracePt t="35562" x="2647950" y="1123950"/>
          <p14:tracePt t="35579" x="2413000" y="488950"/>
          <p14:tracePt t="35596" x="2362200" y="304800"/>
          <p14:tracePt t="35613" x="2298700" y="146050"/>
          <p14:tracePt t="35628" x="2266950" y="69850"/>
          <p14:tracePt t="35645" x="2260600" y="57150"/>
          <p14:tracePt t="35662" x="2254250" y="50800"/>
          <p14:tracePt t="35732" x="2247900" y="50800"/>
          <p14:tracePt t="35810" x="2247900" y="57150"/>
          <p14:tracePt t="35817" x="2247900" y="63500"/>
          <p14:tracePt t="35831" x="2247900" y="69850"/>
          <p14:tracePt t="35845" x="2247900" y="76200"/>
          <p14:tracePt t="35861" x="2235200" y="114300"/>
          <p14:tracePt t="35878" x="2222500" y="158750"/>
          <p14:tracePt t="35895" x="2203450" y="323850"/>
          <p14:tracePt t="35911" x="2209800" y="463550"/>
          <p14:tracePt t="35928" x="2292350" y="920750"/>
          <p14:tracePt t="35944" x="2501900" y="1670050"/>
          <p14:tracePt t="35961" x="2717800" y="2489200"/>
          <p14:tracePt t="35979" x="2908300" y="3308350"/>
          <p14:tracePt t="35995" x="2997200" y="3689350"/>
          <p14:tracePt t="36011" x="3067050" y="4044950"/>
          <p14:tracePt t="36028" x="3282950" y="5035550"/>
          <p14:tracePt t="36044" x="3333750" y="5245100"/>
          <p14:tracePt t="36061" x="3378200" y="5441950"/>
          <p14:tracePt t="36077" x="3429000" y="5664200"/>
          <p14:tracePt t="36094" x="3460750" y="5753100"/>
          <p14:tracePt t="36112" x="3473450" y="5765800"/>
          <p14:tracePt t="36154" x="3479800" y="5759450"/>
          <p14:tracePt t="36163" x="3479800" y="5753100"/>
          <p14:tracePt t="36177" x="3486150" y="5746750"/>
          <p14:tracePt t="36194" x="3486150" y="5664200"/>
          <p14:tracePt t="36210" x="3473450" y="5422900"/>
          <p14:tracePt t="36226" x="3441700" y="5187950"/>
          <p14:tracePt t="36243" x="3378200" y="4572000"/>
          <p14:tracePt t="36260" x="3257550" y="3765550"/>
          <p14:tracePt t="36276" x="3206750" y="3340100"/>
          <p14:tracePt t="36294" x="3098800" y="2540000"/>
          <p14:tracePt t="36310" x="3060700" y="2108200"/>
          <p14:tracePt t="36327" x="3048000" y="2006600"/>
          <p14:tracePt t="36343" x="3035300" y="1943100"/>
          <p14:tracePt t="36359" x="3028950" y="1930400"/>
          <p14:tracePt t="36376" x="3028950" y="1924050"/>
          <p14:tracePt t="36393" x="3028950" y="1930400"/>
          <p14:tracePt t="36409" x="3028950" y="1936750"/>
          <p14:tracePt t="36427" x="3022600" y="1962150"/>
          <p14:tracePt t="36442" x="3016250" y="2012950"/>
          <p14:tracePt t="36459" x="3003550" y="2101850"/>
          <p14:tracePt t="36476" x="3003550" y="2343150"/>
          <p14:tracePt t="36493" x="3016250" y="2635250"/>
          <p14:tracePt t="36509" x="3054350" y="2838450"/>
          <p14:tracePt t="36526" x="3149600" y="3225800"/>
          <p14:tracePt t="36542" x="3213100" y="3454400"/>
          <p14:tracePt t="36559" x="3244850" y="3536950"/>
          <p14:tracePt t="36575" x="3257550" y="3600450"/>
          <p14:tracePt t="36592" x="3257550" y="3606800"/>
          <p14:tracePt t="36625" x="3257550" y="3594100"/>
          <p14:tracePt t="36642" x="3251200" y="3562350"/>
          <p14:tracePt t="36659" x="3073400" y="3238500"/>
          <p14:tracePt t="36675" x="2959100" y="3041650"/>
          <p14:tracePt t="36692" x="2870200" y="2800350"/>
          <p14:tracePt t="36709" x="2686050" y="2101850"/>
          <p14:tracePt t="36726" x="2482850" y="1428750"/>
          <p14:tracePt t="36741" x="2425700" y="1225550"/>
          <p14:tracePt t="36758" x="2355850" y="1028700"/>
          <p14:tracePt t="36774" x="2330450" y="984250"/>
          <p14:tracePt t="36792" x="2324100" y="977900"/>
          <p14:tracePt t="36808" x="2324100" y="984250"/>
          <p14:tracePt t="36824" x="2317750" y="990600"/>
          <p14:tracePt t="36842" x="2311400" y="1060450"/>
          <p14:tracePt t="36858" x="2311400" y="1123950"/>
          <p14:tracePt t="36874" x="2362200" y="1441450"/>
          <p14:tracePt t="36891" x="2552700" y="2184400"/>
          <p14:tracePt t="36908" x="2686050" y="2647950"/>
          <p14:tracePt t="36924" x="2794000" y="3105150"/>
          <p14:tracePt t="36941" x="3098800" y="4337050"/>
          <p14:tracePt t="36957" x="3194050" y="4603750"/>
          <p14:tracePt t="36975" x="3321050" y="4933950"/>
          <p14:tracePt t="36990" x="3352800" y="5016500"/>
          <p14:tracePt t="37007" x="3371850" y="5048250"/>
          <p14:tracePt t="37024" x="3378200" y="5060950"/>
          <p14:tracePt t="37040" x="3384550" y="5060950"/>
          <p14:tracePt t="37057" x="3378200" y="4978400"/>
          <p14:tracePt t="37074" x="3321050" y="4711700"/>
          <p14:tracePt t="37090" x="3238500" y="4400550"/>
          <p14:tracePt t="37107" x="3035300" y="3702050"/>
          <p14:tracePt t="37124" x="2819400" y="2832100"/>
          <p14:tracePt t="37140" x="2711450" y="2444750"/>
          <p14:tracePt t="37157" x="2533650" y="1803400"/>
          <p14:tracePt t="37173" x="2387600" y="1498600"/>
          <p14:tracePt t="37190" x="2349500" y="1435100"/>
          <p14:tracePt t="37207" x="2279650" y="1384300"/>
          <p14:tracePt t="37223" x="2247900" y="1365250"/>
          <p14:tracePt t="37240" x="2235200" y="1365250"/>
          <p14:tracePt t="37256" x="2228850" y="1365250"/>
          <p14:tracePt t="37273" x="2228850" y="1371600"/>
          <p14:tracePt t="37290" x="2209800" y="1390650"/>
          <p14:tracePt t="37306" x="2171700" y="1435100"/>
          <p14:tracePt t="37323" x="2165350" y="1473200"/>
          <p14:tracePt t="37340" x="2139950" y="1581150"/>
          <p14:tracePt t="37356" x="2139950" y="1758950"/>
          <p14:tracePt t="37373" x="2139950" y="1885950"/>
          <p14:tracePt t="37389" x="2247900" y="2305050"/>
          <p14:tracePt t="37406" x="2438400" y="2978150"/>
          <p14:tracePt t="37422" x="2540000" y="3365500"/>
          <p14:tracePt t="37439" x="2825750" y="4171950"/>
          <p14:tracePt t="37456" x="3130550" y="4794250"/>
          <p14:tracePt t="37473" x="3384550" y="5226050"/>
          <p14:tracePt t="37488" x="3530600" y="5416550"/>
          <p14:tracePt t="37505" x="3695700" y="5537200"/>
          <p14:tracePt t="37523" x="3790950" y="5588000"/>
          <p14:tracePt t="37538" x="3810000" y="5588000"/>
          <p14:tracePt t="37555" x="3867150" y="5581650"/>
          <p14:tracePt t="37572" x="3911600" y="5549900"/>
          <p14:tracePt t="37588" x="3937000" y="5530850"/>
          <p14:tracePt t="37605" x="3975100" y="5499100"/>
          <p14:tracePt t="37622" x="4044950" y="5384800"/>
          <p14:tracePt t="37638" x="4121150" y="5270500"/>
          <p14:tracePt t="37656" x="4171950" y="5168900"/>
          <p14:tracePt t="37671" x="4191000" y="5137150"/>
          <p14:tracePt t="37688" x="4210050" y="5092700"/>
          <p14:tracePt t="37705" x="4216400" y="5073650"/>
          <p14:tracePt t="37721" x="4216400" y="5060950"/>
          <p14:tracePt t="37738" x="4216400" y="5054600"/>
          <p14:tracePt t="37755" x="4216400" y="504190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9525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</a:p>
          <a:p>
            <a:pPr marL="342900" lvl="1" indent="-342900" eaLnBrk="1" hangingPunct="1">
              <a:lnSpc>
                <a:spcPct val="8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#A university class only becomes a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#real thing when some students join it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  <a:endParaRPr lang="en-US" altLang="en-US" sz="2600" kern="0" spc="-7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2600" b="1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self,RememberPutBack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print("Used.")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b="1" kern="0" spc="-70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2600" b="1" kern="0" spc="-7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2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CSE282.handSpray=</a:t>
            </a:r>
            <a:r>
              <a:rPr lang="en-US" altLang="en-US" sz="2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RememberPutBack</a:t>
            </a:r>
            <a:endParaRPr lang="en-US" altLang="en-US" sz="2600" kern="0" spc="-70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1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71"/>
    </mc:Choice>
    <mc:Fallback xmlns="">
      <p:transition spd="slow" advTm="113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25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99" x="4184650" y="5073650"/>
          <p14:tracePt t="1806" x="4140200" y="5130800"/>
          <p14:tracePt t="1821" x="4089400" y="5213350"/>
          <p14:tracePt t="1834" x="4038600" y="5295900"/>
          <p14:tracePt t="1851" x="3943350" y="5505450"/>
          <p14:tracePt t="1867" x="3898900" y="5638800"/>
          <p14:tracePt t="1884" x="3829050" y="5873750"/>
          <p14:tracePt t="1901" x="3790950" y="6083300"/>
          <p14:tracePt t="1918" x="3759200" y="6324600"/>
          <p14:tracePt t="1934" x="3759200" y="6426200"/>
          <p14:tracePt t="1950" x="3765550" y="6591300"/>
          <p14:tracePt t="1968" x="3784600" y="6737350"/>
          <p14:tracePt t="1984" x="3790950" y="6813550"/>
          <p14:tracePt t="2000" x="3803650" y="6851650"/>
          <p14:tracePt t="2017" x="3810000" y="6851650"/>
          <p14:tracePt t="2053" x="3822700" y="6851650"/>
          <p14:tracePt t="2067" x="3810000" y="6851650"/>
          <p14:tracePt t="2083" x="3803650" y="6851650"/>
          <p14:tracePt t="2101" x="3771900" y="6851650"/>
          <p14:tracePt t="2117" x="3746500" y="6851650"/>
          <p14:tracePt t="2133" x="3702050" y="6851650"/>
          <p14:tracePt t="2137" x="3670300" y="6851650"/>
          <p14:tracePt t="2153" x="3632200" y="6851650"/>
          <p14:tracePt t="2167" x="3594100" y="6851650"/>
          <p14:tracePt t="2183" x="3505200" y="6832600"/>
          <p14:tracePt t="2200" x="3422650" y="6788150"/>
          <p14:tracePt t="2217" x="3378200" y="6762750"/>
          <p14:tracePt t="2234" x="3276600" y="6699250"/>
          <p14:tracePt t="2249" x="3162300" y="6648450"/>
          <p14:tracePt t="2266" x="3092450" y="6623050"/>
          <p14:tracePt t="2283" x="2984500" y="6572250"/>
          <p14:tracePt t="2299" x="2895600" y="6534150"/>
          <p14:tracePt t="2317" x="2863850" y="6515100"/>
          <p14:tracePt t="2333" x="2806700" y="6489700"/>
          <p14:tracePt t="2349" x="2755900" y="6477000"/>
          <p14:tracePt t="2366" x="2730500" y="6477000"/>
          <p14:tracePt t="2383" x="2698750" y="6470650"/>
          <p14:tracePt t="2399" x="2667000" y="6464300"/>
          <p14:tracePt t="2417" x="2616200" y="6464300"/>
          <p14:tracePt t="2432" x="2597150" y="6464300"/>
          <p14:tracePt t="2449" x="2578100" y="6464300"/>
          <p14:tracePt t="2466" x="2495550" y="6489700"/>
          <p14:tracePt t="2482" x="2476500" y="6496050"/>
          <p14:tracePt t="2499" x="2451100" y="6508750"/>
          <p14:tracePt t="2516" x="2413000" y="6527800"/>
          <p14:tracePt t="2532" x="2374900" y="6553200"/>
          <p14:tracePt t="2550" x="2349500" y="6572250"/>
          <p14:tracePt t="2566" x="2336800" y="6584950"/>
          <p14:tracePt t="2582" x="2317750" y="6604000"/>
          <p14:tracePt t="2599" x="2286000" y="6648450"/>
          <p14:tracePt t="2615" x="2273300" y="6661150"/>
          <p14:tracePt t="2632" x="2254250" y="6705600"/>
          <p14:tracePt t="2649" x="2235200" y="6737350"/>
          <p14:tracePt t="2665" x="2228850" y="6750050"/>
          <p14:tracePt t="2682" x="2222500" y="6762750"/>
          <p14:tracePt t="2698" x="2222500" y="6769100"/>
          <p14:tracePt t="2999" x="2228850" y="6769100"/>
          <p14:tracePt t="3014" x="2247900" y="6769100"/>
          <p14:tracePt t="3020" x="2286000" y="6769100"/>
          <p14:tracePt t="3034" x="2336800" y="6762750"/>
          <p14:tracePt t="3047" x="2406650" y="6756400"/>
          <p14:tracePt t="3064" x="2584450" y="6737350"/>
          <p14:tracePt t="3080" x="2686050" y="6724650"/>
          <p14:tracePt t="3097" x="2876550" y="6705600"/>
          <p14:tracePt t="3113" x="3028950" y="6705600"/>
          <p14:tracePt t="3130" x="3098800" y="6699250"/>
          <p14:tracePt t="3147" x="3187700" y="6699250"/>
          <p14:tracePt t="3164" x="3219450" y="6699250"/>
          <p14:tracePt t="3180" x="3225800" y="6699250"/>
          <p14:tracePt t="3196" x="3238500" y="6699250"/>
          <p14:tracePt t="3371" x="3232150" y="6699250"/>
          <p14:tracePt t="3392" x="3225800" y="6699250"/>
          <p14:tracePt t="3428" x="3225800" y="6692900"/>
          <p14:tracePt t="4174" x="3238500" y="6692900"/>
          <p14:tracePt t="4181" x="3251200" y="6692900"/>
          <p14:tracePt t="4196" x="3270250" y="6692900"/>
          <p14:tracePt t="4209" x="3282950" y="6692900"/>
          <p14:tracePt t="4225" x="3314700" y="6692900"/>
          <p14:tracePt t="4243" x="3327400" y="6692900"/>
          <p14:tracePt t="4259" x="3346450" y="6692900"/>
          <p14:tracePt t="4287" x="3352800" y="6692900"/>
          <p14:tracePt t="4295" x="3359150" y="6692900"/>
          <p14:tracePt t="4518" x="3365500" y="6692900"/>
          <p14:tracePt t="4526" x="3365500" y="6699250"/>
          <p14:tracePt t="4596" x="3371850" y="6699250"/>
          <p14:tracePt t="4693" x="3378200" y="6699250"/>
          <p14:tracePt t="4708" x="3384550" y="6699250"/>
          <p14:tracePt t="4729" x="3397250" y="6699250"/>
          <p14:tracePt t="4735" x="3403600" y="6699250"/>
          <p14:tracePt t="4744" x="3416300" y="6699250"/>
          <p14:tracePt t="4758" x="3429000" y="6705600"/>
          <p14:tracePt t="4774" x="3448050" y="6705600"/>
          <p14:tracePt t="4791" x="3498850" y="6705600"/>
          <p14:tracePt t="4807" x="3549650" y="6705600"/>
          <p14:tracePt t="4824" x="3575050" y="6705600"/>
          <p14:tracePt t="4841" x="3619500" y="6699250"/>
          <p14:tracePt t="4857" x="3651250" y="6699250"/>
          <p14:tracePt t="4874" x="3663950" y="6699250"/>
          <p14:tracePt t="4891" x="3670300" y="6699250"/>
          <p14:tracePt t="4907" x="3676650" y="6699250"/>
          <p14:tracePt t="4927" x="3683000" y="6699250"/>
          <p14:tracePt t="4996" x="3689350" y="6699250"/>
          <p14:tracePt t="5424" x="3689350" y="6692900"/>
          <p14:tracePt t="5438" x="3676650" y="6692900"/>
          <p14:tracePt t="5445" x="3670300" y="6686550"/>
          <p14:tracePt t="5466" x="3663950" y="6680200"/>
          <p14:tracePt t="5480" x="3638550" y="6667500"/>
          <p14:tracePt t="5488" x="3619500" y="6648450"/>
          <p14:tracePt t="5505" x="3594100" y="6623050"/>
          <p14:tracePt t="5522" x="3517900" y="6553200"/>
          <p14:tracePt t="5538" x="3422650" y="6470650"/>
          <p14:tracePt t="5555" x="3378200" y="6419850"/>
          <p14:tracePt t="5572" x="3282950" y="6330950"/>
          <p14:tracePt t="5588" x="3187700" y="6248400"/>
          <p14:tracePt t="5605" x="3143250" y="6210300"/>
          <p14:tracePt t="5622" x="3067050" y="6146800"/>
          <p14:tracePt t="5638" x="3016250" y="6108700"/>
          <p14:tracePt t="5655" x="2895600" y="6013450"/>
          <p14:tracePt t="5671" x="2857500" y="5969000"/>
          <p14:tracePt t="5688" x="2819400" y="5924550"/>
          <p14:tracePt t="5705" x="2717800" y="5772150"/>
          <p14:tracePt t="5721" x="2692400" y="5727700"/>
          <p14:tracePt t="5738" x="2679700" y="5695950"/>
          <p14:tracePt t="5754" x="2654300" y="5638800"/>
          <p14:tracePt t="5771" x="2647950" y="5607050"/>
          <p14:tracePt t="5788" x="2647950" y="5600700"/>
          <p14:tracePt t="5804" x="2647950" y="5581650"/>
          <p14:tracePt t="5821" x="2647950" y="5575300"/>
          <p14:tracePt t="5854" x="2647950" y="5568950"/>
          <p14:tracePt t="5979" x="2654300" y="5568950"/>
          <p14:tracePt t="5993" x="2660650" y="5562600"/>
          <p14:tracePt t="6006" x="2667000" y="5562600"/>
          <p14:tracePt t="6021" x="2673350" y="5562600"/>
          <p14:tracePt t="6042" x="2679700" y="5562600"/>
          <p14:tracePt t="6048" x="2692400" y="5562600"/>
          <p14:tracePt t="6063" x="2705100" y="5556250"/>
          <p14:tracePt t="6071" x="2717800" y="5556250"/>
          <p14:tracePt t="6086" x="2736850" y="5543550"/>
          <p14:tracePt t="6103" x="2787650" y="5537200"/>
          <p14:tracePt t="6120" x="2838450" y="5524500"/>
          <p14:tracePt t="6136" x="2863850" y="5518150"/>
          <p14:tracePt t="6153" x="2921000" y="5518150"/>
          <p14:tracePt t="6170" x="2959100" y="5511800"/>
          <p14:tracePt t="6186" x="2971800" y="5511800"/>
          <p14:tracePt t="6190" x="2984500" y="5505450"/>
          <p14:tracePt t="6205" x="2990850" y="5505450"/>
          <p14:tracePt t="6219" x="2997200" y="5505450"/>
          <p14:tracePt t="6235" x="3003550" y="5505450"/>
          <p14:tracePt t="6259" x="3009900" y="5505450"/>
          <p14:tracePt t="6330" x="3016250" y="5505450"/>
          <p14:tracePt t="6351" x="3022600" y="5505450"/>
          <p14:tracePt t="6357" x="3022600" y="5511800"/>
          <p14:tracePt t="6372" x="3035300" y="5511800"/>
          <p14:tracePt t="6393" x="3048000" y="5511800"/>
          <p14:tracePt t="6401" x="3067050" y="5511800"/>
          <p14:tracePt t="6418" x="3098800" y="5511800"/>
          <p14:tracePt t="6435" x="3187700" y="5518150"/>
          <p14:tracePt t="6452" x="3321050" y="5524500"/>
          <p14:tracePt t="6469" x="3384550" y="5537200"/>
          <p14:tracePt t="6485" x="3511550" y="5543550"/>
          <p14:tracePt t="6501" x="3632200" y="5556250"/>
          <p14:tracePt t="6519" x="3721100" y="5562600"/>
          <p14:tracePt t="6535" x="3752850" y="5562600"/>
          <p14:tracePt t="6551" x="3771900" y="5562600"/>
          <p14:tracePt t="6569" x="3810000" y="5562600"/>
          <p14:tracePt t="6585" x="3816350" y="5562600"/>
          <p14:tracePt t="6618" x="3822700" y="5562600"/>
          <p14:tracePt t="6884" x="3835400" y="5568950"/>
          <p14:tracePt t="6891" x="3841750" y="5568950"/>
          <p14:tracePt t="6905" x="3848100" y="5568950"/>
          <p14:tracePt t="6917" x="3873500" y="5568950"/>
          <p14:tracePt t="6934" x="3911600" y="5575300"/>
          <p14:tracePt t="6950" x="3943350" y="5575300"/>
          <p14:tracePt t="6967" x="4019550" y="5581650"/>
          <p14:tracePt t="6983" x="4114800" y="5600700"/>
          <p14:tracePt t="7000" x="4152900" y="5600700"/>
          <p14:tracePt t="7018" x="4260850" y="5607050"/>
          <p14:tracePt t="7033" x="4349750" y="5619750"/>
          <p14:tracePt t="7050" x="4406900" y="5626100"/>
          <p14:tracePt t="7067" x="4483100" y="5626100"/>
          <p14:tracePt t="7083" x="4552950" y="5619750"/>
          <p14:tracePt t="7099" x="4584700" y="5619750"/>
          <p14:tracePt t="7116" x="4622800" y="5607050"/>
          <p14:tracePt t="7133" x="4667250" y="5600700"/>
          <p14:tracePt t="7149" x="4679950" y="5600700"/>
          <p14:tracePt t="7166" x="4718050" y="5600700"/>
          <p14:tracePt t="7182" x="4737100" y="5600700"/>
          <p14:tracePt t="7200" x="4800600" y="5594350"/>
          <p14:tracePt t="7216" x="4819650" y="5594350"/>
          <p14:tracePt t="7232" x="4851400" y="5594350"/>
          <p14:tracePt t="7249" x="4902200" y="5581650"/>
          <p14:tracePt t="7265" x="4959350" y="5568950"/>
          <p14:tracePt t="7282" x="4978400" y="5568950"/>
          <p14:tracePt t="7299" x="5029200" y="5562600"/>
          <p14:tracePt t="7315" x="5060950" y="5562600"/>
          <p14:tracePt t="7332" x="5080000" y="5562600"/>
          <p14:tracePt t="7349" x="5099050" y="5556250"/>
          <p14:tracePt t="7365" x="5118100" y="5556250"/>
          <p14:tracePt t="7642" x="5111750" y="5556250"/>
          <p14:tracePt t="7656" x="5099050" y="5556250"/>
          <p14:tracePt t="7663" x="5086350" y="5562600"/>
          <p14:tracePt t="7678" x="5067300" y="5568950"/>
          <p14:tracePt t="7685" x="5029200" y="5575300"/>
          <p14:tracePt t="7698" x="4972050" y="5594350"/>
          <p14:tracePt t="7714" x="4813300" y="5651500"/>
          <p14:tracePt t="7730" x="4718050" y="5702300"/>
          <p14:tracePt t="7748" x="4483100" y="5810250"/>
          <p14:tracePt t="7764" x="4229100" y="5962650"/>
          <p14:tracePt t="7780" x="4127500" y="6032500"/>
          <p14:tracePt t="7797" x="3924300" y="6184900"/>
          <p14:tracePt t="7814" x="3841750" y="6248400"/>
          <p14:tracePt t="7830" x="3708400" y="6362700"/>
          <p14:tracePt t="7847" x="3625850" y="6457950"/>
          <p14:tracePt t="7864" x="3613150" y="6477000"/>
          <p14:tracePt t="7881" x="3581400" y="6515100"/>
          <p14:tracePt t="7897" x="3581400" y="6527800"/>
          <p14:tracePt t="7930" x="3581400" y="6534150"/>
          <p14:tracePt t="7946" x="3581400" y="6540500"/>
          <p14:tracePt t="7962" x="3581400" y="6546850"/>
          <p14:tracePt t="7980" x="3594100" y="6572250"/>
          <p14:tracePt t="7996" x="3619500" y="6610350"/>
          <p14:tracePt t="8013" x="3632200" y="6635750"/>
          <p14:tracePt t="8030" x="3670300" y="6705600"/>
          <p14:tracePt t="8046" x="3702050" y="6762750"/>
          <p14:tracePt t="8064" x="3721100" y="6800850"/>
          <p14:tracePt t="8079" x="3727450" y="6813550"/>
          <p14:tracePt t="8096" x="3727450" y="6819900"/>
          <p14:tracePt t="8113" x="3733800" y="6826250"/>
          <p14:tracePt t="8148" x="3740150" y="6832600"/>
          <p14:tracePt t="8183" x="3746500" y="6832600"/>
          <p14:tracePt t="8253" x="3752850" y="6832600"/>
          <p14:tracePt t="8267" x="3759200" y="6832600"/>
          <p14:tracePt t="8288" x="3765550" y="6832600"/>
          <p14:tracePt t="8297" x="3778250" y="6832600"/>
          <p14:tracePt t="8310" x="3790950" y="6832600"/>
          <p14:tracePt t="8316" x="3803650" y="6832600"/>
          <p14:tracePt t="8328" x="3829050" y="6832600"/>
          <p14:tracePt t="8345" x="3898900" y="6832600"/>
          <p14:tracePt t="8362" x="3949700" y="6826250"/>
          <p14:tracePt t="8379" x="4032250" y="6813550"/>
          <p14:tracePt t="8395" x="4127500" y="6800850"/>
          <p14:tracePt t="8412" x="4178300" y="6788150"/>
          <p14:tracePt t="8429" x="4216400" y="6781800"/>
          <p14:tracePt t="8445" x="4368800" y="6756400"/>
          <p14:tracePt t="8461" x="4406900" y="6750050"/>
          <p14:tracePt t="8478" x="4502150" y="6731000"/>
          <p14:tracePt t="8495" x="4546600" y="6724650"/>
          <p14:tracePt t="8511" x="4603750" y="6711950"/>
          <p14:tracePt t="8528" x="4660900" y="6705600"/>
          <p14:tracePt t="8544" x="4679950" y="6705600"/>
          <p14:tracePt t="8562" x="4737100" y="6705600"/>
          <p14:tracePt t="8577" x="4787900" y="6705600"/>
          <p14:tracePt t="8594" x="4813300" y="6705600"/>
          <p14:tracePt t="8611" x="4864100" y="6705600"/>
          <p14:tracePt t="8627" x="4914900" y="6705600"/>
          <p14:tracePt t="8644" x="4933950" y="6705600"/>
          <p14:tracePt t="8661" x="4978400" y="6699250"/>
          <p14:tracePt t="8677" x="5016500" y="6699250"/>
          <p14:tracePt t="8694" x="5035550" y="6699250"/>
          <p14:tracePt t="8711" x="5086350" y="6699250"/>
          <p14:tracePt t="8728" x="5105400" y="6699250"/>
          <p14:tracePt t="8745" x="5181600" y="6699250"/>
          <p14:tracePt t="8760" x="5200650" y="6699250"/>
          <p14:tracePt t="8777" x="5226050" y="6699250"/>
          <p14:tracePt t="8794" x="5270500" y="6699250"/>
          <p14:tracePt t="8810" x="5295900" y="6699250"/>
          <p14:tracePt t="8828" x="5334000" y="6699250"/>
          <p14:tracePt t="8843" x="5365750" y="6699250"/>
          <p14:tracePt t="8860" x="5384800" y="6699250"/>
          <p14:tracePt t="8877" x="5422900" y="6705600"/>
          <p14:tracePt t="8893" x="5441950" y="6705600"/>
          <p14:tracePt t="8910" x="5492750" y="6718300"/>
          <p14:tracePt t="8928" x="5524500" y="6724650"/>
          <p14:tracePt t="8943" x="5543550" y="6724650"/>
          <p14:tracePt t="8960" x="5600700" y="6731000"/>
          <p14:tracePt t="8977" x="5651500" y="6737350"/>
          <p14:tracePt t="8993" x="5702300" y="6743700"/>
          <p14:tracePt t="9010" x="5727700" y="6743700"/>
          <p14:tracePt t="9027" x="5778500" y="6750050"/>
          <p14:tracePt t="9042" x="5829300" y="6756400"/>
          <p14:tracePt t="9060" x="5854700" y="6756400"/>
          <p14:tracePt t="9076" x="5905500" y="6756400"/>
          <p14:tracePt t="9093" x="5943600" y="6756400"/>
          <p14:tracePt t="9110" x="5994400" y="6756400"/>
          <p14:tracePt t="9126" x="6007100" y="6756400"/>
          <p14:tracePt t="9143" x="6045200" y="6756400"/>
          <p14:tracePt t="9159" x="6096000" y="6756400"/>
          <p14:tracePt t="9176" x="6108700" y="6756400"/>
          <p14:tracePt t="9192" x="6134100" y="6756400"/>
          <p14:tracePt t="9209" x="6178550" y="6756400"/>
          <p14:tracePt t="9226" x="6197600" y="6756400"/>
          <p14:tracePt t="9243" x="6242050" y="6756400"/>
          <p14:tracePt t="9258" x="6248400" y="6756400"/>
          <p14:tracePt t="9275" x="6273800" y="6756400"/>
          <p14:tracePt t="9292" x="6305550" y="6756400"/>
          <p14:tracePt t="9308" x="6318250" y="6756400"/>
          <p14:tracePt t="9325" x="6330950" y="6756400"/>
          <p14:tracePt t="9342" x="6362700" y="6756400"/>
          <p14:tracePt t="9358" x="6375400" y="6750050"/>
          <p14:tracePt t="9374" x="6388100" y="6750050"/>
          <p14:tracePt t="9391" x="6413500" y="6750050"/>
          <p14:tracePt t="9425" x="6426200" y="6750050"/>
          <p14:tracePt t="9442" x="6445250" y="6750050"/>
          <p14:tracePt t="9458" x="6457950" y="6750050"/>
          <p14:tracePt t="9475" x="6477000" y="6750050"/>
          <p14:tracePt t="9508" x="6489700" y="6750050"/>
          <p14:tracePt t="9525" x="6508750" y="6750050"/>
          <p14:tracePt t="9541" x="6521450" y="6750050"/>
          <p14:tracePt t="9558" x="6553200" y="6750050"/>
          <p14:tracePt t="9574" x="6565900" y="6750050"/>
          <p14:tracePt t="9591" x="6584950" y="6750050"/>
          <p14:tracePt t="9608" x="6610350" y="6750050"/>
          <p14:tracePt t="9624" x="6623050" y="6750050"/>
          <p14:tracePt t="9641" x="6629400" y="6750050"/>
          <p14:tracePt t="9658" x="6648450" y="6750050"/>
          <p14:tracePt t="9674" x="6654800" y="6750050"/>
          <p14:tracePt t="9691" x="6667500" y="6743700"/>
          <p14:tracePt t="9707" x="6699250" y="6743700"/>
          <p14:tracePt t="9724" x="6718300" y="6743700"/>
          <p14:tracePt t="9742" x="6769100" y="6743700"/>
          <p14:tracePt t="9757" x="6800850" y="6743700"/>
          <p14:tracePt t="9774" x="6826250" y="6743700"/>
          <p14:tracePt t="9790" x="6858000" y="6743700"/>
          <p14:tracePt t="9807" x="6921500" y="6737350"/>
          <p14:tracePt t="9823" x="6953250" y="6731000"/>
          <p14:tracePt t="9840" x="7016750" y="6731000"/>
          <p14:tracePt t="9857" x="7054850" y="6731000"/>
          <p14:tracePt t="9874" x="7086600" y="6724650"/>
          <p14:tracePt t="9890" x="7143750" y="6718300"/>
          <p14:tracePt t="9906" x="7175500" y="6718300"/>
          <p14:tracePt t="9925" x="7207250" y="6711950"/>
          <p14:tracePt t="9940" x="7226300" y="6699250"/>
          <p14:tracePt t="9957" x="7232650" y="6699250"/>
          <p14:tracePt t="9974" x="7251700" y="6699250"/>
          <p14:tracePt t="9990" x="7258050" y="6692900"/>
          <p14:tracePt t="10006" x="7258050" y="6686550"/>
          <p14:tracePt t="10023" x="7264400" y="6680200"/>
          <p14:tracePt t="10039" x="7270750" y="6661150"/>
          <p14:tracePt t="10056" x="7270750" y="6654800"/>
          <p14:tracePt t="10073" x="7277100" y="664845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9525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8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#A university class only becomes a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#real thing when some students join it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2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2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2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  <a:endParaRPr lang="en-US" altLang="en-US" sz="2600" kern="0" spc="-7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2600" kern="0" spc="-70" dirty="0">
                <a:solidFill>
                  <a:srgbClr val="CC931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2600" b="1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600" kern="0" spc="-70" dirty="0" err="1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self,RememberPutBack</a:t>
            </a:r>
            <a:r>
              <a:rPr lang="en-US" altLang="en-US" sz="2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=True)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2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</a:t>
            </a:r>
            <a:r>
              <a:rPr lang="en-US" altLang="en-US" sz="2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print("Used.")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b="1" kern="0" spc="-70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2600" b="1" kern="0" spc="-7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2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CSE282.handSpray=</a:t>
            </a:r>
            <a:r>
              <a:rPr lang="en-US" altLang="en-US" sz="2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RememberPutBack</a:t>
            </a:r>
            <a:endParaRPr lang="en-US" altLang="en-US" sz="2600" kern="0" spc="-70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</a:t>
            </a:r>
            <a:r>
              <a:rPr lang="en-US" altLang="en-US" sz="2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  <a:r>
              <a:rPr lang="en-US" altLang="en-US" sz="2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  <a:p>
            <a:pPr marL="342900" lvl="1" indent="-342900" eaLnBrk="1" hangingPunct="1">
              <a:lnSpc>
                <a:spcPct val="6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6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1"/>
    </mc:Choice>
    <mc:Fallback xmlns="">
      <p:transition spd="slow" advTm="64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25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17" x="7181850" y="6610350"/>
          <p14:tracePt t="1731" x="7048500" y="6565900"/>
          <p14:tracePt t="1738" x="6883400" y="6489700"/>
          <p14:tracePt t="1751" x="6648450" y="6413500"/>
          <p14:tracePt t="1761" x="6381750" y="6318250"/>
          <p14:tracePt t="1774" x="6115050" y="6229350"/>
          <p14:tracePt t="1791" x="5689600" y="6070600"/>
          <p14:tracePt t="1808" x="5226050" y="5937250"/>
          <p14:tracePt t="1824" x="5029200" y="5854700"/>
          <p14:tracePt t="1841" x="4648200" y="5708650"/>
          <p14:tracePt t="1858" x="4273550" y="5568950"/>
          <p14:tracePt t="1874" x="4127500" y="5499100"/>
          <p14:tracePt t="1891" x="4013200" y="5441950"/>
          <p14:tracePt t="1894" x="3905250" y="5391150"/>
          <p14:tracePt t="1907" x="3657600" y="5295900"/>
          <p14:tracePt t="1924" x="3536950" y="5238750"/>
          <p14:tracePt t="1941" x="3378200" y="5168900"/>
          <p14:tracePt t="1957" x="3321050" y="5149850"/>
          <p14:tracePt t="1974" x="3244850" y="5111750"/>
          <p14:tracePt t="1991" x="3225800" y="5099050"/>
          <p14:tracePt t="2007" x="3219450" y="5092700"/>
          <p14:tracePt t="2023" x="3219450" y="5080000"/>
          <p14:tracePt t="2040" x="3219450" y="5073650"/>
          <p14:tracePt t="2057" x="3225800" y="5073650"/>
          <p14:tracePt t="2073" x="3225800" y="5010150"/>
          <p14:tracePt t="2090" x="3213100" y="4794250"/>
          <p14:tracePt t="2107" x="3206750" y="4654550"/>
          <p14:tracePt t="2123" x="3162300" y="4197350"/>
          <p14:tracePt t="2140" x="3092450" y="3454400"/>
          <p14:tracePt t="2156" x="3060700" y="3060700"/>
          <p14:tracePt t="2173" x="2990850" y="2266950"/>
          <p14:tracePt t="2190" x="2927350" y="1651000"/>
          <p14:tracePt t="2207" x="2901950" y="1428750"/>
          <p14:tracePt t="2223" x="2876550" y="1187450"/>
          <p14:tracePt t="2239" x="2882900" y="1104900"/>
          <p14:tracePt t="2256" x="2895600" y="1054100"/>
          <p14:tracePt t="2272" x="2895600" y="1047750"/>
          <p14:tracePt t="2299" x="2895600" y="1054100"/>
          <p14:tracePt t="2320" x="2895600" y="1066800"/>
          <p14:tracePt t="2327" x="2889250" y="1073150"/>
          <p14:tracePt t="2342" x="2889250" y="1079500"/>
          <p14:tracePt t="2356" x="2889250" y="1092200"/>
          <p14:tracePt t="2372" x="2889250" y="1130300"/>
          <p14:tracePt t="2389" x="2889250" y="1162050"/>
          <p14:tracePt t="2406" x="2889250" y="1263650"/>
          <p14:tracePt t="2422" x="2889250" y="1428750"/>
          <p14:tracePt t="2439" x="2901950" y="1644650"/>
          <p14:tracePt t="2455" x="2901950" y="1797050"/>
          <p14:tracePt t="2472" x="2914650" y="2247900"/>
          <p14:tracePt t="2490" x="2959100" y="2755900"/>
          <p14:tracePt t="2505" x="3009900" y="3054350"/>
          <p14:tracePt t="2522" x="3041650" y="3352800"/>
          <p14:tracePt t="2538" x="3289300" y="4324350"/>
          <p14:tracePt t="2555" x="3333750" y="4578350"/>
          <p14:tracePt t="2572" x="3378200" y="4737100"/>
          <p14:tracePt t="2588" x="3435350" y="4940300"/>
          <p14:tracePt t="2605" x="3454400" y="5003800"/>
          <p14:tracePt t="2622" x="3454400" y="5010150"/>
          <p14:tracePt t="2638" x="3460750" y="5010150"/>
          <p14:tracePt t="2655" x="3460750" y="4997450"/>
          <p14:tracePt t="2672" x="3467100" y="4965700"/>
          <p14:tracePt t="2688" x="3467100" y="4933950"/>
          <p14:tracePt t="2704" x="3435350" y="4756150"/>
          <p14:tracePt t="2721" x="3384550" y="4349750"/>
          <p14:tracePt t="2738" x="3333750" y="4025900"/>
          <p14:tracePt t="2755" x="3251200" y="3302000"/>
          <p14:tracePt t="2771" x="3130550" y="2501900"/>
          <p14:tracePt t="2787" x="3060700" y="2095500"/>
          <p14:tracePt t="2806" x="2927350" y="1435100"/>
          <p14:tracePt t="2820" x="2857500" y="1130300"/>
          <p14:tracePt t="2838" x="2844800" y="1066800"/>
          <p14:tracePt t="2854" x="2838450" y="1041400"/>
          <p14:tracePt t="2870" x="2838450" y="1035050"/>
          <p14:tracePt t="2905" x="2838450" y="1041400"/>
          <p14:tracePt t="2920" x="2838450" y="1054100"/>
          <p14:tracePt t="2938" x="2832100" y="1104900"/>
          <p14:tracePt t="2953" x="2876550" y="1308100"/>
          <p14:tracePt t="2969" x="2914650" y="1473200"/>
          <p14:tracePt t="2987" x="3022600" y="2057400"/>
          <p14:tracePt t="3003" x="3194050" y="2743200"/>
          <p14:tracePt t="3020" x="3270250" y="3054350"/>
          <p14:tracePt t="3037" x="3397250" y="3587750"/>
          <p14:tracePt t="3053" x="3479800" y="3911600"/>
          <p14:tracePt t="3070" x="3511550" y="4006850"/>
          <p14:tracePt t="3087" x="3543300" y="4083050"/>
          <p14:tracePt t="3103" x="3562350" y="4102100"/>
          <p14:tracePt t="3136" x="3568700" y="4102100"/>
          <p14:tracePt t="3171" x="3568700" y="4095750"/>
          <p14:tracePt t="3233" x="3568700" y="4089400"/>
          <p14:tracePt t="3247" x="3575050" y="4089400"/>
          <p14:tracePt t="3261" x="3581400" y="4083050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8610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from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offeredAtNSYSU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Amy=</a:t>
            </a:r>
            <a:r>
              <a:rPr lang="en-US" altLang="en-US" sz="2600" b="1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("White")</a:t>
            </a: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Cal=</a:t>
            </a:r>
            <a:r>
              <a:rPr lang="en-US" altLang="en-US" sz="2600" b="1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("Blue")</a:t>
            </a:r>
            <a:endParaRPr lang="en-US" altLang="en-US" sz="2600" kern="0" spc="-70" dirty="0">
              <a:solidFill>
                <a:srgbClr val="FF99F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Ed=</a:t>
            </a:r>
            <a:r>
              <a:rPr lang="en-US" altLang="en-US" sz="2600" b="1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("Green")</a:t>
            </a: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Gwen=</a:t>
            </a:r>
            <a:r>
              <a:rPr lang="en-US" altLang="en-US" sz="2600" b="1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("Green")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print(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600" kern="0" spc="-70" dirty="0">
                <a:solidFill>
                  <a:srgbClr val="B81F4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600" kern="0" dirty="0">
                <a:solidFill>
                  <a:srgbClr val="B81F43"/>
                </a:solidFill>
                <a:cs typeface="Courier New" panose="02070309020205020404" pitchFamily="49" charset="0"/>
              </a:rPr>
              <a:t>Students occupy space, so are objects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&lt;</a:t>
            </a:r>
            <a:r>
              <a:rPr lang="en-US" altLang="en-US" sz="2600" kern="0" spc="100" dirty="0">
                <a:solidFill>
                  <a:schemeClr val="tx1"/>
                </a:solidFill>
                <a:cs typeface="Courier New" panose="02070309020205020404" pitchFamily="49" charset="0"/>
              </a:rPr>
              <a:t>offeredA</a:t>
            </a:r>
            <a:r>
              <a:rPr lang="en-US" altLang="en-US" sz="2600" kern="0" spc="2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  <a:r>
              <a:rPr lang="en-US" altLang="en-US" sz="2600" kern="0" dirty="0">
                <a:solidFill>
                  <a:schemeClr val="tx1"/>
                </a:solidFill>
                <a:cs typeface="Courier New" panose="02070309020205020404" pitchFamily="49" charset="0"/>
              </a:rPr>
              <a:t>NSYSU.</a:t>
            </a:r>
            <a:r>
              <a:rPr lang="en-US" altLang="en-US" sz="2600" b="1" kern="0" dirty="0">
                <a:solidFill>
                  <a:schemeClr val="tx1"/>
                </a:solidFill>
                <a:cs typeface="Courier New" panose="02070309020205020404" pitchFamily="49" charset="0"/>
              </a:rPr>
              <a:t>CSE282 object</a:t>
            </a:r>
            <a:r>
              <a:rPr lang="en-US" altLang="en-US" sz="2600" kern="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at 0x6</a:t>
            </a:r>
            <a:r>
              <a:rPr lang="en-US" altLang="en-US" sz="2600" kern="0" spc="30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ffffff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2c040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&gt;</a:t>
            </a:r>
          </a:p>
          <a:p>
            <a:pPr marL="342900" lvl="1" indent="-342900" eaLnBrk="1" hangingPunct="1">
              <a:lnSpc>
                <a:spcPct val="82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Ed.useSpray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6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sz="2600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Cal.useSpray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RememberToPutBack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Cal.leaveRoom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7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Gwen.useSpray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#class attributes are shared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Cal.removeMask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7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</a:p>
          <a:p>
            <a:pPr marL="342900" lvl="1" indent="-342900" eaLnBrk="1" hangingPunct="1">
              <a:lnSpc>
                <a:spcPct val="6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Gwen.removeMask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#self attributes don't share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Cal.leaveRoom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This one has left already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Ed.leaveRoom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#But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this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one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has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his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own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attribute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381000" y="0"/>
            <a:ext cx="990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b="1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kern="0" dirty="0">
              <a:solidFill>
                <a:schemeClr val="bg1">
                  <a:lumMod val="85000"/>
                </a:schemeClr>
              </a:solidFill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dirty="0">
              <a:solidFill>
                <a:schemeClr val="bg1">
                  <a:lumMod val="85000"/>
                </a:schemeClr>
              </a:solidFill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2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342900" lvl="1" indent="-342900" eaLnBrk="1" hangingPunct="1">
              <a:lnSpc>
                <a:spcPct val="7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kern="0" dirty="0">
              <a:solidFill>
                <a:schemeClr val="bg1">
                  <a:lumMod val="85000"/>
                </a:schemeClr>
              </a:solidFill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342900" lvl="1" indent="-342900" eaLnBrk="1" hangingPunct="1">
              <a:lnSpc>
                <a:spcPct val="7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kern="0" dirty="0">
              <a:solidFill>
                <a:schemeClr val="bg1">
                  <a:lumMod val="85000"/>
                </a:schemeClr>
              </a:solidFill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kern="0" dirty="0">
              <a:solidFill>
                <a:schemeClr val="bg1">
                  <a:lumMod val="85000"/>
                </a:schemeClr>
              </a:solidFill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600" kern="0" dirty="0">
              <a:solidFill>
                <a:schemeClr val="bg1">
                  <a:lumMod val="85000"/>
                </a:schemeClr>
              </a:solidFill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05200" y="3352800"/>
            <a:ext cx="5638800" cy="350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1600" kern="0" dirty="0">
                <a:solidFill>
                  <a:srgbClr val="C34361"/>
                </a:solidFill>
                <a:cs typeface="Courier New" panose="02070309020205020404" pitchFamily="49" charset="0"/>
              </a:rPr>
              <a:t>#Students enroll in a university class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1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1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6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16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1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1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  <a:endParaRPr lang="en-US" altLang="en-US" sz="1600" kern="0" spc="-7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1600" kern="0" spc="-70" dirty="0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1600" b="1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1600" kern="0" spc="-70" dirty="0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kern="0" spc="-70" dirty="0" err="1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self,RememberPutBack</a:t>
            </a:r>
            <a:r>
              <a:rPr lang="en-US" altLang="en-US" sz="1600" kern="0" spc="-70" dirty="0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=True)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1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</a:t>
            </a: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print("Used.")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kern="0" spc="-70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1600" b="1" kern="0" spc="-7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1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CSE282.handSpray=</a:t>
            </a:r>
            <a:r>
              <a:rPr lang="en-US" altLang="en-US" sz="1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RememberPutBack</a:t>
            </a:r>
            <a:endParaRPr lang="en-US" altLang="en-US" sz="1600" kern="0" spc="-70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</a:t>
            </a:r>
            <a:r>
              <a:rPr lang="en-US" altLang="en-US" sz="16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  <a:r>
              <a:rPr lang="en-US" altLang="en-US" sz="16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714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584"/>
    </mc:Choice>
    <mc:Fallback xmlns="">
      <p:transition spd="slow" advTm="2335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3.33333E-6 -0.48888 " pathEditMode="relative" rAng="0" ptsTypes="AA">
                                      <p:cBhvr>
                                        <p:cTn id="10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1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4" dur="500"/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9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4" grpId="1" animBg="1"/>
    </p:bldLst>
  </p:timing>
  <p:extLst>
    <p:ext uri="{3A86A75C-4F4B-4683-9AE1-C65F6400EC91}">
      <p14:laserTraceLst xmlns:p14="http://schemas.microsoft.com/office/powerpoint/2010/main">
        <p14:tracePtLst>
          <p14:tracePt t="9868" x="4502150" y="3727450"/>
          <p14:tracePt t="9874" x="4495800" y="3714750"/>
          <p14:tracePt t="9883" x="4483100" y="3702050"/>
          <p14:tracePt t="9899" x="4464050" y="3676650"/>
          <p14:tracePt t="9918" x="4457700" y="3663950"/>
          <p14:tracePt t="9932" x="4451350" y="3657600"/>
          <p14:tracePt t="9952" x="4438650" y="3657600"/>
          <p14:tracePt t="9966" x="4413250" y="3657600"/>
          <p14:tracePt t="9982" x="4375150" y="3657600"/>
          <p14:tracePt t="9999" x="4318000" y="3657600"/>
          <p14:tracePt t="10015" x="4210050" y="3708400"/>
          <p14:tracePt t="10032" x="4133850" y="3759200"/>
          <p14:tracePt t="10049" x="4064000" y="3841750"/>
          <p14:tracePt t="10065" x="3962400" y="3975100"/>
          <p14:tracePt t="10082" x="3930650" y="4064000"/>
          <p14:tracePt t="10099" x="3892550" y="4235450"/>
          <p14:tracePt t="10115" x="3886200" y="4343400"/>
          <p14:tracePt t="10132" x="3905250" y="4451350"/>
          <p14:tracePt t="10149" x="4000500" y="4629150"/>
          <p14:tracePt t="10165" x="4089400" y="4756150"/>
          <p14:tracePt t="10181" x="4178300" y="4883150"/>
          <p14:tracePt t="10198" x="4330700" y="5048250"/>
          <p14:tracePt t="10214" x="4438650" y="5143500"/>
          <p14:tracePt t="10233" x="4629150" y="5232400"/>
          <p14:tracePt t="10248" x="4762500" y="5283200"/>
          <p14:tracePt t="10264" x="4908550" y="5308600"/>
          <p14:tracePt t="10282" x="5156200" y="5359400"/>
          <p14:tracePt t="10297" x="5346700" y="5378450"/>
          <p14:tracePt t="10314" x="5530850" y="5384800"/>
          <p14:tracePt t="10331" x="5759450" y="5359400"/>
          <p14:tracePt t="10348" x="5943600" y="5327650"/>
          <p14:tracePt t="10364" x="6102350" y="5245100"/>
          <p14:tracePt t="10381" x="6356350" y="5130800"/>
          <p14:tracePt t="10397" x="6489700" y="5022850"/>
          <p14:tracePt t="10415" x="6667500" y="4864100"/>
          <p14:tracePt t="10430" x="6743700" y="4749800"/>
          <p14:tracePt t="10447" x="6807200" y="4629150"/>
          <p14:tracePt t="10465" x="6838950" y="4432300"/>
          <p14:tracePt t="10481" x="6838950" y="4324350"/>
          <p14:tracePt t="10497" x="6813550" y="4203700"/>
          <p14:tracePt t="10514" x="6711950" y="3968750"/>
          <p14:tracePt t="10530" x="6623050" y="3790950"/>
          <p14:tracePt t="10548" x="6502400" y="3670300"/>
          <p14:tracePt t="10564" x="6223000" y="3492500"/>
          <p14:tracePt t="10580" x="6013450" y="3441700"/>
          <p14:tracePt t="10598" x="5645150" y="3403600"/>
          <p14:tracePt t="10613" x="5422900" y="3454400"/>
          <p14:tracePt t="10630" x="5111750" y="3619500"/>
          <p14:tracePt t="10647" x="4794250" y="3886200"/>
          <p14:tracePt t="10663" x="4667250" y="4083050"/>
          <p14:tracePt t="10680" x="4584700" y="4279900"/>
          <p14:tracePt t="10696" x="4565650" y="4629150"/>
          <p14:tracePt t="10713" x="4622800" y="4876800"/>
          <p14:tracePt t="10730" x="4718050" y="5099050"/>
          <p14:tracePt t="10746" x="4959350" y="5378450"/>
          <p14:tracePt t="10763" x="5175250" y="5505450"/>
          <p14:tracePt t="10781" x="5505450" y="5676900"/>
          <p14:tracePt t="10796" x="5753100" y="5765800"/>
          <p14:tracePt t="10813" x="6051550" y="5822950"/>
          <p14:tracePt t="10829" x="6394450" y="5835650"/>
          <p14:tracePt t="10846" x="6572250" y="5835650"/>
          <p14:tracePt t="10863" x="6737350" y="5803900"/>
          <p14:tracePt t="10879" x="6908800" y="5721350"/>
          <p14:tracePt t="10896" x="6991350" y="5645150"/>
          <p14:tracePt t="10913" x="7048500" y="5530850"/>
          <p14:tracePt t="10929" x="7054850" y="5422900"/>
          <p14:tracePt t="10945" x="7054850" y="5295900"/>
          <p14:tracePt t="10962" x="6972300" y="5016500"/>
          <p14:tracePt t="10979" x="6870700" y="4864100"/>
          <p14:tracePt t="10995" x="6711950" y="4686300"/>
          <p14:tracePt t="11012" x="6438900" y="4476750"/>
          <p14:tracePt t="11028" x="6229350" y="4362450"/>
          <p14:tracePt t="11045" x="6007100" y="4267200"/>
          <p14:tracePt t="11062" x="5670550" y="4216400"/>
          <p14:tracePt t="11078" x="5480050" y="4235450"/>
          <p14:tracePt t="11096" x="5251450" y="4318000"/>
          <p14:tracePt t="11111" x="5130800" y="4438650"/>
          <p14:tracePt t="11128" x="5035550" y="4565650"/>
          <p14:tracePt t="11145" x="4984750" y="4775200"/>
          <p14:tracePt t="11161" x="4991100" y="4921250"/>
          <p14:tracePt t="11178" x="5060950" y="5118100"/>
          <p14:tracePt t="11195" x="5213350" y="5340350"/>
          <p14:tracePt t="11211" x="5378450" y="5473700"/>
          <p14:tracePt t="11229" x="5670550" y="5619750"/>
          <p14:tracePt t="11244" x="5943600" y="5734050"/>
          <p14:tracePt t="11261" x="6178550" y="5784850"/>
          <p14:tracePt t="11278" x="6534150" y="5861050"/>
          <p14:tracePt t="11294" x="6750050" y="5861050"/>
          <p14:tracePt t="11311" x="6902450" y="5861050"/>
          <p14:tracePt t="11327" x="7035800" y="5797550"/>
          <p14:tracePt t="11344" x="7080250" y="5746750"/>
          <p14:tracePt t="11360" x="7099300" y="5670550"/>
          <p14:tracePt t="11377" x="7099300" y="5556250"/>
          <p14:tracePt t="11394" x="6985000" y="5232400"/>
          <p14:tracePt t="11410" x="6858000" y="5010150"/>
          <p14:tracePt t="11427" x="6673850" y="4762500"/>
          <p14:tracePt t="11444" x="6407150" y="4495800"/>
          <p14:tracePt t="11460" x="6216650" y="4368800"/>
          <p14:tracePt t="11477" x="6032500" y="4267200"/>
          <p14:tracePt t="11494" x="5695950" y="4203700"/>
          <p14:tracePt t="11510" x="5467350" y="4191000"/>
          <p14:tracePt t="11528" x="5213350" y="4267200"/>
          <p14:tracePt t="11543" x="5073650" y="4381500"/>
          <p14:tracePt t="11560" x="4959350" y="4552950"/>
          <p14:tracePt t="11577" x="4870450" y="4781550"/>
          <p14:tracePt t="11593" x="4864100" y="4940300"/>
          <p14:tracePt t="11610" x="4895850" y="5118100"/>
          <p14:tracePt t="11627" x="5041900" y="5397500"/>
          <p14:tracePt t="11643" x="5187950" y="5556250"/>
          <p14:tracePt t="11660" x="5353050" y="5721350"/>
          <p14:tracePt t="11676" x="5689600" y="5930900"/>
          <p14:tracePt t="11693" x="5969000" y="6019800"/>
          <p14:tracePt t="11710" x="6324600" y="6076950"/>
          <p14:tracePt t="11726" x="6527800" y="6083300"/>
          <p14:tracePt t="11743" x="6686550" y="6051550"/>
          <p14:tracePt t="11759" x="6838950" y="5988050"/>
          <p14:tracePt t="11776" x="6908800" y="5930900"/>
          <p14:tracePt t="11793" x="6985000" y="5848350"/>
          <p14:tracePt t="11809" x="7023100" y="5734050"/>
          <p14:tracePt t="11826" x="7023100" y="5626100"/>
          <p14:tracePt t="11842" x="7010400" y="5499100"/>
          <p14:tracePt t="11859" x="6915150" y="5175250"/>
          <p14:tracePt t="11875" x="6781800" y="4946650"/>
          <p14:tracePt t="11893" x="6578600" y="4648200"/>
          <p14:tracePt t="11909" x="6413500" y="4514850"/>
          <p14:tracePt t="11925" x="6210300" y="4419600"/>
          <p14:tracePt t="11942" x="5924550" y="4349750"/>
          <p14:tracePt t="11958" x="5683250" y="4337050"/>
          <p14:tracePt t="11962" x="5556250" y="4356100"/>
          <p14:tracePt t="11975" x="5410200" y="4400550"/>
          <p14:tracePt t="11992" x="5086350" y="4584700"/>
          <p14:tracePt t="12008" x="4921250" y="4718050"/>
          <p14:tracePt t="12026" x="4724400" y="4953000"/>
          <p14:tracePt t="12042" x="4686300" y="5137150"/>
          <p14:tracePt t="12058" x="4699000" y="5238750"/>
          <p14:tracePt t="12075" x="4794250" y="5448300"/>
          <p14:tracePt t="12091" x="4908550" y="5568950"/>
          <p14:tracePt t="12108" x="5149850" y="5695950"/>
          <p14:tracePt t="12125" x="5530850" y="5848350"/>
          <p14:tracePt t="12143" x="5810250" y="5911850"/>
          <p14:tracePt t="12158" x="6280150" y="5988050"/>
          <p14:tracePt t="12174" x="6559550" y="5988050"/>
          <p14:tracePt t="12191" x="6673850" y="5969000"/>
          <p14:tracePt t="12208" x="6858000" y="5886450"/>
          <p14:tracePt t="12224" x="6940550" y="5803900"/>
          <p14:tracePt t="12241" x="6965950" y="5759450"/>
          <p14:tracePt t="12258" x="6978650" y="5657850"/>
          <p14:tracePt t="12274" x="6978650" y="5562600"/>
          <p14:tracePt t="12291" x="6972300" y="5499100"/>
          <p14:tracePt t="12748" x="7023100" y="5480050"/>
          <p14:tracePt t="12754" x="7099300" y="5461000"/>
          <p14:tracePt t="12761" x="7207250" y="5429250"/>
          <p14:tracePt t="12776" x="7308850" y="5397500"/>
          <p14:tracePt t="12789" x="7442200" y="5340350"/>
          <p14:tracePt t="12806" x="7677150" y="5232400"/>
          <p14:tracePt t="12823" x="7785100" y="5181600"/>
          <p14:tracePt t="12839" x="7962900" y="5067300"/>
          <p14:tracePt t="12855" x="8045450" y="5003800"/>
          <p14:tracePt t="12872" x="8172450" y="4883150"/>
          <p14:tracePt t="12889" x="8261350" y="4730750"/>
          <p14:tracePt t="12906" x="8318500" y="4641850"/>
          <p14:tracePt t="12924" x="8432800" y="4337050"/>
          <p14:tracePt t="12938" x="8483600" y="4229100"/>
          <p14:tracePt t="12955" x="8540750" y="4095750"/>
          <p14:tracePt t="12972" x="8667750" y="3790950"/>
          <p14:tracePt t="12988" x="8693150" y="3702050"/>
          <p14:tracePt t="12992" x="8724900" y="3632200"/>
          <p14:tracePt t="13021" x="8782050" y="3530600"/>
          <p14:tracePt t="13038" x="8826500" y="3435350"/>
          <p14:tracePt t="13055" x="8839200" y="3409950"/>
          <p14:tracePt t="13071" x="8858250" y="3365500"/>
          <p14:tracePt t="13087" x="8883650" y="3340100"/>
          <p14:tracePt t="13106" x="8896350" y="3314700"/>
          <p14:tracePt t="13123" x="8902700" y="3302000"/>
          <p14:tracePt t="13138" x="8909050" y="3282950"/>
          <p14:tracePt t="13155" x="8915400" y="3270250"/>
          <p14:tracePt t="13171" x="8915400" y="3263900"/>
          <p14:tracePt t="13188" x="8928100" y="3251200"/>
          <p14:tracePt t="13204" x="8947150" y="3219450"/>
          <p14:tracePt t="13221" x="8953500" y="3206750"/>
          <p14:tracePt t="13239" x="8959850" y="3187700"/>
          <p14:tracePt t="13254" x="8966200" y="3175000"/>
          <p14:tracePt t="13271" x="8978900" y="3149600"/>
          <p14:tracePt t="13288" x="8997950" y="3124200"/>
          <p14:tracePt t="13304" x="9010650" y="3111500"/>
          <p14:tracePt t="13321" x="9042400" y="3073400"/>
          <p14:tracePt t="13337" x="9074150" y="3048000"/>
          <p14:tracePt t="13355" x="9086850" y="3035300"/>
          <p14:tracePt t="13372" x="9124950" y="3003550"/>
          <p14:tracePt t="16615" x="9061450" y="2838450"/>
          <p14:tracePt t="16621" x="8959850" y="2781300"/>
          <p14:tracePt t="16636" x="8864600" y="2730500"/>
          <p14:tracePt t="16645" x="8756650" y="2679700"/>
          <p14:tracePt t="16659" x="8661400" y="2616200"/>
          <p14:tracePt t="16676" x="8432800" y="2489200"/>
          <p14:tracePt t="16693" x="8166100" y="2292350"/>
          <p14:tracePt t="16709" x="8045450" y="2222500"/>
          <p14:tracePt t="16726" x="7962900" y="2152650"/>
          <p14:tracePt t="16742" x="7607300" y="1943100"/>
          <p14:tracePt t="16759" x="7512050" y="1879600"/>
          <p14:tracePt t="16777" x="7289800" y="1771650"/>
          <p14:tracePt t="16792" x="7188200" y="1708150"/>
          <p14:tracePt t="16809" x="6959600" y="1581150"/>
          <p14:tracePt t="16826" x="6661150" y="1416050"/>
          <p14:tracePt t="16842" x="6489700" y="1339850"/>
          <p14:tracePt t="16860" x="6178550" y="1206500"/>
          <p14:tracePt t="16875" x="5829300" y="1073150"/>
          <p14:tracePt t="16892" x="5695950" y="1028700"/>
          <p14:tracePt t="16910" x="5441950" y="933450"/>
          <p14:tracePt t="16924" x="5162550" y="812800"/>
          <p14:tracePt t="16941" x="5048250" y="768350"/>
          <p14:tracePt t="16958" x="4800600" y="704850"/>
          <p14:tracePt t="16974" x="4616450" y="647700"/>
          <p14:tracePt t="16991" x="4552950" y="628650"/>
          <p14:tracePt t="17008" x="4419600" y="609600"/>
          <p14:tracePt t="17024" x="4311650" y="615950"/>
          <p14:tracePt t="17042" x="4298950" y="641350"/>
          <p14:tracePt t="17057" x="4292600" y="698500"/>
          <p14:tracePt t="17593" x="4203700" y="698500"/>
          <p14:tracePt t="17607" x="4089400" y="685800"/>
          <p14:tracePt t="17613" x="3987800" y="685800"/>
          <p14:tracePt t="17628" x="3848100" y="685800"/>
          <p14:tracePt t="17638" x="3721100" y="673100"/>
          <p14:tracePt t="17657" x="3454400" y="679450"/>
          <p14:tracePt t="17672" x="3340100" y="685800"/>
          <p14:tracePt t="17689" x="3124200" y="698500"/>
          <p14:tracePt t="17706" x="2933700" y="698500"/>
          <p14:tracePt t="17722" x="2844800" y="698500"/>
          <p14:tracePt t="17739" x="2730500" y="698500"/>
          <p14:tracePt t="17755" x="2654300" y="692150"/>
          <p14:tracePt t="17772" x="2635250" y="692150"/>
          <p14:tracePt t="17789" x="2616200" y="666750"/>
          <p14:tracePt t="17805" x="2597150" y="660400"/>
          <p14:tracePt t="17821" x="2597150" y="654050"/>
          <p14:tracePt t="17839" x="2590800" y="654050"/>
          <p14:tracePt t="17866" x="2584450" y="654050"/>
          <p14:tracePt t="17979" x="2590800" y="654050"/>
          <p14:tracePt t="18049" x="2597150" y="660400"/>
          <p14:tracePt t="18098" x="2603500" y="666750"/>
          <p14:tracePt t="18105" x="2609850" y="666750"/>
          <p14:tracePt t="18140" x="2609850" y="673100"/>
          <p14:tracePt t="18155" x="2616200" y="673100"/>
          <p14:tracePt t="18175" x="2622550" y="679450"/>
          <p14:tracePt t="18196" x="2635250" y="679450"/>
          <p14:tracePt t="18217" x="2641600" y="679450"/>
          <p14:tracePt t="18224" x="2641600" y="685800"/>
          <p14:tracePt t="18245" x="2647950" y="685800"/>
          <p14:tracePt t="18259" x="2654300" y="692150"/>
          <p14:tracePt t="18281" x="2667000" y="692150"/>
          <p14:tracePt t="18289" x="2679700" y="692150"/>
          <p14:tracePt t="18303" x="2698750" y="692150"/>
          <p14:tracePt t="18320" x="2762250" y="704850"/>
          <p14:tracePt t="18337" x="2838450" y="711200"/>
          <p14:tracePt t="18353" x="2882900" y="723900"/>
          <p14:tracePt t="18370" x="2978150" y="736600"/>
          <p14:tracePt t="18386" x="3041650" y="736600"/>
          <p14:tracePt t="18403" x="3073400" y="742950"/>
          <p14:tracePt t="18420" x="3124200" y="742950"/>
          <p14:tracePt t="18436" x="3136900" y="742950"/>
          <p14:tracePt t="18453" x="3149600" y="742950"/>
          <p14:tracePt t="18470" x="3155950" y="742950"/>
          <p14:tracePt t="18569" x="3149600" y="742950"/>
          <p14:tracePt t="19100" x="3143250" y="742950"/>
          <p14:tracePt t="19107" x="3130550" y="742950"/>
          <p14:tracePt t="19121" x="3124200" y="749300"/>
          <p14:tracePt t="19133" x="3124200" y="755650"/>
          <p14:tracePt t="19199" x="3136900" y="755650"/>
          <p14:tracePt t="19212" x="3149600" y="755650"/>
          <p14:tracePt t="19220" x="3155950" y="755650"/>
          <p14:tracePt t="19233" x="3187700" y="755650"/>
          <p14:tracePt t="19250" x="3263900" y="755650"/>
          <p14:tracePt t="19267" x="3327400" y="755650"/>
          <p14:tracePt t="19284" x="3473450" y="742950"/>
          <p14:tracePt t="19300" x="3600450" y="736600"/>
          <p14:tracePt t="19316" x="3663950" y="736600"/>
          <p14:tracePt t="19333" x="3746500" y="736600"/>
          <p14:tracePt t="19350" x="3784600" y="736600"/>
          <p14:tracePt t="19367" x="3829050" y="730250"/>
          <p14:tracePt t="19383" x="3835400" y="730250"/>
          <p14:tracePt t="19399" x="3841750" y="730250"/>
          <p14:tracePt t="19416" x="3841750" y="723900"/>
          <p14:tracePt t="19739" x="3835400" y="723900"/>
          <p14:tracePt t="19753" x="3829050" y="723900"/>
          <p14:tracePt t="19774" x="3822700" y="723900"/>
          <p14:tracePt t="19782" x="3810000" y="723900"/>
          <p14:tracePt t="19788" x="3790950" y="723900"/>
          <p14:tracePt t="19802" x="3759200" y="723900"/>
          <p14:tracePt t="19816" x="3714750" y="723900"/>
          <p14:tracePt t="19832" x="3581400" y="723900"/>
          <p14:tracePt t="19848" x="3492500" y="711200"/>
          <p14:tracePt t="19865" x="3289300" y="704850"/>
          <p14:tracePt t="19881" x="3098800" y="692150"/>
          <p14:tracePt t="19898" x="2997200" y="692150"/>
          <p14:tracePt t="19915" x="2794000" y="692150"/>
          <p14:tracePt t="19931" x="2628900" y="698500"/>
          <p14:tracePt t="19947" x="2565400" y="698500"/>
          <p14:tracePt t="19965" x="2451100" y="698500"/>
          <p14:tracePt t="19981" x="2406650" y="704850"/>
          <p14:tracePt t="19998" x="2349500" y="704850"/>
          <p14:tracePt t="20014" x="2317750" y="704850"/>
          <p14:tracePt t="20031" x="2305050" y="704850"/>
          <p14:tracePt t="20047" x="2279650" y="698500"/>
          <p14:tracePt t="20064" x="2254250" y="692150"/>
          <p14:tracePt t="20081" x="2247900" y="692150"/>
          <p14:tracePt t="20084" x="2241550" y="692150"/>
          <p14:tracePt t="20104" x="2228850" y="685800"/>
          <p14:tracePt t="20114" x="2222500" y="685800"/>
          <p14:tracePt t="20130" x="2209800" y="685800"/>
          <p14:tracePt t="20147" x="2190750" y="685800"/>
          <p14:tracePt t="20163" x="2165350" y="685800"/>
          <p14:tracePt t="20181" x="2120900" y="685800"/>
          <p14:tracePt t="20196" x="2089150" y="685800"/>
          <p14:tracePt t="20214" x="2019300" y="692150"/>
          <p14:tracePt t="20231" x="1955800" y="698500"/>
          <p14:tracePt t="20247" x="1911350" y="698500"/>
          <p14:tracePt t="20263" x="1873250" y="704850"/>
          <p14:tracePt t="20280" x="1797050" y="717550"/>
          <p14:tracePt t="20296" x="1784350" y="717550"/>
          <p14:tracePt t="20313" x="1771650" y="717550"/>
          <p14:tracePt t="20330" x="1758950" y="717550"/>
          <p14:tracePt t="20346" x="1752600" y="717550"/>
          <p14:tracePt t="20560" x="1758950" y="717550"/>
          <p14:tracePt t="20574" x="1771650" y="723900"/>
          <p14:tracePt t="20582" x="1784350" y="723900"/>
          <p14:tracePt t="20598" x="1816100" y="730250"/>
          <p14:tracePt t="20612" x="1854200" y="749300"/>
          <p14:tracePt t="20629" x="1974850" y="762000"/>
          <p14:tracePt t="20645" x="2120900" y="793750"/>
          <p14:tracePt t="20662" x="2197100" y="793750"/>
          <p14:tracePt t="20679" x="2355850" y="825500"/>
          <p14:tracePt t="20695" x="2482850" y="825500"/>
          <p14:tracePt t="20712" x="2546350" y="825500"/>
          <p14:tracePt t="20729" x="2673350" y="831850"/>
          <p14:tracePt t="20745" x="2781300" y="831850"/>
          <p14:tracePt t="20762" x="2819400" y="831850"/>
          <p14:tracePt t="20779" x="2901950" y="831850"/>
          <p14:tracePt t="20795" x="2978150" y="819150"/>
          <p14:tracePt t="20811" x="2997200" y="812800"/>
          <p14:tracePt t="20828" x="3060700" y="806450"/>
          <p14:tracePt t="20845" x="3105150" y="800100"/>
          <p14:tracePt t="20862" x="3155950" y="793750"/>
          <p14:tracePt t="20878" x="3175000" y="787400"/>
          <p14:tracePt t="20894" x="3200400" y="787400"/>
          <p14:tracePt t="20911" x="3263900" y="774700"/>
          <p14:tracePt t="20927" x="3282950" y="768350"/>
          <p14:tracePt t="20944" x="3302000" y="768350"/>
          <p14:tracePt t="20961" x="3333750" y="749300"/>
          <p14:tracePt t="20978" x="3371850" y="742950"/>
          <p14:tracePt t="20996" x="3384550" y="736600"/>
          <p14:tracePt t="21011" x="3397250" y="736600"/>
          <p14:tracePt t="21027" x="3416300" y="730250"/>
          <p14:tracePt t="21045" x="3435350" y="723900"/>
          <p14:tracePt t="21060" x="3441700" y="723900"/>
          <p14:tracePt t="21077" x="3454400" y="711200"/>
          <p14:tracePt t="21094" x="3473450" y="711200"/>
          <p14:tracePt t="21110" x="3479800" y="704850"/>
          <p14:tracePt t="21127" x="3492500" y="704850"/>
          <p14:tracePt t="21143" x="3517900" y="698500"/>
          <p14:tracePt t="21160" x="3530600" y="698500"/>
          <p14:tracePt t="21177" x="3543300" y="692150"/>
          <p14:tracePt t="21193" x="3594100" y="692150"/>
          <p14:tracePt t="21210" x="3619500" y="692150"/>
          <p14:tracePt t="21227" x="3644900" y="692150"/>
          <p14:tracePt t="21243" x="3663950" y="692150"/>
          <p14:tracePt t="21260" x="3689350" y="685800"/>
          <p14:tracePt t="21277" x="3714750" y="685800"/>
          <p14:tracePt t="21309" x="3727450" y="685800"/>
          <p14:tracePt t="21326" x="3740150" y="679450"/>
          <p14:tracePt t="21359" x="3746500" y="679450"/>
          <p14:tracePt t="21423" x="3752850" y="679450"/>
          <p14:tracePt t="21515" x="3746500" y="679450"/>
          <p14:tracePt t="21943" x="3790950" y="679450"/>
          <p14:tracePt t="21958" x="3854450" y="698500"/>
          <p14:tracePt t="21963" x="3937000" y="723900"/>
          <p14:tracePt t="21978" x="4025900" y="730250"/>
          <p14:tracePt t="21991" x="4171950" y="755650"/>
          <p14:tracePt t="22007" x="4425950" y="774700"/>
          <p14:tracePt t="22023" x="4552950" y="787400"/>
          <p14:tracePt t="22041" x="4800600" y="793750"/>
          <p14:tracePt t="22057" x="5029200" y="781050"/>
          <p14:tracePt t="22073" x="5124450" y="768350"/>
          <p14:tracePt t="22091" x="5200650" y="762000"/>
          <p14:tracePt t="22107" x="5334000" y="730250"/>
          <p14:tracePt t="22124" x="5384800" y="711200"/>
          <p14:tracePt t="22140" x="5441950" y="704850"/>
          <p14:tracePt t="22157" x="5454650" y="698500"/>
          <p14:tracePt t="22174" x="5467350" y="692150"/>
          <p14:tracePt t="22190" x="5473700" y="692150"/>
          <p14:tracePt t="22385" x="5467350" y="698500"/>
          <p14:tracePt t="22420" x="5461000" y="698500"/>
          <p14:tracePt t="22455" x="5454650" y="704850"/>
          <p14:tracePt t="22490" x="5448300" y="704850"/>
          <p14:tracePt t="22518" x="5441950" y="704850"/>
          <p14:tracePt t="22525" x="5435600" y="704850"/>
          <p14:tracePt t="22560" x="5429250" y="704850"/>
          <p14:tracePt t="22915" x="5473700" y="711200"/>
          <p14:tracePt t="22930" x="5568950" y="730250"/>
          <p14:tracePt t="22938" x="5645150" y="749300"/>
          <p14:tracePt t="22951" x="5734050" y="774700"/>
          <p14:tracePt t="22958" x="5848350" y="781050"/>
          <p14:tracePt t="22973" x="5975350" y="793750"/>
          <p14:tracePt t="22987" x="6242050" y="825500"/>
          <p14:tracePt t="23004" x="6350000" y="838200"/>
          <p14:tracePt t="23021" x="6553200" y="857250"/>
          <p14:tracePt t="23037" x="6642100" y="857250"/>
          <p14:tracePt t="23053" x="6807200" y="850900"/>
          <p14:tracePt t="23070" x="6915150" y="844550"/>
          <p14:tracePt t="23087" x="6953250" y="838200"/>
          <p14:tracePt t="23103" x="7010400" y="825500"/>
          <p14:tracePt t="23119" x="7092950" y="812800"/>
          <p14:tracePt t="23136" x="7131050" y="793750"/>
          <p14:tracePt t="23154" x="7200900" y="787400"/>
          <p14:tracePt t="23169" x="7283450" y="768350"/>
          <p14:tracePt t="23186" x="7321550" y="762000"/>
          <p14:tracePt t="23204" x="7385050" y="742950"/>
          <p14:tracePt t="23219" x="7404100" y="742950"/>
          <p14:tracePt t="23236" x="7423150" y="736600"/>
          <p14:tracePt t="23253" x="7473950" y="730250"/>
          <p14:tracePt t="23269" x="7493000" y="730250"/>
          <p14:tracePt t="23286" x="7512050" y="730250"/>
          <p14:tracePt t="23303" x="7562850" y="730250"/>
          <p14:tracePt t="23320" x="7581900" y="730250"/>
          <p14:tracePt t="23337" x="7632700" y="730250"/>
          <p14:tracePt t="23352" x="7651750" y="730250"/>
          <p14:tracePt t="23369" x="7677150" y="730250"/>
          <p14:tracePt t="23386" x="7727950" y="730250"/>
          <p14:tracePt t="23402" x="7747000" y="730250"/>
          <p14:tracePt t="23419" x="7772400" y="730250"/>
          <p14:tracePt t="23436" x="7804150" y="730250"/>
          <p14:tracePt t="23452" x="7829550" y="730250"/>
          <p14:tracePt t="23469" x="7842250" y="730250"/>
          <p14:tracePt t="23485" x="7861300" y="730250"/>
          <p14:tracePt t="23502" x="7886700" y="730250"/>
          <p14:tracePt t="23519" x="7899400" y="730250"/>
          <p14:tracePt t="27538" x="7924800" y="736600"/>
          <p14:tracePt t="27551" x="7956550" y="755650"/>
          <p14:tracePt t="27559" x="7981950" y="774700"/>
          <p14:tracePt t="27571" x="8013700" y="793750"/>
          <p14:tracePt t="27588" x="8077200" y="825500"/>
          <p14:tracePt t="27604" x="8108950" y="838200"/>
          <p14:tracePt t="27623" x="8172450" y="869950"/>
          <p14:tracePt t="27637" x="8235950" y="901700"/>
          <p14:tracePt t="27654" x="8261350" y="908050"/>
          <p14:tracePt t="27671" x="8305800" y="933450"/>
          <p14:tracePt t="27687" x="8324850" y="946150"/>
          <p14:tracePt t="27704" x="8369300" y="958850"/>
          <p14:tracePt t="27721" x="8407400" y="971550"/>
          <p14:tracePt t="27738" x="8420100" y="971550"/>
          <p14:tracePt t="27755" x="8496300" y="996950"/>
          <p14:tracePt t="27770" x="8515350" y="1009650"/>
          <p14:tracePt t="27787" x="8534400" y="1016000"/>
          <p14:tracePt t="27804" x="8585200" y="1028700"/>
          <p14:tracePt t="27820" x="8629650" y="1054100"/>
          <p14:tracePt t="27837" x="8648700" y="1066800"/>
          <p14:tracePt t="27854" x="8699500" y="1085850"/>
          <p14:tracePt t="27870" x="8743950" y="1111250"/>
          <p14:tracePt t="27887" x="8756650" y="1117600"/>
          <p14:tracePt t="27903" x="8788400" y="1130300"/>
          <p14:tracePt t="27920" x="8826500" y="1143000"/>
          <p14:tracePt t="27938" x="8858250" y="1149350"/>
          <p14:tracePt t="27953" x="8877300" y="1149350"/>
          <p14:tracePt t="27970" x="8902700" y="1149350"/>
          <p14:tracePt t="32055" x="8851900" y="1130300"/>
          <p14:tracePt t="32062" x="8782050" y="1092200"/>
          <p14:tracePt t="32072" x="8712200" y="1073150"/>
          <p14:tracePt t="32089" x="8648700" y="1054100"/>
          <p14:tracePt t="32105" x="8528050" y="1028700"/>
          <p14:tracePt t="32122" x="8458200" y="1028700"/>
          <p14:tracePt t="32140" x="8375650" y="1035050"/>
          <p14:tracePt t="32155" x="8350250" y="1041400"/>
          <p14:tracePt t="32172" x="8286750" y="1047750"/>
          <p14:tracePt t="32189" x="8229600" y="1047750"/>
          <p14:tracePt t="32206" x="8191500" y="1047750"/>
          <p14:tracePt t="32222" x="8102600" y="1047750"/>
          <p14:tracePt t="32239" x="7981950" y="1047750"/>
          <p14:tracePt t="32255" x="7918450" y="1047750"/>
          <p14:tracePt t="32273" x="7727950" y="1047750"/>
          <p14:tracePt t="32288" x="7524750" y="1035050"/>
          <p14:tracePt t="32305" x="7410450" y="1028700"/>
          <p14:tracePt t="32322" x="7156450" y="1016000"/>
          <p14:tracePt t="32338" x="7042150" y="1022350"/>
          <p14:tracePt t="32355" x="6813550" y="1047750"/>
          <p14:tracePt t="32372" x="6578600" y="1104900"/>
          <p14:tracePt t="32388" x="6451600" y="1149350"/>
          <p14:tracePt t="32404" x="6184900" y="1200150"/>
          <p14:tracePt t="32421" x="5937250" y="1289050"/>
          <p14:tracePt t="32438" x="5810250" y="1320800"/>
          <p14:tracePt t="32455" x="5549900" y="1384300"/>
          <p14:tracePt t="32471" x="5321300" y="1435100"/>
          <p14:tracePt t="32488" x="5219700" y="1466850"/>
          <p14:tracePt t="32505" x="5022850" y="1517650"/>
          <p14:tracePt t="32521" x="4826000" y="1549400"/>
          <p14:tracePt t="32537" x="4737100" y="1562100"/>
          <p14:tracePt t="32554" x="4597400" y="1581150"/>
          <p14:tracePt t="32571" x="4476750" y="1606550"/>
          <p14:tracePt t="32588" x="4356100" y="1625600"/>
          <p14:tracePt t="32603" x="4298950" y="1644650"/>
          <p14:tracePt t="32620" x="4260850" y="1651000"/>
          <p14:tracePt t="32638" x="4159250" y="1670050"/>
          <p14:tracePt t="32653" x="4140200" y="1670050"/>
          <p14:tracePt t="32670" x="4127500" y="1676400"/>
          <p14:tracePt t="32687" x="4108450" y="1676400"/>
          <p14:tracePt t="32704" x="4102100" y="1676400"/>
          <p14:tracePt t="32737" x="4108450" y="1676400"/>
          <p14:tracePt t="34106" x="4108450" y="1663700"/>
          <p14:tracePt t="34141" x="4108450" y="1657350"/>
          <p14:tracePt t="34155" x="4114800" y="1644650"/>
          <p14:tracePt t="34162" x="4121150" y="1631950"/>
          <p14:tracePt t="34176" x="4133850" y="1619250"/>
          <p14:tracePt t="34185" x="4159250" y="1606550"/>
          <p14:tracePt t="34199" x="4171950" y="1581150"/>
          <p14:tracePt t="34215" x="4203700" y="1549400"/>
          <p14:tracePt t="34231" x="4229100" y="1524000"/>
          <p14:tracePt t="34235" x="4260850" y="1511300"/>
          <p14:tracePt t="34248" x="4279900" y="1485900"/>
          <p14:tracePt t="34265" x="4311650" y="1473200"/>
          <p14:tracePt t="34282" x="4368800" y="1441450"/>
          <p14:tracePt t="34298" x="4381500" y="1441450"/>
          <p14:tracePt t="34315" x="4394200" y="1435100"/>
          <p14:tracePt t="34331" x="4425950" y="1428750"/>
          <p14:tracePt t="34348" x="4457700" y="1428750"/>
          <p14:tracePt t="34364" x="4470400" y="1422400"/>
          <p14:tracePt t="34381" x="4508500" y="1422400"/>
          <p14:tracePt t="34398" x="4546600" y="1422400"/>
          <p14:tracePt t="34415" x="4597400" y="1422400"/>
          <p14:tracePt t="34431" x="4622800" y="1422400"/>
          <p14:tracePt t="34447" x="4692650" y="1422400"/>
          <p14:tracePt t="34464" x="4768850" y="1422400"/>
          <p14:tracePt t="34481" x="4800600" y="1422400"/>
          <p14:tracePt t="34497" x="4845050" y="1422400"/>
          <p14:tracePt t="34514" x="4895850" y="1422400"/>
          <p14:tracePt t="34530" x="4914900" y="1422400"/>
          <p14:tracePt t="34548" x="4927600" y="1422400"/>
          <p14:tracePt t="34564" x="4984750" y="1422400"/>
          <p14:tracePt t="34580" x="4997450" y="1422400"/>
          <p14:tracePt t="34597" x="5016500" y="1422400"/>
          <p14:tracePt t="34613" x="5022850" y="1422400"/>
          <p14:tracePt t="34630" x="5048250" y="1422400"/>
          <p14:tracePt t="34647" x="5067300" y="1422400"/>
          <p14:tracePt t="34680" x="5080000" y="1422400"/>
          <p14:tracePt t="34697" x="5099050" y="1422400"/>
          <p14:tracePt t="34713" x="5105400" y="1422400"/>
          <p14:tracePt t="34729" x="5118100" y="1422400"/>
          <p14:tracePt t="34746" x="5143500" y="1422400"/>
          <p14:tracePt t="34763" x="5162550" y="1422400"/>
          <p14:tracePt t="34780" x="5207000" y="1422400"/>
          <p14:tracePt t="34796" x="5257800" y="1422400"/>
          <p14:tracePt t="34813" x="5283200" y="1422400"/>
          <p14:tracePt t="34830" x="5334000" y="1416050"/>
          <p14:tracePt t="34846" x="5384800" y="1416050"/>
          <p14:tracePt t="34863" x="5403850" y="1416050"/>
          <p14:tracePt t="34879" x="5441950" y="1416050"/>
          <p14:tracePt t="34896" x="5454650" y="1416050"/>
          <p14:tracePt t="34913" x="5480050" y="1416050"/>
          <p14:tracePt t="34929" x="5492750" y="1416050"/>
          <p14:tracePt t="34946" x="5499100" y="1416050"/>
          <p14:tracePt t="34979" x="5511800" y="1416050"/>
          <p14:tracePt t="35012" x="5524500" y="1409700"/>
          <p14:tracePt t="35029" x="5530850" y="1403350"/>
          <p14:tracePt t="35639" x="5568950" y="1403350"/>
          <p14:tracePt t="35646" x="5651500" y="1416050"/>
          <p14:tracePt t="35663" x="5727700" y="1428750"/>
          <p14:tracePt t="35676" x="5816600" y="1447800"/>
          <p14:tracePt t="35693" x="5975350" y="1485900"/>
          <p14:tracePt t="35710" x="6146800" y="1524000"/>
          <p14:tracePt t="35727" x="6210300" y="1543050"/>
          <p14:tracePt t="35744" x="6381750" y="1562100"/>
          <p14:tracePt t="35760" x="6483350" y="1574800"/>
          <p14:tracePt t="35777" x="6527800" y="1574800"/>
          <p14:tracePt t="35793" x="6584950" y="1574800"/>
          <p14:tracePt t="35809" x="6629400" y="1562100"/>
          <p14:tracePt t="35826" x="6654800" y="1555750"/>
          <p14:tracePt t="35843" x="6692900" y="1549400"/>
          <p14:tracePt t="35859" x="6724650" y="1543050"/>
          <p14:tracePt t="35876" x="6743700" y="1536700"/>
          <p14:tracePt t="35893" x="6750050" y="1530350"/>
          <p14:tracePt t="35909" x="6762750" y="1530350"/>
          <p14:tracePt t="35927" x="6769100" y="1530350"/>
          <p14:tracePt t="35962" x="6775450" y="1524000"/>
          <p14:tracePt t="36011" x="6781800" y="1524000"/>
          <p14:tracePt t="36039" x="6788150" y="1524000"/>
          <p14:tracePt t="36046" x="6800850" y="1524000"/>
          <p14:tracePt t="36061" x="6813550" y="1524000"/>
          <p14:tracePt t="36076" x="6838950" y="1517650"/>
          <p14:tracePt t="36092" x="6883400" y="1504950"/>
          <p14:tracePt t="36110" x="6978650" y="1485900"/>
          <p14:tracePt t="36125" x="7023100" y="1485900"/>
          <p14:tracePt t="36142" x="7143750" y="1460500"/>
          <p14:tracePt t="36159" x="7270750" y="1441450"/>
          <p14:tracePt t="36175" x="7334250" y="1441450"/>
          <p14:tracePt t="36191" x="7467600" y="1428750"/>
          <p14:tracePt t="36208" x="7518400" y="1422400"/>
          <p14:tracePt t="36225" x="7588250" y="1422400"/>
          <p14:tracePt t="36242" x="7613650" y="1416050"/>
          <p14:tracePt t="36258" x="7639050" y="1416050"/>
          <p14:tracePt t="36275" x="7651750" y="1416050"/>
          <p14:tracePt t="36291" x="7664450" y="1409700"/>
          <p14:tracePt t="36308" x="7677150" y="1409700"/>
          <p14:tracePt t="36324" x="7689850" y="1409700"/>
          <p14:tracePt t="36341" x="7696200" y="1409700"/>
          <p14:tracePt t="36358" x="7715250" y="1409700"/>
          <p14:tracePt t="36375" x="7727950" y="1416050"/>
          <p14:tracePt t="36391" x="7747000" y="1428750"/>
          <p14:tracePt t="36407" x="7753350" y="1428750"/>
          <p14:tracePt t="36425" x="7785100" y="1441450"/>
          <p14:tracePt t="36440" x="7816850" y="1460500"/>
          <p14:tracePt t="36457" x="7848600" y="1485900"/>
          <p14:tracePt t="36474" x="7912100" y="1511300"/>
          <p14:tracePt t="36490" x="7988300" y="1549400"/>
          <p14:tracePt t="36507" x="8020050" y="1574800"/>
          <p14:tracePt t="36524" x="8083550" y="1593850"/>
          <p14:tracePt t="36540" x="8140700" y="1619250"/>
          <p14:tracePt t="36557" x="8172450" y="1625600"/>
          <p14:tracePt t="36574" x="8223250" y="1625600"/>
          <p14:tracePt t="36591" x="8242300" y="1625600"/>
          <p14:tracePt t="36608" x="8286750" y="1625600"/>
          <p14:tracePt t="36623" x="8299450" y="1625600"/>
          <p14:tracePt t="36640" x="8318500" y="1619250"/>
          <p14:tracePt t="36657" x="8350250" y="1612900"/>
          <p14:tracePt t="36673" x="8382000" y="1600200"/>
          <p14:tracePt t="36690" x="8382000" y="1593850"/>
          <p14:tracePt t="36706" x="8407400" y="1587500"/>
          <p14:tracePt t="36723" x="8426450" y="1581150"/>
          <p14:tracePt t="36739" x="8439150" y="1574800"/>
          <p14:tracePt t="36756" x="8458200" y="1568450"/>
          <p14:tracePt t="36773" x="8464550" y="1568450"/>
          <p14:tracePt t="36811" x="8470900" y="1568450"/>
          <p14:tracePt t="36853" x="8477250" y="1562100"/>
          <p14:tracePt t="36924" x="8483600" y="1562100"/>
          <p14:tracePt t="36952" x="8489950" y="1562100"/>
          <p14:tracePt t="36958" x="8496300" y="1562100"/>
          <p14:tracePt t="37396" x="8521700" y="1555750"/>
          <p14:tracePt t="37403" x="8547100" y="1555750"/>
          <p14:tracePt t="37409" x="8578850" y="1555750"/>
          <p14:tracePt t="37424" x="8604250" y="1555750"/>
          <p14:tracePt t="37438" x="8642350" y="1555750"/>
          <p14:tracePt t="37454" x="8699500" y="1549400"/>
          <p14:tracePt t="37470" x="8724900" y="1549400"/>
          <p14:tracePt t="37487" x="8750300" y="1549400"/>
          <p14:tracePt t="37504" x="8756650" y="1549400"/>
          <p14:tracePt t="37564" x="8756650" y="1555750"/>
          <p14:tracePt t="37591" x="8750300" y="1555750"/>
          <p14:tracePt t="40271" x="8693150" y="1625600"/>
          <p14:tracePt t="40280" x="8597900" y="1752600"/>
          <p14:tracePt t="40294" x="8458200" y="1943100"/>
          <p14:tracePt t="40311" x="8128000" y="2349500"/>
          <p14:tracePt t="40328" x="7727950" y="2813050"/>
          <p14:tracePt t="40344" x="7537450" y="3048000"/>
          <p14:tracePt t="40360" x="7131050" y="3467100"/>
          <p14:tracePt t="40376" x="6737350" y="3930650"/>
          <p14:tracePt t="40393" x="6565900" y="4146550"/>
          <p14:tracePt t="40411" x="6299200" y="4451350"/>
          <p14:tracePt t="40427" x="6013450" y="4768850"/>
          <p14:tracePt t="40443" x="5924550" y="4876800"/>
          <p14:tracePt t="40461" x="5759450" y="5054600"/>
          <p14:tracePt t="40476" x="5702300" y="5124450"/>
          <p14:tracePt t="40493" x="5607050" y="5219700"/>
          <p14:tracePt t="40511" x="5556250" y="5289550"/>
          <p14:tracePt t="40527" x="5543550" y="5308600"/>
          <p14:tracePt t="40545" x="5524500" y="5327650"/>
          <p14:tracePt t="40560" x="5505450" y="5353050"/>
          <p14:tracePt t="40577" x="5499100" y="5365750"/>
          <p14:tracePt t="40593" x="5467350" y="5403850"/>
          <p14:tracePt t="40609" x="5429250" y="5435600"/>
          <p14:tracePt t="40626" x="5403850" y="5461000"/>
          <p14:tracePt t="40643" x="5302250" y="5543550"/>
          <p14:tracePt t="40660" x="5207000" y="5607050"/>
          <p14:tracePt t="40677" x="5162550" y="5645150"/>
          <p14:tracePt t="40693" x="5099050" y="5683250"/>
          <p14:tracePt t="40709" x="5054600" y="5721350"/>
          <p14:tracePt t="40727" x="5016500" y="5765800"/>
          <p14:tracePt t="40742" x="5003800" y="5784850"/>
          <p14:tracePt t="40759" x="4984750" y="5803900"/>
          <p14:tracePt t="40777" x="4972050" y="5822950"/>
          <p14:tracePt t="40792" x="4972050" y="5829300"/>
          <p14:tracePt t="40810" x="4972050" y="5835650"/>
          <p14:tracePt t="40825" x="4984750" y="5835650"/>
          <p14:tracePt t="40842" x="4997450" y="5822950"/>
          <p14:tracePt t="40859" x="5010150" y="5810250"/>
          <p14:tracePt t="40875" x="5067300" y="5759450"/>
          <p14:tracePt t="40892" x="5162550" y="5664200"/>
          <p14:tracePt t="40909" x="5302250" y="5537200"/>
          <p14:tracePt t="40925" x="5365750" y="5461000"/>
          <p14:tracePt t="40942" x="5473700" y="5346700"/>
          <p14:tracePt t="40959" x="5524500" y="5289550"/>
          <p14:tracePt t="40975" x="5543550" y="5276850"/>
          <p14:tracePt t="40993" x="5549900" y="5264150"/>
          <p14:tracePt t="41070" x="5556250" y="5264150"/>
          <p14:tracePt t="41308" x="5556250" y="5257800"/>
          <p14:tracePt t="41323" x="5562600" y="5251450"/>
          <p14:tracePt t="41329" x="5568950" y="5232400"/>
          <p14:tracePt t="41341" x="5581650" y="5207000"/>
          <p14:tracePt t="41358" x="5632450" y="5080000"/>
          <p14:tracePt t="41373" x="5683250" y="4984750"/>
          <p14:tracePt t="41390" x="5734050" y="4870450"/>
          <p14:tracePt t="41408" x="5988050" y="4406900"/>
          <p14:tracePt t="41423" x="6089650" y="4248150"/>
          <p14:tracePt t="41440" x="6165850" y="4102100"/>
          <p14:tracePt t="41457" x="6324600" y="3829050"/>
          <p14:tracePt t="41473" x="6445250" y="3587750"/>
          <p14:tracePt t="41490" x="6508750" y="3467100"/>
          <p14:tracePt t="41506" x="6654800" y="3175000"/>
          <p14:tracePt t="41523" x="6794500" y="2901950"/>
          <p14:tracePt t="41540" x="6965950" y="2622550"/>
          <p14:tracePt t="41556" x="7035800" y="2501900"/>
          <p14:tracePt t="41573" x="7207250" y="2260600"/>
          <p14:tracePt t="41590" x="7340600" y="2070100"/>
          <p14:tracePt t="41606" x="7404100" y="1974850"/>
          <p14:tracePt t="41623" x="7524750" y="1822450"/>
          <p14:tracePt t="41639" x="7613650" y="1708150"/>
          <p14:tracePt t="41656" x="7651750" y="1651000"/>
          <p14:tracePt t="41673" x="7715250" y="1568450"/>
          <p14:tracePt t="41689" x="7753350" y="1517650"/>
          <p14:tracePt t="41706" x="7759700" y="1485900"/>
          <p14:tracePt t="41723" x="7778750" y="1435100"/>
          <p14:tracePt t="41739" x="7785100" y="1422400"/>
          <p14:tracePt t="41756" x="7785100" y="1403350"/>
          <p14:tracePt t="41772" x="7778750" y="1403350"/>
          <p14:tracePt t="41789" x="7753350" y="1397000"/>
          <p14:tracePt t="41793" x="7727950" y="1390650"/>
          <p14:tracePt t="41805" x="7670800" y="1371600"/>
          <p14:tracePt t="41822" x="7524750" y="1333500"/>
          <p14:tracePt t="41838" x="7435850" y="1314450"/>
          <p14:tracePt t="41856" x="7239000" y="1270000"/>
          <p14:tracePt t="41872" x="7035800" y="1250950"/>
          <p14:tracePt t="41888" x="6959600" y="1244600"/>
          <p14:tracePt t="41905" x="6858000" y="1244600"/>
          <p14:tracePt t="41922" x="6800850" y="1244600"/>
          <p14:tracePt t="41939" x="6788150" y="1244600"/>
          <p14:tracePt t="41971" x="6788150" y="1250950"/>
          <p14:tracePt t="41988" x="6800850" y="1250950"/>
          <p14:tracePt t="42005" x="6838950" y="1250950"/>
          <p14:tracePt t="42021" x="6877050" y="1257300"/>
          <p14:tracePt t="42039" x="7137400" y="1295400"/>
          <p14:tracePt t="42054" x="7277100" y="1308100"/>
          <p14:tracePt t="42071" x="7454900" y="1333500"/>
          <p14:tracePt t="42088" x="7804150" y="1346200"/>
          <p14:tracePt t="42104" x="8089900" y="1339850"/>
          <p14:tracePt t="42122" x="8204200" y="1327150"/>
          <p14:tracePt t="42137" x="8356600" y="1308100"/>
          <p14:tracePt t="42154" x="8458200" y="1282700"/>
          <p14:tracePt t="42172" x="8496300" y="1276350"/>
          <p14:tracePt t="42187" x="8509000" y="1276350"/>
          <p14:tracePt t="42204" x="8521700" y="1276350"/>
          <p14:tracePt t="42221" x="8534400" y="1263650"/>
          <p14:tracePt t="42237" x="8547100" y="1250950"/>
          <p14:tracePt t="42253" x="8553450" y="1225550"/>
          <p14:tracePt t="44132" x="8483600" y="1238250"/>
          <p14:tracePt t="44146" x="8382000" y="1270000"/>
          <p14:tracePt t="44153" x="8248650" y="1314450"/>
          <p14:tracePt t="44167" x="8089900" y="1358900"/>
          <p14:tracePt t="44181" x="7924800" y="1422400"/>
          <p14:tracePt t="44197" x="7581900" y="1524000"/>
          <p14:tracePt t="44213" x="7404100" y="1574800"/>
          <p14:tracePt t="44230" x="7124700" y="1670050"/>
          <p14:tracePt t="44247" x="6883400" y="1733550"/>
          <p14:tracePt t="44264" x="6775450" y="1765300"/>
          <p14:tracePt t="44280" x="6572250" y="1816100"/>
          <p14:tracePt t="44297" x="6413500" y="1841500"/>
          <p14:tracePt t="44314" x="6350000" y="1866900"/>
          <p14:tracePt t="44330" x="6324600" y="1866900"/>
          <p14:tracePt t="44347" x="6267450" y="1873250"/>
          <p14:tracePt t="44364" x="6197600" y="1873250"/>
          <p14:tracePt t="44381" x="6159500" y="1879600"/>
          <p14:tracePt t="44396" x="6115050" y="1892300"/>
          <p14:tracePt t="44413" x="5905500" y="1911350"/>
          <p14:tracePt t="44429" x="5816600" y="1917700"/>
          <p14:tracePt t="44448" x="5588000" y="1917700"/>
          <p14:tracePt t="44463" x="5448300" y="1930400"/>
          <p14:tracePt t="44480" x="5168900" y="1943100"/>
          <p14:tracePt t="44497" x="4940300" y="1962150"/>
          <p14:tracePt t="44513" x="4838700" y="1962150"/>
          <p14:tracePt t="44529" x="4584700" y="1949450"/>
          <p14:tracePt t="44546" x="4413250" y="1905000"/>
          <p14:tracePt t="44562" x="4356100" y="1892300"/>
          <p14:tracePt t="44580" x="4330700" y="1885950"/>
          <p14:tracePt t="44714" x="4337050" y="1885950"/>
          <p14:tracePt t="44749" x="4343400" y="1879600"/>
          <p14:tracePt t="44755" x="4349750" y="1879600"/>
          <p14:tracePt t="44764" x="4356100" y="1873250"/>
          <p14:tracePt t="44779" x="4368800" y="1866900"/>
          <p14:tracePt t="44795" x="4387850" y="1860550"/>
          <p14:tracePt t="44812" x="4445000" y="1835150"/>
          <p14:tracePt t="44828" x="4521200" y="1803400"/>
          <p14:tracePt t="44845" x="4565650" y="1784350"/>
          <p14:tracePt t="44861" x="4673600" y="1746250"/>
          <p14:tracePt t="44878" x="4794250" y="1714500"/>
          <p14:tracePt t="44895" x="4851400" y="1701800"/>
          <p14:tracePt t="44911" x="4933950" y="1689100"/>
          <p14:tracePt t="44928" x="5003800" y="1676400"/>
          <p14:tracePt t="44945" x="5035550" y="1670050"/>
          <p14:tracePt t="44961" x="5048250" y="1670050"/>
          <p14:tracePt t="44978" x="5060950" y="1670050"/>
          <p14:tracePt t="45043" x="5060950" y="1676400"/>
          <p14:tracePt t="45085" x="5054600" y="1682750"/>
          <p14:tracePt t="45113" x="5048250" y="1682750"/>
          <p14:tracePt t="45149" x="5041900" y="1682750"/>
          <p14:tracePt t="45718" x="5022850" y="1689100"/>
          <p14:tracePt t="45726" x="4997450" y="1695450"/>
          <p14:tracePt t="45739" x="4972050" y="1701800"/>
          <p14:tracePt t="45747" x="4946650" y="1708150"/>
          <p14:tracePt t="45758" x="4921250" y="1720850"/>
          <p14:tracePt t="45775" x="4883150" y="1739900"/>
          <p14:tracePt t="45792" x="4857750" y="1746250"/>
          <p14:tracePt t="45808" x="4845050" y="1752600"/>
          <p14:tracePt t="45825" x="4806950" y="1758950"/>
          <p14:tracePt t="45841" x="4775200" y="1765300"/>
          <p14:tracePt t="45858" x="4749800" y="1765300"/>
          <p14:tracePt t="45874" x="4718050" y="1771650"/>
          <p14:tracePt t="45891" x="4699000" y="1778000"/>
          <p14:tracePt t="45908" x="4686300" y="1778000"/>
          <p14:tracePt t="45924" x="4673600" y="1784350"/>
          <p14:tracePt t="45941" x="4660900" y="1784350"/>
          <p14:tracePt t="46238" x="4667250" y="1784350"/>
          <p14:tracePt t="46245" x="4686300" y="1784350"/>
          <p14:tracePt t="46260" x="4699000" y="1784350"/>
          <p14:tracePt t="46273" x="4718050" y="1778000"/>
          <p14:tracePt t="46290" x="4781550" y="1771650"/>
          <p14:tracePt t="46306" x="4800600" y="1765300"/>
          <p14:tracePt t="46324" x="4851400" y="1752600"/>
          <p14:tracePt t="46340" x="4908550" y="1746250"/>
          <p14:tracePt t="46357" x="4965700" y="1746250"/>
          <p14:tracePt t="46373" x="4991100" y="1746250"/>
          <p14:tracePt t="46389" x="5010150" y="1746250"/>
          <p14:tracePt t="46406" x="5080000" y="1746250"/>
          <p14:tracePt t="46423" x="5092700" y="1746250"/>
          <p14:tracePt t="46439" x="5105400" y="1746250"/>
          <p14:tracePt t="46456" x="5118100" y="1746250"/>
          <p14:tracePt t="46472" x="5124450" y="1746250"/>
          <p14:tracePt t="46532" x="5130800" y="1746250"/>
          <p14:tracePt t="46610" x="5124450" y="1739900"/>
          <p14:tracePt t="46673" x="5118100" y="1739900"/>
          <p14:tracePt t="46700" x="5111750" y="1739900"/>
          <p14:tracePt t="46729" x="5111750" y="1733550"/>
          <p14:tracePt t="46756" x="5105400" y="1733550"/>
          <p14:tracePt t="46777" x="5099050" y="1733550"/>
          <p14:tracePt t="46799" x="5092700" y="1733550"/>
          <p14:tracePt t="46813" x="5086350" y="1727200"/>
          <p14:tracePt t="46820" x="5080000" y="1727200"/>
          <p14:tracePt t="46827" x="5073650" y="1727200"/>
          <p14:tracePt t="46848" x="5060950" y="1727200"/>
          <p14:tracePt t="46862" x="5048250" y="1727200"/>
          <p14:tracePt t="46870" x="5035550" y="1720850"/>
          <p14:tracePt t="46888" x="5022850" y="1720850"/>
          <p14:tracePt t="46904" x="4978400" y="1720850"/>
          <p14:tracePt t="46921" x="4946650" y="1720850"/>
          <p14:tracePt t="46938" x="4927600" y="1727200"/>
          <p14:tracePt t="46954" x="4902200" y="1733550"/>
          <p14:tracePt t="46971" x="4889500" y="1733550"/>
          <p14:tracePt t="46988" x="4883150" y="1739900"/>
          <p14:tracePt t="47079" x="4883150" y="1733550"/>
          <p14:tracePt t="47892" x="4902200" y="1733550"/>
          <p14:tracePt t="47898" x="4927600" y="1733550"/>
          <p14:tracePt t="47913" x="4965700" y="1733550"/>
          <p14:tracePt t="47920" x="4991100" y="1733550"/>
          <p14:tracePt t="47936" x="5035550" y="1727200"/>
          <p14:tracePt t="47951" x="5060950" y="1720850"/>
          <p14:tracePt t="47968" x="5111750" y="1714500"/>
          <p14:tracePt t="47984" x="5137150" y="1714500"/>
          <p14:tracePt t="48002" x="5143500" y="1708150"/>
          <p14:tracePt t="48018" x="5149850" y="1701800"/>
          <p14:tracePt t="48054" x="5143500" y="1695450"/>
          <p14:tracePt t="48067" x="5130800" y="1695450"/>
          <p14:tracePt t="48084" x="5099050" y="1682750"/>
          <p14:tracePt t="48101" x="5086350" y="1676400"/>
          <p14:tracePt t="48116" x="5029200" y="1670050"/>
          <p14:tracePt t="48133" x="4959350" y="1663700"/>
          <p14:tracePt t="48151" x="4889500" y="1663700"/>
          <p14:tracePt t="48166" x="4870450" y="1663700"/>
          <p14:tracePt t="48184" x="4819650" y="1670050"/>
          <p14:tracePt t="48201" x="4787900" y="1682750"/>
          <p14:tracePt t="48217" x="4781550" y="1689100"/>
          <p14:tracePt t="48233" x="4775200" y="1695450"/>
          <p14:tracePt t="48266" x="4768850" y="1701800"/>
          <p14:tracePt t="48312" x="4781550" y="1708150"/>
          <p14:tracePt t="48319" x="4794250" y="1714500"/>
          <p14:tracePt t="48336" x="4813300" y="1714500"/>
          <p14:tracePt t="48349" x="4838700" y="1714500"/>
          <p14:tracePt t="48366" x="4908550" y="1727200"/>
          <p14:tracePt t="48383" x="5010150" y="1727200"/>
          <p14:tracePt t="48399" x="5060950" y="1727200"/>
          <p14:tracePt t="48402" x="5111750" y="1727200"/>
          <p14:tracePt t="48416" x="5143500" y="1727200"/>
          <p14:tracePt t="48433" x="5181600" y="1727200"/>
          <p14:tracePt t="48449" x="5194300" y="1727200"/>
          <p14:tracePt t="48466" x="5207000" y="1727200"/>
          <p14:tracePt t="48482" x="5200650" y="1727200"/>
          <p14:tracePt t="48499" x="5181600" y="1720850"/>
          <p14:tracePt t="48516" x="5124450" y="1714500"/>
          <p14:tracePt t="48532" x="5016500" y="1714500"/>
          <p14:tracePt t="48549" x="4965700" y="1714500"/>
          <p14:tracePt t="48565" x="4870450" y="1733550"/>
          <p14:tracePt t="48582" x="4787900" y="1746250"/>
          <p14:tracePt t="48599" x="4775200" y="1765300"/>
          <p14:tracePt t="48615" x="4756150" y="1771650"/>
          <p14:tracePt t="48632" x="4749800" y="1771650"/>
          <p14:tracePt t="48649" x="4749800" y="1778000"/>
          <p14:tracePt t="48705" x="4749800" y="1784350"/>
          <p14:tracePt t="48712" x="4756150" y="1784350"/>
          <p14:tracePt t="48726" x="4762500" y="1784350"/>
          <p14:tracePt t="48734" x="4781550" y="1790700"/>
          <p14:tracePt t="48747" x="4781550" y="1797050"/>
          <p14:tracePt t="48764" x="4806950" y="1803400"/>
          <p14:tracePt t="48782" x="4819650" y="1803400"/>
          <p14:tracePt t="48798" x="4826000" y="1803400"/>
          <p14:tracePt t="48814" x="4832350" y="1803400"/>
          <p14:tracePt t="48831" x="4838700" y="1803400"/>
          <p14:tracePt t="50112" x="4832350" y="1816100"/>
          <p14:tracePt t="50128" x="4813300" y="1847850"/>
          <p14:tracePt t="50133" x="4800600" y="1860550"/>
          <p14:tracePt t="50147" x="4787900" y="1879600"/>
          <p14:tracePt t="50161" x="4756150" y="1930400"/>
          <p14:tracePt t="50177" x="4743450" y="1962150"/>
          <p14:tracePt t="50193" x="4737100" y="1993900"/>
          <p14:tracePt t="50210" x="4724400" y="2051050"/>
          <p14:tracePt t="50226" x="4718050" y="2108200"/>
          <p14:tracePt t="50243" x="4718050" y="2139950"/>
          <p14:tracePt t="50260" x="4718050" y="2203450"/>
          <p14:tracePt t="50276" x="4737100" y="2298700"/>
          <p14:tracePt t="50293" x="4756150" y="2355850"/>
          <p14:tracePt t="50309" x="4794250" y="2514600"/>
          <p14:tracePt t="50326" x="4870450" y="2686050"/>
          <p14:tracePt t="50343" x="4908550" y="2876550"/>
          <p14:tracePt t="50359" x="4927600" y="2971800"/>
          <p14:tracePt t="50376" x="4959350" y="3060700"/>
          <p14:tracePt t="50393" x="5041900" y="3302000"/>
          <p14:tracePt t="50409" x="5067300" y="3371850"/>
          <p14:tracePt t="50425" x="5105400" y="3429000"/>
          <p14:tracePt t="50429" x="5143500" y="3460750"/>
          <p14:tracePt t="50442" x="5187950" y="3498850"/>
          <p14:tracePt t="50459" x="5245100" y="3549650"/>
          <p14:tracePt t="50476" x="5257800" y="3562350"/>
          <p14:tracePt t="50492" x="5276850" y="3568700"/>
          <p14:tracePt t="50509" x="5283200" y="3575050"/>
          <p14:tracePt t="50554" x="5289550" y="3575050"/>
          <p14:tracePt t="50576" x="5295900" y="3575050"/>
          <p14:tracePt t="50596" x="5302250" y="3575050"/>
          <p14:tracePt t="50603" x="5308600" y="3575050"/>
          <p14:tracePt t="50617" x="5321300" y="3575050"/>
          <p14:tracePt t="50625" x="5340350" y="3575050"/>
          <p14:tracePt t="50641" x="5365750" y="3575050"/>
          <p14:tracePt t="50659" x="5416550" y="3575050"/>
          <p14:tracePt t="50674" x="5454650" y="3575050"/>
          <p14:tracePt t="50692" x="5480050" y="3575050"/>
          <p14:tracePt t="50709" x="5499100" y="3575050"/>
          <p14:tracePt t="50724" x="5505450" y="3575050"/>
          <p14:tracePt t="50757" x="5511800" y="3575050"/>
          <p14:tracePt t="50807" x="5499100" y="3575050"/>
          <p14:tracePt t="50813" x="5492750" y="3568700"/>
          <p14:tracePt t="50827" x="5480050" y="3568700"/>
          <p14:tracePt t="50841" x="5467350" y="3562350"/>
          <p14:tracePt t="50857" x="5422900" y="3549650"/>
          <p14:tracePt t="50874" x="5403850" y="3543300"/>
          <p14:tracePt t="50891" x="5346700" y="3524250"/>
          <p14:tracePt t="50908" x="5289550" y="3511550"/>
          <p14:tracePt t="50924" x="5264150" y="3505200"/>
          <p14:tracePt t="50941" x="5207000" y="3492500"/>
          <p14:tracePt t="50957" x="5149850" y="3479800"/>
          <p14:tracePt t="50974" x="5111750" y="3479800"/>
          <p14:tracePt t="50990" x="5086350" y="3479800"/>
          <p14:tracePt t="51007" x="5054600" y="3479800"/>
          <p14:tracePt t="51024" x="5029200" y="3479800"/>
          <p14:tracePt t="51040" x="5022850" y="3479800"/>
          <p14:tracePt t="51073" x="4997450" y="3479800"/>
          <p14:tracePt t="51090" x="4984750" y="3479800"/>
          <p14:tracePt t="51106" x="4978400" y="3479800"/>
          <p14:tracePt t="51140" x="4965700" y="3479800"/>
          <p14:tracePt t="51157" x="4959350" y="3479800"/>
          <p14:tracePt t="51173" x="4953000" y="3479800"/>
          <p14:tracePt t="51189" x="4946650" y="3479800"/>
          <p14:tracePt t="51213" x="4940300" y="3479800"/>
          <p14:tracePt t="51276" x="4933950" y="3479800"/>
          <p14:tracePt t="51318" x="4927600" y="3486150"/>
          <p14:tracePt t="51346" x="4921250" y="3492500"/>
          <p14:tracePt t="51353" x="4914900" y="3492500"/>
          <p14:tracePt t="51374" x="4914900" y="3498850"/>
          <p14:tracePt t="51409" x="4908550" y="3505200"/>
          <p14:tracePt t="51423" x="4908550" y="3511550"/>
          <p14:tracePt t="51627" x="4908550" y="3505200"/>
          <p14:tracePt t="51676" x="4914900" y="3498850"/>
          <p14:tracePt t="51718" x="4921250" y="3498850"/>
          <p14:tracePt t="51851" x="4921250" y="3505200"/>
          <p14:tracePt t="51858" x="4914900" y="3505200"/>
          <p14:tracePt t="51870" x="4908550" y="3511550"/>
          <p14:tracePt t="51889" x="4902200" y="3511550"/>
          <p14:tracePt t="51903" x="4895850" y="3517900"/>
          <p14:tracePt t="51920" x="4889500" y="3517900"/>
          <p14:tracePt t="51937" x="4870450" y="3524250"/>
          <p14:tracePt t="51954" x="4870450" y="3530600"/>
          <p14:tracePt t="51957" x="4864100" y="3530600"/>
          <p14:tracePt t="51973" x="4857750" y="3530600"/>
          <p14:tracePt t="51992" x="4851400" y="3530600"/>
          <p14:tracePt t="52003" x="4851400" y="3536950"/>
          <p14:tracePt t="52020" x="4845050" y="3536950"/>
          <p14:tracePt t="52036" x="4838700" y="3536950"/>
          <p14:tracePt t="52070" x="4832350" y="3536950"/>
          <p14:tracePt t="52118" x="4826000" y="3536950"/>
          <p14:tracePt t="52146" x="4819650" y="3536950"/>
          <p14:tracePt t="52216" x="4813300" y="3536950"/>
          <p14:tracePt t="52370" x="4819650" y="3536950"/>
          <p14:tracePt t="52398" x="4826000" y="3536950"/>
          <p14:tracePt t="52427" x="4832350" y="3536950"/>
          <p14:tracePt t="52448" x="4838700" y="3536950"/>
          <p14:tracePt t="52462" x="4845050" y="3536950"/>
          <p14:tracePt t="52471" x="4851400" y="3536950"/>
          <p14:tracePt t="52485" x="4857750" y="3536950"/>
          <p14:tracePt t="52502" x="4864100" y="3536950"/>
          <p14:tracePt t="52520" x="4870450" y="3536950"/>
          <p14:tracePt t="52539" x="4876800" y="3536950"/>
          <p14:tracePt t="52552" x="4883150" y="3536950"/>
          <p14:tracePt t="52568" x="4889500" y="3536950"/>
          <p14:tracePt t="52584" x="4895850" y="3536950"/>
          <p14:tracePt t="52609" x="4902200" y="3536950"/>
          <p14:tracePt t="52658" x="4908550" y="3536950"/>
          <p14:tracePt t="52686" x="4914900" y="3536950"/>
          <p14:tracePt t="52721" x="4921250" y="3536950"/>
          <p14:tracePt t="52777" x="4927600" y="3536950"/>
          <p14:tracePt t="53093" x="4927600" y="3530600"/>
          <p14:tracePt t="53163" x="4933950" y="3524250"/>
          <p14:tracePt t="53261" x="4933950" y="3517900"/>
          <p14:tracePt t="53268" x="4940300" y="3517900"/>
          <p14:tracePt t="53303" x="4946650" y="3517900"/>
          <p14:tracePt t="53373" x="4953000" y="3517900"/>
          <p14:tracePt t="53458" x="4959350" y="3517900"/>
          <p14:tracePt t="53499" x="4959350" y="3524250"/>
          <p14:tracePt t="53591" x="4959350" y="3530600"/>
          <p14:tracePt t="54637" x="4959350" y="3524250"/>
          <p14:tracePt t="54644" x="4959350" y="3511550"/>
          <p14:tracePt t="54651" x="4959350" y="3498850"/>
          <p14:tracePt t="54665" x="4965700" y="3492500"/>
          <p14:tracePt t="54677" x="4965700" y="3486150"/>
          <p14:tracePt t="54694" x="4965700" y="3479800"/>
          <p14:tracePt t="54735" x="4972050" y="3473450"/>
          <p14:tracePt t="55387" x="4972050" y="3448050"/>
          <p14:tracePt t="55394" x="4959350" y="3378200"/>
          <p14:tracePt t="55410" x="4953000" y="3314700"/>
          <p14:tracePt t="55425" x="4933950" y="3143250"/>
          <p14:tracePt t="55442" x="4921250" y="3054350"/>
          <p14:tracePt t="55458" x="4870450" y="2870200"/>
          <p14:tracePt t="55475" x="4851400" y="2781300"/>
          <p14:tracePt t="55492" x="4794250" y="2622550"/>
          <p14:tracePt t="55507" x="4730750" y="2482850"/>
          <p14:tracePt t="55525" x="4705350" y="2419350"/>
          <p14:tracePt t="55542" x="4616450" y="2235200"/>
          <p14:tracePt t="55558" x="4591050" y="2178050"/>
          <p14:tracePt t="55574" x="4559300" y="2114550"/>
          <p14:tracePt t="55591" x="4495800" y="2000250"/>
          <p14:tracePt t="55607" x="4438650" y="1898650"/>
          <p14:tracePt t="55624" x="4413250" y="1841500"/>
          <p14:tracePt t="55641" x="4349750" y="1752600"/>
          <p14:tracePt t="55657" x="4318000" y="1708150"/>
          <p14:tracePt t="55675" x="4305300" y="1695450"/>
          <p14:tracePt t="55691" x="4298950" y="1689100"/>
          <p14:tracePt t="55724" x="4292600" y="1689100"/>
          <p14:tracePt t="55773" x="4292600" y="1695450"/>
          <p14:tracePt t="55808" x="4286250" y="1701800"/>
          <p14:tracePt t="55843" x="4273550" y="1701800"/>
          <p14:tracePt t="55858" x="4267200" y="1701800"/>
          <p14:tracePt t="55864" x="4254500" y="1695450"/>
          <p14:tracePt t="55878" x="4235450" y="1689100"/>
          <p14:tracePt t="55889" x="4222750" y="1676400"/>
          <p14:tracePt t="55907" x="4191000" y="1657350"/>
          <p14:tracePt t="55923" x="4165600" y="1644650"/>
          <p14:tracePt t="55940" x="4121150" y="1612900"/>
          <p14:tracePt t="55956" x="4083050" y="1593850"/>
          <p14:tracePt t="55973" x="4070350" y="1581150"/>
          <p14:tracePt t="55990" x="4051300" y="1568450"/>
          <p14:tracePt t="56006" x="4038600" y="1562100"/>
          <p14:tracePt t="56042" x="4032250" y="1562100"/>
          <p14:tracePt t="56299" x="4032250" y="1568450"/>
          <p14:tracePt t="56334" x="4032250" y="1574800"/>
          <p14:tracePt t="56397" x="4032250" y="1581150"/>
          <p14:tracePt t="56440" x="4032250" y="1587500"/>
          <p14:tracePt t="56474" x="4032250" y="1593850"/>
          <p14:tracePt t="56537" x="4038600" y="1600200"/>
          <p14:tracePt t="56671" x="4044950" y="1600200"/>
          <p14:tracePt t="56748" x="4051300" y="1606550"/>
          <p14:tracePt t="56776" x="4051300" y="1612900"/>
          <p14:tracePt t="56790" x="4057650" y="1612900"/>
          <p14:tracePt t="57310" x="4057650" y="1682750"/>
          <p14:tracePt t="57318" x="4044950" y="1771650"/>
          <p14:tracePt t="57331" x="4038600" y="1873250"/>
          <p14:tracePt t="57338" x="4013200" y="1993900"/>
          <p14:tracePt t="57354" x="3994150" y="2108200"/>
          <p14:tracePt t="57368" x="3949700" y="2324100"/>
          <p14:tracePt t="57385" x="3930650" y="2419350"/>
          <p14:tracePt t="57402" x="3892550" y="2578100"/>
          <p14:tracePt t="57418" x="3873500" y="2679700"/>
          <p14:tracePt t="57435" x="3841750" y="2832100"/>
          <p14:tracePt t="57452" x="3816350" y="2921000"/>
          <p14:tracePt t="57468" x="3810000" y="2946400"/>
          <p14:tracePt t="57485" x="3797300" y="3009900"/>
          <p14:tracePt t="57501" x="3778250" y="3028950"/>
          <p14:tracePt t="57518" x="3771900" y="3048000"/>
          <p14:tracePt t="57535" x="3759200" y="3079750"/>
          <p14:tracePt t="57551" x="3752850" y="3117850"/>
          <p14:tracePt t="57568" x="3746500" y="3149600"/>
          <p14:tracePt t="57571" x="3740150" y="3181350"/>
          <p14:tracePt t="57584" x="3733800" y="3194050"/>
          <p14:tracePt t="57601" x="3727450" y="3232150"/>
          <p14:tracePt t="57617" x="3721100" y="3251200"/>
          <p14:tracePt t="57634" x="3714750" y="3295650"/>
          <p14:tracePt t="57651" x="3695700" y="3346450"/>
          <p14:tracePt t="57668" x="3683000" y="3384550"/>
          <p14:tracePt t="57684" x="3676650" y="3409950"/>
          <p14:tracePt t="57701" x="3670300" y="3422650"/>
          <p14:tracePt t="57717" x="3663950" y="3441700"/>
          <p14:tracePt t="57733" x="3663950" y="3454400"/>
          <p14:tracePt t="57750" x="3657600" y="3454400"/>
          <p14:tracePt t="57767" x="3657600" y="3467100"/>
          <p14:tracePt t="57784" x="3657600" y="3473450"/>
          <p14:tracePt t="57801" x="3670300" y="3479800"/>
          <p14:tracePt t="57816" x="3683000" y="3479800"/>
          <p14:tracePt t="57833" x="3702050" y="3486150"/>
          <p14:tracePt t="57850" x="3721100" y="3492500"/>
          <p14:tracePt t="57866" x="3733800" y="3492500"/>
          <p14:tracePt t="57883" x="3759200" y="3492500"/>
          <p14:tracePt t="57900" x="3771900" y="3492500"/>
          <p14:tracePt t="57990" x="3765550" y="3492500"/>
          <p14:tracePt t="58040" x="3759200" y="3498850"/>
          <p14:tracePt t="58061" x="3752850" y="3505200"/>
          <p14:tracePt t="58089" x="3752850" y="3511550"/>
          <p14:tracePt t="58131" x="3752850" y="3517900"/>
          <p14:tracePt t="58137" x="3759200" y="3517900"/>
          <p14:tracePt t="58180" x="3765550" y="3517900"/>
          <p14:tracePt t="58201" x="3771900" y="3517900"/>
          <p14:tracePt t="58341" x="3771900" y="3524250"/>
          <p14:tracePt t="58369" x="3771900" y="3530600"/>
          <p14:tracePt t="58404" x="3765550" y="3530600"/>
          <p14:tracePt t="58488" x="3771900" y="3530600"/>
          <p14:tracePt t="58552" x="3778250" y="3530600"/>
          <p14:tracePt t="58594" x="3784600" y="3530600"/>
          <p14:tracePt t="58713" x="3784600" y="3524250"/>
          <p14:tracePt t="58832" x="3790950" y="3524250"/>
          <p14:tracePt t="58839" x="3797300" y="3524250"/>
          <p14:tracePt t="58860" x="3803650" y="3524250"/>
          <p14:tracePt t="58909" x="3810000" y="3517900"/>
          <p14:tracePt t="59036" x="3803650" y="3517900"/>
          <p14:tracePt t="59113" x="3797300" y="3524250"/>
          <p14:tracePt t="59225" x="3803650" y="3524250"/>
          <p14:tracePt t="59470" x="3810000" y="3530600"/>
          <p14:tracePt t="59505" x="3816350" y="3530600"/>
          <p14:tracePt t="59562" x="3822700" y="3530600"/>
          <p14:tracePt t="59632" x="3816350" y="3530600"/>
          <p14:tracePt t="59674" x="3810000" y="3530600"/>
          <p14:tracePt t="59771" x="3816350" y="3524250"/>
          <p14:tracePt t="59793" x="3822700" y="3524250"/>
          <p14:tracePt t="59877" x="3822700" y="3517900"/>
          <p14:tracePt t="59933" x="3822700" y="3511550"/>
          <p14:tracePt t="60003" x="3822700" y="3505200"/>
          <p14:tracePt t="60378" x="3917950" y="3517900"/>
          <p14:tracePt t="60392" x="4019550" y="3517900"/>
          <p14:tracePt t="60399" x="4095750" y="3511550"/>
          <p14:tracePt t="60413" x="4152900" y="3486150"/>
          <p14:tracePt t="60424" x="4178300" y="3441700"/>
          <p14:tracePt t="60442" x="4191000" y="3282950"/>
          <p14:tracePt t="60457" x="4159250" y="3181350"/>
          <p14:tracePt t="60474" x="4044950" y="2940050"/>
          <p14:tracePt t="60491" x="3917950" y="2749550"/>
          <p14:tracePt t="60507" x="3835400" y="2679700"/>
          <p14:tracePt t="60524" x="3702050" y="2571750"/>
          <p14:tracePt t="60541" x="3568700" y="2514600"/>
          <p14:tracePt t="60558" x="3511550" y="2482850"/>
          <p14:tracePt t="60574" x="3429000" y="2470150"/>
          <p14:tracePt t="60590" x="3371850" y="2457450"/>
          <p14:tracePt t="60607" x="3359150" y="2444750"/>
          <p14:tracePt t="60624" x="3327400" y="2444750"/>
          <p14:tracePt t="60640" x="3302000" y="2438400"/>
          <p14:tracePt t="60658" x="3289300" y="2425700"/>
          <p14:tracePt t="60674" x="3276600" y="2425700"/>
          <p14:tracePt t="60707" x="3270250" y="2419350"/>
          <p14:tracePt t="60743" x="3263900" y="2419350"/>
          <p14:tracePt t="60750" x="3257550" y="2419350"/>
          <p14:tracePt t="60771" x="3244850" y="2419350"/>
          <p14:tracePt t="60785" x="3238500" y="2406650"/>
          <p14:tracePt t="60793" x="3225800" y="2387600"/>
          <p14:tracePt t="60806" x="3213100" y="2374900"/>
          <p14:tracePt t="60823" x="3181350" y="2343150"/>
          <p14:tracePt t="60840" x="3155950" y="2317750"/>
          <p14:tracePt t="60857" x="3111500" y="2260600"/>
          <p14:tracePt t="60873" x="3048000" y="2197100"/>
          <p14:tracePt t="60890" x="2978150" y="2095500"/>
          <p14:tracePt t="60906" x="2940050" y="2044700"/>
          <p14:tracePt t="60922" x="2901950" y="2000250"/>
          <p14:tracePt t="60940" x="2806700" y="1828800"/>
          <p14:tracePt t="60956" x="2768600" y="1765300"/>
          <p14:tracePt t="60973" x="2749550" y="1708150"/>
          <p14:tracePt t="60990" x="2698750" y="1606550"/>
          <p14:tracePt t="61005" x="2673350" y="1536700"/>
          <p14:tracePt t="61023" x="2660650" y="1492250"/>
          <p14:tracePt t="61039" x="2660650" y="1485900"/>
          <p14:tracePt t="61056" x="2654300" y="1473200"/>
          <p14:tracePt t="61073" x="2647950" y="1473200"/>
          <p14:tracePt t="61136" x="2647950" y="1466850"/>
          <p14:tracePt t="61284" x="2647950" y="1473200"/>
          <p14:tracePt t="61291" x="2647950" y="1479550"/>
          <p14:tracePt t="61733" x="2647950" y="1460500"/>
          <p14:tracePt t="61747" x="2654300" y="1435100"/>
          <p14:tracePt t="61755" x="2660650" y="1377950"/>
          <p14:tracePt t="61769" x="2698750" y="1333500"/>
          <p14:tracePt t="61786" x="2787650" y="1219200"/>
          <p14:tracePt t="61804" x="2952750" y="1092200"/>
          <p14:tracePt t="61820" x="3048000" y="1028700"/>
          <p14:tracePt t="61836" x="3162300" y="990600"/>
          <p14:tracePt t="61853" x="3556000" y="889000"/>
          <p14:tracePt t="61869" x="3695700" y="882650"/>
          <p14:tracePt t="61886" x="3822700" y="869950"/>
          <p14:tracePt t="61902" x="4159250" y="857250"/>
          <p14:tracePt t="61919" x="4533900" y="844550"/>
          <p14:tracePt t="61937" x="4737100" y="850900"/>
          <p14:tracePt t="61952" x="4775200" y="857250"/>
          <p14:tracePt t="61969" x="4813300" y="869950"/>
          <p14:tracePt t="61986" x="4813300" y="882650"/>
          <p14:tracePt t="62002" x="4806950" y="895350"/>
          <p14:tracePt t="62020" x="4756150" y="958850"/>
          <p14:tracePt t="62035" x="4629150" y="1066800"/>
          <p14:tracePt t="62052" x="4502150" y="1149350"/>
          <p14:tracePt t="62069" x="4140200" y="1327150"/>
          <p14:tracePt t="62085" x="3644900" y="1460500"/>
          <p14:tracePt t="62102" x="3422650" y="1498600"/>
          <p14:tracePt t="62119" x="3048000" y="1568450"/>
          <p14:tracePt t="62135" x="2857500" y="1574800"/>
          <p14:tracePt t="62152" x="2806700" y="1574800"/>
          <p14:tracePt t="62168" x="2736850" y="1574800"/>
          <p14:tracePt t="62185" x="2724150" y="1568450"/>
          <p14:tracePt t="62202" x="2717800" y="1562100"/>
          <p14:tracePt t="62218" x="2717800" y="1555750"/>
          <p14:tracePt t="62245" x="2717800" y="1549400"/>
          <p14:tracePt t="62259" x="2724150" y="1543050"/>
          <p14:tracePt t="62268" x="2730500" y="1543050"/>
          <p14:tracePt t="62285" x="2736850" y="1543050"/>
          <p14:tracePt t="62301" x="2819400" y="1485900"/>
          <p14:tracePt t="62318" x="3003550" y="1416050"/>
          <p14:tracePt t="62335" x="3168650" y="1384300"/>
          <p14:tracePt t="62351" x="3625850" y="1339850"/>
          <p14:tracePt t="62367" x="4133850" y="1333500"/>
          <p14:tracePt t="62385" x="4470400" y="1365250"/>
          <p14:tracePt t="62400" x="4559300" y="1390650"/>
          <p14:tracePt t="62417" x="4660900" y="1435100"/>
          <p14:tracePt t="62434" x="4686300" y="1473200"/>
          <p14:tracePt t="62451" x="4692650" y="1485900"/>
          <p14:tracePt t="62467" x="4692650" y="1504950"/>
          <p14:tracePt t="62484" x="4648200" y="1555750"/>
          <p14:tracePt t="62500" x="4597400" y="1587500"/>
          <p14:tracePt t="62517" x="4514850" y="1606550"/>
          <p14:tracePt t="62533" x="4267200" y="1651000"/>
          <p14:tracePt t="62550" x="3987800" y="1670050"/>
          <p14:tracePt t="62567" x="3733800" y="1670050"/>
          <p14:tracePt t="62583" x="3632200" y="1644650"/>
          <p14:tracePt t="62600" x="3448050" y="1619250"/>
          <p14:tracePt t="62617" x="3333750" y="1568450"/>
          <p14:tracePt t="62633" x="3314700" y="1562100"/>
          <p14:tracePt t="62650" x="3289300" y="1543050"/>
          <p14:tracePt t="62667" x="3282950" y="1524000"/>
          <p14:tracePt t="62683" x="3276600" y="1517650"/>
          <p14:tracePt t="62764" x="3282950" y="1517650"/>
          <p14:tracePt t="62799" x="3289300" y="1517650"/>
          <p14:tracePt t="62820" x="3295650" y="1517650"/>
          <p14:tracePt t="62827" x="3302000" y="1517650"/>
          <p14:tracePt t="62835" x="3327400" y="1524000"/>
          <p14:tracePt t="62849" x="3346450" y="1530350"/>
          <p14:tracePt t="62865" x="3384550" y="1543050"/>
          <p14:tracePt t="62883" x="3594100" y="1568450"/>
          <p14:tracePt t="62899" x="3708400" y="1587500"/>
          <p14:tracePt t="62916" x="3810000" y="1600200"/>
          <p14:tracePt t="62933" x="4070350" y="1644650"/>
          <p14:tracePt t="62949" x="4419600" y="1676400"/>
          <p14:tracePt t="62966" x="4584700" y="1689100"/>
          <p14:tracePt t="62982" x="4845050" y="1701800"/>
          <p14:tracePt t="62999" x="5048250" y="1708150"/>
          <p14:tracePt t="63016" x="5124450" y="1708150"/>
          <p14:tracePt t="63032" x="5207000" y="1708150"/>
          <p14:tracePt t="63048" x="5219700" y="1708150"/>
          <p14:tracePt t="63101" x="5213350" y="1714500"/>
          <p14:tracePt t="63107" x="5207000" y="1714500"/>
          <p14:tracePt t="63129" x="5187950" y="1720850"/>
          <p14:tracePt t="63136" x="5168900" y="1720850"/>
          <p14:tracePt t="63151" x="5137150" y="1720850"/>
          <p14:tracePt t="63164" x="5086350" y="1720850"/>
          <p14:tracePt t="63182" x="5003800" y="1701800"/>
          <p14:tracePt t="63199" x="4946650" y="1695450"/>
          <p14:tracePt t="63215" x="4921250" y="1689100"/>
          <p14:tracePt t="63231" x="4902200" y="1676400"/>
          <p14:tracePt t="63248" x="4902200" y="1670050"/>
          <p14:tracePt t="63281" x="4914900" y="1663700"/>
          <p14:tracePt t="63298" x="4946650" y="1657350"/>
          <p14:tracePt t="63314" x="4984750" y="1651000"/>
          <p14:tracePt t="63331" x="5080000" y="1631950"/>
          <p14:tracePt t="63347" x="5187950" y="1631950"/>
          <p14:tracePt t="63364" x="5213350" y="1631950"/>
          <p14:tracePt t="63382" x="5245100" y="1631950"/>
          <p14:tracePt t="63397" x="5251450" y="1625600"/>
          <p14:tracePt t="63433" x="5245100" y="1625600"/>
          <p14:tracePt t="63451" x="5238750" y="1625600"/>
          <p14:tracePt t="63464" x="5226050" y="1625600"/>
          <p14:tracePt t="63480" x="5213350" y="1625600"/>
          <p14:tracePt t="63497" x="5207000" y="1625600"/>
          <p14:tracePt t="63514" x="5200650" y="1625600"/>
          <p14:tracePt t="63571" x="5207000" y="1625600"/>
          <p14:tracePt t="63578" x="5213350" y="1625600"/>
          <p14:tracePt t="63592" x="5219700" y="1625600"/>
          <p14:tracePt t="63599" x="5238750" y="1625600"/>
          <p14:tracePt t="63613" x="5251450" y="1625600"/>
          <p14:tracePt t="63630" x="5308600" y="1625600"/>
          <p14:tracePt t="63647" x="5372100" y="1625600"/>
          <p14:tracePt t="63663" x="5391150" y="1625600"/>
          <p14:tracePt t="63680" x="5441950" y="1625600"/>
          <p14:tracePt t="63697" x="5467350" y="1625600"/>
          <p14:tracePt t="63713" x="5480050" y="1625600"/>
          <p14:tracePt t="63729" x="5486400" y="1625600"/>
          <p14:tracePt t="63830" x="5480050" y="1625600"/>
          <p14:tracePt t="63858" x="5486400" y="1625600"/>
          <p14:tracePt t="63872" x="5492750" y="1625600"/>
          <p14:tracePt t="63886" x="5505450" y="1631950"/>
          <p14:tracePt t="63900" x="5518150" y="1631950"/>
          <p14:tracePt t="63912" x="5549900" y="1638300"/>
          <p14:tracePt t="63929" x="5645150" y="1657350"/>
          <p14:tracePt t="63945" x="5721350" y="1676400"/>
          <p14:tracePt t="63963" x="5905500" y="1727200"/>
          <p14:tracePt t="63979" x="6019800" y="1746250"/>
          <p14:tracePt t="63995" x="6254750" y="1790700"/>
          <p14:tracePt t="64013" x="6445250" y="1841500"/>
          <p14:tracePt t="64028" x="6604000" y="1879600"/>
          <p14:tracePt t="64045" x="6648450" y="1898650"/>
          <p14:tracePt t="64063" x="6724650" y="1930400"/>
          <p14:tracePt t="64078" x="6756400" y="1962150"/>
          <p14:tracePt t="64095" x="6762750" y="1968500"/>
          <p14:tracePt t="64098" x="6769100" y="1968500"/>
          <p14:tracePt t="64112" x="6781800" y="1974850"/>
          <p14:tracePt t="64128" x="6794500" y="1974850"/>
          <p14:tracePt t="67308" x="6718300" y="1955800"/>
          <p14:tracePt t="67315" x="6572250" y="1936750"/>
          <p14:tracePt t="67329" x="6400800" y="1911350"/>
          <p14:tracePt t="67337" x="6229350" y="1885950"/>
          <p14:tracePt t="67352" x="6045200" y="1873250"/>
          <p14:tracePt t="67367" x="5594350" y="1860550"/>
          <p14:tracePt t="67385" x="5353050" y="1866900"/>
          <p14:tracePt t="67401" x="4883150" y="1879600"/>
          <p14:tracePt t="67417" x="4432300" y="1898650"/>
          <p14:tracePt t="67435" x="4006850" y="1892300"/>
          <p14:tracePt t="67451" x="3803650" y="1892300"/>
          <p14:tracePt t="67468" x="3511550" y="1892300"/>
          <p14:tracePt t="67485" x="3295650" y="1879600"/>
          <p14:tracePt t="67501" x="3181350" y="1879600"/>
          <p14:tracePt t="67516" x="3067050" y="1879600"/>
          <p14:tracePt t="67534" x="2813050" y="1879600"/>
          <p14:tracePt t="67550" x="2749550" y="1866900"/>
          <p14:tracePt t="67567" x="2705100" y="1866900"/>
          <p14:tracePt t="67584" x="2647950" y="1860550"/>
          <p14:tracePt t="67600" x="2616200" y="1860550"/>
          <p14:tracePt t="67618" x="2578100" y="1847850"/>
          <p14:tracePt t="67633" x="2546350" y="1847850"/>
          <p14:tracePt t="67650" x="2444750" y="1841500"/>
          <p14:tracePt t="67668" x="2298700" y="1860550"/>
          <p14:tracePt t="67684" x="2235200" y="1892300"/>
          <p14:tracePt t="67702" x="2108200" y="1936750"/>
          <p14:tracePt t="67716" x="1974850" y="1987550"/>
          <p14:tracePt t="67732" x="1917700" y="2038350"/>
          <p14:tracePt t="67749" x="1816100" y="2101850"/>
          <p14:tracePt t="67766" x="1765300" y="2139950"/>
          <p14:tracePt t="67783" x="1752600" y="2146300"/>
          <p14:tracePt t="67799" x="1746250" y="2146300"/>
          <p14:tracePt t="67832" x="1752600" y="2152650"/>
          <p14:tracePt t="67849" x="1778000" y="2159000"/>
          <p14:tracePt t="67865" x="1803400" y="2139950"/>
          <p14:tracePt t="68350" x="1822450" y="2139950"/>
          <p14:tracePt t="68357" x="1860550" y="2139950"/>
          <p14:tracePt t="68366" x="1898650" y="2139950"/>
          <p14:tracePt t="68380" x="1949450" y="2139950"/>
          <p14:tracePt t="68397" x="1987550" y="2139950"/>
          <p14:tracePt t="68414" x="2108200" y="2139950"/>
          <p14:tracePt t="68430" x="2222500" y="2139950"/>
          <p14:tracePt t="68447" x="2298700" y="2139950"/>
          <p14:tracePt t="68464" x="2413000" y="2139950"/>
          <p14:tracePt t="68480" x="2508250" y="2146300"/>
          <p14:tracePt t="68498" x="2571750" y="2152650"/>
          <p14:tracePt t="68514" x="2597150" y="2152650"/>
          <p14:tracePt t="68530" x="2628900" y="2152650"/>
          <p14:tracePt t="68547" x="2654300" y="2159000"/>
          <p14:tracePt t="68563" x="2667000" y="2159000"/>
          <p14:tracePt t="68580" x="2679700" y="2159000"/>
          <p14:tracePt t="68596" x="2692400" y="2159000"/>
          <p14:tracePt t="68613" x="2698750" y="2159000"/>
          <p14:tracePt t="68630" x="2705100" y="2159000"/>
          <p14:tracePt t="68646" x="2730500" y="2152650"/>
          <p14:tracePt t="68663" x="2743200" y="2146300"/>
          <p14:tracePt t="68682" x="2755900" y="2146300"/>
          <p14:tracePt t="68696" x="2768600" y="2146300"/>
          <p14:tracePt t="68712" x="2813050" y="2146300"/>
          <p14:tracePt t="68729" x="2851150" y="2146300"/>
          <p14:tracePt t="68745" x="2882900" y="2146300"/>
          <p14:tracePt t="68763" x="2927350" y="2146300"/>
          <p14:tracePt t="68779" x="2971800" y="2146300"/>
          <p14:tracePt t="68796" x="2984500" y="2146300"/>
          <p14:tracePt t="68812" x="3003550" y="2146300"/>
          <p14:tracePt t="68829" x="3016250" y="2146300"/>
          <p14:tracePt t="80504" x="3016250" y="2184400"/>
          <p14:tracePt t="80511" x="2997200" y="2235200"/>
          <p14:tracePt t="80521" x="2990850" y="2292350"/>
          <p14:tracePt t="80539" x="2921000" y="2501900"/>
          <p14:tracePt t="80554" x="2863850" y="2667000"/>
          <p14:tracePt t="80571" x="2813050" y="2800350"/>
          <p14:tracePt t="80588" x="2736850" y="3016250"/>
          <p14:tracePt t="80604" x="2667000" y="3130550"/>
          <p14:tracePt t="80621" x="2603500" y="3244850"/>
          <p14:tracePt t="80638" x="2476500" y="3435350"/>
          <p14:tracePt t="80654" x="2387600" y="3530600"/>
          <p14:tracePt t="80671" x="2305050" y="3613150"/>
          <p14:tracePt t="80688" x="2159000" y="3714750"/>
          <p14:tracePt t="80704" x="2108200" y="3752850"/>
          <p14:tracePt t="80722" x="2038350" y="3790950"/>
          <p14:tracePt t="80737" x="2025650" y="3803650"/>
          <p14:tracePt t="80754" x="2012950" y="3803650"/>
          <p14:tracePt t="80771" x="2006600" y="3803650"/>
          <p14:tracePt t="80788" x="2006600" y="3797300"/>
          <p14:tracePt t="80820" x="2000250" y="3790950"/>
          <p14:tracePt t="80848" x="1987550" y="3778250"/>
          <p14:tracePt t="80856" x="1974850" y="3765550"/>
          <p14:tracePt t="80871" x="1943100" y="3740150"/>
          <p14:tracePt t="80887" x="1911350" y="3708400"/>
          <p14:tracePt t="80904" x="1860550" y="3663950"/>
          <p14:tracePt t="80920" x="1828800" y="3625850"/>
          <p14:tracePt t="80937" x="1797050" y="3581400"/>
          <p14:tracePt t="80953" x="1771650" y="3530600"/>
          <p14:tracePt t="80970" x="1758950" y="3486150"/>
          <p14:tracePt t="80987" x="1752600" y="3454400"/>
          <p14:tracePt t="81004" x="1746250" y="3429000"/>
          <p14:tracePt t="81020" x="1746250" y="3416300"/>
          <p14:tracePt t="81053" x="1746250" y="3409950"/>
          <p14:tracePt t="81087" x="1752600" y="3409950"/>
          <p14:tracePt t="81107" x="1758950" y="3409950"/>
          <p14:tracePt t="81114" x="1758950" y="3403600"/>
          <p14:tracePt t="81135" x="1771650" y="3403600"/>
          <p14:tracePt t="81142" x="1778000" y="3397250"/>
          <p14:tracePt t="81156" x="1784350" y="3390900"/>
          <p14:tracePt t="81170" x="1790700" y="3390900"/>
          <p14:tracePt t="81186" x="1816100" y="3378200"/>
          <p14:tracePt t="81203" x="1847850" y="3365500"/>
          <p14:tracePt t="81220" x="1917700" y="3352800"/>
          <p14:tracePt t="81235" x="1968500" y="3340100"/>
          <p14:tracePt t="81252" x="2025650" y="3333750"/>
          <p14:tracePt t="81269" x="2108200" y="3321050"/>
          <p14:tracePt t="81285" x="2184400" y="3321050"/>
          <p14:tracePt t="81302" x="2260600" y="3321050"/>
          <p14:tracePt t="81305" x="2298700" y="3327400"/>
          <p14:tracePt t="81319" x="2381250" y="3333750"/>
          <p14:tracePt t="81335" x="2501900" y="3352800"/>
          <p14:tracePt t="81352" x="2647950" y="3371850"/>
          <p14:tracePt t="81368" x="2730500" y="3378200"/>
          <p14:tracePt t="81385" x="2813050" y="3403600"/>
          <p14:tracePt t="81402" x="2901950" y="3403600"/>
          <p14:tracePt t="81418" x="2946400" y="3409950"/>
          <p14:tracePt t="81435" x="2997200" y="3409950"/>
          <p14:tracePt t="81452" x="3067050" y="3416300"/>
          <p14:tracePt t="81468" x="3111500" y="3422650"/>
          <p14:tracePt t="81485" x="3155950" y="3429000"/>
          <p14:tracePt t="81502" x="3225800" y="3441700"/>
          <p14:tracePt t="81518" x="3282950" y="3441700"/>
          <p14:tracePt t="81535" x="3371850" y="3441700"/>
          <p14:tracePt t="81551" x="3460750" y="3448050"/>
          <p14:tracePt t="81568" x="3562350" y="3448050"/>
          <p14:tracePt t="81585" x="3670300" y="3454400"/>
          <p14:tracePt t="81601" x="3733800" y="3454400"/>
          <p14:tracePt t="81618" x="3797300" y="3454400"/>
          <p14:tracePt t="81635" x="3879850" y="3435350"/>
          <p14:tracePt t="81651" x="3937000" y="3422650"/>
          <p14:tracePt t="81668" x="4038600" y="3384550"/>
          <p14:tracePt t="81684" x="4146550" y="3365500"/>
          <p14:tracePt t="81701" x="4241800" y="3340100"/>
          <p14:tracePt t="81718" x="4432300" y="3270250"/>
          <p14:tracePt t="81734" x="4578350" y="3225800"/>
          <p14:tracePt t="81751" x="4718050" y="3175000"/>
          <p14:tracePt t="81768" x="4965700" y="3105150"/>
          <p14:tracePt t="81784" x="5073650" y="3086100"/>
          <p14:tracePt t="81801" x="5187950" y="3079750"/>
          <p14:tracePt t="81804" x="5232400" y="3079750"/>
          <p14:tracePt t="81817" x="5289550" y="3060700"/>
          <p14:tracePt t="81834" x="5340350" y="3054350"/>
          <p14:tracePt t="81852" x="5410200" y="3054350"/>
          <p14:tracePt t="81866" x="5454650" y="3054350"/>
          <p14:tracePt t="81883" x="5505450" y="3054350"/>
          <p14:tracePt t="81900" x="5549900" y="3067050"/>
          <p14:tracePt t="81917" x="5575300" y="3073400"/>
          <p14:tracePt t="81933" x="5613400" y="3092450"/>
          <p14:tracePt t="81950" x="5638800" y="3105150"/>
          <p14:tracePt t="81967" x="5651500" y="3105150"/>
          <p14:tracePt t="81984" x="5651500" y="3111500"/>
          <p14:tracePt t="82061" x="5657850" y="3111500"/>
          <p14:tracePt t="82068" x="5664200" y="3111500"/>
          <p14:tracePt t="82084" x="5670550" y="3111500"/>
          <p14:tracePt t="82099" x="5689600" y="3111500"/>
          <p14:tracePt t="82116" x="5727700" y="3111500"/>
          <p14:tracePt t="82133" x="5791200" y="3111500"/>
          <p14:tracePt t="82149" x="5873750" y="3117850"/>
          <p14:tracePt t="82167" x="6045200" y="3136900"/>
          <p14:tracePt t="82182" x="6184900" y="3149600"/>
          <p14:tracePt t="82199" x="6343650" y="3181350"/>
          <p14:tracePt t="82216" x="6616700" y="3225800"/>
          <p14:tracePt t="82232" x="6769100" y="3270250"/>
          <p14:tracePt t="82248" x="6902450" y="3308350"/>
          <p14:tracePt t="82266" x="7054850" y="3352800"/>
          <p14:tracePt t="82282" x="7124700" y="3359150"/>
          <p14:tracePt t="82299" x="7181850" y="3365500"/>
          <p14:tracePt t="82315" x="7213600" y="3365500"/>
          <p14:tracePt t="82332" x="7219950" y="3365500"/>
          <p14:tracePt t="82351" x="7213600" y="3365500"/>
          <p14:tracePt t="82365" x="7207250" y="3359150"/>
          <p14:tracePt t="82382" x="7188200" y="3359150"/>
          <p14:tracePt t="82398" x="7181850" y="3359150"/>
          <p14:tracePt t="82415" x="7175500" y="3359150"/>
          <p14:tracePt t="82432" x="7156450" y="3378200"/>
          <p14:tracePt t="82448" x="7156450" y="3384550"/>
          <p14:tracePt t="82954" x="7131050" y="3384550"/>
          <p14:tracePt t="82961" x="7073900" y="3365500"/>
          <p14:tracePt t="82968" x="7023100" y="3346450"/>
          <p14:tracePt t="82983" x="6972300" y="3346450"/>
          <p14:tracePt t="82996" x="6915150" y="3340100"/>
          <p14:tracePt t="83013" x="6794500" y="3321050"/>
          <p14:tracePt t="83030" x="6718300" y="3314700"/>
          <p14:tracePt t="83046" x="6597650" y="3295650"/>
          <p14:tracePt t="83063" x="6521450" y="3295650"/>
          <p14:tracePt t="83080" x="6470650" y="3295650"/>
          <p14:tracePt t="83095" x="6457950" y="3295650"/>
          <p14:tracePt t="83143" x="6457950" y="3289300"/>
          <p14:tracePt t="83150" x="6457950" y="3282950"/>
          <p14:tracePt t="83171" x="6457950" y="3276600"/>
          <p14:tracePt t="83181" x="6464300" y="3276600"/>
          <p14:tracePt t="83195" x="6477000" y="3276600"/>
          <p14:tracePt t="83214" x="6515100" y="3276600"/>
          <p14:tracePt t="83229" x="6565900" y="3276600"/>
          <p14:tracePt t="83245" x="6718300" y="3257550"/>
          <p14:tracePt t="83262" x="6832600" y="3257550"/>
          <p14:tracePt t="83278" x="7086600" y="3244850"/>
          <p14:tracePt t="83295" x="7315200" y="3238500"/>
          <p14:tracePt t="83312" x="7493000" y="3225800"/>
          <p14:tracePt t="83328" x="7556500" y="3225800"/>
          <p14:tracePt t="83345" x="7651750" y="3225800"/>
          <p14:tracePt t="83362" x="7683500" y="3225800"/>
          <p14:tracePt t="83378" x="7696200" y="3225800"/>
          <p14:tracePt t="83396" x="7702550" y="3219450"/>
          <p14:tracePt t="83431" x="7708900" y="3219450"/>
          <p14:tracePt t="83473" x="7708900" y="3213100"/>
          <p14:tracePt t="89742" x="7645400" y="3213100"/>
          <p14:tracePt t="89749" x="7524750" y="3181350"/>
          <p14:tracePt t="89758" x="7397750" y="3155950"/>
          <p14:tracePt t="89773" x="7118350" y="3149600"/>
          <p14:tracePt t="89789" x="6800850" y="3149600"/>
          <p14:tracePt t="89806" x="6242050" y="3168650"/>
          <p14:tracePt t="89823" x="5873750" y="3219450"/>
          <p14:tracePt t="89840" x="5416550" y="3289300"/>
          <p14:tracePt t="89856" x="5137150" y="3327400"/>
          <p14:tracePt t="89873" x="4914900" y="3340100"/>
          <p14:tracePt t="89889" x="4616450" y="3371850"/>
          <p14:tracePt t="89906" x="4451350" y="3390900"/>
          <p14:tracePt t="89909" x="4368800" y="3409950"/>
          <p14:tracePt t="89922" x="4305300" y="3422650"/>
          <p14:tracePt t="89939" x="4184650" y="3435350"/>
          <p14:tracePt t="89955" x="4102100" y="3435350"/>
          <p14:tracePt t="89972" x="4044950" y="3441700"/>
          <p14:tracePt t="89989" x="3956050" y="3460750"/>
          <p14:tracePt t="90005" x="3905250" y="3473450"/>
          <p14:tracePt t="90022" x="3810000" y="3498850"/>
          <p14:tracePt t="90038" x="3752850" y="3505200"/>
          <p14:tracePt t="90055" x="3702050" y="3517900"/>
          <p14:tracePt t="90072" x="3594100" y="3530600"/>
          <p14:tracePt t="90088" x="3524250" y="3543300"/>
          <p14:tracePt t="90105" x="3454400" y="3556000"/>
          <p14:tracePt t="90122" x="3352800" y="3562350"/>
          <p14:tracePt t="90138" x="3295650" y="3587750"/>
          <p14:tracePt t="90155" x="3238500" y="3600450"/>
          <p14:tracePt t="90171" x="3206750" y="3619500"/>
          <p14:tracePt t="90188" x="3181350" y="3638550"/>
          <p14:tracePt t="90205" x="3130550" y="3657600"/>
          <p14:tracePt t="90221" x="3098800" y="3676650"/>
          <p14:tracePt t="90238" x="3060700" y="3689350"/>
          <p14:tracePt t="90255" x="2990850" y="3727450"/>
          <p14:tracePt t="90271" x="2946400" y="3740150"/>
          <p14:tracePt t="90289" x="2863850" y="3752850"/>
          <p14:tracePt t="90305" x="2825750" y="3759200"/>
          <p14:tracePt t="90321" x="2787650" y="3765550"/>
          <p14:tracePt t="90339" x="2762250" y="3765550"/>
          <p14:tracePt t="90354" x="2749550" y="3765550"/>
          <p14:tracePt t="90387" x="2768600" y="3733800"/>
          <p14:tracePt t="90404" x="2774950" y="3714750"/>
          <p14:tracePt t="91592" x="2762250" y="3714750"/>
          <p14:tracePt t="91599" x="2743200" y="3714750"/>
          <p14:tracePt t="91606" x="2711450" y="3708400"/>
          <p14:tracePt t="91616" x="2686050" y="3702050"/>
          <p14:tracePt t="91634" x="2635250" y="3702050"/>
          <p14:tracePt t="91649" x="2540000" y="3689350"/>
          <p14:tracePt t="91666" x="2457450" y="3689350"/>
          <p14:tracePt t="91684" x="2336800" y="3695700"/>
          <p14:tracePt t="91701" x="2292350" y="3695700"/>
          <p14:tracePt t="91716" x="2228850" y="3708400"/>
          <p14:tracePt t="91733" x="2190750" y="3727450"/>
          <p14:tracePt t="91749" x="2159000" y="3740150"/>
          <p14:tracePt t="91766" x="2133600" y="3759200"/>
          <p14:tracePt t="91784" x="2101850" y="3810000"/>
          <p14:tracePt t="91799" x="2089150" y="3835400"/>
          <p14:tracePt t="91816" x="2070100" y="3898900"/>
          <p14:tracePt t="91832" x="2063750" y="3949700"/>
          <p14:tracePt t="91849" x="2057400" y="3987800"/>
          <p14:tracePt t="91866" x="2051050" y="4025900"/>
          <p14:tracePt t="91882" x="2051050" y="4038600"/>
          <p14:tracePt t="91899" x="2051050" y="4044950"/>
          <p14:tracePt t="91929" x="2051050" y="4051300"/>
          <p14:tracePt t="91957" x="2057400" y="4051300"/>
          <p14:tracePt t="91971" x="2070100" y="4051300"/>
          <p14:tracePt t="91978" x="2076450" y="4051300"/>
          <p14:tracePt t="91986" x="2089150" y="4051300"/>
          <p14:tracePt t="91999" x="2108200" y="4051300"/>
          <p14:tracePt t="92015" x="2120900" y="4057650"/>
          <p14:tracePt t="92032" x="2152650" y="4057650"/>
          <p14:tracePt t="92049" x="2209800" y="4064000"/>
          <p14:tracePt t="92064" x="2241550" y="4064000"/>
          <p14:tracePt t="92082" x="2305050" y="4070350"/>
          <p14:tracePt t="92098" x="2349500" y="4083050"/>
          <p14:tracePt t="92115" x="2400300" y="4089400"/>
          <p14:tracePt t="92132" x="2495550" y="4095750"/>
          <p14:tracePt t="92148" x="2559050" y="4102100"/>
          <p14:tracePt t="92164" x="2609850" y="4114800"/>
          <p14:tracePt t="92182" x="2686050" y="4127500"/>
          <p14:tracePt t="92198" x="2736850" y="4146550"/>
          <p14:tracePt t="92216" x="2794000" y="4146550"/>
          <p14:tracePt t="92232" x="2870200" y="4152900"/>
          <p14:tracePt t="92248" x="2889250" y="4152900"/>
          <p14:tracePt t="92265" x="2914650" y="4152900"/>
          <p14:tracePt t="92297" x="2921000" y="4152900"/>
          <p14:tracePt t="92370" x="2927350" y="4152900"/>
          <p14:tracePt t="92476" x="2927350" y="4146550"/>
          <p14:tracePt t="92567" x="2927350" y="4140200"/>
          <p14:tracePt t="92616" x="2927350" y="4133850"/>
          <p14:tracePt t="93115" x="2927350" y="4114800"/>
          <p14:tracePt t="93121" x="2927350" y="4076700"/>
          <p14:tracePt t="93130" x="2927350" y="4038600"/>
          <p14:tracePt t="93144" x="2921000" y="3956050"/>
          <p14:tracePt t="93161" x="2914650" y="3873500"/>
          <p14:tracePt t="93178" x="2901950" y="3752850"/>
          <p14:tracePt t="93194" x="2876550" y="3657600"/>
          <p14:tracePt t="93211" x="2857500" y="3536950"/>
          <p14:tracePt t="93228" x="2813050" y="3352800"/>
          <p14:tracePt t="93244" x="2794000" y="3244850"/>
          <p14:tracePt t="93261" x="2762250" y="3181350"/>
          <p14:tracePt t="93277" x="2749550" y="3162300"/>
          <p14:tracePt t="93367" x="2755900" y="3168650"/>
          <p14:tracePt t="93430" x="2755900" y="3175000"/>
          <p14:tracePt t="93508" x="2749550" y="3181350"/>
          <p14:tracePt t="93549" x="2749550" y="3187700"/>
          <p14:tracePt t="93683" x="2755900" y="3187700"/>
          <p14:tracePt t="93739" x="2755900" y="3194050"/>
          <p14:tracePt t="93753" x="2755900" y="3200400"/>
          <p14:tracePt t="93761" x="2755900" y="3213100"/>
          <p14:tracePt t="93775" x="2762250" y="3238500"/>
          <p14:tracePt t="93792" x="2762250" y="3270250"/>
          <p14:tracePt t="93809" x="2762250" y="3346450"/>
          <p14:tracePt t="93825" x="2762250" y="3403600"/>
          <p14:tracePt t="93842" x="2762250" y="3473450"/>
          <p14:tracePt t="93859" x="2762250" y="3549650"/>
          <p14:tracePt t="93875" x="2768600" y="3600450"/>
          <p14:tracePt t="93893" x="2768600" y="3638550"/>
          <p14:tracePt t="93908" x="2774950" y="3695700"/>
          <p14:tracePt t="93925" x="2781300" y="3727450"/>
          <p14:tracePt t="93943" x="2787650" y="3752850"/>
          <p14:tracePt t="93958" x="2794000" y="3759200"/>
          <p14:tracePt t="93994" x="2794000" y="3765550"/>
          <p14:tracePt t="94230" x="2800350" y="3765550"/>
          <p14:tracePt t="94300" x="2806700" y="3765550"/>
          <p14:tracePt t="94342" x="2813050" y="3765550"/>
          <p14:tracePt t="94363" x="2819400" y="3765550"/>
          <p14:tracePt t="94370" x="2832100" y="3771900"/>
          <p14:tracePt t="94384" x="2838450" y="3778250"/>
          <p14:tracePt t="94393" x="2851150" y="3778250"/>
          <p14:tracePt t="94407" x="2863850" y="3790950"/>
          <p14:tracePt t="94424" x="2895600" y="3810000"/>
          <p14:tracePt t="94441" x="2959100" y="3835400"/>
          <p14:tracePt t="94457" x="3022600" y="3867150"/>
          <p14:tracePt t="94473" x="3079750" y="3892550"/>
          <p14:tracePt t="94490" x="3206750" y="3924300"/>
          <p14:tracePt t="94507" x="3289300" y="3943350"/>
          <p14:tracePt t="94523" x="3371850" y="3956050"/>
          <p14:tracePt t="94539" x="3479800" y="4000500"/>
          <p14:tracePt t="94556" x="3549650" y="4006850"/>
          <p14:tracePt t="94573" x="3644900" y="4019550"/>
          <p14:tracePt t="94589" x="3702050" y="4019550"/>
          <p14:tracePt t="94606" x="3733800" y="4025900"/>
          <p14:tracePt t="94623" x="3771900" y="4025900"/>
          <p14:tracePt t="94639" x="3784600" y="4025900"/>
          <p14:tracePt t="94674" x="3784600" y="4038600"/>
          <p14:tracePt t="94689" x="3803650" y="4044950"/>
          <p14:tracePt t="94706" x="3816350" y="4025900"/>
          <p14:tracePt t="97566" x="3778250" y="3981450"/>
          <p14:tracePt t="97573" x="3708400" y="3930650"/>
          <p14:tracePt t="97581" x="3638550" y="3873500"/>
          <p14:tracePt t="97595" x="3384550" y="3657600"/>
          <p14:tracePt t="97612" x="3136900" y="3454400"/>
          <p14:tracePt t="97630" x="2686050" y="3130550"/>
          <p14:tracePt t="97645" x="2381250" y="2876550"/>
          <p14:tracePt t="97662" x="2127250" y="2673350"/>
          <p14:tracePt t="97679" x="1727200" y="2311400"/>
          <p14:tracePt t="97695" x="1397000" y="2032000"/>
          <p14:tracePt t="97712" x="1155700" y="1860550"/>
          <p14:tracePt t="97729" x="831850" y="1663700"/>
          <p14:tracePt t="97745" x="635000" y="1562100"/>
          <p14:tracePt t="97763" x="374650" y="1428750"/>
          <p14:tracePt t="97778" x="203200" y="1333500"/>
          <p14:tracePt t="97795" x="12700" y="1244600"/>
          <p14:tracePt t="101384" x="4730750" y="3733800"/>
          <p14:tracePt t="101391" x="4699000" y="3727450"/>
          <p14:tracePt t="101398" x="4667250" y="3727450"/>
          <p14:tracePt t="101407" x="4629150" y="3721100"/>
          <p14:tracePt t="101423" x="4572000" y="3708400"/>
          <p14:tracePt t="101441" x="4457700" y="3702050"/>
          <p14:tracePt t="101456" x="4362450" y="3708400"/>
          <p14:tracePt t="101473" x="4286250" y="3714750"/>
          <p14:tracePt t="101490" x="4140200" y="3721100"/>
          <p14:tracePt t="101506" x="4044950" y="3733800"/>
          <p14:tracePt t="101523" x="3962400" y="3740150"/>
          <p14:tracePt t="101540" x="3810000" y="3759200"/>
          <p14:tracePt t="101556" x="3721100" y="3771900"/>
          <p14:tracePt t="101573" x="3638550" y="3790950"/>
          <p14:tracePt t="101590" x="3511550" y="3841750"/>
          <p14:tracePt t="101606" x="3441700" y="3867150"/>
          <p14:tracePt t="101624" x="3340100" y="3879850"/>
          <p14:tracePt t="101639" x="3270250" y="3886200"/>
          <p14:tracePt t="101656" x="3213100" y="3892550"/>
          <p14:tracePt t="101673" x="3149600" y="3892550"/>
          <p14:tracePt t="101689" x="3117850" y="3892550"/>
          <p14:tracePt t="101692" x="3098800" y="3892550"/>
          <p14:tracePt t="101722" x="2990850" y="3892550"/>
          <p14:tracePt t="101739" x="2940050" y="3886200"/>
          <p14:tracePt t="101757" x="2832100" y="3873500"/>
          <p14:tracePt t="101772" x="2762250" y="3854450"/>
          <p14:tracePt t="101789" x="2673350" y="3841750"/>
          <p14:tracePt t="101806" x="2609850" y="3816350"/>
          <p14:tracePt t="101822" x="2578100" y="3810000"/>
          <p14:tracePt t="101839" x="2527300" y="3803650"/>
          <p14:tracePt t="101856" x="2495550" y="3790950"/>
          <p14:tracePt t="101872" x="2476500" y="3784600"/>
          <p14:tracePt t="101889" x="2438400" y="3765550"/>
          <p14:tracePt t="101905" x="2406650" y="3752850"/>
          <p14:tracePt t="101922" x="2393950" y="3746500"/>
          <p14:tracePt t="101939" x="2368550" y="3733800"/>
          <p14:tracePt t="101955" x="2355850" y="3727450"/>
          <p14:tracePt t="101988" x="2349500" y="3727450"/>
          <p14:tracePt t="102005" x="2343150" y="3721100"/>
          <p14:tracePt t="102039" x="2336800" y="3721100"/>
          <p14:tracePt t="102072" x="2336800" y="3714750"/>
          <p14:tracePt t="102945" x="2336800" y="3708400"/>
          <p14:tracePt t="102966" x="2336800" y="3702050"/>
          <p14:tracePt t="103001" x="2336800" y="3695700"/>
          <p14:tracePt t="103056" x="2336800" y="3689350"/>
          <p14:tracePt t="103113" x="2336800" y="3683000"/>
          <p14:tracePt t="103155" x="2343150" y="3676650"/>
          <p14:tracePt t="103218" x="2343150" y="3670300"/>
          <p14:tracePt t="103289" x="2349500" y="3670300"/>
          <p14:tracePt t="103324" x="2349500" y="3663950"/>
          <p14:tracePt t="103366" x="2355850" y="3657600"/>
          <p14:tracePt t="103422" x="2362200" y="3651250"/>
          <p14:tracePt t="103478" x="2368550" y="3651250"/>
          <p14:tracePt t="103647" x="2368550" y="3657600"/>
          <p14:tracePt t="103688" x="2368550" y="3663950"/>
          <p14:tracePt t="103717" x="2374900" y="3663950"/>
          <p14:tracePt t="103730" x="2387600" y="3663950"/>
          <p14:tracePt t="103738" x="2400300" y="3663950"/>
          <p14:tracePt t="103752" x="2419350" y="3663950"/>
          <p14:tracePt t="103766" x="2457450" y="3663950"/>
          <p14:tracePt t="103782" x="2590800" y="3663950"/>
          <p14:tracePt t="103798" x="2692400" y="3651250"/>
          <p14:tracePt t="103815" x="2959100" y="3632200"/>
          <p14:tracePt t="103832" x="3384550" y="3575050"/>
          <p14:tracePt t="103848" x="3683000" y="3530600"/>
          <p14:tracePt t="103865" x="4305300" y="3333750"/>
          <p14:tracePt t="103882" x="4933950" y="3009900"/>
          <p14:tracePt t="103900" x="5448300" y="2565400"/>
          <p14:tracePt t="103915" x="5645150" y="2298700"/>
          <p14:tracePt t="103931" x="5791200" y="2025650"/>
          <p14:tracePt t="103949" x="5962650" y="1187450"/>
          <p14:tracePt t="103965" x="5962650" y="933450"/>
          <p14:tracePt t="103981" x="5930900" y="730250"/>
          <p14:tracePt t="103998" x="5772150" y="342900"/>
          <p14:tracePt t="104014" x="5721350" y="260350"/>
          <p14:tracePt t="104031" x="5670550" y="203200"/>
          <p14:tracePt t="104048" x="5607050" y="114300"/>
          <p14:tracePt t="104064" x="5581650" y="76200"/>
          <p14:tracePt t="104082" x="5575300" y="69850"/>
          <p14:tracePt t="104132" x="5581650" y="69850"/>
          <p14:tracePt t="104187" x="5581650" y="57150"/>
          <p14:tracePt t="104208" x="5575300" y="57150"/>
          <p14:tracePt t="104531" x="5524500" y="57150"/>
          <p14:tracePt t="104545" x="5461000" y="50800"/>
          <p14:tracePt t="104552" x="5378450" y="38100"/>
          <p14:tracePt t="104563" x="5302250" y="38100"/>
          <p14:tracePt t="104580" x="5175250" y="38100"/>
          <p14:tracePt t="104596" x="5124450" y="38100"/>
          <p14:tracePt t="104612" x="5073650" y="38100"/>
          <p14:tracePt t="104629" x="4984750" y="50800"/>
          <p14:tracePt t="104646" x="4953000" y="57150"/>
          <p14:tracePt t="104662" x="4940300" y="57150"/>
          <p14:tracePt t="104679" x="4914900" y="63500"/>
          <p14:tracePt t="104695" x="4889500" y="69850"/>
          <p14:tracePt t="104713" x="4870450" y="69850"/>
          <p14:tracePt t="104745" x="4870450" y="76200"/>
          <p14:tracePt t="104811" x="4864100" y="76200"/>
          <p14:tracePt t="104853" x="4857750" y="76200"/>
          <p14:tracePt t="104860" x="4851400" y="82550"/>
          <p14:tracePt t="104875" x="4845050" y="82550"/>
          <p14:tracePt t="104882" x="4832350" y="88900"/>
          <p14:tracePt t="104897" x="4819650" y="88900"/>
          <p14:tracePt t="104911" x="4787900" y="101600"/>
          <p14:tracePt t="104928" x="4768850" y="114300"/>
          <p14:tracePt t="104945" x="4724400" y="127000"/>
          <p14:tracePt t="104962" x="4705350" y="133350"/>
          <p14:tracePt t="104978" x="4667250" y="146050"/>
          <p14:tracePt t="104994" x="4641850" y="158750"/>
          <p14:tracePt t="105011" x="4629150" y="158750"/>
          <p14:tracePt t="105028" x="4622800" y="158750"/>
          <p14:tracePt t="105044" x="4616450" y="158750"/>
          <p14:tracePt t="105176" x="4622800" y="158750"/>
          <p14:tracePt t="105183" x="4622800" y="165100"/>
          <p14:tracePt t="105193" x="4635500" y="165100"/>
          <p14:tracePt t="105211" x="4648200" y="165100"/>
          <p14:tracePt t="105227" x="4699000" y="165100"/>
          <p14:tracePt t="105244" x="4724400" y="165100"/>
          <p14:tracePt t="105262" x="4876800" y="177800"/>
          <p14:tracePt t="105277" x="4933950" y="177800"/>
          <p14:tracePt t="105280" x="4984750" y="184150"/>
          <p14:tracePt t="105310" x="5080000" y="190500"/>
          <p14:tracePt t="105327" x="5137150" y="190500"/>
          <p14:tracePt t="105343" x="5162550" y="190500"/>
          <p14:tracePt t="105360" x="5194300" y="190500"/>
          <p14:tracePt t="105377" x="5219700" y="190500"/>
          <p14:tracePt t="105394" x="5226050" y="190500"/>
          <p14:tracePt t="105471" x="5213350" y="190500"/>
          <p14:tracePt t="105485" x="5207000" y="190500"/>
          <p14:tracePt t="105492" x="5194300" y="190500"/>
          <p14:tracePt t="105506" x="5187950" y="184150"/>
          <p14:tracePt t="105513" x="5175250" y="184150"/>
          <p14:tracePt t="105528" x="5162550" y="184150"/>
          <p14:tracePt t="105543" x="5130800" y="177800"/>
          <p14:tracePt t="105559" x="5105400" y="177800"/>
          <p14:tracePt t="105576" x="5080000" y="171450"/>
          <p14:tracePt t="105592" x="5022850" y="171450"/>
          <p14:tracePt t="105609" x="4978400" y="171450"/>
          <p14:tracePt t="105626" x="4933950" y="171450"/>
          <p14:tracePt t="105642" x="4921250" y="171450"/>
          <p14:tracePt t="105659" x="4902200" y="171450"/>
          <p14:tracePt t="105676" x="4889500" y="171450"/>
          <p14:tracePt t="105692" x="4883150" y="171450"/>
          <p14:tracePt t="105709" x="4876800" y="171450"/>
          <p14:tracePt t="105725" x="4870450" y="171450"/>
          <p14:tracePt t="105752" x="4870450" y="177800"/>
          <p14:tracePt t="105787" x="4870450" y="184150"/>
          <p14:tracePt t="105815" x="4876800" y="184150"/>
          <p14:tracePt t="105822" x="4883150" y="190500"/>
          <p14:tracePt t="105836" x="4889500" y="190500"/>
          <p14:tracePt t="105845" x="4895850" y="190500"/>
          <p14:tracePt t="105864" x="4902200" y="190500"/>
          <p14:tracePt t="105878" x="4908550" y="196850"/>
          <p14:tracePt t="105893" x="4933950" y="196850"/>
          <p14:tracePt t="105908" x="4953000" y="196850"/>
          <p14:tracePt t="105924" x="4965700" y="196850"/>
          <p14:tracePt t="105941" x="4997450" y="196850"/>
          <p14:tracePt t="105958" x="5016500" y="196850"/>
          <p14:tracePt t="105974" x="5029200" y="190500"/>
          <p14:tracePt t="105991" x="5035550" y="184150"/>
          <p14:tracePt t="106008" x="5035550" y="177800"/>
          <p14:tracePt t="106025" x="5035550" y="171450"/>
          <p14:tracePt t="106041" x="5029200" y="165100"/>
          <p14:tracePt t="106057" x="5016500" y="152400"/>
          <p14:tracePt t="106075" x="4991100" y="133350"/>
          <p14:tracePt t="106090" x="4959350" y="127000"/>
          <p14:tracePt t="106107" x="4908550" y="101600"/>
          <p14:tracePt t="106124" x="4851400" y="76200"/>
          <p14:tracePt t="106140" x="4826000" y="69850"/>
          <p14:tracePt t="106157" x="4800600" y="69850"/>
          <p14:tracePt t="106174" x="4762500" y="63500"/>
          <p14:tracePt t="106190" x="4756150" y="63500"/>
          <p14:tracePt t="106224" x="4749800" y="63500"/>
          <p14:tracePt t="106239" x="4749800" y="69850"/>
          <p14:tracePt t="106258" x="4749800" y="82550"/>
          <p14:tracePt t="106273" x="4749800" y="88900"/>
          <p14:tracePt t="106290" x="4749800" y="95250"/>
          <p14:tracePt t="106307" x="4756150" y="101600"/>
          <p14:tracePt t="106327" x="4762500" y="107950"/>
          <p14:tracePt t="106340" x="4768850" y="114300"/>
          <p14:tracePt t="106357" x="4775200" y="120650"/>
          <p14:tracePt t="106376" x="4775200" y="127000"/>
          <p14:tracePt t="106390" x="4781550" y="127000"/>
          <p14:tracePt t="106406" x="4787900" y="127000"/>
          <p14:tracePt t="106441" x="4794250" y="127000"/>
          <p14:tracePt t="106468" x="4800600" y="133350"/>
          <p14:tracePt t="106496" x="4806950" y="139700"/>
          <p14:tracePt t="106517" x="4813300" y="139700"/>
          <p14:tracePt t="106706" x="4813300" y="133350"/>
          <p14:tracePt t="106762" x="4813300" y="127000"/>
          <p14:tracePt t="106776" x="4813300" y="120650"/>
          <p14:tracePt t="107158" x="4813300" y="146050"/>
          <p14:tracePt t="107171" x="4813300" y="209550"/>
          <p14:tracePt t="107179" x="4826000" y="292100"/>
          <p14:tracePt t="107187" x="4832350" y="381000"/>
          <p14:tracePt t="107203" x="4845050" y="469900"/>
          <p14:tracePt t="107220" x="4876800" y="641350"/>
          <p14:tracePt t="107237" x="4895850" y="730250"/>
          <p14:tracePt t="107253" x="4953000" y="901700"/>
          <p14:tracePt t="107270" x="5029200" y="1085850"/>
          <p14:tracePt t="107286" x="5080000" y="1181100"/>
          <p14:tracePt t="107303" x="5175250" y="1390650"/>
          <p14:tracePt t="107319" x="5289550" y="1555750"/>
          <p14:tracePt t="107336" x="5327650" y="1612900"/>
          <p14:tracePt t="107353" x="5391150" y="1701800"/>
          <p14:tracePt t="107369" x="5435600" y="1752600"/>
          <p14:tracePt t="107386" x="5448300" y="1765300"/>
          <p14:tracePt t="107403" x="5486400" y="1790700"/>
          <p14:tracePt t="107419" x="5505450" y="1809750"/>
          <p14:tracePt t="107436" x="5511800" y="1822450"/>
          <p14:tracePt t="107453" x="5537200" y="1847850"/>
          <p14:tracePt t="107469" x="5575300" y="1885950"/>
          <p14:tracePt t="107486" x="5588000" y="1905000"/>
          <p14:tracePt t="107503" x="5607050" y="1936750"/>
          <p14:tracePt t="107519" x="5619750" y="1943100"/>
          <p14:tracePt t="107536" x="5626100" y="1962150"/>
          <p14:tracePt t="107571" x="5632450" y="1962150"/>
          <p14:tracePt t="107642" x="5638800" y="1962150"/>
          <p14:tracePt t="107656" x="5645150" y="1974850"/>
          <p14:tracePt t="107670" x="5645150" y="1981200"/>
          <p14:tracePt t="107677" x="5651500" y="1987550"/>
          <p14:tracePt t="107691" x="5651500" y="2000250"/>
          <p14:tracePt t="107702" x="5657850" y="2012950"/>
          <p14:tracePt t="107719" x="5670550" y="2038350"/>
          <p14:tracePt t="107735" x="5670550" y="2051050"/>
          <p14:tracePt t="107751" x="5676900" y="2076450"/>
          <p14:tracePt t="107768" x="5676900" y="2095500"/>
          <p14:tracePt t="107785" x="5676900" y="2101850"/>
          <p14:tracePt t="107801" x="5670550" y="2108200"/>
          <p14:tracePt t="107818" x="5657850" y="2120900"/>
          <p14:tracePt t="107851" x="5645150" y="2120900"/>
          <p14:tracePt t="107868" x="5638800" y="2127250"/>
          <p14:tracePt t="107884" x="5626100" y="2133600"/>
          <p14:tracePt t="107901" x="5613400" y="2133600"/>
          <p14:tracePt t="107917" x="5600700" y="2139950"/>
          <p14:tracePt t="107934" x="5594350" y="2139950"/>
          <p14:tracePt t="107951" x="5581650" y="2139950"/>
          <p14:tracePt t="107992" x="5575300" y="2139950"/>
          <p14:tracePt t="108021" x="5568950" y="2139950"/>
          <p14:tracePt t="108048" x="5562600" y="2139950"/>
          <p14:tracePt t="108084" x="5556250" y="2146300"/>
          <p14:tracePt t="108112" x="5556250" y="2152650"/>
          <p14:tracePt t="108133" x="5556250" y="2159000"/>
          <p14:tracePt t="108140" x="5556250" y="2165350"/>
          <p14:tracePt t="108161" x="5556250" y="2171700"/>
          <p14:tracePt t="108170" x="5556250" y="2178050"/>
          <p14:tracePt t="108184" x="5556250" y="2184400"/>
          <p14:tracePt t="108200" x="5556250" y="2190750"/>
          <p14:tracePt t="108217" x="5556250" y="2216150"/>
          <p14:tracePt t="108233" x="5556250" y="2266950"/>
          <p14:tracePt t="108250" x="5556250" y="2292350"/>
          <p14:tracePt t="108267" x="5556250" y="2362200"/>
          <p14:tracePt t="108283" x="5562600" y="2463800"/>
          <p14:tracePt t="108300" x="5562600" y="2527300"/>
          <p14:tracePt t="108303" x="5575300" y="2609850"/>
          <p14:tracePt t="108316" x="5575300" y="2686050"/>
          <p14:tracePt t="108333" x="5594350" y="2851150"/>
          <p14:tracePt t="108351" x="5626100" y="3022600"/>
          <p14:tracePt t="108366" x="5645150" y="3098800"/>
          <p14:tracePt t="108383" x="5670550" y="3206750"/>
          <p14:tracePt t="108400" x="5695950" y="3302000"/>
          <p14:tracePt t="108416" x="5715000" y="3359150"/>
          <p14:tracePt t="108432" x="5746750" y="3448050"/>
          <p14:tracePt t="108449" x="5772150" y="3511550"/>
          <p14:tracePt t="108466" x="5791200" y="3530600"/>
          <p14:tracePt t="108483" x="5797550" y="3543300"/>
          <p14:tracePt t="108499" x="5816600" y="3568700"/>
          <p14:tracePt t="108516" x="5829300" y="3568700"/>
          <p14:tracePt t="108533" x="5848350" y="3575050"/>
          <p14:tracePt t="108549" x="5854700" y="3575050"/>
          <p14:tracePt t="108566" x="5867400" y="3575050"/>
          <p14:tracePt t="108582" x="5880100" y="3575050"/>
          <p14:tracePt t="108598" x="5892800" y="3575050"/>
          <p14:tracePt t="108615" x="5918200" y="3568700"/>
          <p14:tracePt t="108632" x="5962650" y="3543300"/>
          <p14:tracePt t="108649" x="5988050" y="3524250"/>
          <p14:tracePt t="108667" x="6057900" y="3460750"/>
          <p14:tracePt t="108682" x="6153150" y="3378200"/>
          <p14:tracePt t="108698" x="6197600" y="3340100"/>
          <p14:tracePt t="108716" x="6261100" y="3263900"/>
          <p14:tracePt t="108731" x="6299200" y="3194050"/>
          <p14:tracePt t="108748" x="6305550" y="3175000"/>
          <p14:tracePt t="108766" x="6318250" y="3155950"/>
          <p14:tracePt t="108781" x="6318250" y="3143250"/>
          <p14:tracePt t="108842" x="6311900" y="3143250"/>
          <p14:tracePt t="108849" x="6299200" y="3136900"/>
          <p14:tracePt t="108863" x="6286500" y="3136900"/>
          <p14:tracePt t="108869" x="6273800" y="3124200"/>
          <p14:tracePt t="108884" x="6254750" y="3124200"/>
          <p14:tracePt t="108898" x="6235700" y="3111500"/>
          <p14:tracePt t="108914" x="6165850" y="3098800"/>
          <p14:tracePt t="108931" x="6121400" y="3092450"/>
          <p14:tracePt t="108947" x="6051550" y="3079750"/>
          <p14:tracePt t="108964" x="5988050" y="3073400"/>
          <p14:tracePt t="108981" x="5956300" y="3073400"/>
          <p14:tracePt t="108997" x="5930900" y="3073400"/>
          <p14:tracePt t="109014" x="5911850" y="3073400"/>
          <p14:tracePt t="109129" x="5911850" y="3079750"/>
          <p14:tracePt t="109473" x="5918200" y="3079750"/>
          <p14:tracePt t="109501" x="5924550" y="3079750"/>
          <p14:tracePt t="109523" x="5937250" y="3079750"/>
          <p14:tracePt t="109537" x="5943600" y="3079750"/>
          <p14:tracePt t="109543" x="5949950" y="3079750"/>
          <p14:tracePt t="109558" x="5956300" y="3079750"/>
          <p14:tracePt t="109565" x="5969000" y="3079750"/>
          <p14:tracePt t="109579" x="6000750" y="3079750"/>
          <p14:tracePt t="109595" x="6064250" y="3079750"/>
          <p14:tracePt t="109612" x="6102350" y="3079750"/>
          <p14:tracePt t="109629" x="6210300" y="3079750"/>
          <p14:tracePt t="109645" x="6299200" y="3079750"/>
          <p14:tracePt t="109662" x="6362700" y="3079750"/>
          <p14:tracePt t="109678" x="6457950" y="3060700"/>
          <p14:tracePt t="109695" x="6502400" y="3060700"/>
          <p14:tracePt t="109712" x="6591300" y="3041650"/>
          <p14:tracePt t="109728" x="6610350" y="3035300"/>
          <p14:tracePt t="109745" x="6623050" y="3035300"/>
          <p14:tracePt t="109761" x="6635750" y="3028950"/>
          <p14:tracePt t="109778" x="6642100" y="3028950"/>
          <p14:tracePt t="109794" x="6648450" y="3028950"/>
          <p14:tracePt t="109979" x="6654800" y="3028950"/>
          <p14:tracePt t="110007" x="6661150" y="3035300"/>
          <p14:tracePt t="110013" x="6667500" y="3035300"/>
          <p14:tracePt t="110035" x="6680200" y="3035300"/>
          <p14:tracePt t="110056" x="6686550" y="3035300"/>
          <p14:tracePt t="110078" x="6692900" y="3041650"/>
          <p14:tracePt t="110098" x="6699250" y="3041650"/>
          <p14:tracePt t="110105" x="6705600" y="3041650"/>
          <p14:tracePt t="110119" x="6711950" y="3048000"/>
          <p14:tracePt t="110154" x="6718300" y="3048000"/>
          <p14:tracePt t="110189" x="6724650" y="3048000"/>
          <p14:tracePt t="110224" x="6724650" y="3054350"/>
          <p14:tracePt t="110259" x="6731000" y="3060700"/>
          <p14:tracePt t="110379" x="6731000" y="3067050"/>
          <p14:tracePt t="110688" x="6731000" y="3060700"/>
          <p14:tracePt t="110715" x="6731000" y="3054350"/>
          <p14:tracePt t="110751" x="6731000" y="3048000"/>
          <p14:tracePt t="110765" x="6731000" y="3041650"/>
          <p14:tracePt t="110779" x="6731000" y="3028950"/>
          <p14:tracePt t="110785" x="6724650" y="3016250"/>
          <p14:tracePt t="110800" x="6718300" y="2997200"/>
          <p14:tracePt t="110808" x="6692900" y="2946400"/>
          <p14:tracePt t="110824" x="6667500" y="2889250"/>
          <p14:tracePt t="110841" x="6584950" y="2692400"/>
          <p14:tracePt t="110857" x="6451600" y="2387600"/>
          <p14:tracePt t="110874" x="6369050" y="2197100"/>
          <p14:tracePt t="110891" x="6165850" y="1803400"/>
          <p14:tracePt t="110907" x="5988050" y="1409700"/>
          <p14:tracePt t="110924" x="5892800" y="1238250"/>
          <p14:tracePt t="110941" x="5734050" y="939800"/>
          <p14:tracePt t="110957" x="5676900" y="819150"/>
          <p14:tracePt t="110974" x="5549900" y="622300"/>
          <p14:tracePt t="110991" x="5441950" y="457200"/>
          <p14:tracePt t="111007" x="5397500" y="374650"/>
          <p14:tracePt t="111025" x="5308600" y="228600"/>
          <p14:tracePt t="111041" x="5283200" y="203200"/>
          <p14:tracePt t="111057" x="5264150" y="184150"/>
          <p14:tracePt t="111074" x="5219700" y="133350"/>
          <p14:tracePt t="111090" x="5181600" y="107950"/>
          <p14:tracePt t="111107" x="5162550" y="101600"/>
          <p14:tracePt t="111123" x="5130800" y="88900"/>
          <p14:tracePt t="111140" x="5086350" y="82550"/>
          <p14:tracePt t="111157" x="5067300" y="82550"/>
          <p14:tracePt t="111173" x="5022850" y="82550"/>
          <p14:tracePt t="111190" x="4965700" y="82550"/>
          <p14:tracePt t="111207" x="4902200" y="114300"/>
          <p14:tracePt t="111223" x="4870450" y="133350"/>
          <p14:tracePt t="111239" x="4838700" y="158750"/>
          <p14:tracePt t="111256" x="4756150" y="273050"/>
          <p14:tracePt t="111273" x="4737100" y="330200"/>
          <p14:tracePt t="111289" x="4718050" y="393700"/>
          <p14:tracePt t="111306" x="4699000" y="577850"/>
          <p14:tracePt t="111322" x="4699000" y="730250"/>
          <p14:tracePt t="111339" x="4718050" y="831850"/>
          <p14:tracePt t="111356" x="4787900" y="1085850"/>
          <p14:tracePt t="111372" x="4883150" y="1308100"/>
          <p14:tracePt t="111390" x="4984750" y="1504950"/>
          <p14:tracePt t="111405" x="5048250" y="1587500"/>
          <p14:tracePt t="111422" x="5156200" y="1714500"/>
          <p14:tracePt t="111439" x="5232400" y="1809750"/>
          <p14:tracePt t="111455" x="5251450" y="1841500"/>
          <p14:tracePt t="111472" x="5295900" y="1873250"/>
          <p14:tracePt t="111489" x="5314950" y="1885950"/>
          <p14:tracePt t="111505" x="5327650" y="1885950"/>
          <p14:tracePt t="111522" x="5340350" y="1885950"/>
          <p14:tracePt t="111538" x="5340350" y="1873250"/>
          <p14:tracePt t="111555" x="5340350" y="1866900"/>
          <p14:tracePt t="111572" x="5346700" y="1847850"/>
          <p14:tracePt t="111588" x="5353050" y="1816100"/>
          <p14:tracePt t="111605" x="5359400" y="1790700"/>
          <p14:tracePt t="111622" x="5372100" y="1695450"/>
          <p14:tracePt t="111638" x="5378450" y="1651000"/>
          <p14:tracePt t="111655" x="5365750" y="1549400"/>
          <p14:tracePt t="111671" x="5353050" y="1441450"/>
          <p14:tracePt t="111688" x="5327650" y="1358900"/>
          <p14:tracePt t="111705" x="5276850" y="1174750"/>
          <p14:tracePt t="111721" x="5207000" y="971550"/>
          <p14:tracePt t="111738" x="5175250" y="889000"/>
          <p14:tracePt t="111754" x="5080000" y="704850"/>
          <p14:tracePt t="111771" x="5003800" y="539750"/>
          <p14:tracePt t="111788" x="4965700" y="482600"/>
          <p14:tracePt t="111804" x="4902200" y="412750"/>
          <p14:tracePt t="111821" x="4857750" y="368300"/>
          <p14:tracePt t="111839" x="4826000" y="342900"/>
          <p14:tracePt t="111854" x="4813300" y="342900"/>
          <p14:tracePt t="111871" x="4800600" y="336550"/>
          <p14:tracePt t="111888" x="4756150" y="349250"/>
          <p14:tracePt t="111904" x="4756150" y="355600"/>
          <p14:tracePt t="111920" x="4743450" y="368300"/>
          <p14:tracePt t="111937" x="4718050" y="431800"/>
          <p14:tracePt t="111953" x="4711700" y="558800"/>
          <p14:tracePt t="111972" x="4711700" y="717550"/>
          <p14:tracePt t="111987" x="4730750" y="831850"/>
          <p14:tracePt t="112003" x="4787900" y="1060450"/>
          <p14:tracePt t="112021" x="4883150" y="1327150"/>
          <p14:tracePt t="112036" x="4927600" y="1447800"/>
          <p14:tracePt t="112053" x="5048250" y="1676400"/>
          <p14:tracePt t="112071" x="5181600" y="1917700"/>
          <p14:tracePt t="112086" x="5257800" y="2025650"/>
          <p14:tracePt t="112103" x="5391150" y="2203450"/>
          <p14:tracePt t="112119" x="5480050" y="2317750"/>
          <p14:tracePt t="112136" x="5505450" y="2355850"/>
          <p14:tracePt t="112154" x="5537200" y="2419350"/>
          <p14:tracePt t="112170" x="5556250" y="2432050"/>
          <p14:tracePt t="112186" x="5556250" y="2438400"/>
          <p14:tracePt t="112281" x="5556250" y="2432050"/>
          <p14:tracePt t="112309" x="5549900" y="2425700"/>
          <p14:tracePt t="112330" x="5549900" y="2419350"/>
          <p14:tracePt t="112350" x="5549900" y="2413000"/>
          <p14:tracePt t="112358" x="5543550" y="2406650"/>
          <p14:tracePt t="114042" x="5543550" y="2381250"/>
          <p14:tracePt t="114056" x="5537200" y="2336800"/>
          <p14:tracePt t="114066" x="5518150" y="2292350"/>
          <p14:tracePt t="114079" x="5511800" y="2254250"/>
          <p14:tracePt t="114096" x="5492750" y="2209800"/>
          <p14:tracePt t="114113" x="5486400" y="2089150"/>
          <p14:tracePt t="114129" x="5486400" y="2051050"/>
          <p14:tracePt t="114146" x="5486400" y="2012950"/>
          <p14:tracePt t="114162" x="5473700" y="1905000"/>
          <p14:tracePt t="114179" x="5461000" y="1778000"/>
          <p14:tracePt t="114196" x="5429250" y="1657350"/>
          <p14:tracePt t="114213" x="5422900" y="1587500"/>
          <p14:tracePt t="114229" x="5403850" y="1473200"/>
          <p14:tracePt t="114246" x="5384800" y="1377950"/>
          <p14:tracePt t="114262" x="5365750" y="1320800"/>
          <p14:tracePt t="114279" x="5353050" y="1225550"/>
          <p14:tracePt t="114296" x="5340350" y="1155700"/>
          <p14:tracePt t="114312" x="5334000" y="1117600"/>
          <p14:tracePt t="114329" x="5321300" y="1047750"/>
          <p14:tracePt t="114345" x="5302250" y="984250"/>
          <p14:tracePt t="114362" x="5295900" y="946150"/>
          <p14:tracePt t="114379" x="5289550" y="889000"/>
          <p14:tracePt t="114395" x="5276850" y="825500"/>
          <p14:tracePt t="114412" x="5270500" y="800100"/>
          <p14:tracePt t="114429" x="5264150" y="755650"/>
          <p14:tracePt t="114445" x="5257800" y="742950"/>
          <p14:tracePt t="114462" x="5251450" y="711200"/>
          <p14:tracePt t="114478" x="5238750" y="685800"/>
          <p14:tracePt t="114495" x="5232400" y="660400"/>
          <p14:tracePt t="114512" x="5207000" y="628650"/>
          <p14:tracePt t="114528" x="5168900" y="590550"/>
          <p14:tracePt t="114545" x="5149850" y="571500"/>
          <p14:tracePt t="114562" x="5086350" y="539750"/>
          <p14:tracePt t="114578" x="5010150" y="514350"/>
          <p14:tracePt t="114595" x="4959350" y="508000"/>
          <p14:tracePt t="114611" x="4864100" y="495300"/>
          <p14:tracePt t="114628" x="4794250" y="495300"/>
          <p14:tracePt t="114645" x="4768850" y="495300"/>
          <p14:tracePt t="114661" x="4724400" y="514350"/>
          <p14:tracePt t="114677" x="4686300" y="527050"/>
          <p14:tracePt t="114696" x="4648200" y="558800"/>
          <p14:tracePt t="114711" x="4635500" y="577850"/>
          <p14:tracePt t="114727" x="4629150" y="603250"/>
          <p14:tracePt t="114744" x="4603750" y="742950"/>
          <p14:tracePt t="114761" x="4603750" y="793750"/>
          <p14:tracePt t="114777" x="4603750" y="844550"/>
          <p14:tracePt t="114794" x="4622800" y="977900"/>
          <p14:tracePt t="114810" x="4641850" y="1073150"/>
          <p14:tracePt t="114828" x="4660900" y="1117600"/>
          <p14:tracePt t="114843" x="4673600" y="1187450"/>
          <p14:tracePt t="114860" x="4686300" y="1238250"/>
          <p14:tracePt t="114877" x="4711700" y="1289050"/>
          <p14:tracePt t="114894" x="4711700" y="1308100"/>
          <p14:tracePt t="114910" x="4724400" y="1346200"/>
          <p14:tracePt t="114927" x="4730750" y="1371600"/>
          <p14:tracePt t="114943" x="4737100" y="1377950"/>
          <p14:tracePt t="114960" x="4737100" y="1390650"/>
          <p14:tracePt t="114997" x="4743450" y="1397000"/>
          <p14:tracePt t="115130" x="4743450" y="1390650"/>
          <p14:tracePt t="115165" x="4749800" y="1384300"/>
          <p14:tracePt t="115179" x="4749800" y="1377950"/>
          <p14:tracePt t="115200" x="4756150" y="1365250"/>
          <p14:tracePt t="115207" x="4756150" y="1358900"/>
          <p14:tracePt t="115221" x="4756150" y="1346200"/>
          <p14:tracePt t="115229" x="4762500" y="1320800"/>
          <p14:tracePt t="115242" x="4768850" y="1295400"/>
          <p14:tracePt t="115259" x="4787900" y="1187450"/>
          <p14:tracePt t="115277" x="4800600" y="1136650"/>
          <p14:tracePt t="115292" x="4838700" y="990600"/>
          <p14:tracePt t="115309" x="4857750" y="831850"/>
          <p14:tracePt t="115326" x="4864100" y="768350"/>
          <p14:tracePt t="115342" x="4883150" y="622300"/>
          <p14:tracePt t="115359" x="4895850" y="571500"/>
          <p14:tracePt t="115376" x="4921250" y="444500"/>
          <p14:tracePt t="115392" x="4921250" y="419100"/>
          <p14:tracePt t="115395" x="4927600" y="387350"/>
          <p14:tracePt t="115425" x="4927600" y="336550"/>
          <p14:tracePt t="115442" x="4927600" y="298450"/>
          <p14:tracePt t="115458" x="4927600" y="285750"/>
          <p14:tracePt t="115475" x="4927600" y="260350"/>
          <p14:tracePt t="115492" x="4927600" y="254000"/>
          <p14:tracePt t="115509" x="4927600" y="234950"/>
          <p14:tracePt t="115524" x="4921250" y="228600"/>
          <p14:tracePt t="115541" x="4921250" y="215900"/>
          <p14:tracePt t="115558" x="4914900" y="209550"/>
          <p14:tracePt t="115670" x="4908550" y="209550"/>
          <p14:tracePt t="115741" x="4902200" y="209550"/>
          <p14:tracePt t="115797" x="4902200" y="215900"/>
          <p14:tracePt t="116192" x="4883150" y="222250"/>
          <p14:tracePt t="116199" x="4857750" y="228600"/>
          <p14:tracePt t="116212" x="4826000" y="247650"/>
          <p14:tracePt t="116222" x="4806950" y="260350"/>
          <p14:tracePt t="116239" x="4781550" y="279400"/>
          <p14:tracePt t="116255" x="4730750" y="323850"/>
          <p14:tracePt t="116272" x="4679950" y="374650"/>
          <p14:tracePt t="116289" x="4660900" y="393700"/>
          <p14:tracePt t="116305" x="4622800" y="438150"/>
          <p14:tracePt t="116322" x="4591050" y="476250"/>
          <p14:tracePt t="116339" x="4559300" y="501650"/>
          <p14:tracePt t="116355" x="4552950" y="514350"/>
          <p14:tracePt t="116372" x="4533900" y="527050"/>
          <p14:tracePt t="116388" x="4533900" y="533400"/>
          <p14:tracePt t="116421" x="4527550" y="539750"/>
          <p14:tracePt t="116458" x="4521200" y="539750"/>
          <p14:tracePt t="116479" x="4514850" y="539750"/>
          <p14:tracePt t="116493" x="4508500" y="539750"/>
          <p14:tracePt t="116500" x="4495800" y="539750"/>
          <p14:tracePt t="116515" x="4489450" y="533400"/>
          <p14:tracePt t="116524" x="4483100" y="533400"/>
          <p14:tracePt t="116538" x="4457700" y="520700"/>
          <p14:tracePt t="116555" x="4419600" y="508000"/>
          <p14:tracePt t="116571" x="4343400" y="469900"/>
          <p14:tracePt t="116588" x="4298950" y="444500"/>
          <p14:tracePt t="116604" x="4210050" y="400050"/>
          <p14:tracePt t="116621" x="4146550" y="368300"/>
          <p14:tracePt t="116637" x="4114800" y="355600"/>
          <p14:tracePt t="116655" x="4064000" y="336550"/>
          <p14:tracePt t="116671" x="4032250" y="311150"/>
          <p14:tracePt t="116687" x="4000500" y="298450"/>
          <p14:tracePt t="116704" x="3968750" y="279400"/>
          <p14:tracePt t="116720" x="3956050" y="273050"/>
          <p14:tracePt t="116737" x="3930650" y="260350"/>
          <p14:tracePt t="116754" x="3905250" y="241300"/>
          <p14:tracePt t="116770" x="3892550" y="222250"/>
          <p14:tracePt t="116788" x="3873500" y="215900"/>
          <p14:tracePt t="116803" x="3860800" y="209550"/>
          <p14:tracePt t="116820" x="3854450" y="203200"/>
          <p14:tracePt t="116837" x="3848100" y="190500"/>
          <p14:tracePt t="116853" x="3848100" y="184150"/>
          <p14:tracePt t="116887" x="3841750" y="177800"/>
          <p14:tracePt t="117245" x="3835400" y="177800"/>
          <p14:tracePt t="117931" x="3841750" y="184150"/>
          <p14:tracePt t="117946" x="3867150" y="190500"/>
          <p14:tracePt t="117953" x="3886200" y="190500"/>
          <p14:tracePt t="117973" x="3930650" y="190500"/>
          <p14:tracePt t="117987" x="3943350" y="196850"/>
          <p14:tracePt t="117999" x="3968750" y="196850"/>
          <p14:tracePt t="118016" x="3987800" y="196850"/>
          <p14:tracePt t="118033" x="3994150" y="196850"/>
          <p14:tracePt t="118049" x="4013200" y="196850"/>
          <p14:tracePt t="118066" x="4019550" y="196850"/>
          <p14:tracePt t="118099" x="4025900" y="190500"/>
          <p14:tracePt t="118178" x="4025900" y="184150"/>
          <p14:tracePt t="118185" x="4025900" y="177800"/>
          <p14:tracePt t="118255" x="4025900" y="171450"/>
          <p14:tracePt t="118297" x="4019550" y="165100"/>
          <p14:tracePt t="118346" x="4013200" y="165100"/>
          <p14:tracePt t="118424" x="4006850" y="165100"/>
          <p14:tracePt t="118480" x="4000500" y="165100"/>
          <p14:tracePt t="118564" x="4000500" y="171450"/>
          <p14:tracePt t="118585" x="4000500" y="177800"/>
          <p14:tracePt t="118606" x="3994150" y="184150"/>
          <p14:tracePt t="118627" x="3987800" y="184150"/>
          <p14:tracePt t="118634" x="3981450" y="184150"/>
          <p14:tracePt t="118654" x="3975100" y="196850"/>
          <p14:tracePt t="118669" x="3968750" y="196850"/>
          <p14:tracePt t="118680" x="3962400" y="203200"/>
          <p14:tracePt t="118698" x="3943350" y="215900"/>
          <p14:tracePt t="118713" x="3930650" y="234950"/>
          <p14:tracePt t="118730" x="3905250" y="266700"/>
          <p14:tracePt t="118747" x="3873500" y="304800"/>
          <p14:tracePt t="118763" x="3860800" y="323850"/>
          <p14:tracePt t="118782" x="3848100" y="342900"/>
          <p14:tracePt t="118797" x="3848100" y="355600"/>
          <p14:tracePt t="118813" x="3848100" y="361950"/>
          <p14:tracePt t="118831" x="3848100" y="381000"/>
          <p14:tracePt t="118846" x="3854450" y="400050"/>
          <p14:tracePt t="118863" x="3873500" y="412750"/>
          <p14:tracePt t="118880" x="3911600" y="450850"/>
          <p14:tracePt t="118896" x="3943350" y="463550"/>
          <p14:tracePt t="118913" x="4019550" y="495300"/>
          <p14:tracePt t="118930" x="4108450" y="539750"/>
          <p14:tracePt t="118946" x="4159250" y="558800"/>
          <p14:tracePt t="118950" x="4229100" y="571500"/>
          <p14:tracePt t="118963" x="4279900" y="584200"/>
          <p14:tracePt t="118979" x="4375150" y="596900"/>
          <p14:tracePt t="118997" x="4419600" y="603250"/>
          <p14:tracePt t="119013" x="4464050" y="603250"/>
          <p14:tracePt t="119029" x="4489450" y="603250"/>
          <p14:tracePt t="119046" x="4495800" y="603250"/>
          <p14:tracePt t="119062" x="4508500" y="590550"/>
          <p14:tracePt t="119079" x="4514850" y="590550"/>
          <p14:tracePt t="119097" x="4521200" y="571500"/>
          <p14:tracePt t="119112" x="4521200" y="565150"/>
          <p14:tracePt t="119129" x="4521200" y="546100"/>
          <p14:tracePt t="119146" x="4521200" y="539750"/>
          <p14:tracePt t="119162" x="4521200" y="527050"/>
          <p14:tracePt t="119196" x="4521200" y="514350"/>
          <p14:tracePt t="119230" x="4521200" y="508000"/>
          <p14:tracePt t="119259" x="4521200" y="501650"/>
          <p14:tracePt t="119308" x="4521200" y="495300"/>
          <p14:tracePt t="119371" x="4521200" y="488950"/>
          <p14:tracePt t="119455" x="4521200" y="482600"/>
          <p14:tracePt t="119539" x="4527550" y="482600"/>
          <p14:tracePt t="119546" x="4533900" y="482600"/>
          <p14:tracePt t="119567" x="4540250" y="482600"/>
          <p14:tracePt t="119588" x="4546600" y="482600"/>
          <p14:tracePt t="119602" x="4552950" y="482600"/>
          <p14:tracePt t="119616" x="4565650" y="482600"/>
          <p14:tracePt t="119631" x="4578350" y="482600"/>
          <p14:tracePt t="119645" x="4597400" y="482600"/>
          <p14:tracePt t="119661" x="4667250" y="476250"/>
          <p14:tracePt t="119677" x="4724400" y="463550"/>
          <p14:tracePt t="119694" x="4826000" y="457200"/>
          <p14:tracePt t="119710" x="4946650" y="450850"/>
          <p14:tracePt t="119727" x="5010150" y="438150"/>
          <p14:tracePt t="119744" x="5111750" y="431800"/>
          <p14:tracePt t="119760" x="5207000" y="419100"/>
          <p14:tracePt t="119777" x="5264150" y="419100"/>
          <p14:tracePt t="119793" x="5295900" y="419100"/>
          <p14:tracePt t="119810" x="5321300" y="425450"/>
          <p14:tracePt t="119827" x="5365750" y="425450"/>
          <p14:tracePt t="119843" x="5372100" y="425450"/>
          <p14:tracePt t="119860" x="5384800" y="425450"/>
          <p14:tracePt t="119877" x="5397500" y="425450"/>
          <p14:tracePt t="119893" x="5403850" y="425450"/>
          <p14:tracePt t="120003" x="5397500" y="425450"/>
          <p14:tracePt t="120010" x="5391150" y="425450"/>
          <p14:tracePt t="120031" x="5378450" y="425450"/>
          <p14:tracePt t="120051" x="5372100" y="425450"/>
          <p14:tracePt t="120073" x="5359400" y="425450"/>
          <p14:tracePt t="120080" x="5340350" y="425450"/>
          <p14:tracePt t="120095" x="5314950" y="419100"/>
          <p14:tracePt t="120109" x="5238750" y="412750"/>
          <p14:tracePt t="120125" x="5187950" y="412750"/>
          <p14:tracePt t="120143" x="5054600" y="406400"/>
          <p14:tracePt t="120158" x="4991100" y="393700"/>
          <p14:tracePt t="120175" x="4857750" y="374650"/>
          <p14:tracePt t="120192" x="4756150" y="368300"/>
          <p14:tracePt t="120208" x="4711700" y="361950"/>
          <p14:tracePt t="120225" x="4667250" y="361950"/>
          <p14:tracePt t="120242" x="4641850" y="355600"/>
          <p14:tracePt t="120258" x="4635500" y="349250"/>
          <p14:tracePt t="120276" x="4629150" y="349250"/>
          <p14:tracePt t="120311" x="4629150" y="342900"/>
          <p14:tracePt t="120339" x="4641850" y="342900"/>
          <p14:tracePt t="120360" x="4654550" y="342900"/>
          <p14:tracePt t="120376" x="4667250" y="342900"/>
          <p14:tracePt t="120382" x="4673600" y="342900"/>
          <p14:tracePt t="120391" x="4699000" y="342900"/>
          <p14:tracePt t="120407" x="4737100" y="342900"/>
          <p14:tracePt t="120425" x="4838700" y="342900"/>
          <p14:tracePt t="120441" x="4914900" y="355600"/>
          <p14:tracePt t="120458" x="5060950" y="374650"/>
          <p14:tracePt t="120474" x="5207000" y="393700"/>
          <p14:tracePt t="120491" x="5257800" y="412750"/>
          <p14:tracePt t="120494" x="5314950" y="419100"/>
          <p14:tracePt t="120508" x="5353050" y="425450"/>
          <p14:tracePt t="120523" x="5403850" y="431800"/>
          <p14:tracePt t="120541" x="5429250" y="431800"/>
          <p14:tracePt t="120574" x="5435600" y="431800"/>
          <p14:tracePt t="120620" x="5429250" y="431800"/>
          <p14:tracePt t="120634" x="5422900" y="431800"/>
          <p14:tracePt t="120643" x="5416550" y="431800"/>
          <p14:tracePt t="120657" x="5410200" y="431800"/>
          <p14:tracePt t="120674" x="5391150" y="431800"/>
          <p14:tracePt t="120691" x="5365750" y="425450"/>
          <p14:tracePt t="120707" x="5340350" y="419100"/>
          <p14:tracePt t="120723" x="5308600" y="406400"/>
          <p14:tracePt t="120740" x="5130800" y="368300"/>
          <p14:tracePt t="120756" x="5067300" y="349250"/>
          <p14:tracePt t="120773" x="5003800" y="349250"/>
          <p14:tracePt t="120790" x="4870450" y="323850"/>
          <p14:tracePt t="120806" x="4762500" y="311150"/>
          <p14:tracePt t="120824" x="4699000" y="304800"/>
          <p14:tracePt t="120840" x="4673600" y="304800"/>
          <p14:tracePt t="120856" x="4660900" y="304800"/>
          <p14:tracePt t="120873" x="4648200" y="304800"/>
          <p14:tracePt t="120971" x="4654550" y="304800"/>
          <p14:tracePt t="120992" x="4660900" y="304800"/>
          <p14:tracePt t="121013" x="4667250" y="304800"/>
          <p14:tracePt t="121020" x="4679950" y="304800"/>
          <p14:tracePt t="121034" x="4686300" y="304800"/>
          <p14:tracePt t="121042" x="4699000" y="304800"/>
          <p14:tracePt t="121058" x="4724400" y="304800"/>
          <p14:tracePt t="121072" x="4756150" y="304800"/>
          <p14:tracePt t="121089" x="4845050" y="304800"/>
          <p14:tracePt t="121106" x="4959350" y="311150"/>
          <p14:tracePt t="121122" x="5022850" y="311150"/>
          <p14:tracePt t="121139" x="5156200" y="317500"/>
          <p14:tracePt t="121155" x="5270500" y="336550"/>
          <p14:tracePt t="121172" x="5314950" y="342900"/>
          <p14:tracePt t="121189" x="5372100" y="349250"/>
          <p14:tracePt t="121205" x="5410200" y="361950"/>
          <p14:tracePt t="121222" x="5422900" y="361950"/>
          <p14:tracePt t="121287" x="5416550" y="361950"/>
          <p14:tracePt t="121294" x="5410200" y="361950"/>
          <p14:tracePt t="121304" x="5403850" y="361950"/>
          <p14:tracePt t="121322" x="5391150" y="361950"/>
          <p14:tracePt t="121338" x="5365750" y="361950"/>
          <p14:tracePt t="121354" x="5353050" y="361950"/>
          <p14:tracePt t="121372" x="5238750" y="361950"/>
          <p14:tracePt t="121388" x="5175250" y="361950"/>
          <p14:tracePt t="121404" x="5092700" y="368300"/>
          <p14:tracePt t="121421" x="4864100" y="387350"/>
          <p14:tracePt t="121438" x="4775200" y="387350"/>
          <p14:tracePt t="121456" x="4641850" y="406400"/>
          <p14:tracePt t="121470" x="4603750" y="412750"/>
          <p14:tracePt t="121487" x="4521200" y="412750"/>
          <p14:tracePt t="121505" x="4495800" y="419100"/>
          <p14:tracePt t="121520" x="4483100" y="419100"/>
          <p14:tracePt t="121537" x="4476750" y="419100"/>
          <p14:tracePt t="121557" x="4470400" y="425450"/>
          <p14:tracePt t="121596" x="4476750" y="425450"/>
          <p14:tracePt t="121602" x="4489450" y="425450"/>
          <p14:tracePt t="121617" x="4502150" y="425450"/>
          <p14:tracePt t="121623" x="4521200" y="425450"/>
          <p14:tracePt t="121640" x="4559300" y="431800"/>
          <p14:tracePt t="121654" x="4692650" y="444500"/>
          <p14:tracePt t="121671" x="4768850" y="450850"/>
          <p14:tracePt t="121687" x="4959350" y="476250"/>
          <p14:tracePt t="121703" x="5048250" y="476250"/>
          <p14:tracePt t="121720" x="5207000" y="495300"/>
          <p14:tracePt t="121737" x="5321300" y="495300"/>
          <p14:tracePt t="121753" x="5372100" y="495300"/>
          <p14:tracePt t="121770" x="5441950" y="488950"/>
          <p14:tracePt t="121786" x="5492750" y="476250"/>
          <p14:tracePt t="121803" x="5505450" y="476250"/>
          <p14:tracePt t="121820" x="5524500" y="469900"/>
          <p14:tracePt t="121836" x="5524500" y="463550"/>
          <p14:tracePt t="122052" x="5524500" y="457200"/>
          <p14:tracePt t="122494" x="5518150" y="457200"/>
          <p14:tracePt t="122529" x="5511800" y="457200"/>
          <p14:tracePt t="122564" x="5511800" y="450850"/>
          <p14:tracePt t="122890" x="5505450" y="463550"/>
          <p14:tracePt t="122897" x="5492750" y="495300"/>
          <p14:tracePt t="122911" x="5473700" y="533400"/>
          <p14:tracePt t="122919" x="5467350" y="577850"/>
          <p14:tracePt t="122933" x="5454650" y="615950"/>
          <p14:tracePt t="122949" x="5448300" y="723900"/>
          <p14:tracePt t="122966" x="5441950" y="762000"/>
          <p14:tracePt t="122982" x="5410200" y="895350"/>
          <p14:tracePt t="122999" x="5391150" y="1079500"/>
          <p14:tracePt t="123016" x="5378450" y="1168400"/>
          <p14:tracePt t="123032" x="5359400" y="1346200"/>
          <p14:tracePt t="123049" x="5321300" y="1543050"/>
          <p14:tracePt t="123066" x="5289550" y="1720850"/>
          <p14:tracePt t="123082" x="5276850" y="1797050"/>
          <p14:tracePt t="123098" x="5270500" y="1879600"/>
          <p14:tracePt t="123115" x="5232400" y="2051050"/>
          <p14:tracePt t="123132" x="5226050" y="2095500"/>
          <p14:tracePt t="123148" x="5213350" y="2146300"/>
          <p14:tracePt t="123165" x="5200650" y="2241550"/>
          <p14:tracePt t="123182" x="5187950" y="2349500"/>
          <p14:tracePt t="123199" x="5175250" y="2419350"/>
          <p14:tracePt t="123215" x="5175250" y="2438400"/>
          <p14:tracePt t="123231" x="5168900" y="2463800"/>
          <p14:tracePt t="123249" x="5168900" y="2470150"/>
          <p14:tracePt t="123676" x="5168900" y="2463800"/>
          <p14:tracePt t="123739" x="5168900" y="2457450"/>
          <p14:tracePt t="123767" x="5168900" y="2451100"/>
          <p14:tracePt t="123802" x="5162550" y="2451100"/>
          <p14:tracePt t="123838" x="5149850" y="2444750"/>
          <p14:tracePt t="123852" x="5143500" y="2438400"/>
          <p14:tracePt t="123859" x="5137150" y="2432050"/>
          <p14:tracePt t="123873" x="5130800" y="2432050"/>
          <p14:tracePt t="123882" x="5124450" y="2419350"/>
          <p14:tracePt t="123896" x="5118100" y="2413000"/>
          <p14:tracePt t="123913" x="5086350" y="2393950"/>
          <p14:tracePt t="123929" x="5054600" y="2368550"/>
          <p14:tracePt t="123945" x="5041900" y="2362200"/>
          <p14:tracePt t="123962" x="5041900" y="2355850"/>
          <p14:tracePt t="123979" x="5016500" y="2336800"/>
          <p14:tracePt t="123995" x="5010150" y="2330450"/>
          <p14:tracePt t="124028" x="5003800" y="2330450"/>
          <p14:tracePt t="124104" x="4997450" y="2330450"/>
          <p14:tracePt t="124181" x="4997450" y="2324100"/>
          <p14:tracePt t="124982" x="5003800" y="2336800"/>
          <p14:tracePt t="124996" x="5010150" y="2349500"/>
          <p14:tracePt t="125002" x="5016500" y="2368550"/>
          <p14:tracePt t="125016" x="5029200" y="2381250"/>
          <p14:tracePt t="125025" x="5041900" y="2400300"/>
          <p14:tracePt t="125042" x="5054600" y="2425700"/>
          <p14:tracePt t="125059" x="5086350" y="2463800"/>
          <p14:tracePt t="125075" x="5099050" y="2495550"/>
          <p14:tracePt t="125092" x="5111750" y="2508250"/>
          <p14:tracePt t="125108" x="5118100" y="2527300"/>
          <p14:tracePt t="125125" x="5124450" y="2527300"/>
          <p14:tracePt t="125142" x="5124450" y="2533650"/>
          <p14:tracePt t="125158" x="5130800" y="2533650"/>
          <p14:tracePt t="125175" x="5130800" y="2546350"/>
          <p14:tracePt t="125213" x="5130800" y="2552700"/>
          <p14:tracePt t="125262" x="5137150" y="2565400"/>
          <p14:tracePt t="125283" x="5143500" y="2578100"/>
          <p14:tracePt t="125297" x="5156200" y="2590800"/>
          <p14:tracePt t="125304" x="5162550" y="2597150"/>
          <p14:tracePt t="125311" x="5175250" y="2616200"/>
          <p14:tracePt t="125327" x="5181600" y="2635250"/>
          <p14:tracePt t="125340" x="5200650" y="2660650"/>
          <p14:tracePt t="125357" x="5245100" y="2730500"/>
          <p14:tracePt t="125374" x="5302250" y="2800350"/>
          <p14:tracePt t="125390" x="5327650" y="2832100"/>
          <p14:tracePt t="125407" x="5397500" y="2895600"/>
          <p14:tracePt t="125424" x="5441950" y="2927350"/>
          <p14:tracePt t="125440" x="5461000" y="2946400"/>
          <p14:tracePt t="125457" x="5480050" y="2965450"/>
          <p14:tracePt t="125474" x="5499100" y="2971800"/>
          <p14:tracePt t="125490" x="5505450" y="2971800"/>
          <p14:tracePt t="125523" x="5518150" y="2971800"/>
          <p14:tracePt t="125564" x="5524500" y="2971800"/>
          <p14:tracePt t="125634" x="5530850" y="2965450"/>
          <p14:tracePt t="125746" x="5524500" y="2965450"/>
          <p14:tracePt t="125796" x="5518150" y="2965450"/>
          <p14:tracePt t="125802" x="5518150" y="2959100"/>
          <p14:tracePt t="125859" x="5518150" y="2952750"/>
          <p14:tracePt t="125894" x="5518150" y="2946400"/>
          <p14:tracePt t="126006" x="5524500" y="2946400"/>
          <p14:tracePt t="126048" x="5530850" y="2946400"/>
          <p14:tracePt t="126056" x="5537200" y="2946400"/>
          <p14:tracePt t="126076" x="5549900" y="2946400"/>
          <p14:tracePt t="126097" x="5556250" y="2946400"/>
          <p14:tracePt t="126106" x="5568950" y="2946400"/>
          <p14:tracePt t="126118" x="5588000" y="2946400"/>
          <p14:tracePt t="126125" x="5619750" y="2952750"/>
          <p14:tracePt t="126141" x="5645150" y="2952750"/>
          <p14:tracePt t="126154" x="5746750" y="2965450"/>
          <p14:tracePt t="126171" x="5803900" y="2965450"/>
          <p14:tracePt t="126189" x="5918200" y="2971800"/>
          <p14:tracePt t="126204" x="5969000" y="2971800"/>
          <p14:tracePt t="126221" x="6057900" y="2971800"/>
          <p14:tracePt t="126238" x="6140450" y="2971800"/>
          <p14:tracePt t="126254" x="6159500" y="2971800"/>
          <p14:tracePt t="126271" x="6197600" y="2965450"/>
          <p14:tracePt t="126288" x="6210300" y="2959100"/>
          <p14:tracePt t="126321" x="6216650" y="2952750"/>
          <p14:tracePt t="126659" x="6210300" y="2952750"/>
          <p14:tracePt t="127059" x="6178550" y="2921000"/>
          <p14:tracePt t="127065" x="6121400" y="2863850"/>
          <p14:tracePt t="127080" x="6057900" y="2781300"/>
          <p14:tracePt t="127088" x="5988050" y="2705100"/>
          <p14:tracePt t="127101" x="5924550" y="2622550"/>
          <p14:tracePt t="127119" x="5778500" y="2444750"/>
          <p14:tracePt t="127134" x="5702300" y="2349500"/>
          <p14:tracePt t="127151" x="5562600" y="2133600"/>
          <p14:tracePt t="127168" x="5422900" y="1924050"/>
          <p14:tracePt t="127185" x="5308600" y="1733550"/>
          <p14:tracePt t="127201" x="5245100" y="1638300"/>
          <p14:tracePt t="127218" x="5194300" y="1543050"/>
          <p14:tracePt t="127234" x="5099050" y="1371600"/>
          <p14:tracePt t="127251" x="5010150" y="1206500"/>
          <p14:tracePt t="127267" x="4972050" y="1136650"/>
          <p14:tracePt t="127284" x="4889500" y="1003300"/>
          <p14:tracePt t="127301" x="4845050" y="914400"/>
          <p14:tracePt t="127319" x="4806950" y="850900"/>
          <p14:tracePt t="127334" x="4794250" y="825500"/>
          <p14:tracePt t="127350" x="4762500" y="793750"/>
          <p14:tracePt t="127367" x="4743450" y="762000"/>
          <p14:tracePt t="127384" x="4737100" y="749300"/>
          <p14:tracePt t="127400" x="4718050" y="723900"/>
          <p14:tracePt t="127417" x="4692650" y="698500"/>
          <p14:tracePt t="127434" x="4679950" y="679450"/>
          <p14:tracePt t="127451" x="4648200" y="641350"/>
          <p14:tracePt t="127467" x="4622800" y="609600"/>
          <p14:tracePt t="127483" x="4616450" y="596900"/>
          <p14:tracePt t="127501" x="4603750" y="577850"/>
          <p14:tracePt t="127517" x="4591050" y="565150"/>
          <p14:tracePt t="127533" x="4584700" y="552450"/>
          <p14:tracePt t="127550" x="4565650" y="533400"/>
          <p14:tracePt t="127566" x="4559300" y="520700"/>
          <p14:tracePt t="127583" x="4540250" y="501650"/>
          <p14:tracePt t="127587" x="4533900" y="488950"/>
          <p14:tracePt t="127602" x="4527550" y="482600"/>
          <p14:tracePt t="127617" x="4527550" y="476250"/>
          <p14:tracePt t="127634" x="4521200" y="469900"/>
          <p14:tracePt t="127650" x="4514850" y="469900"/>
          <p14:tracePt t="127666" x="4514850" y="463550"/>
          <p14:tracePt t="127690" x="4514850" y="457200"/>
          <p14:tracePt t="127718" x="4521200" y="457200"/>
          <p14:tracePt t="127725" x="4527550" y="457200"/>
          <p14:tracePt t="127739" x="4533900" y="457200"/>
          <p14:tracePt t="127749" x="4533900" y="450850"/>
          <p14:tracePt t="127766" x="4540250" y="450850"/>
          <p14:tracePt t="127782" x="4546600" y="450850"/>
          <p14:tracePt t="127799" x="4572000" y="444500"/>
          <p14:tracePt t="127817" x="4622800" y="438150"/>
          <p14:tracePt t="127832" x="4660900" y="431800"/>
          <p14:tracePt t="127849" x="4692650" y="431800"/>
          <p14:tracePt t="127866" x="4813300" y="412750"/>
          <p14:tracePt t="127882" x="4864100" y="412750"/>
          <p14:tracePt t="127898" x="4902200" y="412750"/>
          <p14:tracePt t="127915" x="4972050" y="406400"/>
          <p14:tracePt t="127932" x="5041900" y="400050"/>
          <p14:tracePt t="127950" x="5092700" y="400050"/>
          <p14:tracePt t="127966" x="5130800" y="400050"/>
          <p14:tracePt t="127982" x="5175250" y="393700"/>
          <p14:tracePt t="127999" x="5213350" y="393700"/>
          <p14:tracePt t="128015" x="5238750" y="393700"/>
          <p14:tracePt t="128032" x="5264150" y="387350"/>
          <p14:tracePt t="128048" x="5276850" y="387350"/>
          <p14:tracePt t="128065" x="5289550" y="387350"/>
          <p14:tracePt t="128081" x="5302250" y="387350"/>
          <p14:tracePt t="128098" x="5308600" y="387350"/>
          <p14:tracePt t="128114" x="5314950" y="387350"/>
          <p14:tracePt t="128131" x="5321300" y="387350"/>
          <p14:tracePt t="128148" x="5327650" y="387350"/>
          <p14:tracePt t="128164" x="5334000" y="387350"/>
          <p14:tracePt t="128183" x="5346700" y="387350"/>
          <p14:tracePt t="128197" x="5353050" y="387350"/>
          <p14:tracePt t="128214" x="5365750" y="393700"/>
          <p14:tracePt t="128231" x="5384800" y="393700"/>
          <p14:tracePt t="128247" x="5397500" y="400050"/>
          <p14:tracePt t="128264" x="5429250" y="406400"/>
          <p14:tracePt t="128281" x="5454650" y="406400"/>
          <p14:tracePt t="128297" x="5467350" y="412750"/>
          <p14:tracePt t="128314" x="5492750" y="412750"/>
          <p14:tracePt t="128330" x="5505450" y="412750"/>
          <p14:tracePt t="128347" x="5511800" y="412750"/>
          <p14:tracePt t="128364" x="5518150" y="412750"/>
          <p14:tracePt t="128392" x="5524500" y="406400"/>
          <p14:tracePt t="128441" x="5530850" y="400050"/>
          <p14:tracePt t="128518" x="5530850" y="393700"/>
          <p14:tracePt t="128553" x="5537200" y="393700"/>
          <p14:tracePt t="128568" x="5543550" y="393700"/>
          <p14:tracePt t="128589" x="5549900" y="387350"/>
          <p14:tracePt t="128610" x="5556250" y="387350"/>
          <p14:tracePt t="128631" x="5568950" y="381000"/>
          <p14:tracePt t="128651" x="5575300" y="381000"/>
          <p14:tracePt t="128673" x="5581650" y="374650"/>
          <p14:tracePt t="128680" x="5581650" y="368300"/>
          <p14:tracePt t="128701" x="5588000" y="368300"/>
          <p14:tracePt t="128708" x="5594350" y="368300"/>
          <p14:tracePt t="128730" x="5594350" y="361950"/>
          <p14:tracePt t="128750" x="5600700" y="355600"/>
          <p14:tracePt t="128778" x="5607050" y="355600"/>
          <p14:tracePt t="128799" x="5607050" y="349250"/>
          <p14:tracePt t="128820" x="5600700" y="342900"/>
          <p14:tracePt t="128834" x="5594350" y="342900"/>
          <p14:tracePt t="128841" x="5588000" y="342900"/>
          <p14:tracePt t="128848" x="5581650" y="342900"/>
          <p14:tracePt t="128864" x="5575300" y="342900"/>
          <p14:tracePt t="128878" x="5562600" y="342900"/>
          <p14:tracePt t="128895" x="5524500" y="336550"/>
          <p14:tracePt t="128912" x="5486400" y="323850"/>
          <p14:tracePt t="128928" x="5467350" y="323850"/>
          <p14:tracePt t="128946" x="5441950" y="317500"/>
          <p14:tracePt t="128962" x="5416550" y="317500"/>
          <p14:tracePt t="128978" x="5410200" y="317500"/>
          <p14:tracePt t="128995" x="5403850" y="317500"/>
          <p14:tracePt t="129051" x="5410200" y="317500"/>
          <p14:tracePt t="129059" x="5416550" y="317500"/>
          <p14:tracePt t="129073" x="5422900" y="317500"/>
          <p14:tracePt t="129095" x="5435600" y="317500"/>
          <p14:tracePt t="129101" x="5448300" y="317500"/>
          <p14:tracePt t="129115" x="5467350" y="317500"/>
          <p14:tracePt t="129127" x="5492750" y="317500"/>
          <p14:tracePt t="129144" x="5537200" y="317500"/>
          <p14:tracePt t="129161" x="5568950" y="317500"/>
          <p14:tracePt t="129178" x="5619750" y="317500"/>
          <p14:tracePt t="129194" x="5645150" y="317500"/>
          <p14:tracePt t="129211" x="5664200" y="311150"/>
          <p14:tracePt t="129227" x="5676900" y="311150"/>
          <p14:tracePt t="129312" x="5670550" y="311150"/>
          <p14:tracePt t="129325" x="5664200" y="311150"/>
          <p14:tracePt t="129332" x="5657850" y="311150"/>
          <p14:tracePt t="129343" x="5645150" y="311150"/>
          <p14:tracePt t="129361" x="5632450" y="311150"/>
          <p14:tracePt t="129377" x="5619750" y="311150"/>
          <p14:tracePt t="129394" x="5607050" y="311150"/>
          <p14:tracePt t="129410" x="5549900" y="311150"/>
          <p14:tracePt t="129426" x="5530850" y="311150"/>
          <p14:tracePt t="129443" x="5518150" y="311150"/>
          <p14:tracePt t="129460" x="5505450" y="311150"/>
          <p14:tracePt t="129476" x="5492750" y="311150"/>
          <p14:tracePt t="129543" x="5499100" y="311150"/>
          <p14:tracePt t="129550" x="5505450" y="311150"/>
          <p14:tracePt t="129564" x="5511800" y="311150"/>
          <p14:tracePt t="129576" x="5524500" y="311150"/>
          <p14:tracePt t="129593" x="5556250" y="311150"/>
          <p14:tracePt t="129609" x="5568950" y="311150"/>
          <p14:tracePt t="129613" x="5588000" y="311150"/>
          <p14:tracePt t="129626" x="5607050" y="317500"/>
          <p14:tracePt t="129642" x="5632450" y="317500"/>
          <p14:tracePt t="129659" x="5645150" y="317500"/>
          <p14:tracePt t="129677" x="5664200" y="317500"/>
          <p14:tracePt t="129692" x="5670550" y="317500"/>
          <p14:tracePt t="129774" x="5664200" y="317500"/>
          <p14:tracePt t="129781" x="5657850" y="317500"/>
          <p14:tracePt t="129796" x="5651500" y="317500"/>
          <p14:tracePt t="129809" x="5645150" y="317500"/>
          <p14:tracePt t="129825" x="5619750" y="323850"/>
          <p14:tracePt t="129841" x="5607050" y="323850"/>
          <p14:tracePt t="129859" x="5562600" y="323850"/>
          <p14:tracePt t="129875" x="5537200" y="323850"/>
          <p14:tracePt t="129908" x="5518150" y="323850"/>
          <p14:tracePt t="129944" x="5524500" y="323850"/>
          <p14:tracePt t="129964" x="5537200" y="323850"/>
          <p14:tracePt t="129974" x="5549900" y="317500"/>
          <p14:tracePt t="129992" x="5594350" y="304800"/>
          <p14:tracePt t="130008" x="5613400" y="292100"/>
          <p14:tracePt t="130024" x="5645150" y="285750"/>
          <p14:tracePt t="130041" x="5715000" y="254000"/>
          <p14:tracePt t="130058" x="5734050" y="254000"/>
          <p14:tracePt t="130074" x="5746750" y="241300"/>
          <p14:tracePt t="130091" x="5765800" y="234950"/>
          <p14:tracePt t="130203" x="5759450" y="234950"/>
          <p14:tracePt t="130231" x="5759450" y="241300"/>
          <p14:tracePt t="131168" x="5734050" y="279400"/>
          <p14:tracePt t="131175" x="5676900" y="336550"/>
          <p14:tracePt t="131190" x="5626100" y="393700"/>
          <p14:tracePt t="131204" x="5575300" y="488950"/>
          <p14:tracePt t="131220" x="5416550" y="736600"/>
          <p14:tracePt t="131238" x="5238750" y="1041400"/>
          <p14:tracePt t="131254" x="5149850" y="1193800"/>
          <p14:tracePt t="131270" x="5003800" y="1574800"/>
          <p14:tracePt t="131287" x="4819650" y="1987550"/>
          <p14:tracePt t="131303" x="4730750" y="2203450"/>
          <p14:tracePt t="131320" x="4527550" y="2622550"/>
          <p14:tracePt t="131337" x="4337050" y="2990850"/>
          <p14:tracePt t="131354" x="4286250" y="3111500"/>
          <p14:tracePt t="131370" x="4159250" y="3371850"/>
          <p14:tracePt t="131386" x="4057650" y="3740150"/>
          <p14:tracePt t="131403" x="4013200" y="3854450"/>
          <p14:tracePt t="131421" x="3962400" y="4051300"/>
          <p14:tracePt t="131436" x="3898900" y="4222750"/>
          <p14:tracePt t="131453" x="3892550" y="4298950"/>
          <p14:tracePt t="131470" x="3873500" y="4394200"/>
          <p14:tracePt t="131486" x="3867150" y="4438650"/>
          <p14:tracePt t="131503" x="3867150" y="4483100"/>
          <p14:tracePt t="131519" x="3860800" y="4508500"/>
          <p14:tracePt t="131536" x="3860800" y="4514850"/>
          <p14:tracePt t="131554" x="3854450" y="4533900"/>
          <p14:tracePt t="131569" x="3854450" y="4552950"/>
          <p14:tracePt t="131586" x="3854450" y="4578350"/>
          <p14:tracePt t="131603" x="3841750" y="4629150"/>
          <p14:tracePt t="131619" x="3835400" y="4648200"/>
          <p14:tracePt t="131622" x="3835400" y="4673600"/>
          <p14:tracePt t="131653" x="3835400" y="4679950"/>
          <p14:tracePt t="140908" x="3879850" y="4679950"/>
          <p14:tracePt t="140916" x="3943350" y="4679950"/>
          <p14:tracePt t="140923" x="4019550" y="4679950"/>
          <p14:tracePt t="140937" x="4210050" y="4679950"/>
          <p14:tracePt t="140953" x="4375150" y="4673600"/>
          <p14:tracePt t="140970" x="4578350" y="4654550"/>
          <p14:tracePt t="140987" x="4775200" y="4616450"/>
          <p14:tracePt t="141003" x="4870450" y="4597400"/>
          <p14:tracePt t="141020" x="4978400" y="4578350"/>
          <p14:tracePt t="141036" x="5029200" y="4578350"/>
          <p14:tracePt t="141053" x="5060950" y="4578350"/>
          <p14:tracePt t="141070" x="5073650" y="4578350"/>
          <p14:tracePt t="141103" x="5086350" y="4565650"/>
          <p14:tracePt t="141161" x="5092700" y="4565650"/>
          <p14:tracePt t="141168" x="5099050" y="4565650"/>
          <p14:tracePt t="141182" x="5105400" y="4565650"/>
          <p14:tracePt t="141189" x="5118100" y="4565650"/>
          <p14:tracePt t="141203" x="5156200" y="4552950"/>
          <p14:tracePt t="141219" x="5207000" y="4552950"/>
          <p14:tracePt t="141236" x="5289550" y="4546600"/>
          <p14:tracePt t="141253" x="5422900" y="4533900"/>
          <p14:tracePt t="141269" x="5588000" y="4533900"/>
          <p14:tracePt t="141285" x="5727700" y="4502150"/>
          <p14:tracePt t="141302" x="5924550" y="4476750"/>
          <p14:tracePt t="141319" x="6051550" y="4464050"/>
          <p14:tracePt t="141336" x="6324600" y="4406900"/>
          <p14:tracePt t="141352" x="6540500" y="4400550"/>
          <p14:tracePt t="141369" x="6629400" y="4387850"/>
          <p14:tracePt t="141386" x="6813550" y="4368800"/>
          <p14:tracePt t="141402" x="6978650" y="4368800"/>
          <p14:tracePt t="141418" x="7067550" y="4375150"/>
          <p14:tracePt t="141435" x="7226300" y="4400550"/>
          <p14:tracePt t="141452" x="7327900" y="4413250"/>
          <p14:tracePt t="141468" x="7385050" y="4419600"/>
          <p14:tracePt t="141485" x="7486650" y="4438650"/>
          <p14:tracePt t="141502" x="7550150" y="4438650"/>
          <p14:tracePt t="141519" x="7670800" y="4438650"/>
          <p14:tracePt t="141534" x="7747000" y="4445000"/>
          <p14:tracePt t="141551" x="7778750" y="4445000"/>
          <p14:tracePt t="141568" x="7842250" y="4445000"/>
          <p14:tracePt t="141584" x="7912100" y="4451350"/>
          <p14:tracePt t="141601" x="7950200" y="4464050"/>
          <p14:tracePt t="141618" x="8013700" y="4470400"/>
          <p14:tracePt t="141634" x="8058150" y="4470400"/>
          <p14:tracePt t="141651" x="8070850" y="4470400"/>
          <p14:tracePt t="141667" x="8096250" y="4470400"/>
          <p14:tracePt t="141684" x="8108950" y="4476750"/>
          <p14:tracePt t="141701" x="8115300" y="4476750"/>
          <p14:tracePt t="141793" x="8115300" y="4483100"/>
          <p14:tracePt t="141820" x="8108950" y="4483100"/>
          <p14:tracePt t="162438" x="8077200" y="4483100"/>
          <p14:tracePt t="162445" x="8032750" y="4495800"/>
          <p14:tracePt t="162452" x="7981950" y="4502150"/>
          <p14:tracePt t="162462" x="7924800" y="4508500"/>
          <p14:tracePt t="162480" x="7696200" y="4540250"/>
          <p14:tracePt t="162496" x="7499350" y="4559300"/>
          <p14:tracePt t="162512" x="7283450" y="4572000"/>
          <p14:tracePt t="162530" x="6915150" y="4603750"/>
          <p14:tracePt t="162545" x="6648450" y="4622800"/>
          <p14:tracePt t="162562" x="6407150" y="4648200"/>
          <p14:tracePt t="162579" x="6000750" y="4686300"/>
          <p14:tracePt t="162595" x="5772150" y="4718050"/>
          <p14:tracePt t="162613" x="5429250" y="4749800"/>
          <p14:tracePt t="162629" x="5213350" y="4762500"/>
          <p14:tracePt t="162645" x="5029200" y="4800600"/>
          <p14:tracePt t="162662" x="4756150" y="4832350"/>
          <p14:tracePt t="162678" x="4552950" y="4864100"/>
          <p14:tracePt t="162695" x="4406900" y="4902200"/>
          <p14:tracePt t="162712" x="4121150" y="4965700"/>
          <p14:tracePt t="162728" x="3873500" y="5003800"/>
          <p14:tracePt t="162746" x="3575050" y="5111750"/>
          <p14:tracePt t="162762" x="3403600" y="5194300"/>
          <p14:tracePt t="162777" x="3194050" y="5276850"/>
          <p14:tracePt t="162795" x="2971800" y="5416550"/>
          <p14:tracePt t="162811" x="2819400" y="5505450"/>
          <p14:tracePt t="162828" x="2660650" y="5575300"/>
          <p14:tracePt t="162845" x="2463800" y="5683250"/>
          <p14:tracePt t="162861" x="2413000" y="5702300"/>
          <p14:tracePt t="162877" x="2330450" y="5664200"/>
          <p14:tracePt t="163666" x="2330450" y="5657850"/>
          <p14:tracePt t="163680" x="2330450" y="5651500"/>
          <p14:tracePt t="163687" x="2336800" y="5645150"/>
          <p14:tracePt t="163694" x="2336800" y="5638800"/>
          <p14:tracePt t="163708" x="2349500" y="5619750"/>
          <p14:tracePt t="163725" x="2362200" y="5594350"/>
          <p14:tracePt t="163741" x="2381250" y="5556250"/>
          <p14:tracePt t="163758" x="2406650" y="5486400"/>
          <p14:tracePt t="163774" x="2419350" y="5441950"/>
          <p14:tracePt t="163791" x="2432050" y="5410200"/>
          <p14:tracePt t="163808" x="2438400" y="5372100"/>
          <p14:tracePt t="163824" x="2444750" y="5353050"/>
          <p14:tracePt t="163891" x="2451100" y="5353050"/>
          <p14:tracePt t="163968" x="2457450" y="5353050"/>
          <p14:tracePt t="164010" x="2463800" y="5353050"/>
          <p14:tracePt t="164038" x="2470150" y="5353050"/>
          <p14:tracePt t="164052" x="2476500" y="5346700"/>
          <p14:tracePt t="164060" x="2476500" y="5340350"/>
          <p14:tracePt t="164080" x="2482850" y="5334000"/>
          <p14:tracePt t="164090" x="2489200" y="5327650"/>
          <p14:tracePt t="164107" x="2495550" y="5327650"/>
          <p14:tracePt t="164123" x="2520950" y="5308600"/>
          <p14:tracePt t="164140" x="2533650" y="5295900"/>
          <p14:tracePt t="164157" x="2571750" y="5276850"/>
          <p14:tracePt t="164173" x="2597150" y="5251450"/>
          <p14:tracePt t="164190" x="2622550" y="5232400"/>
          <p14:tracePt t="164206" x="2673350" y="5200650"/>
          <p14:tracePt t="164223" x="2705100" y="5162550"/>
          <p14:tracePt t="164240" x="2730500" y="5143500"/>
          <p14:tracePt t="164256" x="2762250" y="5118100"/>
          <p14:tracePt t="164273" x="2774950" y="5105400"/>
          <p14:tracePt t="164290" x="2781300" y="5105400"/>
          <p14:tracePt t="164753" x="2781300" y="5111750"/>
          <p14:tracePt t="164780" x="2781300" y="5118100"/>
          <p14:tracePt t="164789" x="2787650" y="5124450"/>
          <p14:tracePt t="164794" x="2794000" y="5124450"/>
          <p14:tracePt t="164803" x="2794000" y="5130800"/>
          <p14:tracePt t="164821" x="2813050" y="5156200"/>
          <p14:tracePt t="164838" x="2863850" y="5226050"/>
          <p14:tracePt t="164854" x="2901950" y="5276850"/>
          <p14:tracePt t="164871" x="2984500" y="5365750"/>
          <p14:tracePt t="164887" x="3041650" y="5435600"/>
          <p14:tracePt t="164904" x="3086100" y="5492750"/>
          <p14:tracePt t="164921" x="3155950" y="5556250"/>
          <p14:tracePt t="164937" x="3206750" y="5594350"/>
          <p14:tracePt t="164953" x="3244850" y="5626100"/>
          <p14:tracePt t="164970" x="3270250" y="5638800"/>
          <p14:tracePt t="164987" x="3282950" y="5645150"/>
          <p14:tracePt t="164990" x="3289300" y="5645150"/>
          <p14:tracePt t="165110" x="3289300" y="5638800"/>
          <p14:tracePt t="166216" x="3327400" y="5613400"/>
          <p14:tracePt t="166223" x="3397250" y="5568950"/>
          <p14:tracePt t="166232" x="3467100" y="5505450"/>
          <p14:tracePt t="166249" x="3549650" y="5441950"/>
          <p14:tracePt t="166266" x="3822700" y="5232400"/>
          <p14:tracePt t="166283" x="3994150" y="5060950"/>
          <p14:tracePt t="166300" x="4578350" y="4381500"/>
          <p14:tracePt t="166316" x="4775200" y="4121150"/>
          <p14:tracePt t="166332" x="4953000" y="3879850"/>
          <p14:tracePt t="166349" x="5302250" y="3384550"/>
          <p14:tracePt t="166366" x="5594350" y="2921000"/>
          <p14:tracePt t="166383" x="5822950" y="2540000"/>
          <p14:tracePt t="166399" x="5943600" y="2317750"/>
          <p14:tracePt t="166415" x="6108700" y="2038350"/>
          <p14:tracePt t="166433" x="6165850" y="1917700"/>
          <p14:tracePt t="166448" x="6254750" y="1746250"/>
          <p14:tracePt t="166465" x="6324600" y="1619250"/>
          <p14:tracePt t="166484" x="6369050" y="1530350"/>
          <p14:tracePt t="166498" x="6381750" y="1498600"/>
          <p14:tracePt t="166515" x="6413500" y="1435100"/>
          <p14:tracePt t="166532" x="6445250" y="1397000"/>
          <p14:tracePt t="166548" x="6451600" y="1371600"/>
          <p14:tracePt t="166565" x="6464300" y="1352550"/>
          <p14:tracePt t="166582" x="6489700" y="1295400"/>
          <p14:tracePt t="166598" x="6508750" y="1276350"/>
          <p14:tracePt t="166615" x="6527800" y="1244600"/>
          <p14:tracePt t="166631" x="6534150" y="1225550"/>
          <p14:tracePt t="166648" x="6546850" y="1200150"/>
          <p14:tracePt t="166666" x="6553200" y="1187450"/>
          <p14:tracePt t="166699" x="6553200" y="1181100"/>
          <p14:tracePt t="166756" x="6546850" y="1181100"/>
          <p14:tracePt t="166777" x="6540500" y="1181100"/>
          <p14:tracePt t="166805" x="6534150" y="1181100"/>
          <p14:tracePt t="166833" x="6527800" y="1187450"/>
          <p14:tracePt t="166854" x="6521450" y="1187450"/>
          <p14:tracePt t="166882" x="6515100" y="1187450"/>
          <p14:tracePt t="166903" x="6508750" y="1187450"/>
          <p14:tracePt t="166910" x="6502400" y="1187450"/>
          <p14:tracePt t="167345" x="6496050" y="1187450"/>
          <p14:tracePt t="167352" x="6470650" y="1187450"/>
          <p14:tracePt t="167366" x="6451600" y="1187450"/>
          <p14:tracePt t="167378" x="6438900" y="1187450"/>
          <p14:tracePt t="167395" x="6400800" y="1187450"/>
          <p14:tracePt t="167412" x="6381750" y="1187450"/>
          <p14:tracePt t="167429" x="6356350" y="1187450"/>
          <p14:tracePt t="167445" x="6330950" y="1187450"/>
          <p14:tracePt t="167462" x="6324600" y="1187450"/>
          <p14:tracePt t="167479" x="6305550" y="1187450"/>
          <p14:tracePt t="167495" x="6286500" y="1187450"/>
          <p14:tracePt t="167512" x="6280150" y="1187450"/>
          <p14:tracePt t="167515" x="6273800" y="1187450"/>
          <p14:tracePt t="167529" x="6267450" y="1187450"/>
          <p14:tracePt t="167545" x="6261100" y="1187450"/>
          <p14:tracePt t="167564" x="6254750" y="1187450"/>
          <p14:tracePt t="167578" x="6248400" y="1187450"/>
          <p14:tracePt t="167594" x="6242050" y="1187450"/>
          <p14:tracePt t="167612" x="6235700" y="1187450"/>
          <p14:tracePt t="167681" x="6229350" y="1181100"/>
          <p14:tracePt t="167780" x="6229350" y="1162050"/>
          <p14:tracePt t="167795" x="6229350" y="1155700"/>
          <p14:tracePt t="167808" x="6229350" y="1149350"/>
          <p14:tracePt t="167815" x="6229350" y="1143000"/>
          <p14:tracePt t="167836" x="6229350" y="1136650"/>
          <p14:tracePt t="167844" x="6229350" y="1117600"/>
          <p14:tracePt t="167860" x="6229350" y="1104900"/>
          <p14:tracePt t="167877" x="6229350" y="1085850"/>
          <p14:tracePt t="167893" x="6229350" y="1003300"/>
          <p14:tracePt t="167910" x="6229350" y="984250"/>
          <p14:tracePt t="167928" x="6229350" y="939800"/>
          <p14:tracePt t="167943" x="6229350" y="908050"/>
          <p14:tracePt t="167960" x="6229350" y="869950"/>
          <p14:tracePt t="167977" x="6242050" y="825500"/>
          <p14:tracePt t="167993" x="6242050" y="806450"/>
          <p14:tracePt t="168010" x="6254750" y="762000"/>
          <p14:tracePt t="168027" x="6267450" y="730250"/>
          <p14:tracePt t="168043" x="6273800" y="711200"/>
          <p14:tracePt t="168060" x="6286500" y="660400"/>
          <p14:tracePt t="168076" x="6318250" y="615950"/>
          <p14:tracePt t="168093" x="6324600" y="603250"/>
          <p14:tracePt t="168110" x="6343650" y="577850"/>
          <p14:tracePt t="168126" x="6362700" y="571500"/>
          <p14:tracePt t="168166" x="6369050" y="571500"/>
          <p14:tracePt t="168285" x="6362700" y="571500"/>
          <p14:tracePt t="168299" x="6356350" y="571500"/>
          <p14:tracePt t="168305" x="6350000" y="571500"/>
          <p14:tracePt t="168313" x="6343650" y="571500"/>
          <p14:tracePt t="168328" x="6337300" y="571500"/>
          <p14:tracePt t="168342" x="6330950" y="571500"/>
          <p14:tracePt t="168359" x="6286500" y="577850"/>
          <p14:tracePt t="168376" x="6235700" y="590550"/>
          <p14:tracePt t="168392" x="6216650" y="590550"/>
          <p14:tracePt t="168408" x="6178550" y="596900"/>
          <p14:tracePt t="168425" x="6140450" y="596900"/>
          <p14:tracePt t="168442" x="6134100" y="596900"/>
          <p14:tracePt t="168458" x="6115050" y="596900"/>
          <p14:tracePt t="168475" x="6108700" y="603250"/>
          <p14:tracePt t="168516" x="6102350" y="603250"/>
          <p14:tracePt t="168649" x="6096000" y="609600"/>
          <p14:tracePt t="168656" x="6089650" y="615950"/>
          <p14:tracePt t="168663" x="6083300" y="615950"/>
          <p14:tracePt t="168677" x="6076950" y="622300"/>
          <p14:tracePt t="168691" x="6070600" y="622300"/>
          <p14:tracePt t="168707" x="6051550" y="628650"/>
          <p14:tracePt t="168724" x="6032500" y="628650"/>
          <p14:tracePt t="168741" x="5981700" y="641350"/>
          <p14:tracePt t="168757" x="5911850" y="647700"/>
          <p14:tracePt t="168774" x="5873750" y="660400"/>
          <p14:tracePt t="168790" x="5803900" y="673100"/>
          <p14:tracePt t="168807" x="5740400" y="679450"/>
          <p14:tracePt t="168825" x="5702300" y="692150"/>
          <p14:tracePt t="168841" x="5689600" y="698500"/>
          <p14:tracePt t="168857" x="5676900" y="698500"/>
          <p14:tracePt t="168874" x="5651500" y="704850"/>
          <p14:tracePt t="168890" x="5638800" y="711200"/>
          <p14:tracePt t="168923" x="5626100" y="711200"/>
          <p14:tracePt t="168940" x="5600700" y="711200"/>
          <p14:tracePt t="168958" x="5575300" y="711200"/>
          <p14:tracePt t="168973" x="5556250" y="717550"/>
          <p14:tracePt t="168989" x="5505450" y="730250"/>
          <p14:tracePt t="169007" x="5448300" y="742950"/>
          <p14:tracePt t="169023" x="5416550" y="742950"/>
          <p14:tracePt t="169040" x="5353050" y="749300"/>
          <p14:tracePt t="169057" x="5295900" y="755650"/>
          <p14:tracePt t="169073" x="5283200" y="755650"/>
          <p14:tracePt t="169089" x="5251450" y="755650"/>
          <p14:tracePt t="169106" x="5232400" y="755650"/>
          <p14:tracePt t="169123" x="5219700" y="755650"/>
          <p14:tracePt t="169140" x="5213350" y="755650"/>
          <p14:tracePt t="169156" x="5194300" y="755650"/>
          <p14:tracePt t="169172" x="5181600" y="755650"/>
          <p14:tracePt t="169189" x="5156200" y="755650"/>
          <p14:tracePt t="169206" x="5149850" y="755650"/>
          <p14:tracePt t="169222" x="5124450" y="755650"/>
          <p14:tracePt t="169239" x="5111750" y="755650"/>
          <p14:tracePt t="169256" x="5105400" y="755650"/>
          <p14:tracePt t="169273" x="5092700" y="755650"/>
          <p14:tracePt t="169289" x="5086350" y="755650"/>
          <p14:tracePt t="169498" x="5086350" y="749300"/>
          <p14:tracePt t="169519" x="5092700" y="749300"/>
          <p14:tracePt t="169525" x="5099050" y="749300"/>
          <p14:tracePt t="169541" x="5105400" y="742950"/>
          <p14:tracePt t="169554" x="5111750" y="742950"/>
          <p14:tracePt t="169571" x="5149850" y="742950"/>
          <p14:tracePt t="169589" x="5207000" y="736600"/>
          <p14:tracePt t="169604" x="5245100" y="723900"/>
          <p14:tracePt t="169620" x="5321300" y="723900"/>
          <p14:tracePt t="169638" x="5403850" y="717550"/>
          <p14:tracePt t="169654" x="5429250" y="717550"/>
          <p14:tracePt t="169671" x="5480050" y="717550"/>
          <p14:tracePt t="169688" x="5511800" y="717550"/>
          <p14:tracePt t="169704" x="5518150" y="717550"/>
          <p14:tracePt t="169721" x="5530850" y="717550"/>
          <p14:tracePt t="169771" x="5524500" y="723900"/>
          <p14:tracePt t="169778" x="5518150" y="723900"/>
          <p14:tracePt t="169799" x="5511800" y="730250"/>
          <p14:tracePt t="169820" x="5499100" y="730250"/>
          <p14:tracePt t="169827" x="5486400" y="730250"/>
          <p14:tracePt t="169841" x="5473700" y="730250"/>
          <p14:tracePt t="169853" x="5454650" y="730250"/>
          <p14:tracePt t="169870" x="5391150" y="730250"/>
          <p14:tracePt t="169887" x="5353050" y="723900"/>
          <p14:tracePt t="169904" x="5257800" y="717550"/>
          <p14:tracePt t="169920" x="5156200" y="717550"/>
          <p14:tracePt t="169936" x="5105400" y="717550"/>
          <p14:tracePt t="169953" x="5016500" y="717550"/>
          <p14:tracePt t="169970" x="4933950" y="717550"/>
          <p14:tracePt t="169986" x="4908550" y="717550"/>
          <p14:tracePt t="170003" x="4864100" y="717550"/>
          <p14:tracePt t="170019" x="4845050" y="717550"/>
          <p14:tracePt t="170037" x="4838700" y="717550"/>
          <p14:tracePt t="170053" x="4832350" y="717550"/>
          <p14:tracePt t="170069" x="4826000" y="717550"/>
          <p14:tracePt t="170128" x="4832350" y="717550"/>
          <p14:tracePt t="170157" x="4838700" y="717550"/>
          <p14:tracePt t="170170" x="4845050" y="717550"/>
          <p14:tracePt t="170192" x="4851400" y="717550"/>
          <p14:tracePt t="170198" x="4864100" y="717550"/>
          <p14:tracePt t="170205" x="4876800" y="717550"/>
          <p14:tracePt t="170222" x="4895850" y="717550"/>
          <p14:tracePt t="170235" x="4927600" y="717550"/>
          <p14:tracePt t="170252" x="4991100" y="723900"/>
          <p14:tracePt t="170269" x="5099050" y="742950"/>
          <p14:tracePt t="170285" x="5149850" y="749300"/>
          <p14:tracePt t="170302" x="5270500" y="768350"/>
          <p14:tracePt t="170319" x="5365750" y="787400"/>
          <p14:tracePt t="170335" x="5391150" y="793750"/>
          <p14:tracePt t="170353" x="5454650" y="800100"/>
          <p14:tracePt t="170368" x="5486400" y="806450"/>
          <p14:tracePt t="170385" x="5499100" y="806450"/>
          <p14:tracePt t="170402" x="5505450" y="806450"/>
          <p14:tracePt t="170458" x="5499100" y="806450"/>
          <p14:tracePt t="170479" x="5492750" y="806450"/>
          <p14:tracePt t="170500" x="5480050" y="806450"/>
          <p14:tracePt t="170507" x="5467350" y="806450"/>
          <p14:tracePt t="170521" x="5441950" y="806450"/>
          <p14:tracePt t="170535" x="5422900" y="806450"/>
          <p14:tracePt t="170551" x="5359400" y="800100"/>
          <p14:tracePt t="170567" x="5314950" y="793750"/>
          <p14:tracePt t="170571" x="5276850" y="793750"/>
          <p14:tracePt t="170584" x="5238750" y="793750"/>
          <p14:tracePt t="170601" x="5143500" y="781050"/>
          <p14:tracePt t="170618" x="5118100" y="781050"/>
          <p14:tracePt t="170634" x="5067300" y="781050"/>
          <p14:tracePt t="170651" x="5035550" y="787400"/>
          <p14:tracePt t="170668" x="5016500" y="787400"/>
          <p14:tracePt t="170683" x="5010150" y="787400"/>
          <p14:tracePt t="170700" x="5010150" y="793750"/>
          <p14:tracePt t="170822" x="5016500" y="793750"/>
          <p14:tracePt t="170829" x="5022850" y="793750"/>
          <p14:tracePt t="170836" x="5035550" y="793750"/>
          <p14:tracePt t="170853" x="5048250" y="793750"/>
          <p14:tracePt t="170866" x="5067300" y="793750"/>
          <p14:tracePt t="170883" x="5124450" y="793750"/>
          <p14:tracePt t="170900" x="5219700" y="793750"/>
          <p14:tracePt t="170916" x="5283200" y="793750"/>
          <p14:tracePt t="170933" x="5422900" y="787400"/>
          <p14:tracePt t="170949" x="5530850" y="774700"/>
          <p14:tracePt t="170966" x="5568950" y="768350"/>
          <p14:tracePt t="170983" x="5619750" y="768350"/>
          <p14:tracePt t="170999" x="5638800" y="762000"/>
          <p14:tracePt t="171060" x="5638800" y="768350"/>
          <p14:tracePt t="171082" x="5626100" y="774700"/>
          <p14:tracePt t="171089" x="5607050" y="774700"/>
          <p14:tracePt t="171103" x="5581650" y="774700"/>
          <p14:tracePt t="171115" x="5543550" y="774700"/>
          <p14:tracePt t="171132" x="5429250" y="774700"/>
          <p14:tracePt t="171149" x="5365750" y="768350"/>
          <p14:tracePt t="171166" x="5251450" y="768350"/>
          <p14:tracePt t="171182" x="5156200" y="762000"/>
          <p14:tracePt t="171199" x="5130800" y="762000"/>
          <p14:tracePt t="171216" x="5092700" y="762000"/>
          <p14:tracePt t="171232" x="5080000" y="762000"/>
          <p14:tracePt t="171248" x="5080000" y="755650"/>
          <p14:tracePt t="171265" x="5073650" y="755650"/>
          <p14:tracePt t="171301" x="5073650" y="749300"/>
          <p14:tracePt t="171327" x="5073650" y="742950"/>
          <p14:tracePt t="171362" x="5080000" y="742950"/>
          <p14:tracePt t="171383" x="5092700" y="742950"/>
          <p14:tracePt t="171390" x="5099050" y="742950"/>
          <p14:tracePt t="171399" x="5105400" y="736600"/>
          <p14:tracePt t="171414" x="5124450" y="736600"/>
          <p14:tracePt t="171433" x="5175250" y="723900"/>
          <p14:tracePt t="171448" x="5213350" y="723900"/>
          <p14:tracePt t="171464" x="5321300" y="704850"/>
          <p14:tracePt t="171482" x="5435600" y="692150"/>
          <p14:tracePt t="171498" x="5492750" y="685800"/>
          <p14:tracePt t="171514" x="5568950" y="679450"/>
          <p14:tracePt t="171531" x="5619750" y="679450"/>
          <p14:tracePt t="171547" x="5638800" y="679450"/>
          <p14:tracePt t="171565" x="5657850" y="679450"/>
          <p14:tracePt t="171581" x="5664200" y="679450"/>
          <p14:tracePt t="171650" x="5645150" y="679450"/>
          <p14:tracePt t="171665" x="5638800" y="679450"/>
          <p14:tracePt t="171671" x="5626100" y="685800"/>
          <p14:tracePt t="171680" x="5607050" y="685800"/>
          <p14:tracePt t="171697" x="5575300" y="692150"/>
          <p14:tracePt t="171713" x="5511800" y="698500"/>
          <p14:tracePt t="171730" x="5467350" y="704850"/>
          <p14:tracePt t="171747" x="5391150" y="704850"/>
          <p14:tracePt t="171763" x="5321300" y="717550"/>
          <p14:tracePt t="171780" x="5302250" y="717550"/>
          <p14:tracePt t="171797" x="5276850" y="717550"/>
          <p14:tracePt t="171814" x="5264150" y="717550"/>
          <p14:tracePt t="171860" x="5264150" y="711200"/>
          <p14:tracePt t="171874" x="5270500" y="711200"/>
          <p14:tracePt t="171882" x="5283200" y="711200"/>
          <p14:tracePt t="171897" x="5289550" y="711200"/>
          <p14:tracePt t="171913" x="5353050" y="704850"/>
          <p14:tracePt t="171930" x="5416550" y="704850"/>
          <p14:tracePt t="171946" x="5556250" y="704850"/>
          <p14:tracePt t="171963" x="5683250" y="692150"/>
          <p14:tracePt t="171980" x="5778500" y="685800"/>
          <p14:tracePt t="171996" x="5797550" y="685800"/>
          <p14:tracePt t="172013" x="5816600" y="685800"/>
          <p14:tracePt t="172029" x="5835650" y="685800"/>
          <p14:tracePt t="172112" x="5822950" y="685800"/>
          <p14:tracePt t="172119" x="5810250" y="685800"/>
          <p14:tracePt t="172133" x="5778500" y="685800"/>
          <p14:tracePt t="172146" x="5753100" y="685800"/>
          <p14:tracePt t="172162" x="5651500" y="673100"/>
          <p14:tracePt t="172179" x="5588000" y="673100"/>
          <p14:tracePt t="172196" x="5467350" y="647700"/>
          <p14:tracePt t="172212" x="5372100" y="635000"/>
          <p14:tracePt t="172229" x="5340350" y="635000"/>
          <p14:tracePt t="172246" x="5314950" y="628650"/>
          <p14:tracePt t="172262" x="5308600" y="628650"/>
          <p14:tracePt t="172295" x="5302250" y="628650"/>
          <p14:tracePt t="172365" x="5308600" y="628650"/>
          <p14:tracePt t="172371" x="5314950" y="628650"/>
          <p14:tracePt t="172380" x="5327650" y="628650"/>
          <p14:tracePt t="172394" x="5346700" y="628650"/>
          <p14:tracePt t="172411" x="5378450" y="628650"/>
          <p14:tracePt t="172428" x="5492750" y="628650"/>
          <p14:tracePt t="172445" x="5645150" y="628650"/>
          <p14:tracePt t="172462" x="5734050" y="628650"/>
          <p14:tracePt t="172478" x="5899150" y="641350"/>
          <p14:tracePt t="172494" x="6000750" y="641350"/>
          <p14:tracePt t="172512" x="6070600" y="641350"/>
          <p14:tracePt t="172527" x="6083300" y="641350"/>
          <p14:tracePt t="172544" x="6096000" y="641350"/>
          <p14:tracePt t="172561" x="6102350" y="647700"/>
          <p14:tracePt t="172610" x="6096000" y="647700"/>
          <p14:tracePt t="172673" x="6089650" y="647700"/>
          <p14:tracePt t="172701" x="6083300" y="647700"/>
          <p14:tracePt t="172729" x="6076950" y="647700"/>
          <p14:tracePt t="172785" x="6070600" y="647700"/>
          <p14:tracePt t="172890" x="6064250" y="647700"/>
          <p14:tracePt t="173244" x="5975350" y="666750"/>
          <p14:tracePt t="173259" x="5854700" y="736600"/>
          <p14:tracePt t="173265" x="5727700" y="819150"/>
          <p14:tracePt t="173275" x="5543550" y="927100"/>
          <p14:tracePt t="173291" x="5397500" y="1016000"/>
          <p14:tracePt t="173309" x="4953000" y="1301750"/>
          <p14:tracePt t="173325" x="4584700" y="1574800"/>
          <p14:tracePt t="173343" x="4159250" y="1892300"/>
          <p14:tracePt t="173358" x="3968750" y="2070100"/>
          <p14:tracePt t="173374" x="3676650" y="2349500"/>
          <p14:tracePt t="173392" x="3384550" y="2686050"/>
          <p14:tracePt t="173408" x="3225800" y="2857500"/>
          <p14:tracePt t="173425" x="3079750" y="3003550"/>
          <p14:tracePt t="173441" x="2781300" y="3346450"/>
          <p14:tracePt t="173458" x="2686050" y="3441700"/>
          <p14:tracePt t="173475" x="2609850" y="3530600"/>
          <p14:tracePt t="173491" x="2489200" y="3657600"/>
          <p14:tracePt t="173507" x="2355850" y="3803650"/>
          <p14:tracePt t="173525" x="2298700" y="3873500"/>
          <p14:tracePt t="173541" x="2228850" y="3994150"/>
          <p14:tracePt t="173557" x="2165350" y="4089400"/>
          <p14:tracePt t="173574" x="2133600" y="4159250"/>
          <p14:tracePt t="173590" x="2114550" y="4191000"/>
          <p14:tracePt t="173607" x="2076450" y="4267200"/>
          <p14:tracePt t="173624" x="2032000" y="4356100"/>
          <p14:tracePt t="173640" x="2012950" y="4413250"/>
          <p14:tracePt t="173657" x="1974850" y="4533900"/>
          <p14:tracePt t="173674" x="1968500" y="4648200"/>
          <p14:tracePt t="173690" x="1968500" y="4711700"/>
          <p14:tracePt t="173707" x="1968500" y="4806950"/>
          <p14:tracePt t="173723" x="1968500" y="4876800"/>
          <p14:tracePt t="173740" x="1968500" y="4895850"/>
          <p14:tracePt t="173757" x="1974850" y="4933950"/>
          <p14:tracePt t="173773" x="1981200" y="4940300"/>
          <p14:tracePt t="173790" x="2006600" y="4978400"/>
          <p14:tracePt t="173806" x="2019300" y="4991100"/>
          <p14:tracePt t="173823" x="2032000" y="5003800"/>
          <p14:tracePt t="173840" x="2076450" y="5022850"/>
          <p14:tracePt t="173856" x="2146300" y="5048250"/>
          <p14:tracePt t="173873" x="2190750" y="5054600"/>
          <p14:tracePt t="173890" x="2286000" y="5080000"/>
          <p14:tracePt t="173906" x="2355850" y="5080000"/>
          <p14:tracePt t="173923" x="2374900" y="5080000"/>
          <p14:tracePt t="173940" x="2406650" y="5080000"/>
          <p14:tracePt t="173956" x="2419350" y="5086350"/>
          <p14:tracePt t="174022" x="2413000" y="5086350"/>
          <p14:tracePt t="174036" x="2400300" y="5086350"/>
          <p14:tracePt t="174043" x="2387600" y="5086350"/>
          <p14:tracePt t="174059" x="2362200" y="5086350"/>
          <p14:tracePt t="174072" x="2286000" y="5086350"/>
          <p14:tracePt t="174089" x="2228850" y="5086350"/>
          <p14:tracePt t="174092" x="2178050" y="5086350"/>
          <p14:tracePt t="174108" x="2127250" y="5073650"/>
          <p14:tracePt t="174122" x="2070100" y="5067300"/>
          <p14:tracePt t="174139" x="1987550" y="5048250"/>
          <p14:tracePt t="174156" x="1930400" y="5035550"/>
          <p14:tracePt t="174172" x="1917700" y="5035550"/>
          <p14:tracePt t="174188" x="1898650" y="5022850"/>
          <p14:tracePt t="174205" x="1892300" y="5016500"/>
          <p14:tracePt t="174222" x="1885950" y="5016500"/>
          <p14:tracePt t="174268" x="1885950" y="5010150"/>
          <p14:tracePt t="174275" x="1892300" y="5010150"/>
          <p14:tracePt t="174288" x="1898650" y="5003800"/>
          <p14:tracePt t="174305" x="1930400" y="4997450"/>
          <p14:tracePt t="174321" x="1949450" y="4984750"/>
          <p14:tracePt t="174338" x="2025650" y="4959350"/>
          <p14:tracePt t="174354" x="2146300" y="4940300"/>
          <p14:tracePt t="174374" x="2273300" y="4914900"/>
          <p14:tracePt t="174389" x="2330450" y="4902200"/>
          <p14:tracePt t="174404" x="2381250" y="4895850"/>
          <p14:tracePt t="174423" x="2495550" y="4876800"/>
          <p14:tracePt t="174437" x="2508250" y="4870450"/>
          <p14:tracePt t="174454" x="2514600" y="4870450"/>
          <p14:tracePt t="174471" x="2520950" y="4870450"/>
          <p14:tracePt t="174527" x="2520950" y="4876800"/>
          <p14:tracePt t="174533" x="2514600" y="4876800"/>
          <p14:tracePt t="174556" x="2514600" y="4883150"/>
          <p14:tracePt t="174561" x="2508250" y="4883150"/>
          <p14:tracePt t="174583" x="2501900" y="4883150"/>
          <p14:tracePt t="174646" x="2501900" y="4889500"/>
          <p14:tracePt t="174765" x="2495550" y="4889500"/>
          <p14:tracePt t="174787" x="2495550" y="4895850"/>
          <p14:tracePt t="175078" x="2495550" y="4921250"/>
          <p14:tracePt t="175085" x="2501900" y="4972050"/>
          <p14:tracePt t="175099" x="2508250" y="5010150"/>
          <p14:tracePt t="175106" x="2508250" y="5060950"/>
          <p14:tracePt t="175118" x="2514600" y="5118100"/>
          <p14:tracePt t="175135" x="2527300" y="5207000"/>
          <p14:tracePt t="175152" x="2533650" y="5276850"/>
          <p14:tracePt t="175169" x="2565400" y="5403850"/>
          <p14:tracePt t="175185" x="2590800" y="5524500"/>
          <p14:tracePt t="175201" x="2616200" y="5581650"/>
          <p14:tracePt t="175218" x="2654300" y="5657850"/>
          <p14:tracePt t="175235" x="2679700" y="5689600"/>
          <p14:tracePt t="175253" x="2717800" y="5746750"/>
          <p14:tracePt t="175268" x="2724150" y="5765800"/>
          <p14:tracePt t="175285" x="2736850" y="5778500"/>
          <p14:tracePt t="175302" x="2755900" y="5791200"/>
          <p14:tracePt t="175318" x="2774950" y="5803900"/>
          <p14:tracePt t="175335" x="2781300" y="5803900"/>
          <p14:tracePt t="175351" x="2800350" y="5810250"/>
          <p14:tracePt t="175368" x="2806700" y="5816600"/>
          <p14:tracePt t="175386" x="2819400" y="5816600"/>
          <p14:tracePt t="175402" x="2832100" y="5816600"/>
          <p14:tracePt t="175418" x="2870200" y="5816600"/>
          <p14:tracePt t="175434" x="2901950" y="5810250"/>
          <p14:tracePt t="175450" x="2984500" y="5791200"/>
          <p14:tracePt t="175467" x="3117850" y="5765800"/>
          <p14:tracePt t="175485" x="3257550" y="5740400"/>
          <p14:tracePt t="175500" x="3327400" y="5734050"/>
          <p14:tracePt t="175517" x="3390900" y="5715000"/>
          <p14:tracePt t="175534" x="3524250" y="5683250"/>
          <p14:tracePt t="175551" x="3549650" y="5670550"/>
          <p14:tracePt t="175569" x="3568700" y="5664200"/>
          <p14:tracePt t="175583" x="3575050" y="5664200"/>
          <p14:tracePt t="175618" x="3568700" y="5664200"/>
          <p14:tracePt t="175625" x="3562350" y="5664200"/>
          <p14:tracePt t="175639" x="3543300" y="5670550"/>
          <p14:tracePt t="175650" x="3524250" y="5676900"/>
          <p14:tracePt t="175667" x="3435350" y="5695950"/>
          <p14:tracePt t="175683" x="3365500" y="5715000"/>
          <p14:tracePt t="175700" x="3219450" y="5746750"/>
          <p14:tracePt t="175717" x="3098800" y="5759450"/>
          <p14:tracePt t="175733" x="3060700" y="5772150"/>
          <p14:tracePt t="175750" x="3022600" y="5772150"/>
          <p14:tracePt t="175766" x="3009900" y="5772150"/>
          <p14:tracePt t="175783" x="3003550" y="5772150"/>
          <p14:tracePt t="175816" x="3009900" y="5772150"/>
          <p14:tracePt t="175834" x="3016250" y="5772150"/>
          <p14:tracePt t="175849" x="3022600" y="5765800"/>
          <p14:tracePt t="175866" x="3035300" y="5759450"/>
          <p14:tracePt t="175884" x="3060700" y="5753100"/>
          <p14:tracePt t="175899" x="3098800" y="5746750"/>
          <p14:tracePt t="175916" x="3143250" y="5740400"/>
          <p14:tracePt t="175933" x="3238500" y="5721350"/>
          <p14:tracePt t="175949" x="3314700" y="5715000"/>
          <p14:tracePt t="175966" x="3346450" y="5708650"/>
          <p14:tracePt t="175982" x="3384550" y="5702300"/>
          <p14:tracePt t="175999" x="3390900" y="5702300"/>
          <p14:tracePt t="176045" x="3384550" y="5702300"/>
          <p14:tracePt t="176059" x="3378200" y="5702300"/>
          <p14:tracePt t="176068" x="3371850" y="5702300"/>
          <p14:tracePt t="176082" x="3365500" y="5702300"/>
          <p14:tracePt t="176099" x="3346450" y="5702300"/>
          <p14:tracePt t="176116" x="3314700" y="5702300"/>
          <p14:tracePt t="176132" x="3295650" y="5715000"/>
          <p14:tracePt t="176148" x="3276600" y="5715000"/>
          <p14:tracePt t="176165" x="3225800" y="5727700"/>
          <p14:tracePt t="176182" x="3213100" y="5727700"/>
          <p14:tracePt t="176199" x="3206750" y="5727700"/>
          <p14:tracePt t="176235" x="3206750" y="5721350"/>
          <p14:tracePt t="176277" x="3206750" y="5715000"/>
          <p14:tracePt t="176299" x="3213100" y="5715000"/>
          <p14:tracePt t="176304" x="3213100" y="5708650"/>
          <p14:tracePt t="176319" x="3219450" y="5708650"/>
          <p14:tracePt t="176339" x="3225800" y="5702300"/>
          <p14:tracePt t="176348" x="3232150" y="5702300"/>
          <p14:tracePt t="176364" x="3244850" y="5695950"/>
          <p14:tracePt t="176381" x="3251200" y="5695950"/>
          <p14:tracePt t="176397" x="3270250" y="5683250"/>
          <p14:tracePt t="176414" x="3282950" y="5676900"/>
          <p14:tracePt t="176432" x="3302000" y="5670550"/>
          <p14:tracePt t="176447" x="3308350" y="5664200"/>
          <p14:tracePt t="176501" x="3314700" y="5657850"/>
          <p14:tracePt t="176585" x="3321050" y="5657850"/>
          <p14:tracePt t="176648" x="3327400" y="5657850"/>
          <p14:tracePt t="176690" x="3327400" y="5651500"/>
          <p14:tracePt t="176739" x="3333750" y="5645150"/>
          <p14:tracePt t="177118" x="3333750" y="5638800"/>
          <p14:tracePt t="177342" x="3346450" y="5632450"/>
          <p14:tracePt t="177350" x="3365500" y="5632450"/>
          <p14:tracePt t="177360" x="3397250" y="5613400"/>
          <p14:tracePt t="177378" x="3492500" y="5581650"/>
          <p14:tracePt t="177394" x="3575050" y="5562600"/>
          <p14:tracePt t="177411" x="3676650" y="5518150"/>
          <p14:tracePt t="177427" x="4032250" y="5378450"/>
          <p14:tracePt t="177444" x="4171950" y="5321300"/>
          <p14:tracePt t="177461" x="4343400" y="5238750"/>
          <p14:tracePt t="177477" x="4660900" y="5092700"/>
          <p14:tracePt t="177494" x="5022850" y="4927600"/>
          <p14:tracePt t="177512" x="5372100" y="4724400"/>
          <p14:tracePt t="177527" x="5543550" y="4648200"/>
          <p14:tracePt t="177544" x="5835650" y="4445000"/>
          <p14:tracePt t="177560" x="6038850" y="4273550"/>
          <p14:tracePt t="177577" x="6121400" y="4197350"/>
          <p14:tracePt t="177593" x="6299200" y="4070350"/>
          <p14:tracePt t="177610" x="6432550" y="3956050"/>
          <p14:tracePt t="177627" x="6489700" y="3905250"/>
          <p14:tracePt t="177644" x="6578600" y="3822700"/>
          <p14:tracePt t="177659" x="6654800" y="3740150"/>
          <p14:tracePt t="177676" x="6680200" y="3695700"/>
          <p14:tracePt t="177693" x="6737350" y="3632200"/>
          <p14:tracePt t="177710" x="6769100" y="3575050"/>
          <p14:tracePt t="177726" x="6781800" y="3556000"/>
          <p14:tracePt t="177743" x="6813550" y="3492500"/>
          <p14:tracePt t="177759" x="6826250" y="3460750"/>
          <p14:tracePt t="177778" x="6864350" y="3371850"/>
          <p14:tracePt t="177792" x="6877050" y="3346450"/>
          <p14:tracePt t="177809" x="6883400" y="3321050"/>
          <p14:tracePt t="177826" x="6889750" y="3270250"/>
          <p14:tracePt t="177842" x="6896100" y="3238500"/>
          <p14:tracePt t="177859" x="6896100" y="3219450"/>
          <p14:tracePt t="177876" x="6896100" y="3200400"/>
          <p14:tracePt t="177892" x="6896100" y="3187700"/>
          <p14:tracePt t="177909" x="6896100" y="3181350"/>
          <p14:tracePt t="177925" x="6889750" y="3175000"/>
          <p14:tracePt t="177942" x="6889750" y="3162300"/>
          <p14:tracePt t="177960" x="6889750" y="3143250"/>
          <p14:tracePt t="177975" x="6889750" y="3136900"/>
          <p14:tracePt t="177992" x="6889750" y="3124200"/>
          <p14:tracePt t="178009" x="6889750" y="3105150"/>
          <p14:tracePt t="178025" x="6889750" y="3092450"/>
          <p14:tracePt t="178042" x="6889750" y="3086100"/>
          <p14:tracePt t="178060" x="6896100" y="3073400"/>
          <p14:tracePt t="178075" x="6896100" y="3067050"/>
          <p14:tracePt t="178093" x="6896100" y="3060700"/>
          <p14:tracePt t="178543" x="6877050" y="3060700"/>
          <p14:tracePt t="178550" x="6838950" y="3054350"/>
          <p14:tracePt t="178564" x="6807200" y="3048000"/>
          <p14:tracePt t="178574" x="6775450" y="3035300"/>
          <p14:tracePt t="178590" x="6750050" y="3022600"/>
          <p14:tracePt t="178607" x="6711950" y="3016250"/>
          <p14:tracePt t="178623" x="6692900" y="3009900"/>
          <p14:tracePt t="178640" x="6692900" y="3003550"/>
          <p14:tracePt t="178656" x="6680200" y="2997200"/>
          <p14:tracePt t="178673" x="6667500" y="2978150"/>
          <p14:tracePt t="178691" x="6661150" y="2965450"/>
          <p14:tracePt t="178706" x="6654800" y="2965450"/>
          <p14:tracePt t="178723" x="6654800" y="2952750"/>
          <p14:tracePt t="178741" x="6654800" y="2946400"/>
          <p14:tracePt t="178950" x="6661150" y="2946400"/>
          <p14:tracePt t="178963" x="6667500" y="2940050"/>
          <p14:tracePt t="178970" x="6673850" y="2940050"/>
          <p14:tracePt t="178984" x="6673850" y="2933700"/>
          <p14:tracePt t="178999" x="6680200" y="2927350"/>
          <p14:tracePt t="179013" x="6686550" y="2927350"/>
          <p14:tracePt t="179022" x="6699250" y="2921000"/>
          <p14:tracePt t="179038" x="6705600" y="2908300"/>
          <p14:tracePt t="179055" x="6731000" y="2882900"/>
          <p14:tracePt t="179072" x="6756400" y="2863850"/>
          <p14:tracePt t="179088" x="6775450" y="2844800"/>
          <p14:tracePt t="179105" x="6788150" y="2825750"/>
          <p14:tracePt t="179122" x="6794500" y="2813050"/>
          <p14:tracePt t="179125" x="6800850" y="2800350"/>
          <p14:tracePt t="179139" x="6800850" y="2787650"/>
          <p14:tracePt t="179154" x="6807200" y="2768600"/>
          <p14:tracePt t="179171" x="6807200" y="2755900"/>
          <p14:tracePt t="179188" x="6807200" y="2743200"/>
          <p14:tracePt t="179204" x="6807200" y="2730500"/>
          <p14:tracePt t="179221" x="6807200" y="2724150"/>
          <p14:tracePt t="179238" x="6807200" y="2698750"/>
          <p14:tracePt t="179254" x="6800850" y="2660650"/>
          <p14:tracePt t="179271" x="6794500" y="2609850"/>
          <p14:tracePt t="179287" x="6788150" y="2590800"/>
          <p14:tracePt t="179304" x="6769100" y="2546350"/>
          <p14:tracePt t="179322" x="6743700" y="2501900"/>
          <p14:tracePt t="179338" x="6737350" y="2482850"/>
          <p14:tracePt t="179354" x="6711950" y="2457450"/>
          <p14:tracePt t="179371" x="6699250" y="2451100"/>
          <p14:tracePt t="179387" x="6699250" y="2444750"/>
          <p14:tracePt t="179404" x="6692900" y="2444750"/>
          <p14:tracePt t="179421" x="6680200" y="2444750"/>
          <p14:tracePt t="179454" x="6673850" y="2438400"/>
          <p14:tracePt t="179470" x="6667500" y="2438400"/>
          <p14:tracePt t="179504" x="6667500" y="2432050"/>
          <p14:tracePt t="179581" x="6661150" y="2425700"/>
          <p14:tracePt t="179588" x="6661150" y="2419350"/>
          <p14:tracePt t="179602" x="6661150" y="2413000"/>
          <p14:tracePt t="179976" x="6648450" y="2406650"/>
          <p14:tracePt t="179982" x="6623050" y="2400300"/>
          <p14:tracePt t="179996" x="6616700" y="2387600"/>
          <p14:tracePt t="180005" x="6597650" y="2381250"/>
          <p14:tracePt t="180018" x="6591300" y="2381250"/>
          <p14:tracePt t="180036" x="6578600" y="2368550"/>
          <p14:tracePt t="180052" x="6572250" y="2368550"/>
          <p14:tracePt t="180068" x="6565900" y="2368550"/>
          <p14:tracePt t="180085" x="6559550" y="2368550"/>
          <p14:tracePt t="180122" x="6553200" y="2374900"/>
          <p14:tracePt t="180143" x="6546850" y="2381250"/>
          <p14:tracePt t="180152" x="6540500" y="2381250"/>
          <p14:tracePt t="180167" x="6540500" y="2387600"/>
          <p14:tracePt t="180187" x="6534150" y="2400300"/>
          <p14:tracePt t="180202" x="6527800" y="2400300"/>
          <p14:tracePt t="180218" x="6521450" y="2413000"/>
          <p14:tracePt t="180235" x="6515100" y="2425700"/>
          <p14:tracePt t="180251" x="6508750" y="2432050"/>
          <p14:tracePt t="180267" x="6502400" y="2444750"/>
          <p14:tracePt t="180284" x="6496050" y="2457450"/>
          <p14:tracePt t="180301" x="6496050" y="2463800"/>
          <p14:tracePt t="180317" x="6489700" y="2470150"/>
          <p14:tracePt t="180334" x="6477000" y="2482850"/>
          <p14:tracePt t="180350" x="6470650" y="2489200"/>
          <p14:tracePt t="180368" x="6464300" y="2495550"/>
          <p14:tracePt t="180383" x="6457950" y="2501900"/>
          <p14:tracePt t="180417" x="6445250" y="2508250"/>
          <p14:tracePt t="180434" x="6438900" y="2514600"/>
          <p14:tracePt t="180450" x="6432550" y="2520950"/>
          <p14:tracePt t="180467" x="6419850" y="2527300"/>
          <p14:tracePt t="180483" x="6419850" y="2533650"/>
          <p14:tracePt t="180501" x="6400800" y="2540000"/>
          <p14:tracePt t="180516" x="6388100" y="2546350"/>
          <p14:tracePt t="180533" x="6375400" y="2552700"/>
          <p14:tracePt t="180550" x="6343650" y="2571750"/>
          <p14:tracePt t="180567" x="6292850" y="2590800"/>
          <p14:tracePt t="180584" x="6261100" y="2597150"/>
          <p14:tracePt t="180599" x="6191250" y="2616200"/>
          <p14:tracePt t="180616" x="6134100" y="2628900"/>
          <p14:tracePt t="180633" x="6102350" y="2628900"/>
          <p14:tracePt t="180649" x="6045200" y="2641600"/>
          <p14:tracePt t="180666" x="6013450" y="2647950"/>
          <p14:tracePt t="180684" x="5975350" y="2654300"/>
          <p14:tracePt t="180716" x="5949950" y="2654300"/>
          <p14:tracePt t="180733" x="5930900" y="2660650"/>
          <p14:tracePt t="180749" x="5918200" y="2660650"/>
          <p14:tracePt t="180766" x="5911850" y="2660650"/>
          <p14:tracePt t="180783" x="5905500" y="2660650"/>
          <p14:tracePt t="180816" x="5899150" y="2667000"/>
          <p14:tracePt t="180833" x="5892800" y="2667000"/>
          <p14:tracePt t="181055" x="5892800" y="2673350"/>
          <p14:tracePt t="181062" x="5892800" y="2679700"/>
          <p14:tracePt t="181082" x="5892800" y="2686050"/>
          <p14:tracePt t="181118" x="5886450" y="2692400"/>
          <p14:tracePt t="181125" x="5886450" y="2698750"/>
          <p14:tracePt t="181134" x="5886450" y="2705100"/>
          <p14:tracePt t="181152" x="5886450" y="2711450"/>
          <p14:tracePt t="181167" x="5886450" y="2717800"/>
          <p14:tracePt t="181188" x="5886450" y="2724150"/>
          <p14:tracePt t="181216" x="5886450" y="2730500"/>
          <p14:tracePt t="181223" x="5886450" y="2736850"/>
          <p14:tracePt t="181237" x="5886450" y="2743200"/>
          <p14:tracePt t="181247" x="5886450" y="2749550"/>
          <p14:tracePt t="181265" x="5886450" y="2762250"/>
          <p14:tracePt t="181281" x="5886450" y="2787650"/>
          <p14:tracePt t="181298" x="5892800" y="2819400"/>
          <p14:tracePt t="181314" x="5899150" y="2838450"/>
          <p14:tracePt t="181331" x="5911850" y="2882900"/>
          <p14:tracePt t="181347" x="5918200" y="2914650"/>
          <p14:tracePt t="181364" x="5924550" y="2933700"/>
          <p14:tracePt t="181381" x="5930900" y="2946400"/>
          <p14:tracePt t="181397" x="5937250" y="2952750"/>
          <p14:tracePt t="181414" x="5975350" y="2965450"/>
          <p14:tracePt t="181431" x="5994400" y="2971800"/>
          <p14:tracePt t="181449" x="6108700" y="2978150"/>
          <p14:tracePt t="181464" x="6197600" y="2978150"/>
          <p14:tracePt t="181480" x="6400800" y="2978150"/>
          <p14:tracePt t="181498" x="6604000" y="2978150"/>
          <p14:tracePt t="181513" x="6705600" y="2952750"/>
          <p14:tracePt t="181532" x="6896100" y="2927350"/>
          <p14:tracePt t="181548" x="7080250" y="2863850"/>
          <p14:tracePt t="181563" x="7175500" y="2832100"/>
          <p14:tracePt t="181580" x="7359650" y="2749550"/>
          <p14:tracePt t="181595" x="7499350" y="2679700"/>
          <p14:tracePt t="181613" x="7556500" y="2641600"/>
          <p14:tracePt t="181630" x="7645400" y="2578100"/>
          <p14:tracePt t="181645" x="7696200" y="2540000"/>
          <p14:tracePt t="181663" x="7715250" y="2527300"/>
          <p14:tracePt t="181679" x="7715250" y="2520950"/>
          <p14:tracePt t="181735" x="7715250" y="2527300"/>
          <p14:tracePt t="181756" x="7708900" y="2533650"/>
          <p14:tracePt t="181777" x="7702550" y="2540000"/>
          <p14:tracePt t="181784" x="7696200" y="2540000"/>
          <p14:tracePt t="181798" x="7689850" y="2546350"/>
          <p14:tracePt t="181812" x="7683500" y="2552700"/>
          <p14:tracePt t="181829" x="7677150" y="2559050"/>
          <p14:tracePt t="181846" x="7670800" y="2559050"/>
          <p14:tracePt t="181862" x="7639050" y="2571750"/>
          <p14:tracePt t="181878" x="7575550" y="2584450"/>
          <p14:tracePt t="181896" x="7454900" y="2603500"/>
          <p14:tracePt t="181912" x="7366000" y="2609850"/>
          <p14:tracePt t="181928" x="7175500" y="2654300"/>
          <p14:tracePt t="181945" x="7016750" y="2692400"/>
          <p14:tracePt t="181962" x="6959600" y="2717800"/>
          <p14:tracePt t="181978" x="6851650" y="2755900"/>
          <p14:tracePt t="181995" x="6762750" y="2800350"/>
          <p14:tracePt t="182011" x="6737350" y="2813050"/>
          <p14:tracePt t="182028" x="6711950" y="2825750"/>
          <p14:tracePt t="182044" x="6673850" y="2838450"/>
          <p14:tracePt t="182061" x="6667500" y="2844800"/>
          <p14:tracePt t="182079" x="6661150" y="2851150"/>
          <p14:tracePt t="182094" x="6654800" y="2857500"/>
          <p14:tracePt t="182317" x="6661150" y="2857500"/>
          <p14:tracePt t="182324" x="6667500" y="2857500"/>
          <p14:tracePt t="182338" x="6673850" y="2857500"/>
          <p14:tracePt t="182359" x="6680200" y="2863850"/>
          <p14:tracePt t="182366" x="6692900" y="2863850"/>
          <p14:tracePt t="182380" x="6711950" y="2863850"/>
          <p14:tracePt t="182394" x="6756400" y="2870200"/>
          <p14:tracePt t="182410" x="6775450" y="2870200"/>
          <p14:tracePt t="182427" x="6807200" y="2876550"/>
          <p14:tracePt t="182443" x="6851650" y="2882900"/>
          <p14:tracePt t="182460" x="6896100" y="2882900"/>
          <p14:tracePt t="182477" x="6915150" y="2889250"/>
          <p14:tracePt t="182493" x="6934200" y="2895600"/>
          <p14:tracePt t="182510" x="6946900" y="2895600"/>
          <p14:tracePt t="182527" x="6946900" y="2901950"/>
          <p14:tracePt t="182597" x="6946900" y="2908300"/>
          <p14:tracePt t="182639" x="6946900" y="2914650"/>
          <p14:tracePt t="182688" x="6940550" y="2914650"/>
          <p14:tracePt t="182786" x="6946900" y="2914650"/>
          <p14:tracePt t="182807" x="6953250" y="2908300"/>
          <p14:tracePt t="182814" x="6965950" y="2908300"/>
          <p14:tracePt t="182828" x="6972300" y="2901950"/>
          <p14:tracePt t="182842" x="6985000" y="2895600"/>
          <p14:tracePt t="182858" x="7054850" y="2863850"/>
          <p14:tracePt t="182875" x="7112000" y="2838450"/>
          <p14:tracePt t="182892" x="7226300" y="2781300"/>
          <p14:tracePt t="182908" x="7340600" y="2711450"/>
          <p14:tracePt t="182925" x="7385050" y="2686050"/>
          <p14:tracePt t="182942" x="7461250" y="2635250"/>
          <p14:tracePt t="182958" x="7512050" y="2616200"/>
          <p14:tracePt t="182975" x="7550150" y="2590800"/>
          <p14:tracePt t="182991" x="7562850" y="2590800"/>
          <p14:tracePt t="183008" x="7562850" y="2584450"/>
          <p14:tracePt t="183025" x="7569200" y="2584450"/>
          <p14:tracePt t="183067" x="7562850" y="2584450"/>
          <p14:tracePt t="183080" x="7562850" y="2590800"/>
          <p14:tracePt t="183095" x="7556500" y="2597150"/>
          <p14:tracePt t="183109" x="7550150" y="2603500"/>
          <p14:tracePt t="183116" x="7531100" y="2603500"/>
          <p14:tracePt t="183130" x="7518400" y="2609850"/>
          <p14:tracePt t="183140" x="7486650" y="2616200"/>
          <p14:tracePt t="183158" x="7404100" y="2641600"/>
          <p14:tracePt t="183174" x="7327900" y="2660650"/>
          <p14:tracePt t="183191" x="7156450" y="2724150"/>
          <p14:tracePt t="183207" x="6965950" y="2794000"/>
          <p14:tracePt t="183224" x="6877050" y="2825750"/>
          <p14:tracePt t="183241" x="6705600" y="2908300"/>
          <p14:tracePt t="183257" x="6565900" y="2984500"/>
          <p14:tracePt t="183274" x="6496050" y="3016250"/>
          <p14:tracePt t="183292" x="6419850" y="3067050"/>
          <p14:tracePt t="183307" x="6375400" y="3105150"/>
          <p14:tracePt t="183323" x="6369050" y="3117850"/>
          <p14:tracePt t="183341" x="6356350" y="3124200"/>
          <p14:tracePt t="183357" x="6356350" y="3130550"/>
          <p14:tracePt t="183460" x="6356350" y="3136900"/>
          <p14:tracePt t="183509" x="6362700" y="3136900"/>
          <p14:tracePt t="183579" x="6369050" y="3136900"/>
          <p14:tracePt t="183607" x="6375400" y="3136900"/>
          <p14:tracePt t="183628" x="6388100" y="3136900"/>
          <p14:tracePt t="183649" x="6394450" y="3136900"/>
          <p14:tracePt t="183657" x="6400800" y="3136900"/>
          <p14:tracePt t="183677" x="6413500" y="3136900"/>
          <p14:tracePt t="183691" x="6426200" y="3130550"/>
          <p14:tracePt t="183698" x="6438900" y="3130550"/>
          <p14:tracePt t="183712" x="6451600" y="3124200"/>
          <p14:tracePt t="183722" x="6470650" y="3124200"/>
          <p14:tracePt t="183739" x="6496050" y="3117850"/>
          <p14:tracePt t="183755" x="6534150" y="3105150"/>
          <p14:tracePt t="183772" x="6578600" y="3092450"/>
          <p14:tracePt t="183789" x="6616700" y="3086100"/>
          <p14:tracePt t="183805" x="6629400" y="3073400"/>
          <p14:tracePt t="183822" x="6654800" y="3067050"/>
          <p14:tracePt t="183838" x="6667500" y="3067050"/>
          <p14:tracePt t="183872" x="6673850" y="3067050"/>
          <p14:tracePt t="183889" x="6680200" y="3067050"/>
          <p14:tracePt t="183908" x="6680200" y="3073400"/>
          <p14:tracePt t="183929" x="6680200" y="3079750"/>
          <p14:tracePt t="183938" x="6680200" y="3086100"/>
          <p14:tracePt t="183954" x="6686550" y="3092450"/>
          <p14:tracePt t="183974" x="6686550" y="3098800"/>
          <p14:tracePt t="183992" x="6692900" y="3105150"/>
          <p14:tracePt t="184004" x="6699250" y="3117850"/>
          <p14:tracePt t="184021" x="6718300" y="3155950"/>
          <p14:tracePt t="184038" x="6737350" y="3175000"/>
          <p14:tracePt t="184055" x="6756400" y="3219450"/>
          <p14:tracePt t="184071" x="6781800" y="3251200"/>
          <p14:tracePt t="184088" x="6800850" y="3270250"/>
          <p14:tracePt t="184105" x="6813550" y="3302000"/>
          <p14:tracePt t="184121" x="6826250" y="3314700"/>
          <p14:tracePt t="184137" x="6826250" y="3321050"/>
          <p14:tracePt t="184154" x="6832600" y="3327400"/>
          <p14:tracePt t="184187" x="6832600" y="3333750"/>
          <p14:tracePt t="184279" x="6838950" y="3333750"/>
          <p14:tracePt t="184350" x="6838950" y="3327400"/>
          <p14:tracePt t="184391" x="6845300" y="3321050"/>
          <p14:tracePt t="184567" x="6845300" y="3314700"/>
          <p14:tracePt t="184623" x="6851650" y="3308350"/>
          <p14:tracePt t="184679" x="6851650" y="3302000"/>
          <p14:tracePt t="184742" x="6858000" y="3295650"/>
          <p14:tracePt t="184770" x="6864350" y="3295650"/>
          <p14:tracePt t="184799" x="6864350" y="3289300"/>
          <p14:tracePt t="184883" x="6870700" y="3282950"/>
          <p14:tracePt t="184889" x="6870700" y="3276600"/>
          <p14:tracePt t="184911" x="6877050" y="3270250"/>
          <p14:tracePt t="184953" x="6883400" y="3263900"/>
          <p14:tracePt t="184959" x="6883400" y="3257550"/>
          <p14:tracePt t="184988" x="6889750" y="3257550"/>
          <p14:tracePt t="185009" x="6889750" y="3251200"/>
          <p14:tracePt t="185030" x="6896100" y="3251200"/>
          <p14:tracePt t="185052" x="6902450" y="3244850"/>
          <p14:tracePt t="185093" x="6902450" y="3238500"/>
          <p14:tracePt t="185184" x="6902450" y="3232150"/>
          <p14:tracePt t="185303" x="6902450" y="3225800"/>
          <p14:tracePt t="185338" x="6902450" y="3219450"/>
          <p14:tracePt t="185373" x="6902450" y="3213100"/>
          <p14:tracePt t="185444" x="6896100" y="3213100"/>
          <p14:tracePt t="185479" x="6889750" y="3213100"/>
          <p14:tracePt t="185500" x="6883400" y="3213100"/>
          <p14:tracePt t="185542" x="6877050" y="3213100"/>
          <p14:tracePt t="185584" x="6870700" y="3213100"/>
          <p14:tracePt t="185619" x="6870700" y="3219450"/>
          <p14:tracePt t="185724" x="6870700" y="3225800"/>
          <p14:tracePt t="185801" x="6870700" y="3232150"/>
          <p14:tracePt t="185829" x="6870700" y="3238500"/>
          <p14:tracePt t="185850" x="6870700" y="3244850"/>
          <p14:tracePt t="185899" x="6864350" y="3244850"/>
          <p14:tracePt t="185956" x="6864350" y="3251200"/>
          <p14:tracePt t="185983" x="6858000" y="3251200"/>
          <p14:tracePt t="186012" x="6858000" y="3257550"/>
          <p14:tracePt t="186032" x="6858000" y="3263900"/>
          <p14:tracePt t="186039" x="6851650" y="3270250"/>
          <p14:tracePt t="186082" x="6851650" y="3276600"/>
          <p14:tracePt t="186095" x="6845300" y="3282950"/>
          <p14:tracePt t="186110" x="6838950" y="3282950"/>
          <p14:tracePt t="186124" x="6838950" y="3289300"/>
          <p14:tracePt t="186133" x="6832600" y="3295650"/>
          <p14:tracePt t="186147" x="6832600" y="3302000"/>
          <p14:tracePt t="186164" x="6819900" y="3321050"/>
          <p14:tracePt t="186181" x="6800850" y="3346450"/>
          <p14:tracePt t="186197" x="6794500" y="3346450"/>
          <p14:tracePt t="186214" x="6781800" y="3359150"/>
          <p14:tracePt t="186230" x="6756400" y="3397250"/>
          <p14:tracePt t="186246" x="6750050" y="3397250"/>
          <p14:tracePt t="186264" x="6724650" y="3416300"/>
          <p14:tracePt t="186280" x="6718300" y="3422650"/>
          <p14:tracePt t="186297" x="6692900" y="3435350"/>
          <p14:tracePt t="186313" x="6667500" y="3448050"/>
          <p14:tracePt t="186330" x="6648450" y="3448050"/>
          <p14:tracePt t="186348" x="6616700" y="3467100"/>
          <p14:tracePt t="186363" x="6584950" y="3479800"/>
          <p14:tracePt t="186380" x="6565900" y="3479800"/>
          <p14:tracePt t="186397" x="6546850" y="3492500"/>
          <p14:tracePt t="186413" x="6534150" y="3492500"/>
          <p14:tracePt t="186429" x="6527800" y="3492500"/>
          <p14:tracePt t="186447" x="6515100" y="3492500"/>
          <p14:tracePt t="186497" x="6508750" y="3492500"/>
          <p14:tracePt t="186552" x="6502400" y="3492500"/>
          <p14:tracePt t="186664" x="6496050" y="3492500"/>
          <p14:tracePt t="186670" x="6489700" y="3492500"/>
          <p14:tracePt t="186685" x="6483350" y="3492500"/>
          <p14:tracePt t="186695" x="6477000" y="3492500"/>
          <p14:tracePt t="186712" x="6464300" y="3492500"/>
          <p14:tracePt t="186728" x="6438900" y="3498850"/>
          <p14:tracePt t="186745" x="6394450" y="3498850"/>
          <p14:tracePt t="186762" x="6330950" y="3505200"/>
          <p14:tracePt t="186778" x="6311900" y="3505200"/>
          <p14:tracePt t="186795" x="6286500" y="3505200"/>
          <p14:tracePt t="186812" x="6229350" y="3511550"/>
          <p14:tracePt t="186828" x="6216650" y="3511550"/>
          <p14:tracePt t="186845" x="6203950" y="3511550"/>
          <p14:tracePt t="186861" x="6197600" y="3511550"/>
          <p14:tracePt t="186916" x="6191250" y="3511550"/>
          <p14:tracePt t="187008" x="6184900" y="3511550"/>
          <p14:tracePt t="187056" x="6178550" y="3511550"/>
          <p14:tracePt t="187085" x="6172200" y="3511550"/>
          <p14:tracePt t="187091" x="6165850" y="3511550"/>
          <p14:tracePt t="187133" x="6159500" y="3511550"/>
          <p14:tracePt t="187162" x="6153150" y="3511550"/>
          <p14:tracePt t="187183" x="6146800" y="3511550"/>
          <p14:tracePt t="187204" x="6146800" y="3505200"/>
          <p14:tracePt t="187232" x="6140450" y="3505200"/>
          <p14:tracePt t="187322" x="6146800" y="3505200"/>
          <p14:tracePt t="187337" x="6153150" y="3505200"/>
          <p14:tracePt t="187345" x="6159500" y="3505200"/>
          <p14:tracePt t="187365" x="6165850" y="3505200"/>
          <p14:tracePt t="187376" x="6172200" y="3505200"/>
          <p14:tracePt t="187394" x="6203950" y="3505200"/>
          <p14:tracePt t="187409" x="6235700" y="3505200"/>
          <p14:tracePt t="187426" x="6261100" y="3505200"/>
          <p14:tracePt t="187443" x="6432550" y="3505200"/>
          <p14:tracePt t="187459" x="6483350" y="3517900"/>
          <p14:tracePt t="187477" x="6546850" y="3524250"/>
          <p14:tracePt t="187492" x="6667500" y="3536950"/>
          <p14:tracePt t="187509" x="6762750" y="3549650"/>
          <p14:tracePt t="187527" x="6832600" y="3562350"/>
          <p14:tracePt t="187542" x="6858000" y="3568700"/>
          <p14:tracePt t="187559" x="6889750" y="3575050"/>
          <p14:tracePt t="187576" x="6908800" y="3575050"/>
          <p14:tracePt t="187618" x="6908800" y="3581400"/>
          <p14:tracePt t="187626" x="6902450" y="3581400"/>
          <p14:tracePt t="187642" x="6889750" y="3581400"/>
          <p14:tracePt t="187659" x="6870700" y="3581400"/>
          <p14:tracePt t="187675" x="6851650" y="3581400"/>
          <p14:tracePt t="187692" x="6832600" y="3581400"/>
          <p14:tracePt t="187709" x="6800850" y="3581400"/>
          <p14:tracePt t="187725" x="6724650" y="3575050"/>
          <p14:tracePt t="187742" x="6673850" y="3575050"/>
          <p14:tracePt t="187758" x="6565900" y="3575050"/>
          <p14:tracePt t="187775" x="6515100" y="3575050"/>
          <p14:tracePt t="187792" x="6369050" y="3575050"/>
          <p14:tracePt t="187808" x="6343650" y="3575050"/>
          <p14:tracePt t="187826" x="6324600" y="3575050"/>
          <p14:tracePt t="187842" x="6305550" y="3575050"/>
          <p14:tracePt t="187858" x="6292850" y="3575050"/>
          <p14:tracePt t="187874" x="6292850" y="3581400"/>
          <p14:tracePt t="187933" x="6299200" y="3581400"/>
          <p14:tracePt t="187947" x="6305550" y="3581400"/>
          <p14:tracePt t="187954" x="6311900" y="3581400"/>
          <p14:tracePt t="187968" x="6318250" y="3581400"/>
          <p14:tracePt t="187977" x="6330950" y="3581400"/>
          <p14:tracePt t="187991" x="6343650" y="3581400"/>
          <p14:tracePt t="188007" x="6394450" y="3581400"/>
          <p14:tracePt t="188025" x="6470650" y="3587750"/>
          <p14:tracePt t="188042" x="6534150" y="3600450"/>
          <p14:tracePt t="188057" x="6604000" y="3606800"/>
          <p14:tracePt t="188074" x="6832600" y="3619500"/>
          <p14:tracePt t="188090" x="6908800" y="3625850"/>
          <p14:tracePt t="188107" x="6997700" y="3625850"/>
          <p14:tracePt t="188124" x="7207250" y="3625850"/>
          <p14:tracePt t="188140" x="7258050" y="3632200"/>
          <p14:tracePt t="188157" x="7334250" y="3632200"/>
          <p14:tracePt t="188173" x="7366000" y="3632200"/>
          <p14:tracePt t="188190" x="7404100" y="3632200"/>
          <p14:tracePt t="188207" x="7423150" y="3632200"/>
          <p14:tracePt t="188224" x="7429500" y="3632200"/>
          <p14:tracePt t="188240" x="7435850" y="3632200"/>
          <p14:tracePt t="188257" x="7442200" y="3632200"/>
          <p14:tracePt t="188473" x="7435850" y="3632200"/>
          <p14:tracePt t="188494" x="7429500" y="3632200"/>
          <p14:tracePt t="189159" x="7397750" y="3632200"/>
          <p14:tracePt t="189166" x="7327900" y="3632200"/>
          <p14:tracePt t="189180" x="7289800" y="3644900"/>
          <p14:tracePt t="189189" x="7226300" y="3651250"/>
          <p14:tracePt t="189203" x="7181850" y="3657600"/>
          <p14:tracePt t="189220" x="7086600" y="3676650"/>
          <p14:tracePt t="189237" x="7004050" y="3695700"/>
          <p14:tracePt t="189253" x="6965950" y="3702050"/>
          <p14:tracePt t="189270" x="6921500" y="3708400"/>
          <p14:tracePt t="189286" x="6699250" y="3759200"/>
          <p14:tracePt t="189303" x="6623050" y="3765550"/>
          <p14:tracePt t="189320" x="6464300" y="3810000"/>
          <p14:tracePt t="189336" x="6388100" y="3816350"/>
          <p14:tracePt t="189353" x="6229350" y="3848100"/>
          <p14:tracePt t="189370" x="6057900" y="3879850"/>
          <p14:tracePt t="189386" x="5867400" y="3898900"/>
          <p14:tracePt t="189402" x="5803900" y="3905250"/>
          <p14:tracePt t="189419" x="5670550" y="3943350"/>
          <p14:tracePt t="189436" x="5613400" y="3962400"/>
          <p14:tracePt t="189454" x="5530850" y="3987800"/>
          <p14:tracePt t="189469" x="5448300" y="3994150"/>
          <p14:tracePt t="189486" x="5429250" y="3994150"/>
          <p14:tracePt t="189503" x="5378450" y="4006850"/>
          <p14:tracePt t="189519" x="5346700" y="4013200"/>
          <p14:tracePt t="189535" x="5334000" y="4013200"/>
          <p14:tracePt t="189552" x="5321300" y="4019550"/>
          <p14:tracePt t="189568" x="5314950" y="4019550"/>
          <p14:tracePt t="189636" x="5314950" y="4013200"/>
          <p14:tracePt t="190887" x="5302250" y="4032250"/>
          <p14:tracePt t="190893" x="5276850" y="4076700"/>
          <p14:tracePt t="190907" x="5251450" y="4108450"/>
          <p14:tracePt t="190917" x="5232400" y="4152900"/>
          <p14:tracePt t="190931" x="5207000" y="4184650"/>
          <p14:tracePt t="190947" x="5168900" y="4241800"/>
          <p14:tracePt t="190964" x="5130800" y="4292600"/>
          <p14:tracePt t="190981" x="5118100" y="4318000"/>
          <p14:tracePt t="190997" x="5092700" y="4343400"/>
          <p14:tracePt t="191014" x="5054600" y="4375150"/>
          <p14:tracePt t="191030" x="5041900" y="4394200"/>
          <p14:tracePt t="191048" x="5016500" y="4400550"/>
          <p14:tracePt t="191063" x="5003800" y="4419600"/>
          <p14:tracePt t="191080" x="4978400" y="4432300"/>
          <p14:tracePt t="191097" x="4953000" y="4438650"/>
          <p14:tracePt t="191113" x="4940300" y="4445000"/>
          <p14:tracePt t="191130" x="4914900" y="4451350"/>
          <p14:tracePt t="191147" x="4895850" y="4457700"/>
          <p14:tracePt t="191163" x="4876800" y="4457700"/>
          <p14:tracePt t="191181" x="4838700" y="4464050"/>
          <p14:tracePt t="191196" x="4762500" y="4483100"/>
          <p14:tracePt t="191213" x="4724400" y="4495800"/>
          <p14:tracePt t="191230" x="4622800" y="4527550"/>
          <p14:tracePt t="191246" x="4565650" y="4552950"/>
          <p14:tracePt t="191263" x="4533900" y="4559300"/>
          <p14:tracePt t="191280" x="4483100" y="4584700"/>
          <p14:tracePt t="191296" x="4451350" y="4603750"/>
          <p14:tracePt t="191313" x="4425950" y="4610100"/>
          <p14:tracePt t="191329" x="4400550" y="4616450"/>
          <p14:tracePt t="191346" x="4394200" y="4622800"/>
          <p14:tracePt t="191363" x="4375150" y="4641850"/>
          <p14:tracePt t="191379" x="4368800" y="4648200"/>
          <p14:tracePt t="191396" x="4362450" y="4654550"/>
          <p14:tracePt t="191413" x="4362450" y="4660900"/>
          <p14:tracePt t="194352" x="4298950" y="4686300"/>
          <p14:tracePt t="194358" x="4191000" y="4737100"/>
          <p14:tracePt t="194373" x="4102100" y="4800600"/>
          <p14:tracePt t="194386" x="4019550" y="4851400"/>
          <p14:tracePt t="194402" x="3816350" y="5003800"/>
          <p14:tracePt t="194418" x="3733800" y="5060950"/>
          <p14:tracePt t="194435" x="3556000" y="5200650"/>
          <p14:tracePt t="194452" x="3390900" y="5346700"/>
          <p14:tracePt t="194468" x="3327400" y="5391150"/>
          <p14:tracePt t="194485" x="3225800" y="5499100"/>
          <p14:tracePt t="194502" x="3168650" y="5556250"/>
          <p14:tracePt t="194519" x="3143250" y="5568950"/>
          <p14:tracePt t="194534" x="3117850" y="5600700"/>
          <p14:tracePt t="194551" x="3105150" y="5607050"/>
          <p14:tracePt t="194568" x="3098800" y="5607050"/>
          <p14:tracePt t="194638" x="3098800" y="5613400"/>
          <p14:tracePt t="194681" x="3098800" y="5619750"/>
          <p14:tracePt t="194687" x="3092450" y="5626100"/>
          <p14:tracePt t="194704" x="3079750" y="5638800"/>
          <p14:tracePt t="194718" x="3067050" y="5651500"/>
          <p14:tracePt t="194734" x="3035300" y="5695950"/>
          <p14:tracePt t="194751" x="2997200" y="5759450"/>
          <p14:tracePt t="194767" x="2984500" y="5778500"/>
          <p14:tracePt t="194784" x="2959100" y="5822950"/>
          <p14:tracePt t="194801" x="2946400" y="5848350"/>
          <p14:tracePt t="194818" x="2946400" y="5854700"/>
          <p14:tracePt t="194834" x="2946400" y="5861050"/>
          <p14:tracePt t="194852" x="2946400" y="5867400"/>
          <p14:tracePt t="194870" x="2940050" y="5867400"/>
          <p14:tracePt t="194892" x="2940050" y="5873750"/>
          <p14:tracePt t="194905" x="2940050" y="5880100"/>
          <p14:tracePt t="194920" x="2940050" y="5886450"/>
          <p14:tracePt t="198745" x="2940050" y="5892800"/>
          <p14:tracePt t="198759" x="2933700" y="5911850"/>
          <p14:tracePt t="198766" x="2933700" y="5924550"/>
          <p14:tracePt t="198779" x="2921000" y="5943600"/>
          <p14:tracePt t="198789" x="2914650" y="5956300"/>
          <p14:tracePt t="198803" x="2914650" y="5975350"/>
          <p14:tracePt t="198820" x="2901950" y="6013450"/>
          <p14:tracePt t="198837" x="2895600" y="6038850"/>
          <p14:tracePt t="198853" x="2889250" y="6051550"/>
          <p14:tracePt t="198870" x="2882900" y="6064250"/>
          <p14:tracePt t="198887" x="2876550" y="6083300"/>
          <p14:tracePt t="198903" x="2876550" y="6096000"/>
          <p14:tracePt t="198922" x="2870200" y="6108700"/>
          <p14:tracePt t="198936" x="2863850" y="6127750"/>
          <p14:tracePt t="198953" x="2857500" y="6134100"/>
          <p14:tracePt t="198970" x="2857500" y="6140450"/>
          <p14:tracePt t="198986" x="2851150" y="6146800"/>
          <p14:tracePt t="199003" x="2851150" y="6153150"/>
          <p14:tracePt t="199019" x="2851150" y="6159500"/>
          <p14:tracePt t="199053" x="2851150" y="6165850"/>
          <p14:tracePt t="199069" x="2844800" y="6172200"/>
          <p14:tracePt t="199096" x="2838450" y="6172200"/>
          <p14:tracePt t="199117" x="2832100" y="6178550"/>
          <p14:tracePt t="199138" x="2832100" y="6184900"/>
          <p14:tracePt t="199144" x="2825750" y="6184900"/>
          <p14:tracePt t="199159" x="2819400" y="6191250"/>
          <p14:tracePt t="199180" x="2813050" y="6191250"/>
          <p14:tracePt t="199188" x="2813050" y="6197600"/>
          <p14:tracePt t="199202" x="2806700" y="6203950"/>
          <p14:tracePt t="199218" x="2781300" y="6216650"/>
          <p14:tracePt t="199236" x="2743200" y="6229350"/>
          <p14:tracePt t="199252" x="2724150" y="6242050"/>
          <p14:tracePt t="199269" x="2705100" y="6248400"/>
          <p14:tracePt t="199285" x="2628900" y="6292850"/>
          <p14:tracePt t="199302" x="2609850" y="6299200"/>
          <p14:tracePt t="199318" x="2578100" y="6318250"/>
          <p14:tracePt t="199335" x="2540000" y="6337300"/>
          <p14:tracePt t="199351" x="2501900" y="6350000"/>
          <p14:tracePt t="199368" x="2489200" y="6356350"/>
          <p14:tracePt t="199385" x="2470150" y="6369050"/>
          <p14:tracePt t="199401" x="2463800" y="6375400"/>
          <p14:tracePt t="199434" x="2457450" y="6375400"/>
          <p14:tracePt t="199451" x="2444750" y="6375400"/>
          <p14:tracePt t="199468" x="2425700" y="6375400"/>
          <p14:tracePt t="201935" x="2413000" y="6375400"/>
          <p14:tracePt t="201942" x="2393950" y="6381750"/>
          <p14:tracePt t="201949" x="2374900" y="6388100"/>
          <p14:tracePt t="201963" x="2362200" y="6388100"/>
          <p14:tracePt t="201975" x="2330450" y="6394450"/>
          <p14:tracePt t="201992" x="2292350" y="6400800"/>
          <p14:tracePt t="202009" x="2266950" y="6400800"/>
          <p14:tracePt t="202026" x="2235200" y="6400800"/>
          <p14:tracePt t="202042" x="2209800" y="6400800"/>
          <p14:tracePt t="202059" x="2190750" y="6400800"/>
          <p14:tracePt t="202076" x="2159000" y="6394450"/>
          <p14:tracePt t="202092" x="2133600" y="6388100"/>
          <p14:tracePt t="202109" x="2120900" y="6388100"/>
          <p14:tracePt t="202126" x="2101850" y="6381750"/>
          <p14:tracePt t="202142" x="2089150" y="6375400"/>
          <p14:tracePt t="202159" x="2070100" y="6375400"/>
          <p14:tracePt t="202175" x="2063750" y="6369050"/>
          <p14:tracePt t="202192" x="2051050" y="6369050"/>
          <p14:tracePt t="202209" x="2038350" y="6369050"/>
          <p14:tracePt t="202225" x="2025650" y="6362700"/>
          <p14:tracePt t="202242" x="2019300" y="6362700"/>
          <p14:tracePt t="202258" x="2006600" y="6356350"/>
          <p14:tracePt t="202275" x="2000250" y="6350000"/>
          <p14:tracePt t="202320" x="1993900" y="6350000"/>
          <p14:tracePt t="202383" x="1987550" y="6343650"/>
          <p14:tracePt t="202418" x="1981200" y="6337300"/>
          <p14:tracePt t="202706" x="1993900" y="6337300"/>
          <p14:tracePt t="202712" x="2006600" y="6324600"/>
          <p14:tracePt t="202723" x="2025650" y="6318250"/>
          <p14:tracePt t="202740" x="2057400" y="6305550"/>
          <p14:tracePt t="202756" x="2120900" y="6280150"/>
          <p14:tracePt t="202773" x="2159000" y="6261100"/>
          <p14:tracePt t="202790" x="2222500" y="6242050"/>
          <p14:tracePt t="202806" x="2292350" y="6223000"/>
          <p14:tracePt t="202823" x="2324100" y="6216650"/>
          <p14:tracePt t="202839" x="2393950" y="6210300"/>
          <p14:tracePt t="202856" x="2438400" y="6203950"/>
          <p14:tracePt t="202874" x="2470150" y="6203950"/>
          <p14:tracePt t="202889" x="2482850" y="6203950"/>
          <p14:tracePt t="202906" x="2520950" y="6197600"/>
          <p14:tracePt t="202923" x="2533650" y="6197600"/>
          <p14:tracePt t="202939" x="2546350" y="6197600"/>
          <p14:tracePt t="202956" x="2578100" y="6197600"/>
          <p14:tracePt t="202973" x="2622550" y="6197600"/>
          <p14:tracePt t="202989" x="2641600" y="6184900"/>
          <p14:tracePt t="203006" x="2692400" y="6184900"/>
          <p14:tracePt t="203022" x="2730500" y="6184900"/>
          <p14:tracePt t="203038" x="2749550" y="6184900"/>
          <p14:tracePt t="203056" x="2774950" y="6178550"/>
          <p14:tracePt t="203072" x="2800350" y="6172200"/>
          <p14:tracePt t="203088" x="2806700" y="6165850"/>
          <p14:tracePt t="203106" x="2825750" y="6159500"/>
          <p14:tracePt t="203122" x="2832100" y="6153150"/>
          <p14:tracePt t="203138" x="2838450" y="6140450"/>
          <p14:tracePt t="203155" x="2838450" y="6127750"/>
          <p14:tracePt t="203172" x="2838450" y="6121400"/>
          <p14:tracePt t="203189" x="2844800" y="6121400"/>
          <p14:tracePt t="203206" x="2844800" y="6115050"/>
          <p14:tracePt t="203221" x="2844800" y="6108700"/>
          <p14:tracePt t="203322" x="2851150" y="6102350"/>
          <p14:tracePt t="203407" x="2851150" y="6096000"/>
          <p14:tracePt t="205868" x="2838450" y="6102350"/>
          <p14:tracePt t="205875" x="2813050" y="6102350"/>
          <p14:tracePt t="205889" x="2781300" y="6115050"/>
          <p14:tracePt t="205898" x="2736850" y="6140450"/>
          <p14:tracePt t="205912" x="2692400" y="6159500"/>
          <p14:tracePt t="205929" x="2584450" y="6203950"/>
          <p14:tracePt t="205946" x="2463800" y="6242050"/>
          <p14:tracePt t="205962" x="2393950" y="6273800"/>
          <p14:tracePt t="205978" x="2317750" y="6292850"/>
          <p14:tracePt t="205995" x="2120900" y="6381750"/>
          <p14:tracePt t="206012" x="2076450" y="6407150"/>
          <p14:tracePt t="206029" x="2057400" y="6419850"/>
          <p14:tracePt t="206045" x="2025650" y="6432550"/>
          <p14:tracePt t="206062" x="2019300" y="6438900"/>
          <p14:tracePt t="206079" x="2012950" y="6438900"/>
          <p14:tracePt t="206170" x="2012950" y="6445250"/>
          <p14:tracePt t="206226" x="2006600" y="6451600"/>
          <p14:tracePt t="206240" x="2000250" y="6457950"/>
          <p14:tracePt t="206247" x="2000250" y="6464300"/>
          <p14:tracePt t="206268" x="1993900" y="6470650"/>
          <p14:tracePt t="206289" x="1993900" y="6483350"/>
          <p14:tracePt t="206297" x="1993900" y="6489700"/>
          <p14:tracePt t="207491" x="2216150" y="6451600"/>
          <p14:tracePt t="207498" x="2273300" y="6419850"/>
          <p14:tracePt t="207513" x="2330450" y="6381750"/>
          <p14:tracePt t="207523" x="2387600" y="6356350"/>
          <p14:tracePt t="207541" x="2476500" y="6292850"/>
          <p14:tracePt t="207556" x="2508250" y="6254750"/>
          <p14:tracePt t="207573" x="2565400" y="6210300"/>
          <p14:tracePt t="207590" x="2597150" y="6184900"/>
          <p14:tracePt t="207606" x="2616200" y="6165850"/>
          <p14:tracePt t="207623" x="2647950" y="6146800"/>
          <p14:tracePt t="207640" x="2673350" y="6121400"/>
          <p14:tracePt t="207656" x="2698750" y="6108700"/>
          <p14:tracePt t="207674" x="2724150" y="6083300"/>
          <p14:tracePt t="207689" x="2736850" y="6070600"/>
          <p14:tracePt t="207706" x="2749550" y="6057900"/>
          <p14:tracePt t="207723" x="2774950" y="6038850"/>
          <p14:tracePt t="207739" x="2787650" y="6032500"/>
          <p14:tracePt t="207772" x="2800350" y="6026150"/>
          <p14:tracePt t="207808" x="2806700" y="6026150"/>
          <p14:tracePt t="207863" x="2813050" y="6026150"/>
          <p14:tracePt t="207891" x="2819400" y="6026150"/>
          <p14:tracePt t="207926" x="2825750" y="6026150"/>
          <p14:tracePt t="207940" x="2832100" y="6026150"/>
          <p14:tracePt t="207947" x="2838450" y="6026150"/>
          <p14:tracePt t="207961" x="2844800" y="6026150"/>
          <p14:tracePt t="207975" x="2851150" y="6026150"/>
          <p14:tracePt t="207991" x="2857500" y="6026150"/>
          <p14:tracePt t="208024" x="2870200" y="6026150"/>
          <p14:tracePt t="208039" x="2876550" y="6026150"/>
          <p14:tracePt t="208073" x="2882900" y="6026150"/>
          <p14:tracePt t="208101" x="2889250" y="6032500"/>
          <p14:tracePt t="208122" x="2889250" y="6038850"/>
          <p14:tracePt t="208129" x="2895600" y="6038850"/>
          <p14:tracePt t="208143" x="2895600" y="6045200"/>
          <p14:tracePt t="208157" x="2901950" y="6051550"/>
          <p14:tracePt t="208178" x="2908300" y="6057900"/>
          <p14:tracePt t="208192" x="2908300" y="6064250"/>
          <p14:tracePt t="208222" x="2914650" y="6070600"/>
          <p14:tracePt t="208242" x="2921000" y="6076950"/>
          <p14:tracePt t="208249" x="2921000" y="6083300"/>
          <p14:tracePt t="208291" x="2927350" y="6083300"/>
          <p14:tracePt t="208298" x="2927350" y="6089650"/>
          <p14:tracePt t="208306" x="2927350" y="6096000"/>
          <p14:tracePt t="209563" x="2940050" y="6096000"/>
          <p14:tracePt t="209570" x="2946400" y="6096000"/>
          <p14:tracePt t="209585" x="2978150" y="6102350"/>
          <p14:tracePt t="209599" x="2997200" y="6108700"/>
          <p14:tracePt t="209616" x="3048000" y="6127750"/>
          <p14:tracePt t="209633" x="3086100" y="6140450"/>
          <p14:tracePt t="209649" x="3105150" y="6153150"/>
          <p14:tracePt t="209666" x="3130550" y="6165850"/>
          <p14:tracePt t="209682" x="3155950" y="6178550"/>
          <p14:tracePt t="209699" x="3162300" y="6184900"/>
          <p14:tracePt t="209716" x="3175000" y="6191250"/>
          <p14:tracePt t="209732" x="3181350" y="6197600"/>
          <p14:tracePt t="209766" x="3187700" y="6197600"/>
          <p14:tracePt t="209782" x="3194050" y="6197600"/>
          <p14:tracePt t="209941" x="3187700" y="6191250"/>
          <p14:tracePt t="209976" x="3181350" y="6191250"/>
          <p14:tracePt t="209983" x="3175000" y="6191250"/>
          <p14:tracePt t="209990" x="3168650" y="6191250"/>
          <p14:tracePt t="210004" x="3162300" y="6191250"/>
          <p14:tracePt t="210014" x="3149600" y="6191250"/>
          <p14:tracePt t="210031" x="3136900" y="6191250"/>
          <p14:tracePt t="210047" x="3111500" y="6191250"/>
          <p14:tracePt t="210065" x="3073400" y="6191250"/>
          <p14:tracePt t="210082" x="3048000" y="6191250"/>
          <p14:tracePt t="210097" x="3028950" y="6191250"/>
          <p14:tracePt t="210114" x="3016250" y="6191250"/>
          <p14:tracePt t="210131" x="2997200" y="6191250"/>
          <p14:tracePt t="210264" x="3003550" y="6191250"/>
          <p14:tracePt t="210270" x="3009900" y="6191250"/>
          <p14:tracePt t="210284" x="3016250" y="6191250"/>
          <p14:tracePt t="210298" x="3022600" y="6184900"/>
          <p14:tracePt t="210313" x="3028950" y="6178550"/>
          <p14:tracePt t="210330" x="3041650" y="6172200"/>
          <p14:tracePt t="210347" x="3067050" y="6159500"/>
          <p14:tracePt t="210363" x="3105150" y="6134100"/>
          <p14:tracePt t="210380" x="3117850" y="6121400"/>
          <p14:tracePt t="210397" x="3143250" y="6108700"/>
          <p14:tracePt t="210413" x="3162300" y="6102350"/>
          <p14:tracePt t="210429" x="3168650" y="6102350"/>
          <p14:tracePt t="210447" x="3175000" y="6102350"/>
          <p14:tracePt t="210614" x="3168650" y="6102350"/>
          <p14:tracePt t="210620" x="3162300" y="6102350"/>
          <p14:tracePt t="210635" x="3155950" y="6102350"/>
          <p14:tracePt t="210645" x="3149600" y="6102350"/>
          <p14:tracePt t="210663" x="3130550" y="6102350"/>
          <p14:tracePt t="210679" x="3105150" y="6102350"/>
          <p14:tracePt t="210695" x="3048000" y="6102350"/>
          <p14:tracePt t="210713" x="2984500" y="6102350"/>
          <p14:tracePt t="210729" x="2952750" y="6108700"/>
          <p14:tracePt t="210745" x="2927350" y="6108700"/>
          <p14:tracePt t="210762" x="2876550" y="6108700"/>
          <p14:tracePt t="210779" x="2870200" y="6108700"/>
          <p14:tracePt t="210796" x="2857500" y="6108700"/>
          <p14:tracePt t="210812" x="2844800" y="6115050"/>
          <p14:tracePt t="210828" x="2838450" y="6115050"/>
          <p14:tracePt t="210866" x="2838450" y="6121400"/>
          <p14:tracePt t="210915" x="2844800" y="6121400"/>
          <p14:tracePt t="210944" x="2851150" y="6121400"/>
          <p14:tracePt t="211006" x="2857500" y="6121400"/>
          <p14:tracePt t="211035" x="2863850" y="6121400"/>
          <p14:tracePt t="211084" x="2870200" y="6121400"/>
          <p14:tracePt t="211112" x="2876550" y="6121400"/>
          <p14:tracePt t="211147" x="2882900" y="6121400"/>
          <p14:tracePt t="211153" x="2889250" y="6121400"/>
          <p14:tracePt t="211175" x="2895600" y="6115050"/>
          <p14:tracePt t="211182" x="2908300" y="6115050"/>
          <p14:tracePt t="211203" x="2921000" y="6115050"/>
          <p14:tracePt t="211217" x="2927350" y="6115050"/>
          <p14:tracePt t="211227" x="2940050" y="6115050"/>
          <p14:tracePt t="211244" x="2959100" y="6115050"/>
          <p14:tracePt t="211261" x="2990850" y="6108700"/>
          <p14:tracePt t="211277" x="3016250" y="6102350"/>
          <p14:tracePt t="211294" x="3048000" y="6102350"/>
          <p14:tracePt t="211310" x="3060700" y="6102350"/>
          <p14:tracePt t="211327" x="3079750" y="6096000"/>
          <p14:tracePt t="211344" x="3092450" y="6096000"/>
          <p14:tracePt t="211360" x="3092450" y="6089650"/>
          <p14:tracePt t="211392" x="3098800" y="6089650"/>
          <p14:tracePt t="211434" x="3105150" y="6089650"/>
          <p14:tracePt t="211476" x="3105150" y="6096000"/>
          <p14:tracePt t="211504" x="3111500" y="6102350"/>
          <p14:tracePt t="211553" x="3117850" y="6102350"/>
          <p14:tracePt t="211567" x="3124200" y="6102350"/>
          <p14:tracePt t="211582" x="3130550" y="6102350"/>
          <p14:tracePt t="211602" x="3130550" y="6108700"/>
          <p14:tracePt t="211616" x="3136900" y="6108700"/>
          <p14:tracePt t="211645" x="3149600" y="6108700"/>
          <p14:tracePt t="211666" x="3155950" y="6108700"/>
          <p14:tracePt t="211672" x="3162300" y="6108700"/>
          <p14:tracePt t="211693" x="3168650" y="6108700"/>
          <p14:tracePt t="211715" x="3175000" y="6108700"/>
          <p14:tracePt t="211729" x="3181350" y="6108700"/>
          <p14:tracePt t="211743" x="3187700" y="6108700"/>
          <p14:tracePt t="211756" x="3194050" y="6108700"/>
          <p14:tracePt t="211764" x="3200400" y="6108700"/>
          <p14:tracePt t="211784" x="3206750" y="6108700"/>
          <p14:tracePt t="211813" x="3213100" y="6108700"/>
          <p14:tracePt t="211834" x="3219450" y="6108700"/>
          <p14:tracePt t="211855" x="3225800" y="6108700"/>
          <p14:tracePt t="211904" x="3232150" y="6108700"/>
          <p14:tracePt t="211910" x="3238500" y="6108700"/>
          <p14:tracePt t="212428" x="3219450" y="6115050"/>
          <p14:tracePt t="212434" x="3187700" y="6121400"/>
          <p14:tracePt t="212449" x="3162300" y="6121400"/>
          <p14:tracePt t="212457" x="3136900" y="6127750"/>
          <p14:tracePt t="212472" x="3111500" y="6127750"/>
          <p14:tracePt t="212490" x="3060700" y="6134100"/>
          <p14:tracePt t="212506" x="3028950" y="6140450"/>
          <p14:tracePt t="212523" x="3009900" y="6140450"/>
          <p14:tracePt t="212540" x="2984500" y="6146800"/>
          <p14:tracePt t="212556" x="2978150" y="6153150"/>
          <p14:tracePt t="212572" x="2971800" y="6153150"/>
          <p14:tracePt t="212617" x="2965450" y="6159500"/>
          <p14:tracePt t="212659" x="2965450" y="6165850"/>
          <p14:tracePt t="212680" x="2971800" y="6165850"/>
          <p14:tracePt t="212686" x="2978150" y="6165850"/>
          <p14:tracePt t="212708" x="2984500" y="6165850"/>
          <p14:tracePt t="212715" x="2990850" y="6165850"/>
          <p14:tracePt t="212729" x="3003550" y="6165850"/>
          <p14:tracePt t="212738" x="3009900" y="6165850"/>
          <p14:tracePt t="212755" x="3022600" y="6165850"/>
          <p14:tracePt t="212772" x="3067050" y="6165850"/>
          <p14:tracePt t="212789" x="3130550" y="6159500"/>
          <p14:tracePt t="212805" x="3181350" y="6140450"/>
          <p14:tracePt t="212822" x="3270250" y="6108700"/>
          <p14:tracePt t="212839" x="3378200" y="6083300"/>
          <p14:tracePt t="212855" x="3473450" y="6051550"/>
          <p14:tracePt t="212871" x="3530600" y="6045200"/>
          <p14:tracePt t="212888" x="3568700" y="6038850"/>
          <p14:tracePt t="212905" x="3632200" y="6032500"/>
          <p14:tracePt t="212921" x="3638550" y="6032500"/>
          <p14:tracePt t="212995" x="3625850" y="6032500"/>
          <p14:tracePt t="213009" x="3613150" y="6026150"/>
          <p14:tracePt t="213016" x="3594100" y="6026150"/>
          <p14:tracePt t="213030" x="3562350" y="6026150"/>
          <p14:tracePt t="213040" x="3536950" y="6026150"/>
          <p14:tracePt t="213054" x="3498850" y="6026150"/>
          <p14:tracePt t="213071" x="3390900" y="6032500"/>
          <p14:tracePt t="213087" x="3295650" y="6057900"/>
          <p14:tracePt t="213104" x="3263900" y="6064250"/>
          <p14:tracePt t="213122" x="3213100" y="6076950"/>
          <p14:tracePt t="213137" x="3194050" y="6076950"/>
          <p14:tracePt t="213199" x="3194050" y="6083300"/>
          <p14:tracePt t="213221" x="3194050" y="6089650"/>
          <p14:tracePt t="213240" x="3206750" y="6089650"/>
          <p14:tracePt t="213248" x="3225800" y="6096000"/>
          <p14:tracePt t="213256" x="3257550" y="6102350"/>
          <p14:tracePt t="213270" x="3276600" y="6108700"/>
          <p14:tracePt t="213287" x="3314700" y="6108700"/>
          <p14:tracePt t="213304" x="3409950" y="6121400"/>
          <p14:tracePt t="213320" x="3524250" y="6127750"/>
          <p14:tracePt t="213336" x="3568700" y="6127750"/>
          <p14:tracePt t="213353" x="3625850" y="6127750"/>
          <p14:tracePt t="213370" x="3651250" y="6121400"/>
          <p14:tracePt t="213387" x="3657600" y="6121400"/>
          <p14:tracePt t="213403" x="3663950" y="6121400"/>
          <p14:tracePt t="213419" x="3663950" y="6115050"/>
          <p14:tracePt t="213439" x="3657600" y="6108700"/>
          <p14:tracePt t="213453" x="3651250" y="6108700"/>
          <p14:tracePt t="213469" x="3632200" y="6102350"/>
          <p14:tracePt t="213487" x="3600450" y="6096000"/>
          <p14:tracePt t="213503" x="3575050" y="6089650"/>
          <p14:tracePt t="213519" x="3549650" y="6089650"/>
          <p14:tracePt t="213536" x="3441700" y="6076950"/>
          <p14:tracePt t="213552" x="3422650" y="6070600"/>
          <p14:tracePt t="213570" x="3390900" y="6057900"/>
          <p14:tracePt t="213586" x="3365500" y="6057900"/>
          <p14:tracePt t="213602" x="3340100" y="6057900"/>
          <p14:tracePt t="213619" x="3333750" y="6070600"/>
          <p14:tracePt t="214270" x="3327400" y="6064250"/>
          <p14:tracePt t="214277" x="3327400" y="6057900"/>
          <p14:tracePt t="214291" x="3321050" y="6045200"/>
          <p14:tracePt t="214299" x="3314700" y="6038850"/>
          <p14:tracePt t="214320" x="3308350" y="6026150"/>
          <p14:tracePt t="214333" x="3308350" y="6019800"/>
          <p14:tracePt t="214349" x="3302000" y="6013450"/>
          <p14:tracePt t="214388" x="3295650" y="6013450"/>
          <p14:tracePt t="214528" x="3295650" y="6007100"/>
          <p14:tracePt t="214535" x="3295650" y="6000750"/>
          <p14:tracePt t="214578" x="3295650" y="5994400"/>
          <p14:tracePt t="214606" x="3302000" y="5988050"/>
          <p14:tracePt t="214691" x="3302000" y="5981700"/>
          <p14:tracePt t="214697" x="3308350" y="5975350"/>
          <p14:tracePt t="214712" x="3308350" y="5969000"/>
          <p14:tracePt t="214719" x="3308350" y="5962650"/>
          <p14:tracePt t="214735" x="3308350" y="5949950"/>
          <p14:tracePt t="214748" x="3308350" y="5899150"/>
          <p14:tracePt t="214765" x="3314700" y="5861050"/>
          <p14:tracePt t="214782" x="3321050" y="5746750"/>
          <p14:tracePt t="214798" x="3321050" y="5683250"/>
          <p14:tracePt t="214815" x="3340100" y="5524500"/>
          <p14:tracePt t="214831" x="3340100" y="5359400"/>
          <p14:tracePt t="214848" x="3340100" y="5270500"/>
          <p14:tracePt t="214864" x="3340100" y="5105400"/>
          <p14:tracePt t="214881" x="3321050" y="4927600"/>
          <p14:tracePt t="214898" x="3295650" y="4819650"/>
          <p14:tracePt t="214915" x="3225800" y="4597400"/>
          <p14:tracePt t="214931" x="3130550" y="4286250"/>
          <p14:tracePt t="214947" x="3060700" y="4095750"/>
          <p14:tracePt t="214964" x="2908300" y="3695700"/>
          <p14:tracePt t="214981" x="2717800" y="3321050"/>
          <p14:tracePt t="214998" x="2603500" y="3117850"/>
          <p14:tracePt t="215014" x="2400300" y="2787650"/>
          <p14:tracePt t="215031" x="2228850" y="2508250"/>
          <p14:tracePt t="215048" x="2139950" y="2324100"/>
          <p14:tracePt t="215063" x="2108200" y="2266950"/>
          <p14:tracePt t="215080" x="2082800" y="2235200"/>
          <p14:tracePt t="215097" x="2076450" y="2209800"/>
          <p14:tracePt t="215160" x="2076450" y="2216150"/>
          <p14:tracePt t="215167" x="2076450" y="2222500"/>
          <p14:tracePt t="215223" x="2076450" y="2228850"/>
          <p14:tracePt t="215237" x="2076450" y="2235200"/>
          <p14:tracePt t="215252" x="2076450" y="2241550"/>
          <p14:tracePt t="215258" x="2076450" y="2254250"/>
          <p14:tracePt t="215272" x="2070100" y="2266950"/>
          <p14:tracePt t="215282" x="2057400" y="2286000"/>
          <p14:tracePt t="215296" x="2051050" y="2305050"/>
          <p14:tracePt t="215314" x="2044700" y="2355850"/>
          <p14:tracePt t="215329" x="2038350" y="2413000"/>
          <p14:tracePt t="215346" x="2038350" y="2457450"/>
          <p14:tracePt t="215363" x="2038350" y="2520950"/>
          <p14:tracePt t="215379" x="2038350" y="2609850"/>
          <p14:tracePt t="215396" x="2051050" y="2667000"/>
          <p14:tracePt t="215413" x="2057400" y="2781300"/>
          <p14:tracePt t="215429" x="2070100" y="2832100"/>
          <p14:tracePt t="215446" x="2095500" y="2946400"/>
          <p14:tracePt t="215463" x="2108200" y="3003550"/>
          <p14:tracePt t="215479" x="2114550" y="3016250"/>
          <p14:tracePt t="215496" x="2114550" y="3035300"/>
          <p14:tracePt t="215512" x="2120900" y="3041650"/>
          <p14:tracePt t="215528" x="2120900" y="3048000"/>
          <p14:tracePt t="215588" x="2127250" y="3048000"/>
          <p14:tracePt t="215651" x="2133600" y="3048000"/>
          <p14:tracePt t="215749" x="2133600" y="3041650"/>
          <p14:tracePt t="215763" x="2133600" y="3035300"/>
          <p14:tracePt t="215770" x="2139950" y="3028950"/>
          <p14:tracePt t="215791" x="2139950" y="3016250"/>
          <p14:tracePt t="215798" x="2146300" y="2984500"/>
          <p14:tracePt t="215814" x="2146300" y="2959100"/>
          <p14:tracePt t="215828" x="2152650" y="2921000"/>
          <p14:tracePt t="215844" x="2171700" y="2800350"/>
          <p14:tracePt t="215862" x="2190750" y="2654300"/>
          <p14:tracePt t="215877" x="2203450" y="2578100"/>
          <p14:tracePt t="215894" x="2216150" y="2482850"/>
          <p14:tracePt t="215911" x="2228850" y="2444750"/>
          <p14:tracePt t="215927" x="2228850" y="2400300"/>
          <p14:tracePt t="215945" x="2228850" y="2381250"/>
          <p14:tracePt t="215961" x="2228850" y="2374900"/>
          <p14:tracePt t="216043" x="2228850" y="2381250"/>
          <p14:tracePt t="216051" x="2228850" y="2387600"/>
          <p14:tracePt t="216064" x="2228850" y="2400300"/>
          <p14:tracePt t="216077" x="2228850" y="2413000"/>
          <p14:tracePt t="216094" x="2235200" y="2451100"/>
          <p14:tracePt t="216111" x="2241550" y="2482850"/>
          <p14:tracePt t="216128" x="2247900" y="2578100"/>
          <p14:tracePt t="216143" x="2273300" y="2692400"/>
          <p14:tracePt t="216160" x="2286000" y="2749550"/>
          <p14:tracePt t="216177" x="2311400" y="2870200"/>
          <p14:tracePt t="216193" x="2330450" y="2978150"/>
          <p14:tracePt t="216210" x="2336800" y="3016250"/>
          <p14:tracePt t="216227" x="2343150" y="3067050"/>
          <p14:tracePt t="216243" x="2343150" y="3092450"/>
          <p14:tracePt t="216260" x="2343150" y="3098800"/>
          <p14:tracePt t="216276" x="2349500" y="3105150"/>
          <p14:tracePt t="216963" x="2349500" y="3111500"/>
          <p14:tracePt t="216970" x="2349500" y="3149600"/>
          <p14:tracePt t="216984" x="2349500" y="3194050"/>
          <p14:tracePt t="216993" x="2349500" y="3244850"/>
          <p14:tracePt t="217007" x="2349500" y="3308350"/>
          <p14:tracePt t="217023" x="2362200" y="3384550"/>
          <p14:tracePt t="217041" x="2387600" y="3581400"/>
          <p14:tracePt t="217057" x="2400300" y="3657600"/>
          <p14:tracePt t="217074" x="2406650" y="3727450"/>
          <p14:tracePt t="217090" x="2438400" y="3968750"/>
          <p14:tracePt t="217107" x="2444750" y="4038600"/>
          <p14:tracePt t="217124" x="2444750" y="4114800"/>
          <p14:tracePt t="217140" x="2457450" y="4216400"/>
          <p14:tracePt t="217156" x="2470150" y="4286250"/>
          <p14:tracePt t="217174" x="2476500" y="4343400"/>
          <p14:tracePt t="217190" x="2482850" y="4368800"/>
          <p14:tracePt t="217206" x="2489200" y="4400550"/>
          <p14:tracePt t="217223" x="2489200" y="4406900"/>
          <p14:tracePt t="217240" x="2489200" y="4413250"/>
          <p14:tracePt t="217273" x="2495550" y="4413250"/>
          <p14:tracePt t="217320" x="2495550" y="4419600"/>
          <p14:tracePt t="217335" x="2495550" y="4425950"/>
          <p14:tracePt t="217342" x="2495550" y="4438650"/>
          <p14:tracePt t="217358" x="2495550" y="4451350"/>
          <p14:tracePt t="217372" x="2508250" y="4470400"/>
          <p14:tracePt t="217389" x="2514600" y="4502150"/>
          <p14:tracePt t="217406" x="2520950" y="4546600"/>
          <p14:tracePt t="217422" x="2527300" y="4565650"/>
          <p14:tracePt t="217439" x="2533650" y="4610100"/>
          <p14:tracePt t="217455" x="2540000" y="4641850"/>
          <p14:tracePt t="217472" x="2546350" y="4654550"/>
          <p14:tracePt t="217489" x="2552700" y="4686300"/>
          <p14:tracePt t="217505" x="2565400" y="4724400"/>
          <p14:tracePt t="217522" x="2571750" y="4749800"/>
          <p14:tracePt t="217539" x="2590800" y="4819650"/>
          <p14:tracePt t="217555" x="2609850" y="4883150"/>
          <p14:tracePt t="217572" x="2616200" y="4914900"/>
          <p14:tracePt t="217588" x="2641600" y="4965700"/>
          <p14:tracePt t="217605" x="2654300" y="4991100"/>
          <p14:tracePt t="217623" x="2673350" y="5016500"/>
          <p14:tracePt t="217638" x="2686050" y="5022850"/>
          <p14:tracePt t="217655" x="2698750" y="5035550"/>
          <p14:tracePt t="217672" x="2743200" y="5067300"/>
          <p14:tracePt t="217688" x="2762250" y="5073650"/>
          <p14:tracePt t="217705" x="2781300" y="5080000"/>
          <p14:tracePt t="217722" x="2844800" y="5111750"/>
          <p14:tracePt t="217738" x="2870200" y="5137150"/>
          <p14:tracePt t="217755" x="2901950" y="5162550"/>
          <p14:tracePt t="217771" x="2914650" y="5175250"/>
          <p14:tracePt t="217788" x="2952750" y="5213350"/>
          <p14:tracePt t="217805" x="2978150" y="5257800"/>
          <p14:tracePt t="217821" x="2997200" y="5276850"/>
          <p14:tracePt t="217837" x="3028950" y="5340350"/>
          <p14:tracePt t="217854" x="3054350" y="5391150"/>
          <p14:tracePt t="217871" x="3073400" y="5422900"/>
          <p14:tracePt t="217888" x="3105150" y="5486400"/>
          <p14:tracePt t="217904" x="3124200" y="5556250"/>
          <p14:tracePt t="217921" x="3143250" y="5588000"/>
          <p14:tracePt t="217938" x="3181350" y="5651500"/>
          <p14:tracePt t="217954" x="3219450" y="5708650"/>
          <p14:tracePt t="217970" x="3225800" y="5727700"/>
          <p14:tracePt t="217987" x="3251200" y="5759450"/>
          <p14:tracePt t="218003" x="3257550" y="5772150"/>
          <p14:tracePt t="218020" x="3263900" y="5784850"/>
          <p14:tracePt t="218037" x="3263900" y="5791200"/>
          <p14:tracePt t="218053" x="3263900" y="5797550"/>
          <p14:tracePt t="218070" x="3263900" y="5803900"/>
          <p14:tracePt t="218086" x="3270250" y="5810250"/>
          <p14:tracePt t="218103" x="3276600" y="5810250"/>
          <p14:tracePt t="218120" x="3282950" y="5829300"/>
          <p14:tracePt t="218136" x="3295650" y="5848350"/>
          <p14:tracePt t="218153" x="3302000" y="5861050"/>
          <p14:tracePt t="218170" x="3321050" y="5880100"/>
          <p14:tracePt t="218186" x="3340100" y="5924550"/>
          <p14:tracePt t="218203" x="3352800" y="5943600"/>
          <p14:tracePt t="218220" x="3384550" y="5988050"/>
          <p14:tracePt t="218236" x="3409950" y="6032500"/>
          <p14:tracePt t="218253" x="3435350" y="6083300"/>
          <p14:tracePt t="218269" x="3448050" y="6102350"/>
          <p14:tracePt t="218286" x="3473450" y="6134100"/>
          <p14:tracePt t="218303" x="3524250" y="6191250"/>
          <p14:tracePt t="218319" x="3536950" y="6203950"/>
          <p14:tracePt t="218336" x="3549650" y="6216650"/>
          <p14:tracePt t="218352" x="3568700" y="6229350"/>
          <p14:tracePt t="218369" x="3581400" y="6242050"/>
          <p14:tracePt t="218402" x="3581400" y="6248400"/>
          <p14:tracePt t="218419" x="3587750" y="6248400"/>
          <p14:tracePt t="218463" x="3594100" y="6248400"/>
          <p14:tracePt t="218576" x="3600450" y="6242050"/>
          <p14:tracePt t="218582" x="3606800" y="6235700"/>
          <p14:tracePt t="218591" x="3606800" y="6229350"/>
          <p14:tracePt t="218608" x="3613150" y="6229350"/>
          <p14:tracePt t="218618" x="3619500" y="6223000"/>
          <p14:tracePt t="218636" x="3632200" y="6197600"/>
          <p14:tracePt t="218651" x="3663950" y="6140450"/>
          <p14:tracePt t="218668" x="3695700" y="6096000"/>
          <p14:tracePt t="218685" x="3740150" y="6000750"/>
          <p14:tracePt t="218701" x="3797300" y="5861050"/>
          <p14:tracePt t="218717" x="3816350" y="5797550"/>
          <p14:tracePt t="218735" x="3854450" y="5651500"/>
          <p14:tracePt t="218751" x="3854450" y="5575300"/>
          <p14:tracePt t="218768" x="3854450" y="5410200"/>
          <p14:tracePt t="218784" x="3822700" y="5238750"/>
          <p14:tracePt t="218801" x="3803650" y="5162550"/>
          <p14:tracePt t="218818" x="3765550" y="5035550"/>
          <p14:tracePt t="218834" x="3721100" y="4946650"/>
          <p14:tracePt t="218851" x="3702050" y="4921250"/>
          <p14:tracePt t="218867" x="3683000" y="4883150"/>
          <p14:tracePt t="218884" x="3676650" y="4870450"/>
          <p14:tracePt t="219112" x="3676650" y="4883150"/>
          <p14:tracePt t="219120" x="3683000" y="4914900"/>
          <p14:tracePt t="219136" x="3695700" y="4953000"/>
          <p14:tracePt t="219150" x="3702050" y="5010150"/>
          <p14:tracePt t="219166" x="3733800" y="5156200"/>
          <p14:tracePt t="219183" x="3771900" y="5334000"/>
          <p14:tracePt t="219199" x="3790950" y="5416550"/>
          <p14:tracePt t="219217" x="3810000" y="5556250"/>
          <p14:tracePt t="219234" x="3810000" y="5664200"/>
          <p14:tracePt t="219249" x="3810000" y="5702300"/>
          <p14:tracePt t="219266" x="3810000" y="5753100"/>
          <p14:tracePt t="219282" x="3797300" y="5778500"/>
          <p14:tracePt t="219299" x="3790950" y="5791200"/>
          <p14:tracePt t="219316" x="3784600" y="5797550"/>
          <p14:tracePt t="219333" x="3784600" y="5803900"/>
          <p14:tracePt t="219386" x="3778250" y="5803900"/>
          <p14:tracePt t="219512" x="3784600" y="5803900"/>
          <p14:tracePt t="219526" x="3784600" y="5797550"/>
          <p14:tracePt t="219534" x="3790950" y="5797550"/>
          <p14:tracePt t="219554" x="3790950" y="5784850"/>
          <p14:tracePt t="219565" x="3797300" y="5778500"/>
          <p14:tracePt t="219582" x="3797300" y="5746750"/>
          <p14:tracePt t="219598" x="3803650" y="5715000"/>
          <p14:tracePt t="219615" x="3810000" y="5626100"/>
          <p14:tracePt t="219632" x="3810000" y="5492750"/>
          <p14:tracePt t="219648" x="3810000" y="5416550"/>
          <p14:tracePt t="219665" x="3810000" y="5340350"/>
          <p14:tracePt t="219681" x="3765550" y="5118100"/>
          <p14:tracePt t="219698" x="3746500" y="5054600"/>
          <p14:tracePt t="219715" x="3740150" y="5010150"/>
          <p14:tracePt t="219731" x="3714750" y="4940300"/>
          <p14:tracePt t="219748" x="3695700" y="4895850"/>
          <p14:tracePt t="219765" x="3689350" y="4883150"/>
          <p14:tracePt t="219780" x="3683000" y="4876800"/>
          <p14:tracePt t="219797" x="3683000" y="4870450"/>
          <p14:tracePt t="220262" x="3683000" y="4883150"/>
          <p14:tracePt t="220276" x="3683000" y="4895850"/>
          <p14:tracePt t="220283" x="3689350" y="4908550"/>
          <p14:tracePt t="220299" x="3695700" y="4927600"/>
          <p14:tracePt t="220312" x="3721100" y="5022850"/>
          <p14:tracePt t="220329" x="3752850" y="5092700"/>
          <p14:tracePt t="220346" x="3803650" y="5289550"/>
          <p14:tracePt t="220362" x="3867150" y="5518150"/>
          <p14:tracePt t="220379" x="3898900" y="5626100"/>
          <p14:tracePt t="220396" x="3937000" y="5816600"/>
          <p14:tracePt t="220412" x="3962400" y="5899150"/>
          <p14:tracePt t="220429" x="3968750" y="6013450"/>
          <p14:tracePt t="220445" x="3975100" y="6070600"/>
          <p14:tracePt t="220462" x="3975100" y="6083300"/>
          <p14:tracePt t="220479" x="3981450" y="6102350"/>
          <p14:tracePt t="220495" x="3981450" y="6108700"/>
          <p14:tracePt t="220584" x="3981450" y="6115050"/>
          <p14:tracePt t="220822" x="3975100" y="6115050"/>
          <p14:tracePt t="220845" x="3968750" y="6115050"/>
          <p14:tracePt t="220857" x="3956050" y="6115050"/>
          <p14:tracePt t="220864" x="3943350" y="6121400"/>
          <p14:tracePt t="220877" x="3930650" y="6121400"/>
          <p14:tracePt t="220894" x="3898900" y="6127750"/>
          <p14:tracePt t="220910" x="3873500" y="6134100"/>
          <p14:tracePt t="220927" x="3860800" y="6134100"/>
          <p14:tracePt t="220943" x="3822700" y="6146800"/>
          <p14:tracePt t="220978" x="3810000" y="6153150"/>
          <p14:tracePt t="220993" x="3803650" y="6159500"/>
          <p14:tracePt t="221013" x="3797300" y="6159500"/>
          <p14:tracePt t="221068" x="3797300" y="6165850"/>
          <p14:tracePt t="221082" x="3810000" y="6165850"/>
          <p14:tracePt t="221097" x="3816350" y="6165850"/>
          <p14:tracePt t="221103" x="3835400" y="6172200"/>
          <p14:tracePt t="221118" x="3854450" y="6184900"/>
          <p14:tracePt t="221126" x="3886200" y="6197600"/>
          <p14:tracePt t="221142" x="3937000" y="6203950"/>
          <p14:tracePt t="221160" x="4044950" y="6235700"/>
          <p14:tracePt t="221176" x="4165600" y="6261100"/>
          <p14:tracePt t="221193" x="4222750" y="6267450"/>
          <p14:tracePt t="221209" x="4298950" y="6280150"/>
          <p14:tracePt t="221226" x="4349750" y="6286500"/>
          <p14:tracePt t="221244" x="4375150" y="6286500"/>
          <p14:tracePt t="221259" x="4387850" y="6286500"/>
          <p14:tracePt t="221306" x="4387850" y="6292850"/>
          <p14:tracePt t="221334" x="4381500" y="6292850"/>
          <p14:tracePt t="221348" x="4375150" y="6292850"/>
          <p14:tracePt t="221355" x="4368800" y="6292850"/>
          <p14:tracePt t="221362" x="4362450" y="6292850"/>
          <p14:tracePt t="221378" x="4349750" y="6292850"/>
          <p14:tracePt t="221392" x="4318000" y="6292850"/>
          <p14:tracePt t="221409" x="4235450" y="6280150"/>
          <p14:tracePt t="221426" x="4133850" y="6261100"/>
          <p14:tracePt t="221442" x="4064000" y="6248400"/>
          <p14:tracePt t="221458" x="3962400" y="6235700"/>
          <p14:tracePt t="221475" x="3886200" y="6216650"/>
          <p14:tracePt t="221492" x="3867150" y="6210300"/>
          <p14:tracePt t="221509" x="3841750" y="6210300"/>
          <p14:tracePt t="221525" x="3835400" y="6203950"/>
          <p14:tracePt t="221565" x="3841750" y="6197600"/>
          <p14:tracePt t="221575" x="3848100" y="6197600"/>
          <p14:tracePt t="221591" x="3854450" y="6197600"/>
          <p14:tracePt t="221608" x="3886200" y="6191250"/>
          <p14:tracePt t="221624" x="3905250" y="6191250"/>
          <p14:tracePt t="221641" x="3975100" y="6184900"/>
          <p14:tracePt t="221659" x="4051300" y="6178550"/>
          <p14:tracePt t="221674" x="4095750" y="6178550"/>
          <p14:tracePt t="221692" x="4165600" y="6153150"/>
          <p14:tracePt t="221708" x="4210050" y="6146800"/>
          <p14:tracePt t="221724" x="4222750" y="6140450"/>
          <p14:tracePt t="221741" x="4229100" y="6134100"/>
          <p14:tracePt t="221757" x="4235450" y="6134100"/>
          <p14:tracePt t="221791" x="4235450" y="6127750"/>
          <p14:tracePt t="221825" x="4222750" y="6127750"/>
          <p14:tracePt t="222975" x="4254500" y="6121400"/>
          <p14:tracePt t="222989" x="4273550" y="6115050"/>
          <p14:tracePt t="222996" x="4298950" y="6102350"/>
          <p14:tracePt t="223010" x="4318000" y="6089650"/>
          <p14:tracePt t="223019" x="4337050" y="6076950"/>
          <p14:tracePt t="223036" x="4362450" y="6064250"/>
          <p14:tracePt t="223053" x="4413250" y="6026150"/>
          <p14:tracePt t="223069" x="4502150" y="5962650"/>
          <p14:tracePt t="223087" x="4629150" y="5873750"/>
          <p14:tracePt t="223103" x="4724400" y="5803900"/>
          <p14:tracePt t="223119" x="4933950" y="5613400"/>
          <p14:tracePt t="223136" x="5029200" y="5518150"/>
          <p14:tracePt t="223152" x="5302250" y="5283200"/>
          <p14:tracePt t="223169" x="5448300" y="5149850"/>
          <p14:tracePt t="223186" x="5791200" y="4711700"/>
          <p14:tracePt t="223203" x="5924550" y="4508500"/>
          <p14:tracePt t="223219" x="6026150" y="4286250"/>
          <p14:tracePt t="223235" x="6223000" y="3708400"/>
          <p14:tracePt t="223252" x="6267450" y="3175000"/>
          <p14:tracePt t="223270" x="6267450" y="2603500"/>
          <p14:tracePt t="223286" x="6229350" y="2305050"/>
          <p14:tracePt t="223302" x="6197600" y="2057400"/>
          <p14:tracePt t="223319" x="6115050" y="1606550"/>
          <p14:tracePt t="223335" x="6089650" y="1460500"/>
          <p14:tracePt t="223352" x="6038850" y="1257300"/>
          <p14:tracePt t="223368" x="6013450" y="1143000"/>
          <p14:tracePt t="223385" x="6007100" y="1123950"/>
          <p14:tracePt t="223402" x="6007100" y="1104900"/>
          <p14:tracePt t="223508" x="6000750" y="1111250"/>
          <p14:tracePt t="223522" x="5994400" y="1111250"/>
          <p14:tracePt t="223529" x="5981700" y="1104900"/>
          <p14:tracePt t="223537" x="5962650" y="1092200"/>
          <p14:tracePt t="223551" x="5937250" y="1073150"/>
          <p14:tracePt t="223568" x="5905500" y="1047750"/>
          <p14:tracePt t="223585" x="5835650" y="965200"/>
          <p14:tracePt t="223601" x="5753100" y="901700"/>
          <p14:tracePt t="223617" x="5734050" y="882650"/>
          <p14:tracePt t="223634" x="5695950" y="863600"/>
          <p14:tracePt t="223651" x="5664200" y="838200"/>
          <p14:tracePt t="223667" x="5645150" y="825500"/>
          <p14:tracePt t="223684" x="5607050" y="812800"/>
          <p14:tracePt t="223701" x="5581650" y="800100"/>
          <p14:tracePt t="223718" x="5568950" y="800100"/>
          <p14:tracePt t="223734" x="5543550" y="787400"/>
          <p14:tracePt t="223751" x="5518150" y="774700"/>
          <p14:tracePt t="223767" x="5511800" y="762000"/>
          <p14:tracePt t="223783" x="5505450" y="755650"/>
          <p14:tracePt t="223800" x="5499100" y="755650"/>
          <p14:tracePt t="223817" x="5492750" y="755650"/>
          <p14:tracePt t="223858" x="5486400" y="749300"/>
          <p14:tracePt t="223929" x="5486400" y="755650"/>
          <p14:tracePt t="223942" x="5486400" y="762000"/>
          <p14:tracePt t="223952" x="5486400" y="768350"/>
          <p14:tracePt t="223966" x="5486400" y="781050"/>
          <p14:tracePt t="223983" x="5499100" y="819150"/>
          <p14:tracePt t="224000" x="5518150" y="882650"/>
          <p14:tracePt t="224016" x="5524500" y="901700"/>
          <p14:tracePt t="224033" x="5530850" y="952500"/>
          <p14:tracePt t="224049" x="5543550" y="984250"/>
          <p14:tracePt t="224066" x="5549900" y="996950"/>
          <p14:tracePt t="224083" x="5556250" y="1016000"/>
          <p14:tracePt t="224119" x="5562600" y="1016000"/>
          <p14:tracePt t="224138" x="5562600" y="1009650"/>
          <p14:tracePt t="224160" x="5562600" y="1003300"/>
          <p14:tracePt t="224168" x="5562600" y="996950"/>
          <p14:tracePt t="224182" x="5562600" y="984250"/>
          <p14:tracePt t="224198" x="5562600" y="965200"/>
          <p14:tracePt t="224216" x="5537200" y="914400"/>
          <p14:tracePt t="224232" x="5518150" y="838200"/>
          <p14:tracePt t="224249" x="5499100" y="787400"/>
          <p14:tracePt t="224265" x="5467350" y="730250"/>
          <p14:tracePt t="224282" x="5454650" y="698500"/>
          <p14:tracePt t="224299" x="5448300" y="685800"/>
          <p14:tracePt t="224315" x="5441950" y="673100"/>
          <p14:tracePt t="224332" x="5441950" y="666750"/>
          <p14:tracePt t="224377" x="5441950" y="673100"/>
          <p14:tracePt t="224391" x="5441950" y="679450"/>
          <p14:tracePt t="224400" x="5441950" y="685800"/>
          <p14:tracePt t="224414" x="5441950" y="692150"/>
          <p14:tracePt t="224431" x="5441950" y="698500"/>
          <p14:tracePt t="224448" x="5454650" y="730250"/>
          <p14:tracePt t="224464" x="5461000" y="742950"/>
          <p14:tracePt t="224482" x="5467350" y="762000"/>
          <p14:tracePt t="224497" x="5480050" y="793750"/>
          <p14:tracePt t="224514" x="5486400" y="825500"/>
          <p14:tracePt t="224532" x="5492750" y="838200"/>
          <p14:tracePt t="224548" x="5499100" y="838200"/>
          <p14:tracePt t="224564" x="5499100" y="844550"/>
          <p14:tracePt t="224587" x="5499100" y="850900"/>
          <p14:tracePt t="224630" x="5499100" y="857250"/>
          <p14:tracePt t="224658" x="5499100" y="863600"/>
          <p14:tracePt t="224678" x="5499100" y="869950"/>
          <p14:tracePt t="224700" x="5499100" y="882650"/>
          <p14:tracePt t="224715" x="5511800" y="895350"/>
          <p14:tracePt t="224721" x="5511800" y="927100"/>
          <p14:tracePt t="224730" x="5524500" y="965200"/>
          <p14:tracePt t="224747" x="5524500" y="1016000"/>
          <p14:tracePt t="224764" x="5556250" y="1200150"/>
          <p14:tracePt t="224780" x="5562600" y="1314450"/>
          <p14:tracePt t="224797" x="5588000" y="1600200"/>
          <p14:tracePt t="224813" x="5588000" y="1936750"/>
          <p14:tracePt t="224830" x="5581650" y="2152650"/>
          <p14:tracePt t="224847" x="5543550" y="2540000"/>
          <p14:tracePt t="224863" x="5505450" y="2851150"/>
          <p14:tracePt t="224880" x="5486400" y="3016250"/>
          <p14:tracePt t="224896" x="5448300" y="3327400"/>
          <p14:tracePt t="224913" x="5416550" y="3568700"/>
          <p14:tracePt t="224930" x="5416550" y="3683000"/>
          <p14:tracePt t="224946" x="5422900" y="3873500"/>
          <p14:tracePt t="224963" x="5441950" y="4019550"/>
          <p14:tracePt t="224980" x="5467350" y="4152900"/>
          <p14:tracePt t="224996" x="5486400" y="4197350"/>
          <p14:tracePt t="225013" x="5511800" y="4260850"/>
          <p14:tracePt t="225029" x="5537200" y="4298950"/>
          <p14:tracePt t="225046" x="5543550" y="4298950"/>
          <p14:tracePt t="225063" x="5575300" y="4318000"/>
          <p14:tracePt t="225819" x="5613400" y="4387850"/>
          <p14:tracePt t="225833" x="5657850" y="4483100"/>
          <p14:tracePt t="225840" x="5695950" y="4616450"/>
          <p14:tracePt t="225855" x="5740400" y="4730750"/>
          <p14:tracePt t="225863" x="5772150" y="4845050"/>
          <p14:tracePt t="225876" x="5803900" y="4927600"/>
          <p14:tracePt t="225893" x="5886450" y="5092700"/>
          <p14:tracePt t="225910" x="5924550" y="5156200"/>
          <p14:tracePt t="225926" x="6026150" y="5321300"/>
          <p14:tracePt t="225943" x="6064250" y="5378450"/>
          <p14:tracePt t="225960" x="6178550" y="5543550"/>
          <p14:tracePt t="225976" x="6203950" y="5575300"/>
          <p14:tracePt t="225993" x="6235700" y="5600700"/>
          <p14:tracePt t="226009" x="6280150" y="5645150"/>
          <p14:tracePt t="226026" x="6318250" y="5683250"/>
          <p14:tracePt t="226029" x="6337300" y="5721350"/>
          <p14:tracePt t="226045" x="6362700" y="5753100"/>
          <p14:tracePt t="226060" x="6419850" y="579755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8610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Amy=</a:t>
            </a:r>
            <a:r>
              <a:rPr lang="en-US" altLang="en-US" sz="2600" b="1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("White")</a:t>
            </a: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Cal=</a:t>
            </a:r>
            <a:r>
              <a:rPr lang="en-US" altLang="en-US" sz="2600" b="1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("Blue")</a:t>
            </a:r>
            <a:endParaRPr lang="en-US" altLang="en-US" sz="2600" kern="0" spc="-70" dirty="0">
              <a:solidFill>
                <a:srgbClr val="FF99F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Ed=</a:t>
            </a:r>
            <a:r>
              <a:rPr lang="en-US" altLang="en-US" sz="2600" b="1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("Green")</a:t>
            </a: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Gwen=</a:t>
            </a:r>
            <a:r>
              <a:rPr lang="en-US" altLang="en-US" sz="2600" b="1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("Green")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print(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600" kern="0" spc="-70" dirty="0">
                <a:solidFill>
                  <a:srgbClr val="B81F4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600" kern="0" dirty="0">
                <a:solidFill>
                  <a:srgbClr val="B81F43"/>
                </a:solidFill>
                <a:cs typeface="Courier New" panose="02070309020205020404" pitchFamily="49" charset="0"/>
              </a:rPr>
              <a:t>Students occupy space, so are objects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&lt;</a:t>
            </a:r>
            <a:r>
              <a:rPr lang="en-US" altLang="en-US" sz="2600" kern="0" spc="100" dirty="0">
                <a:solidFill>
                  <a:schemeClr val="tx1"/>
                </a:solidFill>
                <a:cs typeface="Courier New" panose="02070309020205020404" pitchFamily="49" charset="0"/>
              </a:rPr>
              <a:t>offeredA</a:t>
            </a:r>
            <a:r>
              <a:rPr lang="en-US" altLang="en-US" sz="2600" kern="0" spc="2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  <a:r>
              <a:rPr lang="en-US" altLang="en-US" sz="2600" kern="0" dirty="0">
                <a:solidFill>
                  <a:schemeClr val="tx1"/>
                </a:solidFill>
                <a:cs typeface="Courier New" panose="02070309020205020404" pitchFamily="49" charset="0"/>
              </a:rPr>
              <a:t>NSYSU.</a:t>
            </a:r>
            <a:r>
              <a:rPr lang="en-US" altLang="en-US" sz="2600" b="1" kern="0" dirty="0">
                <a:solidFill>
                  <a:schemeClr val="tx1"/>
                </a:solidFill>
                <a:cs typeface="Courier New" panose="02070309020205020404" pitchFamily="49" charset="0"/>
              </a:rPr>
              <a:t>CSE282 object</a:t>
            </a:r>
            <a:r>
              <a:rPr lang="en-US" altLang="en-US" sz="2600" kern="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at 0x6</a:t>
            </a:r>
            <a:r>
              <a:rPr lang="en-US" altLang="en-US" sz="2600" kern="0" spc="30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ffffff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2c040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&gt;</a:t>
            </a:r>
          </a:p>
          <a:p>
            <a:pPr marL="342900" lvl="1" indent="-342900" eaLnBrk="1" hangingPunct="1">
              <a:lnSpc>
                <a:spcPct val="82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Ed.useSpray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6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sz="2600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Cal.useSpray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RememberToPutBack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Cal.leaveRoom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Gwen.useSpray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#class attributes are shared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Cal.removeMask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</a:p>
          <a:p>
            <a:pPr marL="342900" lvl="1" indent="-342900" eaLnBrk="1" hangingPunct="1">
              <a:lnSpc>
                <a:spcPct val="6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Gwen.removeMask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#self attributes don't share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</a:p>
          <a:p>
            <a:pPr marL="342900" lvl="1" indent="-342900" eaLnBrk="1" hangingPunct="1">
              <a:lnSpc>
                <a:spcPct val="77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Cal.leaveRoom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This one has left already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Ed.leaveRoom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#But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this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one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has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his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own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attribute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endParaRPr lang="en-US" altLang="en-US" sz="2600" kern="0" spc="-7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3505200" y="0"/>
            <a:ext cx="5638800" cy="350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1600" kern="0" dirty="0">
                <a:solidFill>
                  <a:srgbClr val="C34361"/>
                </a:solidFill>
                <a:latin typeface="Times New Roman" pitchFamily="18" charset="0"/>
                <a:cs typeface="Courier New" panose="02070309020205020404" pitchFamily="49" charset="0"/>
              </a:rPr>
              <a:t>#Students enroll in a university class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1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1600" kern="0" spc="-7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600" kern="0" spc="-7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600" kern="0" spc="-70" dirty="0" err="1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1600" kern="0" spc="-70" dirty="0">
                <a:solidFill>
                  <a:srgbClr val="3333CC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1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600" b="1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600" b="1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1600" b="1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6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  <a:endParaRPr lang="en-US" altLang="en-US" sz="1600" kern="0" spc="-70" dirty="0">
              <a:solidFill>
                <a:srgbClr val="00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1600" kern="0" spc="-70" dirty="0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1600" b="1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600" b="1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600" b="1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1600" kern="0" spc="-70" dirty="0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kern="0" spc="-70" dirty="0" err="1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self,RememberPutBack</a:t>
            </a:r>
            <a:r>
              <a:rPr lang="en-US" altLang="en-US" sz="1600" kern="0" spc="-70" dirty="0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=True)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</a:t>
            </a:r>
            <a:r>
              <a:rPr lang="en-US" altLang="en-US" sz="16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1600" b="1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</a:t>
            </a: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print("Used.")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kern="0" spc="-70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1600" b="1" kern="0" spc="-7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1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CSE282.handSpray=</a:t>
            </a:r>
            <a:r>
              <a:rPr lang="en-US" altLang="en-US" sz="1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RememberPutBack</a:t>
            </a:r>
            <a:endParaRPr lang="en-US" altLang="en-US" sz="1600" kern="0" spc="-70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else: print("</a:t>
            </a:r>
            <a:r>
              <a:rPr lang="en-US" altLang="en-US" sz="1600" b="1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  <a:r>
              <a:rPr lang="en-US" altLang="en-US" sz="1600" kern="0" spc="-70" dirty="0">
                <a:solidFill>
                  <a:srgbClr val="000000">
                    <a:lumMod val="85000"/>
                    <a:lumOff val="1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14993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0"/>
            <a:ext cx="8610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Ed=</a:t>
            </a:r>
            <a:r>
              <a:rPr lang="en-US" altLang="en-US" sz="2600" b="1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("Green")</a:t>
            </a: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Gwen=</a:t>
            </a:r>
            <a:r>
              <a:rPr lang="en-US" altLang="en-US" sz="2600" b="1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("Green")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print(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600" kern="0" spc="-70" dirty="0">
                <a:solidFill>
                  <a:srgbClr val="B81F4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600" kern="0" dirty="0">
                <a:solidFill>
                  <a:srgbClr val="B81F43"/>
                </a:solidFill>
                <a:cs typeface="Courier New" panose="02070309020205020404" pitchFamily="49" charset="0"/>
              </a:rPr>
              <a:t>Students occupy space, so are objects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&lt;</a:t>
            </a:r>
            <a:r>
              <a:rPr lang="en-US" altLang="en-US" sz="2600" kern="0" spc="100" dirty="0">
                <a:solidFill>
                  <a:schemeClr val="tx1"/>
                </a:solidFill>
                <a:cs typeface="Courier New" panose="02070309020205020404" pitchFamily="49" charset="0"/>
              </a:rPr>
              <a:t>offeredA</a:t>
            </a:r>
            <a:r>
              <a:rPr lang="en-US" altLang="en-US" sz="2600" kern="0" spc="2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  <a:r>
              <a:rPr lang="en-US" altLang="en-US" sz="2600" kern="0" dirty="0">
                <a:solidFill>
                  <a:schemeClr val="tx1"/>
                </a:solidFill>
                <a:cs typeface="Courier New" panose="02070309020205020404" pitchFamily="49" charset="0"/>
              </a:rPr>
              <a:t>NSYSU.</a:t>
            </a:r>
            <a:r>
              <a:rPr lang="en-US" altLang="en-US" sz="2600" b="1" kern="0" dirty="0">
                <a:solidFill>
                  <a:schemeClr val="tx1"/>
                </a:solidFill>
                <a:cs typeface="Courier New" panose="02070309020205020404" pitchFamily="49" charset="0"/>
              </a:rPr>
              <a:t>CSE282 object</a:t>
            </a:r>
            <a:r>
              <a:rPr lang="en-US" altLang="en-US" sz="2600" kern="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at 0x6</a:t>
            </a:r>
            <a:r>
              <a:rPr lang="en-US" altLang="en-US" sz="2600" kern="0" spc="30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ffffff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cs typeface="Courier New" panose="02070309020205020404" pitchFamily="49" charset="0"/>
              </a:rPr>
              <a:t>2c040</a:t>
            </a:r>
            <a:r>
              <a:rPr lang="en-US" altLang="en-US" sz="2600" kern="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  <a:cs typeface="Courier New" panose="02070309020205020404" pitchFamily="49" charset="0"/>
              </a:rPr>
              <a:t>&gt;</a:t>
            </a:r>
          </a:p>
          <a:p>
            <a:pPr marL="342900" lvl="1" indent="-342900" eaLnBrk="1" hangingPunct="1">
              <a:lnSpc>
                <a:spcPct val="82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Ed.useSpray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68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Amy.useSpray</a:t>
            </a:r>
            <a:r>
              <a:rPr lang="en-US" altLang="en-US" sz="2600" kern="0" spc="-7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Cal.useSpray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RememberToPutBack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Used.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Cal.leaveRoom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Gwen.useSpray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#class attributes are shared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Cal.removeMask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</a:p>
          <a:p>
            <a:pPr marL="342900" lvl="1" indent="-342900" eaLnBrk="1" hangingPunct="1">
              <a:lnSpc>
                <a:spcPct val="6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Gwen.removeMask</a:t>
            </a:r>
            <a:r>
              <a:rPr lang="en-US" altLang="en-US" sz="26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#self attributes don't share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Cal.leaveRoom</a:t>
            </a:r>
            <a:r>
              <a:rPr lang="en-US" altLang="en-US" sz="2600" kern="0" spc="-7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This one has left already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00" kern="0" spc="-70" dirty="0" err="1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Ed.leaveRoom</a:t>
            </a:r>
            <a:r>
              <a:rPr lang="en-US" altLang="en-US" sz="2600" kern="0" spc="-70" dirty="0">
                <a:solidFill>
                  <a:srgbClr val="D119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#But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this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one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has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his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own</a:t>
            </a:r>
            <a:r>
              <a:rPr lang="en-US" altLang="en-US" kern="0" dirty="0">
                <a:solidFill>
                  <a:srgbClr val="C34361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2600" kern="0" dirty="0">
                <a:solidFill>
                  <a:srgbClr val="C34361"/>
                </a:solidFill>
                <a:cs typeface="Courier New" panose="02070309020205020404" pitchFamily="49" charset="0"/>
              </a:rPr>
              <a:t>attribute</a:t>
            </a:r>
          </a:p>
          <a:p>
            <a:pPr marL="342900" lvl="1" indent="-342900" eaLnBrk="1" hangingPunct="1">
              <a:lnSpc>
                <a:spcPct val="8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</a:p>
          <a:p>
            <a:pPr marL="342900" lvl="1" indent="-342900" eaLnBrk="1" hangingPunct="1">
              <a:lnSpc>
                <a:spcPct val="65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2600" kern="0" spc="-7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3505200" y="0"/>
            <a:ext cx="5638800" cy="350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b="1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1700" kern="0" dirty="0">
                <a:solidFill>
                  <a:srgbClr val="C34361"/>
                </a:solidFill>
                <a:cs typeface="Courier New" panose="02070309020205020404" pitchFamily="49" charset="0"/>
              </a:rPr>
              <a:t>#Students enroll in a university class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7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17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7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</a:t>
            </a:r>
            <a:r>
              <a:rPr lang="en-US" altLang="en-US" sz="17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7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700" kern="0" spc="-70" dirty="0" err="1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1700" kern="0" spc="-7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7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7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7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7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7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kern="0" spc="-7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1700" kern="0" spc="-7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7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7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7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17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b="1" kern="0" spc="-70" dirty="0" err="1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700" kern="0" spc="-70" dirty="0">
                <a:solidFill>
                  <a:srgbClr val="FF99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  <a:endParaRPr lang="en-US" altLang="en-US" sz="1700" kern="0" spc="-70" dirty="0">
              <a:solidFill>
                <a:schemeClr val="tx1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700" kern="0" spc="-70" dirty="0" err="1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700" kern="0" spc="-70" dirty="0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kern="0" spc="-70" dirty="0" err="1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1700" kern="0" spc="-70" dirty="0">
                <a:solidFill>
                  <a:srgbClr val="CC8814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7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1700" b="1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7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7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7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700" kern="0" spc="-7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700" kern="0" spc="-70" dirty="0">
                <a:solidFill>
                  <a:srgbClr val="EEDC2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kern="0" spc="-70" dirty="0" err="1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1700" kern="0" spc="-70" dirty="0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700" kern="0" spc="-70" dirty="0" err="1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self,RememberPutBack</a:t>
            </a:r>
            <a:r>
              <a:rPr lang="en-US" altLang="en-US" sz="1700" kern="0" spc="-70" dirty="0">
                <a:solidFill>
                  <a:srgbClr val="E0CC1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=True)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700" kern="0" spc="-70" dirty="0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not </a:t>
            </a:r>
            <a:r>
              <a:rPr lang="en-US" altLang="en-US" sz="1700" b="1" kern="0" spc="-70" dirty="0" err="1">
                <a:solidFill>
                  <a:srgbClr val="C619F5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</a:t>
            </a:r>
            <a:r>
              <a:rPr lang="en-US" altLang="en-US" sz="1700" b="1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7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CSE282.handSpray</a:t>
            </a: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700" kern="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print("Used.")</a:t>
            </a:r>
          </a:p>
          <a:p>
            <a:pPr marL="342900" lvl="1" indent="-342900" eaLnBrk="1" hangingPunct="1">
              <a:lnSpc>
                <a:spcPct val="70000"/>
              </a:lnSpc>
              <a:spcBef>
                <a:spcPts val="0"/>
              </a:spcBef>
              <a:buClr>
                <a:srgbClr val="2D2DB9"/>
              </a:buClr>
              <a:buFontTx/>
              <a:buNone/>
            </a:pPr>
            <a:r>
              <a:rPr lang="en-US" altLang="en-US" sz="1700" kern="0" spc="-70" dirty="0">
                <a:solidFill>
                  <a:schemeClr val="tx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700" b="1" kern="0" spc="-70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1700" b="1" kern="0" spc="-7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1700" kern="0" spc="-70" dirty="0">
                <a:solidFill>
                  <a:srgbClr val="C3436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505200" y="0"/>
            <a:ext cx="5638800" cy="350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CSE282()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1600" kern="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Courier New" panose="02070309020205020404" pitchFamily="49" charset="0"/>
              </a:rPr>
              <a:t>#Students enroll in a university class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handSpray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__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__(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self,color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=color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removeMask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self.mask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=None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leaveRoom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(self):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not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print("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OK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=False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useSpray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self,</a:t>
            </a:r>
            <a:r>
              <a:rPr lang="en-US" altLang="en-US" sz="1600" kern="0" spc="-7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RememberPutBack</a:t>
            </a:r>
            <a:r>
              <a:rPr lang="en-US" altLang="en-US" sz="1600" kern="0" spc="-7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not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self.inRoom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Already left.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"); return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if CSE282.handSpray: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print("Used.")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self.used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=True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#&lt;=A new attribute</a:t>
            </a: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CSE282.handSpray=</a:t>
            </a:r>
            <a:r>
              <a:rPr lang="en-US" altLang="en-US" sz="1600" kern="0" spc="-7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RememberPutBack</a:t>
            </a:r>
            <a:endParaRPr lang="en-US" altLang="en-US" sz="1600" kern="0" spc="-7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342900" lvl="1" indent="-342900" eaLnBrk="1" hangingPunct="1">
              <a:lnSpc>
                <a:spcPct val="67000"/>
              </a:lnSpc>
              <a:spcBef>
                <a:spcPts val="0"/>
              </a:spcBef>
              <a:buClr>
                <a:srgbClr val="2D2DB9"/>
              </a:buClr>
              <a:buNone/>
            </a:pP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else: print("</a:t>
            </a:r>
            <a:r>
              <a:rPr lang="en-US" altLang="en-US" sz="1600" b="1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Can't. It was taken.</a:t>
            </a:r>
            <a:r>
              <a:rPr lang="en-US" altLang="en-US" sz="1600" kern="0" spc="-7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419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4"/>
    </mc:Choice>
    <mc:Fallback xmlns="">
      <p:transition spd="slow" advTm="288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7" grpId="0" animBg="1"/>
    </p:bldLst>
  </p:timing>
  <p:extLst>
    <p:ext uri="{3A86A75C-4F4B-4683-9AE1-C65F6400EC91}">
      <p14:laserTraceLst xmlns:p14="http://schemas.microsoft.com/office/powerpoint/2010/main">
        <p14:tracePtLst>
          <p14:tracePt t="6022" x="6419850" y="5778500"/>
          <p14:tracePt t="6029" x="6426200" y="5753100"/>
          <p14:tracePt t="6036" x="6432550" y="5734050"/>
          <p14:tracePt t="6048" x="6432550" y="5715000"/>
          <p14:tracePt t="6066" x="6445250" y="5645150"/>
          <p14:tracePt t="6082" x="6457950" y="5594350"/>
          <p14:tracePt t="6099" x="6470650" y="5543550"/>
          <p14:tracePt t="6115" x="6515100" y="5403850"/>
          <p14:tracePt t="6132" x="6540500" y="5308600"/>
          <p14:tracePt t="6149" x="6604000" y="5118100"/>
          <p14:tracePt t="6165" x="6642100" y="5010150"/>
          <p14:tracePt t="6182" x="6692900" y="4813300"/>
          <p14:tracePt t="6185" x="6711950" y="4724400"/>
          <p14:tracePt t="6198" x="6756400" y="4527550"/>
          <p14:tracePt t="6215" x="6788150" y="4324350"/>
          <p14:tracePt t="6232" x="6794500" y="4108450"/>
          <p14:tracePt t="6248" x="6807200" y="3803650"/>
          <p14:tracePt t="6264" x="6819900" y="3625850"/>
          <p14:tracePt t="6282" x="6813550" y="3441700"/>
          <p14:tracePt t="6298" x="6813550" y="3365500"/>
          <p14:tracePt t="6314" x="6813550" y="3295650"/>
          <p14:tracePt t="6332" x="6813550" y="3238500"/>
          <p14:tracePt t="6348" x="6813550" y="3225800"/>
          <p14:tracePt t="6364" x="6813550" y="3206750"/>
          <p14:tracePt t="6381" x="6813550" y="3187700"/>
          <p14:tracePt t="6398" x="6813550" y="3168650"/>
          <p14:tracePt t="6415" x="6813550" y="3130550"/>
          <p14:tracePt t="6431" x="6807200" y="3105150"/>
          <p14:tracePt t="6447" x="6794500" y="3073400"/>
          <p14:tracePt t="6464" x="6769100" y="3009900"/>
          <p14:tracePt t="6480" x="6756400" y="2952750"/>
          <p14:tracePt t="6497" x="6731000" y="2901950"/>
          <p14:tracePt t="6514" x="6711950" y="2825750"/>
          <p14:tracePt t="6531" x="6699250" y="2774950"/>
          <p14:tracePt t="6548" x="6686550" y="2717800"/>
          <p14:tracePt t="6563" x="6686550" y="2692400"/>
          <p14:tracePt t="6580" x="6680200" y="2673350"/>
          <p14:tracePt t="6597" x="6680200" y="2654300"/>
          <p14:tracePt t="6633" x="6680200" y="2647950"/>
          <p14:tracePt t="7337" x="6686550" y="2647950"/>
          <p14:tracePt t="7345" x="6692900" y="2647950"/>
          <p14:tracePt t="7351" x="6705600" y="2647950"/>
          <p14:tracePt t="7360" x="6711950" y="2647950"/>
          <p14:tracePt t="7377" x="6724650" y="2647950"/>
          <p14:tracePt t="7394" x="6743700" y="2641600"/>
          <p14:tracePt t="7410" x="6756400" y="2641600"/>
          <p14:tracePt t="7428" x="6769100" y="2641600"/>
          <p14:tracePt t="7443" x="6775450" y="2641600"/>
          <p14:tracePt t="7477" x="6781800" y="2641600"/>
          <p14:tracePt t="7493" x="6788150" y="2635250"/>
          <p14:tracePt t="7528" x="6794500" y="2635250"/>
          <p14:tracePt t="7554" x="6800850" y="2635250"/>
          <p14:tracePt t="7576" x="6807200" y="2628900"/>
          <p14:tracePt t="7582" x="6813550" y="2628900"/>
          <p14:tracePt t="7603" x="6826250" y="2628900"/>
          <p14:tracePt t="7617" x="6832600" y="2622550"/>
          <p14:tracePt t="7626" x="6845300" y="2622550"/>
          <p14:tracePt t="7643" x="6858000" y="2622550"/>
          <p14:tracePt t="7660" x="6896100" y="2609850"/>
          <p14:tracePt t="7676" x="6946900" y="2603500"/>
          <p14:tracePt t="7693" x="6985000" y="2597150"/>
          <p14:tracePt t="7709" x="7042150" y="2578100"/>
          <p14:tracePt t="7726" x="7124700" y="2559050"/>
          <p14:tracePt t="7744" x="7200900" y="2546350"/>
          <p14:tracePt t="7759" x="7226300" y="2546350"/>
          <p14:tracePt t="7776" x="7283450" y="2546350"/>
          <p14:tracePt t="7793" x="7353300" y="2540000"/>
          <p14:tracePt t="7809" x="7378700" y="2533650"/>
          <p14:tracePt t="7826" x="7410450" y="2533650"/>
          <p14:tracePt t="7843" x="7480300" y="2520950"/>
          <p14:tracePt t="7859" x="7499350" y="2514600"/>
          <p14:tracePt t="7876" x="7518400" y="2514600"/>
          <p14:tracePt t="7892" x="7556500" y="2508250"/>
          <p14:tracePt t="7909" x="7588250" y="2508250"/>
          <p14:tracePt t="7926" x="7620000" y="2501900"/>
          <p14:tracePt t="7942" x="7632700" y="2501900"/>
          <p14:tracePt t="7959" x="7664450" y="2501900"/>
          <p14:tracePt t="7975" x="7683500" y="2501900"/>
          <p14:tracePt t="7992" x="7696200" y="2501900"/>
          <p14:tracePt t="8009" x="7715250" y="2495550"/>
          <p14:tracePt t="8025" x="7727950" y="2495550"/>
          <p14:tracePt t="8042" x="7740650" y="2495550"/>
          <p14:tracePt t="8059" x="7753350" y="2495550"/>
          <p14:tracePt t="8075" x="7766050" y="2495550"/>
          <p14:tracePt t="8091" x="7772400" y="2495550"/>
          <p14:tracePt t="8109" x="7778750" y="2495550"/>
          <p14:tracePt t="8124" x="7785100" y="2495550"/>
          <p14:tracePt t="8332" x="7772400" y="2495550"/>
          <p14:tracePt t="8347" x="7753350" y="2495550"/>
          <p14:tracePt t="8354" x="7734300" y="2495550"/>
          <p14:tracePt t="8368" x="7696200" y="2495550"/>
          <p14:tracePt t="8377" x="7658100" y="2495550"/>
          <p14:tracePt t="8390" x="7600950" y="2501900"/>
          <p14:tracePt t="8407" x="7473950" y="2501900"/>
          <p14:tracePt t="8424" x="7321550" y="2508250"/>
          <p14:tracePt t="8440" x="7258050" y="2508250"/>
          <p14:tracePt t="8457" x="7131050" y="2508250"/>
          <p14:tracePt t="8474" x="7023100" y="2508250"/>
          <p14:tracePt t="8490" x="6997700" y="2508250"/>
          <p14:tracePt t="8507" x="6965950" y="2508250"/>
          <p14:tracePt t="8523" x="6921500" y="2508250"/>
          <p14:tracePt t="8540" x="6902450" y="2508250"/>
          <p14:tracePt t="8557" x="6889750" y="2508250"/>
          <p14:tracePt t="8585" x="6883400" y="2508250"/>
          <p14:tracePt t="8648" x="6877050" y="2508250"/>
          <p14:tracePt t="8704" x="6877050" y="2514600"/>
          <p14:tracePt t="8725" x="6883400" y="2514600"/>
          <p14:tracePt t="8746" x="6889750" y="2514600"/>
          <p14:tracePt t="8753" x="6896100" y="2514600"/>
          <p14:tracePt t="8767" x="6902450" y="2514600"/>
          <p14:tracePt t="8775" x="6921500" y="2514600"/>
          <p14:tracePt t="8789" x="6940550" y="2514600"/>
          <p14:tracePt t="8806" x="6965950" y="2514600"/>
          <p14:tracePt t="8823" x="7137400" y="2501900"/>
          <p14:tracePt t="8839" x="7213600" y="2501900"/>
          <p14:tracePt t="8855" x="7289800" y="2495550"/>
          <p14:tracePt t="8872" x="7454900" y="2476500"/>
          <p14:tracePt t="8889" x="7626350" y="2457450"/>
          <p14:tracePt t="8905" x="7689850" y="2438400"/>
          <p14:tracePt t="8922" x="7823200" y="2419350"/>
          <p14:tracePt t="8939" x="7918450" y="2400300"/>
          <p14:tracePt t="8957" x="7981950" y="2387600"/>
          <p14:tracePt t="8972" x="8001000" y="2387600"/>
          <p14:tracePt t="8988" x="8020050" y="2381250"/>
          <p14:tracePt t="9005" x="8026400" y="2381250"/>
          <p14:tracePt t="9097" x="8026400" y="2387600"/>
          <p14:tracePt t="9146" x="8020050" y="2387600"/>
          <p14:tracePt t="9230" x="8013700" y="2387600"/>
          <p14:tracePt t="9238" x="8007350" y="2387600"/>
          <p14:tracePt t="9244" x="8001000" y="2387600"/>
          <p14:tracePt t="9526" x="7994650" y="2387600"/>
          <p14:tracePt t="9611" x="7994650" y="2400300"/>
          <p14:tracePt t="9617" x="7994650" y="2406650"/>
          <p14:tracePt t="9624" x="7994650" y="2413000"/>
          <p14:tracePt t="9639" x="8001000" y="2419350"/>
          <p14:tracePt t="9653" x="8007350" y="2425700"/>
          <p14:tracePt t="9669" x="8045450" y="2444750"/>
          <p14:tracePt t="9686" x="8070850" y="2457450"/>
          <p14:tracePt t="9703" x="8153400" y="2482850"/>
          <p14:tracePt t="9719" x="8274050" y="2520950"/>
          <p14:tracePt t="9736" x="8407400" y="2546350"/>
          <p14:tracePt t="9752" x="8470900" y="2559050"/>
          <p14:tracePt t="9769" x="8553450" y="2565400"/>
          <p14:tracePt t="9786" x="8610600" y="2571750"/>
          <p14:tracePt t="9802" x="8629650" y="2571750"/>
          <p14:tracePt t="9819" x="8642350" y="2571750"/>
          <p14:tracePt t="9837" x="8655050" y="2571750"/>
          <p14:tracePt t="9877" x="8648700" y="2571750"/>
          <p14:tracePt t="9898" x="8642350" y="2571750"/>
          <p14:tracePt t="9947" x="8629650" y="2571750"/>
          <p14:tracePt t="9961" x="8623300" y="2571750"/>
          <p14:tracePt t="9970" x="8616950" y="2571750"/>
          <p14:tracePt t="9985" x="8604250" y="2571750"/>
          <p14:tracePt t="10002" x="8559800" y="2571750"/>
          <p14:tracePt t="10019" x="8451850" y="2565400"/>
          <p14:tracePt t="10035" x="8388350" y="2565400"/>
          <p14:tracePt t="10052" x="8235950" y="2546350"/>
          <p14:tracePt t="10068" x="8064500" y="2540000"/>
          <p14:tracePt t="10085" x="7975600" y="2527300"/>
          <p14:tracePt t="10102" x="7810500" y="2527300"/>
          <p14:tracePt t="10118" x="7645400" y="2527300"/>
          <p14:tracePt t="10136" x="7518400" y="2527300"/>
          <p14:tracePt t="10151" x="7467600" y="2527300"/>
          <p14:tracePt t="10168" x="7429500" y="2527300"/>
          <p14:tracePt t="10185" x="7372350" y="2527300"/>
          <p14:tracePt t="10218" x="7366000" y="2527300"/>
          <p14:tracePt t="10269" x="7366000" y="2533650"/>
          <p14:tracePt t="10339" x="7372350" y="2533650"/>
          <p14:tracePt t="10346" x="7385050" y="2533650"/>
          <p14:tracePt t="10360" x="7410450" y="2533650"/>
          <p14:tracePt t="10371" x="7435850" y="2533650"/>
          <p14:tracePt t="10384" x="7473950" y="2527300"/>
          <p14:tracePt t="10401" x="7626350" y="2514600"/>
          <p14:tracePt t="10417" x="7804150" y="2514600"/>
          <p14:tracePt t="10433" x="7899400" y="2501900"/>
          <p14:tracePt t="10450" x="7962900" y="2501900"/>
          <p14:tracePt t="10466" x="8140700" y="2495550"/>
          <p14:tracePt t="10483" x="8172450" y="2495550"/>
          <p14:tracePt t="10500" x="8210550" y="2489200"/>
          <p14:tracePt t="10516" x="8216900" y="2489200"/>
          <p14:tracePt t="10533" x="8229600" y="2489200"/>
          <p14:tracePt t="10566" x="8229600" y="2495550"/>
          <p14:tracePt t="10582" x="8223250" y="2495550"/>
          <p14:tracePt t="10600" x="8216900" y="2495550"/>
          <p14:tracePt t="10627" x="8216900" y="2501900"/>
          <p14:tracePt t="10648" x="8210550" y="2501900"/>
          <p14:tracePt t="11048" x="8166100" y="2501900"/>
          <p14:tracePt t="11062" x="8115300" y="2508250"/>
          <p14:tracePt t="11070" x="8045450" y="2508250"/>
          <p14:tracePt t="11081" x="7994650" y="2508250"/>
          <p14:tracePt t="11098" x="7842250" y="2508250"/>
          <p14:tracePt t="11114" x="7778750" y="2501900"/>
          <p14:tracePt t="11131" x="7702550" y="2501900"/>
          <p14:tracePt t="11148" x="7512050" y="2501900"/>
          <p14:tracePt t="11164" x="7454900" y="2495550"/>
          <p14:tracePt t="11182" x="7366000" y="2489200"/>
          <p14:tracePt t="11197" x="7321550" y="2476500"/>
          <p14:tracePt t="11214" x="7251700" y="2476500"/>
          <p14:tracePt t="11231" x="7213600" y="2470150"/>
          <p14:tracePt t="11247" x="7200900" y="2470150"/>
          <p14:tracePt t="11264" x="7175500" y="2470150"/>
          <p14:tracePt t="11281" x="7162800" y="2463800"/>
          <p14:tracePt t="11371" x="7169150" y="2463800"/>
          <p14:tracePt t="11378" x="7175500" y="2463800"/>
          <p14:tracePt t="11392" x="7188200" y="2463800"/>
          <p14:tracePt t="11400" x="7207250" y="2463800"/>
          <p14:tracePt t="11416" x="7239000" y="2470150"/>
          <p14:tracePt t="11430" x="7366000" y="2470150"/>
          <p14:tracePt t="11446" x="7454900" y="2470150"/>
          <p14:tracePt t="11463" x="7670800" y="2482850"/>
          <p14:tracePt t="11480" x="7785100" y="2482850"/>
          <p14:tracePt t="11497" x="8115300" y="2470150"/>
          <p14:tracePt t="11513" x="8204200" y="2451100"/>
          <p14:tracePt t="11530" x="8255000" y="2438400"/>
          <p14:tracePt t="11546" x="8331200" y="2425700"/>
          <p14:tracePt t="11563" x="8356600" y="2413000"/>
          <p14:tracePt t="11637" x="8350250" y="2413000"/>
          <p14:tracePt t="11651" x="8337550" y="2413000"/>
          <p14:tracePt t="11658" x="8312150" y="2413000"/>
          <p14:tracePt t="11673" x="8274050" y="2413000"/>
          <p14:tracePt t="11682" x="8223250" y="2413000"/>
          <p14:tracePt t="11695" x="8147050" y="2413000"/>
          <p14:tracePt t="11712" x="7969250" y="2413000"/>
          <p14:tracePt t="11729" x="7778750" y="2400300"/>
          <p14:tracePt t="11745" x="7677150" y="2400300"/>
          <p14:tracePt t="11762" x="7562850" y="2406650"/>
          <p14:tracePt t="11779" x="7283450" y="2425700"/>
          <p14:tracePt t="11795" x="7194550" y="2432050"/>
          <p14:tracePt t="11812" x="7048500" y="2463800"/>
          <p14:tracePt t="11828" x="7004050" y="2482850"/>
          <p14:tracePt t="11845" x="6934200" y="2501900"/>
          <p14:tracePt t="11862" x="6902450" y="2501900"/>
          <p14:tracePt t="11878" x="6896100" y="2501900"/>
          <p14:tracePt t="11918" x="6896100" y="2508250"/>
          <p14:tracePt t="11938" x="6902450" y="2508250"/>
          <p14:tracePt t="11953" x="6908800" y="2508250"/>
          <p14:tracePt t="11961" x="6927850" y="2508250"/>
          <p14:tracePt t="11978" x="6959600" y="2508250"/>
          <p14:tracePt t="11995" x="7086600" y="2508250"/>
          <p14:tracePt t="12011" x="7289800" y="2489200"/>
          <p14:tracePt t="12028" x="7416800" y="2476500"/>
          <p14:tracePt t="12045" x="7683500" y="2457450"/>
          <p14:tracePt t="12062" x="7937500" y="2425700"/>
          <p14:tracePt t="12078" x="8026400" y="2413000"/>
          <p14:tracePt t="12094" x="8147050" y="2393950"/>
          <p14:tracePt t="12111" x="8185150" y="2393950"/>
          <p14:tracePt t="12128" x="8210550" y="2387600"/>
          <p14:tracePt t="12191" x="8197850" y="2387600"/>
          <p14:tracePt t="12198" x="8191500" y="2387600"/>
          <p14:tracePt t="12219" x="8172450" y="2393950"/>
          <p14:tracePt t="12234" x="8134350" y="2393950"/>
          <p14:tracePt t="12243" x="8089900" y="2393950"/>
          <p14:tracePt t="12261" x="8026400" y="2393950"/>
          <p14:tracePt t="12277" x="7874000" y="2400300"/>
          <p14:tracePt t="12293" x="7670800" y="2419350"/>
          <p14:tracePt t="12311" x="7467600" y="2419350"/>
          <p14:tracePt t="12327" x="7353300" y="2432050"/>
          <p14:tracePt t="12343" x="7188200" y="2438400"/>
          <p14:tracePt t="12360" x="7042150" y="2451100"/>
          <p14:tracePt t="12377" x="6991350" y="2470150"/>
          <p14:tracePt t="12395" x="6921500" y="2482850"/>
          <p14:tracePt t="12410" x="6889750" y="2489200"/>
          <p14:tracePt t="12444" x="6883400" y="2489200"/>
          <p14:tracePt t="12472" x="6889750" y="2495550"/>
          <p14:tracePt t="12479" x="6915150" y="2495550"/>
          <p14:tracePt t="12495" x="6953250" y="2495550"/>
          <p14:tracePt t="12509" x="7004050" y="2495550"/>
          <p14:tracePt t="12526" x="7169150" y="2495550"/>
          <p14:tracePt t="12543" x="7435850" y="2476500"/>
          <p14:tracePt t="12559" x="7594600" y="2463800"/>
          <p14:tracePt t="12577" x="7854950" y="2463800"/>
          <p14:tracePt t="12593" x="8070850" y="2463800"/>
          <p14:tracePt t="12609" x="8147050" y="2463800"/>
          <p14:tracePt t="12626" x="8242300" y="2463800"/>
          <p14:tracePt t="12642" x="8280400" y="2463800"/>
          <p14:tracePt t="12659" x="8286750" y="2463800"/>
          <p14:tracePt t="12676" x="8293100" y="2463800"/>
          <p14:tracePt t="12758" x="8286750" y="2457450"/>
          <p14:tracePt t="12772" x="8280400" y="2457450"/>
          <p14:tracePt t="12801" x="8274050" y="2457450"/>
          <p14:tracePt t="12822" x="8261350" y="2457450"/>
          <p14:tracePt t="12843" x="8242300" y="2457450"/>
          <p14:tracePt t="12850" x="8223250" y="2457450"/>
          <p14:tracePt t="12864" x="8197850" y="2457450"/>
          <p14:tracePt t="12875" x="8159750" y="2457450"/>
          <p14:tracePt t="12893" x="8032750" y="2470150"/>
          <p14:tracePt t="12908" x="7956550" y="2476500"/>
          <p14:tracePt t="12925" x="7766050" y="2489200"/>
          <p14:tracePt t="12942" x="7575550" y="2495550"/>
          <p14:tracePt t="12958" x="7486650" y="2495550"/>
          <p14:tracePt t="12976" x="7327900" y="2527300"/>
          <p14:tracePt t="12992" x="7245350" y="2540000"/>
          <p14:tracePt t="13008" x="7232650" y="2546350"/>
          <p14:tracePt t="13025" x="7219950" y="2559050"/>
          <p14:tracePt t="13040" x="7213600" y="2559050"/>
          <p14:tracePt t="13061" x="7219950" y="2565400"/>
          <p14:tracePt t="13077" x="7232650" y="2565400"/>
          <p14:tracePt t="13091" x="7270750" y="2578100"/>
          <p14:tracePt t="13108" x="7372350" y="2578100"/>
          <p14:tracePt t="13124" x="7550150" y="2584450"/>
          <p14:tracePt t="13141" x="7664450" y="2584450"/>
          <p14:tracePt t="13158" x="7880350" y="2584450"/>
          <p14:tracePt t="13174" x="8058150" y="2584450"/>
          <p14:tracePt t="13191" x="8121650" y="2584450"/>
          <p14:tracePt t="13208" x="8191500" y="2571750"/>
          <p14:tracePt t="13224" x="8210550" y="2571750"/>
          <p14:tracePt t="13241" x="8216900" y="2571750"/>
          <p14:tracePt t="13306" x="8210550" y="2578100"/>
          <p14:tracePt t="13341" x="8204200" y="2578100"/>
          <p14:tracePt t="13376" x="8197850" y="2578100"/>
          <p14:tracePt t="13411" x="8191500" y="2578100"/>
          <p14:tracePt t="13446" x="8191500" y="2571750"/>
          <p14:tracePt t="13460" x="8185150" y="2571750"/>
          <p14:tracePt t="13474" x="8178800" y="2571750"/>
          <p14:tracePt t="13481" x="8172450" y="2578100"/>
          <p14:tracePt t="13495" x="8159750" y="2578100"/>
          <p14:tracePt t="13506" x="8147050" y="2584450"/>
          <p14:tracePt t="13523" x="8108950" y="2597150"/>
          <p14:tracePt t="13539" x="8064500" y="2609850"/>
          <p14:tracePt t="13556" x="7943850" y="2654300"/>
          <p14:tracePt t="13573" x="7797800" y="2705100"/>
          <p14:tracePt t="13589" x="7715250" y="2730500"/>
          <p14:tracePt t="13606" x="7556500" y="2781300"/>
          <p14:tracePt t="13623" x="7435850" y="2819400"/>
          <p14:tracePt t="13639" x="7391400" y="2838450"/>
          <p14:tracePt t="13656" x="7366000" y="2844800"/>
          <p14:tracePt t="13672" x="7315200" y="2857500"/>
          <p14:tracePt t="13689" x="7315200" y="2863850"/>
          <p14:tracePt t="13707" x="7308850" y="2863850"/>
          <p14:tracePt t="13756" x="7302500" y="2863850"/>
          <p14:tracePt t="14464" x="7277100" y="2851150"/>
          <p14:tracePt t="14472" x="7239000" y="2819400"/>
          <p14:tracePt t="14487" x="7194550" y="2781300"/>
          <p14:tracePt t="14493" x="7150100" y="2743200"/>
          <p14:tracePt t="14507" x="7118350" y="2717800"/>
          <p14:tracePt t="14519" x="7080250" y="2686050"/>
          <p14:tracePt t="14536" x="7035800" y="2647950"/>
          <p14:tracePt t="14552" x="7016750" y="2635250"/>
          <p14:tracePt t="14569" x="6985000" y="2616200"/>
          <p14:tracePt t="14586" x="6965950" y="2597150"/>
          <p14:tracePt t="14602" x="6959600" y="2590800"/>
          <p14:tracePt t="14619" x="6946900" y="2578100"/>
          <p14:tracePt t="14635" x="6940550" y="2565400"/>
          <p14:tracePt t="14669" x="6934200" y="2559050"/>
          <p14:tracePt t="14685" x="6934200" y="2552700"/>
          <p14:tracePt t="14843" x="6940550" y="2552700"/>
          <p14:tracePt t="14857" x="6946900" y="2546350"/>
          <p14:tracePt t="14879" x="6953250" y="2546350"/>
          <p14:tracePt t="14886" x="6965950" y="2546350"/>
          <p14:tracePt t="14892" x="6978650" y="2540000"/>
          <p14:tracePt t="14906" x="7010400" y="2540000"/>
          <p14:tracePt t="14918" x="7035800" y="2533650"/>
          <p14:tracePt t="14935" x="7156450" y="2514600"/>
          <p14:tracePt t="14951" x="7232650" y="2495550"/>
          <p14:tracePt t="14968" x="7366000" y="2463800"/>
          <p14:tracePt t="14984" x="7499350" y="2438400"/>
          <p14:tracePt t="15001" x="7556500" y="2425700"/>
          <p14:tracePt t="15018" x="7581900" y="2419350"/>
          <p14:tracePt t="15034" x="7639050" y="2413000"/>
          <p14:tracePt t="15051" x="7645400" y="2413000"/>
          <p14:tracePt t="15096" x="7645400" y="2419350"/>
          <p14:tracePt t="15124" x="7639050" y="2419350"/>
          <p14:tracePt t="15138" x="7632700" y="2419350"/>
          <p14:tracePt t="15145" x="7620000" y="2419350"/>
          <p14:tracePt t="15159" x="7607300" y="2419350"/>
          <p14:tracePt t="15167" x="7588250" y="2419350"/>
          <p14:tracePt t="15184" x="7569200" y="2419350"/>
          <p14:tracePt t="15201" x="7512050" y="2432050"/>
          <p14:tracePt t="15217" x="7429500" y="2432050"/>
          <p14:tracePt t="15233" x="7404100" y="2432050"/>
          <p14:tracePt t="15250" x="7334250" y="2438400"/>
          <p14:tracePt t="15267" x="7277100" y="2444750"/>
          <p14:tracePt t="15283" x="7245350" y="2444750"/>
          <p14:tracePt t="15300" x="7213600" y="2451100"/>
          <p14:tracePt t="15317" x="7188200" y="2451100"/>
          <p14:tracePt t="15333" x="7181850" y="2451100"/>
          <p14:tracePt t="15447" x="7181850" y="2457450"/>
          <p14:tracePt t="15468" x="7188200" y="2457450"/>
          <p14:tracePt t="15474" x="7194550" y="2457450"/>
          <p14:tracePt t="15488" x="7200900" y="2457450"/>
          <p14:tracePt t="15499" x="7207250" y="2457450"/>
          <p14:tracePt t="15517" x="7245350" y="2457450"/>
          <p14:tracePt t="15532" x="7264400" y="2457450"/>
          <p14:tracePt t="15549" x="7366000" y="2463800"/>
          <p14:tracePt t="15566" x="7486650" y="2463800"/>
          <p14:tracePt t="15582" x="7562850" y="2463800"/>
          <p14:tracePt t="15599" x="7702550" y="2463800"/>
          <p14:tracePt t="15616" x="7816850" y="2451100"/>
          <p14:tracePt t="15632" x="7861300" y="2451100"/>
          <p14:tracePt t="15650" x="7918450" y="2444750"/>
          <p14:tracePt t="15666" x="7943850" y="2444750"/>
          <p14:tracePt t="15701" x="7950200" y="2444750"/>
          <p14:tracePt t="15769" x="7956550" y="2444750"/>
          <p14:tracePt t="15888" x="7962900" y="2444750"/>
          <p14:tracePt t="15895" x="7969250" y="2444750"/>
          <p14:tracePt t="15916" x="7975600" y="2444750"/>
          <p14:tracePt t="15937" x="7981950" y="2444750"/>
          <p14:tracePt t="15958" x="7988300" y="2444750"/>
          <p14:tracePt t="15965" x="7994650" y="2444750"/>
          <p14:tracePt t="15979" x="8001000" y="2444750"/>
          <p14:tracePt t="16000" x="8007350" y="2444750"/>
          <p14:tracePt t="16007" x="8013700" y="2444750"/>
          <p14:tracePt t="16016" x="8020050" y="2444750"/>
          <p14:tracePt t="16049" x="8026400" y="2444750"/>
          <p14:tracePt t="16084" x="8032750" y="2444750"/>
          <p14:tracePt t="16106" x="8039100" y="2444750"/>
          <p14:tracePt t="16141" x="8045450" y="2451100"/>
          <p14:tracePt t="16155" x="8051800" y="2451100"/>
          <p14:tracePt t="16176" x="8058150" y="2457450"/>
          <p14:tracePt t="16198" x="8064500" y="2457450"/>
          <p14:tracePt t="16211" x="8070850" y="2463800"/>
          <p14:tracePt t="16218" x="8077200" y="2470150"/>
          <p14:tracePt t="16230" x="8089900" y="2476500"/>
          <p14:tracePt t="16247" x="8115300" y="2489200"/>
          <p14:tracePt t="16263" x="8134350" y="2489200"/>
          <p14:tracePt t="16281" x="8185150" y="2508250"/>
          <p14:tracePt t="16297" x="8229600" y="2514600"/>
          <p14:tracePt t="16313" x="8255000" y="2514600"/>
          <p14:tracePt t="16317" x="8286750" y="2520950"/>
          <p14:tracePt t="16332" x="8324850" y="2520950"/>
          <p14:tracePt t="16346" x="8350250" y="2520950"/>
          <p14:tracePt t="16363" x="8401050" y="2520950"/>
          <p14:tracePt t="16380" x="8445500" y="2514600"/>
          <p14:tracePt t="16396" x="8464550" y="2514600"/>
          <p14:tracePt t="16413" x="8483600" y="2508250"/>
          <p14:tracePt t="16429" x="8496300" y="2508250"/>
          <p14:tracePt t="16463" x="8502650" y="2508250"/>
          <p14:tracePt t="16610" x="8502650" y="2501900"/>
          <p14:tracePt t="16680" x="8496300" y="2501900"/>
          <p14:tracePt t="16702" x="8489950" y="2501900"/>
          <p14:tracePt t="16708" x="8483600" y="2501900"/>
          <p14:tracePt t="16715" x="8477250" y="2501900"/>
          <p14:tracePt t="16736" x="8470900" y="2501900"/>
          <p14:tracePt t="16750" x="8458200" y="2508250"/>
          <p14:tracePt t="16772" x="8445500" y="2514600"/>
          <p14:tracePt t="16781" x="8432800" y="2520950"/>
          <p14:tracePt t="16794" x="8420100" y="2527300"/>
          <p14:tracePt t="16812" x="8394700" y="2540000"/>
          <p14:tracePt t="16828" x="8375650" y="2546350"/>
          <p14:tracePt t="16845" x="8375650" y="2552700"/>
          <p14:tracePt t="16861" x="8369300" y="2559050"/>
          <p14:tracePt t="16919" x="8375650" y="2559050"/>
          <p14:tracePt t="16926" x="8382000" y="2559050"/>
          <p14:tracePt t="16946" x="8388350" y="2559050"/>
          <p14:tracePt t="16967" x="8394700" y="2559050"/>
          <p14:tracePt t="16989" x="8401050" y="2559050"/>
          <p14:tracePt t="16996" x="8407400" y="2552700"/>
          <p14:tracePt t="17017" x="8413750" y="2552700"/>
          <p14:tracePt t="17038" x="8413750" y="2546350"/>
          <p14:tracePt t="17066" x="8413750" y="2540000"/>
          <p14:tracePt t="17101" x="8413750" y="2533650"/>
          <p14:tracePt t="17108" x="8407400" y="2533650"/>
          <p14:tracePt t="17122" x="8401050" y="2533650"/>
          <p14:tracePt t="17136" x="8394700" y="2533650"/>
          <p14:tracePt t="17150" x="8382000" y="2533650"/>
          <p14:tracePt t="17160" x="8369300" y="2533650"/>
          <p14:tracePt t="17177" x="8356600" y="2533650"/>
          <p14:tracePt t="17193" x="8331200" y="2540000"/>
          <p14:tracePt t="17210" x="8299450" y="2559050"/>
          <p14:tracePt t="17227" x="8280400" y="2565400"/>
          <p14:tracePt t="17243" x="8274050" y="2571750"/>
          <p14:tracePt t="17260" x="8274050" y="2578100"/>
          <p14:tracePt t="17277" x="8293100" y="2590800"/>
          <p14:tracePt t="17293" x="8305800" y="2597150"/>
          <p14:tracePt t="17310" x="8337550" y="2603500"/>
          <p14:tracePt t="17326" x="8407400" y="2609850"/>
          <p14:tracePt t="17343" x="8470900" y="2609850"/>
          <p14:tracePt t="17361" x="8534400" y="2609850"/>
          <p14:tracePt t="17376" x="8553450" y="2603500"/>
          <p14:tracePt t="17392" x="8572500" y="2590800"/>
          <p14:tracePt t="17409" x="8572500" y="2584450"/>
          <p14:tracePt t="17426" x="8572500" y="2578100"/>
          <p14:tracePt t="17442" x="8566150" y="2578100"/>
          <p14:tracePt t="17459" x="8553450" y="2565400"/>
          <p14:tracePt t="17476" x="8547100" y="2559050"/>
          <p14:tracePt t="17493" x="8509000" y="2540000"/>
          <p14:tracePt t="17509" x="8445500" y="2514600"/>
          <p14:tracePt t="17525" x="8394700" y="2508250"/>
          <p14:tracePt t="17543" x="8299450" y="2489200"/>
          <p14:tracePt t="17559" x="8216900" y="2482850"/>
          <p14:tracePt t="17575" x="8178800" y="2482850"/>
          <p14:tracePt t="17592" x="8108950" y="2482850"/>
          <p14:tracePt t="17608" x="8089900" y="2482850"/>
          <p14:tracePt t="17625" x="8058150" y="2501900"/>
          <p14:tracePt t="17642" x="8039100" y="2514600"/>
          <p14:tracePt t="17658" x="8032750" y="2520950"/>
          <p14:tracePt t="17675" x="8026400" y="2527300"/>
          <p14:tracePt t="17711" x="8032750" y="2527300"/>
          <p14:tracePt t="17739" x="8045450" y="2527300"/>
          <p14:tracePt t="17753" x="8051800" y="2527300"/>
          <p14:tracePt t="17767" x="8058150" y="2527300"/>
          <p14:tracePt t="17823" x="8064500" y="2527300"/>
          <p14:tracePt t="17858" x="8070850" y="2527300"/>
          <p14:tracePt t="18012" x="8064500" y="2527300"/>
          <p14:tracePt t="18061" x="8058150" y="2527300"/>
          <p14:tracePt t="18075" x="8051800" y="2527300"/>
          <p14:tracePt t="18502" x="8032750" y="2527300"/>
          <p14:tracePt t="18508" x="8020050" y="2533650"/>
          <p14:tracePt t="18525" x="8001000" y="2540000"/>
          <p14:tracePt t="18539" x="7975600" y="2552700"/>
          <p14:tracePt t="18555" x="7962900" y="2559050"/>
          <p14:tracePt t="18572" x="7943850" y="2571750"/>
          <p14:tracePt t="18588" x="7937500" y="2578100"/>
          <p14:tracePt t="18605" x="7924800" y="2584450"/>
          <p14:tracePt t="18642" x="7924800" y="2590800"/>
          <p14:tracePt t="18655" x="7924800" y="2597150"/>
          <p14:tracePt t="18691" x="7918450" y="2597150"/>
          <p14:tracePt t="18698" x="7918450" y="2603500"/>
          <p14:tracePt t="18740" x="7918450" y="2609850"/>
          <p14:tracePt t="18782" x="7918450" y="2616200"/>
          <p14:tracePt t="18809" x="7924800" y="2616200"/>
          <p14:tracePt t="18816" x="7931150" y="2616200"/>
          <p14:tracePt t="18830" x="7937500" y="2616200"/>
          <p14:tracePt t="18852" x="7943850" y="2616200"/>
          <p14:tracePt t="18859" x="7950200" y="2616200"/>
          <p14:tracePt t="18874" x="7956550" y="2609850"/>
          <p14:tracePt t="18888" x="7988300" y="2609850"/>
          <p14:tracePt t="18904" x="8007350" y="2603500"/>
          <p14:tracePt t="18921" x="8039100" y="2597150"/>
          <p14:tracePt t="18937" x="8089900" y="2584450"/>
          <p14:tracePt t="18954" x="8140700" y="2571750"/>
          <p14:tracePt t="18972" x="8172450" y="2565400"/>
          <p14:tracePt t="18987" x="8185150" y="2565400"/>
          <p14:tracePt t="19004" x="8197850" y="2552700"/>
          <p14:tracePt t="19020" x="8204200" y="2552700"/>
          <p14:tracePt t="19037" x="8204200" y="2546350"/>
          <p14:tracePt t="19054" x="8204200" y="2540000"/>
          <p14:tracePt t="19071" x="8204200" y="2533650"/>
          <p14:tracePt t="19104" x="8197850" y="2533650"/>
          <p14:tracePt t="19120" x="8191500" y="2527300"/>
          <p14:tracePt t="19140" x="8185150" y="2527300"/>
          <p14:tracePt t="19156" x="8185150" y="2520950"/>
          <p14:tracePt t="19171" x="8172450" y="2520950"/>
          <p14:tracePt t="19187" x="8153400" y="2520950"/>
          <p14:tracePt t="19204" x="8102600" y="2520950"/>
          <p14:tracePt t="19220" x="8064500" y="2520950"/>
          <p14:tracePt t="19238" x="7912100" y="2514600"/>
          <p14:tracePt t="19253" x="7842250" y="2514600"/>
          <p14:tracePt t="19270" x="7778750" y="2514600"/>
          <p14:tracePt t="19287" x="7677150" y="2514600"/>
          <p14:tracePt t="19304" x="7594600" y="2527300"/>
          <p14:tracePt t="19320" x="7562850" y="2533650"/>
          <p14:tracePt t="19323" x="7543800" y="2533650"/>
          <p14:tracePt t="19337" x="7531100" y="2533650"/>
          <p14:tracePt t="19353" x="7518400" y="2533650"/>
          <p14:tracePt t="19370" x="7512050" y="2533650"/>
          <p14:tracePt t="19482" x="7512050" y="2540000"/>
          <p14:tracePt t="19589" x="7518400" y="2546350"/>
          <p14:tracePt t="19603" x="7524750" y="2546350"/>
          <p14:tracePt t="19609" x="7537450" y="2546350"/>
          <p14:tracePt t="19623" x="7543800" y="2546350"/>
          <p14:tracePt t="19634" x="7562850" y="2546350"/>
          <p14:tracePt t="19652" x="7600950" y="2546350"/>
          <p14:tracePt t="19668" x="7632700" y="2546350"/>
          <p14:tracePt t="19685" x="7708900" y="2546350"/>
          <p14:tracePt t="19701" x="7797800" y="2546350"/>
          <p14:tracePt t="19718" x="7842250" y="2546350"/>
          <p14:tracePt t="19735" x="7924800" y="2527300"/>
          <p14:tracePt t="19751" x="7981950" y="2514600"/>
          <p14:tracePt t="19768" x="7994650" y="2514600"/>
          <p14:tracePt t="19785" x="8026400" y="2514600"/>
          <p14:tracePt t="19801" x="8045450" y="2514600"/>
          <p14:tracePt t="19835" x="8051800" y="2514600"/>
          <p14:tracePt t="19890" x="8051800" y="2520950"/>
          <p14:tracePt t="19925" x="8045450" y="2520950"/>
          <p14:tracePt t="19939" x="8039100" y="2520950"/>
          <p14:tracePt t="19973" x="8039100" y="2527300"/>
          <p14:tracePt t="20002" x="8032750" y="2527300"/>
          <p14:tracePt t="20009" x="8032750" y="2533650"/>
          <p14:tracePt t="20050" x="8026400" y="2533650"/>
          <p14:tracePt t="20071" x="8013700" y="2533650"/>
          <p14:tracePt t="20093" x="8007350" y="2533650"/>
          <p14:tracePt t="20114" x="8001000" y="2533650"/>
          <p14:tracePt t="20121" x="7988300" y="2540000"/>
          <p14:tracePt t="20136" x="7969250" y="2540000"/>
          <p14:tracePt t="20150" x="7912100" y="2546350"/>
          <p14:tracePt t="20166" x="7861300" y="2546350"/>
          <p14:tracePt t="20183" x="7823200" y="2559050"/>
          <p14:tracePt t="20199" x="7689850" y="2559050"/>
          <p14:tracePt t="20216" x="7524750" y="2559050"/>
          <p14:tracePt t="20233" x="7448550" y="2559050"/>
          <p14:tracePt t="20249" x="7296150" y="2565400"/>
          <p14:tracePt t="20266" x="7175500" y="2578100"/>
          <p14:tracePt t="20283" x="7118350" y="2578100"/>
          <p14:tracePt t="20299" x="7105650" y="2584450"/>
          <p14:tracePt t="20316" x="7092950" y="2584450"/>
          <p14:tracePt t="20333" x="7086600" y="2590800"/>
          <p14:tracePt t="20365" x="7086600" y="2597150"/>
          <p14:tracePt t="20395" x="7092950" y="2603500"/>
          <p14:tracePt t="20402" x="7099300" y="2603500"/>
          <p14:tracePt t="20418" x="7118350" y="2603500"/>
          <p14:tracePt t="20432" x="7156450" y="2603500"/>
          <p14:tracePt t="20449" x="7207250" y="2603500"/>
          <p14:tracePt t="20466" x="7327900" y="2578100"/>
          <p14:tracePt t="20483" x="7404100" y="2565400"/>
          <p14:tracePt t="20500" x="7556500" y="2546350"/>
          <p14:tracePt t="20516" x="7715250" y="2514600"/>
          <p14:tracePt t="20532" x="7797800" y="2495550"/>
          <p14:tracePt t="20549" x="7899400" y="2476500"/>
          <p14:tracePt t="20565" x="7969250" y="2470150"/>
          <p14:tracePt t="20582" x="7994650" y="2463800"/>
          <p14:tracePt t="20598" x="8013700" y="2457450"/>
          <p14:tracePt t="20615" x="8026400" y="2457450"/>
          <p14:tracePt t="20648" x="8032750" y="2457450"/>
          <p14:tracePt t="20665" x="8032750" y="2451100"/>
          <p14:tracePt t="20696" x="8039100" y="2451100"/>
          <p14:tracePt t="20801" x="8045450" y="2451100"/>
          <p14:tracePt t="20892" x="8039100" y="2451100"/>
          <p14:tracePt t="20913" x="8032750" y="2451100"/>
          <p14:tracePt t="20935" x="8026400" y="2451100"/>
          <p14:tracePt t="20941" x="8020050" y="2451100"/>
          <p14:tracePt t="20956" x="8007350" y="2451100"/>
          <p14:tracePt t="20963" x="7981950" y="2451100"/>
          <p14:tracePt t="20980" x="7950200" y="2451100"/>
          <p14:tracePt t="20997" x="7823200" y="2451100"/>
          <p14:tracePt t="21013" x="7632700" y="2438400"/>
          <p14:tracePt t="21030" x="7531100" y="2432050"/>
          <p14:tracePt t="21047" x="7327900" y="2419350"/>
          <p14:tracePt t="21063" x="7162800" y="2419350"/>
          <p14:tracePt t="21080" x="7099300" y="2419350"/>
          <p14:tracePt t="21097" x="7023100" y="2419350"/>
          <p14:tracePt t="21113" x="6997700" y="2419350"/>
          <p14:tracePt t="21130" x="6972300" y="2419350"/>
          <p14:tracePt t="21146" x="6965950" y="2419350"/>
          <p14:tracePt t="21807" x="6921500" y="2419350"/>
          <p14:tracePt t="21813" x="6858000" y="2432050"/>
          <p14:tracePt t="21830" x="6788150" y="2451100"/>
          <p14:tracePt t="21844" x="6642100" y="2476500"/>
          <p14:tracePt t="21860" x="6578600" y="2495550"/>
          <p14:tracePt t="21877" x="6457950" y="2546350"/>
          <p14:tracePt t="21894" x="6388100" y="2552700"/>
          <p14:tracePt t="21911" x="6280150" y="2578100"/>
          <p14:tracePt t="21927" x="6172200" y="2616200"/>
          <p14:tracePt t="21944" x="6127750" y="2628900"/>
          <p14:tracePt t="21961" x="6076950" y="2654300"/>
          <p14:tracePt t="21977" x="6045200" y="2667000"/>
          <p14:tracePt t="21993" x="6038850" y="2667000"/>
          <p14:tracePt t="22010" x="6032500" y="2673350"/>
          <p14:tracePt t="22042" x="6032500" y="2667000"/>
          <p14:tracePt t="22066" x="6032500" y="2660650"/>
          <p14:tracePt t="22095" x="6045200" y="2660650"/>
          <p14:tracePt t="22115" x="6051550" y="2660650"/>
          <p14:tracePt t="22136" x="6057900" y="2660650"/>
          <p14:tracePt t="22144" x="6064250" y="2667000"/>
          <p14:tracePt t="22157" x="6076950" y="2667000"/>
          <p14:tracePt t="22164" x="6083300" y="2667000"/>
          <p14:tracePt t="22180" x="6096000" y="2673350"/>
          <p14:tracePt t="22193" x="6115050" y="2673350"/>
          <p14:tracePt t="22209" x="6172200" y="2673350"/>
          <p14:tracePt t="22226" x="6223000" y="2673350"/>
          <p14:tracePt t="22242" x="6318250" y="2673350"/>
          <p14:tracePt t="22259" x="6432550" y="2673350"/>
          <p14:tracePt t="22277" x="6553200" y="2641600"/>
          <p14:tracePt t="22292" x="6610350" y="2622550"/>
          <p14:tracePt t="22309" x="6705600" y="2597150"/>
          <p14:tracePt t="22326" x="6762750" y="2578100"/>
          <p14:tracePt t="22342" x="6788150" y="2565400"/>
          <p14:tracePt t="22359" x="6807200" y="2559050"/>
          <p14:tracePt t="22376" x="6807200" y="2552700"/>
          <p14:tracePt t="22487" x="6800850" y="2552700"/>
          <p14:tracePt t="22550" x="6794500" y="2552700"/>
          <p14:tracePt t="22557" x="6788150" y="2552700"/>
          <p14:tracePt t="22585" x="6781800" y="2552700"/>
          <p14:tracePt t="22606" x="6775450" y="2552700"/>
          <p14:tracePt t="22620" x="6769100" y="2559050"/>
          <p14:tracePt t="22627" x="6762750" y="2559050"/>
          <p14:tracePt t="22641" x="6756400" y="2559050"/>
          <p14:tracePt t="22658" x="6731000" y="2559050"/>
          <p14:tracePt t="22675" x="6711950" y="2565400"/>
          <p14:tracePt t="22691" x="6661150" y="2578100"/>
          <p14:tracePt t="22707" x="6604000" y="2590800"/>
          <p14:tracePt t="22725" x="6559550" y="2597150"/>
          <p14:tracePt t="22741" x="6502400" y="2609850"/>
          <p14:tracePt t="22758" x="6470650" y="2616200"/>
          <p14:tracePt t="22775" x="6413500" y="2616200"/>
          <p14:tracePt t="22791" x="6400800" y="2616200"/>
          <p14:tracePt t="22808" x="6388100" y="2616200"/>
          <p14:tracePt t="22824" x="6381750" y="2616200"/>
          <p14:tracePt t="22914" x="6375400" y="2622550"/>
          <p14:tracePt t="23551" x="6381750" y="2609850"/>
          <p14:tracePt t="23558" x="6413500" y="2578100"/>
          <p14:tracePt t="23571" x="6445250" y="2540000"/>
          <p14:tracePt t="23588" x="6502400" y="2495550"/>
          <p14:tracePt t="23604" x="6521450" y="2470150"/>
          <p14:tracePt t="23622" x="6565900" y="2438400"/>
          <p14:tracePt t="23638" x="6591300" y="2432050"/>
          <p14:tracePt t="23654" x="6591300" y="2425700"/>
          <p14:tracePt t="23671" x="6597650" y="2425700"/>
          <p14:tracePt t="23699" x="6597650" y="2432050"/>
          <p14:tracePt t="23748" x="6591300" y="2438400"/>
          <p14:tracePt t="23776" x="6584950" y="2444750"/>
          <p14:tracePt t="23797" x="6578600" y="2451100"/>
          <p14:tracePt t="23818" x="6572250" y="2457450"/>
          <p14:tracePt t="23832" x="6565900" y="2457450"/>
          <p14:tracePt t="23839" x="6559550" y="2463800"/>
          <p14:tracePt t="23854" x="6553200" y="2470150"/>
          <p14:tracePt t="23870" x="6521450" y="2482850"/>
          <p14:tracePt t="23888" x="6470650" y="2495550"/>
          <p14:tracePt t="23903" x="6426200" y="2520950"/>
          <p14:tracePt t="23920" x="6356350" y="2546350"/>
          <p14:tracePt t="23938" x="6267450" y="2590800"/>
          <p14:tracePt t="23953" x="6223000" y="2603500"/>
          <p14:tracePt t="23970" x="6184900" y="2616200"/>
          <p14:tracePt t="23987" x="6083300" y="2660650"/>
          <p14:tracePt t="24004" x="6070600" y="2667000"/>
          <p14:tracePt t="24020" x="6051550" y="2679700"/>
          <p14:tracePt t="24036" x="6032500" y="2679700"/>
          <p14:tracePt t="24098" x="6026150" y="2679700"/>
          <p14:tracePt t="24329" x="5988050" y="2692400"/>
          <p14:tracePt t="24337" x="5949950" y="2692400"/>
          <p14:tracePt t="24351" x="5905500" y="2692400"/>
          <p14:tracePt t="24358" x="5867400" y="2698750"/>
          <p14:tracePt t="24372" x="5835650" y="2698750"/>
          <p14:tracePt t="24386" x="5810250" y="2698750"/>
          <p14:tracePt t="24402" x="5759450" y="2692400"/>
          <p14:tracePt t="24418" x="5746750" y="2692400"/>
          <p14:tracePt t="24435" x="5727700" y="2686050"/>
          <p14:tracePt t="24452" x="5715000" y="2679700"/>
          <p14:tracePt t="24561" x="5715000" y="2673350"/>
          <p14:tracePt t="24961" x="5727700" y="2679700"/>
          <p14:tracePt t="24968" x="5734050" y="2686050"/>
          <p14:tracePt t="24981" x="5740400" y="2686050"/>
          <p14:tracePt t="24989" x="5759450" y="2692400"/>
          <p14:tracePt t="25003" x="5778500" y="2711450"/>
          <p14:tracePt t="25017" x="5797550" y="2717800"/>
          <p14:tracePt t="25033" x="5886450" y="2755900"/>
          <p14:tracePt t="25050" x="5943600" y="2787650"/>
          <p14:tracePt t="25066" x="6064250" y="2844800"/>
          <p14:tracePt t="25083" x="6229350" y="2914650"/>
          <p14:tracePt t="25099" x="6305550" y="2946400"/>
          <p14:tracePt t="25116" x="6477000" y="2984500"/>
          <p14:tracePt t="25132" x="6623050" y="3022600"/>
          <p14:tracePt t="25150" x="6705600" y="3041650"/>
          <p14:tracePt t="25166" x="6737350" y="3048000"/>
          <p14:tracePt t="25182" x="6781800" y="3054350"/>
          <p14:tracePt t="25199" x="6807200" y="3060700"/>
          <p14:tracePt t="25215" x="6819900" y="3060700"/>
          <p14:tracePt t="25232" x="6838950" y="3060700"/>
          <p14:tracePt t="25249" x="6851650" y="3054350"/>
          <p14:tracePt t="25265" x="6858000" y="3054350"/>
          <p14:tracePt t="25282" x="6870700" y="3054350"/>
          <p14:tracePt t="25299" x="6896100" y="3048000"/>
          <p14:tracePt t="25315" x="6940550" y="3041650"/>
          <p14:tracePt t="25333" x="6991350" y="3022600"/>
          <p14:tracePt t="25348" x="7023100" y="3009900"/>
          <p14:tracePt t="25365" x="7105650" y="2978150"/>
          <p14:tracePt t="25382" x="7181850" y="2927350"/>
          <p14:tracePt t="25398" x="7213600" y="2908300"/>
          <p14:tracePt t="25416" x="7270750" y="2863850"/>
          <p14:tracePt t="25431" x="7315200" y="2825750"/>
          <p14:tracePt t="25448" x="7334250" y="2806700"/>
          <p14:tracePt t="25465" x="7372350" y="2762250"/>
          <p14:tracePt t="25482" x="7397750" y="2724150"/>
          <p14:tracePt t="25498" x="7416800" y="2705100"/>
          <p14:tracePt t="25515" x="7442200" y="2660650"/>
          <p14:tracePt t="25531" x="7480300" y="2635250"/>
          <p14:tracePt t="25548" x="7493000" y="2616200"/>
          <p14:tracePt t="25565" x="7531100" y="2578100"/>
          <p14:tracePt t="25582" x="7543800" y="2565400"/>
          <p14:tracePt t="25598" x="7575550" y="2533650"/>
          <p14:tracePt t="25614" x="7588250" y="2527300"/>
          <p14:tracePt t="25631" x="7594600" y="2527300"/>
          <p14:tracePt t="25648" x="7600950" y="2527300"/>
          <p14:tracePt t="25684" x="7607300" y="2527300"/>
          <p14:tracePt t="25711" x="7613650" y="2527300"/>
          <p14:tracePt t="25732" x="7620000" y="2527300"/>
          <p14:tracePt t="25738" x="7626350" y="2527300"/>
          <p14:tracePt t="25753" x="7632700" y="2527300"/>
          <p14:tracePt t="25774" x="7645400" y="2527300"/>
          <p14:tracePt t="25795" x="7651750" y="2527300"/>
          <p14:tracePt t="25802" x="7664450" y="2520950"/>
          <p14:tracePt t="25817" x="7683500" y="2520950"/>
          <p14:tracePt t="25830" x="7734300" y="2514600"/>
          <p14:tracePt t="25847" x="7766050" y="2508250"/>
          <p14:tracePt t="25863" x="7791450" y="2501900"/>
          <p14:tracePt t="25880" x="7861300" y="2501900"/>
          <p14:tracePt t="25897" x="7918450" y="2495550"/>
          <p14:tracePt t="25914" x="7969250" y="2489200"/>
          <p14:tracePt t="25929" x="7988300" y="2489200"/>
          <p14:tracePt t="25946" x="8039100" y="2489200"/>
          <p14:tracePt t="25964" x="8064500" y="2489200"/>
          <p14:tracePt t="25980" x="8070850" y="2489200"/>
          <p14:tracePt t="25997" x="8083550" y="2482850"/>
          <p14:tracePt t="26013" x="8096250" y="2482850"/>
          <p14:tracePt t="26046" x="8102600" y="2482850"/>
          <p14:tracePt t="26063" x="8108950" y="2482850"/>
          <p14:tracePt t="26082" x="8108950" y="2489200"/>
          <p14:tracePt t="26097" x="8115300" y="2489200"/>
          <p14:tracePt t="26113" x="8128000" y="2489200"/>
          <p14:tracePt t="26129" x="8128000" y="2495550"/>
          <p14:tracePt t="26146" x="8140700" y="2508250"/>
          <p14:tracePt t="26162" x="8159750" y="2527300"/>
          <p14:tracePt t="26179" x="8166100" y="2540000"/>
          <p14:tracePt t="26196" x="8185150" y="2565400"/>
          <p14:tracePt t="26212" x="8204200" y="2584450"/>
          <p14:tracePt t="26230" x="8229600" y="2622550"/>
          <p14:tracePt t="26245" x="8235950" y="2641600"/>
          <p14:tracePt t="26262" x="8248650" y="2673350"/>
          <p14:tracePt t="26279" x="8261350" y="2711450"/>
          <p14:tracePt t="26295" x="8261350" y="2755900"/>
          <p14:tracePt t="26312" x="8261350" y="2774950"/>
          <p14:tracePt t="26329" x="8261350" y="2800350"/>
          <p14:tracePt t="26345" x="8255000" y="2825750"/>
          <p14:tracePt t="26362" x="8248650" y="2832100"/>
          <p14:tracePt t="26378" x="8235950" y="2844800"/>
          <p14:tracePt t="26395" x="8229600" y="2863850"/>
          <p14:tracePt t="26412" x="8216900" y="2876550"/>
          <p14:tracePt t="26429" x="8210550" y="2889250"/>
          <p14:tracePt t="26444" x="8210550" y="290195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altLang="en-US" sz="4400" dirty="0"/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731520"/>
            <a:ext cx="8839200" cy="612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class Person():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__(self, name="Bob", age=20):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guy = Person()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guy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#This is not how you invoke __</a:t>
            </a:r>
            <a:r>
              <a:rPr lang="en-US" alt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__: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0x6ffff7bf2b0&gt;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print(guy)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#Rather, you have to print it: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Bob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guy.talk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()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Fax" panose="02060602050505020204" pitchFamily="18" charset="0"/>
                <a:cs typeface="Courier New" pitchFamily="49" charset="0"/>
              </a:rPr>
              <a:t>#Note the different mechanism used here: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 Bob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6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050"/>
    </mc:Choice>
    <mc:Fallback xmlns="">
      <p:transition spd="slow" advTm="1090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581" x="7607300" y="3232150"/>
          <p14:tracePt t="1602" x="7581900" y="3225800"/>
          <p14:tracePt t="1616" x="7569200" y="3219450"/>
          <p14:tracePt t="1624" x="7550150" y="3213100"/>
          <p14:tracePt t="1638" x="7518400" y="3206750"/>
          <p14:tracePt t="1654" x="7467600" y="3181350"/>
          <p14:tracePt t="1672" x="7391400" y="3136900"/>
          <p14:tracePt t="1688" x="7346950" y="3105150"/>
          <p14:tracePt t="1704" x="7245350" y="3035300"/>
          <p14:tracePt t="1722" x="7092950" y="2933700"/>
          <p14:tracePt t="1738" x="7010400" y="2882900"/>
          <p14:tracePt t="1754" x="6826250" y="2774950"/>
          <p14:tracePt t="1771" x="6648450" y="2673350"/>
          <p14:tracePt t="1787" x="6553200" y="2609850"/>
          <p14:tracePt t="1805" x="6457950" y="2571750"/>
          <p14:tracePt t="1820" x="6229350" y="2470150"/>
          <p14:tracePt t="1837" x="6165850" y="2451100"/>
          <p14:tracePt t="1854" x="6045200" y="2413000"/>
          <p14:tracePt t="1870" x="6000750" y="2393950"/>
          <p14:tracePt t="1887" x="5924550" y="2362200"/>
          <p14:tracePt t="1904" x="5861050" y="2330450"/>
          <p14:tracePt t="1920" x="5835650" y="2324100"/>
          <p14:tracePt t="1937" x="5759450" y="2292350"/>
          <p14:tracePt t="1954" x="5683250" y="2260600"/>
          <p14:tracePt t="1970" x="5664200" y="2235200"/>
          <p14:tracePt t="1974" x="5632450" y="2228850"/>
          <p14:tracePt t="1987" x="5600700" y="2222500"/>
          <p14:tracePt t="2003" x="5549900" y="2197100"/>
          <p14:tracePt t="2020" x="5530850" y="2197100"/>
          <p14:tracePt t="2037" x="5499100" y="2190750"/>
          <p14:tracePt t="2053" x="5448300" y="2178050"/>
          <p14:tracePt t="2070" x="5416550" y="2178050"/>
          <p14:tracePt t="2087" x="5359400" y="2159000"/>
          <p14:tracePt t="2103" x="5289550" y="2139950"/>
          <p14:tracePt t="2120" x="5245100" y="2127250"/>
          <p14:tracePt t="2136" x="5149850" y="2101850"/>
          <p14:tracePt t="2153" x="5111750" y="2095500"/>
          <p14:tracePt t="2170" x="5003800" y="2057400"/>
          <p14:tracePt t="2186" x="4984750" y="2044700"/>
          <p14:tracePt t="2203" x="4965700" y="2032000"/>
          <p14:tracePt t="2219" x="4914900" y="2019300"/>
          <p14:tracePt t="2236" x="4876800" y="2000250"/>
          <p14:tracePt t="2252" x="4864100" y="1987550"/>
          <p14:tracePt t="2269" x="4838700" y="1974850"/>
          <p14:tracePt t="2286" x="4813300" y="1955800"/>
          <p14:tracePt t="2303" x="4794250" y="1936750"/>
          <p14:tracePt t="2319" x="4787900" y="1930400"/>
          <p14:tracePt t="2336" x="4781550" y="1917700"/>
          <p14:tracePt t="2352" x="4781550" y="1905000"/>
          <p14:tracePt t="3052" x="4787900" y="1898650"/>
          <p14:tracePt t="3068" x="4813300" y="1873250"/>
          <p14:tracePt t="3073" x="4826000" y="1854200"/>
          <p14:tracePt t="3087" x="4845050" y="1841500"/>
          <p14:tracePt t="3100" x="4876800" y="1816100"/>
          <p14:tracePt t="3117" x="4914900" y="1778000"/>
          <p14:tracePt t="3133" x="4933950" y="1758950"/>
          <p14:tracePt t="3150" x="4972050" y="1739900"/>
          <p14:tracePt t="3166" x="4997450" y="1720850"/>
          <p14:tracePt t="3183" x="5010150" y="1714500"/>
          <p14:tracePt t="3199" x="5029200" y="1714500"/>
          <p14:tracePt t="3232" x="5035550" y="1708150"/>
          <p14:tracePt t="3277" x="5041900" y="1701800"/>
          <p14:tracePt t="3333" x="5041900" y="1695450"/>
          <p14:tracePt t="3424" x="5041900" y="1689100"/>
          <p14:tracePt t="3445" x="5041900" y="1682750"/>
          <p14:tracePt t="3452" x="5035550" y="1676400"/>
          <p14:tracePt t="3472" x="5029200" y="1670050"/>
          <p14:tracePt t="3487" x="5022850" y="1670050"/>
          <p14:tracePt t="3498" x="5010150" y="1663700"/>
          <p14:tracePt t="3515" x="4978400" y="1651000"/>
          <p14:tracePt t="3532" x="4946650" y="1644650"/>
          <p14:tracePt t="3548" x="4889500" y="1625600"/>
          <p14:tracePt t="3564" x="4806950" y="1612900"/>
          <p14:tracePt t="3581" x="4768850" y="1612900"/>
          <p14:tracePt t="3598" x="4686300" y="1600200"/>
          <p14:tracePt t="3615" x="4629150" y="1593850"/>
          <p14:tracePt t="3631" x="4597400" y="1587500"/>
          <p14:tracePt t="3648" x="4559300" y="1587500"/>
          <p14:tracePt t="3664" x="4527550" y="1587500"/>
          <p14:tracePt t="3681" x="4521200" y="1587500"/>
          <p14:tracePt t="3698" x="4508500" y="1587500"/>
          <p14:tracePt t="3985" x="4521200" y="1587500"/>
          <p14:tracePt t="4006" x="4527550" y="1587500"/>
          <p14:tracePt t="4012" x="4533900" y="1587500"/>
          <p14:tracePt t="4027" x="4533900" y="1581150"/>
          <p14:tracePt t="4034" x="4546600" y="1581150"/>
          <p14:tracePt t="4049" x="4552950" y="1574800"/>
          <p14:tracePt t="4063" x="4565650" y="1574800"/>
          <p14:tracePt t="4080" x="4597400" y="1568450"/>
          <p14:tracePt t="4097" x="4616450" y="1562100"/>
          <p14:tracePt t="4113" x="4660900" y="1549400"/>
          <p14:tracePt t="4129" x="4692650" y="1543050"/>
          <p14:tracePt t="4147" x="4730750" y="1530350"/>
          <p14:tracePt t="4163" x="4730750" y="1524000"/>
          <p14:tracePt t="4180" x="4743450" y="1524000"/>
          <p14:tracePt t="4197" x="4749800" y="1517650"/>
          <p14:tracePt t="4229" x="4756150" y="1517650"/>
          <p14:tracePt t="4328" x="4762500" y="1517650"/>
          <p14:tracePt t="4356" x="4768850" y="1517650"/>
          <p14:tracePt t="4377" x="4775200" y="1517650"/>
          <p14:tracePt t="4384" x="4787900" y="1517650"/>
          <p14:tracePt t="4398" x="4794250" y="1517650"/>
          <p14:tracePt t="4412" x="4800600" y="1517650"/>
          <p14:tracePt t="4428" x="4832350" y="1517650"/>
          <p14:tracePt t="4445" x="4851400" y="1517650"/>
          <p14:tracePt t="4462" x="4921250" y="1517650"/>
          <p14:tracePt t="4478" x="5010150" y="1517650"/>
          <p14:tracePt t="4495" x="5060950" y="1517650"/>
          <p14:tracePt t="4511" x="5168900" y="1524000"/>
          <p14:tracePt t="4528" x="5245100" y="1524000"/>
          <p14:tracePt t="4545" x="5314950" y="1524000"/>
          <p14:tracePt t="4561" x="5340350" y="1524000"/>
          <p14:tracePt t="4578" x="5384800" y="1524000"/>
          <p14:tracePt t="4595" x="5397500" y="1524000"/>
          <p14:tracePt t="4611" x="5410200" y="1524000"/>
          <p14:tracePt t="4628" x="5422900" y="1524000"/>
          <p14:tracePt t="4644" x="5441950" y="1524000"/>
          <p14:tracePt t="4660" x="5448300" y="1524000"/>
          <p14:tracePt t="4681" x="5461000" y="1524000"/>
          <p14:tracePt t="4694" x="5467350" y="1524000"/>
          <p14:tracePt t="4710" x="5473700" y="1517650"/>
          <p14:tracePt t="4728" x="5480050" y="1517650"/>
          <p14:tracePt t="4744" x="5486400" y="1511300"/>
          <p14:tracePt t="4760" x="5492750" y="1511300"/>
          <p14:tracePt t="4777" x="5499100" y="1511300"/>
          <p14:tracePt t="4805" x="5499100" y="1504950"/>
          <p14:tracePt t="4826" x="5505450" y="1504950"/>
          <p14:tracePt t="4847" x="5511800" y="1504950"/>
          <p14:tracePt t="4854" x="5518150" y="1504950"/>
          <p14:tracePt t="4875" x="5524500" y="1498600"/>
          <p14:tracePt t="4896" x="5530850" y="1498600"/>
          <p14:tracePt t="4911" x="5537200" y="1498600"/>
          <p14:tracePt t="4924" x="5537200" y="1492250"/>
          <p14:tracePt t="4938" x="5543550" y="1492250"/>
          <p14:tracePt t="4966" x="5556250" y="1485900"/>
          <p14:tracePt t="5015" x="5562600" y="1479550"/>
          <p14:tracePt t="5036" x="5568950" y="1479550"/>
          <p14:tracePt t="5064" x="5575300" y="1479550"/>
          <p14:tracePt t="5086" x="5581650" y="1473200"/>
          <p14:tracePt t="5127" x="5588000" y="1466850"/>
          <p14:tracePt t="5155" x="5594350" y="1466850"/>
          <p14:tracePt t="5170" x="5600700" y="1466850"/>
          <p14:tracePt t="5190" x="5613400" y="1466850"/>
          <p14:tracePt t="5197" x="5619750" y="1466850"/>
          <p14:tracePt t="5209" x="5626100" y="1466850"/>
          <p14:tracePt t="5228" x="5670550" y="1454150"/>
          <p14:tracePt t="5242" x="5695950" y="1454150"/>
          <p14:tracePt t="5259" x="5740400" y="1441450"/>
          <p14:tracePt t="5276" x="5886450" y="1416050"/>
          <p14:tracePt t="5292" x="5949950" y="1403350"/>
          <p14:tracePt t="5309" x="6057900" y="1377950"/>
          <p14:tracePt t="5325" x="6115050" y="1358900"/>
          <p14:tracePt t="5342" x="6197600" y="1339850"/>
          <p14:tracePt t="5359" x="6267450" y="1320800"/>
          <p14:tracePt t="5375" x="6299200" y="1308100"/>
          <p14:tracePt t="5392" x="6330950" y="1301750"/>
          <p14:tracePt t="5408" x="6356350" y="1289050"/>
          <p14:tracePt t="5425" x="6362700" y="1289050"/>
          <p14:tracePt t="5442" x="6375400" y="1289050"/>
          <p14:tracePt t="5474" x="6381750" y="1289050"/>
          <p14:tracePt t="5590" x="6388100" y="1295400"/>
          <p14:tracePt t="5695" x="6394450" y="1295400"/>
          <p14:tracePt t="5709" x="6400800" y="1295400"/>
          <p14:tracePt t="5730" x="6407150" y="1295400"/>
          <p14:tracePt t="5737" x="6413500" y="1295400"/>
          <p14:tracePt t="5751" x="6419850" y="1295400"/>
          <p14:tracePt t="5807" x="6426200" y="1301750"/>
          <p14:tracePt t="5835" x="6432550" y="1301750"/>
          <p14:tracePt t="6088" x="6426200" y="1301750"/>
          <p14:tracePt t="6102" x="6419850" y="1301750"/>
          <p14:tracePt t="6109" x="6413500" y="1301750"/>
          <p14:tracePt t="6123" x="6400800" y="1301750"/>
          <p14:tracePt t="6139" x="6369050" y="1301750"/>
          <p14:tracePt t="6156" x="6343650" y="1301750"/>
          <p14:tracePt t="6172" x="6261100" y="1301750"/>
          <p14:tracePt t="6189" x="6146800" y="1301750"/>
          <p14:tracePt t="6206" x="6083300" y="1301750"/>
          <p14:tracePt t="6222" x="5956300" y="1301750"/>
          <p14:tracePt t="6239" x="5880100" y="1301750"/>
          <p14:tracePt t="6256" x="5683250" y="1301750"/>
          <p14:tracePt t="6272" x="5632450" y="1301750"/>
          <p14:tracePt t="6288" x="5581650" y="1301750"/>
          <p14:tracePt t="6306" x="5486400" y="1301750"/>
          <p14:tracePt t="6322" x="5467350" y="1301750"/>
          <p14:tracePt t="6338" x="5454650" y="1301750"/>
          <p14:tracePt t="6355" x="5429250" y="1301750"/>
          <p14:tracePt t="6371" x="5403850" y="1308100"/>
          <p14:tracePt t="6389" x="5391150" y="1308100"/>
          <p14:tracePt t="6405" x="5384800" y="1308100"/>
          <p14:tracePt t="6422" x="5378450" y="1308100"/>
          <p14:tracePt t="6439" x="5365750" y="1308100"/>
          <p14:tracePt t="6471" x="5359400" y="1308100"/>
          <p14:tracePt t="6502" x="5353050" y="1308100"/>
          <p14:tracePt t="6557" x="5346700" y="1308100"/>
          <p14:tracePt t="7580" x="5340350" y="1308100"/>
          <p14:tracePt t="7594" x="5327650" y="1314450"/>
          <p14:tracePt t="7603" x="5321300" y="1320800"/>
          <p14:tracePt t="7617" x="5302250" y="1320800"/>
          <p14:tracePt t="7634" x="5270500" y="1327150"/>
          <p14:tracePt t="7651" x="5232400" y="1333500"/>
          <p14:tracePt t="7667" x="5213350" y="1339850"/>
          <p14:tracePt t="7684" x="5175250" y="1339850"/>
          <p14:tracePt t="7700" x="5130800" y="1358900"/>
          <p14:tracePt t="7717" x="5111750" y="1365250"/>
          <p14:tracePt t="7734" x="5054600" y="1371600"/>
          <p14:tracePt t="7750" x="4984750" y="1377950"/>
          <p14:tracePt t="7767" x="4953000" y="1384300"/>
          <p14:tracePt t="7784" x="4895850" y="1397000"/>
          <p14:tracePt t="7800" x="4876800" y="1397000"/>
          <p14:tracePt t="7817" x="4826000" y="1397000"/>
          <p14:tracePt t="7833" x="4768850" y="1397000"/>
          <p14:tracePt t="7850" x="4743450" y="1397000"/>
          <p14:tracePt t="7867" x="4673600" y="1390650"/>
          <p14:tracePt t="7883" x="4603750" y="1384300"/>
          <p14:tracePt t="7900" x="4559300" y="1365250"/>
          <p14:tracePt t="7916" x="4476750" y="1358900"/>
          <p14:tracePt t="7933" x="4400550" y="1352550"/>
          <p14:tracePt t="7949" x="4356100" y="1339850"/>
          <p14:tracePt t="7966" x="4273550" y="1333500"/>
          <p14:tracePt t="7983" x="4184650" y="1333500"/>
          <p14:tracePt t="8000" x="4089400" y="1314450"/>
          <p14:tracePt t="8016" x="4038600" y="1314450"/>
          <p14:tracePt t="8033" x="3924300" y="1314450"/>
          <p14:tracePt t="8050" x="3803650" y="1320800"/>
          <p14:tracePt t="8066" x="3740150" y="1327150"/>
          <p14:tracePt t="8082" x="3689350" y="1339850"/>
          <p14:tracePt t="8099" x="3498850" y="1365250"/>
          <p14:tracePt t="8116" x="3460750" y="1371600"/>
          <p14:tracePt t="8133" x="3409950" y="1384300"/>
          <p14:tracePt t="8149" x="3327400" y="1397000"/>
          <p14:tracePt t="8165" x="3263900" y="1403350"/>
          <p14:tracePt t="8183" x="3219450" y="1416050"/>
          <p14:tracePt t="8199" x="3194050" y="1422400"/>
          <p14:tracePt t="8215" x="3155950" y="1422400"/>
          <p14:tracePt t="8233" x="3124200" y="1422400"/>
          <p14:tracePt t="8248" x="3111500" y="1422400"/>
          <p14:tracePt t="8265" x="3079750" y="1422400"/>
          <p14:tracePt t="8282" x="3054350" y="1428750"/>
          <p14:tracePt t="8298" x="3028950" y="1435100"/>
          <p14:tracePt t="8315" x="3009900" y="1441450"/>
          <p14:tracePt t="8331" x="2971800" y="1441450"/>
          <p14:tracePt t="8348" x="2959100" y="1447800"/>
          <p14:tracePt t="8365" x="2940050" y="1447800"/>
          <p14:tracePt t="8381" x="2921000" y="1447800"/>
          <p14:tracePt t="8415" x="2914650" y="1447800"/>
          <p14:tracePt t="8431" x="2908300" y="1447800"/>
          <p14:tracePt t="8463" x="2901950" y="1447800"/>
          <p14:tracePt t="8603" x="2908300" y="1441450"/>
          <p14:tracePt t="8659" x="2914650" y="1441450"/>
          <p14:tracePt t="9332" x="2921000" y="1441450"/>
          <p14:tracePt t="9872" x="2927350" y="1441450"/>
          <p14:tracePt t="9894" x="2933700" y="1441450"/>
          <p14:tracePt t="9907" x="2940050" y="1441450"/>
          <p14:tracePt t="9914" x="2952750" y="1441450"/>
          <p14:tracePt t="9926" x="2959100" y="1441450"/>
          <p14:tracePt t="9943" x="2971800" y="1447800"/>
          <p14:tracePt t="9959" x="2984500" y="1447800"/>
          <p14:tracePt t="9976" x="2997200" y="1454150"/>
          <p14:tracePt t="9992" x="3079750" y="1466850"/>
          <p14:tracePt t="10009" x="3105150" y="1466850"/>
          <p14:tracePt t="10027" x="3232150" y="1473200"/>
          <p14:tracePt t="10042" x="3308350" y="1485900"/>
          <p14:tracePt t="10059" x="3511550" y="1492250"/>
          <p14:tracePt t="10076" x="3765550" y="1504950"/>
          <p14:tracePt t="10092" x="3892550" y="1517650"/>
          <p14:tracePt t="10109" x="4171950" y="1517650"/>
          <p14:tracePt t="10126" x="4425950" y="1511300"/>
          <p14:tracePt t="10142" x="4527550" y="1504950"/>
          <p14:tracePt t="10160" x="4718050" y="1479550"/>
          <p14:tracePt t="10175" x="4857750" y="1473200"/>
          <p14:tracePt t="10192" x="4914900" y="1460500"/>
          <p14:tracePt t="10208" x="4978400" y="1460500"/>
          <p14:tracePt t="10225" x="5029200" y="1454150"/>
          <p14:tracePt t="10242" x="5048250" y="1447800"/>
          <p14:tracePt t="10258" x="5073650" y="1441450"/>
          <p14:tracePt t="10275" x="5099050" y="1441450"/>
          <p14:tracePt t="10292" x="5124450" y="1435100"/>
          <p14:tracePt t="10308" x="5137150" y="1428750"/>
          <p14:tracePt t="10324" x="5149850" y="1428750"/>
          <p14:tracePt t="10342" x="5181600" y="1428750"/>
          <p14:tracePt t="10358" x="5194300" y="1428750"/>
          <p14:tracePt t="10375" x="5200650" y="1422400"/>
          <p14:tracePt t="10391" x="5213350" y="1422400"/>
          <p14:tracePt t="10408" x="5226050" y="1422400"/>
          <p14:tracePt t="10424" x="5232400" y="1416050"/>
          <p14:tracePt t="10441" x="5245100" y="1416050"/>
          <p14:tracePt t="10458" x="5251450" y="1409700"/>
          <p14:tracePt t="10475" x="5257800" y="1409700"/>
          <p14:tracePt t="10491" x="5264150" y="1409700"/>
          <p14:tracePt t="10507" x="5270500" y="1409700"/>
          <p14:tracePt t="10545" x="5276850" y="1409700"/>
          <p14:tracePt t="10573" x="5283200" y="1409700"/>
          <p14:tracePt t="10594" x="5289550" y="1409700"/>
          <p14:tracePt t="10615" x="5295900" y="1409700"/>
          <p14:tracePt t="10621" x="5302250" y="1409700"/>
          <p14:tracePt t="10643" x="5308600" y="1409700"/>
          <p14:tracePt t="10664" x="5314950" y="1409700"/>
          <p14:tracePt t="10684" x="5327650" y="1409700"/>
          <p14:tracePt t="10692" x="5334000" y="1409700"/>
          <p14:tracePt t="10706" x="5340350" y="1403350"/>
          <p14:tracePt t="10713" x="5353050" y="1403350"/>
          <p14:tracePt t="10727" x="5365750" y="1403350"/>
          <p14:tracePt t="10740" x="5378450" y="1403350"/>
          <p14:tracePt t="10757" x="5397500" y="1403350"/>
          <p14:tracePt t="10774" x="5410200" y="1403350"/>
          <p14:tracePt t="10790" x="5429250" y="1403350"/>
          <p14:tracePt t="10807" x="5441950" y="1403350"/>
          <p14:tracePt t="10822" x="5448300" y="1403350"/>
          <p14:tracePt t="10839" x="5461000" y="1409700"/>
          <p14:tracePt t="11227" x="5486400" y="1409700"/>
          <p14:tracePt t="11234" x="5524500" y="1409700"/>
          <p14:tracePt t="11248" x="5562600" y="1409700"/>
          <p14:tracePt t="11257" x="5600700" y="1409700"/>
          <p14:tracePt t="11271" x="5645150" y="1409700"/>
          <p14:tracePt t="11288" x="5721350" y="1409700"/>
          <p14:tracePt t="11305" x="5797550" y="1409700"/>
          <p14:tracePt t="11321" x="5822950" y="1409700"/>
          <p14:tracePt t="11338" x="5886450" y="1397000"/>
          <p14:tracePt t="11354" x="5937250" y="1390650"/>
          <p14:tracePt t="11371" x="5975350" y="1384300"/>
          <p14:tracePt t="11388" x="6057900" y="1384300"/>
          <p14:tracePt t="11404" x="6096000" y="1384300"/>
          <p14:tracePt t="11421" x="6172200" y="1384300"/>
          <p14:tracePt t="11438" x="6267450" y="1384300"/>
          <p14:tracePt t="11454" x="6305550" y="1384300"/>
          <p14:tracePt t="11471" x="6381750" y="1384300"/>
          <p14:tracePt t="11487" x="6464300" y="1384300"/>
          <p14:tracePt t="11504" x="6515100" y="1397000"/>
          <p14:tracePt t="11521" x="6610350" y="1403350"/>
          <p14:tracePt t="11537" x="6711950" y="1403350"/>
          <p14:tracePt t="11553" x="6775450" y="1403350"/>
          <p14:tracePt t="11570" x="6870700" y="1403350"/>
          <p14:tracePt t="11587" x="6985000" y="1403350"/>
          <p14:tracePt t="11603" x="7035800" y="1403350"/>
          <p14:tracePt t="11620" x="7143750" y="1390650"/>
          <p14:tracePt t="11637" x="7245350" y="1390650"/>
          <p14:tracePt t="11654" x="7353300" y="1384300"/>
          <p14:tracePt t="11670" x="7391400" y="1384300"/>
          <p14:tracePt t="11687" x="7429500" y="1384300"/>
          <p14:tracePt t="11704" x="7550150" y="1384300"/>
          <p14:tracePt t="11720" x="7575550" y="1384300"/>
          <p14:tracePt t="11737" x="7607300" y="1384300"/>
          <p14:tracePt t="11753" x="7639050" y="1384300"/>
          <p14:tracePt t="11769" x="7658100" y="1377950"/>
          <p14:tracePt t="11802" x="7670800" y="1377950"/>
          <p14:tracePt t="11819" x="7677150" y="1377950"/>
          <p14:tracePt t="12019" x="7664450" y="1377950"/>
          <p14:tracePt t="12026" x="7626350" y="1377950"/>
          <p14:tracePt t="12040" x="7562850" y="1390650"/>
          <p14:tracePt t="12052" x="7473950" y="1409700"/>
          <p14:tracePt t="12069" x="7219950" y="1428750"/>
          <p14:tracePt t="12086" x="7035800" y="1454150"/>
          <p14:tracePt t="12103" x="6623050" y="1504950"/>
          <p14:tracePt t="12118" x="6229350" y="1562100"/>
          <p14:tracePt t="12135" x="6032500" y="1587500"/>
          <p14:tracePt t="12152" x="5784850" y="1606550"/>
          <p14:tracePt t="12168" x="5613400" y="1606550"/>
          <p14:tracePt t="12185" x="5575300" y="1606550"/>
          <p14:tracePt t="12201" x="5537200" y="1606550"/>
          <p14:tracePt t="12218" x="5524500" y="1606550"/>
          <p14:tracePt t="12251" x="5524500" y="1600200"/>
          <p14:tracePt t="12268" x="5524500" y="1593850"/>
          <p14:tracePt t="12287" x="5530850" y="1593850"/>
          <p14:tracePt t="12307" x="5543550" y="1587500"/>
          <p14:tracePt t="12327" x="5549900" y="1587500"/>
          <p14:tracePt t="12348" x="5556250" y="1587500"/>
          <p14:tracePt t="12356" x="5568950" y="1587500"/>
          <p14:tracePt t="12371" x="5588000" y="1587500"/>
          <p14:tracePt t="12384" x="5619750" y="1581150"/>
          <p14:tracePt t="12401" x="5721350" y="1574800"/>
          <p14:tracePt t="12425" x="5924550" y="1562100"/>
          <p14:tracePt t="12435" x="6045200" y="1543050"/>
          <p14:tracePt t="12451" x="6311900" y="1517650"/>
          <p14:tracePt t="12468" x="6623050" y="1485900"/>
          <p14:tracePt t="12484" x="6762750" y="1473200"/>
          <p14:tracePt t="12500" x="7004050" y="1435100"/>
          <p14:tracePt t="12517" x="7169150" y="1416050"/>
          <p14:tracePt t="12534" x="7226300" y="1403350"/>
          <p14:tracePt t="12552" x="7289800" y="1390650"/>
          <p14:tracePt t="12567" x="7302500" y="1390650"/>
          <p14:tracePt t="12583" x="7302500" y="1384300"/>
          <p14:tracePt t="12636" x="7302500" y="1377950"/>
          <p14:tracePt t="12657" x="7289800" y="1377950"/>
          <p14:tracePt t="12671" x="7277100" y="1371600"/>
          <p14:tracePt t="12677" x="7258050" y="1371600"/>
          <p14:tracePt t="12686" x="7232650" y="1365250"/>
          <p14:tracePt t="12701" x="7213600" y="1365250"/>
          <p14:tracePt t="12717" x="7200900" y="1358900"/>
          <p14:tracePt t="12733" x="7131050" y="1346200"/>
          <p14:tracePt t="12749" x="7035800" y="1314450"/>
          <p14:tracePt t="12766" x="6985000" y="1308100"/>
          <p14:tracePt t="12783" x="6864350" y="1289050"/>
          <p14:tracePt t="12800" x="6731000" y="1270000"/>
          <p14:tracePt t="12816" x="6667500" y="1263650"/>
          <p14:tracePt t="12833" x="6534150" y="1244600"/>
          <p14:tracePt t="12849" x="6369050" y="1231900"/>
          <p14:tracePt t="12868" x="6203950" y="1225550"/>
          <p14:tracePt t="12883" x="6115050" y="1225550"/>
          <p14:tracePt t="12900" x="5949950" y="1225550"/>
          <p14:tracePt t="12916" x="5797550" y="1225550"/>
          <p14:tracePt t="12932" x="5715000" y="1238250"/>
          <p14:tracePt t="12949" x="5638800" y="1244600"/>
          <p14:tracePt t="12966" x="5473700" y="1308100"/>
          <p14:tracePt t="12982" x="5441950" y="1314450"/>
          <p14:tracePt t="13000" x="5397500" y="1339850"/>
          <p14:tracePt t="13015" x="5372100" y="1371600"/>
          <p14:tracePt t="13032" x="5365750" y="1397000"/>
          <p14:tracePt t="13049" x="5353050" y="1403350"/>
          <p14:tracePt t="13065" x="5346700" y="1403350"/>
          <p14:tracePt t="13858" x="5340350" y="1403350"/>
          <p14:tracePt t="13872" x="5334000" y="1403350"/>
          <p14:tracePt t="13881" x="5321300" y="1403350"/>
          <p14:tracePt t="13896" x="5314950" y="1403350"/>
          <p14:tracePt t="13913" x="5295900" y="1409700"/>
          <p14:tracePt t="13929" x="5283200" y="1416050"/>
          <p14:tracePt t="13945" x="5270500" y="1416050"/>
          <p14:tracePt t="13963" x="5257800" y="1416050"/>
          <p14:tracePt t="13979" x="5238750" y="1422400"/>
          <p14:tracePt t="13995" x="5232400" y="1422400"/>
          <p14:tracePt t="14012" x="5219700" y="1428750"/>
          <p14:tracePt t="14028" x="5200650" y="1428750"/>
          <p14:tracePt t="14045" x="5187950" y="1435100"/>
          <p14:tracePt t="14062" x="5168900" y="1435100"/>
          <p14:tracePt t="14078" x="5149850" y="1441450"/>
          <p14:tracePt t="14082" x="5137150" y="1441450"/>
          <p14:tracePt t="14095" x="5124450" y="1447800"/>
          <p14:tracePt t="14112" x="5086350" y="1454150"/>
          <p14:tracePt t="14128" x="5073650" y="1460500"/>
          <p14:tracePt t="14145" x="5022850" y="1466850"/>
          <p14:tracePt t="14161" x="4972050" y="1479550"/>
          <p14:tracePt t="14178" x="4953000" y="1485900"/>
          <p14:tracePt t="14195" x="4895850" y="1492250"/>
          <p14:tracePt t="14211" x="4845050" y="1492250"/>
          <p14:tracePt t="14228" x="4819650" y="1498600"/>
          <p14:tracePt t="14244" x="4775200" y="1504950"/>
          <p14:tracePt t="14261" x="4737100" y="1511300"/>
          <p14:tracePt t="14278" x="4724400" y="1511300"/>
          <p14:tracePt t="14294" x="4705350" y="1517650"/>
          <p14:tracePt t="14311" x="4692650" y="1524000"/>
          <p14:tracePt t="14623" x="4622800" y="1504950"/>
          <p14:tracePt t="14630" x="4552950" y="1473200"/>
          <p14:tracePt t="14642" x="4476750" y="1454150"/>
          <p14:tracePt t="14659" x="4305300" y="1416050"/>
          <p14:tracePt t="14676" x="4229100" y="1397000"/>
          <p14:tracePt t="14694" x="4083050" y="1384300"/>
          <p14:tracePt t="14709" x="3994150" y="1384300"/>
          <p14:tracePt t="14726" x="3943350" y="1377950"/>
          <p14:tracePt t="14743" x="3860800" y="1377950"/>
          <p14:tracePt t="14759" x="3810000" y="1377950"/>
          <p14:tracePt t="14776" x="3721100" y="1377950"/>
          <p14:tracePt t="14793" x="3600450" y="1377950"/>
          <p14:tracePt t="14809" x="3549650" y="1384300"/>
          <p14:tracePt t="14826" x="3441700" y="1397000"/>
          <p14:tracePt t="14842" x="3371850" y="1409700"/>
          <p14:tracePt t="14859" x="3333750" y="1422400"/>
          <p14:tracePt t="14876" x="3251200" y="1435100"/>
          <p14:tracePt t="14892" x="3181350" y="1454150"/>
          <p14:tracePt t="14909" x="3136900" y="1460500"/>
          <p14:tracePt t="14926" x="3079750" y="1473200"/>
          <p14:tracePt t="14942" x="3022600" y="1479550"/>
          <p14:tracePt t="14959" x="2990850" y="1479550"/>
          <p14:tracePt t="14975" x="2933700" y="1479550"/>
          <p14:tracePt t="14992" x="2876550" y="1479550"/>
          <p14:tracePt t="15009" x="2794000" y="1473200"/>
          <p14:tracePt t="15025" x="2743200" y="1473200"/>
          <p14:tracePt t="15042" x="2686050" y="1454150"/>
          <p14:tracePt t="15059" x="2476500" y="1397000"/>
          <p14:tracePt t="15075" x="2406650" y="1365250"/>
          <p14:tracePt t="15079" x="2349500" y="1327150"/>
          <p14:tracePt t="15095" x="2305050" y="1289050"/>
          <p14:tracePt t="15107" x="2260600" y="1257300"/>
          <p14:tracePt t="15125" x="2178050" y="1193800"/>
          <p14:tracePt t="15142" x="2133600" y="1155700"/>
          <p14:tracePt t="15157" x="2114550" y="1143000"/>
          <p14:tracePt t="15175" x="2089150" y="1123950"/>
          <p14:tracePt t="15192" x="2063750" y="1111250"/>
          <p14:tracePt t="15208" x="2051050" y="1104900"/>
          <p14:tracePt t="15224" x="2032000" y="1092200"/>
          <p14:tracePt t="15241" x="2006600" y="1085850"/>
          <p14:tracePt t="15257" x="2000250" y="1085850"/>
          <p14:tracePt t="15275" x="1968500" y="1073150"/>
          <p14:tracePt t="15290" x="1949450" y="1066800"/>
          <p14:tracePt t="15307" x="1936750" y="1060450"/>
          <p14:tracePt t="15324" x="1917700" y="1047750"/>
          <p14:tracePt t="15341" x="1892300" y="1035050"/>
          <p14:tracePt t="15357" x="1879600" y="1035050"/>
          <p14:tracePt t="15374" x="1854200" y="1028700"/>
          <p14:tracePt t="15407" x="1835150" y="1022350"/>
          <p14:tracePt t="15423" x="1828800" y="1022350"/>
          <p14:tracePt t="15465" x="1822450" y="1022350"/>
          <p14:tracePt t="15521" x="1816100" y="1022350"/>
          <p14:tracePt t="15612" x="1822450" y="1022350"/>
          <p14:tracePt t="15619" x="1828800" y="1022350"/>
          <p14:tracePt t="15633" x="1835150" y="1022350"/>
          <p14:tracePt t="15642" x="1847850" y="1022350"/>
          <p14:tracePt t="15661" x="1860550" y="1022350"/>
          <p14:tracePt t="15676" x="1873250" y="1022350"/>
          <p14:tracePt t="15689" x="1917700" y="1022350"/>
          <p14:tracePt t="15706" x="1936750" y="1022350"/>
          <p14:tracePt t="15723" x="1962150" y="1022350"/>
          <p14:tracePt t="15739" x="2019300" y="1022350"/>
          <p14:tracePt t="15756" x="2089150" y="1022350"/>
          <p14:tracePt t="15773" x="2165350" y="1022350"/>
          <p14:tracePt t="15789" x="2190750" y="1022350"/>
          <p14:tracePt t="15806" x="2235200" y="1022350"/>
          <p14:tracePt t="15823" x="2266950" y="1022350"/>
          <p14:tracePt t="15839" x="2273300" y="1022350"/>
          <p14:tracePt t="15856" x="2286000" y="1022350"/>
          <p14:tracePt t="15913" x="2292350" y="1022350"/>
          <p14:tracePt t="16621" x="2317750" y="1041400"/>
          <p14:tracePt t="16635" x="2343150" y="1047750"/>
          <p14:tracePt t="16642" x="2387600" y="1066800"/>
          <p14:tracePt t="16656" x="2432050" y="1073150"/>
          <p14:tracePt t="16670" x="2514600" y="1098550"/>
          <p14:tracePt t="16686" x="2565400" y="1104900"/>
          <p14:tracePt t="16703" x="2622550" y="1117600"/>
          <p14:tracePt t="16720" x="2711450" y="1123950"/>
          <p14:tracePt t="16736" x="2794000" y="1143000"/>
          <p14:tracePt t="16752" x="2838450" y="1143000"/>
          <p14:tracePt t="16769" x="2914650" y="1149350"/>
          <p14:tracePt t="16786" x="2984500" y="1155700"/>
          <p14:tracePt t="16803" x="3048000" y="1155700"/>
          <p14:tracePt t="16819" x="3086100" y="1155700"/>
          <p14:tracePt t="16836" x="3149600" y="1155700"/>
          <p14:tracePt t="16852" x="3219450" y="1155700"/>
          <p14:tracePt t="16869" x="3244850" y="1155700"/>
          <p14:tracePt t="16885" x="3327400" y="1149350"/>
          <p14:tracePt t="16902" x="3403600" y="1149350"/>
          <p14:tracePt t="16918" x="3460750" y="1149350"/>
          <p14:tracePt t="16936" x="3511550" y="1149350"/>
          <p14:tracePt t="16952" x="3683000" y="1168400"/>
          <p14:tracePt t="16968" x="3733800" y="1174750"/>
          <p14:tracePt t="16986" x="3879850" y="1193800"/>
          <p14:tracePt t="17002" x="3943350" y="1206500"/>
          <p14:tracePt t="17018" x="4076700" y="1231900"/>
          <p14:tracePt t="17036" x="4191000" y="1250950"/>
          <p14:tracePt t="17051" x="4248150" y="1257300"/>
          <p14:tracePt t="17068" x="4343400" y="1276350"/>
          <p14:tracePt t="17085" x="4425950" y="1282700"/>
          <p14:tracePt t="17101" x="4451350" y="1295400"/>
          <p14:tracePt t="17118" x="4508500" y="1301750"/>
          <p14:tracePt t="17134" x="4552950" y="1308100"/>
          <p14:tracePt t="17151" x="4565650" y="1308100"/>
          <p14:tracePt t="17168" x="4584700" y="1308100"/>
          <p14:tracePt t="17184" x="4603750" y="1308100"/>
          <p14:tracePt t="17201" x="4610100" y="1308100"/>
          <p14:tracePt t="17413" x="4610100" y="1314450"/>
          <p14:tracePt t="17427" x="4597400" y="1320800"/>
          <p14:tracePt t="17436" x="4584700" y="1339850"/>
          <p14:tracePt t="17450" x="4565650" y="1352550"/>
          <p14:tracePt t="17466" x="4514850" y="1409700"/>
          <p14:tracePt t="17484" x="4464050" y="1473200"/>
          <p14:tracePt t="17500" x="4432300" y="1524000"/>
          <p14:tracePt t="17516" x="4381500" y="1600200"/>
          <p14:tracePt t="17533" x="4330700" y="1663700"/>
          <p14:tracePt t="17550" x="4311650" y="1695450"/>
          <p14:tracePt t="17567" x="4273550" y="1752600"/>
          <p14:tracePt t="17582" x="4254500" y="1771650"/>
          <p14:tracePt t="17599" x="4248150" y="1784350"/>
          <p14:tracePt t="17617" x="4241800" y="1790700"/>
          <p14:tracePt t="17633" x="4241800" y="1797050"/>
          <p14:tracePt t="17750" x="4235450" y="1797050"/>
          <p14:tracePt t="17806" x="4235450" y="1790700"/>
          <p14:tracePt t="17855" x="4241800" y="1784350"/>
          <p14:tracePt t="17862" x="4241800" y="1778000"/>
          <p14:tracePt t="17876" x="4248150" y="1771650"/>
          <p14:tracePt t="17885" x="4254500" y="1771650"/>
          <p14:tracePt t="17898" x="4260850" y="1765300"/>
          <p14:tracePt t="17915" x="4267200" y="1765300"/>
          <p14:tracePt t="17932" x="4279900" y="1733550"/>
          <p14:tracePt t="17948" x="4292600" y="1720850"/>
          <p14:tracePt t="17964" x="4298950" y="1708150"/>
          <p14:tracePt t="17981" x="4324350" y="1682750"/>
          <p14:tracePt t="17998" x="4330700" y="1663700"/>
          <p14:tracePt t="18015" x="4337050" y="1657350"/>
          <p14:tracePt t="18032" x="4343400" y="1651000"/>
          <p14:tracePt t="18048" x="4349750" y="1644650"/>
          <p14:tracePt t="18081" x="4349750" y="1638300"/>
          <p14:tracePt t="18198" x="4349750" y="1644650"/>
          <p14:tracePt t="18205" x="4349750" y="1651000"/>
          <p14:tracePt t="18213" x="4343400" y="1657350"/>
          <p14:tracePt t="18230" x="4337050" y="1663700"/>
          <p14:tracePt t="18248" x="4324350" y="1676400"/>
          <p14:tracePt t="18263" x="4324350" y="1682750"/>
          <p14:tracePt t="18280" x="4298950" y="1720850"/>
          <p14:tracePt t="18297" x="4273550" y="1752600"/>
          <p14:tracePt t="18314" x="4260850" y="1771650"/>
          <p14:tracePt t="18331" x="4229100" y="1816100"/>
          <p14:tracePt t="18346" x="4197350" y="1854200"/>
          <p14:tracePt t="18363" x="4191000" y="1873250"/>
          <p14:tracePt t="18380" x="4171950" y="1892300"/>
          <p14:tracePt t="18397" x="4165600" y="1905000"/>
          <p14:tracePt t="18430" x="4165600" y="1911350"/>
          <p14:tracePt t="18633" x="4171950" y="1898650"/>
          <p14:tracePt t="18647" x="4191000" y="1885950"/>
          <p14:tracePt t="18654" x="4203700" y="1860550"/>
          <p14:tracePt t="18668" x="4216400" y="1841500"/>
          <p14:tracePt t="18679" x="4241800" y="1822450"/>
          <p14:tracePt t="18697" x="4279900" y="1765300"/>
          <p14:tracePt t="18712" x="4292600" y="1746250"/>
          <p14:tracePt t="18729" x="4318000" y="1720850"/>
          <p14:tracePt t="18746" x="4330700" y="1689100"/>
          <p14:tracePt t="18763" x="4337050" y="1689100"/>
          <p14:tracePt t="18778" x="4343400" y="1682750"/>
          <p14:tracePt t="18899" x="4337050" y="1682750"/>
          <p14:tracePt t="19727" x="4343400" y="1676400"/>
          <p14:tracePt t="19734" x="4349750" y="1670050"/>
          <p14:tracePt t="19748" x="4362450" y="1657350"/>
          <p14:tracePt t="19758" x="4375150" y="1651000"/>
          <p14:tracePt t="19775" x="4375150" y="1644650"/>
          <p14:tracePt t="19792" x="4400550" y="1625600"/>
          <p14:tracePt t="19808" x="4419600" y="1606550"/>
          <p14:tracePt t="19826" x="4432300" y="1587500"/>
          <p14:tracePt t="19842" x="4445000" y="1581150"/>
          <p14:tracePt t="19858" x="4445000" y="1568450"/>
          <p14:tracePt t="19875" x="4470400" y="1562100"/>
          <p14:tracePt t="19892" x="4476750" y="1555750"/>
          <p14:tracePt t="19908" x="4483100" y="1549400"/>
          <p14:tracePt t="19925" x="4489450" y="1543050"/>
          <p14:tracePt t="19941" x="4502150" y="1536700"/>
          <p14:tracePt t="19958" x="4508500" y="1536700"/>
          <p14:tracePt t="19974" x="4527550" y="1536700"/>
          <p14:tracePt t="19991" x="4533900" y="1530350"/>
          <p14:tracePt t="20008" x="4546600" y="1524000"/>
          <p14:tracePt t="20024" x="4552950" y="1517650"/>
          <p14:tracePt t="20042" x="4572000" y="1511300"/>
          <p14:tracePt t="20058" x="4603750" y="1498600"/>
          <p14:tracePt t="20074" x="4616450" y="1492250"/>
          <p14:tracePt t="20091" x="4667250" y="1473200"/>
          <p14:tracePt t="20108" x="4705350" y="1447800"/>
          <p14:tracePt t="20124" x="4737100" y="1435100"/>
          <p14:tracePt t="20141" x="4781550" y="1428750"/>
          <p14:tracePt t="20157" x="4813300" y="1428750"/>
          <p14:tracePt t="20174" x="4826000" y="1428750"/>
          <p14:tracePt t="20191" x="4838700" y="1428750"/>
          <p14:tracePt t="20207" x="4845050" y="1428750"/>
          <p14:tracePt t="20224" x="4851400" y="1428750"/>
          <p14:tracePt t="20240" x="4857750" y="1428750"/>
          <p14:tracePt t="20260" x="4864100" y="1428750"/>
          <p14:tracePt t="20281" x="4870450" y="1428750"/>
          <p14:tracePt t="20289" x="4876800" y="1428750"/>
          <p14:tracePt t="20307" x="4883150" y="1435100"/>
          <p14:tracePt t="20323" x="4914900" y="1441450"/>
          <p14:tracePt t="20340" x="4965700" y="1441450"/>
          <p14:tracePt t="20357" x="4997450" y="1441450"/>
          <p14:tracePt t="20373" x="5073650" y="1441450"/>
          <p14:tracePt t="20390" x="5143500" y="1441450"/>
          <p14:tracePt t="20407" x="5200650" y="1441450"/>
          <p14:tracePt t="20423" x="5219700" y="1441450"/>
          <p14:tracePt t="20440" x="5245100" y="1441450"/>
          <p14:tracePt t="20457" x="5251450" y="1441450"/>
          <p14:tracePt t="20473" x="5257800" y="1441450"/>
          <p14:tracePt t="20519" x="5257800" y="1447800"/>
          <p14:tracePt t="20589" x="5257800" y="1454150"/>
          <p14:tracePt t="20618" x="5251450" y="1454150"/>
          <p14:tracePt t="20624" x="5251450" y="1460500"/>
          <p14:tracePt t="20979" x="5276850" y="1460500"/>
          <p14:tracePt t="20986" x="5314950" y="1460500"/>
          <p14:tracePt t="21000" x="5353050" y="1460500"/>
          <p14:tracePt t="21007" x="5403850" y="1460500"/>
          <p14:tracePt t="21024" x="5448300" y="1460500"/>
          <p14:tracePt t="21037" x="5486400" y="1460500"/>
          <p14:tracePt t="21054" x="5613400" y="1460500"/>
          <p14:tracePt t="21071" x="5791200" y="1460500"/>
          <p14:tracePt t="21087" x="5892800" y="1454150"/>
          <p14:tracePt t="21105" x="6108700" y="1435100"/>
          <p14:tracePt t="21120" x="6330950" y="1390650"/>
          <p14:tracePt t="21137" x="6432550" y="1384300"/>
          <p14:tracePt t="21141" x="6534150" y="1371600"/>
          <p14:tracePt t="21155" x="6610350" y="1365250"/>
          <p14:tracePt t="21170" x="6769100" y="1333500"/>
          <p14:tracePt t="21187" x="6819900" y="1327150"/>
          <p14:tracePt t="21204" x="6902450" y="1314450"/>
          <p14:tracePt t="21220" x="6946900" y="1314450"/>
          <p14:tracePt t="21237" x="6953250" y="1314450"/>
          <p14:tracePt t="21253" x="6972300" y="1314450"/>
          <p14:tracePt t="21270" x="6991350" y="1314450"/>
          <p14:tracePt t="21287" x="6997700" y="1314450"/>
          <p14:tracePt t="21303" x="7004050" y="1314450"/>
          <p14:tracePt t="21320" x="7010400" y="1314450"/>
          <p14:tracePt t="21337" x="7010400" y="1320800"/>
          <p14:tracePt t="21427" x="7004050" y="1320800"/>
          <p14:tracePt t="21441" x="6997700" y="1320800"/>
          <p14:tracePt t="21449" x="6985000" y="1327150"/>
          <p14:tracePt t="21462" x="6972300" y="1327150"/>
          <p14:tracePt t="21472" x="6953250" y="1333500"/>
          <p14:tracePt t="21486" x="6921500" y="1339850"/>
          <p14:tracePt t="21503" x="6813550" y="1358900"/>
          <p14:tracePt t="21519" x="6673850" y="1377950"/>
          <p14:tracePt t="21536" x="6597650" y="1390650"/>
          <p14:tracePt t="21553" x="6432550" y="1390650"/>
          <p14:tracePt t="21568" x="6286500" y="1390650"/>
          <p14:tracePt t="21586" x="6235700" y="1390650"/>
          <p14:tracePt t="21603" x="6172200" y="1390650"/>
          <p14:tracePt t="21619" x="6146800" y="1390650"/>
          <p14:tracePt t="21635" x="6140450" y="1384300"/>
          <p14:tracePt t="21659" x="6134100" y="1377950"/>
          <p14:tracePt t="22052" x="6140450" y="1377950"/>
          <p14:tracePt t="22059" x="6146800" y="1377950"/>
          <p14:tracePt t="22072" x="6146800" y="1384300"/>
          <p14:tracePt t="22083" x="6153150" y="1384300"/>
          <p14:tracePt t="22101" x="6165850" y="1384300"/>
          <p14:tracePt t="22117" x="6184900" y="1390650"/>
          <p14:tracePt t="22134" x="6242050" y="1397000"/>
          <p14:tracePt t="22151" x="6375400" y="1422400"/>
          <p14:tracePt t="22167" x="6451600" y="1435100"/>
          <p14:tracePt t="22185" x="6673850" y="1454150"/>
          <p14:tracePt t="22201" x="6889750" y="1473200"/>
          <p14:tracePt t="22217" x="6991350" y="1485900"/>
          <p14:tracePt t="22234" x="7169150" y="1485900"/>
          <p14:tracePt t="22250" x="7308850" y="1473200"/>
          <p14:tracePt t="22267" x="7366000" y="1460500"/>
          <p14:tracePt t="22284" x="7461250" y="1447800"/>
          <p14:tracePt t="22300" x="7499350" y="1428750"/>
          <p14:tracePt t="22316" x="7550150" y="1403350"/>
          <p14:tracePt t="22333" x="7588250" y="1384300"/>
          <p14:tracePt t="22350" x="7600950" y="1384300"/>
          <p14:tracePt t="22367" x="7607300" y="1377950"/>
          <p14:tracePt t="22383" x="7613650" y="1377950"/>
          <p14:tracePt t="22400" x="7620000" y="1377950"/>
          <p14:tracePt t="22416" x="7626350" y="1377950"/>
          <p14:tracePt t="22444" x="7632700" y="1371600"/>
          <p14:tracePt t="23890" x="7569200" y="1371600"/>
          <p14:tracePt t="23904" x="7442200" y="1346200"/>
          <p14:tracePt t="23913" x="7315200" y="1339850"/>
          <p14:tracePt t="23927" x="7169150" y="1301750"/>
          <p14:tracePt t="23944" x="6997700" y="1276350"/>
          <p14:tracePt t="23961" x="6388100" y="1200150"/>
          <p14:tracePt t="23977" x="6165850" y="1174750"/>
          <p14:tracePt t="23994" x="5918200" y="1130300"/>
          <p14:tracePt t="24010" x="5467350" y="1060450"/>
          <p14:tracePt t="24027" x="5137150" y="1022350"/>
          <p14:tracePt t="24044" x="4895850" y="1028700"/>
          <p14:tracePt t="24060" x="4794250" y="1035050"/>
          <p14:tracePt t="24077" x="4610100" y="1066800"/>
          <p14:tracePt t="24094" x="4502150" y="1085850"/>
          <p14:tracePt t="24110" x="4476750" y="1092200"/>
          <p14:tracePt t="24128" x="4394200" y="1111250"/>
          <p14:tracePt t="24143" x="4318000" y="1123950"/>
          <p14:tracePt t="24160" x="4279900" y="1136650"/>
          <p14:tracePt t="24177" x="4203700" y="1187450"/>
          <p14:tracePt t="24193" x="4140200" y="1206500"/>
          <p14:tracePt t="24210" x="4108450" y="1225550"/>
          <p14:tracePt t="24227" x="4057650" y="1244600"/>
          <p14:tracePt t="24243" x="3981450" y="1289050"/>
          <p14:tracePt t="24260" x="3924300" y="1308100"/>
          <p14:tracePt t="24277" x="3803650" y="1384300"/>
          <p14:tracePt t="24293" x="3638550" y="1454150"/>
          <p14:tracePt t="24310" x="3492500" y="1536700"/>
          <p14:tracePt t="24326" x="3409950" y="1574800"/>
          <p14:tracePt t="24343" x="3340100" y="1593850"/>
          <p14:tracePt t="24360" x="3200400" y="1651000"/>
          <p14:tracePt t="24376" x="3175000" y="1657350"/>
          <p14:tracePt t="24393" x="3149600" y="1663700"/>
          <p14:tracePt t="24409" x="3124200" y="1663700"/>
          <p14:tracePt t="24426" x="3124200" y="1670050"/>
          <p14:tracePt t="24443" x="3117850" y="1676400"/>
          <p14:tracePt t="24804" x="3060700" y="1657350"/>
          <p14:tracePt t="24817" x="2984500" y="1651000"/>
          <p14:tracePt t="24827" x="2863850" y="1625600"/>
          <p14:tracePt t="24841" x="2774950" y="1619250"/>
          <p14:tracePt t="24857" x="2597150" y="1600200"/>
          <p14:tracePt t="24875" x="2432050" y="1600200"/>
          <p14:tracePt t="24891" x="2355850" y="1600200"/>
          <p14:tracePt t="24908" x="2222500" y="1600200"/>
          <p14:tracePt t="24924" x="2133600" y="1619250"/>
          <p14:tracePt t="24941" x="2108200" y="1631950"/>
          <p14:tracePt t="24958" x="2076450" y="1651000"/>
          <p14:tracePt t="24974" x="2063750" y="1651000"/>
          <p14:tracePt t="25036" x="2063750" y="1657350"/>
          <p14:tracePt t="25134" x="2070100" y="1663700"/>
          <p14:tracePt t="25147" x="2076450" y="1663700"/>
          <p14:tracePt t="25155" x="2082800" y="1670050"/>
          <p14:tracePt t="25162" x="2108200" y="1676400"/>
          <p14:tracePt t="25177" x="2127250" y="1682750"/>
          <p14:tracePt t="25190" x="2165350" y="1682750"/>
          <p14:tracePt t="25206" x="2241550" y="1689100"/>
          <p14:tracePt t="25224" x="2292350" y="1689100"/>
          <p14:tracePt t="25240" x="2425700" y="1701800"/>
          <p14:tracePt t="25256" x="2540000" y="1701800"/>
          <p14:tracePt t="25274" x="2628900" y="1701800"/>
          <p14:tracePt t="25290" x="2673350" y="1701800"/>
          <p14:tracePt t="25307" x="2717800" y="1708150"/>
          <p14:tracePt t="25323" x="2743200" y="1714500"/>
          <p14:tracePt t="25339" x="2749550" y="1714500"/>
          <p14:tracePt t="25393" x="2749550" y="1720850"/>
          <p14:tracePt t="25788" x="2749550" y="1727200"/>
          <p14:tracePt t="25794" x="2749550" y="1752600"/>
          <p14:tracePt t="25808" x="2749550" y="1778000"/>
          <p14:tracePt t="25821" x="2749550" y="1797050"/>
          <p14:tracePt t="25838" x="2736850" y="1835150"/>
          <p14:tracePt t="25854" x="2736850" y="1854200"/>
          <p14:tracePt t="25872" x="2724150" y="1892300"/>
          <p14:tracePt t="25888" x="2711450" y="1943100"/>
          <p14:tracePt t="25904" x="2705100" y="1962150"/>
          <p14:tracePt t="25921" x="2692400" y="2006600"/>
          <p14:tracePt t="25937" x="2679700" y="2038350"/>
          <p14:tracePt t="25954" x="2673350" y="2051050"/>
          <p14:tracePt t="25971" x="2667000" y="2070100"/>
          <p14:tracePt t="25987" x="2660650" y="2082800"/>
          <p14:tracePt t="26005" x="2654300" y="2089150"/>
          <p14:tracePt t="26020" x="2654300" y="2095500"/>
          <p14:tracePt t="26037" x="2654300" y="2101850"/>
          <p14:tracePt t="26054" x="2654300" y="2108200"/>
          <p14:tracePt t="26096" x="2654300" y="2114550"/>
          <p14:tracePt t="26453" x="2654300" y="2127250"/>
          <p14:tracePt t="26467" x="2660650" y="2133600"/>
          <p14:tracePt t="26474" x="2660650" y="2139950"/>
          <p14:tracePt t="26489" x="2667000" y="2152650"/>
          <p14:tracePt t="26502" x="2667000" y="2165350"/>
          <p14:tracePt t="26519" x="2679700" y="2190750"/>
          <p14:tracePt t="26536" x="2686050" y="2209800"/>
          <p14:tracePt t="26552" x="2692400" y="2260600"/>
          <p14:tracePt t="26568" x="2698750" y="2317750"/>
          <p14:tracePt t="26585" x="2698750" y="2349500"/>
          <p14:tracePt t="26602" x="2705100" y="2419350"/>
          <p14:tracePt t="26618" x="2705100" y="2482850"/>
          <p14:tracePt t="26636" x="2698750" y="2540000"/>
          <p14:tracePt t="26651" x="2698750" y="2571750"/>
          <p14:tracePt t="26668" x="2692400" y="2609850"/>
          <p14:tracePt t="26685" x="2692400" y="2654300"/>
          <p14:tracePt t="26701" x="2692400" y="2667000"/>
          <p14:tracePt t="26718" x="2686050" y="2679700"/>
          <p14:tracePt t="26735" x="2686050" y="2698750"/>
          <p14:tracePt t="26755" x="2686050" y="2705100"/>
          <p14:tracePt t="26790" x="2686050" y="2711450"/>
          <p14:tracePt t="26944" x="2692400" y="2705100"/>
          <p14:tracePt t="26965" x="2698750" y="2705100"/>
          <p14:tracePt t="26979" x="2705100" y="2705100"/>
          <p14:tracePt t="26986" x="2711450" y="2705100"/>
          <p14:tracePt t="27003" x="2717800" y="2705100"/>
          <p14:tracePt t="27017" x="2736850" y="2692400"/>
          <p14:tracePt t="27033" x="2749550" y="2686050"/>
          <p14:tracePt t="27050" x="2787650" y="2654300"/>
          <p14:tracePt t="27067" x="2819400" y="2641600"/>
          <p14:tracePt t="27084" x="2882900" y="2597150"/>
          <p14:tracePt t="27100" x="2921000" y="2578100"/>
          <p14:tracePt t="27116" x="2952750" y="2559050"/>
          <p14:tracePt t="27134" x="3016250" y="2520950"/>
          <p14:tracePt t="27150" x="3035300" y="2501900"/>
          <p14:tracePt t="27167" x="3067050" y="2482850"/>
          <p14:tracePt t="27183" x="3092450" y="2476500"/>
          <p14:tracePt t="27199" x="3105150" y="2476500"/>
          <p14:tracePt t="27217" x="3124200" y="2482850"/>
          <p14:tracePt t="27233" x="3155950" y="2520950"/>
          <p14:tracePt t="27249" x="3206750" y="2584450"/>
          <p14:tracePt t="27266" x="3232150" y="2616200"/>
          <p14:tracePt t="27282" x="3263900" y="2692400"/>
          <p14:tracePt t="27299" x="3289300" y="2762250"/>
          <p14:tracePt t="27316" x="3308350" y="2825750"/>
          <p14:tracePt t="27332" x="3314700" y="2851150"/>
          <p14:tracePt t="27349" x="3327400" y="2882900"/>
          <p14:tracePt t="27366" x="3346450" y="2952750"/>
          <p14:tracePt t="27382" x="3352800" y="2978150"/>
          <p14:tracePt t="27399" x="3359150" y="2990850"/>
          <p14:tracePt t="27415" x="3365500" y="3003550"/>
          <p14:tracePt t="27432" x="3371850" y="3009900"/>
          <p14:tracePt t="27470" x="3371850" y="3016250"/>
          <p14:tracePt t="27526" x="3378200" y="3016250"/>
          <p14:tracePt t="27610" x="3378200" y="3009900"/>
          <p14:tracePt t="27687" x="3371850" y="3009900"/>
          <p14:tracePt t="27716" x="3365500" y="3009900"/>
          <p14:tracePt t="28181" x="3365500" y="2990850"/>
          <p14:tracePt t="28188" x="3365500" y="2965450"/>
          <p14:tracePt t="28202" x="3365500" y="2940050"/>
          <p14:tracePt t="28213" x="3365500" y="2921000"/>
          <p14:tracePt t="28230" x="3365500" y="2876550"/>
          <p14:tracePt t="28246" x="3371850" y="2863850"/>
          <p14:tracePt t="28262" x="3371850" y="2838450"/>
          <p14:tracePt t="28280" x="3371850" y="2825750"/>
          <p14:tracePt t="28307" x="3371850" y="2819400"/>
          <p14:tracePt t="28385" x="3359150" y="2813050"/>
          <p14:tracePt t="28399" x="3352800" y="2813050"/>
          <p14:tracePt t="28413" x="3346450" y="2813050"/>
          <p14:tracePt t="28420" x="3340100" y="2813050"/>
          <p14:tracePt t="28429" x="3333750" y="2813050"/>
          <p14:tracePt t="28446" x="3321050" y="2813050"/>
          <p14:tracePt t="28462" x="3308350" y="2813050"/>
          <p14:tracePt t="28479" x="3289300" y="2813050"/>
          <p14:tracePt t="28495" x="3270250" y="2813050"/>
          <p14:tracePt t="28512" x="3238500" y="2813050"/>
          <p14:tracePt t="28528" x="3225800" y="2819400"/>
          <p14:tracePt t="28546" x="3200400" y="2838450"/>
          <p14:tracePt t="28562" x="3168650" y="2876550"/>
          <p14:tracePt t="28579" x="3149600" y="2895600"/>
          <p14:tracePt t="28595" x="3117850" y="2959100"/>
          <p14:tracePt t="28611" x="3086100" y="3022600"/>
          <p14:tracePt t="28628" x="3073400" y="3041650"/>
          <p14:tracePt t="28645" x="3041650" y="3086100"/>
          <p14:tracePt t="28661" x="3022600" y="3117850"/>
          <p14:tracePt t="28679" x="3016250" y="3130550"/>
          <p14:tracePt t="28694" x="3003550" y="3149600"/>
          <p14:tracePt t="28711" x="2990850" y="3162300"/>
          <p14:tracePt t="28728" x="2984500" y="3168650"/>
          <p14:tracePt t="28744" x="2984500" y="3175000"/>
          <p14:tracePt t="28761" x="2978150" y="3175000"/>
          <p14:tracePt t="28778" x="2959100" y="3175000"/>
          <p14:tracePt t="28794" x="2952750" y="3181350"/>
          <p14:tracePt t="28811" x="2940050" y="3181350"/>
          <p14:tracePt t="28827" x="2927350" y="3181350"/>
          <p14:tracePt t="28844" x="2895600" y="3181350"/>
          <p14:tracePt t="28861" x="2844800" y="3175000"/>
          <p14:tracePt t="28878" x="2806700" y="3168650"/>
          <p14:tracePt t="28894" x="2743200" y="3149600"/>
          <p14:tracePt t="28911" x="2660650" y="3124200"/>
          <p14:tracePt t="28927" x="2628900" y="3117850"/>
          <p14:tracePt t="28944" x="2546350" y="3105150"/>
          <p14:tracePt t="28960" x="2495550" y="3086100"/>
          <p14:tracePt t="28977" x="2482850" y="3079750"/>
          <p14:tracePt t="28994" x="2457450" y="3073400"/>
          <p14:tracePt t="29058" x="2457450" y="3067050"/>
          <p14:tracePt t="29093" x="2457450" y="3060700"/>
          <p14:tracePt t="29114" x="2457450" y="3054350"/>
          <p14:tracePt t="29120" x="2457450" y="3041650"/>
          <p14:tracePt t="29129" x="2463800" y="3035300"/>
          <p14:tracePt t="29143" x="2470150" y="3022600"/>
          <p14:tracePt t="29159" x="2476500" y="3016250"/>
          <p14:tracePt t="29178" x="2489200" y="2997200"/>
          <p14:tracePt t="29193" x="2495550" y="2978150"/>
          <p14:tracePt t="29209" x="2501900" y="2971800"/>
          <p14:tracePt t="29226" x="2508250" y="2965450"/>
          <p14:tracePt t="29242" x="2508250" y="2959100"/>
          <p14:tracePt t="29303" x="2501900" y="2959100"/>
          <p14:tracePt t="29310" x="2495550" y="2965450"/>
          <p14:tracePt t="29324" x="2489200" y="2971800"/>
          <p14:tracePt t="29331" x="2476500" y="2978150"/>
          <p14:tracePt t="29342" x="2457450" y="2984500"/>
          <p14:tracePt t="29359" x="2406650" y="3016250"/>
          <p14:tracePt t="29375" x="2368550" y="3022600"/>
          <p14:tracePt t="29392" x="2324100" y="3028950"/>
          <p14:tracePt t="29409" x="2222500" y="3060700"/>
          <p14:tracePt t="29425" x="2190750" y="3067050"/>
          <p14:tracePt t="29442" x="2171700" y="3067050"/>
          <p14:tracePt t="29458" x="2133600" y="3067050"/>
          <p14:tracePt t="29475" x="2120900" y="3067050"/>
          <p14:tracePt t="29493" x="2108200" y="3067050"/>
          <p14:tracePt t="29633" x="2108200" y="3060700"/>
          <p14:tracePt t="29801" x="2114550" y="3060700"/>
          <p14:tracePt t="29815" x="2120900" y="3060700"/>
          <p14:tracePt t="29821" x="2127250" y="3060700"/>
          <p14:tracePt t="29829" x="2133600" y="3060700"/>
          <p14:tracePt t="29843" x="2146300" y="3060700"/>
          <p14:tracePt t="29857" x="2159000" y="3060700"/>
          <p14:tracePt t="29874" x="2197100" y="3060700"/>
          <p14:tracePt t="29890" x="2203450" y="3060700"/>
          <p14:tracePt t="29907" x="2241550" y="3048000"/>
          <p14:tracePt t="29924" x="2260600" y="3041650"/>
          <p14:tracePt t="29957" x="2266950" y="3041650"/>
          <p14:tracePt t="29973" x="2273300" y="3041650"/>
          <p14:tracePt t="30011" x="2279650" y="3041650"/>
          <p14:tracePt t="30032" x="2279650" y="3035300"/>
          <p14:tracePt t="30053" x="2279650" y="3028950"/>
          <p14:tracePt t="30060" x="2279650" y="3022600"/>
          <p14:tracePt t="30076" x="2279650" y="3016250"/>
          <p14:tracePt t="30089" x="2279650" y="3009900"/>
          <p14:tracePt t="30106" x="2279650" y="2997200"/>
          <p14:tracePt t="30123" x="2286000" y="2971800"/>
          <p14:tracePt t="30139" x="2286000" y="2940050"/>
          <p14:tracePt t="30156" x="2292350" y="2908300"/>
          <p14:tracePt t="30173" x="2292350" y="2876550"/>
          <p14:tracePt t="30189" x="2292350" y="2870200"/>
          <p14:tracePt t="30206" x="2292350" y="2851150"/>
          <p14:tracePt t="30271" x="2286000" y="2851150"/>
          <p14:tracePt t="30306" x="2279650" y="2857500"/>
          <p14:tracePt t="30312" x="2273300" y="2863850"/>
          <p14:tracePt t="30322" x="2260600" y="2876550"/>
          <p14:tracePt t="30338" x="2254250" y="2889250"/>
          <p14:tracePt t="30356" x="2228850" y="2914650"/>
          <p14:tracePt t="30372" x="2203450" y="2946400"/>
          <p14:tracePt t="30389" x="2152650" y="3003550"/>
          <p14:tracePt t="30405" x="2139950" y="3022600"/>
          <p14:tracePt t="30421" x="2127250" y="3041650"/>
          <p14:tracePt t="30439" x="2108200" y="3060700"/>
          <p14:tracePt t="30455" x="2095500" y="3067050"/>
          <p14:tracePt t="30495" x="2089150" y="3073400"/>
          <p14:tracePt t="30600" x="2095500" y="3073400"/>
          <p14:tracePt t="30622" x="2101850" y="3073400"/>
          <p14:tracePt t="30635" x="2114550" y="3073400"/>
          <p14:tracePt t="30656" x="2120900" y="3073400"/>
          <p14:tracePt t="30663" x="2139950" y="3067050"/>
          <p14:tracePt t="30671" x="2159000" y="3060700"/>
          <p14:tracePt t="30687" x="2197100" y="3060700"/>
          <p14:tracePt t="30706" x="2279650" y="3041650"/>
          <p14:tracePt t="30720" x="2343150" y="3041650"/>
          <p14:tracePt t="30737" x="2489200" y="3016250"/>
          <p14:tracePt t="30755" x="2616200" y="3003550"/>
          <p14:tracePt t="30771" x="2667000" y="2997200"/>
          <p14:tracePt t="30787" x="2762250" y="2990850"/>
          <p14:tracePt t="30804" x="2819400" y="2990850"/>
          <p14:tracePt t="30820" x="2838450" y="2990850"/>
          <p14:tracePt t="30837" x="2895600" y="2990850"/>
          <p14:tracePt t="30854" x="2959100" y="2997200"/>
          <p14:tracePt t="30870" x="2984500" y="2997200"/>
          <p14:tracePt t="30887" x="3054350" y="3009900"/>
          <p14:tracePt t="30903" x="3117850" y="3028950"/>
          <p14:tracePt t="30920" x="3143250" y="3041650"/>
          <p14:tracePt t="30937" x="3187700" y="3041650"/>
          <p14:tracePt t="30953" x="3219450" y="3048000"/>
          <p14:tracePt t="30970" x="3225800" y="3048000"/>
          <p14:tracePt t="30986" x="3238500" y="3054350"/>
          <p14:tracePt t="31021" x="3238500" y="3060700"/>
          <p14:tracePt t="31035" x="3232150" y="3060700"/>
          <p14:tracePt t="31042" x="3225800" y="3067050"/>
          <p14:tracePt t="31056" x="3213100" y="3073400"/>
          <p14:tracePt t="31070" x="3194050" y="3079750"/>
          <p14:tracePt t="31086" x="3149600" y="3105150"/>
          <p14:tracePt t="31103" x="3111500" y="3124200"/>
          <p14:tracePt t="31119" x="3035300" y="3155950"/>
          <p14:tracePt t="31136" x="2965450" y="3187700"/>
          <p14:tracePt t="31153" x="2940050" y="3206750"/>
          <p14:tracePt t="31169" x="2921000" y="3219450"/>
          <p14:tracePt t="31196" x="2927350" y="3219450"/>
          <p14:tracePt t="31205" x="2952750" y="3219450"/>
          <p14:tracePt t="31219" x="2990850" y="3219450"/>
          <p14:tracePt t="31236" x="3130550" y="3225800"/>
          <p14:tracePt t="31252" x="3371850" y="3238500"/>
          <p14:tracePt t="31269" x="3511550" y="3238500"/>
          <p14:tracePt t="31286" x="3663950" y="3238500"/>
          <p14:tracePt t="31302" x="4197350" y="3244850"/>
          <p14:tracePt t="31319" x="4356100" y="3244850"/>
          <p14:tracePt t="31337" x="4597400" y="3213100"/>
          <p14:tracePt t="31352" x="4699000" y="3200400"/>
          <p14:tracePt t="31368" x="4845050" y="3175000"/>
          <p14:tracePt t="31386" x="4953000" y="3155950"/>
          <p14:tracePt t="31402" x="4991100" y="3149600"/>
          <p14:tracePt t="31418" x="5073650" y="3130550"/>
          <p14:tracePt t="31435" x="5156200" y="3124200"/>
          <p14:tracePt t="31451" x="5194300" y="3124200"/>
          <p14:tracePt t="31469" x="5276850" y="3111500"/>
          <p14:tracePt t="31485" x="5378450" y="3111500"/>
          <p14:tracePt t="31501" x="5416550" y="3111500"/>
          <p14:tracePt t="31518" x="5524500" y="3117850"/>
          <p14:tracePt t="31535" x="5651500" y="3124200"/>
          <p14:tracePt t="31551" x="5721350" y="3124200"/>
          <p14:tracePt t="31568" x="5848350" y="3143250"/>
          <p14:tracePt t="31584" x="5911850" y="3155950"/>
          <p14:tracePt t="31601" x="5994400" y="3162300"/>
          <p14:tracePt t="31617" x="6159500" y="3181350"/>
          <p14:tracePt t="31634" x="6305550" y="3200400"/>
          <p14:tracePt t="31651" x="6394450" y="3200400"/>
          <p14:tracePt t="31668" x="6432550" y="3200400"/>
          <p14:tracePt t="31685" x="6464300" y="3200400"/>
          <p14:tracePt t="31701" x="6483350" y="3206750"/>
          <p14:tracePt t="31717" x="6489700" y="3206750"/>
          <p14:tracePt t="31734" x="6496050" y="3206750"/>
          <p14:tracePt t="31799" x="6489700" y="3206750"/>
          <p14:tracePt t="31806" x="6470650" y="3206750"/>
          <p14:tracePt t="31820" x="6445250" y="3206750"/>
          <p14:tracePt t="31834" x="6407150" y="3219450"/>
          <p14:tracePt t="31850" x="6229350" y="3213100"/>
          <p14:tracePt t="31866" x="6102350" y="3200400"/>
          <p14:tracePt t="31884" x="5753100" y="3175000"/>
          <p14:tracePt t="31900" x="5397500" y="3155950"/>
          <p14:tracePt t="31917" x="5245100" y="3155950"/>
          <p14:tracePt t="31933" x="4800600" y="3143250"/>
          <p14:tracePt t="31950" x="4673600" y="3143250"/>
          <p14:tracePt t="31967" x="4419600" y="3155950"/>
          <p14:tracePt t="31984" x="4292600" y="3168650"/>
          <p14:tracePt t="31999" x="4076700" y="3187700"/>
          <p14:tracePt t="32017" x="3898900" y="3200400"/>
          <p14:tracePt t="32033" x="3822700" y="3206750"/>
          <p14:tracePt t="32049" x="3689350" y="3225800"/>
          <p14:tracePt t="32066" x="3613150" y="3225800"/>
          <p14:tracePt t="32083" x="3594100" y="3225800"/>
          <p14:tracePt t="32100" x="3556000" y="3225800"/>
          <p14:tracePt t="32116" x="3543300" y="3225800"/>
          <p14:tracePt t="32132" x="3536950" y="3225800"/>
          <p14:tracePt t="32149" x="3511550" y="3225800"/>
          <p14:tracePt t="32166" x="3486150" y="3219450"/>
          <p14:tracePt t="32183" x="3467100" y="3219450"/>
          <p14:tracePt t="32200" x="3416300" y="3213100"/>
          <p14:tracePt t="32216" x="3359150" y="3206750"/>
          <p14:tracePt t="32233" x="3327400" y="3200400"/>
          <p14:tracePt t="32249" x="3282950" y="3187700"/>
          <p14:tracePt t="32265" x="3238500" y="3168650"/>
          <p14:tracePt t="32283" x="3111500" y="3117850"/>
          <p14:tracePt t="32299" x="3067050" y="3098800"/>
          <p14:tracePt t="32316" x="3022600" y="3079750"/>
          <p14:tracePt t="32319" x="2959100" y="3060700"/>
          <p14:tracePt t="32332" x="2889250" y="3035300"/>
          <p14:tracePt t="32348" x="2781300" y="2997200"/>
          <p14:tracePt t="32365" x="2724150" y="2971800"/>
          <p14:tracePt t="32382" x="2647950" y="2933700"/>
          <p14:tracePt t="32398" x="2590800" y="2921000"/>
          <p14:tracePt t="32416" x="2559050" y="2914650"/>
          <p14:tracePt t="32431" x="2546350" y="2914650"/>
          <p14:tracePt t="32448" x="2527300" y="2914650"/>
          <p14:tracePt t="32465" x="2501900" y="2914650"/>
          <p14:tracePt t="32481" x="2482850" y="2914650"/>
          <p14:tracePt t="32498" x="2451100" y="2927350"/>
          <p14:tracePt t="32515" x="2413000" y="2940050"/>
          <p14:tracePt t="32531" x="2393950" y="2946400"/>
          <p14:tracePt t="32548" x="2374900" y="2952750"/>
          <p14:tracePt t="32564" x="2317750" y="2984500"/>
          <p14:tracePt t="32581" x="2298700" y="2990850"/>
          <p14:tracePt t="32599" x="2279650" y="2990850"/>
          <p14:tracePt t="32614" x="2273300" y="2990850"/>
          <p14:tracePt t="32631" x="2266950" y="2990850"/>
          <p14:tracePt t="32689" x="2260600" y="2990850"/>
          <p14:tracePt t="32794" x="2273300" y="2990850"/>
          <p14:tracePt t="32808" x="2286000" y="2990850"/>
          <p14:tracePt t="32817" x="2298700" y="2990850"/>
          <p14:tracePt t="32831" x="2317750" y="2990850"/>
          <p14:tracePt t="32847" x="2387600" y="2990850"/>
          <p14:tracePt t="32863" x="2438400" y="2990850"/>
          <p14:tracePt t="32880" x="2565400" y="2990850"/>
          <p14:tracePt t="32897" x="2635250" y="2984500"/>
          <p14:tracePt t="32914" x="2825750" y="2978150"/>
          <p14:tracePt t="32930" x="2882900" y="2965450"/>
          <p14:tracePt t="32947" x="2921000" y="2965450"/>
          <p14:tracePt t="32963" x="2959100" y="2959100"/>
          <p14:tracePt t="32980" x="2978150" y="2952750"/>
          <p14:tracePt t="33012" x="2984500" y="2952750"/>
          <p14:tracePt t="33054" x="2978150" y="2952750"/>
          <p14:tracePt t="33075" x="2971800" y="2952750"/>
          <p14:tracePt t="33097" x="2959100" y="2959100"/>
          <p14:tracePt t="33110" x="2952750" y="2959100"/>
          <p14:tracePt t="33116" x="2940050" y="2959100"/>
          <p14:tracePt t="33129" x="2927350" y="2965450"/>
          <p14:tracePt t="33146" x="2889250" y="2965450"/>
          <p14:tracePt t="33162" x="2863850" y="2971800"/>
          <p14:tracePt t="33180" x="2787650" y="2978150"/>
          <p14:tracePt t="33195" x="2705100" y="2990850"/>
          <p14:tracePt t="33212" x="2667000" y="2990850"/>
          <p14:tracePt t="33229" x="2597150" y="3003550"/>
          <p14:tracePt t="33245" x="2552700" y="3009900"/>
          <p14:tracePt t="33262" x="2520950" y="3028950"/>
          <p14:tracePt t="33279" x="2495550" y="3041650"/>
          <p14:tracePt t="33295" x="2489200" y="3041650"/>
          <p14:tracePt t="33312" x="2482850" y="3041650"/>
          <p14:tracePt t="33345" x="2482850" y="3048000"/>
          <p14:tracePt t="33376" x="2495550" y="3048000"/>
          <p14:tracePt t="33390" x="2501900" y="3048000"/>
          <p14:tracePt t="33398" x="2514600" y="3048000"/>
          <p14:tracePt t="33418" x="2527300" y="3048000"/>
          <p14:tracePt t="33428" x="2540000" y="3048000"/>
          <p14:tracePt t="33444" x="2559050" y="3048000"/>
          <p14:tracePt t="33461" x="2609850" y="3041650"/>
          <p14:tracePt t="33478" x="2660650" y="3009900"/>
          <p14:tracePt t="33495" x="2698750" y="2984500"/>
          <p14:tracePt t="33511" x="2711450" y="2971800"/>
          <p14:tracePt t="33528" x="2717800" y="2959100"/>
          <p14:tracePt t="33545" x="2711450" y="2927350"/>
          <p14:tracePt t="33561" x="2692400" y="2914650"/>
          <p14:tracePt t="33577" x="2673350" y="2908300"/>
          <p14:tracePt t="33594" x="2597150" y="2882900"/>
          <p14:tracePt t="33611" x="2482850" y="2876550"/>
          <p14:tracePt t="33628" x="2349500" y="2876550"/>
          <p14:tracePt t="33644" x="2286000" y="2882900"/>
          <p14:tracePt t="33661" x="2178050" y="2921000"/>
          <p14:tracePt t="33678" x="2089150" y="2965450"/>
          <p14:tracePt t="33694" x="2057400" y="2990850"/>
          <p14:tracePt t="33710" x="2038350" y="3003550"/>
          <p14:tracePt t="33727" x="2025650" y="3009900"/>
          <p14:tracePt t="33760" x="2025650" y="3016250"/>
          <p14:tracePt t="33776" x="2057400" y="3022600"/>
          <p14:tracePt t="33793" x="2089150" y="3028950"/>
          <p14:tracePt t="33811" x="2127250" y="3028950"/>
          <p14:tracePt t="33827" x="2355850" y="3035300"/>
          <p14:tracePt t="33843" x="2444750" y="3035300"/>
          <p14:tracePt t="33847" x="2546350" y="3035300"/>
          <p14:tracePt t="33863" x="2660650" y="3022600"/>
          <p14:tracePt t="33876" x="2755900" y="3003550"/>
          <p14:tracePt t="33893" x="2901950" y="2952750"/>
          <p14:tracePt t="33910" x="2990850" y="2908300"/>
          <p14:tracePt t="33926" x="3003550" y="2895600"/>
          <p14:tracePt t="33943" x="3016250" y="2889250"/>
          <p14:tracePt t="33959" x="3016250" y="2876550"/>
          <p14:tracePt t="33993" x="3003550" y="2876550"/>
          <p14:tracePt t="34009" x="2978150" y="2870200"/>
          <p14:tracePt t="34026" x="2959100" y="2863850"/>
          <p14:tracePt t="34042" x="2908300" y="2863850"/>
          <p14:tracePt t="34059" x="2851150" y="2863850"/>
          <p14:tracePt t="34076" x="2813050" y="2870200"/>
          <p14:tracePt t="34092" x="2736850" y="2901950"/>
          <p14:tracePt t="34109" x="2654300" y="2933700"/>
          <p14:tracePt t="34126" x="2609850" y="2971800"/>
          <p14:tracePt t="34142" x="2590800" y="2978150"/>
          <p14:tracePt t="34159" x="2578100" y="2984500"/>
          <p14:tracePt t="34176" x="2559050" y="3016250"/>
          <p14:tracePt t="34209" x="2559050" y="3022600"/>
          <p14:tracePt t="34226" x="2571750" y="3028950"/>
          <p14:tracePt t="34242" x="2603500" y="3048000"/>
          <p14:tracePt t="34259" x="2660650" y="3060700"/>
          <p14:tracePt t="34275" x="2717800" y="3079750"/>
          <p14:tracePt t="34292" x="2806700" y="3086100"/>
          <p14:tracePt t="34309" x="2901950" y="3086100"/>
          <p14:tracePt t="34325" x="2946400" y="3067050"/>
          <p14:tracePt t="34342" x="2984500" y="3048000"/>
          <p14:tracePt t="34358" x="3009900" y="3022600"/>
          <p14:tracePt t="34375" x="3009900" y="3016250"/>
          <p14:tracePt t="34391" x="3009900" y="3003550"/>
          <p14:tracePt t="34407" x="2997200" y="2990850"/>
          <p14:tracePt t="34424" x="2978150" y="2984500"/>
          <p14:tracePt t="34442" x="2940050" y="2965450"/>
          <p14:tracePt t="34458" x="2882900" y="2952750"/>
          <p14:tracePt t="34474" x="2851150" y="2952750"/>
          <p14:tracePt t="34491" x="2806700" y="2940050"/>
          <p14:tracePt t="34507" x="2794000" y="2940050"/>
          <p14:tracePt t="34524" x="2768600" y="2946400"/>
          <p14:tracePt t="34541" x="2749550" y="2971800"/>
          <p14:tracePt t="34557" x="2743200" y="2971800"/>
          <p14:tracePt t="34575" x="2730500" y="2984500"/>
          <p14:tracePt t="34591" x="2724150" y="3003550"/>
          <p14:tracePt t="34607" x="2724150" y="3016250"/>
          <p14:tracePt t="34624" x="2730500" y="3016250"/>
          <p14:tracePt t="35002" x="2755900" y="3035300"/>
          <p14:tracePt t="35009" x="2787650" y="3067050"/>
          <p14:tracePt t="35025" x="2825750" y="3092450"/>
          <p14:tracePt t="35039" x="2908300" y="3136900"/>
          <p14:tracePt t="35056" x="2940050" y="3149600"/>
          <p14:tracePt t="35072" x="3028950" y="3194050"/>
          <p14:tracePt t="35090" x="3073400" y="3206750"/>
          <p14:tracePt t="35107" x="3200400" y="3244850"/>
          <p14:tracePt t="35122" x="3225800" y="3244850"/>
          <p14:tracePt t="35139" x="3263900" y="3257550"/>
          <p14:tracePt t="35156" x="3314700" y="3257550"/>
          <p14:tracePt t="35172" x="3346450" y="3257550"/>
          <p14:tracePt t="35189" x="3359150" y="3257550"/>
          <p14:tracePt t="35206" x="3371850" y="3257550"/>
          <p14:tracePt t="35422" x="3378200" y="3257550"/>
          <p14:tracePt t="35450" x="3384550" y="3257550"/>
          <p14:tracePt t="35492" x="3390900" y="3251200"/>
          <p14:tracePt t="35591" x="3390900" y="3244850"/>
          <p14:tracePt t="35640" x="3384550" y="3238500"/>
          <p14:tracePt t="35654" x="3378200" y="3238500"/>
          <p14:tracePt t="35661" x="3378200" y="3232150"/>
          <p14:tracePt t="35670" x="3371850" y="3225800"/>
          <p14:tracePt t="35686" x="3365500" y="3219450"/>
          <p14:tracePt t="35704" x="3359150" y="3213100"/>
          <p14:tracePt t="35720" x="3352800" y="3200400"/>
          <p14:tracePt t="35738" x="3333750" y="3162300"/>
          <p14:tracePt t="35753" x="3321050" y="3155950"/>
          <p14:tracePt t="35769" x="3314700" y="3143250"/>
          <p14:tracePt t="35787" x="3308350" y="3136900"/>
          <p14:tracePt t="35803" x="3302000" y="3124200"/>
          <p14:tracePt t="35820" x="3295650" y="3124200"/>
          <p14:tracePt t="35899" x="3295650" y="3117850"/>
          <p14:tracePt t="35948" x="3295650" y="3111500"/>
          <p14:tracePt t="36018" x="3289300" y="3098800"/>
          <p14:tracePt t="36032" x="3282950" y="3098800"/>
          <p14:tracePt t="36054" x="3282950" y="3086100"/>
          <p14:tracePt t="36060" x="3282950" y="3079750"/>
          <p14:tracePt t="36069" x="3270250" y="3060700"/>
          <p14:tracePt t="36085" x="3263900" y="3048000"/>
          <p14:tracePt t="36103" x="3232150" y="2997200"/>
          <p14:tracePt t="36119" x="3206750" y="2965450"/>
          <p14:tracePt t="36135" x="3168650" y="2914650"/>
          <p14:tracePt t="36152" x="3130550" y="2857500"/>
          <p14:tracePt t="36169" x="3117850" y="2825750"/>
          <p14:tracePt t="36186" x="3086100" y="2794000"/>
          <p14:tracePt t="36202" x="3073400" y="2768600"/>
          <p14:tracePt t="36218" x="3067050" y="2762250"/>
          <p14:tracePt t="36236" x="3067050" y="2749550"/>
          <p14:tracePt t="36252" x="3060700" y="2743200"/>
          <p14:tracePt t="36292" x="3060700" y="2736850"/>
          <p14:tracePt t="36341" x="3054350" y="2730500"/>
          <p14:tracePt t="36355" x="3048000" y="2724150"/>
          <p14:tracePt t="36362" x="3048000" y="2717800"/>
          <p14:tracePt t="36371" x="3041650" y="2705100"/>
          <p14:tracePt t="36384" x="3035300" y="2698750"/>
          <p14:tracePt t="36401" x="3022600" y="2686050"/>
          <p14:tracePt t="36418" x="3003550" y="2660650"/>
          <p14:tracePt t="36434" x="2984500" y="2635250"/>
          <p14:tracePt t="36451" x="2978150" y="2628900"/>
          <p14:tracePt t="36468" x="2965450" y="2609850"/>
          <p14:tracePt t="36484" x="2959100" y="2609850"/>
          <p14:tracePt t="36517" x="2959100" y="2603500"/>
          <p14:tracePt t="36754" x="2959100" y="2597150"/>
          <p14:tracePt t="36782" x="2952750" y="2597150"/>
          <p14:tracePt t="36789" x="2952750" y="2590800"/>
          <p14:tracePt t="36803" x="2952750" y="2584450"/>
          <p14:tracePt t="36817" x="2946400" y="2578100"/>
          <p14:tracePt t="36833" x="2933700" y="2565400"/>
          <p14:tracePt t="36849" x="2927350" y="2565400"/>
          <p14:tracePt t="36866" x="2901950" y="2540000"/>
          <p14:tracePt t="36883" x="2876550" y="2508250"/>
          <p14:tracePt t="36899" x="2851150" y="2495550"/>
          <p14:tracePt t="36916" x="2825750" y="2470150"/>
          <p14:tracePt t="36932" x="2800350" y="2451100"/>
          <p14:tracePt t="36950" x="2787650" y="2444750"/>
          <p14:tracePt t="36965" x="2774950" y="2432050"/>
          <p14:tracePt t="36982" x="2768600" y="2425700"/>
          <p14:tracePt t="37000" x="2755900" y="2425700"/>
          <p14:tracePt t="37042" x="2755900" y="2419350"/>
          <p14:tracePt t="37112" x="2749550" y="2419350"/>
          <p14:tracePt t="37133" x="2743200" y="2419350"/>
          <p14:tracePt t="37139" x="2736850" y="2419350"/>
          <p14:tracePt t="37154" x="2730500" y="2419350"/>
          <p14:tracePt t="37164" x="2724150" y="2419350"/>
          <p14:tracePt t="37182" x="2705100" y="2419350"/>
          <p14:tracePt t="37198" x="2679700" y="2419350"/>
          <p14:tracePt t="37215" x="2635250" y="2413000"/>
          <p14:tracePt t="37232" x="2584450" y="2406650"/>
          <p14:tracePt t="37248" x="2565400" y="2406650"/>
          <p14:tracePt t="37266" x="2520950" y="2400300"/>
          <p14:tracePt t="37281" x="2489200" y="2393950"/>
          <p14:tracePt t="37298" x="2476500" y="2393950"/>
          <p14:tracePt t="37315" x="2470150" y="2393950"/>
          <p14:tracePt t="37331" x="2457450" y="2387600"/>
          <p14:tracePt t="37392" x="2451100" y="2387600"/>
          <p14:tracePt t="37420" x="2444750" y="2381250"/>
          <p14:tracePt t="37434" x="2438400" y="2381250"/>
          <p14:tracePt t="37440" x="2432050" y="2381250"/>
          <p14:tracePt t="37455" x="2425700" y="2381250"/>
          <p14:tracePt t="37476" x="2419350" y="2381250"/>
          <p14:tracePt t="37484" x="2413000" y="2374900"/>
          <p14:tracePt t="37497" x="2406650" y="2374900"/>
          <p14:tracePt t="37514" x="2381250" y="2374900"/>
          <p14:tracePt t="37531" x="2362200" y="2374900"/>
          <p14:tracePt t="37547" x="2317750" y="2374900"/>
          <p14:tracePt t="37564" x="2286000" y="2381250"/>
          <p14:tracePt t="37581" x="2254250" y="2381250"/>
          <p14:tracePt t="37597" x="2247900" y="2381250"/>
          <p14:tracePt t="37613" x="2235200" y="2387600"/>
          <p14:tracePt t="37630" x="2222500" y="2387600"/>
          <p14:tracePt t="37721" x="2216150" y="2387600"/>
          <p14:tracePt t="38317" x="2222500" y="2387600"/>
          <p14:tracePt t="38373" x="2228850" y="2387600"/>
          <p14:tracePt t="38401" x="2235200" y="2387600"/>
          <p14:tracePt t="38422" x="2241550" y="2387600"/>
          <p14:tracePt t="38443" x="2247900" y="2387600"/>
          <p14:tracePt t="38457" x="2254250" y="2387600"/>
          <p14:tracePt t="38471" x="2266950" y="2387600"/>
          <p14:tracePt t="38486" x="2273300" y="2387600"/>
          <p14:tracePt t="38494" x="2286000" y="2381250"/>
          <p14:tracePt t="38511" x="2298700" y="2381250"/>
          <p14:tracePt t="38528" x="2324100" y="2374900"/>
          <p14:tracePt t="38543" x="2349500" y="2374900"/>
          <p14:tracePt t="38560" x="2355850" y="2374900"/>
          <p14:tracePt t="38577" x="2368550" y="2374900"/>
          <p14:tracePt t="38593" x="2374900" y="2374900"/>
          <p14:tracePt t="38611" x="2381250" y="2368550"/>
          <p14:tracePt t="38647" x="2387600" y="2368550"/>
          <p14:tracePt t="38695" x="2393950" y="2368550"/>
          <p14:tracePt t="38745" x="2400300" y="2368550"/>
          <p14:tracePt t="38773" x="2406650" y="2362200"/>
          <p14:tracePt t="38814" x="2413000" y="2362200"/>
          <p14:tracePt t="39095" x="2419350" y="2362200"/>
          <p14:tracePt t="39102" x="2432050" y="2362200"/>
          <p14:tracePt t="39116" x="2444750" y="2355850"/>
          <p14:tracePt t="39125" x="2457450" y="2355850"/>
          <p14:tracePt t="39141" x="2470150" y="2355850"/>
          <p14:tracePt t="39159" x="2501900" y="2355850"/>
          <p14:tracePt t="39175" x="2527300" y="2349500"/>
          <p14:tracePt t="39191" x="2540000" y="2349500"/>
          <p14:tracePt t="39208" x="2552700" y="2349500"/>
          <p14:tracePt t="39224" x="2559050" y="2349500"/>
          <p14:tracePt t="39242" x="2565400" y="2349500"/>
          <p14:tracePt t="39275" x="2571750" y="2349500"/>
          <p14:tracePt t="39312" x="2578100" y="2349500"/>
          <p14:tracePt t="39334" x="2584450" y="2349500"/>
          <p14:tracePt t="39355" x="2590800" y="2349500"/>
          <p14:tracePt t="39369" x="2597150" y="2349500"/>
          <p14:tracePt t="39377" x="2609850" y="2349500"/>
          <p14:tracePt t="39391" x="2622550" y="2349500"/>
          <p14:tracePt t="39407" x="2660650" y="2349500"/>
          <p14:tracePt t="39425" x="2717800" y="2349500"/>
          <p14:tracePt t="39440" x="2736850" y="2349500"/>
          <p14:tracePt t="39457" x="2787650" y="2349500"/>
          <p14:tracePt t="39474" x="2832100" y="2349500"/>
          <p14:tracePt t="39490" x="2851150" y="2349500"/>
          <p14:tracePt t="39507" x="2870200" y="2349500"/>
          <p14:tracePt t="39524" x="2895600" y="2349500"/>
          <p14:tracePt t="39614" x="2889250" y="2349500"/>
          <p14:tracePt t="39635" x="2882900" y="2349500"/>
          <p14:tracePt t="39655" x="2876550" y="2355850"/>
          <p14:tracePt t="39677" x="2870200" y="2355850"/>
          <p14:tracePt t="39684" x="2863850" y="2355850"/>
          <p14:tracePt t="39698" x="2857500" y="2355850"/>
          <p14:tracePt t="39719" x="2857500" y="2362200"/>
          <p14:tracePt t="39726" x="2844800" y="2362200"/>
          <p14:tracePt t="39740" x="2832100" y="2368550"/>
          <p14:tracePt t="39756" x="2806700" y="2368550"/>
          <p14:tracePt t="39773" x="2794000" y="2374900"/>
          <p14:tracePt t="39790" x="2755900" y="2387600"/>
          <p14:tracePt t="39806" x="2730500" y="2393950"/>
          <p14:tracePt t="39823" x="2724150" y="2393950"/>
          <p14:tracePt t="39839" x="2705100" y="2393950"/>
          <p14:tracePt t="39859" x="2698750" y="2393950"/>
          <p14:tracePt t="39915" x="2705100" y="2393950"/>
          <p14:tracePt t="39936" x="2711450" y="2393950"/>
          <p14:tracePt t="39943" x="2717800" y="2393950"/>
          <p14:tracePt t="39959" x="2736850" y="2393950"/>
          <p14:tracePt t="39972" x="2755900" y="2393950"/>
          <p14:tracePt t="39989" x="2838450" y="2387600"/>
          <p14:tracePt t="40006" x="2882900" y="2381250"/>
          <p14:tracePt t="40022" x="2997200" y="2362200"/>
          <p14:tracePt t="40038" x="3117850" y="2343150"/>
          <p14:tracePt t="40056" x="3200400" y="2317750"/>
          <p14:tracePt t="40072" x="3232150" y="2317750"/>
          <p14:tracePt t="40088" x="3263900" y="2305050"/>
          <p14:tracePt t="40105" x="3282950" y="2305050"/>
          <p14:tracePt t="40122" x="3289300" y="2305050"/>
          <p14:tracePt t="40138" x="3289300" y="2298700"/>
          <p14:tracePt t="40350" x="3282950" y="2298700"/>
          <p14:tracePt t="40356" x="3282950" y="2305050"/>
          <p14:tracePt t="40399" x="3276600" y="2311400"/>
          <p14:tracePt t="40406" x="3276600" y="2317750"/>
          <p14:tracePt t="40427" x="3270250" y="2317750"/>
          <p14:tracePt t="40434" x="3270250" y="2324100"/>
          <p14:tracePt t="40455" x="3263900" y="2330450"/>
          <p14:tracePt t="40469" x="3263900" y="2336800"/>
          <p14:tracePt t="40476" x="3257550" y="2343150"/>
          <p14:tracePt t="40491" x="3251200" y="2355850"/>
          <p14:tracePt t="40504" x="3238500" y="2387600"/>
          <p14:tracePt t="40520" x="3232150" y="2406650"/>
          <p14:tracePt t="40537" x="3232150" y="2432050"/>
          <p14:tracePt t="40553" x="3225800" y="2476500"/>
          <p14:tracePt t="40570" x="3225800" y="2527300"/>
          <p14:tracePt t="40586" x="3232150" y="2546350"/>
          <p14:tracePt t="40603" x="3251200" y="2590800"/>
          <p14:tracePt t="40620" x="3289300" y="2616200"/>
          <p14:tracePt t="40637" x="3314700" y="2647950"/>
          <p14:tracePt t="40653" x="3333750" y="2654300"/>
          <p14:tracePt t="40670" x="3359150" y="2667000"/>
          <p14:tracePt t="40687" x="3378200" y="2667000"/>
          <p14:tracePt t="40702" x="3390900" y="2667000"/>
          <p14:tracePt t="40719" x="3403600" y="2667000"/>
          <p14:tracePt t="40736" x="3409950" y="2667000"/>
          <p14:tracePt t="40897" x="3409950" y="2660650"/>
          <p14:tracePt t="40925" x="3403600" y="2660650"/>
          <p14:tracePt t="40939" x="3397250" y="2660650"/>
          <p14:tracePt t="40946" x="3390900" y="2660650"/>
          <p14:tracePt t="40960" x="3384550" y="2660650"/>
          <p14:tracePt t="40968" x="3371850" y="2660650"/>
          <p14:tracePt t="40985" x="3365500" y="2660650"/>
          <p14:tracePt t="41002" x="3321050" y="2647950"/>
          <p14:tracePt t="41018" x="3238500" y="2628900"/>
          <p14:tracePt t="41035" x="3194050" y="2622550"/>
          <p14:tracePt t="41052" x="3098800" y="2597150"/>
          <p14:tracePt t="41068" x="3028950" y="2578100"/>
          <p14:tracePt t="41086" x="2965450" y="2571750"/>
          <p14:tracePt t="41102" x="2946400" y="2565400"/>
          <p14:tracePt t="41118" x="2933700" y="2565400"/>
          <p14:tracePt t="41135" x="2914650" y="2559050"/>
          <p14:tracePt t="41151" x="2908300" y="2559050"/>
          <p14:tracePt t="41408" x="2914650" y="2559050"/>
          <p14:tracePt t="41458" x="2921000" y="2559050"/>
          <p14:tracePt t="41556" x="2914650" y="2565400"/>
          <p14:tracePt t="41570" x="2908300" y="2565400"/>
          <p14:tracePt t="41577" x="2901950" y="2565400"/>
          <p14:tracePt t="41590" x="2901950" y="2571750"/>
          <p14:tracePt t="41600" x="2895600" y="2571750"/>
          <p14:tracePt t="41616" x="2882900" y="2571750"/>
          <p14:tracePt t="41633" x="2851150" y="2597150"/>
          <p14:tracePt t="41649" x="2806700" y="2616200"/>
          <p14:tracePt t="41666" x="2774950" y="2641600"/>
          <p14:tracePt t="41683" x="2698750" y="2673350"/>
          <p14:tracePt t="41699" x="2622550" y="2705100"/>
          <p14:tracePt t="41718" x="2565400" y="2730500"/>
          <p14:tracePt t="41733" x="2533650" y="2730500"/>
          <p14:tracePt t="41750" x="2514600" y="2736850"/>
          <p14:tracePt t="41766" x="2470150" y="2749550"/>
          <p14:tracePt t="41782" x="2463800" y="2749550"/>
          <p14:tracePt t="41799" x="2457450" y="2749550"/>
          <p14:tracePt t="41871" x="2451100" y="2749550"/>
          <p14:tracePt t="41941" x="2444750" y="2749550"/>
          <p14:tracePt t="41948" x="2432050" y="2749550"/>
          <p14:tracePt t="41962" x="2419350" y="2749550"/>
          <p14:tracePt t="41969" x="2406650" y="2749550"/>
          <p14:tracePt t="41982" x="2387600" y="2749550"/>
          <p14:tracePt t="41998" x="2349500" y="2736850"/>
          <p14:tracePt t="42015" x="2311400" y="2736850"/>
          <p14:tracePt t="42032" x="2247900" y="2711450"/>
          <p14:tracePt t="42049" x="2184400" y="2698750"/>
          <p14:tracePt t="42065" x="2165350" y="2692400"/>
          <p14:tracePt t="42082" x="2133600" y="2692400"/>
          <p14:tracePt t="42098" x="2127250" y="2692400"/>
          <p14:tracePt t="42115" x="2114550" y="2692400"/>
          <p14:tracePt t="42131" x="2108200" y="2692400"/>
          <p14:tracePt t="42208" x="2108200" y="2686050"/>
          <p14:tracePt t="42222" x="2114550" y="2686050"/>
          <p14:tracePt t="42228" x="2127250" y="2686050"/>
          <p14:tracePt t="42243" x="2133600" y="2679700"/>
          <p14:tracePt t="42251" x="2139950" y="2679700"/>
          <p14:tracePt t="42264" x="2152650" y="2679700"/>
          <p14:tracePt t="42281" x="2216150" y="2673350"/>
          <p14:tracePt t="42298" x="2279650" y="2660650"/>
          <p14:tracePt t="42314" x="2444750" y="2641600"/>
          <p14:tracePt t="42331" x="2667000" y="2609850"/>
          <p14:tracePt t="42348" x="2857500" y="2590800"/>
          <p14:tracePt t="42364" x="2946400" y="2590800"/>
          <p14:tracePt t="42380" x="3009900" y="2584450"/>
          <p14:tracePt t="42397" x="3124200" y="2565400"/>
          <p14:tracePt t="42414" x="3143250" y="2559050"/>
          <p14:tracePt t="42417" x="3155950" y="2552700"/>
          <p14:tracePt t="42447" x="3168650" y="2552700"/>
          <p14:tracePt t="42464" x="3175000" y="2546350"/>
          <p14:tracePt t="42481" x="3181350" y="2546350"/>
          <p14:tracePt t="42558" x="3187700" y="2540000"/>
          <p14:tracePt t="42642" x="3194050" y="2540000"/>
          <p14:tracePt t="42677" x="3200400" y="2540000"/>
          <p14:tracePt t="42691" x="3206750" y="2540000"/>
          <p14:tracePt t="42699" x="3213100" y="2540000"/>
          <p14:tracePt t="42715" x="3219450" y="2540000"/>
          <p14:tracePt t="42740" x="3232150" y="2540000"/>
          <p14:tracePt t="42748" x="3244850" y="2540000"/>
          <p14:tracePt t="42763" x="3257550" y="2546350"/>
          <p14:tracePt t="42779" x="3276600" y="2546350"/>
          <p14:tracePt t="42796" x="3327400" y="2552700"/>
          <p14:tracePt t="42812" x="3384550" y="2565400"/>
          <p14:tracePt t="42829" x="3409950" y="2565400"/>
          <p14:tracePt t="42846" x="3467100" y="2565400"/>
          <p14:tracePt t="42862" x="3505200" y="2565400"/>
          <p14:tracePt t="42879" x="3524250" y="2565400"/>
          <p14:tracePt t="42895" x="3556000" y="2565400"/>
          <p14:tracePt t="42912" x="3581400" y="2565400"/>
          <p14:tracePt t="42929" x="3594100" y="2565400"/>
          <p14:tracePt t="42945" x="3606800" y="2565400"/>
          <p14:tracePt t="42962" x="3619500" y="2565400"/>
          <p14:tracePt t="42979" x="3638550" y="2571750"/>
          <p14:tracePt t="42995" x="3651250" y="2578100"/>
          <p14:tracePt t="43012" x="3670300" y="2578100"/>
          <p14:tracePt t="43028" x="3733800" y="2584450"/>
          <p14:tracePt t="43045" x="3765550" y="2584450"/>
          <p14:tracePt t="43061" x="3790950" y="2584450"/>
          <p14:tracePt t="43078" x="3879850" y="2597150"/>
          <p14:tracePt t="43094" x="3962400" y="2597150"/>
          <p14:tracePt t="43112" x="4051300" y="2597150"/>
          <p14:tracePt t="43128" x="4089400" y="2597150"/>
          <p14:tracePt t="43144" x="4159250" y="2597150"/>
          <p14:tracePt t="43161" x="4210050" y="2597150"/>
          <p14:tracePt t="43178" x="4235450" y="2597150"/>
          <p14:tracePt t="43194" x="4279900" y="2590800"/>
          <p14:tracePt t="43211" x="4337050" y="2590800"/>
          <p14:tracePt t="43227" x="4356100" y="2590800"/>
          <p14:tracePt t="43244" x="4413250" y="2597150"/>
          <p14:tracePt t="43260" x="4495800" y="2603500"/>
          <p14:tracePt t="43277" x="4533900" y="2616200"/>
          <p14:tracePt t="43294" x="4591050" y="2622550"/>
          <p14:tracePt t="43310" x="4806950" y="2647950"/>
          <p14:tracePt t="43327" x="4902200" y="2660650"/>
          <p14:tracePt t="43344" x="5080000" y="2673350"/>
          <p14:tracePt t="43360" x="5156200" y="2673350"/>
          <p14:tracePt t="43378" x="5295900" y="2667000"/>
          <p14:tracePt t="43394" x="5416550" y="2641600"/>
          <p14:tracePt t="43410" x="5461000" y="2635250"/>
          <p14:tracePt t="43427" x="5530850" y="2616200"/>
          <p14:tracePt t="43443" x="5568950" y="2616200"/>
          <p14:tracePt t="43460" x="5575300" y="2609850"/>
          <p14:tracePt t="43477" x="5600700" y="2603500"/>
          <p14:tracePt t="43493" x="5613400" y="2597150"/>
          <p14:tracePt t="43526" x="5638800" y="2584450"/>
          <p14:tracePt t="43543" x="5664200" y="2578100"/>
          <p14:tracePt t="43560" x="5708650" y="2571750"/>
          <p14:tracePt t="43576" x="5727700" y="2571750"/>
          <p14:tracePt t="43593" x="5784850" y="2559050"/>
          <p14:tracePt t="43610" x="5816600" y="2559050"/>
          <p14:tracePt t="43626" x="5892800" y="2559050"/>
          <p14:tracePt t="43643" x="5930900" y="2559050"/>
          <p14:tracePt t="43659" x="6013450" y="2552700"/>
          <p14:tracePt t="43676" x="6038850" y="2552700"/>
          <p14:tracePt t="43692" x="6083300" y="2546350"/>
          <p14:tracePt t="43709" x="6172200" y="2533650"/>
          <p14:tracePt t="43726" x="6210300" y="2533650"/>
          <p14:tracePt t="43743" x="6369050" y="2520950"/>
          <p14:tracePt t="43759" x="6413500" y="2520950"/>
          <p14:tracePt t="43775" x="6451600" y="2520950"/>
          <p14:tracePt t="43792" x="6534150" y="2508250"/>
          <p14:tracePt t="43809" x="6559550" y="2508250"/>
          <p14:tracePt t="43826" x="6578600" y="2501900"/>
          <p14:tracePt t="43842" x="6616700" y="2501900"/>
          <p14:tracePt t="43859" x="6648450" y="2501900"/>
          <p14:tracePt t="43876" x="6686550" y="2495550"/>
          <p14:tracePt t="43892" x="6699250" y="2495550"/>
          <p14:tracePt t="43908" x="6711950" y="2495550"/>
          <p14:tracePt t="43926" x="6731000" y="2495550"/>
          <p14:tracePt t="43941" x="6756400" y="2495550"/>
          <p14:tracePt t="43958" x="6769100" y="2495550"/>
          <p14:tracePt t="43975" x="6800850" y="2495550"/>
          <p14:tracePt t="43992" x="6838950" y="2495550"/>
          <p14:tracePt t="44008" x="6845300" y="2495550"/>
          <p14:tracePt t="44025" x="6870700" y="2501900"/>
          <p14:tracePt t="44041" x="6908800" y="2508250"/>
          <p14:tracePt t="44059" x="6940550" y="2527300"/>
          <p14:tracePt t="44074" x="6959600" y="2527300"/>
          <p14:tracePt t="44091" x="6972300" y="2533650"/>
          <p14:tracePt t="44108" x="7029450" y="2552700"/>
          <p14:tracePt t="44124" x="7042150" y="2559050"/>
          <p14:tracePt t="44141" x="7061200" y="2565400"/>
          <p14:tracePt t="44158" x="7080250" y="2571750"/>
          <p14:tracePt t="44174" x="7092950" y="2584450"/>
          <p14:tracePt t="44191" x="7099300" y="2584450"/>
          <p14:tracePt t="44248" x="7105650" y="2590800"/>
          <p14:tracePt t="44648" x="7105650" y="2584450"/>
          <p14:tracePt t="44662" x="7105650" y="2578100"/>
          <p14:tracePt t="44683" x="7105650" y="2571750"/>
          <p14:tracePt t="44690" x="7112000" y="2571750"/>
          <p14:tracePt t="45195" x="7073900" y="2571750"/>
          <p14:tracePt t="45201" x="7010400" y="2571750"/>
          <p14:tracePt t="45216" x="6946900" y="2571750"/>
          <p14:tracePt t="45224" x="6883400" y="2571750"/>
          <p14:tracePt t="45238" x="6807200" y="2571750"/>
          <p14:tracePt t="45254" x="6718300" y="2571750"/>
          <p14:tracePt t="45271" x="6470650" y="2597150"/>
          <p14:tracePt t="45287" x="6381750" y="2603500"/>
          <p14:tracePt t="45304" x="6292850" y="2616200"/>
          <p14:tracePt t="45321" x="6140450" y="2622550"/>
          <p14:tracePt t="45337" x="6007100" y="2641600"/>
          <p14:tracePt t="45354" x="5943600" y="2654300"/>
          <p14:tracePt t="45370" x="5880100" y="2660650"/>
          <p14:tracePt t="45387" x="5842000" y="2667000"/>
          <p14:tracePt t="45403" x="5816600" y="2667000"/>
          <p14:tracePt t="45420" x="5784850" y="2673350"/>
          <p14:tracePt t="45436" x="5759450" y="2673350"/>
          <p14:tracePt t="45454" x="5746750" y="2679700"/>
          <p14:tracePt t="45470" x="5740400" y="2679700"/>
          <p14:tracePt t="45486" x="5734050" y="2679700"/>
          <p14:tracePt t="45573" x="5746750" y="2686050"/>
          <p14:tracePt t="45588" x="5753100" y="2686050"/>
          <p14:tracePt t="45594" x="5759450" y="2686050"/>
          <p14:tracePt t="45608" x="5772150" y="2686050"/>
          <p14:tracePt t="45619" x="5803900" y="2686050"/>
          <p14:tracePt t="45636" x="5829300" y="2686050"/>
          <p14:tracePt t="45652" x="5943600" y="2667000"/>
          <p14:tracePt t="45669" x="6127750" y="2654300"/>
          <p14:tracePt t="45686" x="6324600" y="2654300"/>
          <p14:tracePt t="45702" x="6438900" y="2654300"/>
          <p14:tracePt t="45719" x="6623050" y="2647950"/>
          <p14:tracePt t="45735" x="6762750" y="2647950"/>
          <p14:tracePt t="45752" x="6813550" y="2647950"/>
          <p14:tracePt t="45769" x="6883400" y="2660650"/>
          <p14:tracePt t="45785" x="6915150" y="2660650"/>
          <p14:tracePt t="45802" x="6927850" y="2667000"/>
          <p14:tracePt t="45853" x="6927850" y="2673350"/>
          <p14:tracePt t="45875" x="6921500" y="2673350"/>
          <p14:tracePt t="45966" x="6915150" y="2673350"/>
          <p14:tracePt t="46008" x="6908800" y="2673350"/>
          <p14:tracePt t="46036" x="6902450" y="2673350"/>
          <p14:tracePt t="46042" x="6896100" y="2673350"/>
          <p14:tracePt t="46056" x="6889750" y="2673350"/>
          <p14:tracePt t="46086" x="6883400" y="2673350"/>
          <p14:tracePt t="46099" x="6877050" y="2673350"/>
          <p14:tracePt t="46106" x="6870700" y="2679700"/>
          <p14:tracePt t="46117" x="6858000" y="2679700"/>
          <p14:tracePt t="46134" x="6813550" y="2692400"/>
          <p14:tracePt t="46151" x="6788150" y="2705100"/>
          <p14:tracePt t="46167" x="6743700" y="2717800"/>
          <p14:tracePt t="46184" x="6553200" y="2774950"/>
          <p14:tracePt t="46200" x="6464300" y="2806700"/>
          <p14:tracePt t="46218" x="6229350" y="2882900"/>
          <p14:tracePt t="46233" x="6083300" y="2927350"/>
          <p14:tracePt t="46250" x="5689600" y="3048000"/>
          <p14:tracePt t="46267" x="5219700" y="3181350"/>
          <p14:tracePt t="46284" x="4965700" y="3244850"/>
          <p14:tracePt t="46300" x="4476750" y="3378200"/>
          <p14:tracePt t="46317" x="4070350" y="3473450"/>
          <p14:tracePt t="46333" x="3911600" y="3517900"/>
          <p14:tracePt t="46350" x="3695700" y="3594100"/>
          <p14:tracePt t="46366" x="3594100" y="3632200"/>
          <p14:tracePt t="46383" x="3562350" y="3644900"/>
          <p14:tracePt t="46830" x="3524250" y="3644900"/>
          <p14:tracePt t="46837" x="3473450" y="3657600"/>
          <p14:tracePt t="46848" x="3429000" y="3670300"/>
          <p14:tracePt t="46865" x="3333750" y="3708400"/>
          <p14:tracePt t="46881" x="3289300" y="3727450"/>
          <p14:tracePt t="46898" x="3244850" y="3740150"/>
          <p14:tracePt t="46914" x="3117850" y="3790950"/>
          <p14:tracePt t="46931" x="3073400" y="3810000"/>
          <p14:tracePt t="46947" x="3016250" y="3829050"/>
          <p14:tracePt t="46964" x="2946400" y="3860800"/>
          <p14:tracePt t="46981" x="2882900" y="3886200"/>
          <p14:tracePt t="46985" x="2870200" y="3886200"/>
          <p14:tracePt t="47001" x="2851150" y="3892550"/>
          <p14:tracePt t="47014" x="2825750" y="3898900"/>
          <p14:tracePt t="47031" x="2800350" y="3905250"/>
          <p14:tracePt t="47047" x="2781300" y="3917950"/>
          <p14:tracePt t="47064" x="2774950" y="3924300"/>
          <p14:tracePt t="47081" x="2749550" y="3937000"/>
          <p14:tracePt t="47098" x="2724150" y="3949700"/>
          <p14:tracePt t="47114" x="2711450" y="3956050"/>
          <p14:tracePt t="47131" x="2673350" y="3962400"/>
          <p14:tracePt t="47147" x="2654300" y="3968750"/>
          <p14:tracePt t="47164" x="2647950" y="3975100"/>
          <p14:tracePt t="47181" x="2628900" y="3975100"/>
          <p14:tracePt t="47515" x="2597150" y="3962400"/>
          <p14:tracePt t="47530" x="2527300" y="3943350"/>
          <p14:tracePt t="47536" x="2470150" y="3924300"/>
          <p14:tracePt t="47550" x="2406650" y="3905250"/>
          <p14:tracePt t="47562" x="2336800" y="3886200"/>
          <p14:tracePt t="47579" x="2203450" y="3860800"/>
          <p14:tracePt t="47596" x="2139950" y="3841750"/>
          <p14:tracePt t="47613" x="2019300" y="3822700"/>
          <p14:tracePt t="47629" x="1892300" y="3810000"/>
          <p14:tracePt t="47645" x="1847850" y="3816350"/>
          <p14:tracePt t="47662" x="1752600" y="3829050"/>
          <p14:tracePt t="47679" x="1682750" y="3841750"/>
          <p14:tracePt t="47695" x="1644650" y="3848100"/>
          <p14:tracePt t="47713" x="1606550" y="3854450"/>
          <p14:tracePt t="47728" x="1568450" y="3860800"/>
          <p14:tracePt t="47746" x="1536700" y="3867150"/>
          <p14:tracePt t="47762" x="1524000" y="3867150"/>
          <p14:tracePt t="47778" x="1511300" y="3867150"/>
          <p14:tracePt t="47796" x="1498600" y="3867150"/>
          <p14:tracePt t="47812" x="1492250" y="3867150"/>
          <p14:tracePt t="47851" x="1485900" y="3867150"/>
          <p14:tracePt t="47956" x="1479550" y="3873500"/>
          <p14:tracePt t="47970" x="1473200" y="3873500"/>
          <p14:tracePt t="47979" x="1473200" y="3879850"/>
          <p14:tracePt t="47999" x="1466850" y="3886200"/>
          <p14:tracePt t="48005" x="1460500" y="3886200"/>
          <p14:tracePt t="48026" x="1454150" y="3886200"/>
          <p14:tracePt t="48041" x="1447800" y="3892550"/>
          <p14:tracePt t="48047" x="1441450" y="3892550"/>
          <p14:tracePt t="48064" x="1435100" y="3892550"/>
          <p14:tracePt t="48096" x="1428750" y="3892550"/>
          <p14:tracePt t="48146" x="1435100" y="3892550"/>
          <p14:tracePt t="48159" x="1454150" y="3892550"/>
          <p14:tracePt t="48166" x="1466850" y="3886200"/>
          <p14:tracePt t="48180" x="1511300" y="3867150"/>
          <p14:tracePt t="48193" x="1543050" y="3841750"/>
          <p14:tracePt t="48210" x="1670050" y="3752850"/>
          <p14:tracePt t="48227" x="1739900" y="3683000"/>
          <p14:tracePt t="48244" x="1898650" y="3492500"/>
          <p14:tracePt t="48260" x="2089150" y="3175000"/>
          <p14:tracePt t="48277" x="2190750" y="2952750"/>
          <p14:tracePt t="48293" x="2387600" y="2470150"/>
          <p14:tracePt t="48310" x="2476500" y="2228850"/>
          <p14:tracePt t="48327" x="2609850" y="1784350"/>
          <p14:tracePt t="48343" x="2686050" y="1524000"/>
          <p14:tracePt t="48360" x="2705100" y="1454150"/>
          <p14:tracePt t="48377" x="2730500" y="1358900"/>
          <p14:tracePt t="48393" x="2736850" y="1346200"/>
          <p14:tracePt t="48409" x="2736850" y="1339850"/>
          <p14:tracePt t="48426" x="2736850" y="1327150"/>
          <p14:tracePt t="48463" x="2736850" y="1320800"/>
          <p14:tracePt t="48476" x="2736850" y="1314450"/>
          <p14:tracePt t="48492" x="2736850" y="1289050"/>
          <p14:tracePt t="48510" x="2717800" y="1219200"/>
          <p14:tracePt t="48526" x="2711450" y="1168400"/>
          <p14:tracePt t="48542" x="2711450" y="1098550"/>
          <p14:tracePt t="48560" x="2692400" y="971550"/>
          <p14:tracePt t="48576" x="2692400" y="908050"/>
          <p14:tracePt t="48592" x="2692400" y="844550"/>
          <p14:tracePt t="48609" x="2692400" y="749300"/>
          <p14:tracePt t="48625" x="2692400" y="723900"/>
          <p14:tracePt t="48642" x="2692400" y="698500"/>
          <p14:tracePt t="48658" x="2692400" y="692150"/>
          <p14:tracePt t="48706" x="2692400" y="698500"/>
          <p14:tracePt t="48721" x="2692400" y="704850"/>
          <p14:tracePt t="48743" x="2686050" y="717550"/>
          <p14:tracePt t="48770" x="2679700" y="736600"/>
          <p14:tracePt t="48776" x="2673350" y="762000"/>
          <p14:tracePt t="48791" x="2660650" y="800100"/>
          <p14:tracePt t="48805" x="2647950" y="850900"/>
          <p14:tracePt t="48811" x="2622550" y="933450"/>
          <p14:tracePt t="48827" x="2597150" y="1016000"/>
          <p14:tracePt t="48841" x="2508250" y="1263650"/>
          <p14:tracePt t="48858" x="2444750" y="1428750"/>
          <p14:tracePt t="48875" x="2298700" y="1720850"/>
          <p14:tracePt t="48891" x="2120900" y="2025650"/>
          <p14:tracePt t="48908" x="2025650" y="2197100"/>
          <p14:tracePt t="48924" x="1841500" y="2520950"/>
          <p14:tracePt t="48941" x="1651000" y="2832100"/>
          <p14:tracePt t="48958" x="1511300" y="3048000"/>
          <p14:tracePt t="48974" x="1447800" y="3130550"/>
          <p14:tracePt t="48991" x="1346200" y="3282950"/>
          <p14:tracePt t="49008" x="1282700" y="3409950"/>
          <p14:tracePt t="49024" x="1270000" y="3473450"/>
          <p14:tracePt t="49041" x="1250950" y="3517900"/>
          <p14:tracePt t="49057" x="1219200" y="3670300"/>
          <p14:tracePt t="49074" x="1206500" y="3708400"/>
          <p14:tracePt t="49091" x="1200150" y="3727450"/>
          <p14:tracePt t="49107" x="1193800" y="3778250"/>
          <p14:tracePt t="49124" x="1193800" y="3797300"/>
          <p14:tracePt t="49141" x="1193800" y="3810000"/>
          <p14:tracePt t="49197" x="1193800" y="3803650"/>
          <p14:tracePt t="49218" x="1200150" y="3803650"/>
          <p14:tracePt t="49232" x="1206500" y="3803650"/>
          <p14:tracePt t="49239" x="1206500" y="3797300"/>
          <p14:tracePt t="49255" x="1219200" y="3797300"/>
          <p14:tracePt t="49271" x="1231900" y="3790950"/>
          <p14:tracePt t="49278" x="1250950" y="3790950"/>
          <p14:tracePt t="49290" x="1270000" y="3784600"/>
          <p14:tracePt t="49307" x="1327150" y="3784600"/>
          <p14:tracePt t="49323" x="1365250" y="3784600"/>
          <p14:tracePt t="49340" x="1435100" y="3784600"/>
          <p14:tracePt t="49356" x="1492250" y="3803650"/>
          <p14:tracePt t="49373" x="1524000" y="3829050"/>
          <p14:tracePt t="49390" x="1562100" y="3873500"/>
          <p14:tracePt t="49406" x="1581150" y="3930650"/>
          <p14:tracePt t="49423" x="1581150" y="3949700"/>
          <p14:tracePt t="49440" x="1581150" y="4000500"/>
          <p14:tracePt t="49456" x="1574800" y="4025900"/>
          <p14:tracePt t="49472" x="1555750" y="4038600"/>
          <p14:tracePt t="49489" x="1555750" y="4044950"/>
          <p14:tracePt t="49506" x="1549400" y="4051300"/>
          <p14:tracePt t="49524" x="1536700" y="4057650"/>
          <p14:tracePt t="49580" x="1530350" y="4057650"/>
          <p14:tracePt t="49678" x="1530350" y="4064000"/>
          <p14:tracePt t="49706" x="1536700" y="4064000"/>
          <p14:tracePt t="49727" x="1543050" y="4064000"/>
          <p14:tracePt t="49734" x="1549400" y="4064000"/>
          <p14:tracePt t="49756" x="1562100" y="4064000"/>
          <p14:tracePt t="49769" x="1568450" y="4064000"/>
          <p14:tracePt t="49776" x="1574800" y="4064000"/>
          <p14:tracePt t="49791" x="1593850" y="4057650"/>
          <p14:tracePt t="49804" x="1631950" y="4051300"/>
          <p14:tracePt t="49821" x="1663700" y="4038600"/>
          <p14:tracePt t="49839" x="1733550" y="4032250"/>
          <p14:tracePt t="49854" x="1758950" y="4025900"/>
          <p14:tracePt t="49871" x="1809750" y="4013200"/>
          <p14:tracePt t="49889" x="1854200" y="4006850"/>
          <p14:tracePt t="49904" x="1873250" y="4006850"/>
          <p14:tracePt t="49921" x="1905000" y="4000500"/>
          <p14:tracePt t="49938" x="1936750" y="4000500"/>
          <p14:tracePt t="49954" x="1943100" y="4000500"/>
          <p14:tracePt t="49971" x="1962150" y="4000500"/>
          <p14:tracePt t="49987" x="1974850" y="4000500"/>
          <p14:tracePt t="50004" x="1981200" y="4006850"/>
          <p14:tracePt t="50050" x="1981200" y="4013200"/>
          <p14:tracePt t="50077" x="1987550" y="4013200"/>
          <p14:tracePt t="50085" x="1993900" y="4013200"/>
          <p14:tracePt t="50099" x="2000250" y="4019550"/>
          <p14:tracePt t="50107" x="2006600" y="4019550"/>
          <p14:tracePt t="50121" x="2019300" y="4019550"/>
          <p14:tracePt t="50137" x="2038350" y="4025900"/>
          <p14:tracePt t="50155" x="2146300" y="4044950"/>
          <p14:tracePt t="50170" x="2222500" y="4044950"/>
          <p14:tracePt t="50187" x="2305050" y="4051300"/>
          <p14:tracePt t="50204" x="2482850" y="4064000"/>
          <p14:tracePt t="50220" x="2698750" y="4064000"/>
          <p14:tracePt t="50237" x="2800350" y="4064000"/>
          <p14:tracePt t="50253" x="2965450" y="4064000"/>
          <p14:tracePt t="50270" x="3092450" y="4051300"/>
          <p14:tracePt t="50287" x="3130550" y="4051300"/>
          <p14:tracePt t="50303" x="3181350" y="4038600"/>
          <p14:tracePt t="50320" x="3219450" y="4032250"/>
          <p14:tracePt t="50337" x="3232150" y="4019550"/>
          <p14:tracePt t="50353" x="3238500" y="4019550"/>
          <p14:tracePt t="50369" x="3251200" y="4013200"/>
          <p14:tracePt t="50387" x="3263900" y="4000500"/>
          <p14:tracePt t="50403" x="3270250" y="4000500"/>
          <p14:tracePt t="50419" x="3276600" y="4000500"/>
          <p14:tracePt t="50436" x="3289300" y="3994150"/>
          <p14:tracePt t="50452" x="3295650" y="3994150"/>
          <p14:tracePt t="50470" x="3308350" y="3987800"/>
          <p14:tracePt t="50486" x="3314700" y="3987800"/>
          <p14:tracePt t="50502" x="3327400" y="3981450"/>
          <p14:tracePt t="50519" x="3346450" y="3975100"/>
          <p14:tracePt t="50536" x="3359150" y="3975100"/>
          <p14:tracePt t="50552" x="3384550" y="3968750"/>
          <p14:tracePt t="50569" x="3403600" y="3956050"/>
          <p14:tracePt t="50585" x="3409950" y="3956050"/>
          <p14:tracePt t="50631" x="3416300" y="3949700"/>
          <p14:tracePt t="50701" x="3422650" y="3949700"/>
          <p14:tracePt t="50912" x="3429000" y="3943350"/>
          <p14:tracePt t="50919" x="3429000" y="3930650"/>
          <p14:tracePt t="50926" x="3441700" y="3924300"/>
          <p14:tracePt t="50940" x="3448050" y="3911600"/>
          <p14:tracePt t="50950" x="3454400" y="3905250"/>
          <p14:tracePt t="50968" x="3460750" y="3892550"/>
          <p14:tracePt t="50984" x="3473450" y="3879850"/>
          <p14:tracePt t="51001" x="3479800" y="3873500"/>
          <p14:tracePt t="51018" x="3479800" y="3867150"/>
          <p14:tracePt t="51129" x="3479800" y="3873500"/>
          <p14:tracePt t="51136" x="3479800" y="3879850"/>
          <p14:tracePt t="51171" x="3479800" y="3886200"/>
          <p14:tracePt t="51178" x="3473450" y="3898900"/>
          <p14:tracePt t="51192" x="3467100" y="3905250"/>
          <p14:tracePt t="51201" x="3467100" y="3924300"/>
          <p14:tracePt t="51216" x="3460750" y="3937000"/>
          <p14:tracePt t="51234" x="3454400" y="3956050"/>
          <p14:tracePt t="51250" x="3448050" y="3968750"/>
          <p14:tracePt t="51267" x="3448050" y="3975100"/>
          <p14:tracePt t="51283" x="3441700" y="3981450"/>
          <p14:tracePt t="51334" x="3441700" y="3975100"/>
          <p14:tracePt t="51340" x="3441700" y="3968750"/>
          <p14:tracePt t="51361" x="3441700" y="3962400"/>
          <p14:tracePt t="51369" x="3448050" y="3949700"/>
          <p14:tracePt t="51383" x="3448050" y="3930650"/>
          <p14:tracePt t="51399" x="3448050" y="3911600"/>
          <p14:tracePt t="51417" x="3454400" y="3854450"/>
          <p14:tracePt t="51432" x="3460750" y="3835400"/>
          <p14:tracePt t="51450" x="3460750" y="3822700"/>
          <p14:tracePt t="51466" x="3460750" y="3797300"/>
          <p14:tracePt t="51482" x="3467100" y="3784600"/>
          <p14:tracePt t="51499" x="3467100" y="3778250"/>
          <p14:tracePt t="51543" x="3473450" y="3784600"/>
          <p14:tracePt t="51552" x="3473450" y="3790950"/>
          <p14:tracePt t="51566" x="3473450" y="3797300"/>
          <p14:tracePt t="51582" x="3473450" y="3822700"/>
          <p14:tracePt t="51600" x="3473450" y="3854450"/>
          <p14:tracePt t="51615" x="3473450" y="3867150"/>
          <p14:tracePt t="51632" x="3473450" y="3905250"/>
          <p14:tracePt t="51649" x="3473450" y="3930650"/>
          <p14:tracePt t="51665" x="3473450" y="3943350"/>
          <p14:tracePt t="51682" x="3473450" y="3949700"/>
          <p14:tracePt t="51698" x="3479800" y="3956050"/>
          <p14:tracePt t="51739" x="3486150" y="3956050"/>
          <p14:tracePt t="51760" x="3486150" y="3949700"/>
          <p14:tracePt t="51768" x="3486150" y="3943350"/>
          <p14:tracePt t="51784" x="3486150" y="3937000"/>
          <p14:tracePt t="51809" x="3486150" y="3924300"/>
          <p14:tracePt t="51837" x="3486150" y="3917950"/>
          <p14:tracePt t="51858" x="3486150" y="3911600"/>
          <p14:tracePt t="51879" x="3486150" y="3905250"/>
          <p14:tracePt t="51900" x="3486150" y="3898900"/>
          <p14:tracePt t="51907" x="3492500" y="3892550"/>
          <p14:tracePt t="51999" x="3492500" y="3905250"/>
          <p14:tracePt t="52019" x="3492500" y="3911600"/>
          <p14:tracePt t="52034" x="3492500" y="3917950"/>
          <p14:tracePt t="52049" x="3492500" y="3924300"/>
          <p14:tracePt t="52090" x="3492500" y="3930650"/>
          <p14:tracePt t="52188" x="3492500" y="3924300"/>
          <p14:tracePt t="52209" x="3492500" y="3911600"/>
          <p14:tracePt t="52251" x="3492500" y="3905250"/>
          <p14:tracePt t="52258" x="3492500" y="3898900"/>
          <p14:tracePt t="52349" x="3486150" y="3898900"/>
          <p14:tracePt t="52370" x="3486150" y="3905250"/>
          <p14:tracePt t="52391" x="3479800" y="3911600"/>
          <p14:tracePt t="52433" x="3479800" y="3917950"/>
          <p14:tracePt t="52511" x="3473450" y="3917950"/>
          <p14:tracePt t="52531" x="3473450" y="3911600"/>
          <p14:tracePt t="52538" x="3473450" y="3905250"/>
          <p14:tracePt t="52552" x="3473450" y="3898900"/>
          <p14:tracePt t="52581" x="3473450" y="3892550"/>
          <p14:tracePt t="52602" x="3473450" y="3886200"/>
          <p14:tracePt t="52644" x="3467100" y="3886200"/>
          <p14:tracePt t="52672" x="3467100" y="3879850"/>
          <p14:tracePt t="52714" x="3460750" y="3879850"/>
          <p14:tracePt t="52749" x="3460750" y="3886200"/>
          <p14:tracePt t="53150" x="3467100" y="3873500"/>
          <p14:tracePt t="53165" x="3505200" y="3835400"/>
          <p14:tracePt t="53171" x="3549650" y="3784600"/>
          <p14:tracePt t="53186" x="3606800" y="3727450"/>
          <p14:tracePt t="53194" x="3683000" y="3670300"/>
          <p14:tracePt t="53209" x="3752850" y="3581400"/>
          <p14:tracePt t="53226" x="3943350" y="3403600"/>
          <p14:tracePt t="53242" x="4133850" y="3232150"/>
          <p14:tracePt t="53259" x="4248150" y="3143250"/>
          <p14:tracePt t="53277" x="4495800" y="2940050"/>
          <p14:tracePt t="53293" x="4768850" y="2730500"/>
          <p14:tracePt t="53309" x="4876800" y="2654300"/>
          <p14:tracePt t="53326" x="5099050" y="2476500"/>
          <p14:tracePt t="53342" x="5289550" y="2311400"/>
          <p14:tracePt t="53359" x="5372100" y="2222500"/>
          <p14:tracePt t="53376" x="5518150" y="2082800"/>
          <p14:tracePt t="53392" x="5588000" y="2006600"/>
          <p14:tracePt t="53410" x="5695950" y="1911350"/>
          <p14:tracePt t="53426" x="5772150" y="1841500"/>
          <p14:tracePt t="53442" x="5797550" y="1828800"/>
          <p14:tracePt t="53459" x="5835650" y="1790700"/>
          <p14:tracePt t="53476" x="5873750" y="1765300"/>
          <p14:tracePt t="53492" x="5886450" y="1758950"/>
          <p14:tracePt t="53509" x="5911850" y="1733550"/>
          <p14:tracePt t="53525" x="5937250" y="1727200"/>
          <p14:tracePt t="53542" x="5949950" y="1708150"/>
          <p14:tracePt t="53558" x="5981700" y="1689100"/>
          <p14:tracePt t="53575" x="6007100" y="1682750"/>
          <p14:tracePt t="53592" x="6019800" y="1676400"/>
          <p14:tracePt t="53608" x="6045200" y="1663700"/>
          <p14:tracePt t="53624" x="6057900" y="1657350"/>
          <p14:tracePt t="53642" x="6089650" y="1644650"/>
          <p14:tracePt t="53658" x="6108700" y="1644650"/>
          <p14:tracePt t="53675" x="6121400" y="1638300"/>
          <p14:tracePt t="53691" x="6153150" y="1619250"/>
          <p14:tracePt t="53707" x="6165850" y="1606550"/>
          <p14:tracePt t="53725" x="6197600" y="1593850"/>
          <p14:tracePt t="53741" x="6203950" y="1587500"/>
          <p14:tracePt t="53758" x="6216650" y="1581150"/>
          <p14:tracePt t="53775" x="6229350" y="1568450"/>
          <p14:tracePt t="53791" x="6235700" y="1562100"/>
          <p14:tracePt t="53807" x="6242050" y="1555750"/>
          <p14:tracePt t="53824" x="6254750" y="1549400"/>
          <p14:tracePt t="53841" x="6261100" y="1549400"/>
          <p14:tracePt t="53858" x="6267450" y="1543050"/>
          <p14:tracePt t="53874" x="6267450" y="1536700"/>
          <p14:tracePt t="53894" x="6273800" y="1530350"/>
          <p14:tracePt t="53921" x="6273800" y="1524000"/>
          <p14:tracePt t="53943" x="6280150" y="1517650"/>
          <p14:tracePt t="53964" x="6286500" y="1517650"/>
          <p14:tracePt t="53970" x="6286500" y="1511300"/>
          <p14:tracePt t="54006" x="6292850" y="1511300"/>
          <p14:tracePt t="54034" x="6299200" y="1504950"/>
          <p14:tracePt t="54042" x="6305550" y="1504950"/>
          <p14:tracePt t="54083" x="6311900" y="1498600"/>
          <p14:tracePt t="54104" x="6318250" y="1498600"/>
          <p14:tracePt t="54110" x="6318250" y="1492250"/>
          <p14:tracePt t="54132" x="6324600" y="1492250"/>
          <p14:tracePt t="54153" x="6330950" y="1485900"/>
          <p14:tracePt t="54174" x="6337300" y="1485900"/>
          <p14:tracePt t="54201" x="6343650" y="1485900"/>
          <p14:tracePt t="54237" x="6343650" y="1479550"/>
          <p14:tracePt t="54244" x="6343650" y="1473200"/>
          <p14:tracePt t="54677" x="6337300" y="1473200"/>
          <p14:tracePt t="54684" x="6324600" y="1473200"/>
          <p14:tracePt t="54691" x="6318250" y="1473200"/>
          <p14:tracePt t="54708" x="6305550" y="1473200"/>
          <p14:tracePt t="54721" x="6286500" y="1479550"/>
          <p14:tracePt t="54738" x="6254750" y="1485900"/>
          <p14:tracePt t="54756" x="6210300" y="1492250"/>
          <p14:tracePt t="54771" x="6191250" y="1504950"/>
          <p14:tracePt t="54787" x="6121400" y="1517650"/>
          <p14:tracePt t="54804" x="6051550" y="1536700"/>
          <p14:tracePt t="54820" x="6007100" y="1543050"/>
          <p14:tracePt t="54837" x="5924550" y="1581150"/>
          <p14:tracePt t="54855" x="5822950" y="1625600"/>
          <p14:tracePt t="54872" x="5778500" y="1651000"/>
          <p14:tracePt t="54888" x="5715000" y="1670050"/>
          <p14:tracePt t="54904" x="5537200" y="1746250"/>
          <p14:tracePt t="54920" x="5467350" y="1771650"/>
          <p14:tracePt t="54937" x="5340350" y="1835150"/>
          <p14:tracePt t="54953" x="5276850" y="1860550"/>
          <p14:tracePt t="54971" x="5175250" y="1917700"/>
          <p14:tracePt t="54988" x="5118100" y="1949450"/>
          <p14:tracePt t="55003" x="5105400" y="1955800"/>
          <p14:tracePt t="55021" x="5099050" y="1962150"/>
          <p14:tracePt t="55036" x="5099050" y="1974850"/>
          <p14:tracePt t="55070" x="5130800" y="1981200"/>
          <p14:tracePt t="55086" x="5219700" y="2000250"/>
          <p14:tracePt t="55103" x="5283200" y="2000250"/>
          <p14:tracePt t="55120" x="5486400" y="2000250"/>
          <p14:tracePt t="55136" x="5861050" y="1981200"/>
          <p14:tracePt t="55153" x="6083300" y="1949450"/>
          <p14:tracePt t="55170" x="6604000" y="1860550"/>
          <p14:tracePt t="55186" x="6858000" y="1816100"/>
          <p14:tracePt t="55204" x="7321550" y="1689100"/>
          <p14:tracePt t="55219" x="7670800" y="1574800"/>
          <p14:tracePt t="55236" x="7785100" y="1530350"/>
          <p14:tracePt t="55253" x="7937500" y="1447800"/>
          <p14:tracePt t="55269" x="7981950" y="1422400"/>
          <p14:tracePt t="55286" x="8070850" y="1377950"/>
          <p14:tracePt t="55302" x="8108950" y="1352550"/>
          <p14:tracePt t="55319" x="8134350" y="1346200"/>
          <p14:tracePt t="55336" x="8166100" y="1333500"/>
          <p14:tracePt t="55352" x="8185150" y="1320800"/>
          <p14:tracePt t="55369" x="8197850" y="1314450"/>
          <p14:tracePt t="55386" x="8204200" y="1308100"/>
          <p14:tracePt t="55418" x="8210550" y="1308100"/>
          <p14:tracePt t="55449" x="8210550" y="1301750"/>
          <p14:tracePt t="55554" x="8216900" y="1295400"/>
          <p14:tracePt t="55645" x="8210550" y="1295400"/>
          <p14:tracePt t="55673" x="8210550" y="1301750"/>
          <p14:tracePt t="55694" x="8204200" y="1301750"/>
          <p14:tracePt t="55715" x="8197850" y="1301750"/>
          <p14:tracePt t="55730" x="8191500" y="1301750"/>
          <p14:tracePt t="55737" x="8185150" y="1301750"/>
          <p14:tracePt t="55751" x="8172450" y="1301750"/>
          <p14:tracePt t="55767" x="8121650" y="1314450"/>
          <p14:tracePt t="55784" x="8083550" y="1333500"/>
          <p14:tracePt t="55801" x="7937500" y="1371600"/>
          <p14:tracePt t="55817" x="7829550" y="1403350"/>
          <p14:tracePt t="55834" x="7480300" y="1549400"/>
          <p14:tracePt t="55850" x="6959600" y="1797050"/>
          <p14:tracePt t="55867" x="6654800" y="1968500"/>
          <p14:tracePt t="55884" x="5492750" y="2584450"/>
          <p14:tracePt t="55900" x="5067300" y="2806700"/>
          <p14:tracePt t="55917" x="4635500" y="3035300"/>
          <p14:tracePt t="55933" x="3835400" y="3435350"/>
          <p14:tracePt t="55950" x="3181350" y="3778250"/>
          <p14:tracePt t="55967" x="2705100" y="4025900"/>
          <p14:tracePt t="55983" x="2527300" y="4133850"/>
          <p14:tracePt t="56000" x="2305050" y="4267200"/>
          <p14:tracePt t="56017" x="2184400" y="4362450"/>
          <p14:tracePt t="56033" x="2152650" y="4413250"/>
          <p14:tracePt t="56050" x="2114550" y="4445000"/>
          <p14:tracePt t="56067" x="2101850" y="4464050"/>
          <p14:tracePt t="56100" x="2101850" y="4470400"/>
          <p14:tracePt t="56290" x="2101850" y="4464050"/>
          <p14:tracePt t="56318" x="2108200" y="4457700"/>
          <p14:tracePt t="56339" x="2114550" y="4451350"/>
          <p14:tracePt t="56346" x="2120900" y="4451350"/>
          <p14:tracePt t="56360" x="2127250" y="4438650"/>
          <p14:tracePt t="56382" x="2139950" y="4425950"/>
          <p14:tracePt t="56389" x="2165350" y="4400550"/>
          <p14:tracePt t="56398" x="2209800" y="4362450"/>
          <p14:tracePt t="56415" x="2254250" y="4318000"/>
          <p14:tracePt t="56432" x="2374900" y="4210050"/>
          <p14:tracePt t="56449" x="2514600" y="4102100"/>
          <p14:tracePt t="56466" x="2584450" y="4051300"/>
          <p14:tracePt t="56481" x="2698750" y="3981450"/>
          <p14:tracePt t="56498" x="2755900" y="3956050"/>
          <p14:tracePt t="56515" x="2825750" y="3924300"/>
          <p14:tracePt t="56531" x="2844800" y="3917950"/>
          <p14:tracePt t="56548" x="2851150" y="3917950"/>
          <p14:tracePt t="56565" x="2857500" y="3911600"/>
          <p14:tracePt t="56585" x="2863850" y="3911600"/>
          <p14:tracePt t="56690" x="2870200" y="3911600"/>
          <p14:tracePt t="56725" x="2882900" y="3917950"/>
          <p14:tracePt t="56746" x="2889250" y="3917950"/>
          <p14:tracePt t="56760" x="2895600" y="3917950"/>
          <p14:tracePt t="56788" x="2901950" y="3917950"/>
          <p14:tracePt t="56795" x="2908300" y="3917950"/>
          <p14:tracePt t="56809" x="2921000" y="3924300"/>
          <p14:tracePt t="56817" x="2933700" y="3924300"/>
          <p14:tracePt t="56832" x="2946400" y="3924300"/>
          <p14:tracePt t="56847" x="2959100" y="3930650"/>
          <p14:tracePt t="56864" x="2978150" y="3937000"/>
          <p14:tracePt t="56880" x="2990850" y="3943350"/>
          <p14:tracePt t="56900" x="2997200" y="3943350"/>
          <p14:tracePt t="56914" x="2997200" y="3949700"/>
          <p14:tracePt t="56957" x="3003550" y="3956050"/>
          <p14:tracePt t="57062" x="2997200" y="3962400"/>
          <p14:tracePt t="57097" x="2997200" y="3968750"/>
          <p14:tracePt t="57118" x="2990850" y="3968750"/>
          <p14:tracePt t="57139" x="2984500" y="3968750"/>
          <p14:tracePt t="57147" x="2978150" y="3968750"/>
          <p14:tracePt t="57160" x="2965450" y="3968750"/>
          <p14:tracePt t="57166" x="2959100" y="3968750"/>
          <p14:tracePt t="57182" x="2946400" y="3968750"/>
          <p14:tracePt t="57196" x="2927350" y="3968750"/>
          <p14:tracePt t="57212" x="2870200" y="3968750"/>
          <p14:tracePt t="57230" x="2794000" y="3968750"/>
          <p14:tracePt t="57246" x="2755900" y="3968750"/>
          <p14:tracePt t="57262" x="2679700" y="3968750"/>
          <p14:tracePt t="57279" x="2597150" y="3968750"/>
          <p14:tracePt t="57295" x="2571750" y="3968750"/>
          <p14:tracePt t="57312" x="2514600" y="3968750"/>
          <p14:tracePt t="57329" x="2457450" y="3968750"/>
          <p14:tracePt t="57345" x="2432050" y="3968750"/>
          <p14:tracePt t="57362" x="2393950" y="3968750"/>
          <p14:tracePt t="57378" x="2368550" y="3968750"/>
          <p14:tracePt t="57395" x="2349500" y="3968750"/>
          <p14:tracePt t="57412" x="2330450" y="3962400"/>
          <p14:tracePt t="57429" x="2324100" y="3962400"/>
          <p14:tracePt t="57445" x="2317750" y="3962400"/>
          <p14:tracePt t="57462" x="2311400" y="3962400"/>
          <p14:tracePt t="57478" x="2305050" y="3956050"/>
          <p14:tracePt t="57495" x="2298700" y="3949700"/>
          <p14:tracePt t="57511" x="2286000" y="3949700"/>
          <p14:tracePt t="57528" x="2273300" y="3949700"/>
          <p14:tracePt t="57545" x="2260600" y="3943350"/>
          <p14:tracePt t="57561" x="2216150" y="3943350"/>
          <p14:tracePt t="57577" x="2197100" y="3943350"/>
          <p14:tracePt t="57581" x="2171700" y="3943350"/>
          <p14:tracePt t="57595" x="2133600" y="3937000"/>
          <p14:tracePt t="57611" x="2051050" y="3937000"/>
          <p14:tracePt t="57627" x="2012950" y="3937000"/>
          <p14:tracePt t="57645" x="1924050" y="3937000"/>
          <p14:tracePt t="57661" x="1866900" y="3937000"/>
          <p14:tracePt t="57679" x="1822450" y="3937000"/>
          <p14:tracePt t="57694" x="1816100" y="3937000"/>
          <p14:tracePt t="57711" x="1809750" y="3943350"/>
          <p14:tracePt t="57728" x="1803400" y="3943350"/>
          <p14:tracePt t="57764" x="1797050" y="3943350"/>
          <p14:tracePt t="57847" x="1797050" y="3937000"/>
          <p14:tracePt t="57910" x="1790700" y="3937000"/>
          <p14:tracePt t="57931" x="1784350" y="3937000"/>
          <p14:tracePt t="57938" x="1778000" y="3937000"/>
          <p14:tracePt t="57960" x="1771650" y="3937000"/>
          <p14:tracePt t="57980" x="1765300" y="3943350"/>
          <p14:tracePt t="57987" x="1746250" y="3949700"/>
          <p14:tracePt t="58001" x="1733550" y="3949700"/>
          <p14:tracePt t="58009" x="1720850" y="3956050"/>
          <p14:tracePt t="58026" x="1701800" y="3962400"/>
          <p14:tracePt t="58043" x="1651000" y="3968750"/>
          <p14:tracePt t="58060" x="1612900" y="3981450"/>
          <p14:tracePt t="58078" x="1581150" y="3987800"/>
          <p14:tracePt t="58093" x="1568450" y="3994150"/>
          <p14:tracePt t="58109" x="1562100" y="3994150"/>
          <p14:tracePt t="58126" x="1549400" y="4000500"/>
          <p14:tracePt t="58142" x="1543050" y="4000500"/>
          <p14:tracePt t="58254" x="1536700" y="4000500"/>
          <p14:tracePt t="58533" x="1543050" y="4000500"/>
          <p14:tracePt t="58639" x="1549400" y="4000500"/>
          <p14:tracePt t="58681" x="1555750" y="4000500"/>
          <p14:tracePt t="58730" x="1562100" y="4006850"/>
          <p14:tracePt t="58758" x="1568450" y="4006850"/>
          <p14:tracePt t="58772" x="1568450" y="4013200"/>
          <p14:tracePt t="58778" x="1568450" y="4019550"/>
          <p14:tracePt t="58800" x="1568450" y="4025900"/>
          <p14:tracePt t="58814" x="1568450" y="4032250"/>
          <p14:tracePt t="58823" x="1568450" y="4038600"/>
          <p14:tracePt t="58840" x="1574800" y="4051300"/>
          <p14:tracePt t="58857" x="1574800" y="4076700"/>
          <p14:tracePt t="58873" x="1574800" y="4114800"/>
          <p14:tracePt t="58890" x="1574800" y="4133850"/>
          <p14:tracePt t="58906" x="1574800" y="4165600"/>
          <p14:tracePt t="58923" x="1574800" y="4191000"/>
          <p14:tracePt t="58940" x="1574800" y="4216400"/>
          <p14:tracePt t="58956" x="1574800" y="4222750"/>
          <p14:tracePt t="58973" x="1574800" y="4229100"/>
          <p14:tracePt t="59006" x="1574800" y="4235450"/>
          <p14:tracePt t="59095" x="1574800" y="4241800"/>
          <p14:tracePt t="59221" x="1568450" y="4248150"/>
          <p14:tracePt t="59242" x="1562100" y="4260850"/>
          <p14:tracePt t="59263" x="1555750" y="4273550"/>
          <p14:tracePt t="59284" x="1549400" y="4286250"/>
          <p14:tracePt t="59291" x="1549400" y="4292600"/>
          <p14:tracePt t="59308" x="1543050" y="4298950"/>
          <p14:tracePt t="59322" x="1536700" y="4311650"/>
          <p14:tracePt t="59355" x="1536700" y="4318000"/>
          <p14:tracePt t="59403" x="1536700" y="4324350"/>
          <p14:tracePt t="59431" x="1536700" y="4330700"/>
          <p14:tracePt t="59452" x="1530350" y="4337050"/>
          <p14:tracePt t="60415" x="1511300" y="4337050"/>
          <p14:tracePt t="60421" x="1479550" y="4337050"/>
          <p14:tracePt t="60437" x="1454150" y="4343400"/>
          <p14:tracePt t="60451" x="1422400" y="4349750"/>
          <p14:tracePt t="60468" x="1352550" y="4368800"/>
          <p14:tracePt t="60485" x="1282700" y="4375150"/>
          <p14:tracePt t="60501" x="1250950" y="4381500"/>
          <p14:tracePt t="60518" x="1206500" y="4394200"/>
          <p14:tracePt t="60534" x="1155700" y="4394200"/>
          <p14:tracePt t="60551" x="1143000" y="4400550"/>
          <p14:tracePt t="60568" x="1117600" y="4400550"/>
          <p14:tracePt t="60584" x="1111250" y="4406900"/>
          <p14:tracePt t="60618" x="1098550" y="4406900"/>
          <p14:tracePt t="60772" x="1104900" y="4406900"/>
          <p14:tracePt t="60786" x="1111250" y="4406900"/>
          <p14:tracePt t="60793" x="1117600" y="4406900"/>
          <p14:tracePt t="60807" x="1123950" y="4406900"/>
          <p14:tracePt t="60816" x="1130300" y="4406900"/>
          <p14:tracePt t="60835" x="1168400" y="4406900"/>
          <p14:tracePt t="60850" x="1193800" y="4400550"/>
          <p14:tracePt t="60866" x="1276350" y="4400550"/>
          <p14:tracePt t="60884" x="1377950" y="4400550"/>
          <p14:tracePt t="60900" x="1441450" y="4400550"/>
          <p14:tracePt t="60916" x="1543050" y="4400550"/>
          <p14:tracePt t="60934" x="1606550" y="4394200"/>
          <p14:tracePt t="60950" x="1625600" y="4394200"/>
          <p14:tracePt t="60966" x="1651000" y="4387850"/>
          <p14:tracePt t="60982" x="1657350" y="4381500"/>
          <p14:tracePt t="60999" x="1663700" y="4381500"/>
          <p14:tracePt t="61122" x="1657350" y="4381500"/>
          <p14:tracePt t="61136" x="1651000" y="4381500"/>
          <p14:tracePt t="61143" x="1644650" y="4381500"/>
          <p14:tracePt t="61157" x="1638300" y="4381500"/>
          <p14:tracePt t="61166" x="1631950" y="4381500"/>
          <p14:tracePt t="61182" x="1625600" y="4381500"/>
          <p14:tracePt t="61199" x="1606550" y="4381500"/>
          <p14:tracePt t="61215" x="1562100" y="4387850"/>
          <p14:tracePt t="61232" x="1543050" y="4387850"/>
          <p14:tracePt t="61249" x="1485900" y="4394200"/>
          <p14:tracePt t="61265" x="1428750" y="4400550"/>
          <p14:tracePt t="61281" x="1409700" y="4413250"/>
          <p14:tracePt t="61298" x="1365250" y="4413250"/>
          <p14:tracePt t="61315" x="1339850" y="4413250"/>
          <p14:tracePt t="61332" x="1333500" y="4413250"/>
          <p14:tracePt t="61424" x="1339850" y="4413250"/>
          <p14:tracePt t="61437" x="1346200" y="4413250"/>
          <p14:tracePt t="61444" x="1358900" y="4413250"/>
          <p14:tracePt t="61451" x="1371600" y="4413250"/>
          <p14:tracePt t="61468" x="1397000" y="4413250"/>
          <p14:tracePt t="61482" x="1428750" y="4413250"/>
          <p14:tracePt t="61498" x="1517650" y="4400550"/>
          <p14:tracePt t="61515" x="1612900" y="4381500"/>
          <p14:tracePt t="61531" x="1670050" y="4375150"/>
          <p14:tracePt t="61547" x="1739900" y="4356100"/>
          <p14:tracePt t="61564" x="1771650" y="4349750"/>
          <p14:tracePt t="61581" x="1784350" y="4349750"/>
          <p14:tracePt t="61597" x="1797050" y="4343400"/>
          <p14:tracePt t="61648" x="1797050" y="4337050"/>
          <p14:tracePt t="61654" x="1790700" y="4337050"/>
          <p14:tracePt t="61664" x="1784350" y="4337050"/>
          <p14:tracePt t="61681" x="1771650" y="4337050"/>
          <p14:tracePt t="61698" x="1752600" y="4337050"/>
          <p14:tracePt t="61713" x="1727200" y="4337050"/>
          <p14:tracePt t="61730" x="1682750" y="4337050"/>
          <p14:tracePt t="61747" x="1631950" y="4343400"/>
          <p14:tracePt t="61763" x="1600200" y="4343400"/>
          <p14:tracePt t="61781" x="1562100" y="4349750"/>
          <p14:tracePt t="61797" x="1530350" y="4349750"/>
          <p14:tracePt t="61813" x="1524000" y="4349750"/>
          <p14:tracePt t="61830" x="1511300" y="4349750"/>
          <p14:tracePt t="61846" x="1504950" y="4349750"/>
          <p14:tracePt t="62525" x="1492250" y="4349750"/>
          <p14:tracePt t="62539" x="1466850" y="4349750"/>
          <p14:tracePt t="62547" x="1454150" y="4349750"/>
          <p14:tracePt t="62560" x="1435100" y="4349750"/>
          <p14:tracePt t="62577" x="1403350" y="4343400"/>
          <p14:tracePt t="62595" x="1397000" y="4343400"/>
          <p14:tracePt t="62610" x="1377950" y="4337050"/>
          <p14:tracePt t="62627" x="1377950" y="4330700"/>
          <p14:tracePt t="62693" x="1377950" y="4318000"/>
          <p14:tracePt t="62714" x="1384300" y="4318000"/>
          <p14:tracePt t="62728" x="1390650" y="4318000"/>
          <p14:tracePt t="62735" x="1397000" y="4311650"/>
          <p14:tracePt t="62750" x="1403350" y="4305300"/>
          <p14:tracePt t="62759" x="1409700" y="4305300"/>
          <p14:tracePt t="62777" x="1416050" y="4298950"/>
          <p14:tracePt t="62793" x="1428750" y="4292600"/>
          <p14:tracePt t="62810" x="1454150" y="4279900"/>
          <p14:tracePt t="62827" x="1479550" y="4260850"/>
          <p14:tracePt t="62843" x="1498600" y="4254500"/>
          <p14:tracePt t="62860" x="1530350" y="4241800"/>
          <p14:tracePt t="62877" x="1555750" y="4229100"/>
          <p14:tracePt t="62893" x="1568450" y="4229100"/>
          <p14:tracePt t="62910" x="1587500" y="4222750"/>
          <p14:tracePt t="62926" x="1600200" y="4222750"/>
          <p14:tracePt t="62943" x="1606550" y="4216400"/>
          <p14:tracePt t="62960" x="1612900" y="4216400"/>
          <p14:tracePt t="62976" x="1625600" y="4216400"/>
          <p14:tracePt t="63009" x="1631950" y="4216400"/>
          <p14:tracePt t="63065" x="1638300" y="4210050"/>
          <p14:tracePt t="63114" x="1644650" y="4210050"/>
          <p14:tracePt t="63135" x="1651000" y="4210050"/>
          <p14:tracePt t="63170" x="1657350" y="4210050"/>
          <p14:tracePt t="63205" x="1663700" y="4210050"/>
          <p14:tracePt t="63247" x="1670050" y="4210050"/>
          <p14:tracePt t="63296" x="1670050" y="4203700"/>
          <p14:tracePt t="63310" x="1676400" y="4197350"/>
          <p14:tracePt t="63317" x="1682750" y="4191000"/>
          <p14:tracePt t="63327" x="1689100" y="4184650"/>
          <p14:tracePt t="63341" x="1695450" y="4171950"/>
          <p14:tracePt t="63358" x="1701800" y="4159250"/>
          <p14:tracePt t="63374" x="1746250" y="4108450"/>
          <p14:tracePt t="63391" x="1797050" y="4025900"/>
          <p14:tracePt t="63408" x="1885950" y="3898900"/>
          <p14:tracePt t="63424" x="1930400" y="3829050"/>
          <p14:tracePt t="63441" x="2032000" y="3670300"/>
          <p14:tracePt t="63458" x="2133600" y="3467100"/>
          <p14:tracePt t="63474" x="2190750" y="3352800"/>
          <p14:tracePt t="63491" x="2273300" y="3117850"/>
          <p14:tracePt t="63508" x="2368550" y="2895600"/>
          <p14:tracePt t="63524" x="2413000" y="2787650"/>
          <p14:tracePt t="63541" x="2470150" y="2616200"/>
          <p14:tracePt t="63557" x="2527300" y="2501900"/>
          <p14:tracePt t="63574" x="2540000" y="2470150"/>
          <p14:tracePt t="63591" x="2546350" y="2457450"/>
          <p14:tracePt t="63607" x="2552700" y="2451100"/>
          <p14:tracePt t="63675" x="2552700" y="2457450"/>
          <p14:tracePt t="63709" x="2546350" y="2457450"/>
          <p14:tracePt t="63815" x="2540000" y="2457450"/>
          <p14:tracePt t="63857" x="2533650" y="2457450"/>
          <p14:tracePt t="63871" x="2520950" y="2457450"/>
          <p14:tracePt t="63886" x="2514600" y="2457450"/>
          <p14:tracePt t="63900" x="2501900" y="2451100"/>
          <p14:tracePt t="63909" x="2495550" y="2451100"/>
          <p14:tracePt t="63922" x="2495550" y="2444750"/>
          <p14:tracePt t="63939" x="2476500" y="2444750"/>
          <p14:tracePt t="63956" x="2425700" y="2425700"/>
          <p14:tracePt t="63972" x="2406650" y="2419350"/>
          <p14:tracePt t="63989" x="2393950" y="2413000"/>
          <p14:tracePt t="64006" x="2374900" y="2406650"/>
          <p14:tracePt t="64022" x="2362200" y="2400300"/>
          <p14:tracePt t="64040" x="2362200" y="2387600"/>
          <p14:tracePt t="64072" x="2374900" y="2381250"/>
          <p14:tracePt t="64089" x="2400300" y="2374900"/>
          <p14:tracePt t="64105" x="2425700" y="2374900"/>
          <p14:tracePt t="64122" x="2501900" y="2355850"/>
          <p14:tracePt t="64139" x="2628900" y="2336800"/>
          <p14:tracePt t="64155" x="2698750" y="2317750"/>
          <p14:tracePt t="64172" x="2863850" y="2298700"/>
          <p14:tracePt t="64188" x="3022600" y="2266950"/>
          <p14:tracePt t="64205" x="3098800" y="2247900"/>
          <p14:tracePt t="64222" x="3206750" y="2228850"/>
          <p14:tracePt t="64239" x="3295650" y="2203450"/>
          <p14:tracePt t="64255" x="3314700" y="2197100"/>
          <p14:tracePt t="64272" x="3340100" y="2190750"/>
          <p14:tracePt t="64288" x="3346450" y="2190750"/>
          <p14:tracePt t="64305" x="3352800" y="2184400"/>
          <p14:tracePt t="64376" x="3352800" y="2190750"/>
          <p14:tracePt t="64411" x="3346450" y="2190750"/>
          <p14:tracePt t="64439" x="3340100" y="2190750"/>
          <p14:tracePt t="64489" x="3333750" y="2190750"/>
          <p14:tracePt t="64517" x="3327400" y="2190750"/>
          <p14:tracePt t="64558" x="3321050" y="2190750"/>
          <p14:tracePt t="64573" x="3314700" y="2190750"/>
          <p14:tracePt t="64579" x="3308350" y="2197100"/>
          <p14:tracePt t="64589" x="3302000" y="2197100"/>
          <p14:tracePt t="64603" x="3289300" y="2203450"/>
          <p14:tracePt t="64620" x="3270250" y="2203450"/>
          <p14:tracePt t="64637" x="3219450" y="2209800"/>
          <p14:tracePt t="64654" x="3117850" y="2216150"/>
          <p14:tracePt t="64671" x="3003550" y="2235200"/>
          <p14:tracePt t="64687" x="2933700" y="2241550"/>
          <p14:tracePt t="64703" x="2832100" y="2254250"/>
          <p14:tracePt t="64720" x="2768600" y="2266950"/>
          <p14:tracePt t="64736" x="2743200" y="2266950"/>
          <p14:tracePt t="64753" x="2711450" y="2273300"/>
          <p14:tracePt t="64770" x="2698750" y="2273300"/>
          <p14:tracePt t="65169" x="2705100" y="2273300"/>
          <p14:tracePt t="65190" x="2711450" y="2279650"/>
          <p14:tracePt t="65204" x="2711450" y="2286000"/>
          <p14:tracePt t="65211" x="2717800" y="2298700"/>
          <p14:tracePt t="65219" x="2730500" y="2311400"/>
          <p14:tracePt t="65234" x="2749550" y="2343150"/>
          <p14:tracePt t="65251" x="2787650" y="2413000"/>
          <p14:tracePt t="65268" x="2921000" y="2616200"/>
          <p14:tracePt t="65285" x="3175000" y="3067050"/>
          <p14:tracePt t="65302" x="3365500" y="3378200"/>
          <p14:tracePt t="65318" x="3867150" y="4076700"/>
          <p14:tracePt t="65334" x="4140200" y="4445000"/>
          <p14:tracePt t="65351" x="4743450" y="5137150"/>
          <p14:tracePt t="65367" x="5289550" y="5670550"/>
          <p14:tracePt t="65385" x="5530850" y="5861050"/>
          <p14:tracePt t="65401" x="5886450" y="6064250"/>
          <p14:tracePt t="65418" x="6127750" y="6153150"/>
          <p14:tracePt t="65435" x="6229350" y="6165850"/>
          <p14:tracePt t="65451" x="6419850" y="6172200"/>
          <p14:tracePt t="65467" x="6515100" y="6140450"/>
          <p14:tracePt t="65484" x="6673850" y="6057900"/>
          <p14:tracePt t="65500" x="6743700" y="6007100"/>
          <p14:tracePt t="65517" x="6800850" y="5962650"/>
          <p14:tracePt t="65534" x="6921500" y="5873750"/>
          <p14:tracePt t="65550" x="6965950" y="5816600"/>
          <p14:tracePt t="65567" x="7004050" y="5765800"/>
          <p14:tracePt t="65583" x="7105650" y="5676900"/>
          <p14:tracePt t="65600" x="7137400" y="5657850"/>
          <p14:tracePt t="65618" x="7194550" y="5626100"/>
          <p14:tracePt t="65633" x="7226300" y="5600700"/>
          <p14:tracePt t="65650" x="7245350" y="5588000"/>
          <p14:tracePt t="65667" x="7283450" y="5549900"/>
          <p14:tracePt t="65684" x="7327900" y="5505450"/>
          <p14:tracePt t="65699" x="7353300" y="5473700"/>
          <p14:tracePt t="65716" x="7404100" y="5397500"/>
          <p14:tracePt t="65733" x="7448550" y="5295900"/>
          <p14:tracePt t="65750" x="7486650" y="5175250"/>
          <p14:tracePt t="65766" x="7505700" y="5105400"/>
          <p14:tracePt t="65783" x="7512050" y="5029200"/>
          <p14:tracePt t="65800" x="7518400" y="4826000"/>
          <p14:tracePt t="65816" x="7512050" y="4768850"/>
          <p14:tracePt t="65833" x="7493000" y="4718050"/>
          <p14:tracePt t="65849" x="7435850" y="4591050"/>
          <p14:tracePt t="65866" x="7366000" y="4502150"/>
          <p14:tracePt t="65883" x="7315200" y="4464050"/>
          <p14:tracePt t="65899" x="7181850" y="4406900"/>
          <p14:tracePt t="65916" x="7023100" y="4375150"/>
          <p14:tracePt t="65933" x="6858000" y="4362450"/>
          <p14:tracePt t="65948" x="6781800" y="4362450"/>
          <p14:tracePt t="65966" x="6705600" y="4368800"/>
          <p14:tracePt t="65982" x="6540500" y="4375150"/>
          <p14:tracePt t="65999" x="6292850" y="4406900"/>
          <p14:tracePt t="66016" x="6165850" y="4432300"/>
          <p14:tracePt t="66032" x="5949950" y="4438650"/>
          <p14:tracePt t="66049" x="5721350" y="4425950"/>
          <p14:tracePt t="66066" x="5492750" y="4413250"/>
          <p14:tracePt t="66082" x="5276850" y="4406900"/>
          <p14:tracePt t="66098" x="5175250" y="4406900"/>
          <p14:tracePt t="66116" x="4965700" y="4406900"/>
          <p14:tracePt t="66131" x="4800600" y="4406900"/>
          <p14:tracePt t="66148" x="4718050" y="4406900"/>
          <p14:tracePt t="66165" x="4565650" y="4419600"/>
          <p14:tracePt t="66181" x="4514850" y="4425950"/>
          <p14:tracePt t="66199" x="4438650" y="4445000"/>
          <p14:tracePt t="66214" x="4432300" y="4445000"/>
          <p14:tracePt t="66231" x="4425950" y="4445000"/>
          <p14:tracePt t="66264" x="4445000" y="4445000"/>
          <p14:tracePt t="66281" x="4483100" y="4438650"/>
          <p14:tracePt t="66298" x="4622800" y="4438650"/>
          <p14:tracePt t="66314" x="4889500" y="4432300"/>
          <p14:tracePt t="66331" x="5130800" y="4419600"/>
          <p14:tracePt t="66347" x="5715000" y="4368800"/>
          <p14:tracePt t="66364" x="6032500" y="4356100"/>
          <p14:tracePt t="66381" x="6642100" y="4305300"/>
          <p14:tracePt t="66397" x="7156450" y="4248150"/>
          <p14:tracePt t="66414" x="7372350" y="4235450"/>
          <p14:tracePt t="66431" x="7600950" y="4216400"/>
          <p14:tracePt t="66447" x="7740650" y="4203700"/>
          <p14:tracePt t="66464" x="7810500" y="4197350"/>
          <p14:tracePt t="66481" x="7899400" y="4184650"/>
          <p14:tracePt t="66497" x="7956550" y="4178300"/>
          <p14:tracePt t="66514" x="8026400" y="4178300"/>
          <p14:tracePt t="66530" x="8045450" y="4178300"/>
          <p14:tracePt t="66547" x="8096250" y="4191000"/>
          <p14:tracePt t="66564" x="8140700" y="4191000"/>
          <p14:tracePt t="66580" x="8153400" y="4197350"/>
          <p14:tracePt t="66597" x="8197850" y="4203700"/>
          <p14:tracePt t="66613" x="8248650" y="4210050"/>
          <p14:tracePt t="66630" x="8280400" y="4210050"/>
          <p14:tracePt t="66647" x="8337550" y="4216400"/>
          <p14:tracePt t="66663" x="8369300" y="4222750"/>
          <p14:tracePt t="66679" x="8388350" y="4229100"/>
          <p14:tracePt t="66683" x="8413750" y="4235450"/>
          <p14:tracePt t="66699" x="8420100" y="4235450"/>
          <p14:tracePt t="66712" x="8439150" y="4241800"/>
          <p14:tracePt t="66753" x="8439150" y="4235450"/>
          <p14:tracePt t="66795" x="8426450" y="4235450"/>
          <p14:tracePt t="66802" x="8401050" y="4235450"/>
          <p14:tracePt t="66816" x="8362950" y="4222750"/>
          <p14:tracePt t="66830" x="8223250" y="4216400"/>
          <p14:tracePt t="66846" x="8134350" y="4203700"/>
          <p14:tracePt t="66862" x="8007350" y="4197350"/>
          <p14:tracePt t="66879" x="7727950" y="4184650"/>
          <p14:tracePt t="66895" x="7429500" y="4184650"/>
          <p14:tracePt t="66912" x="7289800" y="4184650"/>
          <p14:tracePt t="66929" x="7035800" y="4191000"/>
          <p14:tracePt t="66945" x="6807200" y="4222750"/>
          <p14:tracePt t="66963" x="6642100" y="4241800"/>
          <p14:tracePt t="66979" x="6572250" y="4260850"/>
          <p14:tracePt t="66995" x="6489700" y="4273550"/>
          <p14:tracePt t="67013" x="6451600" y="4279900"/>
          <p14:tracePt t="67028" x="6426200" y="4279900"/>
          <p14:tracePt t="67045" x="6400800" y="4279900"/>
          <p14:tracePt t="67062" x="6394450" y="4279900"/>
          <p14:tracePt t="67104" x="6388100" y="4279900"/>
          <p14:tracePt t="67145" x="6394450" y="4279900"/>
          <p14:tracePt t="67166" x="6400800" y="4279900"/>
          <p14:tracePt t="67173" x="6413500" y="4279900"/>
          <p14:tracePt t="67181" x="6432550" y="4286250"/>
          <p14:tracePt t="67197" x="6464300" y="4292600"/>
          <p14:tracePt t="67211" x="6508750" y="4305300"/>
          <p14:tracePt t="67228" x="6559550" y="4318000"/>
          <p14:tracePt t="67245" x="6705600" y="4368800"/>
          <p14:tracePt t="67261" x="6788150" y="4387850"/>
          <p14:tracePt t="67278" x="6972300" y="4413250"/>
          <p14:tracePt t="67294" x="7010400" y="4413250"/>
          <p14:tracePt t="67311" x="7042150" y="4406900"/>
          <p14:tracePt t="67329" x="7054850" y="4400550"/>
          <p14:tracePt t="67344" x="7061200" y="4400550"/>
          <p14:tracePt t="67361" x="7061200" y="4394200"/>
          <p14:tracePt t="67378" x="7061200" y="4387850"/>
          <p14:tracePt t="67394" x="7010400" y="4375150"/>
          <p14:tracePt t="67411" x="6953250" y="4349750"/>
          <p14:tracePt t="67427" x="6775450" y="4305300"/>
          <p14:tracePt t="67444" x="6515100" y="4254500"/>
          <p14:tracePt t="67461" x="6191250" y="4216400"/>
          <p14:tracePt t="67477" x="5822950" y="4216400"/>
          <p14:tracePt t="67493" x="5645150" y="4216400"/>
          <p14:tracePt t="67510" x="5232400" y="4254500"/>
          <p14:tracePt t="67527" x="4845050" y="4292600"/>
          <p14:tracePt t="67544" x="4629150" y="4318000"/>
          <p14:tracePt t="67560" x="4235450" y="4368800"/>
          <p14:tracePt t="67577" x="3841750" y="4438650"/>
          <p14:tracePt t="67594" x="3530600" y="4470400"/>
          <p14:tracePt t="67610" x="3384550" y="4508500"/>
          <p14:tracePt t="67626" x="3155950" y="4546600"/>
          <p14:tracePt t="67644" x="2997200" y="4578350"/>
          <p14:tracePt t="67660" x="2933700" y="4584700"/>
          <p14:tracePt t="67677" x="2825750" y="4584700"/>
          <p14:tracePt t="67693" x="2774950" y="4603750"/>
          <p14:tracePt t="67709" x="2762250" y="4603750"/>
          <p14:tracePt t="67727" x="2743200" y="4603750"/>
          <p14:tracePt t="67743" x="2673350" y="4597400"/>
          <p14:tracePt t="67760" x="2654300" y="4597400"/>
          <p14:tracePt t="67777" x="2584450" y="4597400"/>
          <p14:tracePt t="67792" x="2552700" y="4597400"/>
          <p14:tracePt t="67809" x="2482850" y="4597400"/>
          <p14:tracePt t="67826" x="2419350" y="4597400"/>
          <p14:tracePt t="67842" x="2387600" y="4597400"/>
          <p14:tracePt t="67860" x="2343150" y="4603750"/>
          <p14:tracePt t="67876" x="2317750" y="4616450"/>
          <p14:tracePt t="67892" x="2324100" y="4629150"/>
          <p14:tracePt t="68226" x="2292350" y="4616450"/>
          <p14:tracePt t="68233" x="2247900" y="4584700"/>
          <p14:tracePt t="68247" x="2203450" y="4552950"/>
          <p14:tracePt t="68257" x="2159000" y="4527550"/>
          <p14:tracePt t="68274" x="2114550" y="4489450"/>
          <p14:tracePt t="68292" x="2038350" y="4438650"/>
          <p14:tracePt t="68308" x="1968500" y="4400550"/>
          <p14:tracePt t="68325" x="1905000" y="4349750"/>
          <p14:tracePt t="68340" x="1879600" y="4330700"/>
          <p14:tracePt t="68357" x="1847850" y="4292600"/>
          <p14:tracePt t="68374" x="1809750" y="4273550"/>
          <p14:tracePt t="68390" x="1797050" y="4260850"/>
          <p14:tracePt t="68408" x="1784350" y="4248150"/>
          <p14:tracePt t="68424" x="1771650" y="4229100"/>
          <p14:tracePt t="68440" x="1765300" y="4222750"/>
          <p14:tracePt t="68457" x="1765300" y="4203700"/>
          <p14:tracePt t="68474" x="1771650" y="4191000"/>
          <p14:tracePt t="68491" x="1790700" y="4140200"/>
          <p14:tracePt t="68507" x="1854200" y="4038600"/>
          <p14:tracePt t="68523" x="1905000" y="3956050"/>
          <p14:tracePt t="68540" x="2025650" y="3746500"/>
          <p14:tracePt t="68557" x="2197100" y="3397250"/>
          <p14:tracePt t="68573" x="2298700" y="3200400"/>
          <p14:tracePt t="68590" x="2482850" y="2787650"/>
          <p14:tracePt t="68607" x="2546350" y="2622550"/>
          <p14:tracePt t="68623" x="2609850" y="2317750"/>
          <p14:tracePt t="68640" x="2647950" y="2133600"/>
          <p14:tracePt t="68656" x="2647950" y="2095500"/>
          <p14:tracePt t="68673" x="2654300" y="2063750"/>
          <p14:tracePt t="68690" x="2654300" y="2051050"/>
          <p14:tracePt t="68745" x="2654300" y="2057400"/>
          <p14:tracePt t="68808" x="2647950" y="2063750"/>
          <p14:tracePt t="68829" x="2641600" y="2063750"/>
          <p14:tracePt t="68836" x="2635250" y="2063750"/>
          <p14:tracePt t="68912" x="2628900" y="2070100"/>
          <p14:tracePt t="68934" x="2622550" y="2070100"/>
          <p14:tracePt t="68948" x="2616200" y="2070100"/>
          <p14:tracePt t="68958" x="2616200" y="2076450"/>
          <p14:tracePt t="68971" x="2609850" y="2076450"/>
          <p14:tracePt t="68988" x="2597150" y="2089150"/>
          <p14:tracePt t="69005" x="2584450" y="2095500"/>
          <p14:tracePt t="69022" x="2578100" y="2101850"/>
          <p14:tracePt t="69039" x="2565400" y="2120900"/>
          <p14:tracePt t="69054" x="2540000" y="2146300"/>
          <p14:tracePt t="69071" x="2527300" y="2165350"/>
          <p14:tracePt t="69089" x="2495550" y="2197100"/>
          <p14:tracePt t="69105" x="2482850" y="2209800"/>
          <p14:tracePt t="69121" x="2476500" y="2222500"/>
          <p14:tracePt t="69138" x="2463800" y="2241550"/>
          <p14:tracePt t="69154" x="2463800" y="2247900"/>
          <p14:tracePt t="69250" x="2476500" y="2247900"/>
          <p14:tracePt t="69263" x="2489200" y="2247900"/>
          <p14:tracePt t="69273" x="2508250" y="2247900"/>
          <p14:tracePt t="69287" x="2546350" y="2247900"/>
          <p14:tracePt t="69304" x="2597150" y="2247900"/>
          <p14:tracePt t="69321" x="2705100" y="2241550"/>
          <p14:tracePt t="69337" x="2781300" y="2216150"/>
          <p14:tracePt t="69354" x="2901950" y="2203450"/>
          <p14:tracePt t="69370" x="2946400" y="2190750"/>
          <p14:tracePt t="69387" x="2965450" y="2184400"/>
          <p14:tracePt t="69404" x="3003550" y="2184400"/>
          <p14:tracePt t="69420" x="3009900" y="2184400"/>
          <p14:tracePt t="69437" x="3016250" y="2184400"/>
          <p14:tracePt t="69488" x="3003550" y="2184400"/>
          <p14:tracePt t="69502" x="2990850" y="2190750"/>
          <p14:tracePt t="69516" x="2978150" y="2197100"/>
          <p14:tracePt t="69523" x="2965450" y="2203450"/>
          <p14:tracePt t="69539" x="2952750" y="2209800"/>
          <p14:tracePt t="69553" x="2940050" y="2216150"/>
          <p14:tracePt t="69569" x="2921000" y="2216150"/>
          <p14:tracePt t="69587" x="2901950" y="2222500"/>
          <p14:tracePt t="69603" x="2889250" y="2228850"/>
          <p14:tracePt t="69636" x="2882900" y="2228850"/>
          <p14:tracePt t="69652" x="2876550" y="2228850"/>
          <p14:tracePt t="69670" x="2870200" y="2228850"/>
          <p14:tracePt t="69686" x="2844800" y="2247900"/>
          <p14:tracePt t="69702" x="2794000" y="2279650"/>
          <p14:tracePt t="69720" x="2686050" y="2362200"/>
          <p14:tracePt t="69736" x="2616200" y="2413000"/>
          <p14:tracePt t="69739" x="2546350" y="2482850"/>
          <p14:tracePt t="69752" x="2463800" y="2571750"/>
          <p14:tracePt t="69769" x="2266950" y="2794000"/>
          <p14:tracePt t="69786" x="2152650" y="2933700"/>
          <p14:tracePt t="69803" x="1955800" y="3263900"/>
          <p14:tracePt t="69819" x="1765300" y="3638550"/>
          <p14:tracePt t="69835" x="1682750" y="3810000"/>
          <p14:tracePt t="69852" x="1574800" y="4108450"/>
          <p14:tracePt t="69869" x="1479550" y="4387850"/>
          <p14:tracePt t="69885" x="1460500" y="4476750"/>
          <p14:tracePt t="69902" x="1435100" y="4635500"/>
          <p14:tracePt t="69918" x="1422400" y="4724400"/>
          <p14:tracePt t="69935" x="1416050" y="4756150"/>
          <p14:tracePt t="69952" x="1403350" y="4806950"/>
          <p14:tracePt t="69968" x="1397000" y="4838700"/>
          <p14:tracePt t="69986" x="1390650" y="4851400"/>
          <p14:tracePt t="70001" x="1390650" y="4857750"/>
          <p14:tracePt t="70018" x="1384300" y="4857750"/>
          <p14:tracePt t="70070" x="1384300" y="4864100"/>
          <p14:tracePt t="70372" x="1377950" y="4864100"/>
          <p14:tracePt t="70385" x="1371600" y="4864100"/>
          <p14:tracePt t="70400" x="1371600" y="4870450"/>
          <p14:tracePt t="70407" x="1365250" y="4876800"/>
          <p14:tracePt t="70420" x="1358900" y="4876800"/>
          <p14:tracePt t="70442" x="1352550" y="4876800"/>
          <p14:tracePt t="70451" x="1346200" y="4883150"/>
          <p14:tracePt t="70466" x="1339850" y="4883150"/>
          <p14:tracePt t="70484" x="1333500" y="4883150"/>
          <p14:tracePt t="70499" x="1333500" y="4889500"/>
          <p14:tracePt t="70520" x="1327150" y="4889500"/>
          <p14:tracePt t="70561" x="1320800" y="4895850"/>
          <p14:tracePt t="70596" x="1314450" y="4895850"/>
          <p14:tracePt t="70617" x="1308100" y="4895850"/>
          <p14:tracePt t="70638" x="1301750" y="4902200"/>
          <p14:tracePt t="70680" x="1295400" y="4902200"/>
          <p14:tracePt t="70729" x="1295400" y="4908550"/>
          <p14:tracePt t="70771" x="1301750" y="4908550"/>
          <p14:tracePt t="70799" x="1308100" y="4908550"/>
          <p14:tracePt t="70841" x="1314450" y="4908550"/>
          <p14:tracePt t="70849" x="1320800" y="4908550"/>
          <p14:tracePt t="70862" x="1333500" y="4908550"/>
          <p14:tracePt t="70876" x="1339850" y="4908550"/>
          <p14:tracePt t="70890" x="1358900" y="4908550"/>
          <p14:tracePt t="70899" x="1397000" y="4908550"/>
          <p14:tracePt t="70915" x="1435100" y="4908550"/>
          <p14:tracePt t="70932" x="1581150" y="4914900"/>
          <p14:tracePt t="70948" x="1771650" y="4914900"/>
          <p14:tracePt t="70965" x="1879600" y="4914900"/>
          <p14:tracePt t="70982" x="2082800" y="4921250"/>
          <p14:tracePt t="70999" x="2165350" y="4921250"/>
          <p14:tracePt t="71014" x="2292350" y="4933950"/>
          <p14:tracePt t="71031" x="2349500" y="4933950"/>
          <p14:tracePt t="71048" x="2362200" y="4933950"/>
          <p14:tracePt t="71065" x="2374900" y="4933950"/>
          <p14:tracePt t="71082" x="2374900" y="4940300"/>
          <p14:tracePt t="71479" x="2374900" y="4933950"/>
          <p14:tracePt t="71521" x="2368550" y="4933950"/>
          <p14:tracePt t="71577" x="2362200" y="4933950"/>
          <p14:tracePt t="71613" x="2355850" y="4933950"/>
          <p14:tracePt t="71648" x="2349500" y="4933950"/>
          <p14:tracePt t="72801" x="2343150" y="4933950"/>
          <p14:tracePt t="72822" x="2330450" y="4927600"/>
          <p14:tracePt t="72829" x="2324100" y="4927600"/>
          <p14:tracePt t="72845" x="2311400" y="4927600"/>
          <p14:tracePt t="72858" x="2298700" y="4921250"/>
          <p14:tracePt t="72875" x="2260600" y="4921250"/>
          <p14:tracePt t="72892" x="2235200" y="4914900"/>
          <p14:tracePt t="72909" x="2190750" y="4914900"/>
          <p14:tracePt t="72925" x="2133600" y="4914900"/>
          <p14:tracePt t="72942" x="2082800" y="4914900"/>
          <p14:tracePt t="72958" x="2051050" y="4914900"/>
          <p14:tracePt t="72975" x="2012950" y="4927600"/>
          <p14:tracePt t="72992" x="1981200" y="4927600"/>
          <p14:tracePt t="73008" x="1955800" y="4927600"/>
          <p14:tracePt t="73025" x="1924050" y="4927600"/>
          <p14:tracePt t="73040" x="1892300" y="4927600"/>
          <p14:tracePt t="73058" x="1885950" y="4933950"/>
          <p14:tracePt t="73075" x="1866900" y="4933950"/>
          <p14:tracePt t="73091" x="1860550" y="4933950"/>
          <p14:tracePt t="73108" x="1841500" y="4933950"/>
          <p14:tracePt t="73124" x="1822450" y="4933950"/>
          <p14:tracePt t="73158" x="1809750" y="4940300"/>
          <p14:tracePt t="73173" x="1797050" y="4940300"/>
          <p14:tracePt t="73191" x="1784350" y="4940300"/>
          <p14:tracePt t="73208" x="1765300" y="4940300"/>
          <p14:tracePt t="73224" x="1752600" y="4946650"/>
          <p14:tracePt t="73241" x="1746250" y="4953000"/>
          <p14:tracePt t="73257" x="1714500" y="4953000"/>
          <p14:tracePt t="73273" x="1689100" y="4959350"/>
          <p14:tracePt t="73290" x="1676400" y="4959350"/>
          <p14:tracePt t="73307" x="1657350" y="4959350"/>
          <p14:tracePt t="73324" x="1631950" y="4965700"/>
          <p14:tracePt t="73341" x="1619250" y="4965700"/>
          <p14:tracePt t="73357" x="1612900" y="4965700"/>
          <p14:tracePt t="73373" x="1600200" y="4965700"/>
          <p14:tracePt t="73390" x="1562100" y="4959350"/>
          <p14:tracePt t="73406" x="1549400" y="4959350"/>
          <p14:tracePt t="73423" x="1543050" y="4959350"/>
          <p14:tracePt t="73440" x="1536700" y="4959350"/>
          <p14:tracePt t="73456" x="1524000" y="4959350"/>
          <p14:tracePt t="73489" x="1517650" y="4959350"/>
          <p14:tracePt t="73593" x="1517650" y="4953000"/>
          <p14:tracePt t="73706" x="1511300" y="4953000"/>
          <p14:tracePt t="73762" x="1504950" y="4953000"/>
          <p14:tracePt t="73804" x="1498600" y="4953000"/>
          <p14:tracePt t="73810" x="1492250" y="4953000"/>
          <p14:tracePt t="73824" x="1485900" y="4946650"/>
          <p14:tracePt t="73839" x="1473200" y="4946650"/>
          <p14:tracePt t="73855" x="1460500" y="4946650"/>
          <p14:tracePt t="73871" x="1454150" y="4940300"/>
          <p14:tracePt t="73888" x="1428750" y="4940300"/>
          <p14:tracePt t="73905" x="1403350" y="4933950"/>
          <p14:tracePt t="73921" x="1390650" y="4933950"/>
          <p14:tracePt t="73938" x="1371600" y="4933950"/>
          <p14:tracePt t="73954" x="1358900" y="4933950"/>
          <p14:tracePt t="73993" x="1352550" y="4933950"/>
          <p14:tracePt t="74056" x="1346200" y="4933950"/>
          <p14:tracePt t="74182" x="1339850" y="4933950"/>
          <p14:tracePt t="74266" x="1333500" y="4933950"/>
          <p14:tracePt t="74336" x="1327150" y="4940300"/>
          <p14:tracePt t="74386" x="1320800" y="4940300"/>
          <p14:tracePt t="74463" x="1314450" y="4940300"/>
          <p14:tracePt t="74484" x="1301750" y="4940300"/>
          <p14:tracePt t="74498" x="1295400" y="4940300"/>
          <p14:tracePt t="74506" x="1289050" y="4940300"/>
          <p14:tracePt t="74519" x="1282700" y="4940300"/>
          <p14:tracePt t="74536" x="1276350" y="4940300"/>
          <p14:tracePt t="74552" x="1270000" y="4940300"/>
          <p14:tracePt t="74569" x="1257300" y="4940300"/>
          <p14:tracePt t="74586" x="1250950" y="4940300"/>
          <p14:tracePt t="74603" x="1238250" y="4940300"/>
          <p14:tracePt t="74645" x="1231900" y="4940300"/>
          <p14:tracePt t="74687" x="1225550" y="4940300"/>
          <p14:tracePt t="74715" x="1219200" y="4940300"/>
          <p14:tracePt t="74722" x="1212850" y="4940300"/>
          <p14:tracePt t="74743" x="1206500" y="4940300"/>
          <p14:tracePt t="74975" x="1206500" y="4933950"/>
          <p14:tracePt t="74996" x="1212850" y="4933950"/>
          <p14:tracePt t="75003" x="1219200" y="4933950"/>
          <p14:tracePt t="75017" x="1225550" y="4933950"/>
          <p14:tracePt t="75024" x="1231900" y="4933950"/>
          <p14:tracePt t="75038" x="1231900" y="4927600"/>
          <p14:tracePt t="75051" x="1244600" y="4921250"/>
          <p14:tracePt t="75067" x="1295400" y="4908550"/>
          <p14:tracePt t="75084" x="1327150" y="4902200"/>
          <p14:tracePt t="75101" x="1397000" y="4876800"/>
          <p14:tracePt t="75117" x="1466850" y="4864100"/>
          <p14:tracePt t="75134" x="1498600" y="4857750"/>
          <p14:tracePt t="75151" x="1555750" y="4838700"/>
          <p14:tracePt t="75166" x="1581150" y="4832350"/>
          <p14:tracePt t="75185" x="1606550" y="4832350"/>
          <p14:tracePt t="75200" x="1612900" y="4826000"/>
          <p14:tracePt t="75236" x="1619250" y="4826000"/>
          <p14:tracePt t="75296" x="1625600" y="4826000"/>
          <p14:tracePt t="75339" x="1631950" y="4826000"/>
          <p14:tracePt t="75374" x="1638300" y="4826000"/>
          <p14:tracePt t="75388" x="1644650" y="4826000"/>
          <p14:tracePt t="75395" x="1651000" y="4826000"/>
          <p14:tracePt t="75409" x="1657350" y="4826000"/>
          <p14:tracePt t="75419" x="1670050" y="4826000"/>
          <p14:tracePt t="75432" x="1689100" y="4832350"/>
          <p14:tracePt t="75450" x="1720850" y="4838700"/>
          <p14:tracePt t="75467" x="1765300" y="4845050"/>
          <p14:tracePt t="75483" x="1778000" y="4845050"/>
          <p14:tracePt t="75500" x="1803400" y="4851400"/>
          <p14:tracePt t="75515" x="1822450" y="4851400"/>
          <p14:tracePt t="75532" x="1828800" y="4857750"/>
          <p14:tracePt t="75566" x="1841500" y="4857750"/>
          <p14:tracePt t="75601" x="1847850" y="4857750"/>
          <p14:tracePt t="75648" x="1854200" y="4857750"/>
          <p14:tracePt t="75739" x="1860550" y="4864100"/>
          <p14:tracePt t="75984" x="1866900" y="4870450"/>
          <p14:tracePt t="75999" x="1879600" y="4870450"/>
          <p14:tracePt t="76005" x="1885950" y="4870450"/>
          <p14:tracePt t="76019" x="1898650" y="4870450"/>
          <p14:tracePt t="76030" x="1911350" y="4870450"/>
          <p14:tracePt t="76048" x="1943100" y="4876800"/>
          <p14:tracePt t="76064" x="1962150" y="4876800"/>
          <p14:tracePt t="76081" x="1993900" y="4883150"/>
          <p14:tracePt t="76097" x="2019300" y="4889500"/>
          <p14:tracePt t="76114" x="2025650" y="4895850"/>
          <p14:tracePt t="76131" x="2038350" y="4895850"/>
          <p14:tracePt t="76181" x="2044700" y="4902200"/>
          <p14:tracePt t="76405" x="2044700" y="4895850"/>
          <p14:tracePt t="76467" x="2038350" y="4895850"/>
          <p14:tracePt t="76474" x="2032000" y="4895850"/>
          <p14:tracePt t="76489" x="2025650" y="4895850"/>
          <p14:tracePt t="76499" x="2012950" y="4895850"/>
          <p14:tracePt t="76517" x="2000250" y="4895850"/>
          <p14:tracePt t="76532" x="1981200" y="4895850"/>
          <p14:tracePt t="76546" x="1911350" y="4895850"/>
          <p14:tracePt t="76562" x="1873250" y="4895850"/>
          <p14:tracePt t="76579" x="1822450" y="4895850"/>
          <p14:tracePt t="76595" x="1708150" y="4895850"/>
          <p14:tracePt t="76612" x="1574800" y="4902200"/>
          <p14:tracePt t="76629" x="1460500" y="4902200"/>
          <p14:tracePt t="76645" x="1403350" y="4908550"/>
          <p14:tracePt t="76662" x="1327150" y="4914900"/>
          <p14:tracePt t="76679" x="1276350" y="4914900"/>
          <p14:tracePt t="76695" x="1263650" y="4914900"/>
          <p14:tracePt t="76711" x="1250950" y="4914900"/>
          <p14:tracePt t="76986" x="1257300" y="4914900"/>
          <p14:tracePt t="77000" x="1289050" y="4927600"/>
          <p14:tracePt t="77007" x="1327150" y="4927600"/>
          <p14:tracePt t="77022" x="1397000" y="4933950"/>
          <p14:tracePt t="77030" x="1485900" y="4933950"/>
          <p14:tracePt t="77044" x="1574800" y="4933950"/>
          <p14:tracePt t="77060" x="1771650" y="4933950"/>
          <p14:tracePt t="77078" x="1955800" y="4946650"/>
          <p14:tracePt t="77094" x="2032000" y="4946650"/>
          <p14:tracePt t="77110" x="2120900" y="4946650"/>
          <p14:tracePt t="77127" x="2159000" y="4946650"/>
          <p14:tracePt t="77143" x="2171700" y="4946650"/>
          <p14:tracePt t="77160" x="2184400" y="4946650"/>
          <p14:tracePt t="77177" x="2197100" y="4946650"/>
          <p14:tracePt t="77492" x="2190750" y="4946650"/>
          <p14:tracePt t="77526" x="2184400" y="4946650"/>
          <p14:tracePt t="77568" x="2184400" y="4953000"/>
          <p14:tracePt t="78718" x="2171700" y="4953000"/>
          <p14:tracePt t="78732" x="2139950" y="4953000"/>
          <p14:tracePt t="78741" x="2120900" y="4953000"/>
          <p14:tracePt t="78755" x="2082800" y="4946650"/>
          <p14:tracePt t="78772" x="2051050" y="4946650"/>
          <p14:tracePt t="78788" x="1968500" y="4946650"/>
          <p14:tracePt t="78804" x="1936750" y="4946650"/>
          <p14:tracePt t="78821" x="1911350" y="4953000"/>
          <p14:tracePt t="78838" x="1860550" y="4953000"/>
          <p14:tracePt t="78854" x="1809750" y="4953000"/>
          <p14:tracePt t="78872" x="1765300" y="4953000"/>
          <p14:tracePt t="78887" x="1739900" y="4953000"/>
          <p14:tracePt t="78904" x="1701800" y="4953000"/>
          <p14:tracePt t="78922" x="1670050" y="4953000"/>
          <p14:tracePt t="78937" x="1651000" y="4953000"/>
          <p14:tracePt t="78954" x="1619250" y="4953000"/>
          <p14:tracePt t="78971" x="1593850" y="4959350"/>
          <p14:tracePt t="78988" x="1587500" y="4959350"/>
          <p14:tracePt t="79004" x="1574800" y="4959350"/>
          <p14:tracePt t="79020" x="1568450" y="4965700"/>
          <p14:tracePt t="79062" x="1562100" y="4965700"/>
          <p14:tracePt t="79153" x="1568450" y="4965700"/>
          <p14:tracePt t="79160" x="1574800" y="4965700"/>
          <p14:tracePt t="79173" x="1587500" y="4965700"/>
          <p14:tracePt t="79187" x="1600200" y="4965700"/>
          <p14:tracePt t="79204" x="1644650" y="4959350"/>
          <p14:tracePt t="79219" x="1689100" y="4959350"/>
          <p14:tracePt t="79237" x="1790700" y="4946650"/>
          <p14:tracePt t="79253" x="1898650" y="4933950"/>
          <p14:tracePt t="79270" x="1955800" y="4914900"/>
          <p14:tracePt t="79287" x="2012950" y="4895850"/>
          <p14:tracePt t="79303" x="2057400" y="4889500"/>
          <p14:tracePt t="79319" x="2070100" y="4889500"/>
          <p14:tracePt t="79336" x="2076450" y="4883150"/>
          <p14:tracePt t="79370" x="2063750" y="4883150"/>
          <p14:tracePt t="79384" x="2051050" y="4883150"/>
          <p14:tracePt t="79391" x="2038350" y="4883150"/>
          <p14:tracePt t="79406" x="2012950" y="4883150"/>
          <p14:tracePt t="79419" x="1943100" y="4883150"/>
          <p14:tracePt t="79435" x="1892300" y="4883150"/>
          <p14:tracePt t="79452" x="1841500" y="4883150"/>
          <p14:tracePt t="79469" x="1714500" y="4895850"/>
          <p14:tracePt t="79486" x="1568450" y="4902200"/>
          <p14:tracePt t="79503" x="1473200" y="4921250"/>
          <p14:tracePt t="79519" x="1422400" y="4940300"/>
          <p14:tracePt t="79535" x="1371600" y="4946650"/>
          <p14:tracePt t="79552" x="1339850" y="4953000"/>
          <p14:tracePt t="79568" x="1333500" y="4953000"/>
          <p14:tracePt t="79586" x="1327150" y="4953000"/>
          <p14:tracePt t="79664" x="1333500" y="4953000"/>
          <p14:tracePt t="79672" x="1339850" y="4953000"/>
          <p14:tracePt t="79688" x="1352550" y="4953000"/>
          <p14:tracePt t="79701" x="1403350" y="4946650"/>
          <p14:tracePt t="79718" x="1441450" y="4940300"/>
          <p14:tracePt t="79735" x="1562100" y="4921250"/>
          <p14:tracePt t="79751" x="1625600" y="4908550"/>
          <p14:tracePt t="79768" x="1746250" y="4902200"/>
          <p14:tracePt t="79784" x="1828800" y="4895850"/>
          <p14:tracePt t="79801" x="1847850" y="4895850"/>
          <p14:tracePt t="79818" x="1873250" y="4895850"/>
          <p14:tracePt t="79834" x="1879600" y="4895850"/>
          <p14:tracePt t="79851" x="1879600" y="4889500"/>
          <p14:tracePt t="79931" x="1879600" y="4883150"/>
          <p14:tracePt t="80190" x="1898650" y="4883150"/>
          <p14:tracePt t="80204" x="1917700" y="4883150"/>
          <p14:tracePt t="80211" x="1949450" y="4883150"/>
          <p14:tracePt t="80225" x="1974850" y="4883150"/>
          <p14:tracePt t="80234" x="2019300" y="4889500"/>
          <p14:tracePt t="80249" x="2038350" y="4889500"/>
          <p14:tracePt t="80266" x="2076450" y="4889500"/>
          <p14:tracePt t="80283" x="2101850" y="4895850"/>
          <p14:tracePt t="80299" x="2108200" y="4895850"/>
          <p14:tracePt t="80317" x="2114550" y="4895850"/>
          <p14:tracePt t="80333" x="2120900" y="4895850"/>
          <p14:tracePt t="80795" x="2133600" y="4876800"/>
          <p14:tracePt t="80802" x="2152650" y="4832350"/>
          <p14:tracePt t="80817" x="2178050" y="4781550"/>
          <p14:tracePt t="80831" x="2203450" y="4724400"/>
          <p14:tracePt t="80847" x="2254250" y="4584700"/>
          <p14:tracePt t="80864" x="2286000" y="4495800"/>
          <p14:tracePt t="80880" x="2349500" y="4248150"/>
          <p14:tracePt t="80897" x="2374900" y="4089400"/>
          <p14:tracePt t="80915" x="2413000" y="3498850"/>
          <p14:tracePt t="80930" x="2413000" y="3340100"/>
          <p14:tracePt t="80947" x="2406650" y="3073400"/>
          <p14:tracePt t="80964" x="2393950" y="2908300"/>
          <p14:tracePt t="80980" x="2393950" y="2844800"/>
          <p14:tracePt t="80996" x="2393950" y="2774950"/>
          <p14:tracePt t="81013" x="2393950" y="2749550"/>
          <p14:tracePt t="81030" x="2393950" y="2743200"/>
          <p14:tracePt t="81104" x="2393950" y="2736850"/>
          <p14:tracePt t="81195" x="2393950" y="2730500"/>
          <p14:tracePt t="81236" x="2393950" y="2717800"/>
          <p14:tracePt t="81244" x="2393950" y="2705100"/>
          <p14:tracePt t="81258" x="2393950" y="2686050"/>
          <p14:tracePt t="81266" x="2393950" y="2667000"/>
          <p14:tracePt t="81279" x="2393950" y="2641600"/>
          <p14:tracePt t="81296" x="2413000" y="2597150"/>
          <p14:tracePt t="81313" x="2413000" y="2533650"/>
          <p14:tracePt t="81329" x="2419350" y="2495550"/>
          <p14:tracePt t="81346" x="2425700" y="2451100"/>
          <p14:tracePt t="81363" x="2432050" y="2419350"/>
          <p14:tracePt t="81379" x="2432050" y="2413000"/>
          <p14:tracePt t="81412" x="2438400" y="2406650"/>
          <p14:tracePt t="81445" x="2444750" y="2406650"/>
          <p14:tracePt t="81462" x="2451100" y="2393950"/>
          <p14:tracePt t="81478" x="2476500" y="2381250"/>
          <p14:tracePt t="81482" x="2489200" y="2374900"/>
          <p14:tracePt t="81498" x="2514600" y="2362200"/>
          <p14:tracePt t="81511" x="2533650" y="2349500"/>
          <p14:tracePt t="81528" x="2603500" y="2324100"/>
          <p14:tracePt t="81546" x="2730500" y="2286000"/>
          <p14:tracePt t="81561" x="2794000" y="2266950"/>
          <p14:tracePt t="81578" x="2927350" y="2235200"/>
          <p14:tracePt t="81595" x="3035300" y="2222500"/>
          <p14:tracePt t="81611" x="3073400" y="2209800"/>
          <p14:tracePt t="81629" x="3117850" y="2203450"/>
          <p14:tracePt t="81644" x="3136900" y="2203450"/>
          <p14:tracePt t="81661" x="3136900" y="2197100"/>
          <p14:tracePt t="81678" x="3143250" y="2197100"/>
          <p14:tracePt t="81695" x="3149600" y="2197100"/>
          <p14:tracePt t="81875" x="3143250" y="2197100"/>
          <p14:tracePt t="81966" x="3136900" y="2197100"/>
          <p14:tracePt t="81973" x="3130550" y="2197100"/>
          <p14:tracePt t="82008" x="3130550" y="2203450"/>
          <p14:tracePt t="82014" x="3124200" y="2203450"/>
          <p14:tracePt t="82030" x="3117850" y="2209800"/>
          <p14:tracePt t="82043" x="3111500" y="2222500"/>
          <p14:tracePt t="82060" x="3105150" y="2222500"/>
          <p14:tracePt t="82076" x="3098800" y="2228850"/>
          <p14:tracePt t="82093" x="3073400" y="2266950"/>
          <p14:tracePt t="82110" x="3009900" y="2343150"/>
          <p14:tracePt t="82127" x="2971800" y="2400300"/>
          <p14:tracePt t="82143" x="2857500" y="2552700"/>
          <p14:tracePt t="82160" x="2711450" y="2743200"/>
          <p14:tracePt t="82176" x="2533650" y="3003550"/>
          <p14:tracePt t="82192" x="2406650" y="3187700"/>
          <p14:tracePt t="82209" x="2127250" y="3581400"/>
          <p14:tracePt t="82226" x="1847850" y="3994150"/>
          <p14:tracePt t="82242" x="1733550" y="4171950"/>
          <p14:tracePt t="82260" x="1549400" y="4457700"/>
          <p14:tracePt t="82276" x="1416050" y="4648200"/>
          <p14:tracePt t="82292" x="1365250" y="4718050"/>
          <p14:tracePt t="82310" x="1301750" y="4806950"/>
          <p14:tracePt t="82325" x="1263650" y="4864100"/>
          <p14:tracePt t="82342" x="1257300" y="4876800"/>
          <p14:tracePt t="82359" x="1250950" y="4895850"/>
          <p14:tracePt t="82376" x="1250950" y="4902200"/>
          <p14:tracePt t="82393" x="1250950" y="4908550"/>
          <p14:tracePt t="82569" x="1257300" y="4908550"/>
          <p14:tracePt t="82590" x="1263650" y="4908550"/>
          <p14:tracePt t="82596" x="1270000" y="4908550"/>
          <p14:tracePt t="82607" x="1276350" y="4908550"/>
          <p14:tracePt t="82625" x="1301750" y="4908550"/>
          <p14:tracePt t="82641" x="1308100" y="4908550"/>
          <p14:tracePt t="82658" x="1339850" y="4895850"/>
          <p14:tracePt t="82675" x="1422400" y="4876800"/>
          <p14:tracePt t="82691" x="1447800" y="4870450"/>
          <p14:tracePt t="82708" x="1479550" y="4864100"/>
          <p14:tracePt t="82724" x="1517650" y="4857750"/>
          <p14:tracePt t="82741" x="1543050" y="4851400"/>
          <p14:tracePt t="82758" x="1549400" y="4851400"/>
          <p14:tracePt t="82774" x="1555750" y="4851400"/>
          <p14:tracePt t="83150" x="1555750" y="4845050"/>
          <p14:tracePt t="83185" x="1549400" y="4845050"/>
          <p14:tracePt t="83220" x="1543050" y="4845050"/>
          <p14:tracePt t="83234" x="1536700" y="4845050"/>
          <p14:tracePt t="83256" x="1530350" y="4845050"/>
          <p14:tracePt t="83276" x="1524000" y="4845050"/>
          <p14:tracePt t="83305" x="1517650" y="4845050"/>
          <p14:tracePt t="83325" x="1511300" y="4851400"/>
          <p14:tracePt t="83346" x="1504950" y="4851400"/>
          <p14:tracePt t="83368" x="1504950" y="4857750"/>
          <p14:tracePt t="83676" x="1511300" y="4857750"/>
          <p14:tracePt t="83690" x="1517650" y="4857750"/>
          <p14:tracePt t="83696" x="1524000" y="4857750"/>
          <p14:tracePt t="83711" x="1536700" y="4857750"/>
          <p14:tracePt t="83720" x="1549400" y="4857750"/>
          <p14:tracePt t="83737" x="1555750" y="4864100"/>
          <p14:tracePt t="83754" x="1606550" y="4864100"/>
          <p14:tracePt t="83771" x="1663700" y="4870450"/>
          <p14:tracePt t="83788" x="1739900" y="4876800"/>
          <p14:tracePt t="83804" x="1771650" y="4883150"/>
          <p14:tracePt t="83820" x="1841500" y="4883150"/>
          <p14:tracePt t="83838" x="1879600" y="4895850"/>
          <p14:tracePt t="83854" x="1905000" y="4895850"/>
          <p14:tracePt t="83870" x="1917700" y="4895850"/>
          <p14:tracePt t="83887" x="1924050" y="4895850"/>
          <p14:tracePt t="84307" x="1930400" y="4895850"/>
          <p14:tracePt t="84377" x="1930400" y="4889500"/>
          <p14:tracePt t="84481" x="1930400" y="4883150"/>
          <p14:tracePt t="84580" x="1930400" y="4876800"/>
          <p14:tracePt t="84693" x="1924050" y="4876800"/>
          <p14:tracePt t="84798" x="1917700" y="4876800"/>
          <p14:tracePt t="84833" x="1911350" y="4876800"/>
          <p14:tracePt t="84861" x="1911350" y="4883150"/>
          <p14:tracePt t="84889" x="1905000" y="4883150"/>
          <p14:tracePt t="84903" x="1898650" y="4883150"/>
          <p14:tracePt t="84918" x="1892300" y="4876800"/>
          <p14:tracePt t="84931" x="1885950" y="4870450"/>
          <p14:tracePt t="84938" x="1879600" y="4870450"/>
          <p14:tracePt t="84959" x="1873250" y="4870450"/>
          <p14:tracePt t="84973" x="1873250" y="4864100"/>
          <p14:tracePt t="84983" x="1866900" y="4864100"/>
          <p14:tracePt t="85000" x="1860550" y="4857750"/>
          <p14:tracePt t="85016" x="1841500" y="4838700"/>
          <p14:tracePt t="85033" x="1822450" y="4819650"/>
          <p14:tracePt t="85050" x="1797050" y="4794250"/>
          <p14:tracePt t="85066" x="1790700" y="4775200"/>
          <p14:tracePt t="85083" x="1771650" y="4743450"/>
          <p14:tracePt t="85099" x="1758950" y="4718050"/>
          <p14:tracePt t="85116" x="1746250" y="4705350"/>
          <p14:tracePt t="85132" x="1746250" y="4699000"/>
          <p14:tracePt t="85190" x="1739900" y="4699000"/>
          <p14:tracePt t="85751" x="1739900" y="4705350"/>
          <p14:tracePt t="85758" x="1739900" y="4711700"/>
          <p14:tracePt t="85793" x="1739900" y="4718050"/>
          <p14:tracePt t="85821" x="1739900" y="4724400"/>
          <p14:tracePt t="85828" x="1739900" y="4730750"/>
          <p14:tracePt t="85892" x="1739900" y="4737100"/>
          <p14:tracePt t="85898" x="1739900" y="4743450"/>
          <p14:tracePt t="85940" x="1739900" y="4749800"/>
          <p14:tracePt t="85962" x="1739900" y="4756150"/>
          <p14:tracePt t="85968" x="1739900" y="4762500"/>
          <p14:tracePt t="86011" x="1739900" y="4768850"/>
          <p14:tracePt t="86060" x="1739900" y="4775200"/>
          <p14:tracePt t="86095" x="1739900" y="4781550"/>
          <p14:tracePt t="86129" x="1739900" y="4787900"/>
          <p14:tracePt t="86179" x="1746250" y="4787900"/>
          <p14:tracePt t="86263" x="1752600" y="4781550"/>
          <p14:tracePt t="86270" x="1758950" y="4781550"/>
          <p14:tracePt t="86319" x="1765300" y="4775200"/>
          <p14:tracePt t="86354" x="1771650" y="4775200"/>
          <p14:tracePt t="86389" x="1778000" y="4775200"/>
          <p14:tracePt t="86670" x="1765300" y="4775200"/>
          <p14:tracePt t="86691" x="1765300" y="4781550"/>
          <p14:tracePt t="86705" x="1758950" y="4787900"/>
          <p14:tracePt t="86725" x="1752600" y="4794250"/>
          <p14:tracePt t="86733" x="1752600" y="4800600"/>
          <p14:tracePt t="86744" x="1746250" y="4800600"/>
          <p14:tracePt t="86761" x="1739900" y="4806950"/>
          <p14:tracePt t="86796" x="1739900" y="4813300"/>
          <p14:tracePt t="86803" x="1733550" y="4813300"/>
          <p14:tracePt t="86812" x="1733550" y="4819650"/>
          <p14:tracePt t="86831" x="1727200" y="4819650"/>
          <p14:tracePt t="86852" x="1720850" y="4826000"/>
          <p14:tracePt t="86873" x="1714500" y="4826000"/>
          <p14:tracePt t="86880" x="1708150" y="4826000"/>
          <p14:tracePt t="86901" x="1701800" y="4826000"/>
          <p14:tracePt t="86922" x="1695450" y="4826000"/>
          <p14:tracePt t="86944" x="1689100" y="4819650"/>
          <p14:tracePt t="86964" x="1682750" y="4819650"/>
          <p14:tracePt t="86971" x="1676400" y="4819650"/>
          <p14:tracePt t="86992" x="1670050" y="4813300"/>
          <p14:tracePt t="87013" x="1663700" y="4813300"/>
          <p14:tracePt t="87020" x="1663700" y="4806950"/>
          <p14:tracePt t="87041" x="1657350" y="4806950"/>
          <p14:tracePt t="87090" x="1651000" y="4806950"/>
          <p14:tracePt t="87125" x="1644650" y="4806950"/>
          <p14:tracePt t="87132" x="1644650" y="4800600"/>
          <p14:tracePt t="87153" x="1638300" y="4800600"/>
          <p14:tracePt t="87181" x="1631950" y="4800600"/>
          <p14:tracePt t="87216" x="1631950" y="4806950"/>
          <p14:tracePt t="87223" x="1631950" y="4813300"/>
          <p14:tracePt t="87230" x="1638300" y="4819650"/>
          <p14:tracePt t="87245" x="1638300" y="4832350"/>
          <p14:tracePt t="87259" x="1644650" y="4838700"/>
          <p14:tracePt t="87275" x="1663700" y="4870450"/>
          <p14:tracePt t="87292" x="1670050" y="4883150"/>
          <p14:tracePt t="87308" x="1689100" y="4914900"/>
          <p14:tracePt t="87325" x="1708150" y="4933950"/>
          <p14:tracePt t="87342" x="1714500" y="4953000"/>
          <p14:tracePt t="87358" x="1720850" y="4959350"/>
          <p14:tracePt t="87375" x="1727200" y="4959350"/>
          <p14:tracePt t="87392" x="1733550" y="4959350"/>
          <p14:tracePt t="87408" x="1739900" y="4953000"/>
          <p14:tracePt t="87425" x="1746250" y="4946650"/>
          <p14:tracePt t="87441" x="1784350" y="4908550"/>
          <p14:tracePt t="87458" x="1809750" y="4883150"/>
          <p14:tracePt t="87475" x="1822450" y="4864100"/>
          <p14:tracePt t="87491" x="1866900" y="4806950"/>
          <p14:tracePt t="87508" x="1892300" y="4775200"/>
          <p14:tracePt t="87525" x="1905000" y="4762500"/>
          <p14:tracePt t="87541" x="1917700" y="4749800"/>
          <p14:tracePt t="87557" x="1924050" y="4743450"/>
          <p14:tracePt t="87581" x="1930400" y="4743450"/>
          <p14:tracePt t="87637" x="1936750" y="4743450"/>
          <p14:tracePt t="87672" x="1943100" y="4743450"/>
          <p14:tracePt t="87707" x="1949450" y="4737100"/>
          <p14:tracePt t="87714" x="1955800" y="4737100"/>
          <p14:tracePt t="87723" x="1968500" y="4730750"/>
          <p14:tracePt t="87740" x="1974850" y="4730750"/>
          <p14:tracePt t="87758" x="1987550" y="4730750"/>
          <p14:tracePt t="87773" x="1993900" y="4724400"/>
          <p14:tracePt t="87791" x="2012950" y="4711700"/>
          <p14:tracePt t="87807" x="2019300" y="4705350"/>
          <p14:tracePt t="87823" x="2019300" y="4699000"/>
          <p14:tracePt t="87840" x="2025650" y="4699000"/>
          <p14:tracePt t="87904" x="2025650" y="4705350"/>
          <p14:tracePt t="87917" x="2025650" y="4711700"/>
          <p14:tracePt t="87926" x="2025650" y="4718050"/>
          <p14:tracePt t="87939" x="2025650" y="4724400"/>
          <p14:tracePt t="87956" x="2025650" y="4730750"/>
          <p14:tracePt t="87973" x="2025650" y="4743450"/>
          <p14:tracePt t="87989" x="2025650" y="4768850"/>
          <p14:tracePt t="88006" x="2032000" y="4800600"/>
          <p14:tracePt t="88023" x="2044700" y="4826000"/>
          <p14:tracePt t="88039" x="2051050" y="4838700"/>
          <p14:tracePt t="88056" x="2063750" y="4857750"/>
          <p14:tracePt t="88073" x="2101850" y="4870450"/>
          <p14:tracePt t="88089" x="2114550" y="4876800"/>
          <p14:tracePt t="88107" x="2159000" y="4876800"/>
          <p14:tracePt t="88122" x="2184400" y="4870450"/>
          <p14:tracePt t="88139" x="2235200" y="4851400"/>
          <p14:tracePt t="88156" x="2305050" y="4813300"/>
          <p14:tracePt t="88172" x="2336800" y="4787900"/>
          <p14:tracePt t="88188" x="2393950" y="4737100"/>
          <p14:tracePt t="88205" x="2444750" y="4699000"/>
          <p14:tracePt t="88222" x="2470150" y="4679950"/>
          <p14:tracePt t="88239" x="2501900" y="4648200"/>
          <p14:tracePt t="88255" x="2533650" y="4629150"/>
          <p14:tracePt t="88272" x="2552700" y="4622800"/>
          <p14:tracePt t="88289" x="2571750" y="4622800"/>
          <p14:tracePt t="88305" x="2597150" y="4622800"/>
          <p14:tracePt t="88321" x="2609850" y="4622800"/>
          <p14:tracePt t="88339" x="2628900" y="4635500"/>
          <p14:tracePt t="88355" x="2647950" y="4648200"/>
          <p14:tracePt t="88388" x="2654300" y="4654550"/>
          <p14:tracePt t="88437" x="2654300" y="4660900"/>
          <p14:tracePt t="88478" x="2647950" y="4660900"/>
          <p14:tracePt t="88485" x="2641600" y="4660900"/>
          <p14:tracePt t="88492" x="2635250" y="4667250"/>
          <p14:tracePt t="88513" x="2628900" y="4673600"/>
          <p14:tracePt t="88528" x="2628900" y="4679950"/>
          <p14:tracePt t="88549" x="2622550" y="4679950"/>
          <p14:tracePt t="88557" x="2622550" y="4686300"/>
          <p14:tracePt t="88570" x="2616200" y="4686300"/>
          <p14:tracePt t="88588" x="2609850" y="4692650"/>
          <p14:tracePt t="88618" x="2603500" y="4692650"/>
          <p14:tracePt t="88632" x="2597150" y="4692650"/>
          <p14:tracePt t="88668" x="2590800" y="4692650"/>
          <p14:tracePt t="88674" x="2590800" y="4699000"/>
          <p14:tracePt t="88878" x="2590800" y="4692650"/>
          <p14:tracePt t="88927" x="2597150" y="4686300"/>
          <p14:tracePt t="89428" x="2609850" y="4654550"/>
          <p14:tracePt t="89435" x="2647950" y="4597400"/>
          <p14:tracePt t="89449" x="2686050" y="4540250"/>
          <p14:tracePt t="89456" x="2711450" y="4483100"/>
          <p14:tracePt t="89471" x="2743200" y="4419600"/>
          <p14:tracePt t="89484" x="2819400" y="4241800"/>
          <p14:tracePt t="89501" x="2863850" y="4127500"/>
          <p14:tracePt t="89519" x="2895600" y="4032250"/>
          <p14:tracePt t="89535" x="2946400" y="3835400"/>
          <p14:tracePt t="89551" x="2965450" y="3657600"/>
          <p14:tracePt t="89568" x="2978150" y="3492500"/>
          <p14:tracePt t="89584" x="2978150" y="3403600"/>
          <p14:tracePt t="89600" x="2971800" y="3238500"/>
          <p14:tracePt t="89618" x="2952750" y="3079750"/>
          <p14:tracePt t="89634" x="2946400" y="3028950"/>
          <p14:tracePt t="89651" x="2927350" y="2933700"/>
          <p14:tracePt t="89668" x="2914650" y="2889250"/>
          <p14:tracePt t="89684" x="2908300" y="2870200"/>
          <p14:tracePt t="89700" x="2895600" y="2844800"/>
          <p14:tracePt t="89717" x="2895600" y="2825750"/>
          <p14:tracePt t="89733" x="2889250" y="2819400"/>
          <p14:tracePt t="89750" x="2882900" y="2813050"/>
          <p14:tracePt t="89766" x="2876550" y="2806700"/>
          <p14:tracePt t="89783" x="2870200" y="2794000"/>
          <p14:tracePt t="89800" x="2863850" y="2774950"/>
          <p14:tracePt t="89817" x="2857500" y="2762250"/>
          <p14:tracePt t="89833" x="2844800" y="2736850"/>
          <p14:tracePt t="89850" x="2832100" y="2717800"/>
          <p14:tracePt t="89867" x="2832100" y="2705100"/>
          <p14:tracePt t="89883" x="2825750" y="2698750"/>
          <p14:tracePt t="89899" x="2813050" y="2692400"/>
          <p14:tracePt t="89916" x="2806700" y="2686050"/>
          <p14:tracePt t="89933" x="2787650" y="2679700"/>
          <p14:tracePt t="89949" x="2768600" y="2673350"/>
          <p14:tracePt t="89966" x="2755900" y="2673350"/>
          <p14:tracePt t="89982" x="2730500" y="2673350"/>
          <p14:tracePt t="89999" x="2679700" y="2673350"/>
          <p14:tracePt t="90016" x="2660650" y="2673350"/>
          <p14:tracePt t="90032" x="2603500" y="2673350"/>
          <p14:tracePt t="90049" x="2552700" y="2667000"/>
          <p14:tracePt t="90068" x="2501900" y="2667000"/>
          <p14:tracePt t="90084" x="2482850" y="2660650"/>
          <p14:tracePt t="90101" x="2457450" y="2660650"/>
          <p14:tracePt t="90116" x="2432050" y="2660650"/>
          <p14:tracePt t="90148" x="2419350" y="2660650"/>
          <p14:tracePt t="90165" x="2400300" y="2660650"/>
          <p14:tracePt t="90182" x="2381250" y="2660650"/>
          <p14:tracePt t="90199" x="2374900" y="2660650"/>
          <p14:tracePt t="90215" x="2362200" y="2660650"/>
          <p14:tracePt t="90231" x="2336800" y="2654300"/>
          <p14:tracePt t="90248" x="2317750" y="2647950"/>
          <p14:tracePt t="90265" x="2305050" y="2647950"/>
          <p14:tracePt t="90281" x="2273300" y="2635250"/>
          <p14:tracePt t="90298" x="2247900" y="2635250"/>
          <p14:tracePt t="90314" x="2235200" y="2628900"/>
          <p14:tracePt t="90332" x="2203450" y="2622550"/>
          <p14:tracePt t="90348" x="2152650" y="2597150"/>
          <p14:tracePt t="90364" x="2120900" y="2590800"/>
          <p14:tracePt t="90382" x="2051050" y="2565400"/>
          <p14:tracePt t="90398" x="1974850" y="2533650"/>
          <p14:tracePt t="90414" x="1943100" y="2508250"/>
          <p14:tracePt t="90431" x="1879600" y="2470150"/>
          <p14:tracePt t="90447" x="1847850" y="2451100"/>
          <p14:tracePt t="90465" x="1790700" y="2425700"/>
          <p14:tracePt t="90481" x="1758950" y="2393950"/>
          <p14:tracePt t="90497" x="1752600" y="2387600"/>
          <p14:tracePt t="90514" x="1739900" y="2381250"/>
          <p14:tracePt t="90530" x="1739900" y="2368550"/>
          <p14:tracePt t="90606" x="1739900" y="2362200"/>
          <p14:tracePt t="90879" x="1746250" y="2362200"/>
          <p14:tracePt t="90886" x="1752600" y="2355850"/>
          <p14:tracePt t="90900" x="1765300" y="2355850"/>
          <p14:tracePt t="90912" x="1778000" y="2355850"/>
          <p14:tracePt t="90929" x="1809750" y="2349500"/>
          <p14:tracePt t="90946" x="1828800" y="2343150"/>
          <p14:tracePt t="90963" x="1879600" y="2336800"/>
          <p14:tracePt t="90979" x="1936750" y="2336800"/>
          <p14:tracePt t="90996" x="1962150" y="2336800"/>
          <p14:tracePt t="91013" x="2012950" y="2336800"/>
          <p14:tracePt t="91029" x="2057400" y="2336800"/>
          <p14:tracePt t="91046" x="2076450" y="2336800"/>
          <p14:tracePt t="91062" x="2089150" y="2336800"/>
          <p14:tracePt t="91095" x="2101850" y="2336800"/>
          <p14:tracePt t="91573" x="2108200" y="2343150"/>
          <p14:tracePt t="91587" x="2108200" y="2349500"/>
          <p14:tracePt t="91623" x="2114550" y="2349500"/>
          <p14:tracePt t="91678" x="2120900" y="2349500"/>
          <p14:tracePt t="91714" x="2120900" y="2355850"/>
          <p14:tracePt t="91770" x="2127250" y="2362200"/>
          <p14:tracePt t="91861" x="2133600" y="2362200"/>
          <p14:tracePt t="91903" x="2139950" y="2362200"/>
          <p14:tracePt t="91952" x="2146300" y="2362200"/>
          <p14:tracePt t="92001" x="2152650" y="2362200"/>
          <p14:tracePt t="92008" x="2159000" y="2362200"/>
          <p14:tracePt t="92022" x="2165350" y="2362200"/>
          <p14:tracePt t="92029" x="2171700" y="2362200"/>
          <p14:tracePt t="92045" x="2171700" y="2368550"/>
          <p14:tracePt t="92058" x="2184400" y="2368550"/>
          <p14:tracePt t="92075" x="2209800" y="2368550"/>
          <p14:tracePt t="92092" x="2235200" y="2368550"/>
          <p14:tracePt t="92108" x="2247900" y="2368550"/>
          <p14:tracePt t="92125" x="2279650" y="2368550"/>
          <p14:tracePt t="92142" x="2305050" y="2368550"/>
          <p14:tracePt t="92176" x="2324100" y="2368550"/>
          <p14:tracePt t="92192" x="2336800" y="2374900"/>
          <p14:tracePt t="92208" x="2343150" y="2374900"/>
          <p14:tracePt t="92225" x="2349500" y="2374900"/>
          <p14:tracePt t="92281" x="2355850" y="2374900"/>
          <p14:tracePt t="92499" x="2355850" y="2381250"/>
          <p14:tracePt t="92522" x="2355850" y="2374900"/>
          <p14:tracePt t="93004" x="2368550" y="2374900"/>
          <p14:tracePt t="93011" x="2387600" y="2374900"/>
          <p14:tracePt t="93025" x="2419350" y="2362200"/>
          <p14:tracePt t="93040" x="2470150" y="2336800"/>
          <p14:tracePt t="93055" x="2489200" y="2330450"/>
          <p14:tracePt t="93072" x="2514600" y="2324100"/>
          <p14:tracePt t="93088" x="2546350" y="2298700"/>
          <p14:tracePt t="93105" x="2571750" y="2292350"/>
          <p14:tracePt t="93122" x="2578100" y="2292350"/>
          <p14:tracePt t="93138" x="2584450" y="2286000"/>
          <p14:tracePt t="93236" x="2584450" y="2292350"/>
          <p14:tracePt t="93243" x="2578100" y="2292350"/>
          <p14:tracePt t="93272" x="2578100" y="2298700"/>
          <p14:tracePt t="93306" x="2571750" y="2298700"/>
          <p14:tracePt t="93460" x="2578100" y="2298700"/>
          <p14:tracePt t="93494" x="2584450" y="2298700"/>
          <p14:tracePt t="93530" x="2590800" y="2298700"/>
          <p14:tracePt t="93572" x="2597150" y="2292350"/>
          <p14:tracePt t="93621" x="2609850" y="2286000"/>
          <p14:tracePt t="93636" x="2616200" y="2286000"/>
          <p14:tracePt t="93642" x="2622550" y="2286000"/>
          <p14:tracePt t="93656" x="2628900" y="2286000"/>
          <p14:tracePt t="93670" x="2654300" y="2273300"/>
          <p14:tracePt t="93686" x="2667000" y="2266950"/>
          <p14:tracePt t="93703" x="2679700" y="2260600"/>
          <p14:tracePt t="93720" x="2705100" y="2254250"/>
          <p14:tracePt t="93736" x="2730500" y="2241550"/>
          <p14:tracePt t="93753" x="2736850" y="2241550"/>
          <p14:tracePt t="93769" x="2743200" y="2241550"/>
          <p14:tracePt t="93881" x="2743200" y="2247900"/>
          <p14:tracePt t="94572" x="2755900" y="2247900"/>
          <p14:tracePt t="94593" x="2762250" y="2247900"/>
          <p14:tracePt t="94614" x="2768600" y="2241550"/>
          <p14:tracePt t="94628" x="2774950" y="2241550"/>
          <p14:tracePt t="94636" x="2781300" y="2235200"/>
          <p14:tracePt t="94649" x="2794000" y="2228850"/>
          <p14:tracePt t="94666" x="2819400" y="2209800"/>
          <p14:tracePt t="94684" x="2844800" y="2190750"/>
          <p14:tracePt t="94699" x="2857500" y="2184400"/>
          <p14:tracePt t="94716" x="2882900" y="2165350"/>
          <p14:tracePt t="94733" x="2895600" y="2159000"/>
          <p14:tracePt t="94749" x="2901950" y="2159000"/>
          <p14:tracePt t="94957" x="2908300" y="2159000"/>
          <p14:tracePt t="94992" x="2914650" y="2159000"/>
          <p14:tracePt t="95027" x="2921000" y="2159000"/>
          <p14:tracePt t="95056" x="2927350" y="2159000"/>
          <p14:tracePt t="95083" x="2933700" y="2159000"/>
          <p14:tracePt t="95104" x="2940050" y="2159000"/>
          <p14:tracePt t="95126" x="2946400" y="2159000"/>
          <p14:tracePt t="95147" x="2952750" y="2159000"/>
          <p14:tracePt t="95153" x="2959100" y="2159000"/>
          <p14:tracePt t="95175" x="2965450" y="2159000"/>
          <p14:tracePt t="95189" x="2971800" y="2159000"/>
          <p14:tracePt t="95202" x="2978150" y="2159000"/>
          <p14:tracePt t="95238" x="2984500" y="2159000"/>
          <p14:tracePt t="95244" x="2990850" y="2159000"/>
          <p14:tracePt t="95259" x="2997200" y="2159000"/>
          <p14:tracePt t="95267" x="3003550" y="2165350"/>
          <p14:tracePt t="95287" x="3009900" y="2171700"/>
          <p14:tracePt t="95298" x="3022600" y="2178050"/>
          <p14:tracePt t="95315" x="3035300" y="2190750"/>
          <p14:tracePt t="95331" x="3048000" y="2197100"/>
          <p14:tracePt t="95348" x="3067050" y="2216150"/>
          <p14:tracePt t="95364" x="3079750" y="2222500"/>
          <p14:tracePt t="95381" x="3086100" y="2228850"/>
          <p14:tracePt t="95414" x="3086100" y="2241550"/>
          <p14:tracePt t="95482" x="3086100" y="2247900"/>
          <p14:tracePt t="95546" x="3092450" y="2247900"/>
          <p14:tracePt t="95596" x="3098800" y="2247900"/>
          <p14:tracePt t="95616" x="3105150" y="2247900"/>
          <p14:tracePt t="95638" x="3111500" y="2247900"/>
          <p14:tracePt t="95644" x="3117850" y="2247900"/>
          <p14:tracePt t="95665" x="3124200" y="2247900"/>
          <p14:tracePt t="95694" x="3130550" y="2247900"/>
          <p14:tracePt t="95707" x="3136900" y="2247900"/>
          <p14:tracePt t="95736" x="3143250" y="2247900"/>
          <p14:tracePt t="95757" x="3149600" y="2247900"/>
          <p14:tracePt t="95764" x="3155950" y="2247900"/>
          <p14:tracePt t="95785" x="3162300" y="2247900"/>
          <p14:tracePt t="95806" x="3162300" y="2254250"/>
          <p14:tracePt t="95834" x="3168650" y="2254250"/>
          <p14:tracePt t="95855" x="3175000" y="2254250"/>
          <p14:tracePt t="95896" x="3181350" y="2254250"/>
          <p14:tracePt t="95925" x="3187700" y="2254250"/>
          <p14:tracePt t="95939" x="3194050" y="2254250"/>
          <p14:tracePt t="95967" x="3200400" y="2254250"/>
          <p14:tracePt t="95995" x="3206750" y="2254250"/>
          <p14:tracePt t="96009" x="3213100" y="2254250"/>
          <p14:tracePt t="96016" x="3219450" y="2254250"/>
          <p14:tracePt t="96037" x="3225800" y="2254250"/>
          <p14:tracePt t="96046" x="3238500" y="2254250"/>
          <p14:tracePt t="96062" x="3251200" y="2254250"/>
          <p14:tracePt t="96079" x="3282950" y="2254250"/>
          <p14:tracePt t="96095" x="3308350" y="2254250"/>
          <p14:tracePt t="96111" x="3352800" y="2254250"/>
          <p14:tracePt t="96128" x="3390900" y="2254250"/>
          <p14:tracePt t="96145" x="3409950" y="2254250"/>
          <p14:tracePt t="96161" x="3441700" y="2266950"/>
          <p14:tracePt t="96178" x="3479800" y="2266950"/>
          <p14:tracePt t="96194" x="3486150" y="2266950"/>
          <p14:tracePt t="96212" x="3505200" y="2266950"/>
          <p14:tracePt t="96227" x="3517900" y="2266950"/>
          <p14:tracePt t="96244" x="3524250" y="2266950"/>
          <p14:tracePt t="96261" x="3530600" y="2266950"/>
          <p14:tracePt t="96395" x="3530600" y="2273300"/>
          <p14:tracePt t="96430" x="3524250" y="2273300"/>
          <p14:tracePt t="96437" x="3517900" y="2273300"/>
          <p14:tracePt t="96458" x="3511550" y="2273300"/>
          <p14:tracePt t="96479" x="3505200" y="2273300"/>
          <p14:tracePt t="96507" x="3498850" y="2273300"/>
          <p14:tracePt t="96521" x="3492500" y="2279650"/>
          <p14:tracePt t="96529" x="3486150" y="2279650"/>
          <p14:tracePt t="96543" x="3479800" y="2286000"/>
          <p14:tracePt t="96560" x="3448050" y="2298700"/>
          <p14:tracePt t="96577" x="3397250" y="2324100"/>
          <p14:tracePt t="96593" x="3365500" y="2330450"/>
          <p14:tracePt t="96609" x="3282950" y="2362200"/>
          <p14:tracePt t="96626" x="3194050" y="2400300"/>
          <p14:tracePt t="96643" x="3149600" y="2413000"/>
          <p14:tracePt t="96659" x="3111500" y="2432050"/>
          <p14:tracePt t="96676" x="3035300" y="2463800"/>
          <p14:tracePt t="96692" x="3022600" y="2463800"/>
          <p14:tracePt t="96710" x="3009900" y="2463800"/>
          <p14:tracePt t="96731" x="3003550" y="2463800"/>
          <p14:tracePt t="96746" x="2997200" y="2463800"/>
          <p14:tracePt t="96977" x="2990850" y="2482850"/>
          <p14:tracePt t="96991" x="2978150" y="2508250"/>
          <p14:tracePt t="96998" x="2959100" y="2527300"/>
          <p14:tracePt t="97012" x="2940050" y="2559050"/>
          <p14:tracePt t="97025" x="2914650" y="2603500"/>
          <p14:tracePt t="97041" x="2844800" y="2705100"/>
          <p14:tracePt t="97058" x="2800350" y="2762250"/>
          <p14:tracePt t="97075" x="2711450" y="2889250"/>
          <p14:tracePt t="97091" x="2609850" y="3041650"/>
          <p14:tracePt t="97107" x="2546350" y="3124200"/>
          <p14:tracePt t="97124" x="2457450" y="3289300"/>
          <p14:tracePt t="97141" x="2355850" y="3441700"/>
          <p14:tracePt t="97158" x="2305050" y="3524250"/>
          <p14:tracePt t="97174" x="2235200" y="3657600"/>
          <p14:tracePt t="97191" x="2190750" y="3759200"/>
          <p14:tracePt t="97208" x="2171700" y="3822700"/>
          <p14:tracePt t="97224" x="2171700" y="3848100"/>
          <p14:tracePt t="97241" x="2171700" y="3873500"/>
          <p14:tracePt t="97257" x="2171700" y="3886200"/>
          <p14:tracePt t="97274" x="2171700" y="3892550"/>
          <p14:tracePt t="97307" x="2178050" y="3898900"/>
          <p14:tracePt t="97341" x="2184400" y="3898900"/>
          <p14:tracePt t="97357" x="2190750" y="3892550"/>
          <p14:tracePt t="97373" x="2197100" y="3886200"/>
          <p14:tracePt t="97391" x="2203450" y="3873500"/>
          <p14:tracePt t="97407" x="2216150" y="3867150"/>
          <p14:tracePt t="97423" x="2228850" y="3848100"/>
          <p14:tracePt t="97440" x="2260600" y="3810000"/>
          <p14:tracePt t="97457" x="2273300" y="3790950"/>
          <p14:tracePt t="97474" x="2292350" y="3746500"/>
          <p14:tracePt t="97489" x="2305050" y="3727450"/>
          <p14:tracePt t="97506" x="2305050" y="3721100"/>
          <p14:tracePt t="97552" x="2292350" y="3721100"/>
          <p14:tracePt t="97559" x="2292350" y="3727450"/>
          <p14:tracePt t="97575" x="2279650" y="3740150"/>
          <p14:tracePt t="97590" x="2247900" y="3771900"/>
          <p14:tracePt t="97606" x="2228850" y="3797300"/>
          <p14:tracePt t="97623" x="2152650" y="3905250"/>
          <p14:tracePt t="97639" x="2101850" y="3962400"/>
          <p14:tracePt t="97657" x="1974850" y="4191000"/>
          <p14:tracePt t="97672" x="1930400" y="4260850"/>
          <p14:tracePt t="97689" x="1892300" y="4343400"/>
          <p14:tracePt t="97693" x="1860550" y="4413250"/>
          <p14:tracePt t="97706" x="1847850" y="4457700"/>
          <p14:tracePt t="97722" x="1822450" y="4527550"/>
          <p14:tracePt t="97739" x="1822450" y="4559300"/>
          <p14:tracePt t="97755" x="1816100" y="4578350"/>
          <p14:tracePt t="97772" x="1816100" y="4591050"/>
          <p14:tracePt t="97792" x="1816100" y="4597400"/>
          <p14:tracePt t="97805" x="1822450" y="4597400"/>
          <p14:tracePt t="97821" x="1828800" y="4597400"/>
          <p14:tracePt t="97841" x="1841500" y="4597400"/>
          <p14:tracePt t="97855" x="1847850" y="4597400"/>
          <p14:tracePt t="97872" x="1879600" y="4597400"/>
          <p14:tracePt t="97889" x="1936750" y="4597400"/>
          <p14:tracePt t="97905" x="1981200" y="4597400"/>
          <p14:tracePt t="97922" x="2019300" y="4597400"/>
          <p14:tracePt t="97938" x="2178050" y="4610100"/>
          <p14:tracePt t="97955" x="2216150" y="4610100"/>
          <p14:tracePt t="97972" x="2247900" y="4610100"/>
          <p14:tracePt t="97988" x="2286000" y="4616450"/>
          <p14:tracePt t="98004" x="2298700" y="4616450"/>
          <p14:tracePt t="98042" x="2298700" y="4622800"/>
          <p14:tracePt t="98055" x="2292350" y="4622800"/>
          <p14:tracePt t="98071" x="2273300" y="4641850"/>
          <p14:tracePt t="98088" x="2254250" y="4654550"/>
          <p14:tracePt t="98105" x="2190750" y="4705350"/>
          <p14:tracePt t="98121" x="2051050" y="4781550"/>
          <p14:tracePt t="98137" x="1968500" y="4813300"/>
          <p14:tracePt t="98155" x="1809750" y="4883150"/>
          <p14:tracePt t="98171" x="1670050" y="4940300"/>
          <p14:tracePt t="98187" x="1619250" y="4959350"/>
          <p14:tracePt t="98191" x="1574800" y="4965700"/>
          <p14:tracePt t="98205" x="1549400" y="4972050"/>
          <p14:tracePt t="98221" x="1524000" y="4972050"/>
          <p14:tracePt t="98238" x="1517650" y="4972050"/>
          <p14:tracePt t="98330" x="1524000" y="4972050"/>
          <p14:tracePt t="98350" x="1530350" y="4972050"/>
          <p14:tracePt t="98358" x="1530350" y="4965700"/>
          <p14:tracePt t="98373" x="1530350" y="4959350"/>
          <p14:tracePt t="98393" x="1536700" y="4953000"/>
          <p14:tracePt t="98404" x="1543050" y="4946650"/>
          <p14:tracePt t="98420" x="1543050" y="4940300"/>
          <p14:tracePt t="98463" x="1549400" y="4933950"/>
          <p14:tracePt t="98491" x="1549400" y="4927600"/>
          <p14:tracePt t="98519" x="1555750" y="4921250"/>
          <p14:tracePt t="98540" x="1555750" y="4914900"/>
          <p14:tracePt t="98582" x="1562100" y="4908550"/>
          <p14:tracePt t="98708" x="1568450" y="4908550"/>
          <p14:tracePt t="98729" x="1574800" y="4908550"/>
          <p14:tracePt t="98750" x="1581150" y="4908550"/>
          <p14:tracePt t="98771" x="1587500" y="4908550"/>
          <p14:tracePt t="98800" x="1593850" y="4908550"/>
          <p14:tracePt t="98842" x="1600200" y="4908550"/>
          <p14:tracePt t="98870" x="1600200" y="4914900"/>
          <p14:tracePt t="98883" x="1600200" y="4921250"/>
          <p14:tracePt t="98891" x="1593850" y="4927600"/>
          <p14:tracePt t="98905" x="1593850" y="4940300"/>
          <p14:tracePt t="98919" x="1568450" y="4959350"/>
          <p14:tracePt t="98935" x="1543050" y="4972050"/>
          <p14:tracePt t="98952" x="1517650" y="4978400"/>
          <p14:tracePt t="98968" x="1428750" y="5016500"/>
          <p14:tracePt t="98984" x="1333500" y="5029200"/>
          <p14:tracePt t="99001" x="1295400" y="5029200"/>
          <p14:tracePt t="99018" x="1238250" y="5035550"/>
          <p14:tracePt t="99035" x="1206500" y="5035550"/>
          <p14:tracePt t="99052" x="1181100" y="5035550"/>
          <p14:tracePt t="99068" x="1174750" y="5035550"/>
          <p14:tracePt t="99084" x="1168400" y="5035550"/>
          <p14:tracePt t="99171" x="1174750" y="5035550"/>
          <p14:tracePt t="99192" x="1187450" y="5035550"/>
          <p14:tracePt t="99199" x="1193800" y="5035550"/>
          <p14:tracePt t="99213" x="1212850" y="5035550"/>
          <p14:tracePt t="99221" x="1231900" y="5035550"/>
          <p14:tracePt t="99237" x="1270000" y="5035550"/>
          <p14:tracePt t="99251" x="1320800" y="5029200"/>
          <p14:tracePt t="99267" x="1479550" y="5010150"/>
          <p14:tracePt t="99284" x="1657350" y="4991100"/>
          <p14:tracePt t="99300" x="1746250" y="4978400"/>
          <p14:tracePt t="99317" x="1892300" y="4959350"/>
          <p14:tracePt t="99333" x="1981200" y="4953000"/>
          <p14:tracePt t="99350" x="2012950" y="4940300"/>
          <p14:tracePt t="99368" x="2044700" y="4933950"/>
          <p14:tracePt t="99383" x="2057400" y="4933950"/>
          <p14:tracePt t="99400" x="2063750" y="4933950"/>
          <p14:tracePt t="99445" x="2063750" y="4927600"/>
          <p14:tracePt t="99501" x="2057400" y="4927600"/>
          <p14:tracePt t="99521" x="2057400" y="4914900"/>
          <p14:tracePt t="99535" x="2057400" y="4902200"/>
          <p14:tracePt t="99543" x="2057400" y="4889500"/>
          <p14:tracePt t="99552" x="2057400" y="4857750"/>
          <p14:tracePt t="99566" x="2057400" y="4826000"/>
          <p14:tracePt t="99583" x="2057400" y="4743450"/>
          <p14:tracePt t="99599" x="2063750" y="4508500"/>
          <p14:tracePt t="99616" x="2089150" y="4044950"/>
          <p14:tracePt t="99633" x="2101850" y="3702050"/>
          <p14:tracePt t="99649" x="2171700" y="2940050"/>
          <p14:tracePt t="99666" x="2235200" y="2324100"/>
          <p14:tracePt t="99683" x="2286000" y="2012950"/>
          <p14:tracePt t="99699" x="2286000" y="1924050"/>
          <p14:tracePt t="99716" x="2298700" y="1841500"/>
          <p14:tracePt t="99733" x="2298700" y="1816100"/>
          <p14:tracePt t="99748" x="2298700" y="1809750"/>
          <p14:tracePt t="99765" x="2298700" y="1803400"/>
          <p14:tracePt t="99798" x="2305050" y="1803400"/>
          <p14:tracePt t="99872" x="2305050" y="1809750"/>
          <p14:tracePt t="99893" x="2311400" y="1809750"/>
          <p14:tracePt t="99900" x="2317750" y="1809750"/>
          <p14:tracePt t="99921" x="2324100" y="1809750"/>
          <p14:tracePt t="99942" x="2330450" y="1809750"/>
          <p14:tracePt t="99956" x="2343150" y="1809750"/>
          <p14:tracePt t="99963" x="2349500" y="1809750"/>
          <p14:tracePt t="99970" x="2368550" y="1809750"/>
          <p14:tracePt t="99984" x="2406650" y="1809750"/>
          <p14:tracePt t="99998" x="2444750" y="1809750"/>
          <p14:tracePt t="100014" x="2584450" y="1816100"/>
          <p14:tracePt t="100031" x="2667000" y="1828800"/>
          <p14:tracePt t="100048" x="2844800" y="1835150"/>
          <p14:tracePt t="100064" x="2971800" y="1854200"/>
          <p14:tracePt t="100081" x="3041650" y="1866900"/>
          <p14:tracePt t="100098" x="3105150" y="1873250"/>
          <p14:tracePt t="100114" x="3130550" y="1879600"/>
          <p14:tracePt t="100131" x="3143250" y="1879600"/>
          <p14:tracePt t="100167" x="3143250" y="1885950"/>
          <p14:tracePt t="100184" x="3143250" y="1892300"/>
          <p14:tracePt t="100244" x="3143250" y="1898650"/>
          <p14:tracePt t="100272" x="3136900" y="1898650"/>
          <p14:tracePt t="100293" x="3130550" y="1898650"/>
          <p14:tracePt t="100306" x="3124200" y="1898650"/>
          <p14:tracePt t="100321" x="3117850" y="1905000"/>
          <p14:tracePt t="100335" x="3111500" y="1905000"/>
          <p14:tracePt t="100350" x="3098800" y="1917700"/>
          <p14:tracePt t="100363" x="3054350" y="1955800"/>
          <p14:tracePt t="100380" x="2997200" y="2012950"/>
          <p14:tracePt t="100396" x="2851150" y="2171700"/>
          <p14:tracePt t="100413" x="2597150" y="2451100"/>
          <p14:tracePt t="100430" x="2444750" y="2622550"/>
          <p14:tracePt t="100447" x="2101850" y="3067050"/>
          <p14:tracePt t="100463" x="1771650" y="3562350"/>
          <p14:tracePt t="100479" x="1638300" y="3771900"/>
          <p14:tracePt t="100497" x="1454150" y="4095750"/>
          <p14:tracePt t="100513" x="1403350" y="4210050"/>
          <p14:tracePt t="100529" x="1339850" y="4381500"/>
          <p14:tracePt t="100547" x="1320800" y="4514850"/>
          <p14:tracePt t="100562" x="1314450" y="4565650"/>
          <p14:tracePt t="100580" x="1314450" y="4635500"/>
          <p14:tracePt t="100596" x="1314450" y="4667250"/>
          <p14:tracePt t="100612" x="1314450" y="4679950"/>
          <p14:tracePt t="100629" x="1314450" y="4686300"/>
          <p14:tracePt t="100661" x="1308100" y="4692650"/>
          <p14:tracePt t="100679" x="1308100" y="4705350"/>
          <p14:tracePt t="100695" x="1301750" y="4724400"/>
          <p14:tracePt t="100712" x="1289050" y="4749800"/>
          <p14:tracePt t="100716" x="1289050" y="4762500"/>
          <p14:tracePt t="100729" x="1282700" y="4775200"/>
          <p14:tracePt t="100745" x="1263650" y="4806950"/>
          <p14:tracePt t="100762" x="1263650" y="4819650"/>
          <p14:tracePt t="100778" x="1257300" y="4826000"/>
          <p14:tracePt t="100811" x="1257300" y="4832350"/>
          <p14:tracePt t="100945" x="1263650" y="4832350"/>
          <p14:tracePt t="100952" x="1270000" y="4838700"/>
          <p14:tracePt t="100966" x="1282700" y="4838700"/>
          <p14:tracePt t="100977" x="1301750" y="4845050"/>
          <p14:tracePt t="100995" x="1377950" y="4857750"/>
          <p14:tracePt t="101010" x="1435100" y="4857750"/>
          <p14:tracePt t="101027" x="1625600" y="4864100"/>
          <p14:tracePt t="101044" x="1854200" y="4864100"/>
          <p14:tracePt t="101061" x="1955800" y="4864100"/>
          <p14:tracePt t="101078" x="2146300" y="4851400"/>
          <p14:tracePt t="101094" x="2260600" y="4838700"/>
          <p14:tracePt t="101111" x="2292350" y="4832350"/>
          <p14:tracePt t="101128" x="2330450" y="4832350"/>
          <p14:tracePt t="101144" x="2343150" y="4832350"/>
          <p14:tracePt t="101160" x="2349500" y="4832350"/>
          <p14:tracePt t="101394" x="2355850" y="4832350"/>
          <p14:tracePt t="101407" x="2362200" y="4832350"/>
          <p14:tracePt t="101415" x="2368550" y="4832350"/>
          <p14:tracePt t="101436" x="2381250" y="4832350"/>
          <p14:tracePt t="101445" x="2400300" y="4832350"/>
          <p14:tracePt t="101459" x="2432050" y="4832350"/>
          <p14:tracePt t="101476" x="2482850" y="4832350"/>
          <p14:tracePt t="101493" x="2597150" y="4819650"/>
          <p14:tracePt t="101510" x="2717800" y="4800600"/>
          <p14:tracePt t="101527" x="2806700" y="4794250"/>
          <p14:tracePt t="101542" x="2838450" y="4787900"/>
          <p14:tracePt t="101559" x="2870200" y="4787900"/>
          <p14:tracePt t="101576" x="2889250" y="4787900"/>
          <p14:tracePt t="101592" x="2895600" y="4787900"/>
          <p14:tracePt t="101723" x="2889250" y="4787900"/>
          <p14:tracePt t="101737" x="2882900" y="4787900"/>
          <p14:tracePt t="101745" x="2876550" y="4787900"/>
          <p14:tracePt t="101759" x="2870200" y="4787900"/>
          <p14:tracePt t="101775" x="2844800" y="4787900"/>
          <p14:tracePt t="101792" x="2781300" y="4794250"/>
          <p14:tracePt t="101808" x="2635250" y="4826000"/>
          <p14:tracePt t="101824" x="2540000" y="4851400"/>
          <p14:tracePt t="101842" x="2324100" y="4895850"/>
          <p14:tracePt t="101858" x="2063750" y="4959350"/>
          <p14:tracePt t="101875" x="1949450" y="4991100"/>
          <p14:tracePt t="101891" x="1695450" y="5054600"/>
          <p14:tracePt t="101908" x="1498600" y="5099050"/>
          <p14:tracePt t="101925" x="1422400" y="5118100"/>
          <p14:tracePt t="101941" x="1308100" y="5143500"/>
          <p14:tracePt t="101958" x="1276350" y="5149850"/>
          <p14:tracePt t="101974" x="1263650" y="5156200"/>
          <p14:tracePt t="101991" x="1257300" y="5156200"/>
          <p14:tracePt t="102026" x="1257300" y="5162550"/>
          <p14:tracePt t="102059" x="1250950" y="5162550"/>
          <p14:tracePt t="102075" x="1244600" y="5162550"/>
          <p14:tracePt t="102088" x="1231900" y="5162550"/>
          <p14:tracePt t="102094" x="1225550" y="5162550"/>
          <p14:tracePt t="102110" x="1212850" y="5162550"/>
          <p14:tracePt t="102124" x="1193800" y="5162550"/>
          <p14:tracePt t="102141" x="1162050" y="5156200"/>
          <p14:tracePt t="102158" x="1130300" y="5156200"/>
          <p14:tracePt t="102174" x="1054100" y="5149850"/>
          <p14:tracePt t="102190" x="952500" y="5149850"/>
          <p14:tracePt t="102207" x="825500" y="5149850"/>
          <p14:tracePt t="102223" x="742950" y="5149850"/>
          <p14:tracePt t="102227" x="679450" y="5162550"/>
          <p14:tracePt t="102240" x="628650" y="5162550"/>
          <p14:tracePt t="102257" x="520700" y="5187950"/>
          <p14:tracePt t="102273" x="482600" y="5187950"/>
          <p14:tracePt t="102290" x="438150" y="5200650"/>
          <p14:tracePt t="102306" x="425450" y="5207000"/>
          <p14:tracePt t="102323" x="419100" y="5207000"/>
          <p14:tracePt t="102340" x="412750" y="5213350"/>
          <p14:tracePt t="102445" x="425450" y="5213350"/>
          <p14:tracePt t="102459" x="438150" y="5213350"/>
          <p14:tracePt t="102466" x="457200" y="5213350"/>
          <p14:tracePt t="102480" x="488950" y="5200650"/>
          <p14:tracePt t="102489" x="539750" y="5187950"/>
          <p14:tracePt t="102506" x="635000" y="5162550"/>
          <p14:tracePt t="102523" x="863600" y="5118100"/>
          <p14:tracePt t="102539" x="1206500" y="5041900"/>
          <p14:tracePt t="102556" x="1403350" y="5016500"/>
          <p14:tracePt t="102573" x="1733550" y="4984750"/>
          <p14:tracePt t="102589" x="2006600" y="4972050"/>
          <p14:tracePt t="102606" x="2184400" y="4959350"/>
          <p14:tracePt t="102622" x="2247900" y="4959350"/>
          <p14:tracePt t="102638" x="2330450" y="4953000"/>
          <p14:tracePt t="102656" x="2374900" y="4946650"/>
          <p14:tracePt t="102672" x="2387600" y="4946650"/>
          <p14:tracePt t="102689" x="2393950" y="4946650"/>
          <p14:tracePt t="102705" x="2400300" y="4946650"/>
          <p14:tracePt t="103501" x="2463800" y="4889500"/>
          <p14:tracePt t="103514" x="2540000" y="4800600"/>
          <p14:tracePt t="103522" x="2609850" y="4705350"/>
          <p14:tracePt t="103539" x="2686050" y="4610100"/>
          <p14:tracePt t="103552" x="2819400" y="4445000"/>
          <p14:tracePt t="103569" x="2882900" y="4362450"/>
          <p14:tracePt t="103586" x="2990850" y="4222750"/>
          <p14:tracePt t="103602" x="3035300" y="4140200"/>
          <p14:tracePt t="103619" x="3124200" y="3994150"/>
          <p14:tracePt t="103635" x="3200400" y="3886200"/>
          <p14:tracePt t="103652" x="3219450" y="3848100"/>
          <p14:tracePt t="103669" x="3263900" y="3759200"/>
          <p14:tracePt t="103684" x="3282950" y="3714750"/>
          <p14:tracePt t="103702" x="3282950" y="3689350"/>
          <p14:tracePt t="103719" x="3289300" y="3644900"/>
          <p14:tracePt t="103735" x="3295650" y="3613150"/>
          <p14:tracePt t="103751" x="3295650" y="3594100"/>
          <p14:tracePt t="103768" x="3295650" y="3575050"/>
          <p14:tracePt t="103785" x="3282950" y="3549650"/>
          <p14:tracePt t="103801" x="3270250" y="3536950"/>
          <p14:tracePt t="103818" x="3232150" y="3505200"/>
          <p14:tracePt t="103834" x="3187700" y="3473450"/>
          <p14:tracePt t="103852" x="3111500" y="3422650"/>
          <p14:tracePt t="103868" x="3086100" y="3409950"/>
          <p14:tracePt t="103884" x="3041650" y="3397250"/>
          <p14:tracePt t="103901" x="2901950" y="3340100"/>
          <p14:tracePt t="103918" x="2857500" y="3327400"/>
          <p14:tracePt t="103934" x="2800350" y="3314700"/>
          <p14:tracePt t="103951" x="2717800" y="3289300"/>
          <p14:tracePt t="103967" x="2654300" y="3270250"/>
          <p14:tracePt t="103985" x="2616200" y="3263900"/>
          <p14:tracePt t="104001" x="2590800" y="3244850"/>
          <p14:tracePt t="104017" x="2565400" y="3225800"/>
          <p14:tracePt t="104034" x="2546350" y="3213100"/>
          <p14:tracePt t="104050" x="2533650" y="3200400"/>
          <p14:tracePt t="104067" x="2520950" y="3194050"/>
          <p14:tracePt t="104084" x="2501900" y="3187700"/>
          <p14:tracePt t="104100" x="2489200" y="3181350"/>
          <p14:tracePt t="104118" x="2470150" y="3168650"/>
          <p14:tracePt t="104133" x="2438400" y="3155950"/>
          <p14:tracePt t="104150" x="2425700" y="3143250"/>
          <p14:tracePt t="104167" x="2387600" y="3124200"/>
          <p14:tracePt t="104183" x="2362200" y="3111500"/>
          <p14:tracePt t="104200" x="2355850" y="3105150"/>
          <p14:tracePt t="104217" x="2343150" y="3105150"/>
          <p14:tracePt t="104233" x="2343150" y="3098800"/>
          <p14:tracePt t="104250" x="2336800" y="3092450"/>
          <p14:tracePt t="104286" x="2336800" y="3086100"/>
          <p14:tracePt t="104321" x="2336800" y="3079750"/>
          <p14:tracePt t="104363" x="2343150" y="3073400"/>
          <p14:tracePt t="104391" x="2349500" y="3067050"/>
          <p14:tracePt t="104406" x="2355850" y="3067050"/>
          <p14:tracePt t="104412" x="2368550" y="3067050"/>
          <p14:tracePt t="104427" x="2374900" y="3060700"/>
          <p14:tracePt t="104436" x="2387600" y="3060700"/>
          <p14:tracePt t="104449" x="2413000" y="3041650"/>
          <p14:tracePt t="104466" x="2476500" y="3028950"/>
          <p14:tracePt t="104483" x="2559050" y="3016250"/>
          <p14:tracePt t="104499" x="2597150" y="3003550"/>
          <p14:tracePt t="104515" x="2641600" y="2997200"/>
          <p14:tracePt t="104532" x="2787650" y="2978150"/>
          <p14:tracePt t="104549" x="2838450" y="2978150"/>
          <p14:tracePt t="104566" x="2876550" y="2978150"/>
          <p14:tracePt t="104582" x="2971800" y="2978150"/>
          <p14:tracePt t="104598" x="3048000" y="2971800"/>
          <p14:tracePt t="104616" x="3079750" y="2971800"/>
          <p14:tracePt t="104632" x="3130550" y="2965450"/>
          <p14:tracePt t="104648" x="3155950" y="2959100"/>
          <p14:tracePt t="104665" x="3181350" y="2952750"/>
          <p14:tracePt t="104875" x="3181350" y="2959100"/>
          <p14:tracePt t="104924" x="3175000" y="2959100"/>
          <p14:tracePt t="104966" x="3168650" y="2959100"/>
          <p14:tracePt t="105008" x="3162300" y="2965450"/>
          <p14:tracePt t="105015" x="3155950" y="2965450"/>
          <p14:tracePt t="105022" x="3149600" y="2971800"/>
          <p14:tracePt t="105043" x="3149600" y="2978150"/>
          <p14:tracePt t="105057" x="3143250" y="2978150"/>
          <p14:tracePt t="105067" x="3136900" y="2984500"/>
          <p14:tracePt t="105080" x="3130550" y="2990850"/>
          <p14:tracePt t="105097" x="3117850" y="2997200"/>
          <p14:tracePt t="105114" x="3098800" y="3016250"/>
          <p14:tracePt t="105130" x="3086100" y="3022600"/>
          <p14:tracePt t="105147" x="3073400" y="3035300"/>
          <p14:tracePt t="105163" x="3041650" y="3060700"/>
          <p14:tracePt t="105180" x="3028950" y="3067050"/>
          <p14:tracePt t="105198" x="3016250" y="3079750"/>
          <p14:tracePt t="105214" x="3009900" y="3079750"/>
          <p14:tracePt t="105230" x="3003550" y="3086100"/>
          <p14:tracePt t="105254" x="2997200" y="3092450"/>
          <p14:tracePt t="105275" x="2997200" y="3098800"/>
          <p14:tracePt t="105295" x="2984500" y="3105150"/>
          <p14:tracePt t="105302" x="2978150" y="3105150"/>
          <p14:tracePt t="105317" x="2971800" y="3111500"/>
          <p14:tracePt t="105330" x="2959100" y="3117850"/>
          <p14:tracePt t="105346" x="2927350" y="3130550"/>
          <p14:tracePt t="105363" x="2901950" y="3143250"/>
          <p14:tracePt t="105380" x="2851150" y="3168650"/>
          <p14:tracePt t="105396" x="2794000" y="3181350"/>
          <p14:tracePt t="105412" x="2755900" y="3187700"/>
          <p14:tracePt t="105429" x="2654300" y="3213100"/>
          <p14:tracePt t="105446" x="2552700" y="3232150"/>
          <p14:tracePt t="105464" x="2457450" y="3251200"/>
          <p14:tracePt t="105479" x="2413000" y="3257550"/>
          <p14:tracePt t="105495" x="2387600" y="3257550"/>
          <p14:tracePt t="105513" x="2330450" y="3263900"/>
          <p14:tracePt t="105529" x="2317750" y="3270250"/>
          <p14:tracePt t="105546" x="2311400" y="3270250"/>
          <p14:tracePt t="105562" x="2311400" y="3276600"/>
          <p14:tracePt t="105595" x="2305050" y="3276600"/>
          <p14:tracePt t="105639" x="2305050" y="3282950"/>
          <p14:tracePt t="105828" x="2311400" y="3282950"/>
          <p14:tracePt t="105863" x="2317750" y="3282950"/>
          <p14:tracePt t="105885" x="2324100" y="3282950"/>
          <p14:tracePt t="105926" x="2330450" y="3282950"/>
          <p14:tracePt t="105934" x="2343150" y="3282950"/>
          <p14:tracePt t="105954" x="2343150" y="3276600"/>
          <p14:tracePt t="105969" x="2355850" y="3276600"/>
          <p14:tracePt t="105977" x="2368550" y="3276600"/>
          <p14:tracePt t="105994" x="2387600" y="3276600"/>
          <p14:tracePt t="106011" x="2432050" y="3270250"/>
          <p14:tracePt t="106027" x="2482850" y="3270250"/>
          <p14:tracePt t="106044" x="2501900" y="3270250"/>
          <p14:tracePt t="106060" x="2540000" y="3263900"/>
          <p14:tracePt t="106077" x="2565400" y="3263900"/>
          <p14:tracePt t="106095" x="2578100" y="3263900"/>
          <p14:tracePt t="106110" x="2590800" y="3263900"/>
          <p14:tracePt t="106144" x="2603500" y="3263900"/>
          <p14:tracePt t="106176" x="2609850" y="3263900"/>
          <p14:tracePt t="106193" x="2635250" y="3263900"/>
          <p14:tracePt t="106209" x="2673350" y="3263900"/>
          <p14:tracePt t="106227" x="2705100" y="3263900"/>
          <p14:tracePt t="106243" x="2762250" y="3263900"/>
          <p14:tracePt t="106260" x="2819400" y="3263900"/>
          <p14:tracePt t="106277" x="2851150" y="3270250"/>
          <p14:tracePt t="106293" x="2863850" y="3270250"/>
          <p14:tracePt t="106309" x="2882900" y="3270250"/>
          <p14:tracePt t="106417" x="2882900" y="3276600"/>
          <p14:tracePt t="106445" x="2882900" y="3282950"/>
          <p14:tracePt t="106466" x="2876550" y="3282950"/>
          <p14:tracePt t="106487" x="2870200" y="3289300"/>
          <p14:tracePt t="106494" x="2863850" y="3289300"/>
          <p14:tracePt t="106510" x="2857500" y="3289300"/>
          <p14:tracePt t="106515" x="2851150" y="3302000"/>
          <p14:tracePt t="106529" x="2851150" y="3308350"/>
          <p14:tracePt t="106541" x="2844800" y="3321050"/>
          <p14:tracePt t="106558" x="2813050" y="3384550"/>
          <p14:tracePt t="106575" x="2787650" y="3429000"/>
          <p14:tracePt t="106592" x="2717800" y="3556000"/>
          <p14:tracePt t="106608" x="2628900" y="3714750"/>
          <p14:tracePt t="106625" x="2571750" y="3822700"/>
          <p14:tracePt t="106642" x="2476500" y="4032250"/>
          <p14:tracePt t="106658" x="2374900" y="4241800"/>
          <p14:tracePt t="106675" x="2317750" y="4349750"/>
          <p14:tracePt t="106691" x="2247900" y="4521200"/>
          <p14:tracePt t="106708" x="2209800" y="4692650"/>
          <p14:tracePt t="106725" x="2178050" y="4775200"/>
          <p14:tracePt t="106741" x="2159000" y="4953000"/>
          <p14:tracePt t="106758" x="2146300" y="5029200"/>
          <p14:tracePt t="106775" x="2165350" y="5289550"/>
          <p14:tracePt t="106791" x="2171700" y="5391150"/>
          <p14:tracePt t="106807" x="2171700" y="5480050"/>
          <p14:tracePt t="106824" x="2159000" y="5721350"/>
          <p14:tracePt t="106841" x="2152650" y="5765800"/>
          <p14:tracePt t="106857" x="2152650" y="5791200"/>
          <p14:tracePt t="106874" x="2152650" y="5810250"/>
          <p14:tracePt t="106915" x="2152650" y="5803900"/>
          <p14:tracePt t="106957" x="2152650" y="5797550"/>
          <p14:tracePt t="106964" x="2152650" y="5791200"/>
          <p14:tracePt t="106978" x="2152650" y="5778500"/>
          <p14:tracePt t="106990" x="2165350" y="5759450"/>
          <p14:tracePt t="107007" x="2197100" y="5734050"/>
          <p14:tracePt t="107449" x="2209800" y="5734050"/>
          <p14:tracePt t="107457" x="2235200" y="5734050"/>
          <p14:tracePt t="107470" x="2260600" y="5734050"/>
          <p14:tracePt t="107478" x="2298700" y="5734050"/>
          <p14:tracePt t="107492" x="2324100" y="5727700"/>
          <p14:tracePt t="107505" x="2381250" y="5721350"/>
          <p14:tracePt t="107521" x="2482850" y="5708650"/>
          <p14:tracePt t="107538" x="2540000" y="5702300"/>
          <p14:tracePt t="107555" x="2667000" y="5670550"/>
          <p14:tracePt t="107571" x="2787650" y="5645150"/>
          <p14:tracePt t="107588" x="2844800" y="5626100"/>
          <p14:tracePt t="107605" x="2946400" y="5588000"/>
          <p14:tracePt t="107621" x="2978150" y="5568950"/>
          <p14:tracePt t="107639" x="2997200" y="5562600"/>
          <p14:tracePt t="107655" x="2997200" y="5556250"/>
          <p14:tracePt t="107723" x="2990850" y="5556250"/>
          <p14:tracePt t="107730" x="2984500" y="555625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altLang="en-US" sz="4400" dirty="0"/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731520"/>
            <a:ext cx="8839200" cy="612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class Person():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__(self, name="Bob", age=20):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5628409"/>
            <a:ext cx="742511" cy="3913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28600" y="6206836"/>
            <a:ext cx="742511" cy="42702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sz="2400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292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161"/>
    </mc:Choice>
    <mc:Fallback xmlns="">
      <p:transition spd="slow" advTm="661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328" x="4654550" y="3702050"/>
          <p14:tracePt t="2342" x="4648200" y="3702050"/>
          <p14:tracePt t="2349" x="4635500" y="3702050"/>
          <p14:tracePt t="2370" x="4622800" y="3695700"/>
          <p14:tracePt t="2384" x="4616450" y="3695700"/>
          <p14:tracePt t="2392" x="4603750" y="3689350"/>
          <p14:tracePt t="2408" x="4584700" y="3683000"/>
          <p14:tracePt t="2422" x="4559300" y="3676650"/>
          <p14:tracePt t="2439" x="4540250" y="3676650"/>
          <p14:tracePt t="2455" x="4470400" y="3663950"/>
          <p14:tracePt t="2472" x="4362450" y="3632200"/>
          <p14:tracePt t="2490" x="4229100" y="3594100"/>
          <p14:tracePt t="2505" x="4159250" y="3575050"/>
          <p14:tracePt t="2522" x="4095750" y="3556000"/>
          <p14:tracePt t="2539" x="3949700" y="3530600"/>
          <p14:tracePt t="2555" x="3816350" y="3498850"/>
          <p14:tracePt t="2572" x="3740150" y="3492500"/>
          <p14:tracePt t="2589" x="3606800" y="3460750"/>
          <p14:tracePt t="2605" x="3543300" y="3441700"/>
          <p14:tracePt t="2622" x="3441700" y="3416300"/>
          <p14:tracePt t="2638" x="3403600" y="3416300"/>
          <p14:tracePt t="2655" x="3333750" y="3403600"/>
          <p14:tracePt t="2672" x="3263900" y="3403600"/>
          <p14:tracePt t="2688" x="3232150" y="3403600"/>
          <p14:tracePt t="2705" x="3187700" y="3390900"/>
          <p14:tracePt t="2721" x="3105150" y="3397250"/>
          <p14:tracePt t="2737" x="3035300" y="3409950"/>
          <p14:tracePt t="2755" x="2997200" y="3409950"/>
          <p14:tracePt t="2771" x="2914650" y="3435350"/>
          <p14:tracePt t="2787" x="2870200" y="3454400"/>
          <p14:tracePt t="2805" x="2774950" y="3498850"/>
          <p14:tracePt t="2821" x="2717800" y="3536950"/>
          <p14:tracePt t="2838" x="2590800" y="3581400"/>
          <p14:tracePt t="2854" x="2451100" y="3663950"/>
          <p14:tracePt t="2871" x="2362200" y="3714750"/>
          <p14:tracePt t="2887" x="2317750" y="3746500"/>
          <p14:tracePt t="2904" x="2254250" y="3784600"/>
          <p14:tracePt t="2920" x="2203450" y="3822700"/>
          <p14:tracePt t="2938" x="2159000" y="3841750"/>
          <p14:tracePt t="2953" x="2139950" y="3860800"/>
          <p14:tracePt t="2970" x="2101850" y="3879850"/>
          <p14:tracePt t="2988" x="2070100" y="3892550"/>
          <p14:tracePt t="3004" x="2051050" y="3905250"/>
          <p14:tracePt t="3020" x="2032000" y="3905250"/>
          <p14:tracePt t="3036" x="2032000" y="3911600"/>
          <p14:tracePt t="3657" x="2012950" y="3917950"/>
          <p14:tracePt t="3671" x="1993900" y="3924300"/>
          <p14:tracePt t="3678" x="1968500" y="3930650"/>
          <p14:tracePt t="3692" x="1949450" y="3937000"/>
          <p14:tracePt t="3701" x="1917700" y="3956050"/>
          <p14:tracePt t="3717" x="1898650" y="3968750"/>
          <p14:tracePt t="3734" x="1854200" y="3981450"/>
          <p14:tracePt t="3751" x="1828800" y="3987800"/>
          <p14:tracePt t="3784" x="1816100" y="3994150"/>
          <p14:tracePt t="3801" x="1809750" y="3994150"/>
          <p14:tracePt t="3853" x="1803400" y="3994150"/>
          <p14:tracePt t="3959" x="1816100" y="3994150"/>
          <p14:tracePt t="3993" x="1822450" y="3994150"/>
          <p14:tracePt t="4001" x="1828800" y="3994150"/>
          <p14:tracePt t="4014" x="1847850" y="3994150"/>
          <p14:tracePt t="4021" x="1866900" y="3987800"/>
          <p14:tracePt t="4037" x="1905000" y="3987800"/>
          <p14:tracePt t="4052" x="1962150" y="3981450"/>
          <p14:tracePt t="4067" x="2038350" y="3981450"/>
          <p14:tracePt t="4083" x="2203450" y="3968750"/>
          <p14:tracePt t="4100" x="2406650" y="3968750"/>
          <p14:tracePt t="4117" x="2508250" y="3968750"/>
          <p14:tracePt t="4135" x="2698750" y="3968750"/>
          <p14:tracePt t="4150" x="2774950" y="3968750"/>
          <p14:tracePt t="4166" x="2876550" y="3968750"/>
          <p14:tracePt t="4183" x="2940050" y="3962400"/>
          <p14:tracePt t="4199" x="2959100" y="3962400"/>
          <p14:tracePt t="4216" x="2971800" y="3962400"/>
          <p14:tracePt t="4233" x="2978150" y="3956050"/>
          <p14:tracePt t="4249" x="2984500" y="3956050"/>
          <p14:tracePt t="4266" x="2990850" y="3956050"/>
          <p14:tracePt t="4282" x="2997200" y="3956050"/>
          <p14:tracePt t="4299" x="3003550" y="3949700"/>
          <p14:tracePt t="4844" x="3041650" y="3949700"/>
          <p14:tracePt t="4851" x="3098800" y="3949700"/>
          <p14:tracePt t="4867" x="3162300" y="3949700"/>
          <p14:tracePt t="4881" x="3238500" y="3949700"/>
          <p14:tracePt t="4897" x="3429000" y="3943350"/>
          <p14:tracePt t="4914" x="3676650" y="3943350"/>
          <p14:tracePt t="4930" x="3803650" y="3943350"/>
          <p14:tracePt t="4947" x="3917950" y="3930650"/>
          <p14:tracePt t="4964" x="4070350" y="3930650"/>
          <p14:tracePt t="4980" x="4127500" y="3930650"/>
          <p14:tracePt t="4997" x="4165600" y="3930650"/>
          <p14:tracePt t="5013" x="4171950" y="3930650"/>
          <p14:tracePt t="5209" x="4165600" y="3930650"/>
          <p14:tracePt t="5237" x="4159250" y="3924300"/>
          <p14:tracePt t="5259" x="4152900" y="3924300"/>
          <p14:tracePt t="5280" x="4146550" y="3917950"/>
          <p14:tracePt t="5301" x="4146550" y="3911600"/>
          <p14:tracePt t="5315" x="4146550" y="3905250"/>
          <p14:tracePt t="6042" x="4146550" y="3911600"/>
          <p14:tracePt t="6056" x="4140200" y="3924300"/>
          <p14:tracePt t="6062" x="4140200" y="3937000"/>
          <p14:tracePt t="6079" x="4133850" y="3943350"/>
          <p14:tracePt t="6112" x="4133850" y="3949700"/>
          <p14:tracePt t="6189" x="4146550" y="3949700"/>
          <p14:tracePt t="6196" x="4152900" y="3949700"/>
          <p14:tracePt t="6217" x="4159250" y="3949700"/>
          <p14:tracePt t="6226" x="4165600" y="3949700"/>
          <p14:tracePt t="6242" x="4171950" y="3949700"/>
          <p14:tracePt t="6259" x="4184650" y="3949700"/>
          <p14:tracePt t="6275" x="4191000" y="3949700"/>
          <p14:tracePt t="6292" x="4197350" y="3949700"/>
          <p14:tracePt t="6309" x="4216400" y="3949700"/>
          <p14:tracePt t="6325" x="4216400" y="3956050"/>
          <p14:tracePt t="6342" x="4229100" y="3956050"/>
          <p14:tracePt t="6359" x="4241800" y="3956050"/>
          <p14:tracePt t="6375" x="4286250" y="3956050"/>
          <p14:tracePt t="6393" x="4343400" y="3956050"/>
          <p14:tracePt t="6409" x="4381500" y="3956050"/>
          <p14:tracePt t="6425" x="4419600" y="3949700"/>
          <p14:tracePt t="6442" x="4489450" y="3949700"/>
          <p14:tracePt t="6459" x="4572000" y="3937000"/>
          <p14:tracePt t="6475" x="4597400" y="3930650"/>
          <p14:tracePt t="6492" x="4641850" y="3930650"/>
          <p14:tracePt t="6508" x="4654550" y="3930650"/>
          <p14:tracePt t="6525" x="4660900" y="3930650"/>
          <p14:tracePt t="6542" x="4667250" y="3930650"/>
          <p14:tracePt t="6616" x="4679950" y="3937000"/>
          <p14:tracePt t="6630" x="4686300" y="3943350"/>
          <p14:tracePt t="6637" x="4699000" y="3949700"/>
          <p14:tracePt t="6651" x="4724400" y="3956050"/>
          <p14:tracePt t="6660" x="4756150" y="3962400"/>
          <p14:tracePt t="6674" x="4826000" y="3981450"/>
          <p14:tracePt t="6691" x="4914900" y="4000500"/>
          <p14:tracePt t="6708" x="5143500" y="4044950"/>
          <p14:tracePt t="6724" x="5289550" y="4064000"/>
          <p14:tracePt t="6741" x="5613400" y="4089400"/>
          <p14:tracePt t="6757" x="5867400" y="4108450"/>
          <p14:tracePt t="6774" x="5969000" y="4108450"/>
          <p14:tracePt t="6790" x="6045200" y="4108450"/>
          <p14:tracePt t="6807" x="6127750" y="4108450"/>
          <p14:tracePt t="6824" x="6165850" y="4102100"/>
          <p14:tracePt t="6919" x="6159500" y="4108450"/>
          <p14:tracePt t="6933" x="6153150" y="4108450"/>
          <p14:tracePt t="6974" x="6146800" y="4108450"/>
          <p14:tracePt t="7003" x="6146800" y="4102100"/>
          <p14:tracePt t="7025" x="6146800" y="4095750"/>
          <p14:tracePt t="7045" x="6153150" y="4089400"/>
          <p14:tracePt t="7059" x="6165850" y="4089400"/>
          <p14:tracePt t="7066" x="6178550" y="4083050"/>
          <p14:tracePt t="7080" x="6203950" y="4076700"/>
          <p14:tracePt t="7094" x="6242050" y="4051300"/>
          <p14:tracePt t="7109" x="6292850" y="4032250"/>
          <p14:tracePt t="7124" x="6350000" y="4013200"/>
          <p14:tracePt t="7139" x="6426200" y="3987800"/>
          <p14:tracePt t="7157" x="6597650" y="3943350"/>
          <p14:tracePt t="7172" x="6680200" y="3917950"/>
          <p14:tracePt t="7189" x="6743700" y="3905250"/>
          <p14:tracePt t="7206" x="6800850" y="3886200"/>
          <p14:tracePt t="7222" x="6838950" y="3886200"/>
          <p14:tracePt t="7239" x="6864350" y="3886200"/>
          <p14:tracePt t="7256" x="6896100" y="3879850"/>
          <p14:tracePt t="7319" x="6870700" y="3879850"/>
          <p14:tracePt t="7325" x="6845300" y="3879850"/>
          <p14:tracePt t="7342" x="6794500" y="3886200"/>
          <p14:tracePt t="7355" x="6705600" y="3911600"/>
          <p14:tracePt t="7371" x="6464300" y="3930650"/>
          <p14:tracePt t="7389" x="6083300" y="3968750"/>
          <p14:tracePt t="7405" x="5848350" y="3968750"/>
          <p14:tracePt t="7422" x="5588000" y="3981450"/>
          <p14:tracePt t="7439" x="5111750" y="4000500"/>
          <p14:tracePt t="7454" x="4953000" y="4000500"/>
          <p14:tracePt t="7473" x="4711700" y="3994150"/>
          <p14:tracePt t="7489" x="4610100" y="3994150"/>
          <p14:tracePt t="7505" x="4591050" y="3994150"/>
          <p14:tracePt t="7522" x="4572000" y="3994150"/>
          <p14:tracePt t="7564" x="4584700" y="3987800"/>
          <p14:tracePt t="7573" x="4603750" y="3987800"/>
          <p14:tracePt t="7585" x="4622800" y="3987800"/>
          <p14:tracePt t="7592" x="4660900" y="3981450"/>
          <p14:tracePt t="7608" x="4718050" y="3981450"/>
          <p14:tracePt t="7621" x="4819650" y="3981450"/>
          <p14:tracePt t="7638" x="4921250" y="3981450"/>
          <p14:tracePt t="7655" x="5308600" y="3981450"/>
          <p14:tracePt t="7670" x="5829300" y="4000500"/>
          <p14:tracePt t="7687" x="6070600" y="4013200"/>
          <p14:tracePt t="7705" x="6413500" y="4006850"/>
          <p14:tracePt t="7721" x="6578600" y="3994150"/>
          <p14:tracePt t="7737" x="6616700" y="3994150"/>
          <p14:tracePt t="7755" x="6642100" y="3981450"/>
          <p14:tracePt t="7770" x="6648450" y="3981450"/>
          <p14:tracePt t="7831" x="6642100" y="3981450"/>
          <p14:tracePt t="8132" x="6635750" y="3981450"/>
          <p14:tracePt t="8167" x="6629400" y="3987800"/>
          <p14:tracePt t="8189" x="6623050" y="3987800"/>
          <p14:tracePt t="8564" x="6546850" y="3987800"/>
          <p14:tracePt t="8578" x="6445250" y="3987800"/>
          <p14:tracePt t="8587" x="6318250" y="3987800"/>
          <p14:tracePt t="8601" x="6178550" y="3987800"/>
          <p14:tracePt t="8617" x="6019800" y="4000500"/>
          <p14:tracePt t="8634" x="5651500" y="4013200"/>
          <p14:tracePt t="8651" x="5441950" y="4013200"/>
          <p14:tracePt t="8667" x="4933950" y="4057650"/>
          <p14:tracePt t="8684" x="4445000" y="4095750"/>
          <p14:tracePt t="8701" x="4229100" y="4127500"/>
          <p14:tracePt t="8718" x="3765550" y="4165600"/>
          <p14:tracePt t="8733" x="3416300" y="4178300"/>
          <p14:tracePt t="8750" x="3257550" y="4203700"/>
          <p14:tracePt t="8767" x="2838450" y="4222750"/>
          <p14:tracePt t="8783" x="2736850" y="4222750"/>
          <p14:tracePt t="8800" x="2597150" y="4235450"/>
          <p14:tracePt t="8817" x="2400300" y="4254500"/>
          <p14:tracePt t="8833" x="2362200" y="4260850"/>
          <p14:tracePt t="8850" x="2324100" y="4260850"/>
          <p14:tracePt t="8867" x="2228850" y="4260850"/>
          <p14:tracePt t="8883" x="2197100" y="4267200"/>
          <p14:tracePt t="8900" x="2190750" y="4286250"/>
          <p14:tracePt t="8916" x="2190750" y="4292600"/>
          <p14:tracePt t="8933" x="2190750" y="4305300"/>
          <p14:tracePt t="8950" x="2190750" y="4318000"/>
          <p14:tracePt t="9347" x="2070100" y="4305300"/>
          <p14:tracePt t="9354" x="1898650" y="4279900"/>
          <p14:tracePt t="9368" x="1720850" y="4241800"/>
          <p14:tracePt t="9382" x="1549400" y="4216400"/>
          <p14:tracePt t="9398" x="1149350" y="4203700"/>
          <p14:tracePt t="9415" x="1016000" y="4203700"/>
          <p14:tracePt t="9431" x="819150" y="4184650"/>
          <p14:tracePt t="9448" x="742950" y="4184650"/>
          <p14:tracePt t="9465" x="603250" y="4184650"/>
          <p14:tracePt t="9481" x="527050" y="4184650"/>
          <p14:tracePt t="9498" x="508000" y="4184650"/>
          <p14:tracePt t="9515" x="469900" y="4184650"/>
          <p14:tracePt t="9531" x="444500" y="4184650"/>
          <p14:tracePt t="9548" x="431800" y="4184650"/>
          <p14:tracePt t="9551" x="419100" y="4184650"/>
          <p14:tracePt t="9567" x="412750" y="4184650"/>
          <p14:tracePt t="9581" x="406400" y="4184650"/>
          <p14:tracePt t="9598" x="387350" y="4191000"/>
          <p14:tracePt t="9614" x="381000" y="4191000"/>
          <p14:tracePt t="9630" x="374650" y="4197350"/>
          <p14:tracePt t="9664" x="368300" y="4197350"/>
          <p14:tracePt t="9691" x="361950" y="4197350"/>
          <p14:tracePt t="9782" x="361950" y="4203700"/>
          <p14:tracePt t="9817" x="368300" y="4203700"/>
          <p14:tracePt t="9824" x="374650" y="4203700"/>
          <p14:tracePt t="9838" x="381000" y="4203700"/>
          <p14:tracePt t="9846" x="393700" y="4203700"/>
          <p14:tracePt t="9863" x="419100" y="4203700"/>
          <p14:tracePt t="9880" x="508000" y="4210050"/>
          <p14:tracePt t="9896" x="571500" y="4210050"/>
          <p14:tracePt t="9913" x="660400" y="4210050"/>
          <p14:tracePt t="9929" x="863600" y="4216400"/>
          <p14:tracePt t="9946" x="1130300" y="4216400"/>
          <p14:tracePt t="9963" x="1289050" y="4210050"/>
          <p14:tracePt t="9979" x="1581150" y="4203700"/>
          <p14:tracePt t="9996" x="1746250" y="4191000"/>
          <p14:tracePt t="10013" x="2152650" y="4165600"/>
          <p14:tracePt t="10029" x="2470150" y="4152900"/>
          <p14:tracePt t="10046" x="2635250" y="4140200"/>
          <p14:tracePt t="10063" x="2959100" y="4146550"/>
          <p14:tracePt t="10079" x="3079750" y="4146550"/>
          <p14:tracePt t="10096" x="3295650" y="4140200"/>
          <p14:tracePt t="10112" x="3467100" y="4146550"/>
          <p14:tracePt t="10129" x="3530600" y="4146550"/>
          <p14:tracePt t="10146" x="3581400" y="4146550"/>
          <p14:tracePt t="10162" x="3683000" y="4152900"/>
          <p14:tracePt t="10179" x="3746500" y="4159250"/>
          <p14:tracePt t="10196" x="3765550" y="4159250"/>
          <p14:tracePt t="10212" x="3771900" y="4159250"/>
          <p14:tracePt t="10229" x="3778250" y="4159250"/>
          <p14:tracePt t="10245" x="3784600" y="4165600"/>
          <p14:tracePt t="10287" x="3784600" y="4171950"/>
          <p14:tracePt t="10336" x="3778250" y="4171950"/>
          <p14:tracePt t="10357" x="3771900" y="4171950"/>
          <p14:tracePt t="10379" x="3765550" y="4171950"/>
          <p14:tracePt t="10392" x="3752850" y="4178300"/>
          <p14:tracePt t="10399" x="3746500" y="4178300"/>
          <p14:tracePt t="10414" x="3733800" y="4178300"/>
          <p14:tracePt t="10430" x="3708400" y="4178300"/>
          <p14:tracePt t="10445" x="3670300" y="4178300"/>
          <p14:tracePt t="10461" x="3524250" y="4171950"/>
          <p14:tracePt t="10477" x="3282950" y="4152900"/>
          <p14:tracePt t="10494" x="3124200" y="4133850"/>
          <p14:tracePt t="10512" x="2768600" y="4108450"/>
          <p14:tracePt t="10527" x="2578100" y="4083050"/>
          <p14:tracePt t="10544" x="2222500" y="4057650"/>
          <p14:tracePt t="10561" x="1955800" y="4032250"/>
          <p14:tracePt t="10577" x="1828800" y="4032250"/>
          <p14:tracePt t="10581" x="1727200" y="4032250"/>
          <p14:tracePt t="10611" x="1549400" y="4032250"/>
          <p14:tracePt t="10628" x="1473200" y="4038600"/>
          <p14:tracePt t="10644" x="1295400" y="4057650"/>
          <p14:tracePt t="10660" x="1123950" y="4089400"/>
          <p14:tracePt t="10677" x="1060450" y="4095750"/>
          <p14:tracePt t="10694" x="939800" y="4127500"/>
          <p14:tracePt t="10710" x="882650" y="4133850"/>
          <p14:tracePt t="10727" x="806450" y="4140200"/>
          <p14:tracePt t="10744" x="768350" y="4146550"/>
          <p14:tracePt t="10777" x="762000" y="4146550"/>
          <p14:tracePt t="10793" x="755650" y="4152900"/>
          <p14:tracePt t="10876" x="755650" y="4159250"/>
          <p14:tracePt t="10919" x="768350" y="4159250"/>
          <p14:tracePt t="10926" x="774700" y="4159250"/>
          <p14:tracePt t="10939" x="800100" y="4165600"/>
          <p14:tracePt t="10947" x="857250" y="4184650"/>
          <p14:tracePt t="10962" x="952500" y="4203700"/>
          <p14:tracePt t="10976" x="1079500" y="4216400"/>
          <p14:tracePt t="10992" x="1238250" y="4248150"/>
          <p14:tracePt t="11010" x="1727200" y="4292600"/>
          <p14:tracePt t="11026" x="2317750" y="4356100"/>
          <p14:tracePt t="11042" x="2584450" y="4368800"/>
          <p14:tracePt t="11060" x="2959100" y="4375150"/>
          <p14:tracePt t="11075" x="3117850" y="4375150"/>
          <p14:tracePt t="11092" x="3308350" y="4356100"/>
          <p14:tracePt t="11109" x="3403600" y="4349750"/>
          <p14:tracePt t="11126" x="3422650" y="4349750"/>
          <p14:tracePt t="11143" x="3429000" y="4343400"/>
          <p14:tracePt t="11185" x="3422650" y="4343400"/>
          <p14:tracePt t="11199" x="3416300" y="4343400"/>
          <p14:tracePt t="11220" x="3416300" y="4337050"/>
          <p14:tracePt t="11228" x="3409950" y="4337050"/>
          <p14:tracePt t="11248" x="3403600" y="4337050"/>
          <p14:tracePt t="11270" x="3390900" y="4337050"/>
          <p14:tracePt t="11290" x="3384550" y="4330700"/>
          <p14:tracePt t="11304" x="3378200" y="4330700"/>
          <p14:tracePt t="11311" x="3371850" y="4330700"/>
          <p14:tracePt t="11333" x="3352800" y="4324350"/>
          <p14:tracePt t="11347" x="3321050" y="4318000"/>
          <p14:tracePt t="11358" x="3289300" y="4311650"/>
          <p14:tracePt t="11375" x="3238500" y="4292600"/>
          <p14:tracePt t="11391" x="3092450" y="4260850"/>
          <p14:tracePt t="11408" x="3003550" y="4254500"/>
          <p14:tracePt t="11425" x="2806700" y="4210050"/>
          <p14:tracePt t="11441" x="2730500" y="4191000"/>
          <p14:tracePt t="11458" x="2559050" y="4152900"/>
          <p14:tracePt t="11474" x="2400300" y="4114800"/>
          <p14:tracePt t="11490" x="2311400" y="4089400"/>
          <p14:tracePt t="11508" x="2152650" y="4051300"/>
          <p14:tracePt t="11524" x="2076450" y="4032250"/>
          <p14:tracePt t="11541" x="1993900" y="4013200"/>
          <p14:tracePt t="11558" x="1835150" y="3981450"/>
          <p14:tracePt t="11574" x="1714500" y="3956050"/>
          <p14:tracePt t="11590" x="1676400" y="3949700"/>
          <p14:tracePt t="11607" x="1612900" y="3937000"/>
          <p14:tracePt t="11624" x="1600200" y="3937000"/>
          <p14:tracePt t="11641" x="1593850" y="3937000"/>
          <p14:tracePt t="11658" x="1587500" y="3937000"/>
          <p14:tracePt t="12034" x="1593850" y="3937000"/>
          <p14:tracePt t="12133" x="1593850" y="3930650"/>
          <p14:tracePt t="12161" x="1593850" y="3924300"/>
          <p14:tracePt t="12231" x="1593850" y="3917950"/>
          <p14:tracePt t="12273" x="1593850" y="3911600"/>
          <p14:tracePt t="12288" x="1593850" y="3905250"/>
          <p14:tracePt t="12322" x="1587500" y="3898900"/>
          <p14:tracePt t="12371" x="1581150" y="3898900"/>
          <p14:tracePt t="12392" x="1574800" y="3892550"/>
          <p14:tracePt t="12406" x="1574800" y="3886200"/>
          <p14:tracePt t="12413" x="1568450" y="3886200"/>
          <p14:tracePt t="12427" x="1562100" y="3879850"/>
          <p14:tracePt t="12448" x="1562100" y="3873500"/>
          <p14:tracePt t="12462" x="1562100" y="3867150"/>
          <p14:tracePt t="12471" x="1555750" y="3867150"/>
          <p14:tracePt t="12491" x="1555750" y="3860800"/>
          <p14:tracePt t="12507" x="1549400" y="3860800"/>
          <p14:tracePt t="12520" x="1543050" y="3854450"/>
          <p14:tracePt t="12537" x="1536700" y="3854450"/>
          <p14:tracePt t="12556" x="1536700" y="3848100"/>
          <p14:tracePt t="12570" x="1530350" y="3841750"/>
          <p14:tracePt t="12588" x="1524000" y="3841750"/>
          <p14:tracePt t="12604" x="1517650" y="3835400"/>
          <p14:tracePt t="12620" x="1492250" y="3822700"/>
          <p14:tracePt t="12637" x="1454150" y="3803650"/>
          <p14:tracePt t="12653" x="1416050" y="3784600"/>
          <p14:tracePt t="12670" x="1384300" y="3778250"/>
          <p14:tracePt t="12687" x="1333500" y="3759200"/>
          <p14:tracePt t="12704" x="1282700" y="3746500"/>
          <p14:tracePt t="12720" x="1263650" y="3740150"/>
          <p14:tracePt t="12737" x="1225550" y="3727450"/>
          <p14:tracePt t="12753" x="1181100" y="3714750"/>
          <p14:tracePt t="12771" x="1168400" y="3708400"/>
          <p14:tracePt t="12786" x="1149350" y="3708400"/>
          <p14:tracePt t="12803" x="1130300" y="3708400"/>
          <p14:tracePt t="12836" x="1117600" y="3708400"/>
          <p14:tracePt t="12852" x="1111250" y="3708400"/>
          <p14:tracePt t="12870" x="1098550" y="3708400"/>
          <p14:tracePt t="12886" x="1085850" y="3708400"/>
          <p14:tracePt t="12903" x="1079500" y="3708400"/>
          <p14:tracePt t="12919" x="1073150" y="3708400"/>
          <p14:tracePt t="12975" x="1066800" y="3708400"/>
          <p14:tracePt t="12981" x="1060450" y="3708400"/>
          <p14:tracePt t="13009" x="1054100" y="3714750"/>
          <p14:tracePt t="13031" x="1047750" y="3714750"/>
          <p14:tracePt t="13045" x="1047750" y="3721100"/>
          <p14:tracePt t="13053" x="1041400" y="3721100"/>
          <p14:tracePt t="13080" x="1035050" y="3727450"/>
          <p14:tracePt t="13093" x="1028700" y="3727450"/>
          <p14:tracePt t="13101" x="1022350" y="3733800"/>
          <p14:tracePt t="13122" x="1016000" y="3733800"/>
          <p14:tracePt t="13129" x="1009650" y="3740150"/>
          <p14:tracePt t="13143" x="1003300" y="3740150"/>
          <p14:tracePt t="13171" x="996950" y="3740150"/>
          <p14:tracePt t="13178" x="990600" y="3746500"/>
          <p14:tracePt t="13192" x="977900" y="3752850"/>
          <p14:tracePt t="13201" x="965200" y="3759200"/>
          <p14:tracePt t="13218" x="958850" y="3765550"/>
          <p14:tracePt t="13235" x="927100" y="3778250"/>
          <p14:tracePt t="13251" x="908050" y="3790950"/>
          <p14:tracePt t="13269" x="895350" y="3803650"/>
          <p14:tracePt t="13284" x="876300" y="3810000"/>
          <p14:tracePt t="13301" x="869950" y="3816350"/>
          <p14:tracePt t="13318" x="863600" y="3822700"/>
          <p14:tracePt t="13340" x="857250" y="3822700"/>
          <p14:tracePt t="13361" x="857250" y="3829050"/>
          <p14:tracePt t="13370" x="850900" y="3835400"/>
          <p14:tracePt t="13431" x="850900" y="3841750"/>
          <p14:tracePt t="13529" x="844550" y="3841750"/>
          <p14:tracePt t="13571" x="850900" y="3841750"/>
          <p14:tracePt t="13592" x="857250" y="3841750"/>
          <p14:tracePt t="13613" x="863600" y="3841750"/>
          <p14:tracePt t="13619" x="869950" y="3841750"/>
          <p14:tracePt t="13636" x="882650" y="3841750"/>
          <p14:tracePt t="13650" x="901700" y="3841750"/>
          <p14:tracePt t="13667" x="958850" y="3841750"/>
          <p14:tracePt t="13684" x="1054100" y="3841750"/>
          <p14:tracePt t="13700" x="1104900" y="3841750"/>
          <p14:tracePt t="13717" x="1206500" y="3841750"/>
          <p14:tracePt t="13733" x="1301750" y="3841750"/>
          <p14:tracePt t="13750" x="1339850" y="3841750"/>
          <p14:tracePt t="13767" x="1390650" y="3841750"/>
          <p14:tracePt t="13782" x="1416050" y="3841750"/>
          <p14:tracePt t="13817" x="1428750" y="3841750"/>
          <p14:tracePt t="13833" x="1435100" y="3841750"/>
          <p14:tracePt t="13901" x="1428750" y="3841750"/>
          <p14:tracePt t="13936" x="1422400" y="3841750"/>
          <p14:tracePt t="13971" x="1416050" y="3841750"/>
          <p14:tracePt t="14013" x="1409700" y="3835400"/>
          <p14:tracePt t="14027" x="1403350" y="3835400"/>
          <p14:tracePt t="14035" x="1397000" y="3829050"/>
          <p14:tracePt t="14048" x="1390650" y="3829050"/>
          <p14:tracePt t="14065" x="1358900" y="3816350"/>
          <p14:tracePt t="14082" x="1339850" y="3803650"/>
          <p14:tracePt t="14099" x="1257300" y="3778250"/>
          <p14:tracePt t="14115" x="1168400" y="3740150"/>
          <p14:tracePt t="14133" x="1085850" y="3708400"/>
          <p14:tracePt t="14149" x="1041400" y="3695700"/>
          <p14:tracePt t="14165" x="1016000" y="3689350"/>
          <p14:tracePt t="14182" x="939800" y="3676650"/>
          <p14:tracePt t="14198" x="927100" y="3676650"/>
          <p14:tracePt t="14231" x="908050" y="3676650"/>
          <p14:tracePt t="14248" x="895350" y="3683000"/>
          <p14:tracePt t="14265" x="876300" y="3695700"/>
          <p14:tracePt t="14298" x="863600" y="3702050"/>
          <p14:tracePt t="14315" x="844550" y="3721100"/>
          <p14:tracePt t="14331" x="831850" y="3727450"/>
          <p14:tracePt t="14348" x="800100" y="3746500"/>
          <p14:tracePt t="14365" x="781050" y="3752850"/>
          <p14:tracePt t="14381" x="774700" y="3759200"/>
          <p14:tracePt t="14397" x="768350" y="3765550"/>
          <p14:tracePt t="14415" x="768350" y="3771900"/>
          <p14:tracePt t="14974" x="762000" y="3778250"/>
          <p14:tracePt t="15051" x="762000" y="3784600"/>
          <p14:tracePt t="15108" x="755650" y="3784600"/>
          <p14:tracePt t="15714" x="762000" y="3797300"/>
          <p14:tracePt t="15728" x="768350" y="3810000"/>
          <p14:tracePt t="15735" x="787400" y="3822700"/>
          <p14:tracePt t="15749" x="812800" y="3841750"/>
          <p14:tracePt t="15759" x="831850" y="3848100"/>
          <p14:tracePt t="15776" x="850900" y="3854450"/>
          <p14:tracePt t="15792" x="876300" y="3867150"/>
          <p14:tracePt t="15809" x="901700" y="3879850"/>
          <p14:tracePt t="15827" x="914400" y="3892550"/>
          <p14:tracePt t="15842" x="920750" y="3892550"/>
          <p14:tracePt t="15859" x="927100" y="3898900"/>
          <p14:tracePt t="15876" x="933450" y="3898900"/>
          <p14:tracePt t="15892" x="939800" y="3898900"/>
          <p14:tracePt t="15932" x="946150" y="3898900"/>
          <p14:tracePt t="15960" x="952500" y="3898900"/>
          <p14:tracePt t="15987" x="958850" y="3898900"/>
          <p14:tracePt t="16016" x="965200" y="3898900"/>
          <p14:tracePt t="16037" x="971550" y="3898900"/>
          <p14:tracePt t="16079" x="977900" y="3898900"/>
          <p14:tracePt t="16107" x="984250" y="3898900"/>
          <p14:tracePt t="16128" x="996950" y="3898900"/>
          <p14:tracePt t="16149" x="1003300" y="3898900"/>
          <p14:tracePt t="16177" x="1009650" y="3898900"/>
          <p14:tracePt t="16227" x="1016000" y="3898900"/>
          <p14:tracePt t="16248" x="1022350" y="3898900"/>
          <p14:tracePt t="16269" x="1028700" y="3898900"/>
          <p14:tracePt t="16332" x="1035050" y="3898900"/>
          <p14:tracePt t="16388" x="1041400" y="3898900"/>
          <p14:tracePt t="16423" x="1047750" y="3898900"/>
          <p14:tracePt t="16493" x="1054100" y="3898900"/>
          <p14:tracePt t="16542" x="1060450" y="3898900"/>
          <p14:tracePt t="16598" x="1066800" y="3898900"/>
          <p14:tracePt t="16641" x="1073150" y="3898900"/>
          <p14:tracePt t="16682" x="1079500" y="3898900"/>
          <p14:tracePt t="16718" x="1085850" y="3898900"/>
          <p14:tracePt t="16788" x="1092200" y="3898900"/>
          <p14:tracePt t="16851" x="1098550" y="3898900"/>
          <p14:tracePt t="16857" x="1104900" y="3898900"/>
          <p14:tracePt t="16900" x="1117600" y="3898900"/>
          <p14:tracePt t="16921" x="1123950" y="3898900"/>
          <p14:tracePt t="16949" x="1130300" y="3898900"/>
          <p14:tracePt t="16963" x="1136650" y="3898900"/>
          <p14:tracePt t="16984" x="1143000" y="3898900"/>
          <p14:tracePt t="16991" x="1149350" y="3898900"/>
          <p14:tracePt t="17007" x="1155700" y="3898900"/>
          <p14:tracePt t="17012" x="1162050" y="3898900"/>
          <p14:tracePt t="17021" x="1168400" y="3898900"/>
          <p14:tracePt t="17062" x="1181100" y="3898900"/>
          <p14:tracePt t="17089" x="1193800" y="3898900"/>
          <p14:tracePt t="17111" x="1200150" y="3898900"/>
          <p14:tracePt t="17132" x="1206500" y="3898900"/>
          <p14:tracePt t="17152" x="1212850" y="3898900"/>
          <p14:tracePt t="17202" x="1225550" y="3898900"/>
          <p14:tracePt t="17230" x="1231900" y="3898900"/>
          <p14:tracePt t="17251" x="1238250" y="3898900"/>
          <p14:tracePt t="17279" x="1244600" y="3898900"/>
          <p14:tracePt t="17335" x="1250950" y="3898900"/>
          <p14:tracePt t="17342" x="1257300" y="3898900"/>
          <p14:tracePt t="17391" x="1263650" y="3898900"/>
          <p14:tracePt t="17412" x="1270000" y="3898900"/>
          <p14:tracePt t="17420" x="1276350" y="3898900"/>
          <p14:tracePt t="17476" x="1282700" y="3898900"/>
          <p14:tracePt t="17497" x="1295400" y="3898900"/>
          <p14:tracePt t="17518" x="1308100" y="3898900"/>
          <p14:tracePt t="17539" x="1320800" y="3898900"/>
          <p14:tracePt t="17552" x="1339850" y="3898900"/>
          <p14:tracePt t="17560" x="1352550" y="3898900"/>
          <p14:tracePt t="17574" x="1377950" y="3911600"/>
          <p14:tracePt t="17587" x="1397000" y="3911600"/>
          <p14:tracePt t="17603" x="1435100" y="3911600"/>
          <p14:tracePt t="17620" x="1454150" y="3911600"/>
          <p14:tracePt t="17637" x="1492250" y="3911600"/>
          <p14:tracePt t="17670" x="1498600" y="3911600"/>
          <p14:tracePt t="17686" x="1511300" y="3911600"/>
          <p14:tracePt t="17703" x="1517650" y="3911600"/>
          <p14:tracePt t="17826" x="1511300" y="3911600"/>
          <p14:tracePt t="17853" x="1504950" y="3911600"/>
          <p14:tracePt t="18407" x="1511300" y="3911600"/>
          <p14:tracePt t="18414" x="1543050" y="3911600"/>
          <p14:tracePt t="18428" x="1581150" y="3905250"/>
          <p14:tracePt t="18436" x="1619250" y="3905250"/>
          <p14:tracePt t="18450" x="1657350" y="3905250"/>
          <p14:tracePt t="18467" x="1727200" y="3905250"/>
          <p14:tracePt t="18484" x="1784350" y="3898900"/>
          <p14:tracePt t="18500" x="1809750" y="3898900"/>
          <p14:tracePt t="18516" x="1866900" y="3898900"/>
          <p14:tracePt t="18533" x="1917700" y="3898900"/>
          <p14:tracePt t="18550" x="1936750" y="3892550"/>
          <p14:tracePt t="18567" x="1955800" y="3892550"/>
          <p14:tracePt t="18584" x="2012950" y="3892550"/>
          <p14:tracePt t="18600" x="2019300" y="3892550"/>
          <p14:tracePt t="18617" x="2038350" y="3892550"/>
          <p14:tracePt t="18633" x="2044700" y="3892550"/>
          <p14:tracePt t="18649" x="2057400" y="3892550"/>
          <p14:tracePt t="18667" x="2063750" y="3892550"/>
          <p14:tracePt t="18683" x="2070100" y="3898900"/>
          <p14:tracePt t="19115" x="2063750" y="3898900"/>
          <p14:tracePt t="19157" x="2057400" y="3898900"/>
          <p14:tracePt t="19438" x="2057400" y="3892550"/>
          <p14:tracePt t="19487" x="2063750" y="3886200"/>
          <p14:tracePt t="19775" x="2057400" y="3892550"/>
          <p14:tracePt t="19859" x="2051050" y="3898900"/>
          <p14:tracePt t="19936" x="2044700" y="3898900"/>
          <p14:tracePt t="19992" x="2038350" y="3905250"/>
          <p14:tracePt t="20077" x="2032000" y="3905250"/>
          <p14:tracePt t="20878" x="2025650" y="3905250"/>
          <p14:tracePt t="20899" x="2019300" y="3911600"/>
          <p14:tracePt t="20920" x="2019300" y="3917950"/>
          <p14:tracePt t="20955" x="2012950" y="3924300"/>
          <p14:tracePt t="20983" x="2006600" y="3930650"/>
          <p14:tracePt t="21032" x="2006600" y="3937000"/>
          <p14:tracePt t="21159" x="2000250" y="3943350"/>
          <p14:tracePt t="21256" x="2000250" y="3949700"/>
          <p14:tracePt t="21299" x="2000250" y="3956050"/>
          <p14:tracePt t="21306" x="2000250" y="3962400"/>
          <p14:tracePt t="21327" x="2000250" y="3975100"/>
          <p14:tracePt t="21342" x="2000250" y="3981450"/>
          <p14:tracePt t="21369" x="2006600" y="3994150"/>
          <p14:tracePt t="21404" x="2006600" y="4000500"/>
          <p14:tracePt t="21425" x="2012950" y="4006850"/>
          <p14:tracePt t="21439" x="2012950" y="4013200"/>
          <p14:tracePt t="21446" x="2012950" y="4019550"/>
          <p14:tracePt t="21467" x="2012950" y="4025900"/>
          <p14:tracePt t="21488" x="2012950" y="4032250"/>
          <p14:tracePt t="21502" x="2019300" y="4032250"/>
          <p14:tracePt t="21531" x="2019300" y="4044950"/>
          <p14:tracePt t="21552" x="2019300" y="4051300"/>
          <p14:tracePt t="21574" x="2025650" y="4057650"/>
          <p14:tracePt t="21615" x="2025650" y="4064000"/>
          <p14:tracePt t="21643" x="2025650" y="4070350"/>
          <p14:tracePt t="21692" x="2025650" y="4076700"/>
          <p14:tracePt t="21713" x="2025650" y="4083050"/>
          <p14:tracePt t="21734" x="2025650" y="4089400"/>
          <p14:tracePt t="21755" x="2025650" y="4095750"/>
          <p14:tracePt t="21790" x="2025650" y="4102100"/>
          <p14:tracePt t="21917" x="2025650" y="4114800"/>
          <p14:tracePt t="21951" x="2025650" y="4121150"/>
          <p14:tracePt t="21959" x="2025650" y="4127500"/>
          <p14:tracePt t="21974" x="2025650" y="4133850"/>
          <p14:tracePt t="21988" x="2025650" y="4140200"/>
          <p14:tracePt t="22005" x="2025650" y="4146550"/>
          <p14:tracePt t="22024" x="2025650" y="4152900"/>
          <p14:tracePt t="22038" x="2025650" y="4159250"/>
          <p14:tracePt t="22057" x="2025650" y="4165600"/>
          <p14:tracePt t="22073" x="2025650" y="4171950"/>
          <p14:tracePt t="22088" x="2025650" y="4178300"/>
          <p14:tracePt t="22105" x="2025650" y="4184650"/>
          <p14:tracePt t="22141" x="2025650" y="4191000"/>
          <p14:tracePt t="22176" x="2025650" y="4197350"/>
          <p14:tracePt t="22218" x="2025650" y="4203700"/>
          <p14:tracePt t="22260" x="2025650" y="4210050"/>
          <p14:tracePt t="22274" x="2025650" y="4216400"/>
          <p14:tracePt t="22281" x="2025650" y="4222750"/>
          <p14:tracePt t="22323" x="2025650" y="4229100"/>
          <p14:tracePt t="22359" x="2025650" y="4235450"/>
          <p14:tracePt t="22401" x="2025650" y="4241800"/>
          <p14:tracePt t="22443" x="2025650" y="4248150"/>
          <p14:tracePt t="22457" x="2025650" y="4254500"/>
          <p14:tracePt t="22478" x="2025650" y="4260850"/>
          <p14:tracePt t="22499" x="2025650" y="4267200"/>
          <p14:tracePt t="22521" x="2025650" y="4273550"/>
          <p14:tracePt t="22527" x="2025650" y="4279900"/>
          <p14:tracePt t="22555" x="2025650" y="4286250"/>
          <p14:tracePt t="22562" x="2025650" y="4292600"/>
          <p14:tracePt t="22583" x="2025650" y="4298950"/>
          <p14:tracePt t="22625" x="2025650" y="4305300"/>
          <p14:tracePt t="22667" x="2025650" y="4311650"/>
          <p14:tracePt t="22702" x="2025650" y="4318000"/>
          <p14:tracePt t="22738" x="2025650" y="4324350"/>
          <p14:tracePt t="22744" x="2025650" y="4330700"/>
          <p14:tracePt t="22794" x="2025650" y="4337050"/>
          <p14:tracePt t="22913" x="2025650" y="4343400"/>
          <p14:tracePt t="22948" x="2025650" y="4349750"/>
          <p14:tracePt t="22955" x="2025650" y="4356100"/>
          <p14:tracePt t="22983" x="2025650" y="4362450"/>
          <p14:tracePt t="23018" x="2032000" y="4368800"/>
          <p14:tracePt t="23046" x="2038350" y="4368800"/>
          <p14:tracePt t="23068" x="2038350" y="4375150"/>
          <p14:tracePt t="23088" x="2038350" y="4381500"/>
          <p14:tracePt t="23109" x="2044700" y="4387850"/>
          <p14:tracePt t="23130" x="2051050" y="4394200"/>
          <p14:tracePt t="23159" x="2051050" y="4400550"/>
          <p14:tracePt t="23165" x="2051050" y="4406900"/>
          <p14:tracePt t="23187" x="2057400" y="4406900"/>
          <p14:tracePt t="23202" x="2063750" y="4413250"/>
          <p14:tracePt t="23207" x="2063750" y="4419600"/>
          <p14:tracePt t="23222" x="2070100" y="4425950"/>
          <p14:tracePt t="23233" x="2070100" y="4432300"/>
          <p14:tracePt t="23250" x="2076450" y="4451350"/>
          <p14:tracePt t="23267" x="2076450" y="4464050"/>
          <p14:tracePt t="23284" x="2089150" y="4483100"/>
          <p14:tracePt t="23300" x="2101850" y="4514850"/>
          <p14:tracePt t="23317" x="2108200" y="4546600"/>
          <p14:tracePt t="23334" x="2120900" y="4572000"/>
          <p14:tracePt t="23350" x="2127250" y="4584700"/>
          <p14:tracePt t="23366" x="2127250" y="4591050"/>
          <p14:tracePt t="23383" x="2133600" y="4603750"/>
          <p14:tracePt t="23416" x="2133600" y="4610100"/>
          <p14:tracePt t="23433" x="2139950" y="4610100"/>
          <p14:tracePt t="23449" x="2146300" y="4616450"/>
          <p14:tracePt t="23467" x="2152650" y="4616450"/>
          <p14:tracePt t="23482" x="2159000" y="4622800"/>
          <p14:tracePt t="23499" x="2165350" y="4635500"/>
          <p14:tracePt t="23532" x="2171700" y="4641850"/>
          <p14:tracePt t="23552" x="2178050" y="4641850"/>
          <p14:tracePt t="23573" x="2178050" y="4648200"/>
          <p14:tracePt t="23594" x="2184400" y="4648200"/>
          <p14:tracePt t="23616" x="2190750" y="4648200"/>
          <p14:tracePt t="23650" x="2197100" y="4654550"/>
          <p14:tracePt t="23924" x="2203450" y="4654550"/>
          <p14:tracePt t="23959" x="2209800" y="4654550"/>
          <p14:tracePt t="23973" x="2216150" y="4654550"/>
          <p14:tracePt t="24001" x="2222500" y="4654550"/>
          <p14:tracePt t="24022" x="2228850" y="4654550"/>
          <p14:tracePt t="24036" x="2235200" y="4654550"/>
          <p14:tracePt t="24078" x="2241550" y="4654550"/>
          <p14:tracePt t="24141" x="2247900" y="4654550"/>
          <p14:tracePt t="24176" x="2254250" y="4648200"/>
          <p14:tracePt t="24225" x="2247900" y="4648200"/>
          <p14:tracePt t="24260" x="2241550" y="4648200"/>
          <p14:tracePt t="24281" x="2235200" y="4648200"/>
          <p14:tracePt t="24289" x="2228850" y="4648200"/>
          <p14:tracePt t="24324" x="2222500" y="4648200"/>
          <p14:tracePt t="24345" x="2216150" y="4648200"/>
          <p14:tracePt t="24365" x="2209800" y="4648200"/>
          <p14:tracePt t="24401" x="2209800" y="4654550"/>
          <p14:tracePt t="24450" x="2209800" y="4660900"/>
          <p14:tracePt t="24520" x="2222500" y="4660900"/>
          <p14:tracePt t="24548" x="2228850" y="4660900"/>
          <p14:tracePt t="24569" x="2235200" y="4660900"/>
          <p14:tracePt t="24590" x="2241550" y="4660900"/>
          <p14:tracePt t="24611" x="2247900" y="4660900"/>
          <p14:tracePt t="24675" x="2254250" y="4654550"/>
          <p14:tracePt t="24710" x="2260600" y="4648200"/>
          <p14:tracePt t="24794" x="2254250" y="4648200"/>
          <p14:tracePt t="24836" x="2247900" y="4648200"/>
          <p14:tracePt t="24870" x="2241550" y="4648200"/>
          <p14:tracePt t="24913" x="2235200" y="4648200"/>
          <p14:tracePt t="24934" x="2228850" y="4648200"/>
          <p14:tracePt t="24969" x="2222500" y="4648200"/>
          <p14:tracePt t="25060" x="2228850" y="4648200"/>
          <p14:tracePt t="25088" x="2235200" y="4648200"/>
          <p14:tracePt t="25095" x="2241550" y="4648200"/>
          <p14:tracePt t="25116" x="2247900" y="4648200"/>
          <p14:tracePt t="25152" x="2254250" y="4648200"/>
          <p14:tracePt t="25158" x="2260600" y="4648200"/>
          <p14:tracePt t="25179" x="2266950" y="4648200"/>
          <p14:tracePt t="25201" x="2273300" y="4641850"/>
          <p14:tracePt t="25215" x="2279650" y="4641850"/>
          <p14:tracePt t="25243" x="2279650" y="4635500"/>
          <p14:tracePt t="25264" x="2286000" y="4635500"/>
          <p14:tracePt t="25292" x="2292350" y="4629150"/>
          <p14:tracePt t="25320" x="2298700" y="4629150"/>
          <p14:tracePt t="25355" x="2305050" y="4629150"/>
          <p14:tracePt t="25361" x="2305050" y="4622800"/>
          <p14:tracePt t="25383" x="2311400" y="4622800"/>
          <p14:tracePt t="25404" x="2317750" y="4616450"/>
          <p14:tracePt t="25523" x="2317750" y="4610100"/>
          <p14:tracePt t="25875" x="2305050" y="4610100"/>
          <p14:tracePt t="25889" x="2286000" y="4610100"/>
          <p14:tracePt t="25896" x="2260600" y="4610100"/>
          <p14:tracePt t="25911" x="2247900" y="4610100"/>
          <p14:tracePt t="25925" x="2228850" y="4610100"/>
          <p14:tracePt t="25941" x="2209800" y="4610100"/>
          <p14:tracePt t="25958" x="2203450" y="4610100"/>
          <p14:tracePt t="25974" x="2190750" y="4610100"/>
          <p14:tracePt t="25991" x="2184400" y="4610100"/>
          <p14:tracePt t="26009" x="2178050" y="4610100"/>
          <p14:tracePt t="26051" x="2171700" y="4616450"/>
          <p14:tracePt t="26100" x="2178050" y="4616450"/>
          <p14:tracePt t="26135" x="2184400" y="4622800"/>
          <p14:tracePt t="26142" x="2190750" y="4622800"/>
          <p14:tracePt t="26177" x="2197100" y="4622800"/>
          <p14:tracePt t="26184" x="2203450" y="4622800"/>
          <p14:tracePt t="26211" x="2209800" y="4622800"/>
          <p14:tracePt t="26233" x="2216150" y="4622800"/>
          <p14:tracePt t="26241" x="2222500" y="4622800"/>
          <p14:tracePt t="26261" x="2228850" y="4622800"/>
          <p14:tracePt t="26282" x="2235200" y="4622800"/>
          <p14:tracePt t="26297" x="2241550" y="4622800"/>
          <p14:tracePt t="26317" x="2247900" y="4622800"/>
          <p14:tracePt t="26324" x="2254250" y="4622800"/>
          <p14:tracePt t="26339" x="2260600" y="4622800"/>
          <p14:tracePt t="26360" x="2266950" y="4622800"/>
          <p14:tracePt t="26381" x="2273300" y="4622800"/>
          <p14:tracePt t="26387" x="2279650" y="4622800"/>
          <p14:tracePt t="26416" x="2286000" y="4616450"/>
          <p14:tracePt t="26444" x="2298700" y="4616450"/>
          <p14:tracePt t="26507" x="2305050" y="4616450"/>
          <p14:tracePt t="26563" x="2311400" y="4616450"/>
          <p14:tracePt t="26591" x="2317750" y="4616450"/>
          <p14:tracePt t="26725" x="2311400" y="4616450"/>
          <p14:tracePt t="26753" x="2311400" y="4610100"/>
          <p14:tracePt t="27143" x="2292350" y="4610100"/>
          <p14:tracePt t="27149" x="2260600" y="4610100"/>
          <p14:tracePt t="27164" x="2241550" y="4610100"/>
          <p14:tracePt t="27173" x="2209800" y="4616450"/>
          <p14:tracePt t="27187" x="2184400" y="4616450"/>
          <p14:tracePt t="27203" x="2165350" y="4616450"/>
          <p14:tracePt t="27220" x="2114550" y="4622800"/>
          <p14:tracePt t="27237" x="2095500" y="4622800"/>
          <p14:tracePt t="27253" x="2070100" y="4622800"/>
          <p14:tracePt t="27270" x="2051050" y="4622800"/>
          <p14:tracePt t="27290" x="2044700" y="4622800"/>
          <p14:tracePt t="27325" x="2038350" y="4622800"/>
          <p14:tracePt t="27381" x="2032000" y="4622800"/>
          <p14:tracePt t="27430" x="2032000" y="4616450"/>
          <p14:tracePt t="27479" x="2032000" y="4610100"/>
          <p14:tracePt t="27501" x="2025650" y="4610100"/>
          <p14:tracePt t="27508" x="2019300" y="4610100"/>
          <p14:tracePt t="27519" x="2012950" y="4610100"/>
          <p14:tracePt t="27536" x="2000250" y="4603750"/>
          <p14:tracePt t="27552" x="1981200" y="4597400"/>
          <p14:tracePt t="27569" x="1962150" y="4584700"/>
          <p14:tracePt t="27586" x="1854200" y="4521200"/>
          <p14:tracePt t="27602" x="1797050" y="4495800"/>
          <p14:tracePt t="27619" x="1733550" y="4464050"/>
          <p14:tracePt t="27635" x="1606550" y="4387850"/>
          <p14:tracePt t="27652" x="1479550" y="4311650"/>
          <p14:tracePt t="27669" x="1377950" y="4248150"/>
          <p14:tracePt t="27685" x="1333500" y="4210050"/>
          <p14:tracePt t="27702" x="1250950" y="4146550"/>
          <p14:tracePt t="27719" x="1187450" y="4102100"/>
          <p14:tracePt t="27735" x="1174750" y="4076700"/>
          <p14:tracePt t="27751" x="1130300" y="4051300"/>
          <p14:tracePt t="27768" x="1104900" y="4019550"/>
          <p14:tracePt t="27785" x="1092200" y="4013200"/>
          <p14:tracePt t="27788" x="1073150" y="4000500"/>
          <p14:tracePt t="27802" x="1060450" y="3987800"/>
          <p14:tracePt t="27818" x="1022350" y="3962400"/>
          <p14:tracePt t="27835" x="1003300" y="3949700"/>
          <p14:tracePt t="27851" x="990600" y="3930650"/>
          <p14:tracePt t="27868" x="971550" y="3924300"/>
          <p14:tracePt t="27884" x="971550" y="3917950"/>
          <p14:tracePt t="27901" x="965200" y="3911600"/>
          <p14:tracePt t="27918" x="958850" y="3911600"/>
          <p14:tracePt t="28027" x="965200" y="3924300"/>
          <p14:tracePt t="28048" x="971550" y="3930650"/>
          <p14:tracePt t="28062" x="977900" y="3937000"/>
          <p14:tracePt t="28070" x="984250" y="3937000"/>
          <p14:tracePt t="28083" x="990600" y="3943350"/>
          <p14:tracePt t="28100" x="1028700" y="3975100"/>
          <p14:tracePt t="28118" x="1130300" y="4038600"/>
          <p14:tracePt t="28134" x="1187450" y="4089400"/>
          <p14:tracePt t="28150" x="1257300" y="4140200"/>
          <p14:tracePt t="28167" x="1479550" y="4298950"/>
          <p14:tracePt t="28183" x="1549400" y="4349750"/>
          <p14:tracePt t="28200" x="1619250" y="4400550"/>
          <p14:tracePt t="28217" x="1746250" y="4489450"/>
          <p14:tracePt t="28233" x="1765300" y="4502150"/>
          <p14:tracePt t="28250" x="1778000" y="4508500"/>
          <p14:tracePt t="28266" x="1790700" y="4521200"/>
          <p14:tracePt t="28283" x="1797050" y="4527550"/>
          <p14:tracePt t="28427" x="1797050" y="4521200"/>
          <p14:tracePt t="28532" x="1790700" y="4514850"/>
          <p14:tracePt t="28567" x="1784350" y="4514850"/>
          <p14:tracePt t="28609" x="1778000" y="4514850"/>
          <p14:tracePt t="28749" x="1784350" y="4521200"/>
          <p14:tracePt t="28763" x="1790700" y="4521200"/>
          <p14:tracePt t="28799" x="1797050" y="4521200"/>
          <p14:tracePt t="28820" x="1797050" y="4527550"/>
          <p14:tracePt t="28848" x="1803400" y="4527550"/>
          <p14:tracePt t="28904" x="1803400" y="4533900"/>
          <p14:tracePt t="28911" x="1797050" y="4533900"/>
          <p14:tracePt t="28917" x="1790700" y="4533900"/>
          <p14:tracePt t="28933" x="1784350" y="4533900"/>
          <p14:tracePt t="28947" x="1778000" y="4540250"/>
          <p14:tracePt t="28964" x="1758950" y="4540250"/>
          <p14:tracePt t="28981" x="1720850" y="4552950"/>
          <p14:tracePt t="28997" x="1682750" y="4552950"/>
          <p14:tracePt t="29014" x="1606550" y="4578350"/>
          <p14:tracePt t="29030" x="1517650" y="4591050"/>
          <p14:tracePt t="29047" x="1473200" y="4597400"/>
          <p14:tracePt t="29064" x="1390650" y="4610100"/>
          <p14:tracePt t="29080" x="1346200" y="4622800"/>
          <p14:tracePt t="29097" x="1320800" y="4622800"/>
          <p14:tracePt t="29114" x="1301750" y="4629150"/>
          <p14:tracePt t="29130" x="1295400" y="4629150"/>
          <p14:tracePt t="29163" x="1289050" y="4629150"/>
          <p14:tracePt t="29191" x="1289050" y="4622800"/>
          <p14:tracePt t="29200" x="1289050" y="4616450"/>
          <p14:tracePt t="29240" x="1295400" y="4616450"/>
          <p14:tracePt t="29262" x="1295400" y="4610100"/>
          <p14:tracePt t="29268" x="1301750" y="4610100"/>
          <p14:tracePt t="29282" x="1308100" y="4610100"/>
          <p14:tracePt t="29296" x="1314450" y="4610100"/>
          <p14:tracePt t="29313" x="1320800" y="4610100"/>
          <p14:tracePt t="29332" x="1327150" y="4610100"/>
          <p14:tracePt t="29346" x="1333500" y="4610100"/>
          <p14:tracePt t="29362" x="1339850" y="4610100"/>
          <p14:tracePt t="29379" x="1346200" y="4610100"/>
          <p14:tracePt t="29396" x="1384300" y="4610100"/>
          <p14:tracePt t="29412" x="1447800" y="4610100"/>
          <p14:tracePt t="29429" x="1536700" y="4616450"/>
          <p14:tracePt t="29445" x="1600200" y="4616450"/>
          <p14:tracePt t="29462" x="1663700" y="4616450"/>
          <p14:tracePt t="29479" x="1797050" y="4635500"/>
          <p14:tracePt t="29495" x="1860550" y="4635500"/>
          <p14:tracePt t="29512" x="1987550" y="4641850"/>
          <p14:tracePt t="29529" x="2095500" y="4641850"/>
          <p14:tracePt t="29545" x="2133600" y="4648200"/>
          <p14:tracePt t="29562" x="2165350" y="4648200"/>
          <p14:tracePt t="29578" x="2228850" y="4660900"/>
          <p14:tracePt t="29595" x="2273300" y="4660900"/>
          <p14:tracePt t="29612" x="2298700" y="4660900"/>
          <p14:tracePt t="29644" x="2305050" y="4660900"/>
          <p14:tracePt t="29662" x="2317750" y="4660900"/>
          <p14:tracePt t="29694" x="2324100" y="4660900"/>
          <p14:tracePt t="29956" x="2317750" y="4660900"/>
          <p14:tracePt t="29978" x="2311400" y="4660900"/>
          <p14:tracePt t="29991" x="2305050" y="4660900"/>
          <p14:tracePt t="29998" x="2298700" y="4660900"/>
          <p14:tracePt t="30013" x="2273300" y="4660900"/>
          <p14:tracePt t="30027" x="2209800" y="4673600"/>
          <p14:tracePt t="30044" x="2089150" y="4667250"/>
          <p14:tracePt t="30062" x="1962150" y="4667250"/>
          <p14:tracePt t="30076" x="1911350" y="4667250"/>
          <p14:tracePt t="30093" x="1847850" y="4660900"/>
          <p14:tracePt t="30111" x="1714500" y="4648200"/>
          <p14:tracePt t="30126" x="1689100" y="4641850"/>
          <p14:tracePt t="30143" x="1670050" y="4641850"/>
          <p14:tracePt t="30160" x="1651000" y="4641850"/>
          <p14:tracePt t="30176" x="1651000" y="4635500"/>
          <p14:tracePt t="30223" x="1651000" y="4629150"/>
          <p14:tracePt t="30251" x="1657350" y="4629150"/>
          <p14:tracePt t="30265" x="1670050" y="4629150"/>
          <p14:tracePt t="30272" x="1676400" y="4629150"/>
          <p14:tracePt t="30286" x="1689100" y="4629150"/>
          <p14:tracePt t="30307" x="1701800" y="4629150"/>
          <p14:tracePt t="30314" x="1714500" y="4629150"/>
          <p14:tracePt t="30329" x="1733550" y="4629150"/>
          <p14:tracePt t="30342" x="1771650" y="4629150"/>
          <p14:tracePt t="30359" x="1866900" y="4635500"/>
          <p14:tracePt t="30376" x="1930400" y="4648200"/>
          <p14:tracePt t="30392" x="2089150" y="4648200"/>
          <p14:tracePt t="30409" x="2165350" y="4648200"/>
          <p14:tracePt t="30427" x="2266950" y="4654550"/>
          <p14:tracePt t="30442" x="2305050" y="4654550"/>
          <p14:tracePt t="30459" x="2349500" y="4654550"/>
          <p14:tracePt t="30476" x="2374900" y="4654550"/>
          <p14:tracePt t="30679" x="2368550" y="4654550"/>
          <p14:tracePt t="30721" x="2362200" y="4654550"/>
          <p14:tracePt t="30735" x="2355850" y="4654550"/>
          <p14:tracePt t="30756" x="2349500" y="4654550"/>
          <p14:tracePt t="30763" x="2343150" y="4654550"/>
          <p14:tracePt t="30784" x="2336800" y="4654550"/>
          <p14:tracePt t="31263" x="2343150" y="4629150"/>
          <p14:tracePt t="31269" x="2362200" y="4584700"/>
          <p14:tracePt t="31283" x="2381250" y="4521200"/>
          <p14:tracePt t="31292" x="2406650" y="4464050"/>
          <p14:tracePt t="31306" x="2425700" y="4381500"/>
          <p14:tracePt t="31322" x="2457450" y="4305300"/>
          <p14:tracePt t="31340" x="2495550" y="4133850"/>
          <p14:tracePt t="31355" x="2514600" y="4044950"/>
          <p14:tracePt t="31372" x="2559050" y="3822700"/>
          <p14:tracePt t="31389" x="2590800" y="3606800"/>
          <p14:tracePt t="31406" x="2597150" y="3505200"/>
          <p14:tracePt t="31423" x="2641600" y="3321050"/>
          <p14:tracePt t="31439" x="2647950" y="3232150"/>
          <p14:tracePt t="31455" x="2667000" y="3060700"/>
          <p14:tracePt t="31472" x="2698750" y="2921000"/>
          <p14:tracePt t="31489" x="2698750" y="2844800"/>
          <p14:tracePt t="31505" x="2705100" y="2800350"/>
          <p14:tracePt t="31522" x="2730500" y="2705100"/>
          <p14:tracePt t="31538" x="2749550" y="2641600"/>
          <p14:tracePt t="31555" x="2755900" y="2616200"/>
          <p14:tracePt t="31572" x="2768600" y="2559050"/>
          <p14:tracePt t="31588" x="2787650" y="2527300"/>
          <p14:tracePt t="31605" x="2806700" y="2482850"/>
          <p14:tracePt t="31621" x="2806700" y="2463800"/>
          <p14:tracePt t="31638" x="2825750" y="2425700"/>
          <p14:tracePt t="31655" x="2844800" y="2393950"/>
          <p14:tracePt t="31671" x="2851150" y="2381250"/>
          <p14:tracePt t="31688" x="2851150" y="2374900"/>
          <p14:tracePt t="31704" x="2857500" y="2362200"/>
          <p14:tracePt t="31721" x="2857500" y="2355850"/>
          <p14:tracePt t="31740" x="2857500" y="2349500"/>
          <p14:tracePt t="31859" x="2857500" y="2355850"/>
          <p14:tracePt t="31901" x="2851150" y="2362200"/>
          <p14:tracePt t="31915" x="2844800" y="2362200"/>
          <p14:tracePt t="31923" x="2844800" y="2368550"/>
          <p14:tracePt t="31937" x="2838450" y="2368550"/>
          <p14:tracePt t="31957" x="2832100" y="2374900"/>
          <p14:tracePt t="31971" x="2825750" y="2374900"/>
          <p14:tracePt t="31986" x="2819400" y="2374900"/>
          <p14:tracePt t="32003" x="2806700" y="2374900"/>
          <p14:tracePt t="32020" x="2774950" y="2374900"/>
          <p14:tracePt t="32036" x="2749550" y="2374900"/>
          <p14:tracePt t="32053" x="2724150" y="2374900"/>
          <p14:tracePt t="32070" x="2673350" y="2374900"/>
          <p14:tracePt t="32086" x="2635250" y="2368550"/>
          <p14:tracePt t="32103" x="2616200" y="2368550"/>
          <p14:tracePt t="32119" x="2590800" y="2368550"/>
          <p14:tracePt t="32136" x="2584450" y="2368550"/>
          <p14:tracePt t="32153" x="2578100" y="2368550"/>
          <p14:tracePt t="32195" x="2584450" y="2368550"/>
          <p14:tracePt t="32203" x="2597150" y="2368550"/>
          <p14:tracePt t="32223" x="2609850" y="2368550"/>
          <p14:tracePt t="32237" x="2622550" y="2368550"/>
          <p14:tracePt t="32244" x="2641600" y="2368550"/>
          <p14:tracePt t="32259" x="2673350" y="2362200"/>
          <p14:tracePt t="32269" x="2711450" y="2362200"/>
          <p14:tracePt t="32286" x="2844800" y="2355850"/>
          <p14:tracePt t="32302" x="2908300" y="2343150"/>
          <p14:tracePt t="32319" x="2971800" y="2336800"/>
          <p14:tracePt t="32336" x="3092450" y="2324100"/>
          <p14:tracePt t="32352" x="3168650" y="2317750"/>
          <p14:tracePt t="32369" x="3194050" y="2317750"/>
          <p14:tracePt t="32386" x="3225800" y="2311400"/>
          <p14:tracePt t="32402" x="3232150" y="2311400"/>
          <p14:tracePt t="32419" x="3238500" y="2311400"/>
          <p14:tracePt t="33009" x="3232150" y="2311400"/>
          <p14:tracePt t="33029" x="3225800" y="2317750"/>
          <p14:tracePt t="33058" x="3219450" y="2317750"/>
          <p14:tracePt t="33079" x="3219450" y="2324100"/>
          <p14:tracePt t="33114" x="3219450" y="2330450"/>
          <p14:tracePt t="33149" x="3213100" y="2330450"/>
          <p14:tracePt t="33192" x="3206750" y="2330450"/>
          <p14:tracePt t="33234" x="3206750" y="2336800"/>
          <p14:tracePt t="33276" x="3206750" y="2343150"/>
          <p14:tracePt t="33304" x="3200400" y="2343150"/>
          <p14:tracePt t="33339" x="3194050" y="2343150"/>
          <p14:tracePt t="33374" x="3187700" y="2343150"/>
          <p14:tracePt t="33381" x="3187700" y="2349500"/>
          <p14:tracePt t="33416" x="3181350" y="2349500"/>
          <p14:tracePt t="33423" x="3175000" y="2349500"/>
          <p14:tracePt t="33465" x="3168650" y="2349500"/>
          <p14:tracePt t="33626" x="3162300" y="2355850"/>
          <p14:tracePt t="33704" x="3155950" y="2355850"/>
          <p14:tracePt t="33802" x="3149600" y="2355850"/>
          <p14:tracePt t="33865" x="3143250" y="2355850"/>
          <p14:tracePt t="34293" x="3143250" y="2362200"/>
          <p14:tracePt t="34314" x="3136900" y="2362200"/>
          <p14:tracePt t="34356" x="3130550" y="2368550"/>
          <p14:tracePt t="34370" x="3130550" y="2374900"/>
          <p14:tracePt t="34377" x="3124200" y="2374900"/>
          <p14:tracePt t="34391" x="3124200" y="2381250"/>
          <p14:tracePt t="34398" x="3117850" y="2381250"/>
          <p14:tracePt t="34419" x="3117850" y="2387600"/>
          <p14:tracePt t="34433" x="3111500" y="2393950"/>
          <p14:tracePt t="34445" x="3105150" y="2393950"/>
          <p14:tracePt t="34468" x="3105150" y="2400300"/>
          <p14:tracePt t="34478" x="3098800" y="2400300"/>
          <p14:tracePt t="34517" x="3092450" y="2406650"/>
          <p14:tracePt t="34539" x="3092450" y="2413000"/>
          <p14:tracePt t="34553" x="3086100" y="2419350"/>
          <p14:tracePt t="34580" x="3079750" y="2425700"/>
          <p14:tracePt t="34596" x="3073400" y="2425700"/>
          <p14:tracePt t="34602" x="3073400" y="2432050"/>
          <p14:tracePt t="34622" x="3067050" y="2438400"/>
          <p14:tracePt t="34645" x="3054350" y="2451100"/>
          <p14:tracePt t="34693" x="3048000" y="2457450"/>
          <p14:tracePt t="34714" x="3041650" y="2463800"/>
          <p14:tracePt t="34721" x="3035300" y="2470150"/>
          <p14:tracePt t="34735" x="3028950" y="2476500"/>
          <p14:tracePt t="34743" x="3022600" y="2489200"/>
          <p14:tracePt t="34760" x="3016250" y="2495550"/>
          <p14:tracePt t="34777" x="2997200" y="2514600"/>
          <p14:tracePt t="34793" x="2978150" y="2533650"/>
          <p14:tracePt t="34810" x="2952750" y="2559050"/>
          <p14:tracePt t="34827" x="2921000" y="2584450"/>
          <p14:tracePt t="34843" x="2901950" y="2609850"/>
          <p14:tracePt t="34862" x="2844800" y="2673350"/>
          <p14:tracePt t="34877" x="2806700" y="2724150"/>
          <p14:tracePt t="34893" x="2755900" y="2781300"/>
          <p14:tracePt t="34910" x="2571750" y="3016250"/>
          <p14:tracePt t="34926" x="2444750" y="3219450"/>
          <p14:tracePt t="34943" x="2374900" y="3314700"/>
          <p14:tracePt t="34960" x="2260600" y="3486150"/>
          <p14:tracePt t="34976" x="2178050" y="3651250"/>
          <p14:tracePt t="34993" x="2146300" y="3727450"/>
          <p14:tracePt t="35010" x="2095500" y="3879850"/>
          <p14:tracePt t="35026" x="2063750" y="3987800"/>
          <p14:tracePt t="35043" x="2025650" y="4083050"/>
          <p14:tracePt t="35059" x="2006600" y="4140200"/>
          <p14:tracePt t="35076" x="1968500" y="4273550"/>
          <p14:tracePt t="35093" x="1930400" y="4419600"/>
          <p14:tracePt t="35109" x="1911350" y="4483100"/>
          <p14:tracePt t="35126" x="1892300" y="4527550"/>
          <p14:tracePt t="35143" x="1841500" y="4597400"/>
          <p14:tracePt t="35159" x="1822450" y="4616450"/>
          <p14:tracePt t="35176" x="1790700" y="4635500"/>
          <p14:tracePt t="35192" x="1714500" y="4692650"/>
          <p14:tracePt t="35208" x="1682750" y="4718050"/>
          <p14:tracePt t="35226" x="1612900" y="4762500"/>
          <p14:tracePt t="35242" x="1593850" y="4781550"/>
          <p14:tracePt t="35259" x="1536700" y="4826000"/>
          <p14:tracePt t="35276" x="1479550" y="4883150"/>
          <p14:tracePt t="35292" x="1447800" y="4908550"/>
          <p14:tracePt t="35309" x="1403350" y="4953000"/>
          <p14:tracePt t="35325" x="1358900" y="4978400"/>
          <p14:tracePt t="35342" x="1339850" y="4991100"/>
          <p14:tracePt t="35359" x="1308100" y="5003800"/>
          <p14:tracePt t="35374" x="1289050" y="5010150"/>
          <p14:tracePt t="35391" x="1276350" y="5010150"/>
          <p14:tracePt t="35408" x="1270000" y="5010150"/>
          <p14:tracePt t="35425" x="1257300" y="5016500"/>
          <p14:tracePt t="35441" x="1244600" y="5016500"/>
          <p14:tracePt t="35458" x="1238250" y="5016500"/>
          <p14:tracePt t="35475" x="1219200" y="5016500"/>
          <p14:tracePt t="35491" x="1206500" y="5016500"/>
          <p14:tracePt t="35508" x="1193800" y="5022850"/>
          <p14:tracePt t="35524" x="1181100" y="5022850"/>
          <p14:tracePt t="35883" x="1117600" y="5022850"/>
          <p14:tracePt t="35897" x="1028700" y="5022850"/>
          <p14:tracePt t="35904" x="952500" y="5022850"/>
          <p14:tracePt t="35918" x="863600" y="5022850"/>
          <p14:tracePt t="35926" x="787400" y="5022850"/>
          <p14:tracePt t="35940" x="698500" y="5010150"/>
          <p14:tracePt t="35956" x="596900" y="5003800"/>
          <p14:tracePt t="35975" x="533400" y="4997450"/>
          <p14:tracePt t="35990" x="520700" y="4991100"/>
          <p14:tracePt t="36006" x="508000" y="4991100"/>
          <p14:tracePt t="36023" x="495300" y="4984750"/>
          <p14:tracePt t="36039" x="482600" y="4984750"/>
          <p14:tracePt t="36073" x="476250" y="4984750"/>
          <p14:tracePt t="36089" x="469900" y="4978400"/>
          <p14:tracePt t="36108" x="463550" y="4978400"/>
          <p14:tracePt t="36206" x="469900" y="4978400"/>
          <p14:tracePt t="36227" x="482600" y="4972050"/>
          <p14:tracePt t="36241" x="495300" y="4972050"/>
          <p14:tracePt t="36247" x="501650" y="4972050"/>
          <p14:tracePt t="36261" x="533400" y="4965700"/>
          <p14:tracePt t="36272" x="584200" y="4965700"/>
          <p14:tracePt t="36290" x="736600" y="4965700"/>
          <p14:tracePt t="36305" x="838200" y="4959350"/>
          <p14:tracePt t="36322" x="1092200" y="4933950"/>
          <p14:tracePt t="36339" x="1358900" y="4914900"/>
          <p14:tracePt t="36355" x="1504950" y="4889500"/>
          <p14:tracePt t="36372" x="1746250" y="4857750"/>
          <p14:tracePt t="36389" x="1936750" y="4832350"/>
          <p14:tracePt t="36405" x="2019300" y="4819650"/>
          <p14:tracePt t="36421" x="2146300" y="4813300"/>
          <p14:tracePt t="36438" x="2254250" y="4800600"/>
          <p14:tracePt t="36454" x="2279650" y="4800600"/>
          <p14:tracePt t="36472" x="2343150" y="4813300"/>
          <p14:tracePt t="36488" x="2387600" y="4813300"/>
          <p14:tracePt t="36505" x="2400300" y="4819650"/>
          <p14:tracePt t="36522" x="2425700" y="4826000"/>
          <p14:tracePt t="36538" x="2432050" y="4826000"/>
          <p14:tracePt t="36554" x="2451100" y="4826000"/>
          <p14:tracePt t="36571" x="2457450" y="4826000"/>
          <p14:tracePt t="36613" x="2463800" y="4826000"/>
          <p14:tracePt t="36662" x="2463800" y="4819650"/>
          <p14:tracePt t="36739" x="2457450" y="4819650"/>
          <p14:tracePt t="36746" x="2451100" y="4819650"/>
          <p14:tracePt t="36767" x="2444750" y="4819650"/>
          <p14:tracePt t="37090" x="2470150" y="4781550"/>
          <p14:tracePt t="37097" x="2508250" y="4724400"/>
          <p14:tracePt t="37112" x="2552700" y="4667250"/>
          <p14:tracePt t="37121" x="2597150" y="4597400"/>
          <p14:tracePt t="37135" x="2635250" y="4540250"/>
          <p14:tracePt t="37153" x="2673350" y="4470400"/>
          <p14:tracePt t="37169" x="2768600" y="4305300"/>
          <p14:tracePt t="37185" x="2774950" y="4260850"/>
          <p14:tracePt t="37203" x="2813050" y="4165600"/>
          <p14:tracePt t="37219" x="2819400" y="4121150"/>
          <p14:tracePt t="37235" x="2838450" y="4013200"/>
          <p14:tracePt t="37253" x="2857500" y="3886200"/>
          <p14:tracePt t="37268" x="2863850" y="3829050"/>
          <p14:tracePt t="37285" x="2876550" y="3740150"/>
          <p14:tracePt t="37301" x="2882900" y="3676650"/>
          <p14:tracePt t="37318" x="2882900" y="3651250"/>
          <p14:tracePt t="37335" x="2889250" y="3600450"/>
          <p14:tracePt t="37352" x="2889250" y="3530600"/>
          <p14:tracePt t="37368" x="2889250" y="3492500"/>
          <p14:tracePt t="37385" x="2889250" y="3403600"/>
          <p14:tracePt t="37401" x="2889250" y="3308350"/>
          <p14:tracePt t="37418" x="2882900" y="3257550"/>
          <p14:tracePt t="37435" x="2870200" y="3162300"/>
          <p14:tracePt t="37451" x="2863850" y="3105150"/>
          <p14:tracePt t="37468" x="2863850" y="3092450"/>
          <p14:tracePt t="37484" x="2857500" y="3073400"/>
          <p14:tracePt t="37501" x="2857500" y="3067050"/>
          <p14:tracePt t="37518" x="2851150" y="3067050"/>
          <p14:tracePt t="37550" x="2844800" y="3060700"/>
          <p14:tracePt t="37568" x="2838450" y="3060700"/>
          <p14:tracePt t="37584" x="2832100" y="3060700"/>
          <p14:tracePt t="37609" x="2825750" y="3060700"/>
          <p14:tracePt t="37645" x="2813050" y="3060700"/>
          <p14:tracePt t="37652" x="2806700" y="3060700"/>
          <p14:tracePt t="37659" x="2800350" y="3054350"/>
          <p14:tracePt t="37673" x="2781300" y="3054350"/>
          <p14:tracePt t="37683" x="2762250" y="3048000"/>
          <p14:tracePt t="37701" x="2698750" y="3016250"/>
          <p14:tracePt t="37717" x="2667000" y="2997200"/>
          <p14:tracePt t="37733" x="2571750" y="2971800"/>
          <p14:tracePt t="37750" x="2495550" y="2940050"/>
          <p14:tracePt t="37767" x="2470150" y="2940050"/>
          <p14:tracePt t="37783" x="2444750" y="2933700"/>
          <p14:tracePt t="37800" x="2400300" y="2927350"/>
          <p14:tracePt t="37841" x="2393950" y="2927350"/>
          <p14:tracePt t="37939" x="2393950" y="2933700"/>
          <p14:tracePt t="37961" x="2393950" y="2946400"/>
          <p14:tracePt t="37975" x="2393950" y="2959100"/>
          <p14:tracePt t="37982" x="2381250" y="2978150"/>
          <p14:tracePt t="37996" x="2374900" y="3016250"/>
          <p14:tracePt t="38003" x="2355850" y="3073400"/>
          <p14:tracePt t="38016" x="2336800" y="3162300"/>
          <p14:tracePt t="38032" x="2273300" y="3409950"/>
          <p14:tracePt t="38049" x="2228850" y="3575050"/>
          <p14:tracePt t="38066" x="2095500" y="4019550"/>
          <p14:tracePt t="38082" x="1974850" y="4413250"/>
          <p14:tracePt t="38099" x="1924050" y="4572000"/>
          <p14:tracePt t="38116" x="1854200" y="4794250"/>
          <p14:tracePt t="38132" x="1822450" y="4883150"/>
          <p14:tracePt t="38149" x="1784350" y="5029200"/>
          <p14:tracePt t="38165" x="1746250" y="5143500"/>
          <p14:tracePt t="38182" x="1727200" y="5181600"/>
          <p14:tracePt t="38199" x="1670050" y="5289550"/>
          <p14:tracePt t="38215" x="1657350" y="5302250"/>
          <p14:tracePt t="38232" x="1644650" y="5327650"/>
          <p14:tracePt t="38249" x="1625600" y="5346700"/>
          <p14:tracePt t="38265" x="1600200" y="5365750"/>
          <p14:tracePt t="38282" x="1587500" y="5378450"/>
          <p14:tracePt t="38298" x="1549400" y="5403850"/>
          <p14:tracePt t="38315" x="1511300" y="5429250"/>
          <p14:tracePt t="38332" x="1473200" y="5441950"/>
          <p14:tracePt t="38348" x="1447800" y="5448300"/>
          <p14:tracePt t="38364" x="1403350" y="5467350"/>
          <p14:tracePt t="38382" x="1384300" y="5473700"/>
          <p14:tracePt t="38398" x="1339850" y="5499100"/>
          <p14:tracePt t="38401" x="1320800" y="5511800"/>
          <p14:tracePt t="38415" x="1295400" y="5518150"/>
          <p14:tracePt t="38431" x="1257300" y="5537200"/>
          <p14:tracePt t="38448" x="1244600" y="5549900"/>
          <p14:tracePt t="38464" x="1231900" y="5549900"/>
          <p14:tracePt t="38481" x="1206500" y="5568950"/>
          <p14:tracePt t="38497" x="1200150" y="5568950"/>
          <p14:tracePt t="38522" x="1193800" y="5568950"/>
          <p14:tracePt t="38571" x="1187450" y="5568950"/>
          <p14:tracePt t="38585" x="1181100" y="5556250"/>
          <p14:tracePt t="38592" x="1174750" y="5543550"/>
          <p14:tracePt t="38600" x="1168400" y="5530850"/>
          <p14:tracePt t="38615" x="1162050" y="5505450"/>
          <p14:tracePt t="38630" x="1155700" y="5492750"/>
          <p14:tracePt t="38648" x="1123950" y="5422900"/>
          <p14:tracePt t="38664" x="1111250" y="5391150"/>
          <p14:tracePt t="38680" x="1098550" y="5372100"/>
          <p14:tracePt t="38697" x="1085850" y="5346700"/>
          <p14:tracePt t="38713" x="1079500" y="5327650"/>
          <p14:tracePt t="38730" x="1073150" y="5321300"/>
          <p14:tracePt t="38747" x="1073150" y="5314950"/>
          <p14:tracePt t="38789" x="1073150" y="5308600"/>
          <p14:tracePt t="38943" x="1079500" y="5308600"/>
          <p14:tracePt t="38964" x="1085850" y="5308600"/>
          <p14:tracePt t="38992" x="1098550" y="5308600"/>
          <p14:tracePt t="39006" x="1104900" y="5308600"/>
          <p14:tracePt t="39027" x="1111250" y="5308600"/>
          <p14:tracePt t="39041" x="1117600" y="5308600"/>
          <p14:tracePt t="39055" x="1123950" y="5308600"/>
          <p14:tracePt t="39065" x="1130300" y="5308600"/>
          <p14:tracePt t="39079" x="1136650" y="5308600"/>
          <p14:tracePt t="39105" x="1143000" y="5308600"/>
          <p14:tracePt t="39113" x="1149350" y="5308600"/>
          <p14:tracePt t="39133" x="1155700" y="5308600"/>
          <p14:tracePt t="39175" x="1162050" y="5308600"/>
          <p14:tracePt t="39203" x="1168400" y="5308600"/>
          <p14:tracePt t="39224" x="1174750" y="5308600"/>
          <p14:tracePt t="39273" x="1181100" y="5308600"/>
          <p14:tracePt t="39287" x="1187450" y="5308600"/>
          <p14:tracePt t="39315" x="1200150" y="5308600"/>
          <p14:tracePt t="39336" x="1206500" y="5308600"/>
          <p14:tracePt t="39342" x="1212850" y="5308600"/>
          <p14:tracePt t="39357" x="1219200" y="5308600"/>
          <p14:tracePt t="39364" x="1231900" y="5308600"/>
          <p14:tracePt t="39381" x="1257300" y="5314950"/>
          <p14:tracePt t="39395" x="1308100" y="5327650"/>
          <p14:tracePt t="39411" x="1333500" y="5334000"/>
          <p14:tracePt t="39428" x="1403350" y="5334000"/>
          <p14:tracePt t="39444" x="1428750" y="5334000"/>
          <p14:tracePt t="39461" x="1479550" y="5334000"/>
          <p14:tracePt t="39478" x="1511300" y="5334000"/>
          <p14:tracePt t="39494" x="1524000" y="5334000"/>
          <p14:tracePt t="39511" x="1536700" y="5334000"/>
          <p14:tracePt t="39527" x="1543050" y="5327650"/>
          <p14:tracePt t="39561" x="1549400" y="5321300"/>
          <p14:tracePt t="39577" x="1555750" y="5321300"/>
          <p14:tracePt t="39597" x="1568450" y="5308600"/>
          <p14:tracePt t="39611" x="1574800" y="5308600"/>
          <p14:tracePt t="39627" x="1593850" y="5295900"/>
          <p14:tracePt t="39645" x="1625600" y="5276850"/>
          <p14:tracePt t="39660" x="1657350" y="5270500"/>
          <p14:tracePt t="39677" x="1689100" y="5257800"/>
          <p14:tracePt t="39694" x="1854200" y="5200650"/>
          <p14:tracePt t="39710" x="1917700" y="5181600"/>
          <p14:tracePt t="39727" x="1974850" y="5162550"/>
          <p14:tracePt t="39744" x="2070100" y="5143500"/>
          <p14:tracePt t="39761" x="2139950" y="5130800"/>
          <p14:tracePt t="39776" x="2165350" y="5124450"/>
          <p14:tracePt t="39793" x="2209800" y="5118100"/>
          <p14:tracePt t="39810" x="2235200" y="5111750"/>
          <p14:tracePt t="39827" x="2247900" y="5111750"/>
          <p14:tracePt t="39859" x="2247900" y="5105400"/>
          <p14:tracePt t="39940" x="2247900" y="5111750"/>
          <p14:tracePt t="39946" x="2241550" y="5111750"/>
          <p14:tracePt t="39962" x="2235200" y="5118100"/>
          <p14:tracePt t="39975" x="2216150" y="5130800"/>
          <p14:tracePt t="39992" x="2190750" y="5137150"/>
          <p14:tracePt t="40010" x="2095500" y="5162550"/>
          <p14:tracePt t="40025" x="1924050" y="5200650"/>
          <p14:tracePt t="40042" x="1822450" y="5226050"/>
          <p14:tracePt t="40059" x="1593850" y="5264150"/>
          <p14:tracePt t="40075" x="1479550" y="5276850"/>
          <p14:tracePt t="40092" x="1244600" y="5308600"/>
          <p14:tracePt t="40109" x="1054100" y="5327650"/>
          <p14:tracePt t="40125" x="977900" y="5346700"/>
          <p14:tracePt t="40143" x="889000" y="5372100"/>
          <p14:tracePt t="40158" x="838200" y="5384800"/>
          <p14:tracePt t="40175" x="825500" y="5391150"/>
          <p14:tracePt t="40192" x="812800" y="5391150"/>
          <p14:tracePt t="40208" x="806450" y="5391150"/>
          <p14:tracePt t="40225" x="800100" y="5391150"/>
          <p14:tracePt t="40290" x="800100" y="5397500"/>
          <p14:tracePt t="40297" x="806450" y="5397500"/>
          <p14:tracePt t="40308" x="819150" y="5397500"/>
          <p14:tracePt t="40325" x="863600" y="5403850"/>
          <p14:tracePt t="40341" x="914400" y="5403850"/>
          <p14:tracePt t="40358" x="990600" y="5403850"/>
          <p14:tracePt t="40374" x="1219200" y="5416550"/>
          <p14:tracePt t="40391" x="1574800" y="5429250"/>
          <p14:tracePt t="40408" x="1790700" y="5441950"/>
          <p14:tracePt t="40411" x="2000250" y="5441950"/>
          <p14:tracePt t="40424" x="2235200" y="5441950"/>
          <p14:tracePt t="40441" x="2597150" y="5441950"/>
          <p14:tracePt t="40458" x="2724150" y="5441950"/>
          <p14:tracePt t="40474" x="2927350" y="5435600"/>
          <p14:tracePt t="40491" x="3060700" y="5416550"/>
          <p14:tracePt t="40508" x="3117850" y="5410200"/>
          <p14:tracePt t="40524" x="3136900" y="5403850"/>
          <p14:tracePt t="40540" x="3155950" y="5397500"/>
          <p14:tracePt t="40557" x="3168650" y="5391150"/>
          <p14:tracePt t="40574" x="3175000" y="5391150"/>
          <p14:tracePt t="40627" x="3175000" y="5384800"/>
          <p14:tracePt t="40676" x="3181350" y="5384800"/>
          <p14:tracePt t="40718" x="3187700" y="5384800"/>
          <p14:tracePt t="40782" x="3194050" y="5384800"/>
          <p14:tracePt t="43795" x="3206750" y="5378450"/>
          <p14:tracePt t="43809" x="3238500" y="5372100"/>
          <p14:tracePt t="43815" x="3270250" y="5359400"/>
          <p14:tracePt t="43830" x="3314700" y="5340350"/>
          <p14:tracePt t="43846" x="3409950" y="5295900"/>
          <p14:tracePt t="43863" x="3454400" y="5276850"/>
          <p14:tracePt t="43880" x="3562350" y="5238750"/>
          <p14:tracePt t="43895" x="3689350" y="5200650"/>
          <p14:tracePt t="43912" x="3752850" y="5181600"/>
          <p14:tracePt t="43929" x="3873500" y="5143500"/>
          <p14:tracePt t="43945" x="3956050" y="5124450"/>
          <p14:tracePt t="43962" x="4089400" y="5086350"/>
          <p14:tracePt t="43979" x="4229100" y="5067300"/>
          <p14:tracePt t="43995" x="4286250" y="5048250"/>
          <p14:tracePt t="44012" x="4406900" y="5022850"/>
          <p14:tracePt t="44028" x="4476750" y="4997450"/>
          <p14:tracePt t="44045" x="4508500" y="4991100"/>
          <p14:tracePt t="44062" x="4572000" y="4978400"/>
          <p14:tracePt t="44078" x="4629150" y="4972050"/>
          <p14:tracePt t="44095" x="4660900" y="4959350"/>
          <p14:tracePt t="44111" x="4718050" y="4959350"/>
          <p14:tracePt t="44128" x="4787900" y="4946650"/>
          <p14:tracePt t="44146" x="4876800" y="4940300"/>
          <p14:tracePt t="44161" x="4921250" y="4940300"/>
          <p14:tracePt t="44178" x="4997450" y="4940300"/>
          <p14:tracePt t="44195" x="5054600" y="4940300"/>
          <p14:tracePt t="44211" x="5092700" y="4940300"/>
          <p14:tracePt t="44228" x="5124450" y="4946650"/>
          <p14:tracePt t="44244" x="5194300" y="4965700"/>
          <p14:tracePt t="44261" x="5207000" y="4965700"/>
          <p14:tracePt t="44278" x="5219700" y="4972050"/>
          <p14:tracePt t="44294" x="5232400" y="4978400"/>
          <p14:tracePt t="44310" x="5232400" y="4984750"/>
          <p14:tracePt t="44328" x="5226050" y="4997450"/>
          <p14:tracePt t="44344" x="5219700" y="5003800"/>
          <p14:tracePt t="44360" x="5207000" y="5016500"/>
          <p14:tracePt t="44378" x="5194300" y="5054600"/>
          <p14:tracePt t="44394" x="5181600" y="5073650"/>
          <p14:tracePt t="44410" x="5143500" y="5118100"/>
          <p14:tracePt t="44427" x="5086350" y="5156200"/>
          <p14:tracePt t="44444" x="5054600" y="5181600"/>
          <p14:tracePt t="44461" x="5003800" y="5213350"/>
          <p14:tracePt t="44476" x="4959350" y="5226050"/>
          <p14:tracePt t="44493" x="4933950" y="5232400"/>
          <p14:tracePt t="44511" x="4902200" y="5238750"/>
          <p14:tracePt t="44527" x="4864100" y="5245100"/>
          <p14:tracePt t="44543" x="4851400" y="5245100"/>
          <p14:tracePt t="44563" x="4845050" y="5245100"/>
          <p14:tracePt t="44576" x="4838700" y="5245100"/>
          <p14:tracePt t="44593" x="4832350" y="5245100"/>
          <p14:tracePt t="44610" x="4826000" y="5245100"/>
          <p14:tracePt t="44650" x="4819650" y="5251450"/>
          <p14:tracePt t="44686" x="4819650" y="5257800"/>
          <p14:tracePt t="44728" x="4826000" y="5257800"/>
          <p14:tracePt t="44777" x="4832350" y="5264150"/>
          <p14:tracePt t="44792" x="4838700" y="5264150"/>
          <p14:tracePt t="44798" x="4845050" y="5264150"/>
          <p14:tracePt t="44809" x="4845050" y="5270500"/>
          <p14:tracePt t="44826" x="4864100" y="5270500"/>
          <p14:tracePt t="44842" x="4876800" y="5276850"/>
          <p14:tracePt t="44859" x="4908550" y="5276850"/>
          <p14:tracePt t="44876" x="5041900" y="5289550"/>
          <p14:tracePt t="44892" x="5105400" y="5289550"/>
          <p14:tracePt t="44908" x="5181600" y="5302250"/>
          <p14:tracePt t="44925" x="5359400" y="5308600"/>
          <p14:tracePt t="44942" x="5575300" y="5308600"/>
          <p14:tracePt t="44959" x="5689600" y="5308600"/>
          <p14:tracePt t="44975" x="5956300" y="5295900"/>
          <p14:tracePt t="44992" x="6223000" y="5276850"/>
          <p14:tracePt t="45009" x="6477000" y="5264150"/>
          <p14:tracePt t="45025" x="6584950" y="5264150"/>
          <p14:tracePt t="45028" x="6692900" y="5251450"/>
          <p14:tracePt t="45042" x="6781800" y="5245100"/>
          <p14:tracePt t="45058" x="6934200" y="5232400"/>
          <p14:tracePt t="45075" x="6985000" y="5232400"/>
          <p14:tracePt t="45091" x="7042150" y="5219700"/>
          <p14:tracePt t="45108" x="7067550" y="5213350"/>
          <p14:tracePt t="45142" x="7061200" y="5207000"/>
          <p14:tracePt t="45158" x="7048500" y="5213350"/>
          <p14:tracePt t="45174" x="7042150" y="5213350"/>
          <p14:tracePt t="45192" x="7023100" y="5213350"/>
          <p14:tracePt t="45951" x="7023100" y="5219700"/>
          <p14:tracePt t="46000" x="7029450" y="5219700"/>
          <p14:tracePt t="46049" x="7035800" y="5219700"/>
          <p14:tracePt t="46084" x="7042150" y="5219700"/>
          <p14:tracePt t="46119" x="7048500" y="5219700"/>
          <p14:tracePt t="46162" x="7061200" y="5219700"/>
          <p14:tracePt t="46183" x="7067550" y="5219700"/>
          <p14:tracePt t="46189" x="7073900" y="5219700"/>
          <p14:tracePt t="46205" x="7080250" y="5219700"/>
          <p14:tracePt t="46210" x="7099300" y="5219700"/>
          <p14:tracePt t="46224" x="7105650" y="5219700"/>
          <p14:tracePt t="46239" x="7188200" y="5232400"/>
          <p14:tracePt t="46254" x="7239000" y="5238750"/>
          <p14:tracePt t="46271" x="7308850" y="5245100"/>
          <p14:tracePt t="46288" x="7473950" y="5270500"/>
          <p14:tracePt t="46304" x="7651750" y="5289550"/>
          <p14:tracePt t="46321" x="7740650" y="5295900"/>
          <p14:tracePt t="46338" x="7924800" y="5308600"/>
          <p14:tracePt t="46354" x="8089900" y="5327650"/>
          <p14:tracePt t="46370" x="8166100" y="5327650"/>
          <p14:tracePt t="46387" x="8293100" y="5327650"/>
          <p14:tracePt t="46403" x="8413750" y="5314950"/>
          <p14:tracePt t="46421" x="8521700" y="5308600"/>
          <p14:tracePt t="46437" x="8572500" y="5308600"/>
          <p14:tracePt t="46454" x="8636000" y="5308600"/>
          <p14:tracePt t="46471" x="8705850" y="5308600"/>
          <p14:tracePt t="46486" x="8731250" y="5308600"/>
          <p14:tracePt t="46503" x="8750300" y="5308600"/>
          <p14:tracePt t="46520" x="8807450" y="5302250"/>
          <p14:tracePt t="46536" x="8820150" y="5302250"/>
          <p14:tracePt t="46554" x="8839200" y="5302250"/>
          <p14:tracePt t="46586" x="8845550" y="5295900"/>
          <p14:tracePt t="46603" x="8851900" y="5295900"/>
          <p14:tracePt t="46884" x="8851900" y="5289550"/>
          <p14:tracePt t="46975" x="8845550" y="5289550"/>
          <p14:tracePt t="47032" x="8845550" y="5283200"/>
          <p14:tracePt t="47074" x="8845550" y="5276850"/>
          <p14:tracePt t="47136" x="8839200" y="5276850"/>
          <p14:tracePt t="47459" x="8839200" y="5270500"/>
          <p14:tracePt t="47482" x="8839200" y="5276850"/>
          <p14:tracePt t="47745" x="8750300" y="5270500"/>
          <p14:tracePt t="47752" x="8610600" y="5251450"/>
          <p14:tracePt t="47768" x="8413750" y="5226050"/>
          <p14:tracePt t="47782" x="8166100" y="5194300"/>
          <p14:tracePt t="47799" x="7556500" y="5149850"/>
          <p14:tracePt t="47816" x="6870700" y="5118100"/>
          <p14:tracePt t="47832" x="6483350" y="5118100"/>
          <p14:tracePt t="47849" x="5683250" y="5118100"/>
          <p14:tracePt t="47865" x="4775200" y="5143500"/>
          <p14:tracePt t="47882" x="4406900" y="5162550"/>
          <p14:tracePt t="47899" x="3644900" y="5213350"/>
          <p14:tracePt t="47915" x="3060700" y="5257800"/>
          <p14:tracePt t="47932" x="2813050" y="5302250"/>
          <p14:tracePt t="47949" x="2501900" y="5334000"/>
          <p14:tracePt t="47965" x="2330450" y="5378450"/>
          <p14:tracePt t="47982" x="2279650" y="5384800"/>
          <p14:tracePt t="47998" x="2209800" y="5416550"/>
          <p14:tracePt t="48015" x="2190750" y="5422900"/>
          <p14:tracePt t="48034" x="2139950" y="5429250"/>
          <p14:tracePt t="48048" x="2120900" y="5429250"/>
          <p14:tracePt t="48064" x="2114550" y="5435600"/>
          <p14:tracePt t="48081" x="2095500" y="5435600"/>
          <p14:tracePt t="48098" x="2089150" y="5435600"/>
          <p14:tracePt t="48114" x="2082800" y="5435600"/>
          <p14:tracePt t="48131" x="2082800" y="5429250"/>
          <p14:tracePt t="48147" x="2076450" y="5422900"/>
          <p14:tracePt t="48181" x="2076450" y="5403850"/>
          <p14:tracePt t="48197" x="2063750" y="5391150"/>
          <p14:tracePt t="48214" x="2032000" y="5365750"/>
          <p14:tracePt t="48230" x="1974850" y="5314950"/>
          <p14:tracePt t="48247" x="1924050" y="5232400"/>
          <p14:tracePt t="48265" x="1866900" y="5175250"/>
          <p14:tracePt t="48280" x="1841500" y="5143500"/>
          <p14:tracePt t="48297" x="1803400" y="5080000"/>
          <p14:tracePt t="48314" x="1771650" y="5016500"/>
          <p14:tracePt t="48330" x="1765300" y="4984750"/>
          <p14:tracePt t="48347" x="1746250" y="4965700"/>
          <p14:tracePt t="48364" x="1727200" y="4921250"/>
          <p14:tracePt t="48380" x="1714500" y="4876800"/>
          <p14:tracePt t="48398" x="1689100" y="4813300"/>
          <p14:tracePt t="48413" x="1676400" y="4794250"/>
          <p14:tracePt t="48430" x="1644650" y="4730750"/>
          <p14:tracePt t="48447" x="1619250" y="4686300"/>
          <p14:tracePt t="48463" x="1606550" y="4667250"/>
          <p14:tracePt t="48480" x="1568450" y="4622800"/>
          <p14:tracePt t="48496" x="1543050" y="4584700"/>
          <p14:tracePt t="48513" x="1524000" y="4572000"/>
          <p14:tracePt t="48530" x="1485900" y="4552950"/>
          <p14:tracePt t="48546" x="1466850" y="4521200"/>
          <p14:tracePt t="48563" x="1454150" y="4514850"/>
          <p14:tracePt t="48580" x="1428750" y="4489450"/>
          <p14:tracePt t="48596" x="1416050" y="4483100"/>
          <p14:tracePt t="48612" x="1409700" y="4483100"/>
          <p14:tracePt t="48630" x="1403350" y="4476750"/>
          <p14:tracePt t="48646" x="1397000" y="4470400"/>
          <p14:tracePt t="48662" x="1390650" y="4470400"/>
          <p14:tracePt t="48695" x="1384300" y="4470400"/>
          <p14:tracePt t="48728" x="1384300" y="4476750"/>
          <p14:tracePt t="48735" x="1377950" y="4476750"/>
          <p14:tracePt t="48770" x="1377950" y="4483100"/>
          <p14:tracePt t="48798" x="1371600" y="4483100"/>
          <p14:tracePt t="48826" x="1365250" y="4489450"/>
          <p14:tracePt t="48847" x="1358900" y="4489450"/>
          <p14:tracePt t="48875" x="1346200" y="4489450"/>
          <p14:tracePt t="48889" x="1339850" y="4495800"/>
          <p14:tracePt t="48903" x="1333500" y="4495800"/>
          <p14:tracePt t="48917" x="1327150" y="4495800"/>
          <p14:tracePt t="48928" x="1320800" y="4495800"/>
          <p14:tracePt t="48945" x="1308100" y="4502150"/>
          <p14:tracePt t="48961" x="1295400" y="4502150"/>
          <p14:tracePt t="48978" x="1270000" y="4508500"/>
          <p14:tracePt t="48995" x="1244600" y="4514850"/>
          <p14:tracePt t="49012" x="1231900" y="4514850"/>
          <p14:tracePt t="49029" x="1212850" y="4521200"/>
          <p14:tracePt t="49044" x="1206500" y="4521200"/>
          <p14:tracePt t="49064" x="1206500" y="4527550"/>
          <p14:tracePt t="49107" x="1206500" y="4533900"/>
          <p14:tracePt t="49129" x="1212850" y="4533900"/>
          <p14:tracePt t="49149" x="1219200" y="4540250"/>
          <p14:tracePt t="49156" x="1231900" y="4540250"/>
          <p14:tracePt t="49170" x="1250950" y="4540250"/>
          <p14:tracePt t="49178" x="1270000" y="4546600"/>
          <p14:tracePt t="49193" x="1320800" y="4552950"/>
          <p14:tracePt t="49211" x="1447800" y="4559300"/>
          <p14:tracePt t="49227" x="1631950" y="4591050"/>
          <p14:tracePt t="49244" x="1720850" y="4603750"/>
          <p14:tracePt t="49261" x="1898650" y="4610100"/>
          <p14:tracePt t="49277" x="1981200" y="4622800"/>
          <p14:tracePt t="49294" x="2095500" y="4622800"/>
          <p14:tracePt t="49311" x="2152650" y="4622800"/>
          <p14:tracePt t="49327" x="2171700" y="4622800"/>
          <p14:tracePt t="49343" x="2190750" y="4622800"/>
          <p14:tracePt t="49360" x="2203450" y="4622800"/>
          <p14:tracePt t="49422" x="2203450" y="4629150"/>
          <p14:tracePt t="49436" x="2203450" y="4635500"/>
          <p14:tracePt t="49457" x="2197100" y="4635500"/>
          <p14:tracePt t="49472" x="2190750" y="4641850"/>
          <p14:tracePt t="49486" x="2190750" y="4648200"/>
          <p14:tracePt t="49500" x="2184400" y="4654550"/>
          <p14:tracePt t="49509" x="2171700" y="4660900"/>
          <p14:tracePt t="49526" x="2165350" y="4660900"/>
          <p14:tracePt t="49543" x="2133600" y="4679950"/>
          <p14:tracePt t="49559" x="2076450" y="4718050"/>
          <p14:tracePt t="49577" x="2019300" y="4756150"/>
          <p14:tracePt t="49592" x="1987550" y="4781550"/>
          <p14:tracePt t="49609" x="1962150" y="4794250"/>
          <p14:tracePt t="49626" x="1898650" y="4819650"/>
          <p14:tracePt t="49642" x="1892300" y="4838700"/>
          <p14:tracePt t="49659" x="1879600" y="4838700"/>
          <p14:tracePt t="49676" x="1873250" y="4838700"/>
          <p14:tracePt t="49692" x="1873250" y="4845050"/>
          <p14:tracePt t="49738" x="1873250" y="4851400"/>
          <p14:tracePt t="49766" x="1879600" y="4851400"/>
          <p14:tracePt t="49780" x="1892300" y="4857750"/>
          <p14:tracePt t="49801" x="1898650" y="4857750"/>
          <p14:tracePt t="49809" x="1905000" y="4857750"/>
          <p14:tracePt t="49822" x="1911350" y="4857750"/>
          <p14:tracePt t="49850" x="1917700" y="4857750"/>
          <p14:tracePt t="49857" x="1924050" y="4857750"/>
          <p14:tracePt t="49872" x="1930400" y="4857750"/>
          <p14:tracePt t="49879" x="1943100" y="4857750"/>
          <p14:tracePt t="49894" x="1955800" y="4857750"/>
          <p14:tracePt t="49908" x="1968500" y="4857750"/>
          <p14:tracePt t="49925" x="2006600" y="4857750"/>
          <p14:tracePt t="49942" x="2063750" y="4857750"/>
          <p14:tracePt t="49958" x="2101850" y="4857750"/>
          <p14:tracePt t="49976" x="2165350" y="4857750"/>
          <p14:tracePt t="49991" x="2222500" y="4857750"/>
          <p14:tracePt t="50008" x="2254250" y="4857750"/>
          <p14:tracePt t="50024" x="2286000" y="4857750"/>
          <p14:tracePt t="50041" x="2311400" y="4851400"/>
          <p14:tracePt t="50059" x="2317750" y="4851400"/>
          <p14:tracePt t="50124" x="2311400" y="4851400"/>
          <p14:tracePt t="50131" x="2305050" y="4851400"/>
          <p14:tracePt t="50140" x="2298700" y="4851400"/>
          <p14:tracePt t="50157" x="2298700" y="4857750"/>
          <p14:tracePt t="50174" x="2279650" y="4857750"/>
          <p14:tracePt t="50190" x="2254250" y="4864100"/>
          <p14:tracePt t="50207" x="2241550" y="4864100"/>
          <p14:tracePt t="50224" x="2184400" y="4870450"/>
          <p14:tracePt t="50240" x="2146300" y="4876800"/>
          <p14:tracePt t="50257" x="2038350" y="4889500"/>
          <p14:tracePt t="50274" x="1924050" y="4895850"/>
          <p14:tracePt t="50290" x="1860550" y="4908550"/>
          <p14:tracePt t="50307" x="1765300" y="4908550"/>
          <p14:tracePt t="50323" x="1720850" y="4914900"/>
          <p14:tracePt t="50340" x="1695450" y="4914900"/>
          <p14:tracePt t="50356" x="1676400" y="4921250"/>
          <p14:tracePt t="50373" x="1670050" y="4921250"/>
          <p14:tracePt t="50419" x="1676400" y="4921250"/>
          <p14:tracePt t="50433" x="1689100" y="4921250"/>
          <p14:tracePt t="50442" x="1695450" y="4921250"/>
          <p14:tracePt t="50456" x="1708150" y="4921250"/>
          <p14:tracePt t="50472" x="1733550" y="4921250"/>
          <p14:tracePt t="50489" x="1771650" y="4927600"/>
          <p14:tracePt t="50506" x="1816100" y="4921250"/>
          <p14:tracePt t="50523" x="1854200" y="4921250"/>
          <p14:tracePt t="50539" x="1968500" y="4914900"/>
          <p14:tracePt t="50556" x="2089150" y="4895850"/>
          <p14:tracePt t="50573" x="2222500" y="4889500"/>
          <p14:tracePt t="50589" x="2273300" y="4876800"/>
          <p14:tracePt t="50606" x="2343150" y="4870450"/>
          <p14:tracePt t="50623" x="2374900" y="4864100"/>
          <p14:tracePt t="50639" x="2381250" y="4864100"/>
          <p14:tracePt t="50655" x="2387600" y="4857750"/>
          <p14:tracePt t="50672" x="2381250" y="4857750"/>
          <p14:tracePt t="50705" x="2362200" y="4857750"/>
          <p14:tracePt t="50722" x="2330450" y="4864100"/>
          <p14:tracePt t="50738" x="2305050" y="4864100"/>
          <p14:tracePt t="50756" x="2190750" y="4870450"/>
          <p14:tracePt t="50772" x="2000250" y="4870450"/>
          <p14:tracePt t="50789" x="1873250" y="4870450"/>
          <p14:tracePt t="50805" x="1581150" y="4883150"/>
          <p14:tracePt t="50822" x="1314450" y="4876800"/>
          <p14:tracePt t="50839" x="1200150" y="4876800"/>
          <p14:tracePt t="50855" x="1035050" y="4889500"/>
          <p14:tracePt t="50871" x="933450" y="4889500"/>
          <p14:tracePt t="50889" x="882650" y="4889500"/>
          <p14:tracePt t="50904" x="869950" y="4889500"/>
          <p14:tracePt t="50921" x="863600" y="4889500"/>
          <p14:tracePt t="50938" x="857250" y="4889500"/>
          <p14:tracePt t="51001" x="863600" y="4889500"/>
          <p14:tracePt t="51008" x="869950" y="4889500"/>
          <p14:tracePt t="51024" x="882650" y="4889500"/>
          <p14:tracePt t="51043" x="895350" y="4889500"/>
          <p14:tracePt t="51054" x="920750" y="4889500"/>
          <p14:tracePt t="51071" x="1022350" y="4895850"/>
          <p14:tracePt t="51087" x="1123950" y="4895850"/>
          <p14:tracePt t="51104" x="1250950" y="4921250"/>
          <p14:tracePt t="51121" x="1765300" y="4965700"/>
          <p14:tracePt t="51137" x="1917700" y="4965700"/>
          <p14:tracePt t="51154" x="2108200" y="4978400"/>
          <p14:tracePt t="51170" x="2432050" y="4991100"/>
          <p14:tracePt t="51187" x="2673350" y="5003800"/>
          <p14:tracePt t="51204" x="2762250" y="5010150"/>
          <p14:tracePt t="51220" x="2876550" y="5010150"/>
          <p14:tracePt t="51237" x="2921000" y="5016500"/>
          <p14:tracePt t="51273" x="2921000" y="5010150"/>
          <p14:tracePt t="51287" x="2914650" y="5010150"/>
          <p14:tracePt t="51303" x="2889250" y="5010150"/>
          <p14:tracePt t="51319" x="2851150" y="5010150"/>
          <p14:tracePt t="51336" x="2711450" y="5010150"/>
          <p14:tracePt t="51353" x="2482850" y="5022850"/>
          <p14:tracePt t="51370" x="2159000" y="5048250"/>
          <p14:tracePt t="51386" x="1943100" y="5060950"/>
          <p14:tracePt t="51403" x="1600200" y="5073650"/>
          <p14:tracePt t="51420" x="1301750" y="5080000"/>
          <p14:tracePt t="51436" x="1212850" y="5092700"/>
          <p14:tracePt t="51453" x="1079500" y="5111750"/>
          <p14:tracePt t="51469" x="1009650" y="5124450"/>
          <p14:tracePt t="51486" x="977900" y="5130800"/>
          <p14:tracePt t="51503" x="933450" y="5137150"/>
          <p14:tracePt t="51519" x="908050" y="5143500"/>
          <p14:tracePt t="51536" x="901700" y="5143500"/>
          <p14:tracePt t="51553" x="895350" y="5143500"/>
          <p14:tracePt t="51595" x="901700" y="5143500"/>
          <p14:tracePt t="51637" x="914400" y="5143500"/>
          <p14:tracePt t="51658" x="920750" y="5143500"/>
          <p14:tracePt t="51679" x="927100" y="5143500"/>
          <p14:tracePt t="51686" x="933450" y="5143500"/>
          <p14:tracePt t="51700" x="939800" y="5143500"/>
          <p14:tracePt t="51707" x="946150" y="5143500"/>
          <p14:tracePt t="51728" x="958850" y="5137150"/>
          <p14:tracePt t="51742" x="977900" y="5137150"/>
          <p14:tracePt t="51751" x="1009650" y="5130800"/>
          <p14:tracePt t="51768" x="1073150" y="5130800"/>
          <p14:tracePt t="51785" x="1263650" y="5118100"/>
          <p14:tracePt t="51801" x="1504950" y="5105400"/>
          <p14:tracePt t="51818" x="1644650" y="5099050"/>
          <p14:tracePt t="51834" x="1860550" y="5099050"/>
          <p14:tracePt t="51851" x="2000250" y="5099050"/>
          <p14:tracePt t="51869" x="2051050" y="5099050"/>
          <p14:tracePt t="51884" x="2063750" y="5099050"/>
          <p14:tracePt t="51902" x="2070100" y="5092700"/>
          <p14:tracePt t="51939" x="2063750" y="5092700"/>
          <p14:tracePt t="51974" x="2057400" y="5092700"/>
          <p14:tracePt t="51980" x="2051050" y="5092700"/>
          <p14:tracePt t="52009" x="2044700" y="5092700"/>
          <p14:tracePt t="52023" x="2038350" y="5092700"/>
          <p14:tracePt t="52044" x="2032000" y="5099050"/>
          <p14:tracePt t="52058" x="2025650" y="5099050"/>
          <p14:tracePt t="52071" x="2019300" y="5099050"/>
          <p14:tracePt t="52079" x="2006600" y="5099050"/>
          <p14:tracePt t="52093" x="1987550" y="5099050"/>
          <p14:tracePt t="52101" x="1968500" y="5099050"/>
          <p14:tracePt t="52117" x="1917700" y="5099050"/>
          <p14:tracePt t="52135" x="1803400" y="5111750"/>
          <p14:tracePt t="52151" x="1612900" y="5124450"/>
          <p14:tracePt t="52167" x="1517650" y="5130800"/>
          <p14:tracePt t="52184" x="1352550" y="5149850"/>
          <p14:tracePt t="52200" x="1219200" y="5168900"/>
          <p14:tracePt t="52217" x="1181100" y="5187950"/>
          <p14:tracePt t="52234" x="1117600" y="5194300"/>
          <p14:tracePt t="52249" x="1092200" y="5207000"/>
          <p14:tracePt t="52267" x="1085850" y="5207000"/>
          <p14:tracePt t="52283" x="1079500" y="5213350"/>
          <p14:tracePt t="52300" x="1079500" y="5219700"/>
          <p14:tracePt t="52408" x="1073150" y="5226050"/>
          <p14:tracePt t="52430" x="1066800" y="5226050"/>
          <p14:tracePt t="52458" x="1066800" y="5232400"/>
          <p14:tracePt t="52479" x="1066800" y="5238750"/>
          <p14:tracePt t="52500" x="1060450" y="5245100"/>
          <p14:tracePt t="52521" x="1060450" y="5251450"/>
          <p14:tracePt t="52528" x="1054100" y="5251450"/>
          <p14:tracePt t="52550" x="1054100" y="5257800"/>
          <p14:tracePt t="52570" x="1054100" y="5264150"/>
          <p14:tracePt t="52633" x="1054100" y="5270500"/>
          <p14:tracePt t="56182" x="1054100" y="5295900"/>
          <p14:tracePt t="56189" x="1060450" y="5334000"/>
          <p14:tracePt t="56204" x="1073150" y="5378450"/>
          <p14:tracePt t="56210" x="1079500" y="5422900"/>
          <p14:tracePt t="56224" x="1085850" y="5448300"/>
          <p14:tracePt t="56237" x="1092200" y="5480050"/>
          <p14:tracePt t="56254" x="1098550" y="5530850"/>
          <p14:tracePt t="56269" x="1098550" y="5537200"/>
          <p14:tracePt t="56287" x="1098550" y="5575300"/>
          <p14:tracePt t="56303" x="1098550" y="5607050"/>
          <p14:tracePt t="56319" x="1092200" y="5626100"/>
          <p14:tracePt t="56336" x="1085850" y="5651500"/>
          <p14:tracePt t="56353" x="1073150" y="5670550"/>
          <p14:tracePt t="56369" x="1073150" y="5676900"/>
          <p14:tracePt t="56385" x="1066800" y="5683250"/>
          <p14:tracePt t="56402" x="1066800" y="5689600"/>
          <p14:tracePt t="56799" x="1066800" y="5695950"/>
          <p14:tracePt t="56869" x="1060450" y="5695950"/>
          <p14:tracePt t="56890" x="1054100" y="5708650"/>
          <p14:tracePt t="56912" x="1041400" y="5715000"/>
          <p14:tracePt t="56919" x="1028700" y="5721350"/>
          <p14:tracePt t="56933" x="1003300" y="5734050"/>
          <p14:tracePt t="56939" x="984250" y="5753100"/>
          <p14:tracePt t="56953" x="933450" y="5778500"/>
          <p14:tracePt t="56968" x="876300" y="5803900"/>
          <p14:tracePt t="56984" x="736600" y="5886450"/>
          <p14:tracePt t="57000" x="660400" y="5924550"/>
          <p14:tracePt t="57017" x="495300" y="6007100"/>
          <p14:tracePt t="57033" x="361950" y="6070600"/>
          <p14:tracePt t="57050" x="304800" y="6102350"/>
          <p14:tracePt t="57067" x="241300" y="6134100"/>
          <p14:tracePt t="57083" x="196850" y="6153150"/>
          <p14:tracePt t="57101" x="184150" y="6159500"/>
          <p14:tracePt t="57116" x="184150" y="6165850"/>
          <p14:tracePt t="57133" x="177800" y="6165850"/>
          <p14:tracePt t="57166" x="177800" y="6172200"/>
          <p14:tracePt t="57403" x="177800" y="6165850"/>
          <p14:tracePt t="57473" x="184150" y="6159500"/>
          <p14:tracePt t="57515" x="190500" y="6159500"/>
          <p14:tracePt t="57550" x="196850" y="6153150"/>
          <p14:tracePt t="57571" x="203200" y="6153150"/>
          <p14:tracePt t="57585" x="209550" y="6153150"/>
          <p14:tracePt t="57592" x="222250" y="6153150"/>
          <p14:tracePt t="57606" x="234950" y="6140450"/>
          <p14:tracePt t="57614" x="266700" y="6134100"/>
          <p14:tracePt t="57631" x="311150" y="6127750"/>
          <p14:tracePt t="57648" x="438150" y="6102350"/>
          <p14:tracePt t="57664" x="635000" y="6045200"/>
          <p14:tracePt t="57681" x="742950" y="6019800"/>
          <p14:tracePt t="57698" x="946150" y="5956300"/>
          <p14:tracePt t="57714" x="1117600" y="5905500"/>
          <p14:tracePt t="57731" x="1200150" y="5873750"/>
          <p14:tracePt t="57748" x="1308100" y="5829300"/>
          <p14:tracePt t="57764" x="1352550" y="5810250"/>
          <p14:tracePt t="57782" x="1422400" y="5772150"/>
          <p14:tracePt t="57797" x="1435100" y="5765800"/>
          <p14:tracePt t="57814" x="1435100" y="5759450"/>
          <p14:tracePt t="57831" x="1441450" y="5759450"/>
          <p14:tracePt t="58083" x="1428750" y="5759450"/>
          <p14:tracePt t="58098" x="1403350" y="5765800"/>
          <p14:tracePt t="58104" x="1365250" y="5778500"/>
          <p14:tracePt t="58113" x="1314450" y="5797550"/>
          <p14:tracePt t="58129" x="1244600" y="5816600"/>
          <p14:tracePt t="58147" x="1085850" y="5861050"/>
          <p14:tracePt t="58163" x="984250" y="5892800"/>
          <p14:tracePt t="58180" x="787400" y="5969000"/>
          <p14:tracePt t="58196" x="590550" y="6032500"/>
          <p14:tracePt t="58213" x="520700" y="6051550"/>
          <p14:tracePt t="58216" x="457200" y="6070600"/>
          <p14:tracePt t="58229" x="412750" y="6083300"/>
          <p14:tracePt t="58245" x="368300" y="6096000"/>
          <p14:tracePt t="58262" x="349250" y="6108700"/>
          <p14:tracePt t="58280" x="336550" y="6108700"/>
          <p14:tracePt t="58296" x="330200" y="6108700"/>
          <p14:tracePt t="58392" x="336550" y="6108700"/>
          <p14:tracePt t="58406" x="342900" y="6108700"/>
          <p14:tracePt t="58414" x="349250" y="6108700"/>
          <p14:tracePt t="58429" x="355600" y="6108700"/>
          <p14:tracePt t="58445" x="361950" y="6108700"/>
          <p14:tracePt t="58463" x="412750" y="6083300"/>
          <p14:tracePt t="58479" x="457200" y="6076950"/>
          <p14:tracePt t="58495" x="508000" y="6057900"/>
          <p14:tracePt t="58512" x="647700" y="6007100"/>
          <p14:tracePt t="58528" x="819150" y="5962650"/>
          <p14:tracePt t="58545" x="908050" y="5930900"/>
          <p14:tracePt t="58561" x="1079500" y="5886450"/>
          <p14:tracePt t="58578" x="1225550" y="5842000"/>
          <p14:tracePt t="58595" x="1346200" y="5810250"/>
          <p14:tracePt t="58611" x="1390650" y="5797550"/>
          <p14:tracePt t="58628" x="1441450" y="5772150"/>
          <p14:tracePt t="58645" x="1473200" y="5765800"/>
          <p14:tracePt t="58661" x="1479550" y="5759450"/>
          <p14:tracePt t="58677" x="1485900" y="5753100"/>
          <p14:tracePt t="58750" x="1485900" y="5746750"/>
          <p14:tracePt t="58756" x="1485900" y="5740400"/>
          <p14:tracePt t="58820" x="1492250" y="5734050"/>
          <p14:tracePt t="58848" x="1498600" y="5734050"/>
          <p14:tracePt t="58855" x="1504950" y="5727700"/>
          <p14:tracePt t="58897" x="1511300" y="5727700"/>
          <p14:tracePt t="58904" x="1517650" y="5727700"/>
          <p14:tracePt t="58925" x="1524000" y="5721350"/>
          <p14:tracePt t="58946" x="1530350" y="5721350"/>
          <p14:tracePt t="58962" x="1543050" y="5715000"/>
          <p14:tracePt t="58967" x="1549400" y="5715000"/>
          <p14:tracePt t="58976" x="1562100" y="5715000"/>
          <p14:tracePt t="58993" x="1581150" y="5708650"/>
          <p14:tracePt t="59010" x="1651000" y="5702300"/>
          <p14:tracePt t="59026" x="1714500" y="5695950"/>
          <p14:tracePt t="59044" x="1924050" y="5670550"/>
          <p14:tracePt t="59060" x="2279650" y="5638800"/>
          <p14:tracePt t="59076" x="2546350" y="5619750"/>
          <p14:tracePt t="59094" x="3251200" y="5588000"/>
          <p14:tracePt t="59110" x="4140200" y="5537200"/>
          <p14:tracePt t="59126" x="4610100" y="5518150"/>
          <p14:tracePt t="59143" x="5524500" y="5461000"/>
          <p14:tracePt t="59159" x="6235700" y="5416550"/>
          <p14:tracePt t="59176" x="6553200" y="5378450"/>
          <p14:tracePt t="59193" x="7023100" y="5327650"/>
          <p14:tracePt t="59209" x="7346950" y="5264150"/>
          <p14:tracePt t="59227" x="7575550" y="5207000"/>
          <p14:tracePt t="59243" x="7677150" y="5181600"/>
          <p14:tracePt t="59259" x="7823200" y="5143500"/>
          <p14:tracePt t="59276" x="7943850" y="5124450"/>
          <p14:tracePt t="59292" x="8001000" y="5105400"/>
          <p14:tracePt t="59309" x="8064500" y="5099050"/>
          <p14:tracePt t="59327" x="8172450" y="5067300"/>
          <p14:tracePt t="59342" x="8216900" y="5060950"/>
          <p14:tracePt t="59359" x="8318500" y="5054600"/>
          <p14:tracePt t="59375" x="8382000" y="5060950"/>
          <p14:tracePt t="59392" x="8426450" y="5060950"/>
          <p14:tracePt t="59409" x="8451850" y="5060950"/>
          <p14:tracePt t="59425" x="8496300" y="5054600"/>
          <p14:tracePt t="59442" x="8540750" y="5054600"/>
          <p14:tracePt t="59459" x="8578850" y="5054600"/>
          <p14:tracePt t="59475" x="8591550" y="5054600"/>
          <p14:tracePt t="59492" x="8604250" y="5048250"/>
          <p14:tracePt t="59509" x="8610600" y="5048250"/>
          <p14:tracePt t="59578" x="8610600" y="5054600"/>
          <p14:tracePt t="59585" x="8610600" y="506095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altLang="en-US" sz="4400" dirty="0"/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731520"/>
            <a:ext cx="8839200" cy="612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init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__(self, name="Bob", age=20):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 File "&lt;</a:t>
            </a:r>
            <a:r>
              <a:rPr lang="en-US" altLang="en-US" sz="2400" kern="0" spc="-9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&gt;", line 1, in &lt;module&gt;</a:t>
            </a:r>
          </a:p>
        </p:txBody>
      </p:sp>
    </p:spTree>
    <p:extLst>
      <p:ext uri="{BB962C8B-B14F-4D97-AF65-F5344CB8AC3E}">
        <p14:creationId xmlns:p14="http://schemas.microsoft.com/office/powerpoint/2010/main" val="237541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altLang="en-US" sz="4400" dirty="0"/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731520"/>
            <a:ext cx="8839200" cy="612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self.name = name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 File "&lt;</a:t>
            </a:r>
            <a:r>
              <a:rPr lang="en-US" altLang="en-US" sz="2400" kern="0" spc="-9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12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AttributeError</a:t>
            </a:r>
            <a:r>
              <a:rPr lang="en-US" altLang="en-US" sz="24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altLang="en-US" sz="20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400" kern="0" spc="-12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int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object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has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no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attribute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'talk'</a:t>
            </a:r>
          </a:p>
        </p:txBody>
      </p:sp>
    </p:spTree>
    <p:extLst>
      <p:ext uri="{BB962C8B-B14F-4D97-AF65-F5344CB8AC3E}">
        <p14:creationId xmlns:p14="http://schemas.microsoft.com/office/powerpoint/2010/main" val="65845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altLang="en-US" sz="4400" dirty="0"/>
              <a:t>Setting default values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28600" y="731520"/>
            <a:ext cx="8839200" cy="612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self.age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= age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__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__(self):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return ("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"+</a:t>
            </a: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def talk(self):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    print ("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", </a:t>
            </a: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self.name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Person(name="</a:t>
            </a:r>
            <a:r>
              <a:rPr lang="en-US" altLang="en-US" sz="2400" kern="0" dirty="0" err="1">
                <a:latin typeface="Lucida Console" panose="020B0609040504020204" pitchFamily="49" charset="0"/>
                <a:cs typeface="Courier New" pitchFamily="49" charset="0"/>
              </a:rPr>
              <a:t>Alice",age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="unknown")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&lt;__</a:t>
            </a:r>
            <a:r>
              <a:rPr lang="en-US" altLang="en-US" sz="2400" kern="0" dirty="0" err="1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main__.Person</a:t>
            </a:r>
            <a:r>
              <a:rPr lang="en-US" altLang="en-US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object at 0x6ffff7bf3c8&gt;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print(_)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displayed: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Hi, I am Alice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Recall: “_” is last </a:t>
            </a:r>
            <a:r>
              <a:rPr lang="en-US" altLang="en-US" sz="24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displayed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3333CC"/>
                </a:solidFill>
                <a:latin typeface="Lucida Console" panose="020B0609040504020204" pitchFamily="49" charset="0"/>
                <a:cs typeface="Courier New" pitchFamily="49" charset="0"/>
              </a:rPr>
              <a:t>Hi, I am Alice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5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en-US" sz="2400" kern="0" dirty="0">
                <a:latin typeface="Lucida Console" panose="020B0609040504020204" pitchFamily="49" charset="0"/>
                <a:cs typeface="Courier New" pitchFamily="49" charset="0"/>
              </a:rPr>
              <a:t> _.talk()  </a:t>
            </a:r>
            <a:r>
              <a:rPr lang="en-US" altLang="en-US" sz="2400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# Last displayed is now “5”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6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altLang="en-US" sz="2400" kern="0" spc="-6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 File "&lt;</a:t>
            </a:r>
            <a:r>
              <a:rPr lang="en-US" altLang="en-US" sz="2400" kern="0" spc="-9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en-US" sz="2400" kern="0" spc="-9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spc="-120" dirty="0" err="1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AttributeError</a:t>
            </a:r>
            <a:r>
              <a:rPr lang="en-US" altLang="en-US" sz="24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altLang="en-US" sz="2000" kern="0" spc="-120" dirty="0">
                <a:solidFill>
                  <a:srgbClr val="FF9797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400" kern="0" spc="-12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int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object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has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no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attribute</a:t>
            </a:r>
            <a:r>
              <a:rPr lang="en-US" altLang="en-US" sz="20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en-US" sz="2400" kern="0" spc="-12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'talk'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2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54"/>
    </mc:Choice>
    <mc:Fallback xmlns="">
      <p:transition spd="slow" advTm="11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078" x="8547100" y="5060950"/>
          <p14:tracePt t="2085" x="8470900" y="5060950"/>
          <p14:tracePt t="2095" x="8382000" y="5060950"/>
          <p14:tracePt t="2110" x="8197850" y="5048250"/>
          <p14:tracePt t="2127" x="7956550" y="5048250"/>
          <p14:tracePt t="2143" x="7791450" y="5035550"/>
          <p14:tracePt t="2158" x="7613650" y="5035550"/>
          <p14:tracePt t="2176" x="7346950" y="5022850"/>
          <p14:tracePt t="2192" x="7156450" y="5029200"/>
          <p14:tracePt t="2209" x="6940550" y="5029200"/>
          <p14:tracePt t="2226" x="6553200" y="5029200"/>
          <p14:tracePt t="2242" x="6394450" y="5048250"/>
          <p14:tracePt t="2258" x="6280150" y="5054600"/>
          <p14:tracePt t="2275" x="6127750" y="5092700"/>
          <p14:tracePt t="2292" x="6121400" y="5099050"/>
          <p14:tracePt t="2753" x="6051550" y="5086350"/>
          <p14:tracePt t="2760" x="5937250" y="5048250"/>
          <p14:tracePt t="2774" x="5645150" y="4991100"/>
          <p14:tracePt t="2790" x="5334000" y="4953000"/>
          <p14:tracePt t="2807" x="4927600" y="4927600"/>
          <p14:tracePt t="2824" x="4451350" y="4946650"/>
          <p14:tracePt t="2840" x="4159250" y="4978400"/>
          <p14:tracePt t="2857" x="3873500" y="5010150"/>
          <p14:tracePt t="2873" x="3479800" y="5086350"/>
          <p14:tracePt t="2890" x="3270250" y="5118100"/>
          <p14:tracePt t="2907" x="2978150" y="5168900"/>
          <p14:tracePt t="2923" x="2768600" y="5226050"/>
          <p14:tracePt t="2940" x="2609850" y="5245100"/>
          <p14:tracePt t="2957" x="2476500" y="5283200"/>
          <p14:tracePt t="2973" x="2317750" y="5308600"/>
          <p14:tracePt t="2989" x="2241550" y="5340350"/>
          <p14:tracePt t="3006" x="2171700" y="5365750"/>
          <p14:tracePt t="3023" x="2152650" y="5372100"/>
          <p14:tracePt t="3040" x="2139950" y="5397500"/>
          <p14:tracePt t="3056" x="2133600" y="5403850"/>
          <p14:tracePt t="3090" x="2133600" y="5410200"/>
          <p14:tracePt t="3195" x="2133600" y="5416550"/>
          <p14:tracePt t="3215" x="2133600" y="5422900"/>
          <p14:tracePt t="3229" x="2133600" y="5429250"/>
          <p14:tracePt t="3251" x="2127250" y="5441950"/>
          <p14:tracePt t="3258" x="2120900" y="5454650"/>
          <p14:tracePt t="3272" x="2114550" y="5473700"/>
          <p14:tracePt t="3288" x="2108200" y="5499100"/>
          <p14:tracePt t="3305" x="2108200" y="5511800"/>
          <p14:tracePt t="3321" x="2108200" y="5518150"/>
          <p14:tracePt t="3338" x="2108200" y="5530850"/>
          <p14:tracePt t="3371" x="2108200" y="5537200"/>
          <p14:tracePt t="3388" x="2127250" y="5537200"/>
          <p14:tracePt t="3405" x="2203450" y="5537200"/>
          <p14:tracePt t="3421" x="2292350" y="5537200"/>
          <p14:tracePt t="3438" x="2457450" y="5537200"/>
          <p14:tracePt t="3455" x="2774950" y="5524500"/>
          <p14:tracePt t="3471" x="2990850" y="5492750"/>
          <p14:tracePt t="3488" x="3219450" y="5461000"/>
          <p14:tracePt t="3505" x="3479800" y="5410200"/>
          <p14:tracePt t="3521" x="3651250" y="5378450"/>
          <p14:tracePt t="3539" x="3835400" y="5334000"/>
          <p14:tracePt t="3554" x="3956050" y="5308600"/>
          <p14:tracePt t="3571" x="4064000" y="5276850"/>
          <p14:tracePt t="3588" x="4229100" y="5245100"/>
          <p14:tracePt t="3604" x="4349750" y="5194300"/>
          <p14:tracePt t="3621" x="4470400" y="5168900"/>
          <p14:tracePt t="3638" x="4660900" y="5118100"/>
          <p14:tracePt t="3654" x="4762500" y="5105400"/>
          <p14:tracePt t="3671" x="4870450" y="5073650"/>
          <p14:tracePt t="3687" x="5010150" y="5035550"/>
          <p14:tracePt t="3704" x="5124450" y="4997450"/>
          <p14:tracePt t="3721" x="5346700" y="4927600"/>
          <p14:tracePt t="3737" x="5530850" y="4883150"/>
          <p14:tracePt t="3753" x="5702300" y="4845050"/>
          <p14:tracePt t="3770" x="5949950" y="4756150"/>
          <p14:tracePt t="3787" x="6121400" y="4692650"/>
          <p14:tracePt t="3803" x="6261100" y="4648200"/>
          <p14:tracePt t="3820" x="6426200" y="4572000"/>
          <p14:tracePt t="3837" x="6489700" y="4540250"/>
          <p14:tracePt t="3854" x="6565900" y="4495800"/>
          <p14:tracePt t="3870" x="6610350" y="4457700"/>
          <p14:tracePt t="3886" x="6642100" y="4432300"/>
          <p14:tracePt t="3904" x="6673850" y="4406900"/>
          <p14:tracePt t="3920" x="6686550" y="4394200"/>
          <p14:tracePt t="3936" x="6686550" y="4381500"/>
          <p14:tracePt t="3953" x="6699250" y="4375150"/>
          <p14:tracePt t="3986" x="6699250" y="4368800"/>
          <p14:tracePt t="4009" x="6699250" y="4362450"/>
          <p14:tracePt t="4030" x="6692900" y="4362450"/>
          <p14:tracePt t="4051" x="6686550" y="4356100"/>
          <p14:tracePt t="4058" x="6680200" y="4349750"/>
          <p14:tracePt t="4079" x="6673850" y="4349750"/>
          <p14:tracePt t="4113" x="6667500" y="4349750"/>
          <p14:tracePt t="4121" x="6654800" y="4349750"/>
          <p14:tracePt t="4128" x="6642100" y="4343400"/>
          <p14:tracePt t="4142" x="6623050" y="4343400"/>
          <p14:tracePt t="4152" x="6578600" y="4337050"/>
          <p14:tracePt t="4168" x="6527800" y="4330700"/>
          <p14:tracePt t="4185" x="6388100" y="4311650"/>
          <p14:tracePt t="4202" x="6165850" y="4279900"/>
          <p14:tracePt t="4219" x="5962650" y="4254500"/>
          <p14:tracePt t="4235" x="5873750" y="4254500"/>
          <p14:tracePt t="4252" x="5784850" y="4254500"/>
          <p14:tracePt t="4269" x="5651500" y="4273550"/>
          <p14:tracePt t="4285" x="5638800" y="4273550"/>
          <p14:tracePt t="4302" x="5626100" y="4273550"/>
          <p14:tracePt t="4318" x="5619750" y="4279900"/>
          <p14:tracePt t="4338" x="5626100" y="4279900"/>
          <p14:tracePt t="4354" x="5632450" y="4279900"/>
          <p14:tracePt t="4368" x="5638800" y="4273550"/>
          <p14:tracePt t="4385" x="5683250" y="4260850"/>
          <p14:tracePt t="4402" x="5740400" y="4248150"/>
          <p14:tracePt t="4418" x="5810250" y="4229100"/>
          <p14:tracePt t="4434" x="5949950" y="4210050"/>
          <p14:tracePt t="4451" x="6146800" y="4178300"/>
          <p14:tracePt t="4468" x="6248400" y="4165600"/>
          <p14:tracePt t="4485" x="6438900" y="4159250"/>
          <p14:tracePt t="4501" x="6565900" y="4146550"/>
          <p14:tracePt t="4517" x="6597650" y="4140200"/>
          <p14:tracePt t="4535" x="6648450" y="4140200"/>
          <p14:tracePt t="4551" x="6667500" y="4140200"/>
          <p14:tracePt t="4612" x="6661150" y="4140200"/>
          <p14:tracePt t="4633" x="6654800" y="4140200"/>
          <p14:tracePt t="4640" x="6648450" y="4140200"/>
          <p14:tracePt t="4654" x="6642100" y="4140200"/>
          <p14:tracePt t="4668" x="6635750" y="4140200"/>
          <p14:tracePt t="4683" x="6616700" y="4140200"/>
          <p14:tracePt t="4700" x="6591300" y="4146550"/>
          <p14:tracePt t="4717" x="6553200" y="4152900"/>
          <p14:tracePt t="4733" x="6496050" y="4178300"/>
          <p14:tracePt t="4750" x="6451600" y="4197350"/>
          <p14:tracePt t="4767" x="6375400" y="4222750"/>
          <p14:tracePt t="4783" x="6318250" y="4241800"/>
          <p14:tracePt t="4799" x="6286500" y="4248150"/>
          <p14:tracePt t="4816" x="6216650" y="4267200"/>
          <p14:tracePt t="4833" x="6146800" y="4279900"/>
          <p14:tracePt t="4851" x="6051550" y="4292600"/>
          <p14:tracePt t="4866" x="5988050" y="4298950"/>
          <p14:tracePt t="4883" x="5911850" y="4298950"/>
          <p14:tracePt t="4900" x="5600700" y="4343400"/>
          <p14:tracePt t="4916" x="5499100" y="4343400"/>
          <p14:tracePt t="4933" x="5384800" y="4349750"/>
          <p14:tracePt t="4949" x="5162550" y="4362450"/>
          <p14:tracePt t="4966" x="4927600" y="4381500"/>
          <p14:tracePt t="4985" x="4718050" y="4381500"/>
          <p14:tracePt t="4999" x="4610100" y="4394200"/>
          <p14:tracePt t="5016" x="4343400" y="4425950"/>
          <p14:tracePt t="5033" x="4229100" y="4438650"/>
          <p14:tracePt t="5049" x="4000500" y="4457700"/>
          <p14:tracePt t="5066" x="3835400" y="4489450"/>
          <p14:tracePt t="5083" x="3651250" y="4508500"/>
          <p14:tracePt t="5099" x="3562350" y="4527550"/>
          <p14:tracePt t="5117" x="3409950" y="4546600"/>
          <p14:tracePt t="5132" x="3263900" y="4565650"/>
          <p14:tracePt t="5149" x="3187700" y="4584700"/>
          <p14:tracePt t="5166" x="3041650" y="4603750"/>
          <p14:tracePt t="5182" x="2876550" y="4622800"/>
          <p14:tracePt t="5199" x="2819400" y="4641850"/>
          <p14:tracePt t="5216" x="2724150" y="4648200"/>
          <p14:tracePt t="5232" x="2673350" y="4673600"/>
          <p14:tracePt t="5248" x="2654300" y="4679950"/>
          <p14:tracePt t="5252" x="2635250" y="4686300"/>
          <p14:tracePt t="5267" x="2622550" y="4686300"/>
          <p14:tracePt t="5282" x="2597150" y="4692650"/>
          <p14:tracePt t="5300" x="2527300" y="4711700"/>
          <p14:tracePt t="5315" x="2514600" y="4724400"/>
          <p14:tracePt t="5332" x="2514600" y="4730750"/>
          <p14:tracePt t="5695" x="2489200" y="4730750"/>
          <p14:tracePt t="5701" x="2432050" y="4730750"/>
          <p14:tracePt t="5717" x="2381250" y="4737100"/>
          <p14:tracePt t="5730" x="2317750" y="4756150"/>
          <p14:tracePt t="5747" x="2203450" y="4806950"/>
          <p14:tracePt t="5765" x="2057400" y="4876800"/>
          <p14:tracePt t="5780" x="1962150" y="4940300"/>
          <p14:tracePt t="5796" x="1733550" y="5067300"/>
          <p14:tracePt t="5814" x="1517650" y="5194300"/>
          <p14:tracePt t="5829" x="1422400" y="5257800"/>
          <p14:tracePt t="5846" x="1270000" y="5372100"/>
          <p14:tracePt t="5863" x="1149350" y="5448300"/>
          <p14:tracePt t="5879" x="1104900" y="5473700"/>
          <p14:tracePt t="5896" x="1054100" y="5499100"/>
          <p14:tracePt t="5913" x="965200" y="5549900"/>
          <p14:tracePt t="5930" x="939800" y="5549900"/>
          <p14:tracePt t="5946" x="920750" y="5556250"/>
          <p14:tracePt t="5963" x="895350" y="5556250"/>
          <p14:tracePt t="5979" x="889000" y="5556250"/>
          <p14:tracePt t="5997" x="863600" y="5556250"/>
          <p14:tracePt t="6012" x="844550" y="5556250"/>
          <p14:tracePt t="6029" x="800100" y="5549900"/>
          <p14:tracePt t="6046" x="742950" y="5518150"/>
          <p14:tracePt t="6063" x="698500" y="5499100"/>
          <p14:tracePt t="6079" x="590550" y="5467350"/>
          <p14:tracePt t="6096" x="501650" y="5429250"/>
          <p14:tracePt t="6112" x="457200" y="5422900"/>
          <p14:tracePt t="6129" x="412750" y="5410200"/>
          <p14:tracePt t="6145" x="381000" y="5397500"/>
          <p14:tracePt t="6179" x="374650" y="5397500"/>
          <p14:tracePt t="6235" x="381000" y="5397500"/>
          <p14:tracePt t="6242" x="387350" y="5397500"/>
          <p14:tracePt t="6256" x="393700" y="5397500"/>
          <p14:tracePt t="6265" x="400050" y="5397500"/>
          <p14:tracePt t="6278" x="412750" y="5391150"/>
          <p14:tracePt t="6295" x="425450" y="5384800"/>
          <p14:tracePt t="6312" x="488950" y="5365750"/>
          <p14:tracePt t="6328" x="514350" y="5359400"/>
          <p14:tracePt t="6345" x="546100" y="5346700"/>
          <p14:tracePt t="6361" x="596900" y="5321300"/>
          <p14:tracePt t="6378" x="641350" y="5308600"/>
          <p14:tracePt t="6394" x="647700" y="5302250"/>
          <p14:tracePt t="6411" x="654050" y="5295900"/>
          <p14:tracePt t="6473" x="647700" y="5295900"/>
          <p14:tracePt t="6487" x="641350" y="5295900"/>
          <p14:tracePt t="6496" x="628650" y="5302250"/>
          <p14:tracePt t="6510" x="622300" y="5302250"/>
          <p14:tracePt t="6527" x="615950" y="5308600"/>
          <p14:tracePt t="6544" x="590550" y="5321300"/>
          <p14:tracePt t="6560" x="577850" y="5327650"/>
          <p14:tracePt t="6577" x="565150" y="5327650"/>
          <p14:tracePt t="6594" x="533400" y="5353050"/>
          <p14:tracePt t="6610" x="527050" y="5359400"/>
          <p14:tracePt t="6634" x="527050" y="5372100"/>
          <p14:tracePt t="6662" x="539750" y="5378450"/>
          <p14:tracePt t="6678" x="552450" y="5378450"/>
          <p14:tracePt t="6683" x="565150" y="5378450"/>
          <p14:tracePt t="6698" x="603250" y="5384800"/>
          <p14:tracePt t="6710" x="628650" y="5391150"/>
          <p14:tracePt t="6727" x="736600" y="5397500"/>
          <p14:tracePt t="6743" x="787400" y="5397500"/>
          <p14:tracePt t="6760" x="876300" y="5397500"/>
          <p14:tracePt t="6776" x="939800" y="5397500"/>
          <p14:tracePt t="6793" x="958850" y="5397500"/>
          <p14:tracePt t="6797" x="977900" y="5397500"/>
          <p14:tracePt t="6813" x="984250" y="5397500"/>
          <p14:tracePt t="6826" x="996950" y="5397500"/>
          <p14:tracePt t="6862" x="1003300" y="5391150"/>
          <p14:tracePt t="6915" x="1009650" y="5378450"/>
          <p14:tracePt t="6929" x="1009650" y="5372100"/>
          <p14:tracePt t="6936" x="1022350" y="5365750"/>
          <p14:tracePt t="6950" x="1035050" y="5359400"/>
          <p14:tracePt t="6959" x="1060450" y="5334000"/>
          <p14:tracePt t="6976" x="1092200" y="5314950"/>
          <p14:tracePt t="6993" x="1187450" y="5226050"/>
          <p14:tracePt t="7009" x="1314450" y="5105400"/>
          <p14:tracePt t="7026" x="1371600" y="5048250"/>
          <p14:tracePt t="7042" x="1485900" y="4908550"/>
          <p14:tracePt t="7059" x="1555750" y="4768850"/>
          <p14:tracePt t="7076" x="1574800" y="4692650"/>
          <p14:tracePt t="7092" x="1581150" y="4502150"/>
          <p14:tracePt t="7109" x="1530350" y="4292600"/>
          <p14:tracePt t="7126" x="1454150" y="4121150"/>
          <p14:tracePt t="7142" x="1428750" y="4051300"/>
          <p14:tracePt t="7158" x="1390650" y="3994150"/>
          <p14:tracePt t="7175" x="1352550" y="3937000"/>
          <p14:tracePt t="7192" x="1346200" y="3930650"/>
          <p14:tracePt t="7245" x="1346200" y="3937000"/>
          <p14:tracePt t="7266" x="1346200" y="3943350"/>
          <p14:tracePt t="7287" x="1352550" y="3943350"/>
          <p14:tracePt t="7301" x="1352550" y="3949700"/>
          <p14:tracePt t="7310" x="1352550" y="3956050"/>
          <p14:tracePt t="7324" x="1352550" y="3962400"/>
          <p14:tracePt t="7341" x="1352550" y="3968750"/>
          <p14:tracePt t="7358" x="1352550" y="3975100"/>
          <p14:tracePt t="7374" x="1352550" y="3981450"/>
          <p14:tracePt t="7391" x="1352550" y="4000500"/>
          <p14:tracePt t="7408" x="1358900" y="4038600"/>
          <p14:tracePt t="7424" x="1365250" y="4089400"/>
          <p14:tracePt t="7442" x="1377950" y="4229100"/>
          <p14:tracePt t="7457" x="1397000" y="4445000"/>
          <p14:tracePt t="7474" x="1409700" y="4559300"/>
          <p14:tracePt t="7491" x="1416050" y="4800600"/>
          <p14:tracePt t="7507" x="1416050" y="4927600"/>
          <p14:tracePt t="7524" x="1416050" y="5156200"/>
          <p14:tracePt t="7541" x="1403350" y="5334000"/>
          <p14:tracePt t="7557" x="1397000" y="5403850"/>
          <p14:tracePt t="7574" x="1377950" y="5486400"/>
          <p14:tracePt t="7590" x="1371600" y="5518150"/>
          <p14:tracePt t="7607" x="1371600" y="5530850"/>
          <p14:tracePt t="7624" x="1371600" y="5537200"/>
          <p14:tracePt t="7659" x="1377950" y="5537200"/>
          <p14:tracePt t="7687" x="1377950" y="5530850"/>
          <p14:tracePt t="7701" x="1384300" y="5524500"/>
          <p14:tracePt t="7709" x="1390650" y="5518150"/>
          <p14:tracePt t="7724" x="1390650" y="5505450"/>
          <p14:tracePt t="7740" x="1397000" y="5480050"/>
          <p14:tracePt t="7757" x="1403350" y="5435600"/>
          <p14:tracePt t="7773" x="1403350" y="5372100"/>
          <p14:tracePt t="7789" x="1409700" y="5276850"/>
          <p14:tracePt t="7793" x="1409700" y="5187950"/>
          <p14:tracePt t="7807" x="1422400" y="4972050"/>
          <p14:tracePt t="7823" x="1435100" y="4870450"/>
          <p14:tracePt t="7839" x="1435100" y="4781550"/>
          <p14:tracePt t="7856" x="1428750" y="4654550"/>
          <p14:tracePt t="7872" x="1422400" y="4584700"/>
          <p14:tracePt t="7890" x="1422400" y="4565650"/>
          <p14:tracePt t="7905" x="1422400" y="4540250"/>
          <p14:tracePt t="7922" x="1416050" y="4533900"/>
          <p14:tracePt t="7940" x="1416050" y="4527550"/>
          <p14:tracePt t="8003" x="1409700" y="4521200"/>
          <p14:tracePt t="8059" x="1403350" y="4514850"/>
          <p14:tracePt t="8080" x="1397000" y="4508500"/>
          <p14:tracePt t="8101" x="1390650" y="4502150"/>
          <p14:tracePt t="8108" x="1384300" y="4502150"/>
          <p14:tracePt t="8124" x="1377950" y="4489450"/>
          <p14:tracePt t="8138" x="1371600" y="4483100"/>
          <p14:tracePt t="8155" x="1346200" y="4457700"/>
          <p14:tracePt t="8172" x="1320800" y="4432300"/>
          <p14:tracePt t="8188" x="1308100" y="4425950"/>
          <p14:tracePt t="8205" x="1276350" y="4406900"/>
          <p14:tracePt t="8221" x="1257300" y="4394200"/>
          <p14:tracePt t="8238" x="1250950" y="4387850"/>
          <p14:tracePt t="8255" x="1238250" y="4387850"/>
          <p14:tracePt t="8271" x="1238250" y="4381500"/>
          <p14:tracePt t="8312" x="1238250" y="4375150"/>
          <p14:tracePt t="8361" x="1250950" y="4375150"/>
          <p14:tracePt t="8382" x="1257300" y="4368800"/>
          <p14:tracePt t="8389" x="1263650" y="4368800"/>
          <p14:tracePt t="8403" x="1276350" y="4362450"/>
          <p14:tracePt t="8409" x="1308100" y="4362450"/>
          <p14:tracePt t="8424" x="1333500" y="4356100"/>
          <p14:tracePt t="8438" x="1466850" y="4337050"/>
          <p14:tracePt t="8454" x="1555750" y="4324350"/>
          <p14:tracePt t="8471" x="1644650" y="4318000"/>
          <p14:tracePt t="8488" x="1828800" y="4298950"/>
          <p14:tracePt t="8504" x="1993900" y="4279900"/>
          <p14:tracePt t="8522" x="2127250" y="4267200"/>
          <p14:tracePt t="8537" x="2165350" y="4260850"/>
          <p14:tracePt t="8553" x="2222500" y="4254500"/>
          <p14:tracePt t="8571" x="2254250" y="4254500"/>
          <p14:tracePt t="8587" x="2260600" y="4254500"/>
          <p14:tracePt t="8604" x="2279650" y="4254500"/>
          <p14:tracePt t="8622" x="2286000" y="4254500"/>
          <p14:tracePt t="9013" x="2273300" y="4254500"/>
          <p14:tracePt t="9020" x="2254250" y="4273550"/>
          <p14:tracePt t="9036" x="2228850" y="4305300"/>
          <p14:tracePt t="9041" x="2178050" y="4356100"/>
          <p14:tracePt t="9055" x="2108200" y="4413250"/>
          <p14:tracePt t="9069" x="1949450" y="4591050"/>
          <p14:tracePt t="9085" x="1854200" y="4692650"/>
          <p14:tracePt t="9102" x="1778000" y="4794250"/>
          <p14:tracePt t="9118" x="1619250" y="4978400"/>
          <p14:tracePt t="9135" x="1485900" y="5143500"/>
          <p14:tracePt t="9152" x="1428750" y="5213350"/>
          <p14:tracePt t="9169" x="1339850" y="5314950"/>
          <p14:tracePt t="9185" x="1295400" y="5372100"/>
          <p14:tracePt t="9201" x="1282700" y="5391150"/>
          <p14:tracePt t="9218" x="1257300" y="5422900"/>
          <p14:tracePt t="9234" x="1250950" y="5429250"/>
          <p14:tracePt t="9252" x="1250950" y="5435600"/>
          <p14:tracePt t="9268" x="1244600" y="5441950"/>
          <p14:tracePt t="9284" x="1238250" y="5448300"/>
          <p14:tracePt t="9336" x="1231900" y="5454650"/>
          <p14:tracePt t="9350" x="1225550" y="5461000"/>
          <p14:tracePt t="9364" x="1212850" y="5461000"/>
          <p14:tracePt t="9371" x="1206500" y="5467350"/>
          <p14:tracePt t="9387" x="1206500" y="5473700"/>
          <p14:tracePt t="9401" x="1162050" y="5492750"/>
          <p14:tracePt t="9417" x="1143000" y="5511800"/>
          <p14:tracePt t="9434" x="1079500" y="5568950"/>
          <p14:tracePt t="9451" x="1035050" y="5594350"/>
          <p14:tracePt t="9467" x="965200" y="5645150"/>
          <p14:tracePt t="9484" x="920750" y="5683250"/>
          <p14:tracePt t="9500" x="908050" y="5689600"/>
          <p14:tracePt t="9517" x="895350" y="5702300"/>
          <p14:tracePt t="9533" x="889000" y="5702300"/>
          <p14:tracePt t="9574" x="889000" y="5708650"/>
          <p14:tracePt t="9602" x="895350" y="5708650"/>
          <p14:tracePt t="9618" x="901700" y="5708650"/>
          <p14:tracePt t="9623" x="908050" y="5708650"/>
          <p14:tracePt t="9633" x="914400" y="5708650"/>
          <p14:tracePt t="9653" x="920750" y="5702300"/>
          <p14:tracePt t="9667" x="927100" y="5702300"/>
          <p14:tracePt t="9683" x="927100" y="5695950"/>
          <p14:tracePt t="9722" x="939800" y="5689600"/>
          <p14:tracePt t="9743" x="946150" y="5689600"/>
          <p14:tracePt t="9757" x="958850" y="5683250"/>
          <p14:tracePt t="9764" x="971550" y="5683250"/>
          <p14:tracePt t="9770" x="1003300" y="5676900"/>
          <p14:tracePt t="9786" x="1041400" y="5676900"/>
          <p14:tracePt t="9799" x="1092200" y="5664200"/>
          <p14:tracePt t="9816" x="1282700" y="5657850"/>
          <p14:tracePt t="9833" x="1422400" y="5645150"/>
          <p14:tracePt t="9849" x="1809750" y="5632450"/>
          <p14:tracePt t="9866" x="2254250" y="5632450"/>
          <p14:tracePt t="9883" x="2667000" y="5632450"/>
          <p14:tracePt t="9899" x="2806700" y="5619750"/>
          <p14:tracePt t="9915" x="2997200" y="5619750"/>
          <p14:tracePt t="9933" x="3092450" y="5619750"/>
          <p14:tracePt t="9949" x="3111500" y="5619750"/>
          <p14:tracePt t="9965" x="3117850" y="5619750"/>
          <p14:tracePt t="9982" x="3124200" y="5619750"/>
          <p14:tracePt t="10115" x="3117850" y="5619750"/>
          <p14:tracePt t="10142" x="3111500" y="5619750"/>
          <p14:tracePt t="10206" x="3105150" y="5619750"/>
          <p14:tracePt t="10212" x="3098800" y="5619750"/>
          <p14:tracePt t="10234" x="3092450" y="5626100"/>
          <p14:tracePt t="10262" x="3086100" y="562610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71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from scope import *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import system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589655"/>
            <a:ext cx="762000" cy="10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7000"/>
              </a:lnSpc>
            </a:pP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68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6116"/>
    </mc:Choice>
    <mc:Fallback xmlns="">
      <p:transition spd="slow" advTm="276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84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61" x="4394200" y="3714750"/>
          <p14:tracePt t="776" x="4394200" y="3651250"/>
          <p14:tracePt t="783" x="4394200" y="3613150"/>
          <p14:tracePt t="796" x="4394200" y="3556000"/>
          <p14:tracePt t="807" x="4381500" y="3505200"/>
          <p14:tracePt t="825" x="4356100" y="3397250"/>
          <p14:tracePt t="840" x="4349750" y="3346450"/>
          <p14:tracePt t="857" x="4318000" y="3187700"/>
          <p14:tracePt t="874" x="4292600" y="3054350"/>
          <p14:tracePt t="890" x="4273550" y="2997200"/>
          <p14:tracePt t="907" x="4254500" y="2927350"/>
          <p14:tracePt t="924" x="4203700" y="2863850"/>
          <p14:tracePt t="940" x="4184650" y="2844800"/>
          <p14:tracePt t="957" x="4178300" y="2825750"/>
          <p14:tracePt t="46099" x="4171950" y="2819400"/>
          <p14:tracePt t="46106" x="4165600" y="2794000"/>
          <p14:tracePt t="46117" x="4159250" y="2774950"/>
          <p14:tracePt t="46134" x="4140200" y="2711450"/>
          <p14:tracePt t="46151" x="4127500" y="2628900"/>
          <p14:tracePt t="46167" x="4121150" y="2565400"/>
          <p14:tracePt t="46184" x="4102100" y="2457450"/>
          <p14:tracePt t="46200" x="4089400" y="2362200"/>
          <p14:tracePt t="46217" x="4070350" y="2279650"/>
          <p14:tracePt t="46234" x="4025900" y="2152650"/>
          <p14:tracePt t="46250" x="3987800" y="2108200"/>
          <p14:tracePt t="46268" x="3943350" y="2019300"/>
          <p14:tracePt t="46283" x="3898900" y="1987550"/>
          <p14:tracePt t="46300" x="3873500" y="1962150"/>
          <p14:tracePt t="46318" x="3835400" y="1924050"/>
          <p14:tracePt t="46333" x="3829050" y="1905000"/>
          <p14:tracePt t="46350" x="3816350" y="1898650"/>
          <p14:tracePt t="46366" x="3810000" y="1898650"/>
          <p14:tracePt t="46383" x="3797300" y="1892300"/>
          <p14:tracePt t="46400" x="3784600" y="1885950"/>
          <p14:tracePt t="46416" x="3752850" y="1873250"/>
          <p14:tracePt t="46433" x="3740150" y="1860550"/>
          <p14:tracePt t="46450" x="3708400" y="1841500"/>
          <p14:tracePt t="46466" x="3676650" y="1828800"/>
          <p14:tracePt t="46483" x="3651250" y="1809750"/>
          <p14:tracePt t="46500" x="3594100" y="1784350"/>
          <p14:tracePt t="46516" x="3530600" y="1752600"/>
          <p14:tracePt t="46534" x="3397250" y="1682750"/>
          <p14:tracePt t="46549" x="3302000" y="1625600"/>
          <p14:tracePt t="46566" x="3206750" y="1574800"/>
          <p14:tracePt t="46583" x="3092450" y="1530350"/>
          <p14:tracePt t="46599" x="3035300" y="1511300"/>
          <p14:tracePt t="46615" x="2978150" y="1485900"/>
          <p14:tracePt t="46632" x="2940050" y="1460500"/>
          <p14:tracePt t="46648" x="2927350" y="1454150"/>
          <p14:tracePt t="46666" x="2921000" y="1447800"/>
          <p14:tracePt t="46682" x="2921000" y="1441450"/>
          <p14:tracePt t="46758" x="2927350" y="1435100"/>
          <p14:tracePt t="46772" x="2927350" y="1428750"/>
          <p14:tracePt t="46778" x="2927350" y="1422400"/>
          <p14:tracePt t="46792" x="2933700" y="1416050"/>
          <p14:tracePt t="46802" x="2933700" y="1409700"/>
          <p14:tracePt t="46815" x="2946400" y="1403350"/>
          <p14:tracePt t="46831" x="2952750" y="1390650"/>
          <p14:tracePt t="46849" x="2971800" y="1377950"/>
          <p14:tracePt t="46864" x="2997200" y="1365250"/>
          <p14:tracePt t="46882" x="3048000" y="1346200"/>
          <p14:tracePt t="46899" x="3175000" y="1320800"/>
          <p14:tracePt t="46914" x="3289300" y="1308100"/>
          <p14:tracePt t="46931" x="3409950" y="1301750"/>
          <p14:tracePt t="46948" x="3613150" y="1289050"/>
          <p14:tracePt t="46964" x="3733800" y="1282700"/>
          <p14:tracePt t="46981" x="3886200" y="1282700"/>
          <p14:tracePt t="46998" x="3968750" y="1282700"/>
          <p14:tracePt t="47016" x="4057650" y="1276350"/>
          <p14:tracePt t="47031" x="4108450" y="1276350"/>
          <p14:tracePt t="47047" x="4140200" y="1276350"/>
          <p14:tracePt t="47064" x="4159250" y="1263650"/>
          <p14:tracePt t="47067" x="4159250" y="1257300"/>
          <p14:tracePt t="47081" x="4165600" y="1257300"/>
          <p14:tracePt t="47097" x="4178300" y="1250950"/>
          <p14:tracePt t="47115" x="4184650" y="1250950"/>
          <p14:tracePt t="47131" x="4191000" y="1244600"/>
          <p14:tracePt t="47163" x="4203700" y="1244600"/>
          <p14:tracePt t="50511" x="4178300" y="1244600"/>
          <p14:tracePt t="50518" x="4171950" y="1244600"/>
          <p14:tracePt t="50525" x="4165600" y="1244600"/>
          <p14:tracePt t="50535" x="4159250" y="1244600"/>
          <p14:tracePt t="50553" x="4140200" y="1250950"/>
          <p14:tracePt t="50569" x="4102100" y="1250950"/>
          <p14:tracePt t="50586" x="4076700" y="1250950"/>
          <p14:tracePt t="50602" x="4038600" y="1244600"/>
          <p14:tracePt t="50618" x="4006850" y="1244600"/>
          <p14:tracePt t="50635" x="3962400" y="1257300"/>
          <p14:tracePt t="50652" x="3917950" y="1263650"/>
          <p14:tracePt t="50668" x="3892550" y="1270000"/>
          <p14:tracePt t="50687" x="3854450" y="1276350"/>
          <p14:tracePt t="50701" x="3841750" y="1282700"/>
          <p14:tracePt t="50718" x="3816350" y="1289050"/>
          <p14:tracePt t="50735" x="3790950" y="1289050"/>
          <p14:tracePt t="50751" x="3784600" y="1289050"/>
          <p14:tracePt t="50768" x="3771900" y="1295400"/>
          <p14:tracePt t="50785" x="3746500" y="1301750"/>
          <p14:tracePt t="50802" x="3733800" y="1301750"/>
          <p14:tracePt t="50818" x="3727450" y="1308100"/>
          <p14:tracePt t="50834" x="3702050" y="1308100"/>
          <p14:tracePt t="50851" x="3689350" y="1308100"/>
          <p14:tracePt t="50868" x="3670300" y="1308100"/>
          <p14:tracePt t="50884" x="3632200" y="1314450"/>
          <p14:tracePt t="50901" x="3600450" y="1320800"/>
          <p14:tracePt t="50918" x="3549650" y="1327150"/>
          <p14:tracePt t="50934" x="3511550" y="1327150"/>
          <p14:tracePt t="50950" x="3473450" y="1333500"/>
          <p14:tracePt t="50967" x="3435350" y="1333500"/>
          <p14:tracePt t="50984" x="3403600" y="1333500"/>
          <p14:tracePt t="51002" x="3365500" y="1333500"/>
          <p14:tracePt t="51018" x="3333750" y="1333500"/>
          <p14:tracePt t="51033" x="3308350" y="1333500"/>
          <p14:tracePt t="51050" x="3263900" y="1333500"/>
          <p14:tracePt t="51067" x="3238500" y="1327150"/>
          <p14:tracePt t="51083" x="3213100" y="1327150"/>
          <p14:tracePt t="51087" x="3194050" y="1327150"/>
          <p14:tracePt t="51100" x="3155950" y="1320800"/>
          <p14:tracePt t="51117" x="3130550" y="1314450"/>
          <p14:tracePt t="51135" x="3092450" y="1301750"/>
          <p14:tracePt t="51149" x="3079750" y="1301750"/>
          <p14:tracePt t="51166" x="3086100" y="1308100"/>
          <p14:tracePt t="51690" x="3079750" y="1308100"/>
          <p14:tracePt t="51696" x="3073400" y="1308100"/>
          <p14:tracePt t="51704" x="3054350" y="1308100"/>
          <p14:tracePt t="51714" x="3041650" y="1308100"/>
          <p14:tracePt t="51732" x="3003550" y="1308100"/>
          <p14:tracePt t="51748" x="2971800" y="1308100"/>
          <p14:tracePt t="51764" x="2933700" y="1314450"/>
          <p14:tracePt t="51781" x="2876550" y="1320800"/>
          <p14:tracePt t="51798" x="2844800" y="1320800"/>
          <p14:tracePt t="51815" x="2806700" y="1320800"/>
          <p14:tracePt t="51831" x="2755900" y="1320800"/>
          <p14:tracePt t="51847" x="2730500" y="1327150"/>
          <p14:tracePt t="51865" x="2698750" y="1339850"/>
          <p14:tracePt t="51881" x="2679700" y="1339850"/>
          <p14:tracePt t="51897" x="2667000" y="1339850"/>
          <p14:tracePt t="51914" x="2654300" y="1352550"/>
          <p14:tracePt t="51930" x="2641600" y="1358900"/>
          <p14:tracePt t="51947" x="2635250" y="1365250"/>
          <p14:tracePt t="51964" x="2628900" y="1371600"/>
          <p14:tracePt t="51980" x="2628900" y="1377950"/>
          <p14:tracePt t="51997" x="2628900" y="1384300"/>
          <p14:tracePt t="52013" x="2622550" y="1384300"/>
          <p14:tracePt t="52030" x="2616200" y="1390650"/>
          <p14:tracePt t="52063" x="2609850" y="1390650"/>
          <p14:tracePt t="52734" x="2603500" y="1390650"/>
          <p14:tracePt t="52741" x="2590800" y="1397000"/>
          <p14:tracePt t="52749" x="2578100" y="1403350"/>
          <p14:tracePt t="52760" x="2571750" y="1409700"/>
          <p14:tracePt t="52778" x="2546350" y="1416050"/>
          <p14:tracePt t="52794" x="2527300" y="1428750"/>
          <p14:tracePt t="52811" x="2508250" y="1435100"/>
          <p14:tracePt t="52828" x="2482850" y="1435100"/>
          <p14:tracePt t="52844" x="2463800" y="1435100"/>
          <p14:tracePt t="52861" x="2425700" y="1447800"/>
          <p14:tracePt t="52877" x="2387600" y="1454150"/>
          <p14:tracePt t="52894" x="2343150" y="1454150"/>
          <p14:tracePt t="52911" x="2292350" y="1454150"/>
          <p14:tracePt t="52927" x="2247900" y="1454150"/>
          <p14:tracePt t="52944" x="2209800" y="1447800"/>
          <p14:tracePt t="52960" x="2146300" y="1447800"/>
          <p14:tracePt t="52977" x="2108200" y="1447800"/>
          <p14:tracePt t="52994" x="2044700" y="1447800"/>
          <p14:tracePt t="53010" x="2006600" y="1447800"/>
          <p14:tracePt t="53027" x="1962150" y="1454150"/>
          <p14:tracePt t="53043" x="1885950" y="1466850"/>
          <p14:tracePt t="53060" x="1835150" y="1460500"/>
          <p14:tracePt t="53077" x="1746250" y="1447800"/>
          <p14:tracePt t="53093" x="1670050" y="1422400"/>
          <p14:tracePt t="53110" x="1612900" y="1397000"/>
          <p14:tracePt t="53127" x="1543050" y="1377950"/>
          <p14:tracePt t="53143" x="1498600" y="1371600"/>
          <p14:tracePt t="53160" x="1473200" y="1352550"/>
          <p14:tracePt t="53176" x="1435100" y="1339850"/>
          <p14:tracePt t="53193" x="1409700" y="1339850"/>
          <p14:tracePt t="53210" x="1390650" y="1339850"/>
          <p14:tracePt t="53226" x="1365250" y="1339850"/>
          <p14:tracePt t="53243" x="1352550" y="1346200"/>
          <p14:tracePt t="53260" x="1339850" y="1352550"/>
          <p14:tracePt t="53276" x="1327150" y="1352550"/>
          <p14:tracePt t="53292" x="1320800" y="1352550"/>
          <p14:tracePt t="53326" x="1308100" y="1352550"/>
          <p14:tracePt t="53344" x="1301750" y="1352550"/>
          <p14:tracePt t="53358" x="1295400" y="1352550"/>
          <p14:tracePt t="53395" x="1289050" y="1358900"/>
          <p14:tracePt t="53421" x="1289050" y="1365250"/>
          <p14:tracePt t="53477" x="1289050" y="1377950"/>
          <p14:tracePt t="53490" x="1289050" y="1384300"/>
          <p14:tracePt t="53505" x="1289050" y="1390650"/>
          <p14:tracePt t="53512" x="1289050" y="1397000"/>
          <p14:tracePt t="53525" x="1301750" y="1403350"/>
          <p14:tracePt t="53542" x="1314450" y="1422400"/>
          <p14:tracePt t="53558" x="1327150" y="1435100"/>
          <p14:tracePt t="53575" x="1358900" y="1466850"/>
          <p14:tracePt t="53591" x="1371600" y="1485900"/>
          <p14:tracePt t="53595" x="1384300" y="1485900"/>
          <p14:tracePt t="53608" x="1390650" y="1492250"/>
          <p14:tracePt t="53625" x="1422400" y="1511300"/>
          <p14:tracePt t="53641" x="1441450" y="1524000"/>
          <p14:tracePt t="53660" x="1460500" y="1530350"/>
          <p14:tracePt t="53674" x="1473200" y="1530350"/>
          <p14:tracePt t="53691" x="1485900" y="1530350"/>
          <p14:tracePt t="53708" x="1498600" y="1536700"/>
          <p14:tracePt t="53724" x="1504950" y="1536700"/>
          <p14:tracePt t="53741" x="1511300" y="1536700"/>
          <p14:tracePt t="53758" x="1530350" y="1536700"/>
          <p14:tracePt t="53774" x="1543050" y="1536700"/>
          <p14:tracePt t="53792" x="1568450" y="1536700"/>
          <p14:tracePt t="53807" x="1587500" y="1536700"/>
          <p14:tracePt t="53824" x="1606550" y="1536700"/>
          <p14:tracePt t="53841" x="1651000" y="1536700"/>
          <p14:tracePt t="53858" x="1695450" y="1536700"/>
          <p14:tracePt t="53874" x="1733550" y="1530350"/>
          <p14:tracePt t="53891" x="1803400" y="1530350"/>
          <p14:tracePt t="53907" x="1847850" y="1530350"/>
          <p14:tracePt t="53924" x="1892300" y="1530350"/>
          <p14:tracePt t="53940" x="1949450" y="1530350"/>
          <p14:tracePt t="53957" x="1981200" y="1530350"/>
          <p14:tracePt t="53974" x="2019300" y="1536700"/>
          <p14:tracePt t="53991" x="2044700" y="1536700"/>
          <p14:tracePt t="54008" x="2051050" y="1543050"/>
          <p14:tracePt t="54023" x="2070100" y="1543050"/>
          <p14:tracePt t="54040" x="2089150" y="1549400"/>
          <p14:tracePt t="54073" x="2114550" y="1549400"/>
          <p14:tracePt t="54090" x="2133600" y="1555750"/>
          <p14:tracePt t="54107" x="2165350" y="1555750"/>
          <p14:tracePt t="54123" x="2203450" y="1568450"/>
          <p14:tracePt t="54139" x="2235200" y="1581150"/>
          <p14:tracePt t="54157" x="2273300" y="1587500"/>
          <p14:tracePt t="54173" x="2355850" y="1606550"/>
          <p14:tracePt t="54190" x="2406650" y="1612900"/>
          <p14:tracePt t="54206" x="2476500" y="1619250"/>
          <p14:tracePt t="54222" x="2520950" y="1619250"/>
          <p14:tracePt t="54239" x="2552700" y="1619250"/>
          <p14:tracePt t="54255" x="2603500" y="1619250"/>
          <p14:tracePt t="54272" x="2647950" y="1612900"/>
          <p14:tracePt t="54290" x="2711450" y="1593850"/>
          <p14:tracePt t="54306" x="2755900" y="1587500"/>
          <p14:tracePt t="54322" x="2787650" y="1574800"/>
          <p14:tracePt t="54339" x="2832100" y="1555750"/>
          <p14:tracePt t="54355" x="2844800" y="1543050"/>
          <p14:tracePt t="54372" x="2857500" y="1536700"/>
          <p14:tracePt t="54389" x="2857500" y="1530350"/>
          <p14:tracePt t="54405" x="2863850" y="1524000"/>
          <p14:tracePt t="54457" x="2851150" y="1517650"/>
          <p14:tracePt t="54465" x="2844800" y="1511300"/>
          <p14:tracePt t="54474" x="2825750" y="1504950"/>
          <p14:tracePt t="54489" x="2794000" y="1492250"/>
          <p14:tracePt t="54505" x="2724150" y="1479550"/>
          <p14:tracePt t="54522" x="2552700" y="1435100"/>
          <p14:tracePt t="54538" x="2432050" y="1416050"/>
          <p14:tracePt t="54555" x="2203450" y="1403350"/>
          <p14:tracePt t="54571" x="2082800" y="1409700"/>
          <p14:tracePt t="54588" x="1987550" y="1422400"/>
          <p14:tracePt t="54605" x="1885950" y="1454150"/>
          <p14:tracePt t="54621" x="1835150" y="1485900"/>
          <p14:tracePt t="54625" x="1809750" y="1504950"/>
          <p14:tracePt t="54638" x="1803400" y="1524000"/>
          <p14:tracePt t="54654" x="1778000" y="1581150"/>
          <p14:tracePt t="54671" x="1778000" y="1651000"/>
          <p14:tracePt t="54688" x="1797050" y="1739900"/>
          <p14:tracePt t="54704" x="1898650" y="1993900"/>
          <p14:tracePt t="54721" x="2025650" y="2222500"/>
          <p14:tracePt t="54738" x="2241550" y="2641600"/>
          <p14:tracePt t="54754" x="2432050" y="3009900"/>
          <p14:tracePt t="54771" x="2584450" y="3327400"/>
          <p14:tracePt t="54787" x="2743200" y="3727450"/>
          <p14:tracePt t="54804" x="2838450" y="3937000"/>
          <p14:tracePt t="54822" x="2933700" y="4248150"/>
          <p14:tracePt t="54837" x="2984500" y="4419600"/>
          <p14:tracePt t="54854" x="3009900" y="4514850"/>
          <p14:tracePt t="54871" x="3022600" y="4578350"/>
          <p14:tracePt t="54887" x="3022600" y="4591050"/>
          <p14:tracePt t="54934" x="3022600" y="4578350"/>
          <p14:tracePt t="54948" x="3022600" y="4565650"/>
          <p14:tracePt t="54956" x="3022600" y="4552950"/>
          <p14:tracePt t="54970" x="3016250" y="4483100"/>
          <p14:tracePt t="54986" x="2978150" y="4349750"/>
          <p14:tracePt t="55004" x="2870200" y="4000500"/>
          <p14:tracePt t="55020" x="2762250" y="3702050"/>
          <p14:tracePt t="55036" x="2641600" y="3333750"/>
          <p14:tracePt t="55053" x="2438400" y="2724150"/>
          <p14:tracePt t="55069" x="2349500" y="2470150"/>
          <p14:tracePt t="55086" x="2254250" y="2235200"/>
          <p14:tracePt t="55103" x="2146300" y="2044700"/>
          <p14:tracePt t="55119" x="2095500" y="1987550"/>
          <p14:tracePt t="55137" x="2044700" y="1955800"/>
          <p14:tracePt t="55153" x="2044700" y="1949450"/>
          <p14:tracePt t="55169" x="2038350" y="1943100"/>
          <p14:tracePt t="55189" x="2038350" y="1949450"/>
          <p14:tracePt t="55202" x="2038350" y="1955800"/>
          <p14:tracePt t="55219" x="2038350" y="1962150"/>
          <p14:tracePt t="55236" x="2044700" y="1993900"/>
          <p14:tracePt t="55252" x="2089150" y="2089150"/>
          <p14:tracePt t="55270" x="2197100" y="2368550"/>
          <p14:tracePt t="55285" x="2343150" y="2730500"/>
          <p14:tracePt t="55302" x="2540000" y="3124200"/>
          <p14:tracePt t="55319" x="2806700" y="3733800"/>
          <p14:tracePt t="55335" x="2946400" y="3987800"/>
          <p14:tracePt t="55352" x="3048000" y="4171950"/>
          <p14:tracePt t="55369" x="3162300" y="4400550"/>
          <p14:tracePt t="55385" x="3219450" y="4514850"/>
          <p14:tracePt t="55402" x="3244850" y="4559300"/>
          <p14:tracePt t="55419" x="3257550" y="4578350"/>
          <p14:tracePt t="55452" x="3263900" y="4565650"/>
          <p14:tracePt t="55468" x="3263900" y="4552950"/>
          <p14:tracePt t="55485" x="3263900" y="4483100"/>
          <p14:tracePt t="55502" x="3251200" y="4267200"/>
          <p14:tracePt t="55518" x="3206750" y="4032250"/>
          <p14:tracePt t="55534" x="3124200" y="3702050"/>
          <p14:tracePt t="55551" x="2921000" y="3054350"/>
          <p14:tracePt t="55568" x="2781300" y="2787650"/>
          <p14:tracePt t="55585" x="2590800" y="2489200"/>
          <p14:tracePt t="55601" x="2419350" y="2311400"/>
          <p14:tracePt t="55618" x="2298700" y="2178050"/>
          <p14:tracePt t="55635" x="2127250" y="2057400"/>
          <p14:tracePt t="55651" x="2025650" y="2000250"/>
          <p14:tracePt t="55654" x="1993900" y="1987550"/>
          <p14:tracePt t="55668" x="1955800" y="1974850"/>
          <p14:tracePt t="55684" x="1885950" y="1968500"/>
          <p14:tracePt t="55701" x="1847850" y="1987550"/>
          <p14:tracePt t="55718" x="1784350" y="2032000"/>
          <p14:tracePt t="55734" x="1695450" y="2190750"/>
          <p14:tracePt t="55751" x="1644650" y="2343150"/>
          <p14:tracePt t="55768" x="1606550" y="2520950"/>
          <p14:tracePt t="55784" x="1581150" y="2794000"/>
          <p14:tracePt t="55800" x="1619250" y="2940050"/>
          <p14:tracePt t="55817" x="1701800" y="3162300"/>
          <p14:tracePt t="55834" x="1778000" y="3263900"/>
          <p14:tracePt t="55850" x="1936750" y="3486150"/>
          <p14:tracePt t="55866" x="2095500" y="3651250"/>
          <p14:tracePt t="55883" x="2190750" y="3714750"/>
          <p14:tracePt t="55901" x="2317750" y="3822700"/>
          <p14:tracePt t="55916" x="2381250" y="3924300"/>
          <p14:tracePt t="55933" x="2419350" y="3956050"/>
          <p14:tracePt t="55950" x="2451100" y="4019550"/>
          <p14:tracePt t="55966" x="2470150" y="4064000"/>
          <p14:tracePt t="55983" x="2476500" y="4076700"/>
          <p14:tracePt t="56000" x="2501900" y="4076700"/>
          <p14:tracePt t="56016" x="2501900" y="4044950"/>
          <p14:tracePt t="56446" x="2501900" y="3981450"/>
          <p14:tracePt t="56452" x="2501900" y="3886200"/>
          <p14:tracePt t="56467" x="2501900" y="3797300"/>
          <p14:tracePt t="56481" x="2489200" y="3689350"/>
          <p14:tracePt t="56498" x="2425700" y="3473450"/>
          <p14:tracePt t="56515" x="2393950" y="3365500"/>
          <p14:tracePt t="56531" x="2330450" y="3111500"/>
          <p14:tracePt t="56549" x="2273300" y="2863850"/>
          <p14:tracePt t="56565" x="2209800" y="2635250"/>
          <p14:tracePt t="56581" x="2190750" y="2540000"/>
          <p14:tracePt t="56598" x="2120900" y="2381250"/>
          <p14:tracePt t="56615" x="2044700" y="2279650"/>
          <p14:tracePt t="56631" x="2006600" y="2222500"/>
          <p14:tracePt t="56648" x="1981200" y="2178050"/>
          <p14:tracePt t="56664" x="1924050" y="2101850"/>
          <p14:tracePt t="56680" x="1905000" y="2082800"/>
          <p14:tracePt t="56698" x="1879600" y="2038350"/>
          <p14:tracePt t="56714" x="1860550" y="2012950"/>
          <p14:tracePt t="56730" x="1828800" y="1993900"/>
          <p14:tracePt t="56748" x="1803400" y="1974850"/>
          <p14:tracePt t="56764" x="1797050" y="1962150"/>
          <p14:tracePt t="56780" x="1778000" y="1936750"/>
          <p14:tracePt t="56797" x="1752600" y="1892300"/>
          <p14:tracePt t="56813" x="1733550" y="1873250"/>
          <p14:tracePt t="56831" x="1714500" y="1841500"/>
          <p14:tracePt t="56847" x="1701800" y="1803400"/>
          <p14:tracePt t="56864" x="1695450" y="1784350"/>
          <p14:tracePt t="56880" x="1689100" y="1752600"/>
          <p14:tracePt t="56897" x="1682750" y="1727200"/>
          <p14:tracePt t="56913" x="1676400" y="1720850"/>
          <p14:tracePt t="56930" x="1676400" y="1701800"/>
          <p14:tracePt t="56946" x="1676400" y="1689100"/>
          <p14:tracePt t="56964" x="1676400" y="1670050"/>
          <p14:tracePt t="56980" x="1676400" y="1657350"/>
          <p14:tracePt t="56996" x="1676400" y="1651000"/>
          <p14:tracePt t="57013" x="1676400" y="1625600"/>
          <p14:tracePt t="57046" x="1676400" y="1612900"/>
          <p14:tracePt t="57063" x="1676400" y="1606550"/>
          <p14:tracePt t="57139" x="1676400" y="1600200"/>
          <p14:tracePt t="57217" x="1670050" y="1600200"/>
          <p14:tracePt t="57625" x="1676400" y="1600200"/>
          <p14:tracePt t="57639" x="1701800" y="1600200"/>
          <p14:tracePt t="57647" x="1733550" y="1600200"/>
          <p14:tracePt t="57661" x="1771650" y="1600200"/>
          <p14:tracePt t="57677" x="1841500" y="1600200"/>
          <p14:tracePt t="57695" x="1917700" y="1593850"/>
          <p14:tracePt t="57710" x="1943100" y="1593850"/>
          <p14:tracePt t="57728" x="1981200" y="1593850"/>
          <p14:tracePt t="57744" x="2070100" y="1593850"/>
          <p14:tracePt t="57760" x="2108200" y="1593850"/>
          <p14:tracePt t="57777" x="2127250" y="1593850"/>
          <p14:tracePt t="57794" x="2197100" y="1593850"/>
          <p14:tracePt t="57810" x="2260600" y="1593850"/>
          <p14:tracePt t="57827" x="2292350" y="1593850"/>
          <p14:tracePt t="57843" x="2330450" y="1593850"/>
          <p14:tracePt t="57860" x="2368550" y="1593850"/>
          <p14:tracePt t="57877" x="2406650" y="1593850"/>
          <p14:tracePt t="57893" x="2413000" y="1593850"/>
          <p14:tracePt t="57910" x="2457450" y="1593850"/>
          <p14:tracePt t="57927" x="2482850" y="1593850"/>
          <p14:tracePt t="57943" x="2501900" y="1593850"/>
          <p14:tracePt t="57960" x="2540000" y="1593850"/>
          <p14:tracePt t="57976" x="2590800" y="1593850"/>
          <p14:tracePt t="57993" x="2609850" y="1593850"/>
          <p14:tracePt t="58010" x="2660650" y="1593850"/>
          <p14:tracePt t="58026" x="2698750" y="1593850"/>
          <p14:tracePt t="58043" x="2724150" y="1593850"/>
          <p14:tracePt t="58060" x="2755900" y="1593850"/>
          <p14:tracePt t="58076" x="2768600" y="1593850"/>
          <p14:tracePt t="58092" x="2781300" y="1587500"/>
          <p14:tracePt t="58109" x="2787650" y="1587500"/>
          <p14:tracePt t="58185" x="2794000" y="1587500"/>
          <p14:tracePt t="58270" x="2800350" y="1587500"/>
          <p14:tracePt t="58347" x="2800350" y="1581150"/>
          <p14:tracePt t="58361" x="2794000" y="1581150"/>
          <p14:tracePt t="58376" x="2781300" y="1574800"/>
          <p14:tracePt t="58389" x="2768600" y="1574800"/>
          <p14:tracePt t="58395" x="2762250" y="1574800"/>
          <p14:tracePt t="58411" x="2749550" y="1568450"/>
          <p14:tracePt t="58425" x="2717800" y="1568450"/>
          <p14:tracePt t="58441" x="2641600" y="1568450"/>
          <p14:tracePt t="58458" x="2508250" y="1549400"/>
          <p14:tracePt t="58474" x="2432050" y="1549400"/>
          <p14:tracePt t="58491" x="2292350" y="1543050"/>
          <p14:tracePt t="58508" x="2184400" y="1530350"/>
          <p14:tracePt t="58524" x="2146300" y="1524000"/>
          <p14:tracePt t="58541" x="2095500" y="1524000"/>
          <p14:tracePt t="58558" x="2070100" y="1524000"/>
          <p14:tracePt t="58574" x="2063750" y="1517650"/>
          <p14:tracePt t="58795" x="2089150" y="1517650"/>
          <p14:tracePt t="58809" x="2139950" y="1517650"/>
          <p14:tracePt t="58816" x="2203450" y="1517650"/>
          <p14:tracePt t="58829" x="2266950" y="1517650"/>
          <p14:tracePt t="58840" x="2355850" y="1517650"/>
          <p14:tracePt t="58857" x="2432050" y="1517650"/>
          <p14:tracePt t="58873" x="2559050" y="1517650"/>
          <p14:tracePt t="58889" x="2667000" y="1511300"/>
          <p14:tracePt t="58907" x="2717800" y="1511300"/>
          <p14:tracePt t="58923" x="2736850" y="1511300"/>
          <p14:tracePt t="58939" x="2743200" y="1511300"/>
          <p14:tracePt t="58956" x="2749550" y="1511300"/>
          <p14:tracePt t="59019" x="2743200" y="1511300"/>
          <p14:tracePt t="59025" x="2730500" y="1511300"/>
          <p14:tracePt t="59042" x="2711450" y="1504950"/>
          <p14:tracePt t="59055" x="2686050" y="1504950"/>
          <p14:tracePt t="59072" x="2609850" y="1492250"/>
          <p14:tracePt t="59089" x="2501900" y="1473200"/>
          <p14:tracePt t="59106" x="2438400" y="1466850"/>
          <p14:tracePt t="59122" x="2292350" y="1447800"/>
          <p14:tracePt t="59139" x="2165350" y="1435100"/>
          <p14:tracePt t="59155" x="2108200" y="1428750"/>
          <p14:tracePt t="59173" x="2006600" y="1428750"/>
          <p14:tracePt t="59189" x="1930400" y="1428750"/>
          <p14:tracePt t="59205" x="1898650" y="1428750"/>
          <p14:tracePt t="59222" x="1854200" y="1435100"/>
          <p14:tracePt t="59238" x="1822450" y="1441450"/>
          <p14:tracePt t="59255" x="1809750" y="1447800"/>
          <p14:tracePt t="59272" x="1790700" y="1447800"/>
          <p14:tracePt t="59305" x="1784350" y="1447800"/>
          <p14:tracePt t="59727" x="1790700" y="1447800"/>
          <p14:tracePt t="59741" x="1797050" y="1447800"/>
          <p14:tracePt t="59747" x="1803400" y="1447800"/>
          <p14:tracePt t="59762" x="1816100" y="1447800"/>
          <p14:tracePt t="59770" x="1822450" y="1441450"/>
          <p14:tracePt t="59787" x="1828800" y="1441450"/>
          <p14:tracePt t="59804" x="1885950" y="1435100"/>
          <p14:tracePt t="59820" x="1981200" y="1428750"/>
          <p14:tracePt t="59836" x="2057400" y="1428750"/>
          <p14:tracePt t="59853" x="2197100" y="1416050"/>
          <p14:tracePt t="59870" x="2368550" y="1409700"/>
          <p14:tracePt t="59887" x="2457450" y="1397000"/>
          <p14:tracePt t="59903" x="2609850" y="1397000"/>
          <p14:tracePt t="59919" x="2724150" y="1397000"/>
          <p14:tracePt t="59937" x="2813050" y="1397000"/>
          <p14:tracePt t="59953" x="2857500" y="1397000"/>
          <p14:tracePt t="59970" x="2882900" y="1397000"/>
          <p14:tracePt t="59987" x="2971800" y="1397000"/>
          <p14:tracePt t="60003" x="2990850" y="1390650"/>
          <p14:tracePt t="60019" x="3009900" y="1390650"/>
          <p14:tracePt t="60036" x="3054350" y="1390650"/>
          <p14:tracePt t="60052" x="3086100" y="1390650"/>
          <p14:tracePt t="60070" x="3117850" y="1390650"/>
          <p14:tracePt t="60086" x="3130550" y="1390650"/>
          <p14:tracePt t="60102" x="3162300" y="1397000"/>
          <p14:tracePt t="60119" x="3181350" y="1403350"/>
          <p14:tracePt t="60135" x="3194050" y="1403350"/>
          <p14:tracePt t="60152" x="3200400" y="1409700"/>
          <p14:tracePt t="60169" x="3213100" y="1409700"/>
          <p14:tracePt t="60189" x="3219450" y="1409700"/>
          <p14:tracePt t="60238" x="3225800" y="1416050"/>
          <p14:tracePt t="60322" x="3225800" y="1422400"/>
          <p14:tracePt t="60350" x="3232150" y="1422400"/>
          <p14:tracePt t="60427" x="3238500" y="1422400"/>
          <p14:tracePt t="60462" x="3244850" y="1422400"/>
          <p14:tracePt t="60519" x="3251200" y="1422400"/>
          <p14:tracePt t="60630" x="3257550" y="1422400"/>
          <p14:tracePt t="60729" x="3263900" y="1422400"/>
          <p14:tracePt t="60749" x="3270250" y="1422400"/>
          <p14:tracePt t="60756" x="3276600" y="1428750"/>
          <p14:tracePt t="60770" x="3282950" y="1435100"/>
          <p14:tracePt t="60783" x="3295650" y="1435100"/>
          <p14:tracePt t="60800" x="3333750" y="1454150"/>
          <p14:tracePt t="60817" x="3352800" y="1466850"/>
          <p14:tracePt t="60834" x="3403600" y="1479550"/>
          <p14:tracePt t="60849" x="3429000" y="1485900"/>
          <p14:tracePt t="60866" x="3467100" y="1498600"/>
          <p14:tracePt t="60883" x="3492500" y="1504950"/>
          <p14:tracePt t="60899" x="3505200" y="1511300"/>
          <p14:tracePt t="60916" x="3511550" y="1517650"/>
          <p14:tracePt t="60959" x="3517900" y="1517650"/>
          <p14:tracePt t="62353" x="3517900" y="1524000"/>
          <p14:tracePt t="62359" x="3517900" y="1530350"/>
          <p14:tracePt t="62374" x="3517900" y="1536700"/>
          <p14:tracePt t="62381" x="3511550" y="1555750"/>
          <p14:tracePt t="62395" x="3511550" y="1574800"/>
          <p14:tracePt t="62411" x="3505200" y="1606550"/>
          <p14:tracePt t="62428" x="3498850" y="1638300"/>
          <p14:tracePt t="62444" x="3498850" y="1670050"/>
          <p14:tracePt t="62461" x="3492500" y="1720850"/>
          <p14:tracePt t="62477" x="3492500" y="1739900"/>
          <p14:tracePt t="62494" x="3492500" y="1790700"/>
          <p14:tracePt t="62510" x="3498850" y="1809750"/>
          <p14:tracePt t="62529" x="3511550" y="1860550"/>
          <p14:tracePt t="62544" x="3517900" y="1885950"/>
          <p14:tracePt t="62560" x="3517900" y="1898650"/>
          <p14:tracePt t="62577" x="3536950" y="1936750"/>
          <p14:tracePt t="62593" x="3556000" y="1981200"/>
          <p14:tracePt t="62610" x="3575050" y="2000250"/>
          <p14:tracePt t="62627" x="3619500" y="2044700"/>
          <p14:tracePt t="62643" x="3676650" y="2095500"/>
          <p14:tracePt t="62661" x="3727450" y="2120900"/>
          <p14:tracePt t="62677" x="3771900" y="2146300"/>
          <p14:tracePt t="62693" x="3835400" y="2178050"/>
          <p14:tracePt t="62710" x="3898900" y="2209800"/>
          <p14:tracePt t="62726" x="3917950" y="2222500"/>
          <p14:tracePt t="62743" x="3962400" y="2247900"/>
          <p14:tracePt t="62759" x="3987800" y="2260600"/>
          <p14:tracePt t="62776" x="3994150" y="2260600"/>
          <p14:tracePt t="62793" x="4006850" y="2260600"/>
          <p14:tracePt t="63152" x="4006850" y="2254250"/>
          <p14:tracePt t="63159" x="4000500" y="2254250"/>
          <p14:tracePt t="63173" x="3994150" y="2247900"/>
          <p14:tracePt t="63180" x="3987800" y="2241550"/>
          <p14:tracePt t="63195" x="3975100" y="2241550"/>
          <p14:tracePt t="63208" x="3962400" y="2235200"/>
          <p14:tracePt t="63225" x="3924300" y="2222500"/>
          <p14:tracePt t="63242" x="3892550" y="2209800"/>
          <p14:tracePt t="63258" x="3816350" y="2184400"/>
          <p14:tracePt t="63275" x="3721100" y="2146300"/>
          <p14:tracePt t="63292" x="3632200" y="2114550"/>
          <p14:tracePt t="63308" x="3594100" y="2108200"/>
          <p14:tracePt t="63324" x="3511550" y="2082800"/>
          <p14:tracePt t="63341" x="3460750" y="2063750"/>
          <p14:tracePt t="63358" x="3429000" y="2057400"/>
          <p14:tracePt t="63375" x="3390900" y="2051050"/>
          <p14:tracePt t="63391" x="3352800" y="2051050"/>
          <p14:tracePt t="63407" x="3340100" y="2044700"/>
          <p14:tracePt t="63425" x="3314700" y="2044700"/>
          <p14:tracePt t="63441" x="3295650" y="2038350"/>
          <p14:tracePt t="63457" x="3282950" y="2038350"/>
          <p14:tracePt t="63474" x="3270250" y="2038350"/>
          <p14:tracePt t="63491" x="3257550" y="2038350"/>
          <p14:tracePt t="63507" x="3244850" y="2032000"/>
          <p14:tracePt t="63524" x="3238500" y="2032000"/>
          <p14:tracePt t="63540" x="3232150" y="2032000"/>
          <p14:tracePt t="63557" x="3225800" y="2032000"/>
          <p14:tracePt t="63574" x="3213100" y="2025650"/>
          <p14:tracePt t="63590" x="3206750" y="2025650"/>
          <p14:tracePt t="63607" x="3200400" y="2019300"/>
          <p14:tracePt t="63623" x="3181350" y="2006600"/>
          <p14:tracePt t="63640" x="3168650" y="2000250"/>
          <p14:tracePt t="63656" x="3143250" y="1981200"/>
          <p14:tracePt t="63673" x="3105150" y="1962150"/>
          <p14:tracePt t="63691" x="3067050" y="1936750"/>
          <p14:tracePt t="63707" x="3041650" y="1924050"/>
          <p14:tracePt t="63723" x="3009900" y="1898650"/>
          <p14:tracePt t="63740" x="2978150" y="1885950"/>
          <p14:tracePt t="63756" x="2965450" y="1885950"/>
          <p14:tracePt t="63773" x="2959100" y="1879600"/>
          <p14:tracePt t="63790" x="2940050" y="1879600"/>
          <p14:tracePt t="63806" x="2933700" y="1879600"/>
          <p14:tracePt t="63823" x="2927350" y="1879600"/>
          <p14:tracePt t="63839" x="2921000" y="1879600"/>
          <p14:tracePt t="63856" x="2908300" y="1885950"/>
          <p14:tracePt t="63873" x="2895600" y="1898650"/>
          <p14:tracePt t="63889" x="2895600" y="1905000"/>
          <p14:tracePt t="63906" x="2876550" y="1924050"/>
          <p14:tracePt t="63923" x="2857500" y="1949450"/>
          <p14:tracePt t="63939" x="2844800" y="1962150"/>
          <p14:tracePt t="63956" x="2825750" y="1987550"/>
          <p14:tracePt t="63972" x="2806700" y="2012950"/>
          <p14:tracePt t="63989" x="2800350" y="2025650"/>
          <p14:tracePt t="64006" x="2794000" y="2038350"/>
          <p14:tracePt t="64022" x="2787650" y="2044700"/>
          <p14:tracePt t="64056" x="2787650" y="2051050"/>
          <p14:tracePt t="64154" x="2794000" y="2051050"/>
          <p14:tracePt t="64196" x="2800350" y="2051050"/>
          <p14:tracePt t="64434" x="2800350" y="2057400"/>
          <p14:tracePt t="64455" x="2800350" y="2063750"/>
          <p14:tracePt t="64461" x="2800350" y="2076450"/>
          <p14:tracePt t="64476" x="2800350" y="2082800"/>
          <p14:tracePt t="64487" x="2800350" y="2089150"/>
          <p14:tracePt t="64504" x="2800350" y="2095500"/>
          <p14:tracePt t="64520" x="2800350" y="2101850"/>
          <p14:tracePt t="64537" x="2800350" y="2120900"/>
          <p14:tracePt t="64554" x="2787650" y="2139950"/>
          <p14:tracePt t="64570" x="2787650" y="2152650"/>
          <p14:tracePt t="64587" x="2781300" y="2159000"/>
          <p14:tracePt t="64603" x="2774950" y="2165350"/>
          <p14:tracePt t="64620" x="2774950" y="2171700"/>
          <p14:tracePt t="64672" x="2768600" y="2178050"/>
          <p14:tracePt t="64714" x="2768600" y="2184400"/>
          <p14:tracePt t="64925" x="2774950" y="2178050"/>
          <p14:tracePt t="64931" x="2800350" y="2159000"/>
          <p14:tracePt t="64945" x="2813050" y="2133600"/>
          <p14:tracePt t="64955" x="2825750" y="2120900"/>
          <p14:tracePt t="64968" x="2838450" y="2108200"/>
          <p14:tracePt t="64985" x="2863850" y="2089150"/>
          <p14:tracePt t="65002" x="2876550" y="2070100"/>
          <p14:tracePt t="65019" x="2882900" y="2063750"/>
          <p14:tracePt t="65036" x="2889250" y="2063750"/>
          <p14:tracePt t="65232" x="2895600" y="2063750"/>
          <p14:tracePt t="65246" x="2901950" y="2070100"/>
          <p14:tracePt t="65254" x="2908300" y="2076450"/>
          <p14:tracePt t="65268" x="2914650" y="2076450"/>
          <p14:tracePt t="65284" x="2940050" y="2089150"/>
          <p14:tracePt t="65301" x="2965450" y="2095500"/>
          <p14:tracePt t="65318" x="3035300" y="2120900"/>
          <p14:tracePt t="65334" x="3130550" y="2146300"/>
          <p14:tracePt t="65351" x="3251200" y="2171700"/>
          <p14:tracePt t="65367" x="3321050" y="2190750"/>
          <p14:tracePt t="65384" x="3371850" y="2197100"/>
          <p14:tracePt t="65401" x="3530600" y="2216150"/>
          <p14:tracePt t="65417" x="3587750" y="2228850"/>
          <p14:tracePt t="65434" x="3625850" y="2222500"/>
          <p14:tracePt t="65450" x="3676650" y="2216150"/>
          <p14:tracePt t="65467" x="3727450" y="2209800"/>
          <p14:tracePt t="65484" x="3752850" y="2197100"/>
          <p14:tracePt t="65500" x="3765550" y="2197100"/>
          <p14:tracePt t="65516" x="3784600" y="2190750"/>
          <p14:tracePt t="65534" x="3784600" y="2184400"/>
          <p14:tracePt t="66074" x="3790950" y="2184400"/>
          <p14:tracePt t="66083" x="3803650" y="2178050"/>
          <p14:tracePt t="66095" x="3816350" y="2171700"/>
          <p14:tracePt t="66102" x="3829050" y="2171700"/>
          <p14:tracePt t="66118" x="3835400" y="2171700"/>
          <p14:tracePt t="66137" x="3841750" y="2171700"/>
          <p14:tracePt t="66194" x="3835400" y="2171700"/>
          <p14:tracePt t="66207" x="3829050" y="2171700"/>
          <p14:tracePt t="66217" x="3816350" y="2171700"/>
          <p14:tracePt t="66231" x="3803650" y="2171700"/>
          <p14:tracePt t="66248" x="3771900" y="2171700"/>
          <p14:tracePt t="66265" x="3714750" y="2171700"/>
          <p14:tracePt t="66281" x="3676650" y="2178050"/>
          <p14:tracePt t="66298" x="3575050" y="2178050"/>
          <p14:tracePt t="66314" x="3479800" y="2178050"/>
          <p14:tracePt t="66331" x="3441700" y="2178050"/>
          <p14:tracePt t="66348" x="3384550" y="2178050"/>
          <p14:tracePt t="66364" x="3346450" y="2178050"/>
          <p14:tracePt t="66380" x="3327400" y="2178050"/>
          <p14:tracePt t="66397" x="3302000" y="2178050"/>
          <p14:tracePt t="66414" x="3289300" y="2178050"/>
          <p14:tracePt t="66431" x="3244850" y="2171700"/>
          <p14:tracePt t="66447" x="3219450" y="2165350"/>
          <p14:tracePt t="66464" x="3213100" y="2165350"/>
          <p14:tracePt t="66481" x="3194050" y="2159000"/>
          <p14:tracePt t="66497" x="3175000" y="2152650"/>
          <p14:tracePt t="66513" x="3168650" y="2152650"/>
          <p14:tracePt t="66530" x="3162300" y="2152650"/>
          <p14:tracePt t="66546" x="3155950" y="2152650"/>
          <p14:tracePt t="66572" x="3149600" y="2152650"/>
          <p14:tracePt t="66698" x="3143250" y="2146300"/>
          <p14:tracePt t="66705" x="3136900" y="2146300"/>
          <p14:tracePt t="66713" x="3124200" y="2146300"/>
          <p14:tracePt t="66729" x="3117850" y="2146300"/>
          <p14:tracePt t="66747" x="3086100" y="2139950"/>
          <p14:tracePt t="66763" x="3067050" y="2133600"/>
          <p14:tracePt t="66780" x="3009900" y="2127250"/>
          <p14:tracePt t="66797" x="2914650" y="2108200"/>
          <p14:tracePt t="66812" x="2844800" y="2101850"/>
          <p14:tracePt t="66829" x="2717800" y="2082800"/>
          <p14:tracePt t="66846" x="2546350" y="2063750"/>
          <p14:tracePt t="66862" x="2470150" y="2051050"/>
          <p14:tracePt t="66879" x="2324100" y="2032000"/>
          <p14:tracePt t="66895" x="2197100" y="2032000"/>
          <p14:tracePt t="66912" x="2146300" y="2025650"/>
          <p14:tracePt t="66929" x="2063750" y="2025650"/>
          <p14:tracePt t="66945" x="2006600" y="2032000"/>
          <p14:tracePt t="66962" x="1987550" y="2038350"/>
          <p14:tracePt t="66979" x="1949450" y="2044700"/>
          <p14:tracePt t="66996" x="1943100" y="2051050"/>
          <p14:tracePt t="67014" x="1930400" y="2051050"/>
          <p14:tracePt t="67055" x="1930400" y="2057400"/>
          <p14:tracePt t="67167" x="1924050" y="2057400"/>
          <p14:tracePt t="67244" x="1930400" y="2057400"/>
          <p14:tracePt t="67258" x="1936750" y="2057400"/>
          <p14:tracePt t="67264" x="1949450" y="2057400"/>
          <p14:tracePt t="67277" x="1962150" y="2057400"/>
          <p14:tracePt t="67295" x="2006600" y="2063750"/>
          <p14:tracePt t="67311" x="2051050" y="2063750"/>
          <p14:tracePt t="67328" x="2178050" y="2076450"/>
          <p14:tracePt t="67343" x="2330450" y="2082800"/>
          <p14:tracePt t="67360" x="2419350" y="2095500"/>
          <p14:tracePt t="67378" x="2578100" y="2101850"/>
          <p14:tracePt t="67394" x="2705100" y="2114550"/>
          <p14:tracePt t="67410" x="2743200" y="2114550"/>
          <p14:tracePt t="67427" x="2800350" y="2120900"/>
          <p14:tracePt t="67443" x="2813050" y="2120900"/>
          <p14:tracePt t="67460" x="2832100" y="2120900"/>
          <p14:tracePt t="67477" x="2844800" y="2120900"/>
          <p14:tracePt t="67493" x="2851150" y="2120900"/>
          <p14:tracePt t="67728" x="2863850" y="2120900"/>
          <p14:tracePt t="67735" x="2870200" y="2120900"/>
          <p14:tracePt t="67749" x="2882900" y="2120900"/>
          <p14:tracePt t="67758" x="2895600" y="2120900"/>
          <p14:tracePt t="67775" x="2914650" y="2120900"/>
          <p14:tracePt t="67792" x="2965450" y="2120900"/>
          <p14:tracePt t="67809" x="3022600" y="2127250"/>
          <p14:tracePt t="67827" x="3073400" y="2133600"/>
          <p14:tracePt t="67842" x="3092450" y="2133600"/>
          <p14:tracePt t="67859" x="3124200" y="2139950"/>
          <p14:tracePt t="67876" x="3143250" y="2139950"/>
          <p14:tracePt t="67892" x="3149600" y="2146300"/>
          <p14:tracePt t="68008" x="3155950" y="2146300"/>
          <p14:tracePt t="68044" x="3162300" y="2146300"/>
          <p14:tracePt t="68057" x="3168650" y="2146300"/>
          <p14:tracePt t="68064" x="3175000" y="2146300"/>
          <p14:tracePt t="68078" x="3181350" y="2146300"/>
          <p14:tracePt t="68092" x="3187700" y="2146300"/>
          <p14:tracePt t="68108" x="3219450" y="2152650"/>
          <p14:tracePt t="68124" x="3244850" y="2152650"/>
          <p14:tracePt t="68141" x="3314700" y="2152650"/>
          <p14:tracePt t="68158" x="3371850" y="2159000"/>
          <p14:tracePt t="68174" x="3397250" y="2159000"/>
          <p14:tracePt t="68191" x="3448050" y="2159000"/>
          <p14:tracePt t="68208" x="3479800" y="2159000"/>
          <p14:tracePt t="68225" x="3498850" y="2159000"/>
          <p14:tracePt t="68258" x="3505200" y="2159000"/>
          <p14:tracePt t="68316" x="3498850" y="2159000"/>
          <p14:tracePt t="68344" x="3492500" y="2159000"/>
          <p14:tracePt t="68358" x="3486150" y="2159000"/>
          <p14:tracePt t="68386" x="3479800" y="2159000"/>
          <p14:tracePt t="68393" x="3473450" y="2159000"/>
          <p14:tracePt t="68414" x="3467100" y="2152650"/>
          <p14:tracePt t="68428" x="3460750" y="2152650"/>
          <p14:tracePt t="68440" x="3448050" y="2146300"/>
          <p14:tracePt t="68457" x="3416300" y="2139950"/>
          <p14:tracePt t="68473" x="3390900" y="2133600"/>
          <p14:tracePt t="68490" x="3340100" y="2114550"/>
          <p14:tracePt t="68507" x="3282950" y="2101850"/>
          <p14:tracePt t="68523" x="3251200" y="2082800"/>
          <p14:tracePt t="68540" x="3181350" y="2070100"/>
          <p14:tracePt t="68556" x="3079750" y="2032000"/>
          <p14:tracePt t="68573" x="3028950" y="2019300"/>
          <p14:tracePt t="68590" x="2908300" y="1981200"/>
          <p14:tracePt t="68606" x="2781300" y="1943100"/>
          <p14:tracePt t="68623" x="2717800" y="1911350"/>
          <p14:tracePt t="68639" x="2571750" y="1860550"/>
          <p14:tracePt t="68656" x="2501900" y="1841500"/>
          <p14:tracePt t="68673" x="2305050" y="1784350"/>
          <p14:tracePt t="68689" x="2235200" y="1765300"/>
          <p14:tracePt t="68706" x="2184400" y="1758950"/>
          <p14:tracePt t="68723" x="2082800" y="1733550"/>
          <p14:tracePt t="68739" x="2000250" y="1708150"/>
          <p14:tracePt t="68756" x="1981200" y="1695450"/>
          <p14:tracePt t="68772" x="1930400" y="1676400"/>
          <p14:tracePt t="68789" x="1885950" y="1663700"/>
          <p14:tracePt t="68806" x="1873250" y="1663700"/>
          <p14:tracePt t="68822" x="1841500" y="1651000"/>
          <p14:tracePt t="68839" x="1809750" y="1638300"/>
          <p14:tracePt t="68856" x="1771650" y="1631950"/>
          <p14:tracePt t="68872" x="1771650" y="1625600"/>
          <p14:tracePt t="68889" x="1758950" y="1619250"/>
          <p14:tracePt t="68946" x="1752600" y="1619250"/>
          <p14:tracePt t="69164" x="1758950" y="1619250"/>
          <p14:tracePt t="69178" x="1765300" y="1619250"/>
          <p14:tracePt t="69199" x="1778000" y="1619250"/>
          <p14:tracePt t="69206" x="1790700" y="1619250"/>
          <p14:tracePt t="69221" x="1816100" y="1625600"/>
          <p14:tracePt t="69227" x="1841500" y="1631950"/>
          <p14:tracePt t="69237" x="1898650" y="1644650"/>
          <p14:tracePt t="69254" x="1962150" y="1651000"/>
          <p14:tracePt t="69270" x="2133600" y="1701800"/>
          <p14:tracePt t="69287" x="2235200" y="1720850"/>
          <p14:tracePt t="69291" x="2336800" y="1752600"/>
          <p14:tracePt t="69304" x="2590800" y="1828800"/>
          <p14:tracePt t="69320" x="2717800" y="1860550"/>
          <p14:tracePt t="69337" x="2851150" y="1905000"/>
          <p14:tracePt t="69353" x="3124200" y="2012950"/>
          <p14:tracePt t="69370" x="3378200" y="2108200"/>
          <p14:tracePt t="69387" x="3467100" y="2152650"/>
          <p14:tracePt t="69403" x="3632200" y="2222500"/>
          <p14:tracePt t="69420" x="3740150" y="2266950"/>
          <p14:tracePt t="69437" x="3816350" y="2292350"/>
          <p14:tracePt t="69453" x="3835400" y="2292350"/>
          <p14:tracePt t="69470" x="3854450" y="2298700"/>
          <p14:tracePt t="69487" x="3860800" y="2298700"/>
          <p14:tracePt t="69578" x="3854450" y="2292350"/>
          <p14:tracePt t="69584" x="3848100" y="2292350"/>
          <p14:tracePt t="69599" x="3841750" y="2286000"/>
          <p14:tracePt t="69606" x="3829050" y="2279650"/>
          <p14:tracePt t="69622" x="3816350" y="2266950"/>
          <p14:tracePt t="69636" x="3797300" y="2260600"/>
          <p14:tracePt t="69653" x="3708400" y="2203450"/>
          <p14:tracePt t="69669" x="3568700" y="2101850"/>
          <p14:tracePt t="69686" x="3473450" y="2038350"/>
          <p14:tracePt t="69702" x="3257550" y="1911350"/>
          <p14:tracePt t="69719" x="3048000" y="1816100"/>
          <p14:tracePt t="69736" x="2952750" y="1758950"/>
          <p14:tracePt t="69753" x="2781300" y="1689100"/>
          <p14:tracePt t="69770" x="2635250" y="1644650"/>
          <p14:tracePt t="69785" x="2552700" y="1619250"/>
          <p14:tracePt t="69789" x="2501900" y="1606550"/>
          <p14:tracePt t="69802" x="2444750" y="1587500"/>
          <p14:tracePt t="69819" x="2362200" y="1562100"/>
          <p14:tracePt t="69835" x="2343150" y="1555750"/>
          <p14:tracePt t="69852" x="2298700" y="1536700"/>
          <p14:tracePt t="69869" x="2254250" y="1530350"/>
          <p14:tracePt t="69886" x="2222500" y="1517650"/>
          <p14:tracePt t="69902" x="2216150" y="1511300"/>
          <p14:tracePt t="69918" x="2203450" y="1511300"/>
          <p14:tracePt t="69935" x="2190750" y="1504950"/>
          <p14:tracePt t="69952" x="2184400" y="1504950"/>
          <p14:tracePt t="69985" x="2178050" y="1504950"/>
          <p14:tracePt t="70117" x="2184400" y="1504950"/>
          <p14:tracePt t="70132" x="2190750" y="1504950"/>
          <p14:tracePt t="70138" x="2197100" y="1504950"/>
          <p14:tracePt t="70150" x="2216150" y="1511300"/>
          <p14:tracePt t="70167" x="2273300" y="1530350"/>
          <p14:tracePt t="70184" x="2324100" y="1549400"/>
          <p14:tracePt t="70201" x="2476500" y="1593850"/>
          <p14:tracePt t="70217" x="2660650" y="1670050"/>
          <p14:tracePt t="70234" x="2749550" y="1695450"/>
          <p14:tracePt t="70251" x="2921000" y="1771650"/>
          <p14:tracePt t="70267" x="3003550" y="1809750"/>
          <p14:tracePt t="70284" x="3143250" y="1885950"/>
          <p14:tracePt t="70301" x="3257550" y="1943100"/>
          <p14:tracePt t="70317" x="3302000" y="1968500"/>
          <p14:tracePt t="70334" x="3365500" y="2012950"/>
          <p14:tracePt t="70350" x="3397250" y="2025650"/>
          <p14:tracePt t="70367" x="3409950" y="2032000"/>
          <p14:tracePt t="70384" x="3422650" y="2038350"/>
          <p14:tracePt t="70400" x="3429000" y="2044700"/>
          <p14:tracePt t="70433" x="3435350" y="2051050"/>
          <p14:tracePt t="71782" x="3486150" y="2051050"/>
          <p14:tracePt t="71789" x="3505200" y="2057400"/>
          <p14:tracePt t="71798" x="3536950" y="2063750"/>
          <p14:tracePt t="71812" x="3562350" y="2070100"/>
          <p14:tracePt t="71828" x="3594100" y="2076450"/>
          <p14:tracePt t="71845" x="3651250" y="2089150"/>
          <p14:tracePt t="71861" x="3708400" y="2108200"/>
          <p14:tracePt t="71878" x="3765550" y="2114550"/>
          <p14:tracePt t="71895" x="3860800" y="2152650"/>
          <p14:tracePt t="71911" x="3962400" y="2184400"/>
          <p14:tracePt t="71928" x="4013200" y="2203450"/>
          <p14:tracePt t="71944" x="4133850" y="2222500"/>
          <p14:tracePt t="71961" x="4241800" y="2241550"/>
          <p14:tracePt t="71979" x="4349750" y="2260600"/>
          <p14:tracePt t="71994" x="4400550" y="2266950"/>
          <p14:tracePt t="72011" x="4451350" y="2266950"/>
          <p14:tracePt t="72028" x="4572000" y="2273300"/>
          <p14:tracePt t="72044" x="4603750" y="2273300"/>
          <p14:tracePt t="72061" x="4629150" y="2273300"/>
          <p14:tracePt t="72078" x="4679950" y="2266950"/>
          <p14:tracePt t="72094" x="4724400" y="2260600"/>
          <p14:tracePt t="72112" x="4762500" y="2260600"/>
          <p14:tracePt t="72127" x="4775200" y="2260600"/>
          <p14:tracePt t="72144" x="4806950" y="2260600"/>
          <p14:tracePt t="72161" x="4838700" y="2260600"/>
          <p14:tracePt t="72177" x="4851400" y="2260600"/>
          <p14:tracePt t="72194" x="4883150" y="2260600"/>
          <p14:tracePt t="72211" x="4908550" y="2260600"/>
          <p14:tracePt t="72227" x="4921250" y="2260600"/>
          <p14:tracePt t="72244" x="4946650" y="2260600"/>
          <p14:tracePt t="72260" x="4972050" y="2254250"/>
          <p14:tracePt t="72277" x="4984750" y="2254250"/>
          <p14:tracePt t="72294" x="5003800" y="2254250"/>
          <p14:tracePt t="72310" x="5016500" y="2247900"/>
          <p14:tracePt t="72327" x="5022850" y="2247900"/>
          <p14:tracePt t="72330" x="5029200" y="2247900"/>
          <p14:tracePt t="72345" x="5035550" y="2247900"/>
          <p14:tracePt t="72360" x="5041900" y="2247900"/>
          <p14:tracePt t="72399" x="5048250" y="2247900"/>
          <p14:tracePt t="72448" x="5054600" y="2241550"/>
          <p14:tracePt t="72532" x="5060950" y="2235200"/>
          <p14:tracePt t="72581" x="5054600" y="2235200"/>
          <p14:tracePt t="72587" x="5048250" y="2228850"/>
          <p14:tracePt t="72610" x="5035550" y="2222500"/>
          <p14:tracePt t="72623" x="5022850" y="2216150"/>
          <p14:tracePt t="72630" x="4997450" y="2216150"/>
          <p14:tracePt t="72645" x="4972050" y="2203450"/>
          <p14:tracePt t="72658" x="4876800" y="2171700"/>
          <p14:tracePt t="72675" x="4806950" y="2165350"/>
          <p14:tracePt t="72693" x="4743450" y="2146300"/>
          <p14:tracePt t="72709" x="4584700" y="2127250"/>
          <p14:tracePt t="72725" x="4432300" y="2108200"/>
          <p14:tracePt t="72742" x="4286250" y="2095500"/>
          <p14:tracePt t="72758" x="4222750" y="2095500"/>
          <p14:tracePt t="72775" x="4133850" y="2095500"/>
          <p14:tracePt t="72792" x="4057650" y="2095500"/>
          <p14:tracePt t="72808" x="4013200" y="2101850"/>
          <p14:tracePt t="72825" x="3943350" y="2108200"/>
          <p14:tracePt t="72842" x="3886200" y="2114550"/>
          <p14:tracePt t="72858" x="3854450" y="2120900"/>
          <p14:tracePt t="72875" x="3790950" y="2120900"/>
          <p14:tracePt t="72891" x="3721100" y="2120900"/>
          <p14:tracePt t="72908" x="3683000" y="2120900"/>
          <p14:tracePt t="72925" x="3606800" y="2127250"/>
          <p14:tracePt t="72941" x="3511550" y="2139950"/>
          <p14:tracePt t="72958" x="3473450" y="2139950"/>
          <p14:tracePt t="72974" x="3352800" y="2159000"/>
          <p14:tracePt t="72991" x="3289300" y="2159000"/>
          <p14:tracePt t="73008" x="3168650" y="2165350"/>
          <p14:tracePt t="73024" x="3130550" y="2165350"/>
          <p14:tracePt t="73041" x="3111500" y="2165350"/>
          <p14:tracePt t="73058" x="3073400" y="2165350"/>
          <p14:tracePt t="73074" x="3048000" y="2178050"/>
          <p14:tracePt t="73091" x="3035300" y="2178050"/>
          <p14:tracePt t="73107" x="3022600" y="2184400"/>
          <p14:tracePt t="73124" x="3003550" y="2184400"/>
          <p14:tracePt t="73141" x="2997200" y="2190750"/>
          <p14:tracePt t="73157" x="2990850" y="2190750"/>
          <p14:tracePt t="73174" x="2971800" y="2190750"/>
          <p14:tracePt t="73191" x="2952750" y="2190750"/>
          <p14:tracePt t="73223" x="2940050" y="2190750"/>
          <p14:tracePt t="73240" x="2927350" y="2190750"/>
          <p14:tracePt t="73257" x="2914650" y="2190750"/>
          <p14:tracePt t="73273" x="2908300" y="2190750"/>
          <p14:tracePt t="73291" x="2889250" y="2197100"/>
          <p14:tracePt t="73306" x="2876550" y="2197100"/>
          <p14:tracePt t="73324" x="2857500" y="2197100"/>
          <p14:tracePt t="73340" x="2851150" y="2197100"/>
          <p14:tracePt t="73356" x="2844800" y="2197100"/>
          <p14:tracePt t="73373" x="2832100" y="2197100"/>
          <p14:tracePt t="73389" x="2825750" y="2197100"/>
          <p14:tracePt t="73406" x="2819400" y="2197100"/>
          <p14:tracePt t="73439" x="2813050" y="2197100"/>
          <p14:tracePt t="73464" x="2806700" y="2197100"/>
          <p14:tracePt t="73520" x="2800350" y="2197100"/>
          <p14:tracePt t="73801" x="2806700" y="2197100"/>
          <p14:tracePt t="73864" x="2813050" y="2197100"/>
          <p14:tracePt t="73871" x="2819400" y="2197100"/>
          <p14:tracePt t="73906" x="2825750" y="2197100"/>
          <p14:tracePt t="73983" x="2819400" y="2197100"/>
          <p14:tracePt t="73989" x="2813050" y="2197100"/>
          <p14:tracePt t="74007" x="2806700" y="2197100"/>
          <p14:tracePt t="74022" x="2806700" y="2190750"/>
          <p14:tracePt t="74037" x="2787650" y="2190750"/>
          <p14:tracePt t="74054" x="2762250" y="2190750"/>
          <p14:tracePt t="74070" x="2743200" y="2184400"/>
          <p14:tracePt t="74089" x="2692400" y="2178050"/>
          <p14:tracePt t="74104" x="2635250" y="2171700"/>
          <p14:tracePt t="74121" x="2597150" y="2159000"/>
          <p14:tracePt t="74137" x="2540000" y="2152650"/>
          <p14:tracePt t="74154" x="2470150" y="2152650"/>
          <p14:tracePt t="74170" x="2451100" y="2152650"/>
          <p14:tracePt t="74187" x="2400300" y="2146300"/>
          <p14:tracePt t="74204" x="2368550" y="2146300"/>
          <p14:tracePt t="74221" x="2343150" y="2146300"/>
          <p14:tracePt t="74237" x="2336800" y="2146300"/>
          <p14:tracePt t="74253" x="2330450" y="2146300"/>
          <p14:tracePt t="74270" x="2317750" y="2146300"/>
          <p14:tracePt t="74286" x="2311400" y="2146300"/>
          <p14:tracePt t="74320" x="2298700" y="2146300"/>
          <p14:tracePt t="74337" x="2292350" y="2146300"/>
          <p14:tracePt t="74341" x="2286000" y="2146300"/>
          <p14:tracePt t="74362" x="2279650" y="2146300"/>
          <p14:tracePt t="74383" x="2273300" y="2146300"/>
          <p14:tracePt t="74404" x="2266950" y="2146300"/>
          <p14:tracePt t="74432" x="2260600" y="2146300"/>
          <p14:tracePt t="74474" x="2254250" y="2146300"/>
          <p14:tracePt t="74614" x="2266950" y="2152650"/>
          <p14:tracePt t="74621" x="2273300" y="2152650"/>
          <p14:tracePt t="74638" x="2286000" y="2159000"/>
          <p14:tracePt t="74652" x="2298700" y="2159000"/>
          <p14:tracePt t="74669" x="2336800" y="2165350"/>
          <p14:tracePt t="74685" x="2393950" y="2171700"/>
          <p14:tracePt t="74702" x="2425700" y="2178050"/>
          <p14:tracePt t="74719" x="2495550" y="2190750"/>
          <p14:tracePt t="74735" x="2565400" y="2197100"/>
          <p14:tracePt t="74752" x="2590800" y="2203450"/>
          <p14:tracePt t="74768" x="2647950" y="2203450"/>
          <p14:tracePt t="74785" x="2692400" y="2203450"/>
          <p14:tracePt t="74801" x="2711450" y="2203450"/>
          <p14:tracePt t="74818" x="2749550" y="2203450"/>
          <p14:tracePt t="74835" x="2774950" y="2203450"/>
          <p14:tracePt t="74853" x="2800350" y="2209800"/>
          <p14:tracePt t="74868" x="2813050" y="2209800"/>
          <p14:tracePt t="74884" x="2819400" y="2209800"/>
          <p14:tracePt t="74901" x="2832100" y="2209800"/>
          <p14:tracePt t="74934" x="2838450" y="2209800"/>
          <p14:tracePt t="74965" x="2844800" y="2209800"/>
          <p14:tracePt t="75455" x="2851150" y="2209800"/>
          <p14:tracePt t="75462" x="2863850" y="2216150"/>
          <p14:tracePt t="75476" x="2876550" y="2216150"/>
          <p14:tracePt t="75485" x="2889250" y="2222500"/>
          <p14:tracePt t="75499" x="2908300" y="2228850"/>
          <p14:tracePt t="75515" x="2940050" y="2247900"/>
          <p14:tracePt t="75532" x="3079750" y="2279650"/>
          <p14:tracePt t="75549" x="3143250" y="2298700"/>
          <p14:tracePt t="75565" x="3213100" y="2311400"/>
          <p14:tracePt t="75582" x="3435350" y="2355850"/>
          <p14:tracePt t="75599" x="3524250" y="2368550"/>
          <p14:tracePt t="75617" x="3702050" y="2387600"/>
          <p14:tracePt t="75632" x="3797300" y="2393950"/>
          <p14:tracePt t="75648" x="3987800" y="2419350"/>
          <p14:tracePt t="75666" x="4178300" y="2419350"/>
          <p14:tracePt t="75682" x="4267200" y="2419350"/>
          <p14:tracePt t="75698" x="4432300" y="2413000"/>
          <p14:tracePt t="75715" x="4584700" y="2393950"/>
          <p14:tracePt t="75731" x="4654550" y="2387600"/>
          <p14:tracePt t="75749" x="4768850" y="2374900"/>
          <p14:tracePt t="75765" x="4876800" y="2355850"/>
          <p14:tracePt t="75781" x="4921250" y="2349500"/>
          <p14:tracePt t="75800" x="4991100" y="2324100"/>
          <p14:tracePt t="75814" x="5035550" y="2305050"/>
          <p14:tracePt t="75831" x="5054600" y="2298700"/>
          <p14:tracePt t="75848" x="5099050" y="2286000"/>
          <p14:tracePt t="75864" x="5124450" y="2279650"/>
          <p14:tracePt t="75881" x="5175250" y="2260600"/>
          <p14:tracePt t="75897" x="5219700" y="2241550"/>
          <p14:tracePt t="75914" x="5238750" y="2235200"/>
          <p14:tracePt t="75931" x="5302250" y="2209800"/>
          <p14:tracePt t="75947" x="5353050" y="2190750"/>
          <p14:tracePt t="75964" x="5372100" y="2184400"/>
          <p14:tracePt t="75981" x="5403850" y="2178050"/>
          <p14:tracePt t="75997" x="5429250" y="2178050"/>
          <p14:tracePt t="76014" x="5441950" y="2178050"/>
          <p14:tracePt t="76030" x="5467350" y="2178050"/>
          <p14:tracePt t="76047" x="5492750" y="2178050"/>
          <p14:tracePt t="76064" x="5505450" y="2178050"/>
          <p14:tracePt t="76080" x="5518150" y="2178050"/>
          <p14:tracePt t="76097" x="5543550" y="2178050"/>
          <p14:tracePt t="76114" x="5568950" y="2178050"/>
          <p14:tracePt t="76130" x="5588000" y="2178050"/>
          <p14:tracePt t="76147" x="5619750" y="2178050"/>
          <p14:tracePt t="76163" x="5727700" y="2190750"/>
          <p14:tracePt t="76180" x="5778500" y="2190750"/>
          <p14:tracePt t="76197" x="5829300" y="2203450"/>
          <p14:tracePt t="76213" x="5937250" y="2203450"/>
          <p14:tracePt t="76229" x="6038850" y="2197100"/>
          <p14:tracePt t="76247" x="6083300" y="2190750"/>
          <p14:tracePt t="76263" x="6178550" y="2171700"/>
          <p14:tracePt t="76280" x="6235700" y="2159000"/>
          <p14:tracePt t="76297" x="6286500" y="2146300"/>
          <p14:tracePt t="76313" x="6299200" y="2139950"/>
          <p14:tracePt t="76329" x="6337300" y="2120900"/>
          <p14:tracePt t="76346" x="6362700" y="2114550"/>
          <p14:tracePt t="76362" x="6369050" y="2114550"/>
          <p14:tracePt t="76380" x="6388100" y="2114550"/>
          <p14:tracePt t="76395" x="6394450" y="2114550"/>
          <p14:tracePt t="76437" x="6400800" y="2114550"/>
          <p14:tracePt t="76647" x="6394450" y="2114550"/>
          <p14:tracePt t="76766" x="6388100" y="2114550"/>
          <p14:tracePt t="76927" x="6388100" y="2108200"/>
          <p14:tracePt t="76969" x="6381750" y="2108200"/>
          <p14:tracePt t="76976" x="6375400" y="2108200"/>
          <p14:tracePt t="76990" x="6375400" y="2101850"/>
          <p14:tracePt t="76997" x="6369050" y="2095500"/>
          <p14:tracePt t="77012" x="6356350" y="2089150"/>
          <p14:tracePt t="77027" x="6330950" y="2076450"/>
          <p14:tracePt t="77044" x="6305550" y="2070100"/>
          <p14:tracePt t="77061" x="6261100" y="2057400"/>
          <p14:tracePt t="77077" x="6172200" y="2038350"/>
          <p14:tracePt t="77094" x="6146800" y="2025650"/>
          <p14:tracePt t="77110" x="6051550" y="2025650"/>
          <p14:tracePt t="77127" x="6000750" y="2012950"/>
          <p14:tracePt t="77143" x="5899150" y="2012950"/>
          <p14:tracePt t="77159" x="5791200" y="2019300"/>
          <p14:tracePt t="77176" x="5740400" y="2025650"/>
          <p14:tracePt t="77194" x="5645150" y="2032000"/>
          <p14:tracePt t="77210" x="5562600" y="2051050"/>
          <p14:tracePt t="77227" x="5543550" y="2057400"/>
          <p14:tracePt t="77243" x="5499100" y="2070100"/>
          <p14:tracePt t="77259" x="5467350" y="2089150"/>
          <p14:tracePt t="77276" x="5454650" y="2095500"/>
          <p14:tracePt t="77293" x="5441950" y="2095500"/>
          <p14:tracePt t="77310" x="5429250" y="2101850"/>
          <p14:tracePt t="77327" x="5416550" y="2108200"/>
          <p14:tracePt t="77342" x="5416550" y="2114550"/>
          <p14:tracePt t="77359" x="5410200" y="2114550"/>
          <p14:tracePt t="77379" x="5403850" y="2120900"/>
          <p14:tracePt t="77392" x="5397500" y="2127250"/>
          <p14:tracePt t="77409" x="5391150" y="2127250"/>
          <p14:tracePt t="77426" x="5378450" y="2133600"/>
          <p14:tracePt t="77443" x="5372100" y="2133600"/>
          <p14:tracePt t="77459" x="5365750" y="2139950"/>
          <p14:tracePt t="77475" x="5359400" y="2139950"/>
          <p14:tracePt t="77492" x="5346700" y="2146300"/>
          <p14:tracePt t="77509" x="5340350" y="2152650"/>
          <p14:tracePt t="77525" x="5334000" y="2159000"/>
          <p14:tracePt t="77542" x="5308600" y="2171700"/>
          <p14:tracePt t="77559" x="5283200" y="2184400"/>
          <p14:tracePt t="77575" x="5276850" y="2190750"/>
          <p14:tracePt t="77592" x="5257800" y="2197100"/>
          <p14:tracePt t="77609" x="5245100" y="2209800"/>
          <p14:tracePt t="77625" x="5238750" y="2209800"/>
          <p14:tracePt t="77642" x="5238750" y="2216150"/>
          <p14:tracePt t="77659" x="5232400" y="2222500"/>
          <p14:tracePt t="77756" x="5238750" y="2222500"/>
          <p14:tracePt t="77763" x="5245100" y="2222500"/>
          <p14:tracePt t="77778" x="5257800" y="2222500"/>
          <p14:tracePt t="77791" x="5270500" y="2222500"/>
          <p14:tracePt t="77808" x="5327650" y="2216150"/>
          <p14:tracePt t="77825" x="5372100" y="2209800"/>
          <p14:tracePt t="77841" x="5480050" y="2178050"/>
          <p14:tracePt t="77858" x="5613400" y="2159000"/>
          <p14:tracePt t="77875" x="5715000" y="2139950"/>
          <p14:tracePt t="77891" x="5759450" y="2139950"/>
          <p14:tracePt t="77907" x="5816600" y="2133600"/>
          <p14:tracePt t="77924" x="5848350" y="2127250"/>
          <p14:tracePt t="77941" x="5861050" y="2127250"/>
          <p14:tracePt t="77957" x="5873750" y="2127250"/>
          <p14:tracePt t="78022" x="5873750" y="2120900"/>
          <p14:tracePt t="78085" x="5861050" y="2120900"/>
          <p14:tracePt t="78108" x="5854700" y="2120900"/>
          <p14:tracePt t="78113" x="5848350" y="2120900"/>
          <p14:tracePt t="78127" x="5829300" y="2120900"/>
          <p14:tracePt t="78140" x="5810250" y="2120900"/>
          <p14:tracePt t="78157" x="5753100" y="2114550"/>
          <p14:tracePt t="78173" x="5695950" y="2114550"/>
          <p14:tracePt t="78190" x="5607050" y="2108200"/>
          <p14:tracePt t="78206" x="5499100" y="2108200"/>
          <p14:tracePt t="78223" x="5448300" y="2108200"/>
          <p14:tracePt t="78240" x="5372100" y="2108200"/>
          <p14:tracePt t="78256" x="5321300" y="2108200"/>
          <p14:tracePt t="78273" x="5302250" y="2108200"/>
          <p14:tracePt t="78289" x="5283200" y="2108200"/>
          <p14:tracePt t="78306" x="5270500" y="2108200"/>
          <p14:tracePt t="78366" x="5264150" y="2108200"/>
          <p14:tracePt t="78765" x="5257800" y="2108200"/>
          <p14:tracePt t="78828" x="5251450" y="2108200"/>
          <p14:tracePt t="78856" x="5245100" y="2108200"/>
          <p14:tracePt t="78906" x="5238750" y="2108200"/>
          <p14:tracePt t="78954" x="5238750" y="2114550"/>
          <p14:tracePt t="79326" x="5276850" y="2120900"/>
          <p14:tracePt t="79340" x="5295900" y="2120900"/>
          <p14:tracePt t="79347" x="5321300" y="2120900"/>
          <p14:tracePt t="79355" x="5340350" y="2127250"/>
          <p14:tracePt t="79369" x="5365750" y="2127250"/>
          <p14:tracePt t="79385" x="5391150" y="2127250"/>
          <p14:tracePt t="79403" x="5410200" y="2127250"/>
          <p14:tracePt t="79419" x="5422900" y="2133600"/>
          <p14:tracePt t="79494" x="5416550" y="2133600"/>
          <p14:tracePt t="79529" x="5403850" y="2133600"/>
          <p14:tracePt t="79536" x="5397500" y="2133600"/>
          <p14:tracePt t="79550" x="5384800" y="2133600"/>
          <p14:tracePt t="79557" x="5365750" y="2133600"/>
          <p14:tracePt t="79568" x="5346700" y="2133600"/>
          <p14:tracePt t="79586" x="5238750" y="2114550"/>
          <p14:tracePt t="79601" x="5175250" y="2095500"/>
          <p14:tracePt t="79618" x="5080000" y="2063750"/>
          <p14:tracePt t="79635" x="4730750" y="1955800"/>
          <p14:tracePt t="79651" x="4603750" y="1911350"/>
          <p14:tracePt t="79667" x="4451350" y="1879600"/>
          <p14:tracePt t="79684" x="4133850" y="1784350"/>
          <p14:tracePt t="79701" x="3771900" y="1689100"/>
          <p14:tracePt t="79718" x="3416300" y="1600200"/>
          <p14:tracePt t="79734" x="3232150" y="1549400"/>
          <p14:tracePt t="79751" x="2959100" y="1479550"/>
          <p14:tracePt t="79768" x="2736850" y="1435100"/>
          <p14:tracePt t="79784" x="2635250" y="1416050"/>
          <p14:tracePt t="79800" x="2470150" y="1416050"/>
          <p14:tracePt t="79818" x="2317750" y="1397000"/>
          <p14:tracePt t="79834" x="2247900" y="1390650"/>
          <p14:tracePt t="79851" x="2133600" y="1390650"/>
          <p14:tracePt t="79867" x="2019300" y="1390650"/>
          <p14:tracePt t="79884" x="1949450" y="1390650"/>
          <p14:tracePt t="79901" x="1847850" y="1409700"/>
          <p14:tracePt t="79917" x="1784350" y="1422400"/>
          <p14:tracePt t="79934" x="1746250" y="1422400"/>
          <p14:tracePt t="79950" x="1689100" y="1428750"/>
          <p14:tracePt t="79967" x="1663700" y="1428750"/>
          <p14:tracePt t="79984" x="1612900" y="1428750"/>
          <p14:tracePt t="80000" x="1581150" y="1428750"/>
          <p14:tracePt t="80017" x="1568450" y="1428750"/>
          <p14:tracePt t="80034" x="1549400" y="1422400"/>
          <p14:tracePt t="80050" x="1536700" y="1422400"/>
          <p14:tracePt t="80066" x="1530350" y="1422400"/>
          <p14:tracePt t="80083" x="1511300" y="1422400"/>
          <p14:tracePt t="80099" x="1473200" y="1416050"/>
          <p14:tracePt t="80116" x="1454150" y="1416050"/>
          <p14:tracePt t="80133" x="1416050" y="1403350"/>
          <p14:tracePt t="80149" x="1365250" y="1390650"/>
          <p14:tracePt t="80167" x="1301750" y="1371600"/>
          <p14:tracePt t="80183" x="1282700" y="1365250"/>
          <p14:tracePt t="80199" x="1244600" y="1352550"/>
          <p14:tracePt t="80216" x="1206500" y="1346200"/>
          <p14:tracePt t="80232" x="1193800" y="1339850"/>
          <p14:tracePt t="80249" x="1168400" y="1327150"/>
          <p14:tracePt t="80266" x="1136650" y="1320800"/>
          <p14:tracePt t="80282" x="1123950" y="1314450"/>
          <p14:tracePt t="80300" x="1079500" y="1308100"/>
          <p14:tracePt t="80315" x="1022350" y="1295400"/>
          <p14:tracePt t="80332" x="1003300" y="1295400"/>
          <p14:tracePt t="80350" x="952500" y="1295400"/>
          <p14:tracePt t="80365" x="933450" y="1295400"/>
          <p14:tracePt t="80382" x="908050" y="1295400"/>
          <p14:tracePt t="80399" x="901700" y="1295400"/>
          <p14:tracePt t="80415" x="895350" y="1295400"/>
          <p14:tracePt t="80431" x="889000" y="1295400"/>
          <p14:tracePt t="80496" x="895350" y="1295400"/>
          <p14:tracePt t="80511" x="901700" y="1295400"/>
          <p14:tracePt t="80524" x="920750" y="1295400"/>
          <p14:tracePt t="80538" x="946150" y="1295400"/>
          <p14:tracePt t="80548" x="971550" y="1295400"/>
          <p14:tracePt t="80564" x="1009650" y="1295400"/>
          <p14:tracePt t="80582" x="1136650" y="1301750"/>
          <p14:tracePt t="80598" x="1231900" y="1314450"/>
          <p14:tracePt t="80616" x="1498600" y="1314450"/>
          <p14:tracePt t="80631" x="1587500" y="1314450"/>
          <p14:tracePt t="80648" x="1663700" y="1314450"/>
          <p14:tracePt t="80665" x="1778000" y="1308100"/>
          <p14:tracePt t="80681" x="1847850" y="1308100"/>
          <p14:tracePt t="80700" x="1860550" y="1308100"/>
          <p14:tracePt t="80714" x="1873250" y="1308100"/>
          <p14:tracePt t="80731" x="1885950" y="1308100"/>
          <p14:tracePt t="81317" x="1924050" y="1308100"/>
          <p14:tracePt t="81330" x="1987550" y="1327150"/>
          <p14:tracePt t="81338" x="2070100" y="1346200"/>
          <p14:tracePt t="81352" x="2171700" y="1377950"/>
          <p14:tracePt t="81362" x="2298700" y="1409700"/>
          <p14:tracePt t="81379" x="2622550" y="1485900"/>
          <p14:tracePt t="81396" x="2800350" y="1517650"/>
          <p14:tracePt t="81412" x="3155950" y="1593850"/>
          <p14:tracePt t="81429" x="3352800" y="1638300"/>
          <p14:tracePt t="81445" x="3676650" y="1695450"/>
          <p14:tracePt t="81462" x="3949700" y="1739900"/>
          <p14:tracePt t="81479" x="4178300" y="1771650"/>
          <p14:tracePt t="81495" x="4286250" y="1790700"/>
          <p14:tracePt t="81512" x="4375150" y="1803400"/>
          <p14:tracePt t="81528" x="4597400" y="1841500"/>
          <p14:tracePt t="81545" x="4648200" y="1847850"/>
          <p14:tracePt t="81562" x="4705350" y="1866900"/>
          <p14:tracePt t="81578" x="4737100" y="1873250"/>
          <p14:tracePt t="81594" x="4768850" y="1879600"/>
          <p14:tracePt t="81611" x="4806950" y="1892300"/>
          <p14:tracePt t="81628" x="4819650" y="1892300"/>
          <p14:tracePt t="81644" x="4851400" y="1905000"/>
          <p14:tracePt t="81661" x="4883150" y="1917700"/>
          <p14:tracePt t="81678" x="4908550" y="1924050"/>
          <p14:tracePt t="81695" x="4940300" y="1936750"/>
          <p14:tracePt t="81711" x="4965700" y="1943100"/>
          <p14:tracePt t="81727" x="4984750" y="1949450"/>
          <p14:tracePt t="81744" x="5016500" y="1962150"/>
          <p14:tracePt t="81761" x="5054600" y="1974850"/>
          <p14:tracePt t="81778" x="5067300" y="1981200"/>
          <p14:tracePt t="81794" x="5080000" y="1993900"/>
          <p14:tracePt t="81810" x="5111750" y="2006600"/>
          <p14:tracePt t="81829" x="5143500" y="2019300"/>
          <p14:tracePt t="81843" x="5156200" y="2032000"/>
          <p14:tracePt t="81860" x="5168900" y="2044700"/>
          <p14:tracePt t="81877" x="5219700" y="2070100"/>
          <p14:tracePt t="81893" x="5232400" y="2089150"/>
          <p14:tracePt t="81910" x="5238750" y="2089150"/>
          <p14:tracePt t="81913" x="5251450" y="2095500"/>
          <p14:tracePt t="81933" x="5257800" y="2101850"/>
          <p14:tracePt t="81943" x="5257800" y="2108200"/>
          <p14:tracePt t="81960" x="5264150" y="2108200"/>
          <p14:tracePt t="81983" x="5270500" y="2108200"/>
          <p14:tracePt t="82059" x="5276850" y="2114550"/>
          <p14:tracePt t="82291" x="5283200" y="2114550"/>
          <p14:tracePt t="82319" x="5295900" y="2120900"/>
          <p14:tracePt t="82340" x="5308600" y="2120900"/>
          <p14:tracePt t="82354" x="5321300" y="2127250"/>
          <p14:tracePt t="82361" x="5346700" y="2133600"/>
          <p14:tracePt t="82376" x="5384800" y="2139950"/>
          <p14:tracePt t="82392" x="5461000" y="2159000"/>
          <p14:tracePt t="82409" x="5518150" y="2165350"/>
          <p14:tracePt t="82412" x="5568950" y="2184400"/>
          <p14:tracePt t="82425" x="5626100" y="2197100"/>
          <p14:tracePt t="82442" x="5746750" y="2222500"/>
          <p14:tracePt t="82459" x="5848350" y="2228850"/>
          <p14:tracePt t="82475" x="5905500" y="2241550"/>
          <p14:tracePt t="82491" x="5956300" y="2247900"/>
          <p14:tracePt t="82508" x="6102350" y="2254250"/>
          <p14:tracePt t="82525" x="6153150" y="2254250"/>
          <p14:tracePt t="82541" x="6178550" y="2254250"/>
          <p14:tracePt t="82558" x="6248400" y="2254250"/>
          <p14:tracePt t="82574" x="6299200" y="2247900"/>
          <p14:tracePt t="82592" x="6337300" y="2247900"/>
          <p14:tracePt t="82608" x="6356350" y="2247900"/>
          <p14:tracePt t="82624" x="6413500" y="2247900"/>
          <p14:tracePt t="82641" x="6464300" y="2247900"/>
          <p14:tracePt t="82658" x="6483350" y="2241550"/>
          <p14:tracePt t="82674" x="6521450" y="2235200"/>
          <p14:tracePt t="82691" x="6546850" y="2228850"/>
          <p14:tracePt t="82707" x="6546850" y="2222500"/>
          <p14:tracePt t="82724" x="6553200" y="2222500"/>
          <p14:tracePt t="82740" x="6559550" y="2222500"/>
          <p14:tracePt t="82777" x="6565900" y="2216150"/>
          <p14:tracePt t="82831" x="6572250" y="2216150"/>
          <p14:tracePt t="82859" x="6572250" y="2209800"/>
          <p14:tracePt t="82873" x="6578600" y="2209800"/>
          <p14:tracePt t="82879" x="6584950" y="2203450"/>
          <p14:tracePt t="82893" x="6591300" y="2197100"/>
          <p14:tracePt t="82914" x="6597650" y="2197100"/>
          <p14:tracePt t="82923" x="6604000" y="2197100"/>
          <p14:tracePt t="82940" x="6610350" y="2190750"/>
          <p14:tracePt t="82957" x="6629400" y="2178050"/>
          <p14:tracePt t="82973" x="6635750" y="2165350"/>
          <p14:tracePt t="82990" x="6642100" y="2159000"/>
          <p14:tracePt t="83006" x="6642100" y="2152650"/>
          <p14:tracePt t="83023" x="6623050" y="2139950"/>
          <p14:tracePt t="83040" x="6597650" y="2139950"/>
          <p14:tracePt t="83056" x="6496050" y="2133600"/>
          <p14:tracePt t="83073" x="6369050" y="2133600"/>
          <p14:tracePt t="83090" x="6223000" y="2146300"/>
          <p14:tracePt t="83106" x="6146800" y="2152650"/>
          <p14:tracePt t="83122" x="6096000" y="2165350"/>
          <p14:tracePt t="83139" x="5988050" y="2197100"/>
          <p14:tracePt t="83156" x="5969000" y="2203450"/>
          <p14:tracePt t="83172" x="5956300" y="2209800"/>
          <p14:tracePt t="83205" x="5988050" y="2209800"/>
          <p14:tracePt t="83223" x="6064250" y="2203450"/>
          <p14:tracePt t="83239" x="6121400" y="2190750"/>
          <p14:tracePt t="83256" x="6235700" y="2184400"/>
          <p14:tracePt t="83273" x="6381750" y="2165350"/>
          <p14:tracePt t="83289" x="6457950" y="2165350"/>
          <p14:tracePt t="83306" x="6559550" y="2152650"/>
          <p14:tracePt t="83322" x="6629400" y="2152650"/>
          <p14:tracePt t="83339" x="6648450" y="2152650"/>
          <p14:tracePt t="83356" x="6667500" y="2152650"/>
          <p14:tracePt t="83439" x="6661150" y="2152650"/>
          <p14:tracePt t="83455" x="6654800" y="2152650"/>
          <p14:tracePt t="83461" x="6648450" y="2152650"/>
          <p14:tracePt t="83475" x="6635750" y="2152650"/>
          <p14:tracePt t="83489" x="6604000" y="2152650"/>
          <p14:tracePt t="83505" x="6578600" y="2152650"/>
          <p14:tracePt t="83521" x="6553200" y="2152650"/>
          <p14:tracePt t="83538" x="6502400" y="2152650"/>
          <p14:tracePt t="83554" x="6464300" y="2152650"/>
          <p14:tracePt t="83571" x="6451600" y="2152650"/>
          <p14:tracePt t="83588" x="6438900" y="2152650"/>
          <p14:tracePt t="83605" x="6426200" y="2152650"/>
          <p14:tracePt t="83692" x="6426200" y="2159000"/>
          <p14:tracePt t="83755" x="6432550" y="2159000"/>
          <p14:tracePt t="83762" x="6438900" y="2159000"/>
          <p14:tracePt t="83790" x="6445250" y="2159000"/>
          <p14:tracePt t="83811" x="6451600" y="2159000"/>
          <p14:tracePt t="83889" x="6451600" y="2165350"/>
          <p14:tracePt t="84353" x="6451600" y="2159000"/>
          <p14:tracePt t="84381" x="6451600" y="2152650"/>
          <p14:tracePt t="84472" x="6451600" y="2146300"/>
          <p14:tracePt t="84486" x="6445250" y="2146300"/>
          <p14:tracePt t="84493" x="6438900" y="2146300"/>
          <p14:tracePt t="84502" x="6426200" y="2139950"/>
          <p14:tracePt t="84519" x="6419850" y="2133600"/>
          <p14:tracePt t="84537" x="6400800" y="2127250"/>
          <p14:tracePt t="84551" x="6375400" y="2120900"/>
          <p14:tracePt t="84568" x="6305550" y="2101850"/>
          <p14:tracePt t="84585" x="6267450" y="2095500"/>
          <p14:tracePt t="84601" x="6184900" y="2089150"/>
          <p14:tracePt t="84618" x="6115050" y="2076450"/>
          <p14:tracePt t="84634" x="6070600" y="2076450"/>
          <p14:tracePt t="84651" x="6057900" y="2076450"/>
          <p14:tracePt t="84668" x="6032500" y="2082800"/>
          <p14:tracePt t="84684" x="6026150" y="2082800"/>
          <p14:tracePt t="84718" x="6019800" y="2089150"/>
          <p14:tracePt t="84745" x="6019800" y="2095500"/>
          <p14:tracePt t="84768" x="6026150" y="2095500"/>
          <p14:tracePt t="84773" x="6026150" y="2101850"/>
          <p14:tracePt t="84784" x="6038850" y="2108200"/>
          <p14:tracePt t="84800" x="6051550" y="2108200"/>
          <p14:tracePt t="84818" x="6102350" y="2127250"/>
          <p14:tracePt t="84834" x="6134100" y="2146300"/>
          <p14:tracePt t="84850" x="6229350" y="2171700"/>
          <p14:tracePt t="84867" x="6337300" y="2190750"/>
          <p14:tracePt t="84884" x="6394450" y="2209800"/>
          <p14:tracePt t="84901" x="6489700" y="2222500"/>
          <p14:tracePt t="84917" x="6546850" y="2222500"/>
          <p14:tracePt t="84920" x="6578600" y="2222500"/>
          <p14:tracePt t="84936" x="6597650" y="2216150"/>
          <p14:tracePt t="84950" x="6616700" y="2209800"/>
          <p14:tracePt t="84966" x="6642100" y="2197100"/>
          <p14:tracePt t="84984" x="6648450" y="2190750"/>
          <p14:tracePt t="85000" x="6648450" y="2184400"/>
          <p14:tracePt t="85016" x="6648450" y="2178050"/>
          <p14:tracePt t="85034" x="6629400" y="2152650"/>
          <p14:tracePt t="85050" x="6616700" y="2133600"/>
          <p14:tracePt t="85066" x="6553200" y="2082800"/>
          <p14:tracePt t="85083" x="6464300" y="2032000"/>
          <p14:tracePt t="85099" x="6407150" y="2006600"/>
          <p14:tracePt t="85116" x="6350000" y="1987550"/>
          <p14:tracePt t="85133" x="6191250" y="1968500"/>
          <p14:tracePt t="85149" x="6140450" y="1968500"/>
          <p14:tracePt t="85167" x="6076950" y="1993900"/>
          <p14:tracePt t="85183" x="6057900" y="2006600"/>
          <p14:tracePt t="85199" x="6019800" y="2044700"/>
          <p14:tracePt t="85216" x="5994400" y="2070100"/>
          <p14:tracePt t="85232" x="5988050" y="2089150"/>
          <p14:tracePt t="85249" x="5981700" y="2114550"/>
          <p14:tracePt t="85265" x="5975350" y="2133600"/>
          <p14:tracePt t="85282" x="5975350" y="2139950"/>
          <p14:tracePt t="85299" x="5975350" y="2146300"/>
          <p14:tracePt t="85315" x="5994400" y="2152650"/>
          <p14:tracePt t="85333" x="6019800" y="2159000"/>
          <p14:tracePt t="85349" x="6076950" y="2184400"/>
          <p14:tracePt t="85365" x="6184900" y="2197100"/>
          <p14:tracePt t="85382" x="6242050" y="2209800"/>
          <p14:tracePt t="85399" x="6356350" y="2209800"/>
          <p14:tracePt t="85415" x="6438900" y="2190750"/>
          <p14:tracePt t="85432" x="6483350" y="2159000"/>
          <p14:tracePt t="85448" x="6489700" y="2152650"/>
          <p14:tracePt t="85465" x="6502400" y="2133600"/>
          <p14:tracePt t="85482" x="6508750" y="2063750"/>
          <p14:tracePt t="85499" x="6508750" y="2038350"/>
          <p14:tracePt t="85515" x="6483350" y="2000250"/>
          <p14:tracePt t="85531" x="6438900" y="1949450"/>
          <p14:tracePt t="85548" x="6337300" y="1892300"/>
          <p14:tracePt t="85565" x="6280150" y="1885950"/>
          <p14:tracePt t="85581" x="6140450" y="1866900"/>
          <p14:tracePt t="85598" x="5994400" y="1879600"/>
          <p14:tracePt t="85615" x="5873750" y="1924050"/>
          <p14:tracePt t="85631" x="5829300" y="1962150"/>
          <p14:tracePt t="85647" x="5772150" y="2019300"/>
          <p14:tracePt t="85664" x="5740400" y="2063750"/>
          <p14:tracePt t="85680" x="5734050" y="2095500"/>
          <p14:tracePt t="85698" x="5734050" y="2127250"/>
          <p14:tracePt t="85714" x="5740400" y="2159000"/>
          <p14:tracePt t="85731" x="5753100" y="2171700"/>
          <p14:tracePt t="85748" x="5816600" y="2203450"/>
          <p14:tracePt t="85763" x="5949950" y="2254250"/>
          <p14:tracePt t="85780" x="6032500" y="2273300"/>
          <p14:tracePt t="85798" x="6223000" y="2292350"/>
          <p14:tracePt t="85813" x="6337300" y="2305050"/>
          <p14:tracePt t="85830" x="6527800" y="2305050"/>
          <p14:tracePt t="85847" x="6686550" y="2279650"/>
          <p14:tracePt t="85863" x="6737350" y="2260600"/>
          <p14:tracePt t="85880" x="6813550" y="2228850"/>
          <p14:tracePt t="85896" x="6851650" y="2190750"/>
          <p14:tracePt t="85914" x="6858000" y="2178050"/>
          <p14:tracePt t="85916" x="6858000" y="2171700"/>
          <p14:tracePt t="85943" x="6858000" y="2165350"/>
          <p14:tracePt t="85965" x="6851650" y="2152650"/>
          <p14:tracePt t="85972" x="6838950" y="2146300"/>
          <p14:tracePt t="85986" x="6813550" y="2133600"/>
          <p14:tracePt t="85997" x="6788150" y="2120900"/>
          <p14:tracePt t="86013" x="6756400" y="2108200"/>
          <p14:tracePt t="86029" x="6661150" y="2082800"/>
          <p14:tracePt t="86046" x="6565900" y="2063750"/>
          <p14:tracePt t="86063" x="6515100" y="2063750"/>
          <p14:tracePt t="86080" x="6419850" y="2063750"/>
          <p14:tracePt t="86097" x="6375400" y="2082800"/>
          <p14:tracePt t="86113" x="6280150" y="2120900"/>
          <p14:tracePt t="86129" x="6267450" y="2146300"/>
          <p14:tracePt t="86146" x="6254750" y="2152650"/>
          <p14:tracePt t="86162" x="6235700" y="2178050"/>
          <p14:tracePt t="86179" x="6229350" y="2184400"/>
          <p14:tracePt t="86197" x="6229350" y="2190750"/>
          <p14:tracePt t="86224" x="6235700" y="2197100"/>
          <p14:tracePt t="86238" x="6242050" y="2203450"/>
          <p14:tracePt t="86248" x="6254750" y="2209800"/>
          <p14:tracePt t="86262" x="6267450" y="2209800"/>
          <p14:tracePt t="86278" x="6299200" y="2209800"/>
          <p14:tracePt t="86296" x="6337300" y="2209800"/>
          <p14:tracePt t="86312" x="6350000" y="2209800"/>
          <p14:tracePt t="86329" x="6375400" y="2209800"/>
          <p14:tracePt t="86345" x="6388100" y="2209800"/>
          <p14:tracePt t="86379" x="6388100" y="2203450"/>
          <p14:tracePt t="86427" x="6388100" y="2197100"/>
          <p14:tracePt t="86866" x="6464300" y="2197100"/>
          <p14:tracePt t="86872" x="6565900" y="2197100"/>
          <p14:tracePt t="86887" x="6680200" y="2165350"/>
          <p14:tracePt t="86896" x="6794500" y="2152650"/>
          <p14:tracePt t="86910" x="6940550" y="2120900"/>
          <p14:tracePt t="86926" x="7073900" y="2089150"/>
          <p14:tracePt t="86943" x="7289800" y="2044700"/>
          <p14:tracePt t="86959" x="7423150" y="2025650"/>
          <p14:tracePt t="86976" x="7473950" y="2019300"/>
          <p14:tracePt t="86993" x="7518400" y="2019300"/>
          <p14:tracePt t="87010" x="7531100" y="2025650"/>
          <p14:tracePt t="87027" x="7537450" y="2025650"/>
          <p14:tracePt t="87059" x="7537450" y="2032000"/>
          <p14:tracePt t="87160" x="7537450" y="2038350"/>
          <p14:tracePt t="87665" x="7499350" y="2032000"/>
          <p14:tracePt t="87679" x="7416800" y="2025650"/>
          <p14:tracePt t="87685" x="7327900" y="2006600"/>
          <p14:tracePt t="87700" x="7226300" y="1993900"/>
          <p14:tracePt t="87709" x="7099300" y="1974850"/>
          <p14:tracePt t="87723" x="6959600" y="1962150"/>
          <p14:tracePt t="87740" x="6648450" y="1917700"/>
          <p14:tracePt t="87757" x="6343650" y="1892300"/>
          <p14:tracePt t="87773" x="6184900" y="1879600"/>
          <p14:tracePt t="87790" x="5829300" y="1854200"/>
          <p14:tracePt t="87806" x="5530850" y="1835150"/>
          <p14:tracePt t="87823" x="5416550" y="1835150"/>
          <p14:tracePt t="87840" x="5187950" y="1847850"/>
          <p14:tracePt t="87857" x="5073650" y="1847850"/>
          <p14:tracePt t="87873" x="4883150" y="1860550"/>
          <p14:tracePt t="87890" x="4724400" y="1879600"/>
          <p14:tracePt t="87906" x="4660900" y="1898650"/>
          <p14:tracePt t="87923" x="4552950" y="1924050"/>
          <p14:tracePt t="87940" x="4476750" y="1943100"/>
          <p14:tracePt t="87956" x="4438650" y="1949450"/>
          <p14:tracePt t="87973" x="4387850" y="1955800"/>
          <p14:tracePt t="87989" x="4337050" y="1968500"/>
          <p14:tracePt t="88006" x="4318000" y="1968500"/>
          <p14:tracePt t="88022" x="4273550" y="1981200"/>
          <p14:tracePt t="88039" x="4235450" y="1987550"/>
          <p14:tracePt t="88056" x="4222750" y="2000250"/>
          <p14:tracePt t="88072" x="4203700" y="2000250"/>
          <p14:tracePt t="88089" x="4191000" y="2000250"/>
          <p14:tracePt t="88106" x="4184650" y="2006600"/>
          <p14:tracePt t="88122" x="4191000" y="2012950"/>
          <p14:tracePt t="88561" x="4216400" y="2006600"/>
          <p14:tracePt t="88568" x="4241800" y="2000250"/>
          <p14:tracePt t="88582" x="4273550" y="1981200"/>
          <p14:tracePt t="88590" x="4298950" y="1968500"/>
          <p14:tracePt t="88603" x="4318000" y="1962150"/>
          <p14:tracePt t="88620" x="4349750" y="1949450"/>
          <p14:tracePt t="88638" x="4356100" y="1943100"/>
          <p14:tracePt t="88653" x="4375150" y="1930400"/>
          <p14:tracePt t="88670" x="4387850" y="1924050"/>
          <p14:tracePt t="88687" x="4394200" y="1917700"/>
          <p14:tracePt t="88703" x="4400550" y="1911350"/>
          <p14:tracePt t="88720" x="4406900" y="1898650"/>
          <p14:tracePt t="88737" x="4432300" y="1879600"/>
          <p14:tracePt t="88770" x="4438650" y="1873250"/>
          <p14:tracePt t="88786" x="4445000" y="1866900"/>
          <p14:tracePt t="88803" x="4451350" y="1866900"/>
          <p14:tracePt t="88820" x="4457700" y="1860550"/>
          <p14:tracePt t="88862" x="4457700" y="1854200"/>
          <p14:tracePt t="89031" x="4451350" y="1854200"/>
          <p14:tracePt t="89053" x="4451350" y="1860550"/>
          <p14:tracePt t="89391" x="4438650" y="1860550"/>
          <p14:tracePt t="89398" x="4419600" y="1860550"/>
          <p14:tracePt t="89412" x="4394200" y="1866900"/>
          <p14:tracePt t="89421" x="4368800" y="1885950"/>
          <p14:tracePt t="89434" x="4330700" y="1911350"/>
          <p14:tracePt t="89451" x="4267200" y="1949450"/>
          <p14:tracePt t="89468" x="4222750" y="1974850"/>
          <p14:tracePt t="89471" x="4203700" y="1987550"/>
          <p14:tracePt t="89484" x="4171950" y="1993900"/>
          <p14:tracePt t="89500" x="4152900" y="2019300"/>
          <p14:tracePt t="89518" x="4089400" y="2063750"/>
          <p14:tracePt t="89534" x="4064000" y="2076450"/>
          <p14:tracePt t="89556" x="4032250" y="2101850"/>
          <p14:tracePt t="89568" x="4019550" y="2114550"/>
          <p14:tracePt t="89584" x="4006850" y="2133600"/>
          <p14:tracePt t="89602" x="3994150" y="2146300"/>
          <p14:tracePt t="89633" x="3987800" y="2152650"/>
          <p14:tracePt t="89653" x="3987800" y="2159000"/>
          <p14:tracePt t="89667" x="3994150" y="2159000"/>
          <p14:tracePt t="89683" x="4000500" y="2159000"/>
          <p14:tracePt t="89700" x="4013200" y="2159000"/>
          <p14:tracePt t="89717" x="4025900" y="2159000"/>
          <p14:tracePt t="89733" x="4064000" y="2159000"/>
          <p14:tracePt t="89750" x="4127500" y="2159000"/>
          <p14:tracePt t="89766" x="4165600" y="2159000"/>
          <p14:tracePt t="89784" x="4260850" y="2159000"/>
          <p14:tracePt t="89799" x="4330700" y="2152650"/>
          <p14:tracePt t="89816" x="4349750" y="2146300"/>
          <p14:tracePt t="89833" x="4375150" y="2139950"/>
          <p14:tracePt t="89849" x="4381500" y="2133600"/>
          <p14:tracePt t="89884" x="4375150" y="2133600"/>
          <p14:tracePt t="89899" x="4362450" y="2127250"/>
          <p14:tracePt t="89916" x="4305300" y="2120900"/>
          <p14:tracePt t="89932" x="4184650" y="2108200"/>
          <p14:tracePt t="89949" x="4108450" y="2108200"/>
          <p14:tracePt t="89966" x="3917950" y="2101850"/>
          <p14:tracePt t="89982" x="3714750" y="2101850"/>
          <p14:tracePt t="89998" x="3613150" y="2101850"/>
          <p14:tracePt t="90015" x="3422650" y="2114550"/>
          <p14:tracePt t="90032" x="3295650" y="2114550"/>
          <p14:tracePt t="90049" x="3257550" y="2114550"/>
          <p14:tracePt t="90065" x="3213100" y="2114550"/>
          <p14:tracePt t="90082" x="3206750" y="2114550"/>
          <p14:tracePt t="90099" x="3200400" y="2114550"/>
          <p14:tracePt t="90141" x="3200400" y="2108200"/>
          <p14:tracePt t="90151" x="3213100" y="2108200"/>
          <p14:tracePt t="90164" x="3219450" y="2101850"/>
          <p14:tracePt t="90182" x="3238500" y="2095500"/>
          <p14:tracePt t="90198" x="3308350" y="2070100"/>
          <p14:tracePt t="90214" x="3441700" y="2051050"/>
          <p14:tracePt t="90232" x="3517900" y="2044700"/>
          <p14:tracePt t="90248" x="3689350" y="2025650"/>
          <p14:tracePt t="90264" x="3841750" y="2025650"/>
          <p14:tracePt t="90282" x="3949700" y="2038350"/>
          <p14:tracePt t="90298" x="3975100" y="2044700"/>
          <p14:tracePt t="90315" x="4019550" y="2057400"/>
          <p14:tracePt t="90331" x="4032250" y="2057400"/>
          <p14:tracePt t="90414" x="4025900" y="2057400"/>
          <p14:tracePt t="90421" x="4019550" y="2057400"/>
          <p14:tracePt t="90430" x="4006850" y="2057400"/>
          <p14:tracePt t="90447" x="3987800" y="2057400"/>
          <p14:tracePt t="90464" x="3930650" y="2057400"/>
          <p14:tracePt t="90480" x="3879850" y="2057400"/>
          <p14:tracePt t="90484" x="3829050" y="2057400"/>
          <p14:tracePt t="90497" x="3733800" y="2070100"/>
          <p14:tracePt t="90514" x="3556000" y="2076450"/>
          <p14:tracePt t="90530" x="3454400" y="2089150"/>
          <p14:tracePt t="90547" x="3302000" y="2108200"/>
          <p14:tracePt t="90563" x="3206750" y="2120900"/>
          <p14:tracePt t="90580" x="3181350" y="2133600"/>
          <p14:tracePt t="90597" x="3155950" y="2133600"/>
          <p14:tracePt t="90695" x="3162300" y="2139950"/>
          <p14:tracePt t="90702" x="3175000" y="2139950"/>
          <p14:tracePt t="90713" x="3187700" y="2139950"/>
          <p14:tracePt t="90731" x="3219450" y="2146300"/>
          <p14:tracePt t="90746" x="3238500" y="2146300"/>
          <p14:tracePt t="90763" x="3257550" y="2146300"/>
          <p14:tracePt t="90779" x="3314700" y="2146300"/>
          <p14:tracePt t="90796" x="3327400" y="2146300"/>
          <p14:tracePt t="90813" x="3340100" y="2146300"/>
          <p14:tracePt t="90830" x="3346450" y="2146300"/>
          <p14:tracePt t="90846" x="3352800" y="2146300"/>
          <p14:tracePt t="90863" x="3359150" y="2146300"/>
          <p14:tracePt t="90879" x="3365500" y="2146300"/>
          <p14:tracePt t="90895" x="3384550" y="2146300"/>
          <p14:tracePt t="90913" x="3422650" y="2146300"/>
          <p14:tracePt t="90929" x="3441700" y="2146300"/>
          <p14:tracePt t="90946" x="3530600" y="2159000"/>
          <p14:tracePt t="90962" x="3625850" y="2159000"/>
          <p14:tracePt t="90979" x="3663950" y="2159000"/>
          <p14:tracePt t="90982" x="3702050" y="2165350"/>
          <p14:tracePt t="90996" x="3733800" y="2165350"/>
          <p14:tracePt t="91012" x="3778250" y="2165350"/>
          <p14:tracePt t="91029" x="3803650" y="2165350"/>
          <p14:tracePt t="91046" x="3835400" y="2171700"/>
          <p14:tracePt t="91062" x="3860800" y="2171700"/>
          <p14:tracePt t="91078" x="3873500" y="2171700"/>
          <p14:tracePt t="91095" x="3898900" y="2171700"/>
          <p14:tracePt t="91111" x="3917950" y="2171700"/>
          <p14:tracePt t="91130" x="3975100" y="2171700"/>
          <p14:tracePt t="91145" x="4006850" y="2171700"/>
          <p14:tracePt t="91162" x="4032250" y="2171700"/>
          <p14:tracePt t="91178" x="4089400" y="2171700"/>
          <p14:tracePt t="91195" x="4133850" y="2171700"/>
          <p14:tracePt t="91211" x="4146550" y="2171700"/>
          <p14:tracePt t="91228" x="4178300" y="2171700"/>
          <p14:tracePt t="91245" x="4191000" y="2171700"/>
          <p14:tracePt t="91278" x="4197350" y="2171700"/>
          <p14:tracePt t="91312" x="4197350" y="2165350"/>
          <p14:tracePt t="91354" x="4191000" y="2165350"/>
          <p14:tracePt t="91362" x="4184650" y="2165350"/>
          <p14:tracePt t="91374" x="4171950" y="2165350"/>
          <p14:tracePt t="91381" x="4165600" y="2165350"/>
          <p14:tracePt t="91397" x="4146550" y="2165350"/>
          <p14:tracePt t="91411" x="4095750" y="2165350"/>
          <p14:tracePt t="91427" x="4044950" y="2159000"/>
          <p14:tracePt t="91444" x="3917950" y="2159000"/>
          <p14:tracePt t="91461" x="3841750" y="2159000"/>
          <p14:tracePt t="91478" x="3727450" y="2159000"/>
          <p14:tracePt t="91494" x="3670300" y="2159000"/>
          <p14:tracePt t="91498" x="3632200" y="2159000"/>
          <p14:tracePt t="91510" x="3606800" y="2159000"/>
          <p14:tracePt t="91527" x="3575050" y="2159000"/>
          <p14:tracePt t="91543" x="3568700" y="2159000"/>
          <p14:tracePt t="91577" x="3581400" y="2159000"/>
          <p14:tracePt t="91594" x="3663950" y="2159000"/>
          <p14:tracePt t="91609" x="3733800" y="2165350"/>
          <p14:tracePt t="91627" x="3924300" y="2178050"/>
          <p14:tracePt t="91643" x="4127500" y="2197100"/>
          <p14:tracePt t="91660" x="4203700" y="2197100"/>
          <p14:tracePt t="91677" x="4343400" y="2209800"/>
          <p14:tracePt t="91693" x="4413250" y="2209800"/>
          <p14:tracePt t="91710" x="4432300" y="2209800"/>
          <p14:tracePt t="91726" x="4451350" y="2209800"/>
          <p14:tracePt t="91743" x="4457700" y="2209800"/>
          <p14:tracePt t="92041" x="4451350" y="2209800"/>
          <p14:tracePt t="92167" x="4445000" y="2209800"/>
          <p14:tracePt t="92195" x="4438650" y="2209800"/>
          <p14:tracePt t="92230" x="4432300" y="2209800"/>
          <p14:tracePt t="93052" x="4483100" y="2216150"/>
          <p14:tracePt t="93066" x="4546600" y="2222500"/>
          <p14:tracePt t="93074" x="4622800" y="2222500"/>
          <p14:tracePt t="93089" x="4699000" y="2222500"/>
          <p14:tracePt t="93105" x="4800600" y="2247900"/>
          <p14:tracePt t="93122" x="5118100" y="2254250"/>
          <p14:tracePt t="93138" x="5232400" y="2254250"/>
          <p14:tracePt t="93155" x="5359400" y="2241550"/>
          <p14:tracePt t="93171" x="5600700" y="2209800"/>
          <p14:tracePt t="93188" x="5848350" y="2178050"/>
          <p14:tracePt t="93204" x="5949950" y="2159000"/>
          <p14:tracePt t="93221" x="6127750" y="2127250"/>
          <p14:tracePt t="93238" x="6210300" y="2127250"/>
          <p14:tracePt t="93255" x="6248400" y="2120900"/>
          <p14:tracePt t="93271" x="6267450" y="2120900"/>
          <p14:tracePt t="93287" x="6292850" y="2120900"/>
          <p14:tracePt t="93306" x="6305550" y="2127250"/>
          <p14:tracePt t="93321" x="6311900" y="2127250"/>
          <p14:tracePt t="93367" x="6318250" y="2127250"/>
          <p14:tracePt t="93395" x="6324600" y="2127250"/>
          <p14:tracePt t="93402" x="6330950" y="2127250"/>
          <p14:tracePt t="93417" x="6337300" y="2127250"/>
          <p14:tracePt t="93424" x="6362700" y="2127250"/>
          <p14:tracePt t="93440" x="6388100" y="2120900"/>
          <p14:tracePt t="93453" x="6419850" y="2108200"/>
          <p14:tracePt t="93470" x="6483350" y="2101850"/>
          <p14:tracePt t="93487" x="6534150" y="2095500"/>
          <p14:tracePt t="93503" x="6546850" y="2095500"/>
          <p14:tracePt t="93520" x="6591300" y="2089150"/>
          <p14:tracePt t="93537" x="6604000" y="2082800"/>
          <p14:tracePt t="93553" x="6610350" y="2082800"/>
          <p14:tracePt t="93627" x="6597650" y="2082800"/>
          <p14:tracePt t="93634" x="6584950" y="2082800"/>
          <p14:tracePt t="93647" x="6565900" y="2082800"/>
          <p14:tracePt t="93656" x="6534150" y="2082800"/>
          <p14:tracePt t="93670" x="6496050" y="2082800"/>
          <p14:tracePt t="93686" x="6394450" y="2082800"/>
          <p14:tracePt t="93703" x="6356350" y="2082800"/>
          <p14:tracePt t="93719" x="6273800" y="2082800"/>
          <p14:tracePt t="93736" x="6248400" y="2082800"/>
          <p14:tracePt t="93753" x="6203950" y="2089150"/>
          <p14:tracePt t="93785" x="6197600" y="2089150"/>
          <p14:tracePt t="93844" x="6203950" y="2089150"/>
          <p14:tracePt t="93857" x="6210300" y="2089150"/>
          <p14:tracePt t="93864" x="6223000" y="2089150"/>
          <p14:tracePt t="93878" x="6242050" y="2101850"/>
          <p14:tracePt t="93888" x="6267450" y="2101850"/>
          <p14:tracePt t="93902" x="6286500" y="2108200"/>
          <p14:tracePt t="93919" x="6362700" y="2114550"/>
          <p14:tracePt t="93936" x="6432550" y="2114550"/>
          <p14:tracePt t="93952" x="6470650" y="2120900"/>
          <p14:tracePt t="93968" x="6527800" y="2127250"/>
          <p14:tracePt t="93985" x="6553200" y="2127250"/>
          <p14:tracePt t="94002" x="6559550" y="2127250"/>
          <p14:tracePt t="94020" x="6565900" y="2127250"/>
          <p14:tracePt t="94075" x="6553200" y="2127250"/>
          <p14:tracePt t="94089" x="6540500" y="2127250"/>
          <p14:tracePt t="94096" x="6527800" y="2127250"/>
          <p14:tracePt t="94104" x="6508750" y="2133600"/>
          <p14:tracePt t="94120" x="6483350" y="2133600"/>
          <p14:tracePt t="94134" x="6451600" y="2139950"/>
          <p14:tracePt t="94151" x="6394450" y="2152650"/>
          <p14:tracePt t="94168" x="6343650" y="2159000"/>
          <p14:tracePt t="94184" x="6324600" y="2165350"/>
          <p14:tracePt t="94201" x="6305550" y="2171700"/>
          <p14:tracePt t="94218" x="6299200" y="2171700"/>
          <p14:tracePt t="94251" x="6299200" y="2184400"/>
          <p14:tracePt t="94267" x="6324600" y="2190750"/>
          <p14:tracePt t="94284" x="6343650" y="2197100"/>
          <p14:tracePt t="94301" x="6394450" y="2209800"/>
          <p14:tracePt t="94317" x="6464300" y="2228850"/>
          <p14:tracePt t="94336" x="6521450" y="2235200"/>
          <p14:tracePt t="94350" x="6534150" y="2235200"/>
          <p14:tracePt t="94366" x="6546850" y="2235200"/>
          <p14:tracePt t="94384" x="6565900" y="2235200"/>
          <p14:tracePt t="94440" x="6559550" y="2228850"/>
          <p14:tracePt t="94447" x="6546850" y="2222500"/>
          <p14:tracePt t="94454" x="6527800" y="2216150"/>
          <p14:tracePt t="94470" x="6508750" y="2216150"/>
          <p14:tracePt t="94483" x="6470650" y="2209800"/>
          <p14:tracePt t="94500" x="6375400" y="2197100"/>
          <p14:tracePt t="94517" x="6299200" y="2197100"/>
          <p14:tracePt t="94534" x="6254750" y="2197100"/>
          <p14:tracePt t="94550" x="6223000" y="2197100"/>
          <p14:tracePt t="94567" x="6203950" y="2197100"/>
          <p14:tracePt t="94608" x="6210300" y="2197100"/>
          <p14:tracePt t="94616" x="6223000" y="2197100"/>
          <p14:tracePt t="94633" x="6242050" y="2197100"/>
          <p14:tracePt t="94650" x="6299200" y="2190750"/>
          <p14:tracePt t="94667" x="6394450" y="2178050"/>
          <p14:tracePt t="94683" x="6457950" y="2178050"/>
          <p14:tracePt t="94699" x="6565900" y="2146300"/>
          <p14:tracePt t="94716" x="6610350" y="2139950"/>
          <p14:tracePt t="94732" x="6661150" y="2120900"/>
          <p14:tracePt t="94749" x="6680200" y="2108200"/>
          <p14:tracePt t="94766" x="6686550" y="2108200"/>
          <p14:tracePt t="94826" x="6673850" y="2108200"/>
          <p14:tracePt t="94840" x="6661150" y="2108200"/>
          <p14:tracePt t="94846" x="6648450" y="2114550"/>
          <p14:tracePt t="94861" x="6629400" y="2114550"/>
          <p14:tracePt t="94869" x="6597650" y="2120900"/>
          <p14:tracePt t="94882" x="6559550" y="2120900"/>
          <p14:tracePt t="94899" x="6489700" y="2146300"/>
          <p14:tracePt t="94915" x="6457950" y="2146300"/>
          <p14:tracePt t="94932" x="6419850" y="2159000"/>
          <p14:tracePt t="94948" x="6400800" y="2165350"/>
          <p14:tracePt t="95008" x="6413500" y="2165350"/>
          <p14:tracePt t="95016" x="6432550" y="2165350"/>
          <p14:tracePt t="95029" x="6445250" y="2165350"/>
          <p14:tracePt t="95036" x="6477000" y="2165350"/>
          <p14:tracePt t="95051" x="6496050" y="2165350"/>
          <p14:tracePt t="95065" x="6534150" y="2165350"/>
          <p14:tracePt t="95082" x="6597650" y="2165350"/>
          <p14:tracePt t="95099" x="6654800" y="2165350"/>
          <p14:tracePt t="95114" x="6667500" y="2165350"/>
          <p14:tracePt t="95131" x="6686550" y="2165350"/>
          <p14:tracePt t="95148" x="6692900" y="2165350"/>
          <p14:tracePt t="95196" x="6699250" y="2159000"/>
          <p14:tracePt t="95351" x="6692900" y="2159000"/>
          <p14:tracePt t="95358" x="6686550" y="2159000"/>
          <p14:tracePt t="95366" x="6680200" y="2159000"/>
          <p14:tracePt t="95381" x="6673850" y="2159000"/>
          <p14:tracePt t="95397" x="6667500" y="2159000"/>
          <p14:tracePt t="95414" x="6642100" y="2152650"/>
          <p14:tracePt t="95430" x="6591300" y="2152650"/>
          <p14:tracePt t="95447" x="6565900" y="2152650"/>
          <p14:tracePt t="95463" x="6515100" y="2152650"/>
          <p14:tracePt t="95480" x="6464300" y="2152650"/>
          <p14:tracePt t="95497" x="6451600" y="2152650"/>
          <p14:tracePt t="95513" x="6426200" y="2159000"/>
          <p14:tracePt t="95530" x="6419850" y="2165350"/>
          <p14:tracePt t="95547" x="6413500" y="2165350"/>
          <p14:tracePt t="95610" x="6419850" y="2165350"/>
          <p14:tracePt t="95632" x="6432550" y="2165350"/>
          <p14:tracePt t="95638" x="6451600" y="2165350"/>
          <p14:tracePt t="95646" x="6464300" y="2165350"/>
          <p14:tracePt t="95662" x="6496050" y="2165350"/>
          <p14:tracePt t="95680" x="6572250" y="2159000"/>
          <p14:tracePt t="95696" x="6604000" y="2159000"/>
          <p14:tracePt t="95712" x="6667500" y="2152650"/>
          <p14:tracePt t="95730" x="6699250" y="2146300"/>
          <p14:tracePt t="95746" x="6731000" y="2146300"/>
          <p14:tracePt t="95762" x="6750050" y="2139950"/>
          <p14:tracePt t="95779" x="6762750" y="2139950"/>
          <p14:tracePt t="95820" x="6769100" y="2139950"/>
          <p14:tracePt t="96302" x="6762750" y="2133600"/>
          <p14:tracePt t="96308" x="6737350" y="2127250"/>
          <p14:tracePt t="96322" x="6718300" y="2120900"/>
          <p14:tracePt t="96330" x="6699250" y="2114550"/>
          <p14:tracePt t="96344" x="6667500" y="2108200"/>
          <p14:tracePt t="96360" x="6616700" y="2095500"/>
          <p14:tracePt t="96377" x="6591300" y="2082800"/>
          <p14:tracePt t="96393" x="6540500" y="2070100"/>
          <p14:tracePt t="96410" x="6489700" y="2057400"/>
          <p14:tracePt t="96427" x="6445250" y="2044700"/>
          <p14:tracePt t="96443" x="6407150" y="2025650"/>
          <p14:tracePt t="96460" x="6350000" y="2006600"/>
          <p14:tracePt t="96477" x="6216650" y="1968500"/>
          <p14:tracePt t="96493" x="6000750" y="1917700"/>
          <p14:tracePt t="96509" x="5867400" y="1885950"/>
          <p14:tracePt t="96526" x="5524500" y="1809750"/>
          <p14:tracePt t="96543" x="5130800" y="1746250"/>
          <p14:tracePt t="96560" x="4686300" y="1676400"/>
          <p14:tracePt t="96576" x="4457700" y="1631950"/>
          <p14:tracePt t="96593" x="4025900" y="1593850"/>
          <p14:tracePt t="96610" x="3568700" y="1562100"/>
          <p14:tracePt t="96626" x="3378200" y="1549400"/>
          <p14:tracePt t="96642" x="3003550" y="1524000"/>
          <p14:tracePt t="96659" x="2736850" y="1517650"/>
          <p14:tracePt t="96676" x="2609850" y="1504950"/>
          <p14:tracePt t="96692" x="2368550" y="1492250"/>
          <p14:tracePt t="96709" x="2152650" y="1485900"/>
          <p14:tracePt t="96725" x="2076450" y="1485900"/>
          <p14:tracePt t="96743" x="1936750" y="1473200"/>
          <p14:tracePt t="96759" x="1816100" y="1454150"/>
          <p14:tracePt t="96775" x="1765300" y="1447800"/>
          <p14:tracePt t="96792" x="1682750" y="1441450"/>
          <p14:tracePt t="96809" x="1663700" y="1441450"/>
          <p14:tracePt t="96825" x="1612900" y="1441450"/>
          <p14:tracePt t="96842" x="1581150" y="1441450"/>
          <p14:tracePt t="96858" x="1562100" y="1441450"/>
          <p14:tracePt t="96875" x="1536700" y="1441450"/>
          <p14:tracePt t="96891" x="1511300" y="1454150"/>
          <p14:tracePt t="96909" x="1504950" y="1454150"/>
          <p14:tracePt t="96925" x="1492250" y="1454150"/>
          <p14:tracePt t="96941" x="1479550" y="1460500"/>
          <p14:tracePt t="96975" x="1473200" y="1460500"/>
          <p14:tracePt t="97094" x="1479550" y="1454150"/>
          <p14:tracePt t="97100" x="1479550" y="1447800"/>
          <p14:tracePt t="97110" x="1485900" y="1441450"/>
          <p14:tracePt t="97124" x="1485900" y="1435100"/>
          <p14:tracePt t="97141" x="1498600" y="1428750"/>
          <p14:tracePt t="97158" x="1517650" y="1397000"/>
          <p14:tracePt t="97173" x="1574800" y="1333500"/>
          <p14:tracePt t="97191" x="1670050" y="1238250"/>
          <p14:tracePt t="97207" x="1714500" y="1187450"/>
          <p14:tracePt t="97224" x="1809750" y="1098550"/>
          <p14:tracePt t="97241" x="1866900" y="1047750"/>
          <p14:tracePt t="97257" x="1879600" y="1041400"/>
          <p14:tracePt t="97274" x="1898650" y="1022350"/>
          <p14:tracePt t="97290" x="1905000" y="1022350"/>
          <p14:tracePt t="97360" x="1898650" y="1028700"/>
          <p14:tracePt t="97381" x="1892300" y="1028700"/>
          <p14:tracePt t="97409" x="1885950" y="1035050"/>
          <p14:tracePt t="97430" x="1885950" y="1041400"/>
          <p14:tracePt t="97451" x="1879600" y="1054100"/>
          <p14:tracePt t="97458" x="1873250" y="1054100"/>
          <p14:tracePt t="97493" x="1873250" y="1060450"/>
          <p14:tracePt t="97500" x="1866900" y="1066800"/>
          <p14:tracePt t="97514" x="1860550" y="1079500"/>
          <p14:tracePt t="97523" x="1847850" y="1092200"/>
          <p14:tracePt t="97540" x="1828800" y="1117600"/>
          <p14:tracePt t="97557" x="1803400" y="1155700"/>
          <p14:tracePt t="97573" x="1758950" y="1219200"/>
          <p14:tracePt t="97589" x="1746250" y="1250950"/>
          <p14:tracePt t="97606" x="1708150" y="1320800"/>
          <p14:tracePt t="97622" x="1676400" y="1358900"/>
          <p14:tracePt t="97641" x="1657350" y="1390650"/>
          <p14:tracePt t="97656" x="1657350" y="1397000"/>
          <p14:tracePt t="97673" x="1644650" y="1409700"/>
          <p14:tracePt t="97710" x="1644650" y="1416050"/>
          <p14:tracePt t="97829" x="1651000" y="1422400"/>
          <p14:tracePt t="97851" x="1657350" y="1422400"/>
          <p14:tracePt t="97865" x="1663700" y="1422400"/>
          <p14:tracePt t="97879" x="1682750" y="1422400"/>
          <p14:tracePt t="97893" x="1714500" y="1428750"/>
          <p14:tracePt t="97905" x="1752600" y="1435100"/>
          <p14:tracePt t="97921" x="1936750" y="1479550"/>
          <p14:tracePt t="97938" x="2082800" y="1498600"/>
          <p14:tracePt t="97955" x="2501900" y="1568450"/>
          <p14:tracePt t="97972" x="3079750" y="1676400"/>
          <p14:tracePt t="97988" x="3409950" y="1746250"/>
          <p14:tracePt t="98006" x="4127500" y="1930400"/>
          <p14:tracePt t="98021" x="4495800" y="2057400"/>
          <p14:tracePt t="98038" x="5226050" y="2317750"/>
          <p14:tracePt t="98055" x="5911850" y="2571750"/>
          <p14:tracePt t="98071" x="6184900" y="2698750"/>
          <p14:tracePt t="98089" x="6737350" y="2946400"/>
          <p14:tracePt t="98104" x="6845300" y="2984500"/>
          <p14:tracePt t="98121" x="6934200" y="3016250"/>
          <p14:tracePt t="98138" x="7092950" y="3079750"/>
          <p14:tracePt t="98154" x="7226300" y="3098800"/>
          <p14:tracePt t="98171" x="7277100" y="3098800"/>
          <p14:tracePt t="98187" x="7385050" y="3105150"/>
          <p14:tracePt t="98204" x="7493000" y="3086100"/>
          <p14:tracePt t="98220" x="7550150" y="3067050"/>
          <p14:tracePt t="98237" x="7670800" y="3028950"/>
          <p14:tracePt t="98254" x="7804150" y="2959100"/>
          <p14:tracePt t="98271" x="7874000" y="2921000"/>
          <p14:tracePt t="98287" x="8001000" y="2832100"/>
          <p14:tracePt t="98303" x="8058150" y="2794000"/>
          <p14:tracePt t="98321" x="8153400" y="2730500"/>
          <p14:tracePt t="98337" x="8172450" y="2711450"/>
          <p14:tracePt t="98353" x="8185150" y="2705100"/>
          <p14:tracePt t="98370" x="8191500" y="2698750"/>
          <p14:tracePt t="98405" x="8191500" y="2686050"/>
          <p14:tracePt t="98420" x="8178800" y="2679700"/>
          <p14:tracePt t="98436" x="8102600" y="2641600"/>
          <p14:tracePt t="98454" x="7975600" y="2559050"/>
          <p14:tracePt t="98469" x="7912100" y="2520950"/>
          <p14:tracePt t="98486" x="7721600" y="2425700"/>
          <p14:tracePt t="98504" x="7562850" y="2355850"/>
          <p14:tracePt t="98519" x="7518400" y="2343150"/>
          <p14:tracePt t="98536" x="7473950" y="2317750"/>
          <p14:tracePt t="98552" x="7461250" y="2311400"/>
          <p14:tracePt t="98594" x="7461250" y="2305050"/>
          <p14:tracePt t="98621" x="7461250" y="2298700"/>
          <p14:tracePt t="98637" x="7467600" y="2298700"/>
          <p14:tracePt t="98642" x="7480300" y="2298700"/>
          <p14:tracePt t="98652" x="7493000" y="2292350"/>
          <p14:tracePt t="98669" x="7512050" y="2286000"/>
          <p14:tracePt t="98686" x="7575550" y="2260600"/>
          <p14:tracePt t="98702" x="7626350" y="2254250"/>
          <p14:tracePt t="98719" x="7721600" y="2222500"/>
          <p14:tracePt t="98735" x="7823200" y="2197100"/>
          <p14:tracePt t="98752" x="7874000" y="2178050"/>
          <p14:tracePt t="98769" x="7924800" y="2165350"/>
          <p14:tracePt t="98785" x="7969250" y="2159000"/>
          <p14:tracePt t="98801" x="7975600" y="2159000"/>
          <p14:tracePt t="98818" x="7981950" y="2159000"/>
          <p14:tracePt t="98835" x="7988300" y="2159000"/>
          <p14:tracePt t="98923" x="7981950" y="2159000"/>
          <p14:tracePt t="99021" x="7975600" y="2159000"/>
          <p14:tracePt t="99486" x="7905750" y="2159000"/>
          <p14:tracePt t="99493" x="7791450" y="2146300"/>
          <p14:tracePt t="99507" x="7677150" y="2133600"/>
          <p14:tracePt t="99515" x="7531100" y="2114550"/>
          <p14:tracePt t="99532" x="7359650" y="2089150"/>
          <p14:tracePt t="99549" x="6927850" y="2095500"/>
          <p14:tracePt t="99566" x="6324600" y="2114550"/>
          <p14:tracePt t="99582" x="6032500" y="2127250"/>
          <p14:tracePt t="99599" x="5422900" y="2190750"/>
          <p14:tracePt t="99616" x="4718050" y="2292350"/>
          <p14:tracePt t="99633" x="4032250" y="2463800"/>
          <p14:tracePt t="99649" x="3702050" y="2527300"/>
          <p14:tracePt t="99665" x="3181350" y="2679700"/>
          <p14:tracePt t="99682" x="2794000" y="2787650"/>
          <p14:tracePt t="99699" x="2635250" y="2838450"/>
          <p14:tracePt t="99715" x="2520950" y="2870200"/>
          <p14:tracePt t="99732" x="2292350" y="2927350"/>
          <p14:tracePt t="99748" x="2241550" y="2940050"/>
          <p14:tracePt t="99765" x="2209800" y="2946400"/>
          <p14:tracePt t="99781" x="2152650" y="2952750"/>
          <p14:tracePt t="99798" x="2089150" y="2952750"/>
          <p14:tracePt t="99816" x="2051050" y="2952750"/>
          <p14:tracePt t="99831" x="2019300" y="2946400"/>
          <p14:tracePt t="99848" x="1974850" y="2946400"/>
          <p14:tracePt t="99865" x="1930400" y="2946400"/>
          <p14:tracePt t="99881" x="1892300" y="2940050"/>
          <p14:tracePt t="99898" x="1841500" y="2927350"/>
          <p14:tracePt t="99914" x="1803400" y="2927350"/>
          <p14:tracePt t="99931" x="1771650" y="2940050"/>
          <p14:tracePt t="99948" x="1714500" y="2940050"/>
          <p14:tracePt t="99964" x="1657350" y="2946400"/>
          <p14:tracePt t="99981" x="1638300" y="2952750"/>
          <p14:tracePt t="99998" x="1587500" y="2959100"/>
          <p14:tracePt t="100014" x="1568450" y="2965450"/>
          <p14:tracePt t="100031" x="1562100" y="2965450"/>
          <p14:tracePt t="100048" x="1555750" y="2965450"/>
          <p14:tracePt t="100064" x="1555750" y="2959100"/>
          <p14:tracePt t="100083" x="1555750" y="2952750"/>
          <p14:tracePt t="100098" x="1562100" y="2946400"/>
          <p14:tracePt t="100114" x="1568450" y="2940050"/>
          <p14:tracePt t="100866" x="1574800" y="2940050"/>
          <p14:tracePt t="100873" x="1581150" y="2933700"/>
          <p14:tracePt t="100887" x="1587500" y="2927350"/>
          <p14:tracePt t="100895" x="1593850" y="2921000"/>
          <p14:tracePt t="100911" x="1612900" y="2908300"/>
          <p14:tracePt t="100928" x="1625600" y="2901950"/>
          <p14:tracePt t="100945" x="1663700" y="2870200"/>
          <p14:tracePt t="100961" x="1682750" y="2857500"/>
          <p14:tracePt t="100978" x="1720850" y="2819400"/>
          <p14:tracePt t="100994" x="1733550" y="2806700"/>
          <p14:tracePt t="101011" x="1771650" y="2768600"/>
          <p14:tracePt t="101028" x="1784350" y="2755900"/>
          <p14:tracePt t="101044" x="1803400" y="2736850"/>
          <p14:tracePt t="101061" x="1809750" y="2724150"/>
          <p14:tracePt t="101077" x="1822450" y="2711450"/>
          <p14:tracePt t="101094" x="1828800" y="2705100"/>
          <p14:tracePt t="101111" x="1841500" y="2686050"/>
          <p14:tracePt t="101127" x="1847850" y="2679700"/>
          <p14:tracePt t="101161" x="1847850" y="2673350"/>
          <p14:tracePt t="101177" x="1854200" y="2673350"/>
          <p14:tracePt t="101209" x="1860550" y="2667000"/>
          <p14:tracePt t="101258" x="1860550" y="2660650"/>
          <p14:tracePt t="101350" x="1866900" y="2660650"/>
          <p14:tracePt t="101399" x="1866900" y="2654300"/>
          <p14:tracePt t="101476" x="1866900" y="2647950"/>
          <p14:tracePt t="101518" x="1866900" y="2641600"/>
          <p14:tracePt t="101546" x="1866900" y="2635250"/>
          <p14:tracePt t="101574" x="1866900" y="2628900"/>
          <p14:tracePt t="101588" x="1860550" y="2628900"/>
          <p14:tracePt t="101595" x="1860550" y="2622550"/>
          <p14:tracePt t="101630" x="1854200" y="2616200"/>
          <p14:tracePt t="101664" x="1854200" y="2609850"/>
          <p14:tracePt t="101686" x="1854200" y="2603500"/>
          <p14:tracePt t="101707" x="1847850" y="2603500"/>
          <p14:tracePt t="101735" x="1841500" y="2603500"/>
          <p14:tracePt t="101756" x="1835150" y="2597150"/>
          <p14:tracePt t="101777" x="1828800" y="2597150"/>
          <p14:tracePt t="101819" x="1822450" y="2597150"/>
          <p14:tracePt t="101847" x="1816100" y="2597150"/>
          <p14:tracePt t="103659" x="1816100" y="2603500"/>
          <p14:tracePt t="103722" x="1816100" y="2609850"/>
          <p14:tracePt t="103778" x="1816100" y="2616200"/>
          <p14:tracePt t="103820" x="1816100" y="2622550"/>
          <p14:tracePt t="103869" x="1816100" y="2628900"/>
          <p14:tracePt t="103960" x="1816100" y="2635250"/>
          <p14:tracePt t="103969" x="1822450" y="2635250"/>
          <p14:tracePt t="103981" x="1822450" y="2641600"/>
          <p14:tracePt t="103988" x="1828800" y="2647950"/>
          <p14:tracePt t="104009" x="1835150" y="2654300"/>
          <p14:tracePt t="104018" x="1841500" y="2654300"/>
          <p14:tracePt t="104034" x="1841500" y="2660650"/>
          <p14:tracePt t="104051" x="1847850" y="2660650"/>
          <p14:tracePt t="104067" x="1847850" y="2667000"/>
          <p14:tracePt t="104083" x="1854200" y="2667000"/>
          <p14:tracePt t="104101" x="1860550" y="2667000"/>
          <p14:tracePt t="104117" x="1866900" y="2667000"/>
          <p14:tracePt t="104134" x="1879600" y="2673350"/>
          <p14:tracePt t="104150" x="1885950" y="2673350"/>
          <p14:tracePt t="104166" x="1892300" y="2679700"/>
          <p14:tracePt t="104183" x="1924050" y="2686050"/>
          <p14:tracePt t="104199" x="1962150" y="2698750"/>
          <p14:tracePt t="104216" x="1981200" y="2705100"/>
          <p14:tracePt t="104235" x="2032000" y="2724150"/>
          <p14:tracePt t="104250" x="2089150" y="2736850"/>
          <p14:tracePt t="104267" x="2120900" y="2749550"/>
          <p14:tracePt t="104283" x="2178050" y="2768600"/>
          <p14:tracePt t="104299" x="2241550" y="2781300"/>
          <p14:tracePt t="104316" x="2260600" y="2787650"/>
          <p14:tracePt t="104333" x="2311400" y="2794000"/>
          <p14:tracePt t="104349" x="2336800" y="2794000"/>
          <p14:tracePt t="104367" x="2419350" y="2800350"/>
          <p14:tracePt t="104382" x="2444750" y="2800350"/>
          <p14:tracePt t="104399" x="2482850" y="2800350"/>
          <p14:tracePt t="104416" x="2565400" y="2794000"/>
          <p14:tracePt t="104432" x="2660650" y="2774950"/>
          <p14:tracePt t="104450" x="2698750" y="2774950"/>
          <p14:tracePt t="104465" x="2781300" y="2768600"/>
          <p14:tracePt t="104483" x="2838450" y="2768600"/>
          <p14:tracePt t="104500" x="2863850" y="2768600"/>
          <p14:tracePt t="104515" x="2914650" y="2768600"/>
          <p14:tracePt t="104532" x="2965450" y="2768600"/>
          <p14:tracePt t="104549" x="2984500" y="2768600"/>
          <p14:tracePt t="104565" x="3035300" y="2768600"/>
          <p14:tracePt t="104582" x="3073400" y="2768600"/>
          <p14:tracePt t="104598" x="3124200" y="2768600"/>
          <p14:tracePt t="104615" x="3149600" y="2768600"/>
          <p14:tracePt t="104631" x="3168650" y="2768600"/>
          <p14:tracePt t="104648" x="3225800" y="2768600"/>
          <p14:tracePt t="104665" x="3238500" y="2768600"/>
          <p14:tracePt t="104682" x="3251200" y="2768600"/>
          <p14:tracePt t="104698" x="3270250" y="2768600"/>
          <p14:tracePt t="104714" x="3276600" y="2768600"/>
          <p14:tracePt t="104731" x="3289300" y="2768600"/>
          <p14:tracePt t="104748" x="3289300" y="2774950"/>
          <p14:tracePt t="104782" x="3295650" y="2774950"/>
          <p14:tracePt t="105026" x="3308350" y="2774950"/>
          <p14:tracePt t="105032" x="3321050" y="2774950"/>
          <p14:tracePt t="105049" x="3340100" y="2781300"/>
          <p14:tracePt t="105063" x="3416300" y="2781300"/>
          <p14:tracePt t="105081" x="3454400" y="2787650"/>
          <p14:tracePt t="105097" x="3575050" y="2787650"/>
          <p14:tracePt t="105113" x="3676650" y="2787650"/>
          <p14:tracePt t="105131" x="3778250" y="2787650"/>
          <p14:tracePt t="105146" x="3841750" y="2787650"/>
          <p14:tracePt t="105163" x="3949700" y="2787650"/>
          <p14:tracePt t="105180" x="4000500" y="2787650"/>
          <p14:tracePt t="105197" x="4108450" y="2768600"/>
          <p14:tracePt t="105213" x="4191000" y="2749550"/>
          <p14:tracePt t="105230" x="4254500" y="2730500"/>
          <p14:tracePt t="105246" x="4260850" y="2730500"/>
          <p14:tracePt t="105264" x="4279900" y="2717800"/>
          <p14:tracePt t="105279" x="4286250" y="2711450"/>
          <p14:tracePt t="105369" x="4273550" y="2711450"/>
          <p14:tracePt t="105383" x="4260850" y="2711450"/>
          <p14:tracePt t="105390" x="4241800" y="2705100"/>
          <p14:tracePt t="105404" x="4203700" y="2705100"/>
          <p14:tracePt t="105413" x="4140200" y="2698750"/>
          <p14:tracePt t="105429" x="4064000" y="2698750"/>
          <p14:tracePt t="105446" x="3854450" y="2667000"/>
          <p14:tracePt t="105462" x="3606800" y="2654300"/>
          <p14:tracePt t="105479" x="3479800" y="2641600"/>
          <p14:tracePt t="105495" x="3251200" y="2641600"/>
          <p14:tracePt t="105512" x="3098800" y="2641600"/>
          <p14:tracePt t="105529" x="3028950" y="2647950"/>
          <p14:tracePt t="105545" x="2965450" y="2654300"/>
          <p14:tracePt t="105562" x="2921000" y="2667000"/>
          <p14:tracePt t="105580" x="2908300" y="2673350"/>
          <p14:tracePt t="105594" x="2901950" y="2673350"/>
          <p14:tracePt t="105692" x="2908300" y="2673350"/>
          <p14:tracePt t="105698" x="2914650" y="2673350"/>
          <p14:tracePt t="105719" x="2921000" y="2673350"/>
          <p14:tracePt t="105734" x="2927350" y="2667000"/>
          <p14:tracePt t="105744" x="2927350" y="2660650"/>
          <p14:tracePt t="105764" x="2933700" y="2660650"/>
          <p14:tracePt t="105783" x="2933700" y="2654300"/>
          <p14:tracePt t="105794" x="2933700" y="2647950"/>
          <p14:tracePt t="105811" x="2933700" y="2635250"/>
          <p14:tracePt t="105827" x="2940050" y="2628900"/>
          <p14:tracePt t="105844" x="2940050" y="2584450"/>
          <p14:tracePt t="105861" x="2946400" y="2514600"/>
          <p14:tracePt t="105877" x="2959100" y="2476500"/>
          <p14:tracePt t="105894" x="2965450" y="2355850"/>
          <p14:tracePt t="105910" x="2965450" y="2279650"/>
          <p14:tracePt t="105927" x="2971800" y="2235200"/>
          <p14:tracePt t="105944" x="2984500" y="2190750"/>
          <p14:tracePt t="105960" x="2990850" y="2171700"/>
          <p14:tracePt t="105977" x="2990850" y="2152650"/>
          <p14:tracePt t="105994" x="2990850" y="2146300"/>
          <p14:tracePt t="106010" x="2990850" y="2139950"/>
          <p14:tracePt t="106035" x="2990850" y="2133600"/>
          <p14:tracePt t="106119" x="2990850" y="2127250"/>
          <p14:tracePt t="106182" x="2990850" y="2120900"/>
          <p14:tracePt t="106203" x="2997200" y="2120900"/>
          <p14:tracePt t="106231" x="3003550" y="2120900"/>
          <p14:tracePt t="106371" x="3003550" y="2127250"/>
          <p14:tracePt t="106393" x="3003550" y="2139950"/>
          <p14:tracePt t="106399" x="3003550" y="2146300"/>
          <p14:tracePt t="106413" x="3003550" y="2159000"/>
          <p14:tracePt t="106425" x="3009900" y="2184400"/>
          <p14:tracePt t="106442" x="3009900" y="2254250"/>
          <p14:tracePt t="106459" x="3022600" y="2305050"/>
          <p14:tracePt t="106475" x="3022600" y="2393950"/>
          <p14:tracePt t="106492" x="3028950" y="2489200"/>
          <p14:tracePt t="106508" x="3028950" y="2540000"/>
          <p14:tracePt t="106526" x="3028950" y="2597150"/>
          <p14:tracePt t="106541" x="3028950" y="2647950"/>
          <p14:tracePt t="106558" x="3028950" y="2667000"/>
          <p14:tracePt t="106575" x="3028950" y="2692400"/>
          <p14:tracePt t="106591" x="3022600" y="2705100"/>
          <p14:tracePt t="106608" x="3022600" y="2711450"/>
          <p14:tracePt t="106625" x="3022600" y="2717800"/>
          <p14:tracePt t="106834" x="3022600" y="2705100"/>
          <p14:tracePt t="106842" x="3028950" y="2698750"/>
          <p14:tracePt t="106855" x="3028950" y="2686050"/>
          <p14:tracePt t="106862" x="3041650" y="2660650"/>
          <p14:tracePt t="106877" x="3048000" y="2628900"/>
          <p14:tracePt t="106890" x="3079750" y="2533650"/>
          <p14:tracePt t="106907" x="3092450" y="2476500"/>
          <p14:tracePt t="106924" x="3105150" y="2413000"/>
          <p14:tracePt t="106940" x="3124200" y="2292350"/>
          <p14:tracePt t="106957" x="3149600" y="2184400"/>
          <p14:tracePt t="106974" x="3155950" y="2114550"/>
          <p14:tracePt t="106990" x="3162300" y="2095500"/>
          <p14:tracePt t="107006" x="3162300" y="2076450"/>
          <p14:tracePt t="107024" x="3162300" y="2070100"/>
          <p14:tracePt t="107040" x="3162300" y="2063750"/>
          <p14:tracePt t="107094" x="3162300" y="2070100"/>
          <p14:tracePt t="107136" x="3162300" y="2076450"/>
          <p14:tracePt t="107141" x="3162300" y="2082800"/>
          <p14:tracePt t="107164" x="3162300" y="2089150"/>
          <p14:tracePt t="107172" x="3162300" y="2095500"/>
          <p14:tracePt t="107207" x="3162300" y="2101850"/>
          <p14:tracePt t="107212" x="3162300" y="2108200"/>
          <p14:tracePt t="107227" x="3162300" y="2120900"/>
          <p14:tracePt t="107240" x="3162300" y="2139950"/>
          <p14:tracePt t="107256" x="3155950" y="2197100"/>
          <p14:tracePt t="107272" x="3155950" y="2254250"/>
          <p14:tracePt t="107290" x="3136900" y="2381250"/>
          <p14:tracePt t="107306" x="3117850" y="2527300"/>
          <p14:tracePt t="107309" x="3111500" y="2578100"/>
          <p14:tracePt t="107339" x="3092450" y="2711450"/>
          <p14:tracePt t="107356" x="3073400" y="2806700"/>
          <p14:tracePt t="107372" x="3073400" y="2844800"/>
          <p14:tracePt t="107388" x="3067050" y="2882900"/>
          <p14:tracePt t="107405" x="3060700" y="2901950"/>
          <p14:tracePt t="107421" x="3060700" y="2914650"/>
          <p14:tracePt t="107439" x="3060700" y="2921000"/>
          <p14:tracePt t="107493" x="3067050" y="2921000"/>
          <p14:tracePt t="107556" x="3073400" y="2914650"/>
          <p14:tracePt t="107591" x="3073400" y="2908300"/>
          <p14:tracePt t="107633" x="3079750" y="2908300"/>
          <p14:tracePt t="108121" x="3111500" y="2908300"/>
          <p14:tracePt t="108128" x="3168650" y="2908300"/>
          <p14:tracePt t="108142" x="3257550" y="2908300"/>
          <p14:tracePt t="108152" x="3346450" y="2908300"/>
          <p14:tracePt t="108170" x="3594100" y="2901950"/>
          <p14:tracePt t="108186" x="3708400" y="2889250"/>
          <p14:tracePt t="108203" x="3962400" y="2882900"/>
          <p14:tracePt t="108220" x="4254500" y="2838450"/>
          <p14:tracePt t="108236" x="4381500" y="2813050"/>
          <p14:tracePt t="108252" x="4508500" y="2794000"/>
          <p14:tracePt t="108269" x="4832350" y="2717800"/>
          <p14:tracePt t="108286" x="4921250" y="2711450"/>
          <p14:tracePt t="108303" x="5048250" y="2711450"/>
          <p14:tracePt t="108318" x="5086350" y="2711450"/>
          <p14:tracePt t="108335" x="5143500" y="2705100"/>
          <p14:tracePt t="108353" x="5194300" y="2705100"/>
          <p14:tracePt t="108369" x="5207000" y="2705100"/>
          <p14:tracePt t="108385" x="5219700" y="2705100"/>
          <p14:tracePt t="108402" x="5226050" y="2705100"/>
          <p14:tracePt t="108419" x="5232400" y="2705100"/>
          <p14:tracePt t="108435" x="5251450" y="2705100"/>
          <p14:tracePt t="108452" x="5283200" y="2705100"/>
          <p14:tracePt t="108468" x="5295900" y="2705100"/>
          <p14:tracePt t="108485" x="5321300" y="2705100"/>
          <p14:tracePt t="108502" x="5340350" y="2705100"/>
          <p14:tracePt t="108519" x="5346700" y="2705100"/>
          <p14:tracePt t="108535" x="5365750" y="2705100"/>
          <p14:tracePt t="108551" x="5384800" y="2705100"/>
          <p14:tracePt t="108568" x="5391150" y="2705100"/>
          <p14:tracePt t="108585" x="5403850" y="2705100"/>
          <p14:tracePt t="108601" x="5403850" y="2711450"/>
          <p14:tracePt t="108618" x="5410200" y="2717800"/>
          <p14:tracePt t="108634" x="5416550" y="2717800"/>
          <p14:tracePt t="108668" x="5429250" y="2724150"/>
          <p14:tracePt t="108684" x="5435600" y="2730500"/>
          <p14:tracePt t="108710" x="5441950" y="2730500"/>
          <p14:tracePt t="108780" x="5448300" y="2724150"/>
          <p14:tracePt t="108802" x="5454650" y="2711450"/>
          <p14:tracePt t="108822" x="5454650" y="2698750"/>
          <p14:tracePt t="108829" x="5461000" y="2673350"/>
          <p14:tracePt t="108843" x="5461000" y="2654300"/>
          <p14:tracePt t="108853" x="5461000" y="2616200"/>
          <p14:tracePt t="108867" x="5473700" y="2578100"/>
          <p14:tracePt t="108884" x="5473700" y="2527300"/>
          <p14:tracePt t="108900" x="5486400" y="2381250"/>
          <p14:tracePt t="108917" x="5499100" y="2324100"/>
          <p14:tracePt t="108935" x="5511800" y="2266950"/>
          <p14:tracePt t="108950" x="5511800" y="2247900"/>
          <p14:tracePt t="108967" x="5524500" y="2209800"/>
          <p14:tracePt t="108984" x="5524500" y="2203450"/>
          <p14:tracePt t="109033" x="5530850" y="2203450"/>
          <p14:tracePt t="109061" x="5530850" y="2209800"/>
          <p14:tracePt t="109075" x="5530850" y="2216150"/>
          <p14:tracePt t="109096" x="5530850" y="2222500"/>
          <p14:tracePt t="109102" x="5530850" y="2235200"/>
          <p14:tracePt t="109116" x="5530850" y="2241550"/>
          <p14:tracePt t="109132" x="5530850" y="2273300"/>
          <p14:tracePt t="109149" x="5543550" y="2298700"/>
          <p14:tracePt t="109166" x="5556250" y="2368550"/>
          <p14:tracePt t="109182" x="5581650" y="2476500"/>
          <p14:tracePt t="109199" x="5594350" y="2520950"/>
          <p14:tracePt t="109216" x="5619750" y="2628900"/>
          <p14:tracePt t="109232" x="5638800" y="2673350"/>
          <p14:tracePt t="109250" x="5657850" y="2774950"/>
          <p14:tracePt t="109265" x="5664200" y="2787650"/>
          <p14:tracePt t="109282" x="5664200" y="2800350"/>
          <p14:tracePt t="109299" x="5670550" y="2813050"/>
          <p14:tracePt t="109376" x="5670550" y="2819400"/>
          <p14:tracePt t="109994" x="5715000" y="2819400"/>
          <p14:tracePt t="110001" x="5791200" y="2819400"/>
          <p14:tracePt t="110016" x="5867400" y="2819400"/>
          <p14:tracePt t="110030" x="5943600" y="2806700"/>
          <p14:tracePt t="110046" x="6121400" y="2800350"/>
          <p14:tracePt t="110063" x="6184900" y="2800350"/>
          <p14:tracePt t="110080" x="6311900" y="2800350"/>
          <p14:tracePt t="110096" x="6445250" y="2800350"/>
          <p14:tracePt t="110113" x="6496050" y="2800350"/>
          <p14:tracePt t="110129" x="6591300" y="2806700"/>
          <p14:tracePt t="110146" x="6667500" y="2806700"/>
          <p14:tracePt t="110163" x="6737350" y="2813050"/>
          <p14:tracePt t="110179" x="6775450" y="2825750"/>
          <p14:tracePt t="110196" x="6807200" y="2825750"/>
          <p14:tracePt t="110212" x="6889750" y="2838450"/>
          <p14:tracePt t="110229" x="6915150" y="2844800"/>
          <p14:tracePt t="110245" x="6940550" y="2844800"/>
          <p14:tracePt t="110262" x="6985000" y="2851150"/>
          <p14:tracePt t="110278" x="7016750" y="2857500"/>
          <p14:tracePt t="110295" x="7029450" y="2857500"/>
          <p14:tracePt t="110312" x="7054850" y="2863850"/>
          <p14:tracePt t="110329" x="7073900" y="2863850"/>
          <p14:tracePt t="110345" x="7092950" y="2863850"/>
          <p14:tracePt t="110362" x="7099300" y="2863850"/>
          <p14:tracePt t="110378" x="7112000" y="2863850"/>
          <p14:tracePt t="110395" x="7118350" y="2863850"/>
          <p14:tracePt t="110597" x="7086600" y="2857500"/>
          <p14:tracePt t="110605" x="7035800" y="2851150"/>
          <p14:tracePt t="110619" x="6959600" y="2832100"/>
          <p14:tracePt t="110627" x="6864350" y="2819400"/>
          <p14:tracePt t="110645" x="6762750" y="2813050"/>
          <p14:tracePt t="110661" x="6559550" y="2781300"/>
          <p14:tracePt t="110677" x="6388100" y="2749550"/>
          <p14:tracePt t="110694" x="6311900" y="2736850"/>
          <p14:tracePt t="110710" x="6223000" y="2730500"/>
          <p14:tracePt t="110727" x="6159500" y="2724150"/>
          <p14:tracePt t="110745" x="6134100" y="2717800"/>
          <p14:tracePt t="110760" x="6127750" y="2717800"/>
          <p14:tracePt t="110777" x="6121400" y="2717800"/>
          <p14:tracePt t="111347" x="6140450" y="2724150"/>
          <p14:tracePt t="111354" x="6172200" y="2736850"/>
          <p14:tracePt t="111367" x="6216650" y="2743200"/>
          <p14:tracePt t="111378" x="6267450" y="2755900"/>
          <p14:tracePt t="111392" x="6311900" y="2762250"/>
          <p14:tracePt t="111409" x="6337300" y="2768600"/>
          <p14:tracePt t="111424" x="6445250" y="2774950"/>
          <p14:tracePt t="111441" x="6477000" y="2774950"/>
          <p14:tracePt t="111459" x="6546850" y="2768600"/>
          <p14:tracePt t="111475" x="6565900" y="2768600"/>
          <p14:tracePt t="111492" x="6648450" y="2755900"/>
          <p14:tracePt t="111508" x="6705600" y="2736850"/>
          <p14:tracePt t="111525" x="6731000" y="2730500"/>
          <p14:tracePt t="111541" x="6775450" y="2724150"/>
          <p14:tracePt t="111558" x="6794500" y="2724150"/>
          <p14:tracePt t="111574" x="6800850" y="2724150"/>
          <p14:tracePt t="111648" x="6800850" y="2717800"/>
          <p14:tracePt t="111675" x="6794500" y="2717800"/>
          <p14:tracePt t="111697" x="6781800" y="2717800"/>
          <p14:tracePt t="111704" x="6775450" y="2717800"/>
          <p14:tracePt t="111718" x="6762750" y="2717800"/>
          <p14:tracePt t="111727" x="6743700" y="2717800"/>
          <p14:tracePt t="111741" x="6724650" y="2717800"/>
          <p14:tracePt t="111757" x="6686550" y="2717800"/>
          <p14:tracePt t="111775" x="6502400" y="2736850"/>
          <p14:tracePt t="111790" x="6426200" y="2736850"/>
          <p14:tracePt t="111807" x="6350000" y="2749550"/>
          <p14:tracePt t="111823" x="6203950" y="2768600"/>
          <p14:tracePt t="111840" x="6083300" y="2794000"/>
          <p14:tracePt t="111857" x="6032500" y="2794000"/>
          <p14:tracePt t="111873" x="5962650" y="2806700"/>
          <p14:tracePt t="111890" x="5930900" y="2813050"/>
          <p14:tracePt t="111907" x="5918200" y="2813050"/>
          <p14:tracePt t="111923" x="5911850" y="2819400"/>
          <p14:tracePt t="111984" x="5918200" y="2819400"/>
          <p14:tracePt t="111999" x="5930900" y="2819400"/>
          <p14:tracePt t="112005" x="5956300" y="2819400"/>
          <p14:tracePt t="112019" x="5975350" y="2819400"/>
          <p14:tracePt t="112026" x="6000750" y="2819400"/>
          <p14:tracePt t="112042" x="6038850" y="2819400"/>
          <p14:tracePt t="112055" x="6191250" y="2819400"/>
          <p14:tracePt t="112072" x="6267450" y="2819400"/>
          <p14:tracePt t="112090" x="6451600" y="2813050"/>
          <p14:tracePt t="112106" x="6540500" y="2813050"/>
          <p14:tracePt t="112122" x="6667500" y="2813050"/>
          <p14:tracePt t="112139" x="6743700" y="2813050"/>
          <p14:tracePt t="112155" x="6769100" y="2813050"/>
          <p14:tracePt t="112172" x="6800850" y="2813050"/>
          <p14:tracePt t="112189" x="6807200" y="2813050"/>
          <p14:tracePt t="112307" x="6800850" y="2813050"/>
          <p14:tracePt t="112335" x="6794500" y="2813050"/>
          <p14:tracePt t="112370" x="6788150" y="2813050"/>
          <p14:tracePt t="112405" x="6781800" y="2813050"/>
          <p14:tracePt t="112440" x="6775450" y="2813050"/>
          <p14:tracePt t="112475" x="6775450" y="2819400"/>
          <p14:tracePt t="112594" x="6769100" y="2819400"/>
          <p14:tracePt t="114682" x="6724650" y="2819400"/>
          <p14:tracePt t="114689" x="6673850" y="2806700"/>
          <p14:tracePt t="114703" x="6616700" y="2800350"/>
          <p14:tracePt t="114713" x="6553200" y="2781300"/>
          <p14:tracePt t="114731" x="6432550" y="2774950"/>
          <p14:tracePt t="114746" x="6369050" y="2762250"/>
          <p14:tracePt t="114763" x="6254750" y="2762250"/>
          <p14:tracePt t="114780" x="6134100" y="2755900"/>
          <p14:tracePt t="114796" x="6083300" y="2755900"/>
          <p14:tracePt t="114813" x="6013450" y="2762250"/>
          <p14:tracePt t="114830" x="5962650" y="2762250"/>
          <p14:tracePt t="114847" x="5943600" y="2762250"/>
          <p14:tracePt t="114863" x="5930900" y="2768600"/>
          <p14:tracePt t="114879" x="5905500" y="2774950"/>
          <p14:tracePt t="114896" x="5899150" y="2774950"/>
          <p14:tracePt t="115075" x="5899150" y="2768600"/>
          <p14:tracePt t="116616" x="5873750" y="2768600"/>
          <p14:tracePt t="116624" x="5842000" y="2768600"/>
          <p14:tracePt t="116630" x="5797550" y="2762250"/>
          <p14:tracePt t="116644" x="5746750" y="2755900"/>
          <p14:tracePt t="116656" x="5689600" y="2743200"/>
          <p14:tracePt t="116673" x="5581650" y="2724150"/>
          <p14:tracePt t="116690" x="5518150" y="2705100"/>
          <p14:tracePt t="116707" x="5372100" y="2686050"/>
          <p14:tracePt t="116724" x="5207000" y="2679700"/>
          <p14:tracePt t="116740" x="5118100" y="2667000"/>
          <p14:tracePt t="116757" x="4978400" y="2660650"/>
          <p14:tracePt t="116773" x="4832350" y="2641600"/>
          <p14:tracePt t="116789" x="4768850" y="2641600"/>
          <p14:tracePt t="116806" x="4667250" y="2641600"/>
          <p14:tracePt t="116823" x="4597400" y="2628900"/>
          <p14:tracePt t="116840" x="4508500" y="2628900"/>
          <p14:tracePt t="116856" x="4451350" y="2622550"/>
          <p14:tracePt t="116873" x="4419600" y="2622550"/>
          <p14:tracePt t="116890" x="4381500" y="2622550"/>
          <p14:tracePt t="116906" x="4337050" y="2622550"/>
          <p14:tracePt t="116923" x="4318000" y="2622550"/>
          <p14:tracePt t="116939" x="4292600" y="2622550"/>
          <p14:tracePt t="116955" x="4279900" y="2628900"/>
          <p14:tracePt t="116989" x="4273550" y="2628900"/>
          <p14:tracePt t="117016" x="4267200" y="2628900"/>
          <p14:tracePt t="117044" x="4267200" y="2641600"/>
          <p14:tracePt t="117051" x="4267200" y="2647950"/>
          <p14:tracePt t="117058" x="4260850" y="2654300"/>
          <p14:tracePt t="117079" x="4267200" y="2654300"/>
          <p14:tracePt t="117486" x="4210050" y="2635250"/>
          <p14:tracePt t="117492" x="4095750" y="2616200"/>
          <p14:tracePt t="117507" x="3981450" y="2590800"/>
          <p14:tracePt t="117520" x="3867150" y="2584450"/>
          <p14:tracePt t="117537" x="3638550" y="2552700"/>
          <p14:tracePt t="117554" x="3549650" y="2552700"/>
          <p14:tracePt t="117570" x="3390900" y="2546350"/>
          <p14:tracePt t="117587" x="3232150" y="2571750"/>
          <p14:tracePt t="117604" x="3168650" y="2590800"/>
          <p14:tracePt t="117620" x="3041650" y="2647950"/>
          <p14:tracePt t="117636" x="2952750" y="2711450"/>
          <p14:tracePt t="117654" x="2870200" y="2819400"/>
          <p14:tracePt t="117670" x="2832100" y="2876550"/>
          <p14:tracePt t="117686" x="2762250" y="3022600"/>
          <p14:tracePt t="117703" x="2679700" y="3219450"/>
          <p14:tracePt t="117720" x="2647950" y="3327400"/>
          <p14:tracePt t="117737" x="2616200" y="3441700"/>
          <p14:tracePt t="117753" x="2546350" y="3702050"/>
          <p14:tracePt t="117769" x="2533650" y="3797300"/>
          <p14:tracePt t="117787" x="2533650" y="3949700"/>
          <p14:tracePt t="117803" x="2533650" y="4013200"/>
          <p14:tracePt t="117819" x="2578100" y="4159250"/>
          <p14:tracePt t="117836" x="2654300" y="4273550"/>
          <p14:tracePt t="117852" x="2698750" y="4330700"/>
          <p14:tracePt t="117869" x="2781300" y="4400550"/>
          <p14:tracePt t="117886" x="2857500" y="4451350"/>
          <p14:tracePt t="117902" x="2882900" y="4470400"/>
          <p14:tracePt t="117919" x="2927350" y="4470400"/>
          <p14:tracePt t="117935" x="2984500" y="4438650"/>
          <p14:tracePt t="117952" x="3028950" y="4387850"/>
          <p14:tracePt t="117969" x="3105150" y="4267200"/>
          <p14:tracePt t="117985" x="3181350" y="4025900"/>
          <p14:tracePt t="118002" x="3213100" y="3784600"/>
          <p14:tracePt t="118018" x="3257550" y="3225800"/>
          <p14:tracePt t="118035" x="3244850" y="2933700"/>
          <p14:tracePt t="118053" x="3200400" y="2654300"/>
          <p14:tracePt t="118068" x="2971800" y="2146300"/>
          <p14:tracePt t="118085" x="2851150" y="2044700"/>
          <p14:tracePt t="118102" x="2647950" y="1905000"/>
          <p14:tracePt t="118118" x="2406650" y="1797050"/>
          <p14:tracePt t="118135" x="2279650" y="1765300"/>
          <p14:tracePt t="118151" x="2025650" y="1733550"/>
          <p14:tracePt t="118168" x="1784350" y="1746250"/>
          <p14:tracePt t="118185" x="1663700" y="1765300"/>
          <p14:tracePt t="118201" x="1441450" y="1860550"/>
          <p14:tracePt t="118218" x="1282700" y="1962150"/>
          <p14:tracePt t="118235" x="1212850" y="2012950"/>
          <p14:tracePt t="118251" x="1092200" y="2146300"/>
          <p14:tracePt t="118268" x="996950" y="2305050"/>
          <p14:tracePt t="118285" x="977900" y="2489200"/>
          <p14:tracePt t="118301" x="977900" y="2565400"/>
          <p14:tracePt t="118318" x="1041400" y="2736850"/>
          <p14:tracePt t="118334" x="1168400" y="2914650"/>
          <p14:tracePt t="118351" x="1250950" y="3009900"/>
          <p14:tracePt t="118369" x="1479550" y="3257550"/>
          <p14:tracePt t="118384" x="1797050" y="3543300"/>
          <p14:tracePt t="118400" x="1930400" y="3657600"/>
          <p14:tracePt t="118418" x="2190750" y="3797300"/>
          <p14:tracePt t="118434" x="2305050" y="3854450"/>
          <p14:tracePt t="118450" x="2527300" y="3905250"/>
          <p14:tracePt t="118467" x="2705100" y="3917950"/>
          <p14:tracePt t="118483" x="2781300" y="3911600"/>
          <p14:tracePt t="118500" x="2908300" y="3854450"/>
          <p14:tracePt t="118517" x="3028950" y="3727450"/>
          <p14:tracePt t="118533" x="3079750" y="3632200"/>
          <p14:tracePt t="118551" x="3130550" y="3384550"/>
          <p14:tracePt t="118567" x="3143250" y="2984500"/>
          <p14:tracePt t="118583" x="3111500" y="2762250"/>
          <p14:tracePt t="118600" x="2971800" y="2336800"/>
          <p14:tracePt t="118616" x="2882900" y="2184400"/>
          <p14:tracePt t="118633" x="2692400" y="1987550"/>
          <p14:tracePt t="118650" x="2508250" y="1860550"/>
          <p14:tracePt t="118666" x="2324100" y="1822450"/>
          <p14:tracePt t="118684" x="2133600" y="1809750"/>
          <p14:tracePt t="118700" x="2032000" y="1816100"/>
          <p14:tracePt t="118716" x="1905000" y="1835150"/>
          <p14:tracePt t="118733" x="1428750" y="2063750"/>
          <p14:tracePt t="118751" x="1250950" y="2171700"/>
          <p14:tracePt t="118766" x="1104900" y="2305050"/>
          <p14:tracePt t="118783" x="863600" y="2584450"/>
          <p14:tracePt t="118800" x="711200" y="2838450"/>
          <p14:tracePt t="118816" x="679450" y="2952750"/>
          <p14:tracePt t="118832" x="660400" y="3168650"/>
          <p14:tracePt t="118850" x="730250" y="3378200"/>
          <p14:tracePt t="118866" x="901700" y="3600450"/>
          <p14:tracePt t="118882" x="1035050" y="3740150"/>
          <p14:tracePt t="118899" x="1384300" y="4025900"/>
          <p14:tracePt t="118916" x="1790700" y="4254500"/>
          <p14:tracePt t="118932" x="1962150" y="4330700"/>
          <p14:tracePt t="118949" x="2254250" y="4419600"/>
          <p14:tracePt t="118965" x="2527300" y="4413250"/>
          <p14:tracePt t="118982" x="2660650" y="4381500"/>
          <p14:tracePt t="118999" x="2971800" y="4216400"/>
          <p14:tracePt t="119015" x="3276600" y="3968750"/>
          <p14:tracePt t="119032" x="3429000" y="3797300"/>
          <p14:tracePt t="119049" x="3689350" y="3346450"/>
          <p14:tracePt t="119065" x="3778250" y="3105150"/>
          <p14:tracePt t="119081" x="3835400" y="2641600"/>
          <p14:tracePt t="119099" x="3797300" y="2324100"/>
          <p14:tracePt t="119115" x="3746500" y="2203450"/>
          <p14:tracePt t="119132" x="3651250" y="2076450"/>
          <p14:tracePt t="119148" x="3429000" y="1885950"/>
          <p14:tracePt t="119165" x="3136900" y="1739900"/>
          <p14:tracePt t="119182" x="2914650" y="1676400"/>
          <p14:tracePt t="119198" x="2711450" y="1670050"/>
          <p14:tracePt t="119214" x="2609850" y="1682750"/>
          <p14:tracePt t="119231" x="2400300" y="1752600"/>
          <p14:tracePt t="119248" x="2114550" y="1955800"/>
          <p14:tracePt t="119266" x="1803400" y="2292350"/>
          <p14:tracePt t="119281" x="1676400" y="2476500"/>
          <p14:tracePt t="119297" x="1517650" y="2774950"/>
          <p14:tracePt t="119315" x="1460500" y="3041650"/>
          <p14:tracePt t="119331" x="1466850" y="3130550"/>
          <p14:tracePt t="119348" x="1485900" y="3213100"/>
          <p14:tracePt t="119364" x="1651000" y="3479800"/>
          <p14:tracePt t="119381" x="1746250" y="3575050"/>
          <p14:tracePt t="119398" x="2076450" y="3816350"/>
          <p14:tracePt t="119414" x="2235200" y="3917950"/>
          <p14:tracePt t="119430" x="2622550" y="4083050"/>
          <p14:tracePt t="119448" x="2933700" y="4184650"/>
          <p14:tracePt t="119464" x="3073400" y="4184650"/>
          <p14:tracePt t="119481" x="3327400" y="4146550"/>
          <p14:tracePt t="119497" x="3587750" y="4025900"/>
          <p14:tracePt t="119513" x="3695700" y="3949700"/>
          <p14:tracePt t="119517" x="3803650" y="3848100"/>
          <p14:tracePt t="119530" x="3892550" y="3752850"/>
          <p14:tracePt t="119547" x="4025900" y="3511550"/>
          <p14:tracePt t="119564" x="4064000" y="3390900"/>
          <p14:tracePt t="119580" x="4070350" y="3187700"/>
          <p14:tracePt t="119597" x="4000500" y="2978150"/>
          <p14:tracePt t="119613" x="3937000" y="2882900"/>
          <p14:tracePt t="119630" x="3752850" y="2705100"/>
          <p14:tracePt t="119646" x="3536950" y="2578100"/>
          <p14:tracePt t="119663" x="3422650" y="2520950"/>
          <p14:tracePt t="119680" x="3200400" y="2444750"/>
          <p14:tracePt t="119697" x="3086100" y="2438400"/>
          <p14:tracePt t="119713" x="2813050" y="2463800"/>
          <p14:tracePt t="119729" x="2463800" y="2597150"/>
          <p14:tracePt t="119746" x="2311400" y="2686050"/>
          <p14:tracePt t="119763" x="2019300" y="2882900"/>
          <p14:tracePt t="119779" x="1841500" y="3035300"/>
          <p14:tracePt t="119796" x="1765300" y="3130550"/>
          <p14:tracePt t="119813" x="1695450" y="3289300"/>
          <p14:tracePt t="119829" x="1689100" y="3378200"/>
          <p14:tracePt t="119846" x="1689100" y="3435350"/>
          <p14:tracePt t="119862" x="1746250" y="3536950"/>
          <p14:tracePt t="119879" x="1866900" y="3644900"/>
          <p14:tracePt t="119897" x="2044700" y="3778250"/>
          <p14:tracePt t="119912" x="2127250" y="3841750"/>
          <p14:tracePt t="119929" x="2260600" y="3911600"/>
          <p14:tracePt t="119946" x="2362200" y="3943350"/>
          <p14:tracePt t="119962" x="2413000" y="3943350"/>
          <p14:tracePt t="119979" x="2463800" y="3943350"/>
          <p14:tracePt t="119996" x="2635250" y="3930650"/>
          <p14:tracePt t="120012" x="2698750" y="3905250"/>
          <p14:tracePt t="120030" x="2851150" y="3841750"/>
          <p14:tracePt t="120045" x="2933700" y="3803650"/>
          <p14:tracePt t="120061" x="3117850" y="3663950"/>
          <p14:tracePt t="120079" x="3289300" y="3473450"/>
          <p14:tracePt t="120095" x="3352800" y="3371850"/>
          <p14:tracePt t="120112" x="3441700" y="3149600"/>
          <p14:tracePt t="120128" x="3422650" y="2914650"/>
          <p14:tracePt t="120145" x="3371850" y="2800350"/>
          <p14:tracePt t="120161" x="3194050" y="2546350"/>
          <p14:tracePt t="120178" x="3073400" y="2425700"/>
          <p14:tracePt t="120194" x="2857500" y="2203450"/>
          <p14:tracePt t="120212" x="2609850" y="2057400"/>
          <p14:tracePt t="120228" x="2406650" y="2000250"/>
          <p14:tracePt t="120244" x="2298700" y="1987550"/>
          <p14:tracePt t="120261" x="2133600" y="2019300"/>
          <p14:tracePt t="120277" x="2038350" y="2051050"/>
          <p14:tracePt t="120294" x="1822450" y="2203450"/>
          <p14:tracePt t="120311" x="1625600" y="2387600"/>
          <p14:tracePt t="120328" x="1543050" y="2514600"/>
          <p14:tracePt t="120344" x="1428750" y="2800350"/>
          <p14:tracePt t="120360" x="1377950" y="3041650"/>
          <p14:tracePt t="120377" x="1365250" y="3155950"/>
          <p14:tracePt t="120394" x="1403350" y="3371850"/>
          <p14:tracePt t="120410" x="1504950" y="3587750"/>
          <p14:tracePt t="120427" x="1581150" y="3695700"/>
          <p14:tracePt t="120443" x="1803400" y="3930650"/>
          <p14:tracePt t="120460" x="2089150" y="4171950"/>
          <p14:tracePt t="120477" x="2222500" y="4267200"/>
          <p14:tracePt t="120493" x="2476500" y="4381500"/>
          <p14:tracePt t="120510" x="2711450" y="4425950"/>
          <p14:tracePt t="120528" x="2940050" y="4406900"/>
          <p14:tracePt t="120543" x="3041650" y="4375150"/>
          <p14:tracePt t="120559" x="3282950" y="4260850"/>
          <p14:tracePt t="120577" x="3505200" y="4076700"/>
          <p14:tracePt t="120593" x="3606800" y="3968750"/>
          <p14:tracePt t="120610" x="3689350" y="3835400"/>
          <p14:tracePt t="120627" x="3835400" y="3454400"/>
          <p14:tracePt t="120643" x="3835400" y="3327400"/>
          <p14:tracePt t="120660" x="3816350" y="3187700"/>
          <p14:tracePt t="120675" x="3676650" y="2876550"/>
          <p14:tracePt t="120693" x="3454400" y="2559050"/>
          <p14:tracePt t="120710" x="3175000" y="2311400"/>
          <p14:tracePt t="120726" x="3041650" y="2235200"/>
          <p14:tracePt t="120742" x="2787650" y="2120900"/>
          <p14:tracePt t="120759" x="2527300" y="2089150"/>
          <p14:tracePt t="120776" x="2400300" y="2089150"/>
          <p14:tracePt t="120792" x="2152650" y="2165350"/>
          <p14:tracePt t="120809" x="1885950" y="2305050"/>
          <p14:tracePt t="120825" x="1746250" y="2419350"/>
          <p14:tracePt t="120843" x="1511300" y="2660650"/>
          <p14:tracePt t="120859" x="1352550" y="2914650"/>
          <p14:tracePt t="120876" x="1308100" y="3048000"/>
          <p14:tracePt t="120892" x="1289050" y="3276600"/>
          <p14:tracePt t="120909" x="1314450" y="3479800"/>
          <p14:tracePt t="120925" x="1365250" y="3562350"/>
          <p14:tracePt t="120942" x="1543050" y="3771900"/>
          <p14:tracePt t="120958" x="1854200" y="4000500"/>
          <p14:tracePt t="120976" x="2178050" y="4165600"/>
          <p14:tracePt t="120991" x="2305050" y="4197350"/>
          <p14:tracePt t="121008" x="2451100" y="4229100"/>
          <p14:tracePt t="121025" x="2692400" y="4216400"/>
          <p14:tracePt t="121041" x="2901950" y="4121150"/>
          <p14:tracePt t="121045" x="2984500" y="4057650"/>
          <p14:tracePt t="121075" x="3117850" y="3937000"/>
          <p14:tracePt t="121091" x="3162300" y="3829050"/>
          <p14:tracePt t="121108" x="3162300" y="3790950"/>
          <p14:tracePt t="121124" x="3130550" y="3733800"/>
          <p14:tracePt t="121141" x="3073400" y="3714750"/>
          <p14:tracePt t="121158" x="3060700" y="3702050"/>
          <p14:tracePt t="121973" x="3092450" y="3702050"/>
          <p14:tracePt t="121980" x="3175000" y="3689350"/>
          <p14:tracePt t="121988" x="3251200" y="3670300"/>
          <p14:tracePt t="122004" x="3346450" y="3638550"/>
          <p14:tracePt t="122022" x="3587750" y="3587750"/>
          <p14:tracePt t="122038" x="3733800" y="3556000"/>
          <p14:tracePt t="122055" x="4095750" y="3460750"/>
          <p14:tracePt t="122072" x="4451350" y="3371850"/>
          <p14:tracePt t="122088" x="4635500" y="3321050"/>
          <p14:tracePt t="122104" x="4946650" y="3238500"/>
          <p14:tracePt t="122121" x="5226050" y="3155950"/>
          <p14:tracePt t="122138" x="5359400" y="3111500"/>
          <p14:tracePt t="122156" x="5568950" y="3028950"/>
          <p14:tracePt t="122171" x="5746750" y="2946400"/>
          <p14:tracePt t="122188" x="5816600" y="2921000"/>
          <p14:tracePt t="122205" x="5937250" y="2851150"/>
          <p14:tracePt t="122221" x="6051550" y="2794000"/>
          <p14:tracePt t="122237" x="6108700" y="2755900"/>
          <p14:tracePt t="122254" x="6140450" y="2743200"/>
          <p14:tracePt t="122271" x="6229350" y="2686050"/>
          <p14:tracePt t="122287" x="6261100" y="2660650"/>
          <p14:tracePt t="122303" x="6324600" y="2628900"/>
          <p14:tracePt t="122320" x="6350000" y="2616200"/>
          <p14:tracePt t="122338" x="6400800" y="2584450"/>
          <p14:tracePt t="122354" x="6419850" y="2578100"/>
          <p14:tracePt t="122371" x="6438900" y="2565400"/>
          <p14:tracePt t="122387" x="6464300" y="2552700"/>
          <p14:tracePt t="122403" x="6489700" y="2552700"/>
          <p14:tracePt t="122420" x="6502400" y="2546350"/>
          <p14:tracePt t="122437" x="6515100" y="2546350"/>
          <p14:tracePt t="122453" x="6540500" y="2546350"/>
          <p14:tracePt t="122471" x="6559550" y="2552700"/>
          <p14:tracePt t="122486" x="6572250" y="2552700"/>
          <p14:tracePt t="122503" x="6604000" y="2559050"/>
          <p14:tracePt t="122520" x="6623050" y="2559050"/>
          <p14:tracePt t="122536" x="6686550" y="2578100"/>
          <p14:tracePt t="122553" x="6711950" y="2584450"/>
          <p14:tracePt t="122570" x="6794500" y="2603500"/>
          <p14:tracePt t="122586" x="6838950" y="2609850"/>
          <p14:tracePt t="122603" x="6889750" y="2616200"/>
          <p14:tracePt t="122619" x="6953250" y="2635250"/>
          <p14:tracePt t="122636" x="6991350" y="2641600"/>
          <p14:tracePt t="122653" x="7048500" y="2647950"/>
          <p14:tracePt t="122669" x="7067550" y="2647950"/>
          <p14:tracePt t="122686" x="7080250" y="2647950"/>
          <p14:tracePt t="122702" x="7092950" y="2647950"/>
          <p14:tracePt t="122719" x="7099300" y="2647950"/>
          <p14:tracePt t="122765" x="7080250" y="2647950"/>
          <p14:tracePt t="122779" x="7054850" y="2647950"/>
          <p14:tracePt t="122788" x="7004050" y="2647950"/>
          <p14:tracePt t="122802" x="6927850" y="2647950"/>
          <p14:tracePt t="122818" x="6826250" y="2660650"/>
          <p14:tracePt t="122836" x="6584950" y="2660650"/>
          <p14:tracePt t="122852" x="6464300" y="2660650"/>
          <p14:tracePt t="122869" x="6337300" y="2660650"/>
          <p14:tracePt t="122885" x="6134100" y="2667000"/>
          <p14:tracePt t="122902" x="6070600" y="2667000"/>
          <p14:tracePt t="122919" x="6000750" y="2673350"/>
          <p14:tracePt t="122935" x="5975350" y="2686050"/>
          <p14:tracePt t="122952" x="5969000" y="2686050"/>
          <p14:tracePt t="123003" x="5975350" y="2686050"/>
          <p14:tracePt t="123019" x="5988050" y="2686050"/>
          <p14:tracePt t="123031" x="6019800" y="2692400"/>
          <p14:tracePt t="123046" x="6057900" y="2692400"/>
          <p14:tracePt t="123054" x="6096000" y="2698750"/>
          <p14:tracePt t="123068" x="6178550" y="2705100"/>
          <p14:tracePt t="123084" x="6267450" y="2717800"/>
          <p14:tracePt t="123101" x="6445250" y="2730500"/>
          <p14:tracePt t="123118" x="6521450" y="2736850"/>
          <p14:tracePt t="123135" x="6584950" y="2736850"/>
          <p14:tracePt t="123151" x="6692900" y="2736850"/>
          <p14:tracePt t="123168" x="6718300" y="2736850"/>
          <p14:tracePt t="123184" x="6750050" y="2736850"/>
          <p14:tracePt t="123201" x="6775450" y="2730500"/>
          <p14:tracePt t="123217" x="6781800" y="2730500"/>
          <p14:tracePt t="123283" x="6788150" y="2724150"/>
          <p14:tracePt t="124048" x="6781800" y="2724150"/>
          <p14:tracePt t="124054" x="6769100" y="2724150"/>
          <p14:tracePt t="124069" x="6762750" y="2724150"/>
          <p14:tracePt t="124084" x="6743700" y="2724150"/>
          <p14:tracePt t="124098" x="6724650" y="2724150"/>
          <p14:tracePt t="124114" x="6699250" y="2724150"/>
          <p14:tracePt t="124131" x="6591300" y="2717800"/>
          <p14:tracePt t="124147" x="6515100" y="2717800"/>
          <p14:tracePt t="124164" x="6413500" y="2705100"/>
          <p14:tracePt t="124181" x="6159500" y="2705100"/>
          <p14:tracePt t="124197" x="6007100" y="2705100"/>
          <p14:tracePt t="124213" x="5562600" y="2711450"/>
          <p14:tracePt t="124231" x="5086350" y="2730500"/>
          <p14:tracePt t="124247" x="4705350" y="2755900"/>
          <p14:tracePt t="124265" x="4400550" y="2787650"/>
          <p14:tracePt t="124280" x="4273550" y="2800350"/>
          <p14:tracePt t="124297" x="4038600" y="2832100"/>
          <p14:tracePt t="124314" x="3949700" y="2838450"/>
          <p14:tracePt t="124330" x="3810000" y="2857500"/>
          <p14:tracePt t="124347" x="3702050" y="2876550"/>
          <p14:tracePt t="124363" x="3619500" y="2882900"/>
          <p14:tracePt t="124380" x="3594100" y="2882900"/>
          <p14:tracePt t="124397" x="3543300" y="2882900"/>
          <p14:tracePt t="124413" x="3492500" y="2882900"/>
          <p14:tracePt t="124430" x="3467100" y="2876550"/>
          <p14:tracePt t="124447" x="3422650" y="2870200"/>
          <p14:tracePt t="124463" x="3390900" y="2857500"/>
          <p14:tracePt t="124479" x="3378200" y="2857500"/>
          <p14:tracePt t="124497" x="3352800" y="2844800"/>
          <p14:tracePt t="124512" x="3327400" y="2838450"/>
          <p14:tracePt t="124529" x="3314700" y="2832100"/>
          <p14:tracePt t="124546" x="3276600" y="2819400"/>
          <p14:tracePt t="124562" x="3263900" y="2813050"/>
          <p14:tracePt t="124566" x="3244850" y="2813050"/>
          <p14:tracePt t="124580" x="3213100" y="2806700"/>
          <p14:tracePt t="124596" x="3175000" y="2794000"/>
          <p14:tracePt t="124612" x="3155950" y="2794000"/>
          <p14:tracePt t="124629" x="3136900" y="2794000"/>
          <p14:tracePt t="124645" x="3130550" y="2794000"/>
          <p14:tracePt t="124662" x="3124200" y="2794000"/>
          <p14:tracePt t="124931" x="3098800" y="2787650"/>
          <p14:tracePt t="124946" x="3079750" y="2768600"/>
          <p14:tracePt t="124951" x="3048000" y="2755900"/>
          <p14:tracePt t="124966" x="3028950" y="2743200"/>
          <p14:tracePt t="124978" x="2990850" y="2724150"/>
          <p14:tracePt t="124995" x="2901950" y="2679700"/>
          <p14:tracePt t="125011" x="2857500" y="2654300"/>
          <p14:tracePt t="125028" x="2755900" y="2590800"/>
          <p14:tracePt t="125044" x="2654300" y="2546350"/>
          <p14:tracePt t="125061" x="2597150" y="2527300"/>
          <p14:tracePt t="125065" x="2559050" y="2508250"/>
          <p14:tracePt t="125078" x="2514600" y="2489200"/>
          <p14:tracePt t="125094" x="2432050" y="2476500"/>
          <p14:tracePt t="125111" x="2400300" y="2470150"/>
          <p14:tracePt t="125128" x="2349500" y="2470150"/>
          <p14:tracePt t="125145" x="2317750" y="2470150"/>
          <p14:tracePt t="125162" x="2279650" y="2470150"/>
          <p14:tracePt t="125177" x="2260600" y="2470150"/>
          <p14:tracePt t="125194" x="2235200" y="2470150"/>
          <p14:tracePt t="125211" x="2152650" y="2489200"/>
          <p14:tracePt t="125227" x="2120900" y="2495550"/>
          <p14:tracePt t="125244" x="2089150" y="2514600"/>
          <p14:tracePt t="125261" x="2038350" y="2533650"/>
          <p14:tracePt t="125276" x="1987550" y="2559050"/>
          <p14:tracePt t="125293" x="1955800" y="2571750"/>
          <p14:tracePt t="125310" x="1905000" y="2603500"/>
          <p14:tracePt t="125327" x="1847850" y="2641600"/>
          <p14:tracePt t="125344" x="1797050" y="2679700"/>
          <p14:tracePt t="125360" x="1778000" y="2692400"/>
          <p14:tracePt t="125377" x="1733550" y="2730500"/>
          <p14:tracePt t="125394" x="1708150" y="2762250"/>
          <p14:tracePt t="125410" x="1689100" y="2787650"/>
          <p14:tracePt t="125426" x="1670050" y="2806700"/>
          <p14:tracePt t="125443" x="1663700" y="2813050"/>
          <p14:tracePt t="125477" x="1657350" y="2819400"/>
          <p14:tracePt t="125561" x="1657350" y="2813050"/>
          <p14:tracePt t="125577" x="1663700" y="2806700"/>
          <p14:tracePt t="125583" x="1670050" y="2800350"/>
          <p14:tracePt t="125597" x="1676400" y="2787650"/>
          <p14:tracePt t="125609" x="1682750" y="2774950"/>
          <p14:tracePt t="125626" x="1695450" y="2743200"/>
          <p14:tracePt t="125642" x="1714500" y="2698750"/>
          <p14:tracePt t="125659" x="1739900" y="2628900"/>
          <p14:tracePt t="125675" x="1765300" y="2546350"/>
          <p14:tracePt t="125692" x="1771650" y="2520950"/>
          <p14:tracePt t="125709" x="1790700" y="2470150"/>
          <p14:tracePt t="125726" x="1797050" y="2444750"/>
          <p14:tracePt t="125742" x="1803400" y="2438400"/>
          <p14:tracePt t="125759" x="1809750" y="2432050"/>
          <p14:tracePt t="125791" x="1816100" y="2425700"/>
          <p14:tracePt t="125898" x="1816100" y="2432050"/>
          <p14:tracePt t="125954" x="1816100" y="2438400"/>
          <p14:tracePt t="125975" x="1822450" y="2444750"/>
          <p14:tracePt t="125982" x="1822450" y="2451100"/>
          <p14:tracePt t="125996" x="1828800" y="2457450"/>
          <p14:tracePt t="126008" x="1841500" y="2470150"/>
          <p14:tracePt t="126025" x="1892300" y="2501900"/>
          <p14:tracePt t="126041" x="1949450" y="2527300"/>
          <p14:tracePt t="126058" x="2089150" y="2597150"/>
          <p14:tracePt t="126074" x="2260600" y="2679700"/>
          <p14:tracePt t="126091" x="2355850" y="2711450"/>
          <p14:tracePt t="126108" x="2514600" y="2749550"/>
          <p14:tracePt t="126124" x="2641600" y="2755900"/>
          <p14:tracePt t="126141" x="2692400" y="2755900"/>
          <p14:tracePt t="126158" x="2774950" y="2755900"/>
          <p14:tracePt t="126174" x="2800350" y="2755900"/>
          <p14:tracePt t="126190" x="2844800" y="2749550"/>
          <p14:tracePt t="126207" x="2870200" y="2736850"/>
          <p14:tracePt t="126224" x="2889250" y="2730500"/>
          <p14:tracePt t="126241" x="2946400" y="2711450"/>
          <p14:tracePt t="126257" x="2965450" y="2698750"/>
          <p14:tracePt t="126273" x="2997200" y="2692400"/>
          <p14:tracePt t="126290" x="3092450" y="2667000"/>
          <p14:tracePt t="126306" x="3238500" y="2647950"/>
          <p14:tracePt t="126323" x="3365500" y="2635250"/>
          <p14:tracePt t="126340" x="3644900" y="2635250"/>
          <p14:tracePt t="126356" x="4070350" y="2660650"/>
          <p14:tracePt t="126373" x="4286250" y="2673350"/>
          <p14:tracePt t="126390" x="4756150" y="2743200"/>
          <p14:tracePt t="126406" x="4978400" y="2787650"/>
          <p14:tracePt t="126423" x="5378450" y="2851150"/>
          <p14:tracePt t="126440" x="5581650" y="2895600"/>
          <p14:tracePt t="126456" x="5753100" y="2933700"/>
          <p14:tracePt t="126473" x="6178550" y="2984500"/>
          <p14:tracePt t="126489" x="6273800" y="3009900"/>
          <p14:tracePt t="126506" x="6362700" y="3016250"/>
          <p14:tracePt t="126523" x="6527800" y="3016250"/>
          <p14:tracePt t="126539" x="6642100" y="3016250"/>
          <p14:tracePt t="126556" x="6724650" y="3016250"/>
          <p14:tracePt t="126572" x="6750050" y="3009900"/>
          <p14:tracePt t="126589" x="6781800" y="3009900"/>
          <p14:tracePt t="126606" x="6838950" y="3003550"/>
          <p14:tracePt t="126622" x="6858000" y="3003550"/>
          <p14:tracePt t="126639" x="6934200" y="2984500"/>
          <p14:tracePt t="126655" x="6953250" y="2978150"/>
          <p14:tracePt t="126672" x="6978650" y="2978150"/>
          <p14:tracePt t="126688" x="7016750" y="2965450"/>
          <p14:tracePt t="126705" x="7029450" y="2959100"/>
          <p14:tracePt t="126722" x="7054850" y="2952750"/>
          <p14:tracePt t="126740" x="7061200" y="2946400"/>
          <p14:tracePt t="126772" x="7067550" y="2940050"/>
          <p14:tracePt t="126805" x="7067550" y="2933700"/>
          <p14:tracePt t="126830" x="7073900" y="2927350"/>
          <p14:tracePt t="126901" x="7080250" y="2921000"/>
          <p14:tracePt t="126935" x="7086600" y="2914650"/>
          <p14:tracePt t="126977" x="7086600" y="2908300"/>
          <p14:tracePt t="127097" x="7080250" y="2908300"/>
          <p14:tracePt t="127117" x="7073900" y="2914650"/>
          <p14:tracePt t="127124" x="7061200" y="2914650"/>
          <p14:tracePt t="127140" x="7054850" y="2914650"/>
          <p14:tracePt t="127154" x="7042150" y="2914650"/>
          <p14:tracePt t="127170" x="6972300" y="2901950"/>
          <p14:tracePt t="127188" x="6851650" y="2895600"/>
          <p14:tracePt t="127203" x="6788150" y="2882900"/>
          <p14:tracePt t="127220" x="6654800" y="2870200"/>
          <p14:tracePt t="127237" x="6559550" y="2851150"/>
          <p14:tracePt t="127253" x="6521450" y="2844800"/>
          <p14:tracePt t="127270" x="6477000" y="2832100"/>
          <p14:tracePt t="127287" x="6464300" y="2825750"/>
          <p14:tracePt t="127320" x="6464300" y="2819400"/>
          <p14:tracePt t="127336" x="6502400" y="2813050"/>
          <p14:tracePt t="127353" x="6527800" y="2813050"/>
          <p14:tracePt t="127370" x="6623050" y="2794000"/>
          <p14:tracePt t="127386" x="6743700" y="2774950"/>
          <p14:tracePt t="127403" x="6807200" y="2755900"/>
          <p14:tracePt t="127420" x="6915150" y="2736850"/>
          <p14:tracePt t="127436" x="6965950" y="2736850"/>
          <p14:tracePt t="127453" x="7023100" y="2730500"/>
          <p14:tracePt t="127469" x="7054850" y="2730500"/>
          <p14:tracePt t="127486" x="7067550" y="2730500"/>
          <p14:tracePt t="127503" x="7080250" y="2730500"/>
          <p14:tracePt t="127826" x="7080250" y="2736850"/>
          <p14:tracePt t="127910" x="7080250" y="2743200"/>
          <p14:tracePt t="128169" x="7073900" y="2743200"/>
          <p14:tracePt t="128205" x="7067550" y="2736850"/>
          <p14:tracePt t="129036" x="7061200" y="2736850"/>
          <p14:tracePt t="129058" x="7016750" y="2730500"/>
          <p14:tracePt t="129071" x="6997700" y="2724150"/>
          <p14:tracePt t="129078" x="6985000" y="2724150"/>
          <p14:tracePt t="129093" x="6959600" y="2724150"/>
          <p14:tracePt t="129100" x="6940550" y="2724150"/>
          <p14:tracePt t="129114" x="6915150" y="2724150"/>
          <p14:tracePt t="129130" x="6877050" y="2724150"/>
          <p14:tracePt t="129147" x="6845300" y="2724150"/>
          <p14:tracePt t="129164" x="6788150" y="2717800"/>
          <p14:tracePt t="129180" x="6731000" y="2711450"/>
          <p14:tracePt t="129198" x="6654800" y="2711450"/>
          <p14:tracePt t="129213" x="6616700" y="2711450"/>
          <p14:tracePt t="129230" x="6572250" y="2717800"/>
          <p14:tracePt t="129247" x="6483350" y="2730500"/>
          <p14:tracePt t="129263" x="6400800" y="2736850"/>
          <p14:tracePt t="129280" x="6350000" y="2736850"/>
          <p14:tracePt t="129296" x="6248400" y="2736850"/>
          <p14:tracePt t="129313" x="6140450" y="2736850"/>
          <p14:tracePt t="129330" x="6089650" y="2736850"/>
          <p14:tracePt t="129346" x="5949950" y="2755900"/>
          <p14:tracePt t="129363" x="5816600" y="2774950"/>
          <p14:tracePt t="129380" x="5676900" y="2781300"/>
          <p14:tracePt t="129396" x="5581650" y="2794000"/>
          <p14:tracePt t="129413" x="5384800" y="2794000"/>
          <p14:tracePt t="129429" x="5156200" y="2806700"/>
          <p14:tracePt t="129446" x="5041900" y="2806700"/>
          <p14:tracePt t="129462" x="4838700" y="2800350"/>
          <p14:tracePt t="129479" x="4584700" y="2800350"/>
          <p14:tracePt t="129495" x="4483100" y="2800350"/>
          <p14:tracePt t="129513" x="4292600" y="2768600"/>
          <p14:tracePt t="129529" x="4121150" y="2749550"/>
          <p14:tracePt t="129546" x="4032250" y="2736850"/>
          <p14:tracePt t="129562" x="3905250" y="2736850"/>
          <p14:tracePt t="129578" x="3790950" y="2736850"/>
          <p14:tracePt t="129595" x="3752850" y="2736850"/>
          <p14:tracePt t="129612" x="3708400" y="2730500"/>
          <p14:tracePt t="129629" x="3689350" y="2724150"/>
          <p14:tracePt t="129646" x="3683000" y="2724150"/>
          <p14:tracePt t="129661" x="3683000" y="2730500"/>
          <p14:tracePt t="129678" x="3695700" y="2730500"/>
          <p14:tracePt t="129695" x="3714750" y="2730500"/>
          <p14:tracePt t="130310" x="3727450" y="2724150"/>
          <p14:tracePt t="130324" x="3740150" y="2711450"/>
          <p14:tracePt t="130331" x="3752850" y="2698750"/>
          <p14:tracePt t="130342" x="3765550" y="2679700"/>
          <p14:tracePt t="130360" x="3790950" y="2641600"/>
          <p14:tracePt t="130376" x="3816350" y="2622550"/>
          <p14:tracePt t="130392" x="3822700" y="2597150"/>
          <p14:tracePt t="130409" x="3841750" y="2552700"/>
          <p14:tracePt t="130426" x="3848100" y="2533650"/>
          <p14:tracePt t="130443" x="3854450" y="2489200"/>
          <p14:tracePt t="130459" x="3860800" y="2457450"/>
          <p14:tracePt t="130475" x="3860800" y="2406650"/>
          <p14:tracePt t="130493" x="3860800" y="2355850"/>
          <p14:tracePt t="130509" x="3860800" y="2324100"/>
          <p14:tracePt t="130525" x="3822700" y="2273300"/>
          <p14:tracePt t="130542" x="3765550" y="2216150"/>
          <p14:tracePt t="130559" x="3733800" y="2184400"/>
          <p14:tracePt t="130575" x="3644900" y="2108200"/>
          <p14:tracePt t="130592" x="3517900" y="2038350"/>
          <p14:tracePt t="130608" x="3448050" y="2012950"/>
          <p14:tracePt t="130625" x="3314700" y="1962150"/>
          <p14:tracePt t="130642" x="3143250" y="1924050"/>
          <p14:tracePt t="130658" x="3054350" y="1911350"/>
          <p14:tracePt t="130675" x="2876550" y="1911350"/>
          <p14:tracePt t="130691" x="2698750" y="1930400"/>
          <p14:tracePt t="130708" x="2597150" y="1936750"/>
          <p14:tracePt t="130725" x="2432050" y="2000250"/>
          <p14:tracePt t="130742" x="2381250" y="2019300"/>
          <p14:tracePt t="130758" x="2279650" y="2051050"/>
          <p14:tracePt t="130774" x="2254250" y="2076450"/>
          <p14:tracePt t="130791" x="2241550" y="2082800"/>
          <p14:tracePt t="130808" x="2222500" y="2114550"/>
          <p14:tracePt t="130824" x="2203450" y="2171700"/>
          <p14:tracePt t="130841" x="2190750" y="2216150"/>
          <p14:tracePt t="130858" x="2190750" y="2305050"/>
          <p14:tracePt t="130874" x="2190750" y="2457450"/>
          <p14:tracePt t="130891" x="2203450" y="2559050"/>
          <p14:tracePt t="130907" x="2266950" y="2806700"/>
          <p14:tracePt t="130923" x="2343150" y="3092450"/>
          <p14:tracePt t="130941" x="2413000" y="3346450"/>
          <p14:tracePt t="130957" x="2432050" y="3435350"/>
          <p14:tracePt t="130974" x="2438400" y="3606800"/>
          <p14:tracePt t="130990" x="2425700" y="3771900"/>
          <p14:tracePt t="131007" x="2406650" y="3854450"/>
          <p14:tracePt t="131024" x="2374900" y="3930650"/>
          <p14:tracePt t="131040" x="2222500" y="4152900"/>
          <p14:tracePt t="131057" x="2165350" y="4203700"/>
          <p14:tracePt t="131074" x="2038350" y="4279900"/>
          <p14:tracePt t="131090" x="1962150" y="4286250"/>
          <p14:tracePt t="131107" x="1816100" y="4305300"/>
          <p14:tracePt t="131124" x="1701800" y="4286250"/>
          <p14:tracePt t="131140" x="1657350" y="4267200"/>
          <p14:tracePt t="131156" x="1574800" y="4210050"/>
          <p14:tracePt t="131173" x="1504950" y="4127500"/>
          <p14:tracePt t="131190" x="1460500" y="4083050"/>
          <p14:tracePt t="131207" x="1384300" y="3968750"/>
          <p14:tracePt t="131223" x="1320800" y="3867150"/>
          <p14:tracePt t="131239" x="1301750" y="3810000"/>
          <p14:tracePt t="131257" x="1270000" y="3638550"/>
          <p14:tracePt t="131273" x="1276350" y="3397250"/>
          <p14:tracePt t="131289" x="1295400" y="3219450"/>
          <p14:tracePt t="131306" x="1416050" y="2736850"/>
          <p14:tracePt t="131323" x="1600200" y="2203450"/>
          <p14:tracePt t="131340" x="1670050" y="2019300"/>
          <p14:tracePt t="131356" x="1822450" y="1746250"/>
          <p14:tracePt t="131372" x="1885950" y="1651000"/>
          <p14:tracePt t="131390" x="2019300" y="1511300"/>
          <p14:tracePt t="131405" x="2063750" y="1492250"/>
          <p14:tracePt t="131422" x="2101850" y="1485900"/>
          <p14:tracePt t="131439" x="2171700" y="1466850"/>
          <p14:tracePt t="131455" x="2266950" y="1460500"/>
          <p14:tracePt t="131472" x="2330450" y="1460500"/>
          <p14:tracePt t="131489" x="2444750" y="1530350"/>
          <p14:tracePt t="131505" x="2571750" y="1625600"/>
          <p14:tracePt t="131523" x="2705100" y="1758950"/>
          <p14:tracePt t="131539" x="2755900" y="1828800"/>
          <p14:tracePt t="131555" x="2857500" y="2006600"/>
          <p14:tracePt t="131572" x="2895600" y="2209800"/>
          <p14:tracePt t="131588" x="2908300" y="2298700"/>
          <p14:tracePt t="131605" x="2908300" y="2387600"/>
          <p14:tracePt t="131622" x="2882900" y="2647950"/>
          <p14:tracePt t="131638" x="2857500" y="2724150"/>
          <p14:tracePt t="131656" x="2736850" y="2914650"/>
          <p14:tracePt t="131672" x="2590800" y="3092450"/>
          <p14:tracePt t="131688" x="2508250" y="3175000"/>
          <p14:tracePt t="131705" x="2343150" y="3321050"/>
          <p14:tracePt t="131722" x="2260600" y="3397250"/>
          <p14:tracePt t="131739" x="2120900" y="3505200"/>
          <p14:tracePt t="131754" x="1968500" y="3600450"/>
          <p14:tracePt t="131771" x="1924050" y="3625850"/>
          <p14:tracePt t="131788" x="1854200" y="3638550"/>
          <p14:tracePt t="131805" x="1816100" y="3638550"/>
          <p14:tracePt t="131821" x="1797050" y="3632200"/>
          <p14:tracePt t="131838" x="1752600" y="3587750"/>
          <p14:tracePt t="131854" x="1689100" y="3536950"/>
          <p14:tracePt t="131870" x="1663700" y="3492500"/>
          <p14:tracePt t="131888" x="1600200" y="3429000"/>
          <p14:tracePt t="131904" x="1549400" y="3346450"/>
          <p14:tracePt t="131921" x="1530350" y="3308350"/>
          <p14:tracePt t="131937" x="1504950" y="3187700"/>
          <p14:tracePt t="131954" x="1498600" y="3041650"/>
          <p14:tracePt t="131971" x="1530350" y="2863850"/>
          <p14:tracePt t="131987" x="1562100" y="2743200"/>
          <p14:tracePt t="132004" x="1606550" y="2641600"/>
          <p14:tracePt t="132021" x="1758950" y="2349500"/>
          <p14:tracePt t="132037" x="1822450" y="2266950"/>
          <p14:tracePt t="132053" x="1885950" y="2184400"/>
          <p14:tracePt t="132070" x="2006600" y="2063750"/>
          <p14:tracePt t="132087" x="2165350" y="1962150"/>
          <p14:tracePt t="132104" x="2247900" y="1917700"/>
          <p14:tracePt t="132120" x="2393950" y="1879600"/>
          <p14:tracePt t="132137" x="2546350" y="1873250"/>
          <p14:tracePt t="132154" x="2730500" y="1873250"/>
          <p14:tracePt t="132169" x="2819400" y="1905000"/>
          <p14:tracePt t="132186" x="2984500" y="1987550"/>
          <p14:tracePt t="132203" x="3149600" y="2133600"/>
          <p14:tracePt t="132220" x="3225800" y="2241550"/>
          <p14:tracePt t="132237" x="3289300" y="2336800"/>
          <p14:tracePt t="132253" x="3479800" y="2774950"/>
          <p14:tracePt t="132269" x="3505200" y="2921000"/>
          <p14:tracePt t="132286" x="3524250" y="3092450"/>
          <p14:tracePt t="132303" x="3524250" y="3422650"/>
          <p14:tracePt t="132320" x="3505200" y="3517900"/>
          <p14:tracePt t="132336" x="3422650" y="3676650"/>
          <p14:tracePt t="132352" x="3371850" y="3746500"/>
          <p14:tracePt t="132370" x="3263900" y="3841750"/>
          <p14:tracePt t="132386" x="3162300" y="3930650"/>
          <p14:tracePt t="132402" x="3130550" y="3956050"/>
          <p14:tracePt t="132420" x="3086100" y="3968750"/>
          <p14:tracePt t="132436" x="3067050" y="3968750"/>
          <p14:tracePt t="132452" x="3060700" y="3962400"/>
          <p14:tracePt t="132469" x="3060700" y="3956050"/>
          <p14:tracePt t="132485" x="3048000" y="3943350"/>
          <p14:tracePt t="132502" x="3035300" y="3937000"/>
          <p14:tracePt t="132519" x="2997200" y="3898900"/>
          <p14:tracePt t="132535" x="2990850" y="3898900"/>
          <p14:tracePt t="134213" x="2997200" y="3892550"/>
          <p14:tracePt t="134227" x="3028950" y="3873500"/>
          <p14:tracePt t="134234" x="3060700" y="3848100"/>
          <p14:tracePt t="134249" x="3105150" y="3822700"/>
          <p14:tracePt t="134262" x="3175000" y="3790950"/>
          <p14:tracePt t="134279" x="3314700" y="3733800"/>
          <p14:tracePt t="134296" x="3403600" y="3695700"/>
          <p14:tracePt t="134312" x="3625850" y="3613150"/>
          <p14:tracePt t="134329" x="3917950" y="3517900"/>
          <p14:tracePt t="134346" x="4311650" y="3397250"/>
          <p14:tracePt t="134362" x="4495800" y="3340100"/>
          <p14:tracePt t="134379" x="4895850" y="3263900"/>
          <p14:tracePt t="134396" x="5099050" y="3219450"/>
          <p14:tracePt t="134412" x="5461000" y="3175000"/>
          <p14:tracePt t="134429" x="5619750" y="3175000"/>
          <p14:tracePt t="134445" x="5892800" y="3130550"/>
          <p14:tracePt t="134462" x="6007100" y="3105150"/>
          <p14:tracePt t="134479" x="6108700" y="3098800"/>
          <p14:tracePt t="134495" x="6229350" y="3073400"/>
          <p14:tracePt t="134511" x="6457950" y="3048000"/>
          <p14:tracePt t="134529" x="6546850" y="3022600"/>
          <p14:tracePt t="134545" x="6680200" y="2997200"/>
          <p14:tracePt t="134561" x="6731000" y="2984500"/>
          <p14:tracePt t="134578" x="6838950" y="2959100"/>
          <p14:tracePt t="134595" x="6883400" y="2940050"/>
          <p14:tracePt t="134611" x="6946900" y="2927350"/>
          <p14:tracePt t="134628" x="7004050" y="2901950"/>
          <p14:tracePt t="134644" x="7023100" y="2895600"/>
          <p14:tracePt t="134661" x="7067550" y="2882900"/>
          <p14:tracePt t="134678" x="7112000" y="2870200"/>
          <p14:tracePt t="134694" x="7131050" y="2870200"/>
          <p14:tracePt t="134711" x="7181850" y="2857500"/>
          <p14:tracePt t="134727" x="7213600" y="2851150"/>
          <p14:tracePt t="134744" x="7232650" y="2844800"/>
          <p14:tracePt t="134760" x="7277100" y="2832100"/>
          <p14:tracePt t="134777" x="7308850" y="2825750"/>
          <p14:tracePt t="134794" x="7327900" y="2819400"/>
          <p14:tracePt t="134810" x="7372350" y="2813050"/>
          <p14:tracePt t="134827" x="7391400" y="2813050"/>
          <p14:tracePt t="134845" x="7461250" y="2800350"/>
          <p14:tracePt t="134860" x="7480300" y="2794000"/>
          <p14:tracePt t="134878" x="7505700" y="2794000"/>
          <p14:tracePt t="134894" x="7531100" y="2787650"/>
          <p14:tracePt t="134910" x="7550150" y="2781300"/>
          <p14:tracePt t="134927" x="7556500" y="2781300"/>
          <p14:tracePt t="134943" x="7569200" y="2774950"/>
          <p14:tracePt t="134960" x="7575550" y="2774950"/>
          <p14:tracePt t="134978" x="7581900" y="2774950"/>
          <p14:tracePt t="135041" x="7588250" y="2768600"/>
          <p14:tracePt t="135510" x="7581900" y="2768600"/>
          <p14:tracePt t="135517" x="7575550" y="2768600"/>
          <p14:tracePt t="135531" x="7575550" y="2774950"/>
          <p14:tracePt t="135541" x="7569200" y="2774950"/>
          <p14:tracePt t="135558" x="7562850" y="2774950"/>
          <p14:tracePt t="135575" x="7562850" y="2781300"/>
          <p14:tracePt t="135602" x="7556500" y="2781300"/>
          <p14:tracePt t="135651" x="7550150" y="2781300"/>
          <p14:tracePt t="135678" x="7543800" y="2787650"/>
          <p14:tracePt t="135685" x="7537450" y="2787650"/>
          <p14:tracePt t="135700" x="7531100" y="2787650"/>
          <p14:tracePt t="135721" x="7524750" y="2787650"/>
          <p14:tracePt t="135749" x="7518400" y="2787650"/>
          <p14:tracePt t="135755" x="7512050" y="2787650"/>
          <p14:tracePt t="135770" x="7499350" y="2787650"/>
          <p14:tracePt t="135777" x="7486650" y="2787650"/>
          <p14:tracePt t="135793" x="7467600" y="2787650"/>
          <p14:tracePt t="135807" x="7454900" y="2787650"/>
          <p14:tracePt t="135824" x="7404100" y="2787650"/>
          <p14:tracePt t="135840" x="7340600" y="2787650"/>
          <p14:tracePt t="135857" x="7302500" y="2787650"/>
          <p14:tracePt t="135874" x="7194550" y="2781300"/>
          <p14:tracePt t="135890" x="7073900" y="2755900"/>
          <p14:tracePt t="135907" x="7010400" y="2743200"/>
          <p14:tracePt t="135924" x="6864350" y="2717800"/>
          <p14:tracePt t="135939" x="6705600" y="2679700"/>
          <p14:tracePt t="135957" x="6604000" y="2654300"/>
          <p14:tracePt t="135973" x="6375400" y="2616200"/>
          <p14:tracePt t="135990" x="6235700" y="2603500"/>
          <p14:tracePt t="136007" x="5924550" y="2571750"/>
          <p14:tracePt t="136024" x="5651500" y="2559050"/>
          <p14:tracePt t="136040" x="5384800" y="2565400"/>
          <p14:tracePt t="136057" x="5130800" y="2571750"/>
          <p14:tracePt t="136073" x="5003800" y="2571750"/>
          <p14:tracePt t="136089" x="4889500" y="2584450"/>
          <p14:tracePt t="136107" x="4584700" y="2603500"/>
          <p14:tracePt t="136123" x="4495800" y="2603500"/>
          <p14:tracePt t="136139" x="4432300" y="2603500"/>
          <p14:tracePt t="136156" x="4311650" y="2622550"/>
          <p14:tracePt t="136172" x="4197350" y="2635250"/>
          <p14:tracePt t="136191" x="4102100" y="2641600"/>
          <p14:tracePt t="136206" x="4051300" y="2647950"/>
          <p14:tracePt t="136223" x="3981450" y="2660650"/>
          <p14:tracePt t="136241" x="3924300" y="2673350"/>
          <p14:tracePt t="136255" x="3892550" y="2673350"/>
          <p14:tracePt t="136272" x="3835400" y="2686050"/>
          <p14:tracePt t="136289" x="3778250" y="2692400"/>
          <p14:tracePt t="136305" x="3752850" y="2692400"/>
          <p14:tracePt t="136322" x="3708400" y="2711450"/>
          <p14:tracePt t="136339" x="3676650" y="2711450"/>
          <p14:tracePt t="136355" x="3663950" y="2711450"/>
          <p14:tracePt t="136372" x="3644900" y="2711450"/>
          <p14:tracePt t="136388" x="3638550" y="2711450"/>
          <p14:tracePt t="136422" x="3632200" y="2711450"/>
          <p14:tracePt t="136449" x="3632200" y="2705100"/>
          <p14:tracePt t="136562" x="3625850" y="2698750"/>
          <p14:tracePt t="136569" x="3619500" y="2698750"/>
          <p14:tracePt t="136583" x="3613150" y="2692400"/>
          <p14:tracePt t="136597" x="3606800" y="2686050"/>
          <p14:tracePt t="136611" x="3600450" y="2686050"/>
          <p14:tracePt t="136631" x="3594100" y="2679700"/>
          <p14:tracePt t="136641" x="3581400" y="2673350"/>
          <p14:tracePt t="136655" x="3562350" y="2660650"/>
          <p14:tracePt t="136671" x="3505200" y="2641600"/>
          <p14:tracePt t="136688" x="3473450" y="2616200"/>
          <p14:tracePt t="136704" x="3390900" y="2584450"/>
          <p14:tracePt t="136720" x="3346450" y="2552700"/>
          <p14:tracePt t="136738" x="3213100" y="2501900"/>
          <p14:tracePt t="136754" x="3181350" y="2489200"/>
          <p14:tracePt t="136770" x="3149600" y="2470150"/>
          <p14:tracePt t="136787" x="3111500" y="2451100"/>
          <p14:tracePt t="136804" x="3086100" y="2432050"/>
          <p14:tracePt t="136821" x="3067050" y="2425700"/>
          <p14:tracePt t="136836" x="3060700" y="2413000"/>
          <p14:tracePt t="136853" x="3048000" y="2400300"/>
          <p14:tracePt t="136870" x="3041650" y="2393950"/>
          <p14:tracePt t="136887" x="3035300" y="2387600"/>
          <p14:tracePt t="136903" x="3028950" y="2381250"/>
          <p14:tracePt t="136920" x="3022600" y="2362200"/>
          <p14:tracePt t="136936" x="3016250" y="2355850"/>
          <p14:tracePt t="136953" x="3003550" y="2343150"/>
          <p14:tracePt t="136970" x="2990850" y="2324100"/>
          <p14:tracePt t="136986" x="2984500" y="2317750"/>
          <p14:tracePt t="137003" x="2959100" y="2286000"/>
          <p14:tracePt t="137019" x="2933700" y="2247900"/>
          <p14:tracePt t="137036" x="2914650" y="2235200"/>
          <p14:tracePt t="137053" x="2876550" y="2209800"/>
          <p14:tracePt t="137069" x="2863850" y="2184400"/>
          <p14:tracePt t="137086" x="2851150" y="2178050"/>
          <p14:tracePt t="137103" x="2838450" y="2171700"/>
          <p14:tracePt t="137119" x="2838450" y="2165350"/>
          <p14:tracePt t="137193" x="2838450" y="2171700"/>
          <p14:tracePt t="137214" x="2844800" y="2171700"/>
          <p14:tracePt t="137221" x="2851150" y="2178050"/>
          <p14:tracePt t="137228" x="2857500" y="2184400"/>
          <p14:tracePt t="137242" x="2870200" y="2190750"/>
          <p14:tracePt t="137252" x="2882900" y="2203450"/>
          <p14:tracePt t="137268" x="2895600" y="2216150"/>
          <p14:tracePt t="137285" x="2940050" y="2254250"/>
          <p14:tracePt t="137302" x="2984500" y="2298700"/>
          <p14:tracePt t="137319" x="3022600" y="2336800"/>
          <p14:tracePt t="137335" x="3048000" y="2355850"/>
          <p14:tracePt t="137352" x="3060700" y="2368550"/>
          <p14:tracePt t="137369" x="3098800" y="2400300"/>
          <p14:tracePt t="137384" x="3111500" y="2406650"/>
          <p14:tracePt t="137402" x="3117850" y="2406650"/>
          <p14:tracePt t="137418" x="3124200" y="2413000"/>
          <p14:tracePt t="137452" x="3130550" y="2419350"/>
          <p14:tracePt t="137529" x="3130550" y="2425700"/>
          <p14:tracePt t="137578" x="3136900" y="2425700"/>
          <p14:tracePt t="137614" x="3136900" y="2432050"/>
          <p14:tracePt t="137620" x="3143250" y="2444750"/>
          <p14:tracePt t="137637" x="3149600" y="2444750"/>
          <p14:tracePt t="137651" x="3149600" y="2451100"/>
          <p14:tracePt t="137667" x="3155950" y="2457450"/>
          <p14:tracePt t="137684" x="3168650" y="2476500"/>
          <p14:tracePt t="137700" x="3175000" y="2482850"/>
          <p14:tracePt t="137717" x="3181350" y="2495550"/>
          <p14:tracePt t="137733" x="3194050" y="2501900"/>
          <p14:tracePt t="137750" x="3194050" y="2508250"/>
          <p14:tracePt t="137767" x="3194050" y="2514600"/>
          <p14:tracePt t="137784" x="3194050" y="2520950"/>
          <p14:tracePt t="137810" x="3187700" y="2520950"/>
          <p14:tracePt t="137824" x="3181350" y="2527300"/>
          <p14:tracePt t="137833" x="3168650" y="2527300"/>
          <p14:tracePt t="137850" x="3149600" y="2533650"/>
          <p14:tracePt t="137867" x="3098800" y="2546350"/>
          <p14:tracePt t="137883" x="3003550" y="2552700"/>
          <p14:tracePt t="137900" x="2952750" y="2565400"/>
          <p14:tracePt t="137916" x="2806700" y="2584450"/>
          <p14:tracePt t="137933" x="2654300" y="2590800"/>
          <p14:tracePt t="137950" x="2501900" y="2609850"/>
          <p14:tracePt t="137966" x="2425700" y="2609850"/>
          <p14:tracePt t="137983" x="2368550" y="2622550"/>
          <p14:tracePt t="138000" x="2209800" y="2628900"/>
          <p14:tracePt t="138016" x="2184400" y="2628900"/>
          <p14:tracePt t="138033" x="2146300" y="2628900"/>
          <p14:tracePt t="138049" x="2089150" y="2628900"/>
          <p14:tracePt t="138066" x="2038350" y="2628900"/>
          <p14:tracePt t="138083" x="1987550" y="2622550"/>
          <p14:tracePt t="138099" x="1974850" y="2616200"/>
          <p14:tracePt t="138116" x="1949450" y="2609850"/>
          <p14:tracePt t="138133" x="1936750" y="2603500"/>
          <p14:tracePt t="138695" x="1917700" y="2590800"/>
          <p14:tracePt t="138702" x="1885950" y="2565400"/>
          <p14:tracePt t="138713" x="1854200" y="2552700"/>
          <p14:tracePt t="138731" x="1809750" y="2514600"/>
          <p14:tracePt t="138747" x="1790700" y="2501900"/>
          <p14:tracePt t="138763" x="1771650" y="2489200"/>
          <p14:tracePt t="138781" x="1746250" y="2444750"/>
          <p14:tracePt t="138797" x="1720850" y="2419350"/>
          <p14:tracePt t="138814" x="1695450" y="2393950"/>
          <p14:tracePt t="138831" x="1695450" y="2387600"/>
          <p14:tracePt t="138846" x="1676400" y="2374900"/>
          <p14:tracePt t="138864" x="1670050" y="2374900"/>
          <p14:tracePt t="138880" x="1663700" y="2368550"/>
          <p14:tracePt t="138913" x="1657350" y="2368550"/>
          <p14:tracePt t="139031" x="1663700" y="2368550"/>
          <p14:tracePt t="139067" x="1670050" y="2368550"/>
          <p14:tracePt t="139116" x="1676400" y="2374900"/>
          <p14:tracePt t="139123" x="1676400" y="2381250"/>
          <p14:tracePt t="139137" x="1682750" y="2381250"/>
          <p14:tracePt t="139151" x="1689100" y="2381250"/>
          <p14:tracePt t="139165" x="1695450" y="2387600"/>
          <p14:tracePt t="139179" x="1708150" y="2400300"/>
          <p14:tracePt t="139196" x="1746250" y="2432050"/>
          <p14:tracePt t="139212" x="1765300" y="2444750"/>
          <p14:tracePt t="139229" x="1828800" y="2482850"/>
          <p14:tracePt t="139245" x="1905000" y="2527300"/>
          <p14:tracePt t="139263" x="1955800" y="2546350"/>
          <p14:tracePt t="139278" x="1974850" y="2559050"/>
          <p14:tracePt t="139295" x="2000250" y="2571750"/>
          <p14:tracePt t="139312" x="2012950" y="2584450"/>
          <p14:tracePt t="139329" x="2019300" y="2584450"/>
          <p14:tracePt t="139375" x="2019300" y="2590800"/>
          <p14:tracePt t="139403" x="2012950" y="2590800"/>
          <p14:tracePt t="139424" x="2000250" y="2590800"/>
          <p14:tracePt t="139445" x="1993900" y="2584450"/>
          <p14:tracePt t="139452" x="1987550" y="2584450"/>
          <p14:tracePt t="139466" x="1968500" y="2584450"/>
          <p14:tracePt t="139478" x="1955800" y="2578100"/>
          <p14:tracePt t="139495" x="1924050" y="2565400"/>
          <p14:tracePt t="139511" x="1898650" y="2559050"/>
          <p14:tracePt t="139528" x="1847850" y="2540000"/>
          <p14:tracePt t="139544" x="1816100" y="2520950"/>
          <p14:tracePt t="139561" x="1790700" y="2508250"/>
          <p14:tracePt t="139579" x="1765300" y="2495550"/>
          <p14:tracePt t="139594" x="1758950" y="2482850"/>
          <p14:tracePt t="139610" x="1752600" y="2482850"/>
          <p14:tracePt t="139712" x="1758950" y="2482850"/>
          <p14:tracePt t="139733" x="1765300" y="2482850"/>
          <p14:tracePt t="139747" x="1771650" y="2489200"/>
          <p14:tracePt t="139754" x="1790700" y="2489200"/>
          <p14:tracePt t="139768" x="1803400" y="2495550"/>
          <p14:tracePt t="139776" x="1835150" y="2495550"/>
          <p14:tracePt t="139793" x="1860550" y="2501900"/>
          <p14:tracePt t="139810" x="1911350" y="2520950"/>
          <p14:tracePt t="139826" x="1943100" y="2527300"/>
          <p14:tracePt t="139843" x="1955800" y="2533650"/>
          <p14:tracePt t="139860" x="1974850" y="2533650"/>
          <p14:tracePt t="139876" x="1981200" y="2540000"/>
          <p14:tracePt t="139922" x="1974850" y="2540000"/>
          <p14:tracePt t="139936" x="1962150" y="2540000"/>
          <p14:tracePt t="139945" x="1955800" y="2540000"/>
          <p14:tracePt t="139959" x="1949450" y="2533650"/>
          <p14:tracePt t="139976" x="1930400" y="2533650"/>
          <p14:tracePt t="139993" x="1860550" y="2514600"/>
          <p14:tracePt t="140009" x="1828800" y="2501900"/>
          <p14:tracePt t="140026" x="1797050" y="2495550"/>
          <p14:tracePt t="140042" x="1758950" y="2489200"/>
          <p14:tracePt t="140059" x="1739900" y="2482850"/>
          <p14:tracePt t="140076" x="1727200" y="2476500"/>
          <p14:tracePt t="140092" x="1720850" y="2476500"/>
          <p14:tracePt t="140153" x="1727200" y="2476500"/>
          <p14:tracePt t="140167" x="1733550" y="2476500"/>
          <p14:tracePt t="140174" x="1739900" y="2482850"/>
          <p14:tracePt t="140195" x="1752600" y="2489200"/>
          <p14:tracePt t="140216" x="1765300" y="2495550"/>
          <p14:tracePt t="140223" x="1790700" y="2501900"/>
          <p14:tracePt t="140238" x="1809750" y="2508250"/>
          <p14:tracePt t="140245" x="1847850" y="2520950"/>
          <p14:tracePt t="140261" x="1879600" y="2533650"/>
          <p14:tracePt t="140275" x="1930400" y="2546350"/>
          <p14:tracePt t="140291" x="1962150" y="2565400"/>
          <p14:tracePt t="140309" x="2178050" y="2635250"/>
          <p14:tracePt t="140325" x="2260600" y="2660650"/>
          <p14:tracePt t="140342" x="2419350" y="2711450"/>
          <p14:tracePt t="140358" x="2565400" y="2749550"/>
          <p14:tracePt t="140375" x="2628900" y="2762250"/>
          <p14:tracePt t="140392" x="2724150" y="2781300"/>
          <p14:tracePt t="140408" x="2794000" y="2781300"/>
          <p14:tracePt t="140424" x="2832100" y="2781300"/>
          <p14:tracePt t="140441" x="2895600" y="2774950"/>
          <p14:tracePt t="140457" x="2940050" y="2768600"/>
          <p14:tracePt t="140474" x="2984500" y="2749550"/>
          <p14:tracePt t="140491" x="3092450" y="2724150"/>
          <p14:tracePt t="140507" x="3238500" y="2686050"/>
          <p14:tracePt t="140525" x="3371850" y="2647950"/>
          <p14:tracePt t="140540" x="3473450" y="2628900"/>
          <p14:tracePt t="140557" x="3517900" y="2622550"/>
          <p14:tracePt t="140574" x="3587750" y="2597150"/>
          <p14:tracePt t="140591" x="3600450" y="2597150"/>
          <p14:tracePt t="140607" x="3606800" y="2597150"/>
          <p14:tracePt t="140624" x="3613150" y="2597150"/>
          <p14:tracePt t="140679" x="3606800" y="2597150"/>
          <p14:tracePt t="140685" x="3600450" y="2597150"/>
          <p14:tracePt t="140693" x="3581400" y="2584450"/>
          <p14:tracePt t="140710" x="3562350" y="2565400"/>
          <p14:tracePt t="140723" x="3479800" y="2482850"/>
          <p14:tracePt t="140740" x="3435350" y="2438400"/>
          <p14:tracePt t="141056" x="3505200" y="2451100"/>
          <p14:tracePt t="141069" x="3619500" y="2482850"/>
          <p14:tracePt t="141076" x="3740150" y="2514600"/>
          <p14:tracePt t="141088" x="3892550" y="2571750"/>
          <p14:tracePt t="141105" x="4311650" y="2698750"/>
          <p14:tracePt t="141122" x="4514850" y="2755900"/>
          <p14:tracePt t="141139" x="4984750" y="2901950"/>
          <p14:tracePt t="141155" x="5162550" y="2940050"/>
          <p14:tracePt t="141172" x="5314950" y="2971800"/>
          <p14:tracePt t="141189" x="5734050" y="3028950"/>
          <p14:tracePt t="141205" x="5886450" y="3028950"/>
          <p14:tracePt t="141222" x="6026150" y="3028950"/>
          <p14:tracePt t="141238" x="6254750" y="3009900"/>
          <p14:tracePt t="141255" x="6489700" y="2971800"/>
          <p14:tracePt t="141273" x="6654800" y="2933700"/>
          <p14:tracePt t="141287" x="6762750" y="2914650"/>
          <p14:tracePt t="141305" x="6807200" y="2895600"/>
          <p14:tracePt t="141322" x="6877050" y="2889250"/>
          <p14:tracePt t="141338" x="6896100" y="2882900"/>
          <p14:tracePt t="141355" x="6972300" y="2870200"/>
          <p14:tracePt t="141371" x="7054850" y="2857500"/>
          <p14:tracePt t="141388" x="7099300" y="2844800"/>
          <p14:tracePt t="141405" x="7194550" y="2838450"/>
          <p14:tracePt t="141421" x="7277100" y="2819400"/>
          <p14:tracePt t="141438" x="7359650" y="2806700"/>
          <p14:tracePt t="141455" x="7429500" y="2787650"/>
          <p14:tracePt t="141471" x="7454900" y="2781300"/>
          <p14:tracePt t="141488" x="7486650" y="2774950"/>
          <p14:tracePt t="141504" x="7569200" y="2755900"/>
          <p14:tracePt t="141521" x="7588250" y="2749550"/>
          <p14:tracePt t="141538" x="7600950" y="2743200"/>
          <p14:tracePt t="141554" x="7613650" y="2736850"/>
          <p14:tracePt t="141616" x="7607300" y="2736850"/>
          <p14:tracePt t="141630" x="7588250" y="2736850"/>
          <p14:tracePt t="141639" x="7556500" y="2736850"/>
          <p14:tracePt t="141654" x="7518400" y="2730500"/>
          <p14:tracePt t="141670" x="7378700" y="2724150"/>
          <p14:tracePt t="141688" x="7188200" y="2724150"/>
          <p14:tracePt t="141704" x="7099300" y="2724150"/>
          <p14:tracePt t="141721" x="6959600" y="2724150"/>
          <p14:tracePt t="141736" x="6915150" y="2724150"/>
          <p14:tracePt t="141753" x="6896100" y="2724150"/>
          <p14:tracePt t="141770" x="6877050" y="2724150"/>
          <p14:tracePt t="141787" x="6902450" y="2724150"/>
          <p14:tracePt t="141805" x="7067550" y="2724150"/>
          <p14:tracePt t="141820" x="7156450" y="2736850"/>
          <p14:tracePt t="141836" x="7258050" y="2743200"/>
          <p14:tracePt t="141853" x="7499350" y="2768600"/>
          <p14:tracePt t="141869" x="7715250" y="2774950"/>
          <p14:tracePt t="141886" x="7810500" y="2787650"/>
          <p14:tracePt t="141903" x="7899400" y="2787650"/>
          <p14:tracePt t="141919" x="7931150" y="2787650"/>
          <p14:tracePt t="141936" x="7937500" y="2787650"/>
          <p14:tracePt t="141969" x="7905750" y="2787650"/>
          <p14:tracePt t="141986" x="7867650" y="2794000"/>
          <p14:tracePt t="142003" x="7715250" y="2794000"/>
          <p14:tracePt t="142020" x="7473950" y="2794000"/>
          <p14:tracePt t="142035" x="7315200" y="2781300"/>
          <p14:tracePt t="142052" x="6985000" y="2787650"/>
          <p14:tracePt t="142069" x="6769100" y="2800350"/>
          <p14:tracePt t="142086" x="6680200" y="2800350"/>
          <p14:tracePt t="142102" x="6661150" y="2806700"/>
          <p14:tracePt t="142142" x="6673850" y="2800350"/>
          <p14:tracePt t="142152" x="6705600" y="2794000"/>
          <p14:tracePt t="142169" x="6743700" y="2794000"/>
          <p14:tracePt t="142185" x="6877050" y="2774950"/>
          <p14:tracePt t="142202" x="7016750" y="2755900"/>
          <p14:tracePt t="142205" x="7099300" y="2743200"/>
          <p14:tracePt t="142222" x="7162800" y="2736850"/>
          <p14:tracePt t="142235" x="7200900" y="2736850"/>
          <p14:tracePt t="142251" x="7232650" y="2736850"/>
          <p14:tracePt t="142268" x="7239000" y="2736850"/>
          <p14:tracePt t="142301" x="7232650" y="2730500"/>
          <p14:tracePt t="142318" x="7207250" y="2730500"/>
          <p14:tracePt t="142335" x="7181850" y="2730500"/>
          <p14:tracePt t="142352" x="7124700" y="2743200"/>
          <p14:tracePt t="142368" x="7048500" y="2755900"/>
          <p14:tracePt t="142384" x="7010400" y="2774950"/>
          <p14:tracePt t="142401" x="6972300" y="2781300"/>
          <p14:tracePt t="142418" x="6953250" y="2787650"/>
          <p14:tracePt t="142450" x="6985000" y="2794000"/>
          <p14:tracePt t="142468" x="7010400" y="2794000"/>
          <p14:tracePt t="142484" x="7137400" y="2813050"/>
          <p14:tracePt t="142500" x="7327900" y="2832100"/>
          <p14:tracePt t="142517" x="7429500" y="2844800"/>
          <p14:tracePt t="142535" x="7613650" y="2876550"/>
          <p14:tracePt t="142551" x="7708900" y="2889250"/>
          <p14:tracePt t="142567" x="7727950" y="2889250"/>
          <p14:tracePt t="142583" x="7740650" y="2889250"/>
          <p14:tracePt t="142600" x="7740650" y="2882900"/>
          <p14:tracePt t="142617" x="7727950" y="2882900"/>
          <p14:tracePt t="142634" x="7670800" y="2876550"/>
          <p14:tracePt t="142650" x="7550150" y="2870200"/>
          <p14:tracePt t="142667" x="7397750" y="2857500"/>
          <p14:tracePt t="142683" x="7308850" y="2857500"/>
          <p14:tracePt t="142700" x="7150100" y="2870200"/>
          <p14:tracePt t="142717" x="7061200" y="2870200"/>
          <p14:tracePt t="142733" x="7042150" y="2876550"/>
          <p14:tracePt t="142750" x="7029450" y="2876550"/>
          <p14:tracePt t="142783" x="7042150" y="2876550"/>
          <p14:tracePt t="142800" x="7099300" y="2870200"/>
          <p14:tracePt t="142816" x="7137400" y="2870200"/>
          <p14:tracePt t="142833" x="7245350" y="2863850"/>
          <p14:tracePt t="142850" x="7346950" y="2844800"/>
          <p14:tracePt t="142866" x="7391400" y="2838450"/>
          <p14:tracePt t="142883" x="7442200" y="2832100"/>
          <p14:tracePt t="142899" x="7448550" y="2825750"/>
          <p14:tracePt t="142916" x="7454900" y="2819400"/>
          <p14:tracePt t="142932" x="7454900" y="2813050"/>
          <p14:tracePt t="142949" x="7435850" y="2806700"/>
          <p14:tracePt t="142966" x="7410450" y="2806700"/>
          <p14:tracePt t="142983" x="7366000" y="2806700"/>
          <p14:tracePt t="142999" x="7308850" y="2806700"/>
          <p14:tracePt t="143016" x="7283450" y="2806700"/>
          <p14:tracePt t="143032" x="7251700" y="2813050"/>
          <p14:tracePt t="143048" x="7239000" y="2819400"/>
          <p14:tracePt t="143082" x="7251700" y="2825750"/>
          <p14:tracePt t="143098" x="7270750" y="2825750"/>
          <p14:tracePt t="143116" x="7353300" y="2844800"/>
          <p14:tracePt t="143132" x="7391400" y="2844800"/>
          <p14:tracePt t="143148" x="7429500" y="2844800"/>
          <p14:tracePt t="143165" x="7499350" y="2838450"/>
          <p14:tracePt t="143182" x="7524750" y="2838450"/>
          <p14:tracePt t="143198" x="7537450" y="2832100"/>
          <p14:tracePt t="143231" x="7531100" y="2832100"/>
          <p14:tracePt t="143248" x="7512050" y="2832100"/>
          <p14:tracePt t="143264" x="7454900" y="2813050"/>
          <p14:tracePt t="143281" x="7353300" y="2813050"/>
          <p14:tracePt t="143298" x="7258050" y="2813050"/>
          <p14:tracePt t="143314" x="7239000" y="2813050"/>
          <p14:tracePt t="143331" x="7207250" y="2813050"/>
          <p14:tracePt t="143348" x="7194550" y="2813050"/>
          <p14:tracePt t="143381" x="7200900" y="2813050"/>
          <p14:tracePt t="143398" x="7239000" y="2813050"/>
          <p14:tracePt t="143414" x="7321550" y="2825750"/>
          <p14:tracePt t="143431" x="7416800" y="2819400"/>
          <p14:tracePt t="143447" x="7454900" y="2819400"/>
          <p14:tracePt t="143464" x="7505700" y="2813050"/>
          <p14:tracePt t="143481" x="7524750" y="2813050"/>
          <p14:tracePt t="143497" x="7531100" y="2806700"/>
          <p14:tracePt t="143531" x="7499350" y="2800350"/>
          <p14:tracePt t="143547" x="7461250" y="2794000"/>
          <p14:tracePt t="143564" x="7340600" y="2787650"/>
          <p14:tracePt t="143580" x="7200900" y="2787650"/>
          <p14:tracePt t="143597" x="7048500" y="2787650"/>
          <p14:tracePt t="143614" x="6978650" y="2787650"/>
          <p14:tracePt t="143630" x="6959600" y="2787650"/>
          <p14:tracePt t="143646" x="6953250" y="2787650"/>
          <p14:tracePt t="143664" x="6965950" y="2787650"/>
          <p14:tracePt t="143680" x="6985000" y="2787650"/>
          <p14:tracePt t="143696" x="7023100" y="2787650"/>
          <p14:tracePt t="143713" x="7200900" y="2787650"/>
          <p14:tracePt t="143730" x="7283450" y="2787650"/>
          <p14:tracePt t="143733" x="7359650" y="2787650"/>
          <p14:tracePt t="143763" x="7499350" y="2787650"/>
          <p14:tracePt t="143779" x="7562850" y="2787650"/>
          <p14:tracePt t="143797" x="7575550" y="2787650"/>
          <p14:tracePt t="143829" x="7575550" y="2781300"/>
          <p14:tracePt t="143849" x="7569200" y="2781300"/>
          <p14:tracePt t="143888" x="7562850" y="2781300"/>
          <p14:tracePt t="143916" x="7556500" y="2781300"/>
          <p14:tracePt t="143937" x="7550150" y="2787650"/>
          <p14:tracePt t="144308" x="7550150" y="2781300"/>
          <p14:tracePt t="144336" x="7550150" y="2774950"/>
          <p14:tracePt t="144343" x="7537450" y="2768600"/>
          <p14:tracePt t="144358" x="7524750" y="2762250"/>
          <p14:tracePt t="144364" x="7512050" y="2755900"/>
          <p14:tracePt t="144380" x="7480300" y="2743200"/>
          <p14:tracePt t="144394" x="7423150" y="2717800"/>
          <p14:tracePt t="144411" x="7251700" y="2654300"/>
          <p14:tracePt t="144428" x="6965950" y="2565400"/>
          <p14:tracePt t="144444" x="6781800" y="2495550"/>
          <p14:tracePt t="144460" x="6311900" y="2349500"/>
          <p14:tracePt t="144477" x="5842000" y="2216150"/>
          <p14:tracePt t="144493" x="5638800" y="2165350"/>
          <p14:tracePt t="144511" x="5334000" y="2095500"/>
          <p14:tracePt t="144527" x="5124450" y="2044700"/>
          <p14:tracePt t="144543" x="5060950" y="2025650"/>
          <p14:tracePt t="144561" x="4959350" y="1993900"/>
          <p14:tracePt t="144577" x="4921250" y="1974850"/>
          <p14:tracePt t="144594" x="4895850" y="1968500"/>
          <p14:tracePt t="144610" x="4864100" y="1955800"/>
          <p14:tracePt t="144627" x="4832350" y="1924050"/>
          <p14:tracePt t="144643" x="4806950" y="1917700"/>
          <p14:tracePt t="144660" x="4775200" y="1892300"/>
          <p14:tracePt t="144676" x="4749800" y="1885950"/>
          <p14:tracePt t="144694" x="4616450" y="1828800"/>
          <p14:tracePt t="144710" x="4559300" y="1816100"/>
          <p14:tracePt t="144726" x="4483100" y="1803400"/>
          <p14:tracePt t="144743" x="4324350" y="1752600"/>
          <p14:tracePt t="144759" x="4140200" y="1714500"/>
          <p14:tracePt t="144776" x="4064000" y="1695450"/>
          <p14:tracePt t="144794" x="3917950" y="1663700"/>
          <p14:tracePt t="144809" x="3822700" y="1651000"/>
          <p14:tracePt t="144828" x="3790950" y="1638300"/>
          <p14:tracePt t="144842" x="3784600" y="1638300"/>
          <p14:tracePt t="144859" x="3778250" y="1638300"/>
          <p14:tracePt t="144904" x="3784600" y="1638300"/>
          <p14:tracePt t="144926" x="3790950" y="1638300"/>
          <p14:tracePt t="144939" x="3803650" y="1638300"/>
          <p14:tracePt t="144946" x="3835400" y="1644650"/>
          <p14:tracePt t="144962" x="3886200" y="1651000"/>
          <p14:tracePt t="144975" x="4095750" y="1701800"/>
          <p14:tracePt t="144992" x="4260850" y="1752600"/>
          <p14:tracePt t="145010" x="4851400" y="1892300"/>
          <p14:tracePt t="145025" x="5213350" y="2012950"/>
          <p14:tracePt t="145041" x="5994400" y="2266950"/>
          <p14:tracePt t="145058" x="6705600" y="2520950"/>
          <p14:tracePt t="145075" x="7023100" y="2641600"/>
          <p14:tracePt t="145092" x="7258050" y="2730500"/>
          <p14:tracePt t="145109" x="7689850" y="2901950"/>
          <p14:tracePt t="145125" x="7772400" y="2921000"/>
          <p14:tracePt t="145142" x="7880350" y="2933700"/>
          <p14:tracePt t="145158" x="7912100" y="2946400"/>
          <p14:tracePt t="145174" x="7918450" y="2946400"/>
          <p14:tracePt t="145208" x="7918450" y="2940050"/>
          <p14:tracePt t="145276" x="7912100" y="2940050"/>
          <p14:tracePt t="145296" x="7905750" y="2933700"/>
          <p14:tracePt t="145317" x="7905750" y="2927350"/>
          <p14:tracePt t="145326" x="7905750" y="2921000"/>
          <p14:tracePt t="145346" x="7899400" y="2921000"/>
          <p14:tracePt t="145367" x="7893050" y="2914650"/>
          <p14:tracePt t="145388" x="7886700" y="2908300"/>
          <p14:tracePt t="149031" x="7880350" y="2908300"/>
          <p14:tracePt t="149038" x="7874000" y="2908300"/>
          <p14:tracePt t="149073" x="7848600" y="2908300"/>
          <p14:tracePt t="149080" x="7842250" y="2908300"/>
          <p14:tracePt t="149096" x="7823200" y="2908300"/>
          <p14:tracePt t="149109" x="7810500" y="2914650"/>
          <p14:tracePt t="149123" x="7797800" y="2914650"/>
          <p14:tracePt t="149131" x="7778750" y="2914650"/>
          <p14:tracePt t="149145" x="7766050" y="2921000"/>
          <p14:tracePt t="149161" x="7753350" y="2921000"/>
          <p14:tracePt t="149179" x="7715250" y="2933700"/>
          <p14:tracePt t="149194" x="7702550" y="2933700"/>
          <p14:tracePt t="149211" x="7696200" y="2933700"/>
          <p14:tracePt t="149228" x="7677150" y="2933700"/>
          <p14:tracePt t="149244" x="7664450" y="2940050"/>
          <p14:tracePt t="149277" x="7645400" y="2940050"/>
          <p14:tracePt t="149294" x="7626350" y="2940050"/>
          <p14:tracePt t="149311" x="7588250" y="2946400"/>
          <p14:tracePt t="149328" x="7569200" y="2946400"/>
          <p14:tracePt t="149343" x="7486650" y="2959100"/>
          <p14:tracePt t="149361" x="7385050" y="2965450"/>
          <p14:tracePt t="149377" x="7315200" y="2978150"/>
          <p14:tracePt t="149393" x="7188200" y="2984500"/>
          <p14:tracePt t="149411" x="7061200" y="2984500"/>
          <p14:tracePt t="149427" x="6997700" y="2984500"/>
          <p14:tracePt t="149443" x="6927850" y="2984500"/>
          <p14:tracePt t="149460" x="6775450" y="2984500"/>
          <p14:tracePt t="149476" x="6724650" y="2984500"/>
          <p14:tracePt t="149495" x="6654800" y="2984500"/>
          <p14:tracePt t="149510" x="6635750" y="2984500"/>
          <p14:tracePt t="149527" x="6591300" y="2978150"/>
          <p14:tracePt t="149544" x="6565900" y="2978150"/>
          <p14:tracePt t="149576" x="6546850" y="2978150"/>
          <p14:tracePt t="149593" x="6534150" y="2978150"/>
          <p14:tracePt t="149610" x="6527800" y="2978150"/>
          <p14:tracePt t="149627" x="6521450" y="2978150"/>
          <p14:tracePt t="149643" x="6515100" y="2978150"/>
          <p14:tracePt t="149659" x="6508750" y="2978150"/>
          <p14:tracePt t="149676" x="6502400" y="2978150"/>
          <p14:tracePt t="153664" x="6470650" y="2965450"/>
          <p14:tracePt t="153679" x="6426200" y="2940050"/>
          <p14:tracePt t="153685" x="6381750" y="2921000"/>
          <p14:tracePt t="153699" x="6337300" y="2908300"/>
          <p14:tracePt t="153712" x="6292850" y="2889250"/>
          <p14:tracePt t="153729" x="6197600" y="2851150"/>
          <p14:tracePt t="153745" x="6127750" y="2844800"/>
          <p14:tracePt t="153762" x="6000750" y="2813050"/>
          <p14:tracePt t="153778" x="5892800" y="2813050"/>
          <p14:tracePt t="153795" x="5854700" y="2813050"/>
          <p14:tracePt t="153812" x="5784850" y="2813050"/>
          <p14:tracePt t="153828" x="5727700" y="2825750"/>
          <p14:tracePt t="153845" x="5689600" y="2825750"/>
          <p14:tracePt t="153862" x="5626100" y="2825750"/>
          <p14:tracePt t="153878" x="5543550" y="2825750"/>
          <p14:tracePt t="153895" x="5473700" y="2819400"/>
          <p14:tracePt t="153911" x="5448300" y="2813050"/>
          <p14:tracePt t="153928" x="5397500" y="2806700"/>
          <p14:tracePt t="153945" x="5372100" y="2800350"/>
          <p14:tracePt t="153961" x="5359400" y="2800350"/>
          <p14:tracePt t="153978" x="5353050" y="2794000"/>
          <p14:tracePt t="153994" x="5346700" y="2794000"/>
          <p14:tracePt t="154218" x="5397500" y="2781300"/>
          <p14:tracePt t="154224" x="5499100" y="2762250"/>
          <p14:tracePt t="154239" x="5619750" y="2736850"/>
          <p14:tracePt t="154247" x="5734050" y="2730500"/>
          <p14:tracePt t="154263" x="5848350" y="2717800"/>
          <p14:tracePt t="154277" x="6076950" y="2686050"/>
          <p14:tracePt t="154293" x="6165850" y="2686050"/>
          <p14:tracePt t="154310" x="6292850" y="2679700"/>
          <p14:tracePt t="154326" x="6324600" y="2667000"/>
          <p14:tracePt t="154344" x="6369050" y="2667000"/>
          <p14:tracePt t="154359" x="6375400" y="2667000"/>
          <p14:tracePt t="154400" x="6362700" y="2667000"/>
          <p14:tracePt t="154409" x="6350000" y="2673350"/>
          <p14:tracePt t="154426" x="6324600" y="2686050"/>
          <p14:tracePt t="154443" x="6216650" y="2698750"/>
          <p14:tracePt t="154459" x="6026150" y="2717800"/>
          <p14:tracePt t="154477" x="5816600" y="2743200"/>
          <p14:tracePt t="154492" x="5702300" y="2762250"/>
          <p14:tracePt t="154509" x="5486400" y="2781300"/>
          <p14:tracePt t="154526" x="5334000" y="2794000"/>
          <p14:tracePt t="154542" x="5283200" y="2794000"/>
          <p14:tracePt t="154559" x="5238750" y="2794000"/>
          <p14:tracePt t="154576" x="5219700" y="2794000"/>
          <p14:tracePt t="154592" x="5213350" y="2794000"/>
          <p14:tracePt t="154639" x="5226050" y="2794000"/>
          <p14:tracePt t="154645" x="5232400" y="2794000"/>
          <p14:tracePt t="154662" x="5251450" y="2794000"/>
          <p14:tracePt t="154675" x="5276850" y="2787650"/>
          <p14:tracePt t="154692" x="5397500" y="2787650"/>
          <p14:tracePt t="154709" x="5613400" y="2774950"/>
          <p14:tracePt t="154725" x="5740400" y="2774950"/>
          <p14:tracePt t="154741" x="6032500" y="2774950"/>
          <p14:tracePt t="154758" x="6311900" y="2762250"/>
          <p14:tracePt t="154775" x="6413500" y="2743200"/>
          <p14:tracePt t="154793" x="6572250" y="2711450"/>
          <p14:tracePt t="154808" x="6616700" y="2698750"/>
          <p14:tracePt t="154825" x="6623050" y="2698750"/>
          <p14:tracePt t="154842" x="6629400" y="2698750"/>
          <p14:tracePt t="154891" x="6623050" y="2698750"/>
          <p14:tracePt t="154897" x="6616700" y="2698750"/>
          <p14:tracePt t="154907" x="6604000" y="2698750"/>
          <p14:tracePt t="154924" x="6584950" y="2698750"/>
          <p14:tracePt t="154941" x="6508750" y="2698750"/>
          <p14:tracePt t="154958" x="6445250" y="2705100"/>
          <p14:tracePt t="154975" x="6146800" y="2743200"/>
          <p14:tracePt t="154991" x="6032500" y="2762250"/>
          <p14:tracePt t="155007" x="5937250" y="2787650"/>
          <p14:tracePt t="155024" x="5784850" y="2806700"/>
          <p14:tracePt t="155041" x="5689600" y="2832100"/>
          <p14:tracePt t="155057" x="5670550" y="2838450"/>
          <p14:tracePt t="155074" x="5645150" y="2844800"/>
          <p14:tracePt t="155090" x="5638800" y="2844800"/>
          <p14:tracePt t="155128" x="5638800" y="2851150"/>
          <p14:tracePt t="155150" x="5645150" y="2851150"/>
          <p14:tracePt t="155158" x="5657850" y="2851150"/>
          <p14:tracePt t="155170" x="5670550" y="2851150"/>
          <p14:tracePt t="155177" x="5708650" y="2851150"/>
          <p14:tracePt t="155190" x="5746750" y="2857500"/>
          <p14:tracePt t="155207" x="5899150" y="2857500"/>
          <p14:tracePt t="155223" x="6000750" y="2857500"/>
          <p14:tracePt t="155240" x="6115050" y="2870200"/>
          <p14:tracePt t="155257" x="6445250" y="2857500"/>
          <p14:tracePt t="155273" x="6515100" y="2844800"/>
          <p14:tracePt t="155290" x="6565900" y="2844800"/>
          <p14:tracePt t="155306" x="6591300" y="2838450"/>
          <p14:tracePt t="155323" x="6604000" y="2838450"/>
          <p14:tracePt t="155356" x="6604000" y="2832100"/>
          <p14:tracePt t="155373" x="6597650" y="2825750"/>
          <p14:tracePt t="155389" x="6578600" y="2825750"/>
          <p14:tracePt t="155406" x="6553200" y="2819400"/>
          <p14:tracePt t="155423" x="6470650" y="2800350"/>
          <p14:tracePt t="155439" x="6330950" y="2787650"/>
          <p14:tracePt t="155456" x="6242050" y="2787650"/>
          <p14:tracePt t="155473" x="6070600" y="2781300"/>
          <p14:tracePt t="155489" x="5930900" y="2768600"/>
          <p14:tracePt t="155506" x="5880100" y="2762250"/>
          <p14:tracePt t="155523" x="5810250" y="2762250"/>
          <p14:tracePt t="155539" x="5772150" y="2762250"/>
          <p14:tracePt t="155556" x="5759450" y="2762250"/>
          <p14:tracePt t="155571" x="5753100" y="2755900"/>
          <p14:tracePt t="155668" x="5753100" y="2749550"/>
          <p14:tracePt t="155718" x="5765800" y="2749550"/>
          <p14:tracePt t="155732" x="5778500" y="2743200"/>
          <p14:tracePt t="155741" x="5784850" y="2743200"/>
          <p14:tracePt t="155755" x="5797550" y="2743200"/>
          <p14:tracePt t="155771" x="5880100" y="2736850"/>
          <p14:tracePt t="155789" x="6038850" y="2717800"/>
          <p14:tracePt t="155806" x="6127750" y="2698750"/>
          <p14:tracePt t="155821" x="6330950" y="2679700"/>
          <p14:tracePt t="155838" x="6508750" y="2667000"/>
          <p14:tracePt t="155854" x="6578600" y="2660650"/>
          <p14:tracePt t="155872" x="6648450" y="2654300"/>
          <p14:tracePt t="155887" x="6680200" y="2654300"/>
          <p14:tracePt t="155904" x="6686550" y="2654300"/>
          <p14:tracePt t="155921" x="6692900" y="2654300"/>
          <p14:tracePt t="155937" x="6699250" y="2654300"/>
          <p14:tracePt t="155998" x="6692900" y="2654300"/>
          <p14:tracePt t="156026" x="6686550" y="2654300"/>
          <p14:tracePt t="156236" x="6680200" y="2660650"/>
          <p14:tracePt t="156251" x="6680200" y="2667000"/>
          <p14:tracePt t="156257" x="6680200" y="2673350"/>
          <p14:tracePt t="156273" x="6680200" y="2679700"/>
          <p14:tracePt t="156286" x="6673850" y="2686050"/>
          <p14:tracePt t="156303" x="6661150" y="2698750"/>
          <p14:tracePt t="156321" x="6623050" y="2736850"/>
          <p14:tracePt t="156337" x="6591300" y="2749550"/>
          <p14:tracePt t="156352" x="6502400" y="2806700"/>
          <p14:tracePt t="156370" x="6457950" y="2832100"/>
          <p14:tracePt t="156386" x="6375400" y="2863850"/>
          <p14:tracePt t="156402" x="6324600" y="2889250"/>
          <p14:tracePt t="156419" x="6286500" y="2908300"/>
          <p14:tracePt t="156436" x="6280150" y="2914650"/>
          <p14:tracePt t="156440" x="6273800" y="2914650"/>
          <p14:tracePt t="156453" x="6273800" y="2921000"/>
          <p14:tracePt t="156510" x="6280150" y="2921000"/>
          <p14:tracePt t="156524" x="6292850" y="2921000"/>
          <p14:tracePt t="156538" x="6311900" y="2921000"/>
          <p14:tracePt t="156545" x="6330950" y="2921000"/>
          <p14:tracePt t="156559" x="6369050" y="2921000"/>
          <p14:tracePt t="156573" x="6432550" y="2921000"/>
          <p14:tracePt t="156585" x="6515100" y="2914650"/>
          <p14:tracePt t="156602" x="6604000" y="2914650"/>
          <p14:tracePt t="156619" x="6680200" y="2914650"/>
          <p14:tracePt t="156635" x="6845300" y="2895600"/>
          <p14:tracePt t="156652" x="6908800" y="2889250"/>
          <p14:tracePt t="156669" x="6953250" y="2889250"/>
          <p14:tracePt t="156685" x="7010400" y="2876550"/>
          <p14:tracePt t="156701" x="7023100" y="2876550"/>
          <p14:tracePt t="156718" x="7035800" y="2870200"/>
          <p14:tracePt t="156752" x="7048500" y="2870200"/>
          <p14:tracePt t="156797" x="7054850" y="2870200"/>
          <p14:tracePt t="156832" x="7061200" y="2870200"/>
          <p14:tracePt t="156867" x="7067550" y="2870200"/>
          <p14:tracePt t="156881" x="7073900" y="2863850"/>
          <p14:tracePt t="156889" x="7080250" y="2863850"/>
          <p14:tracePt t="156904" x="7092950" y="2863850"/>
          <p14:tracePt t="156918" x="7105650" y="2857500"/>
          <p14:tracePt t="156934" x="7143750" y="2851150"/>
          <p14:tracePt t="156951" x="7175500" y="2844800"/>
          <p14:tracePt t="156954" x="7207250" y="2832100"/>
          <p14:tracePt t="156968" x="7245350" y="2825750"/>
          <p14:tracePt t="156984" x="7315200" y="2813050"/>
          <p14:tracePt t="157001" x="7372350" y="2794000"/>
          <p14:tracePt t="157017" x="7397750" y="2794000"/>
          <p14:tracePt t="157034" x="7454900" y="2781300"/>
          <p14:tracePt t="157050" x="7512050" y="2768600"/>
          <p14:tracePt t="157067" x="7543800" y="2762250"/>
          <p14:tracePt t="157085" x="7600950" y="2736850"/>
          <p14:tracePt t="157100" x="7639050" y="2730500"/>
          <p14:tracePt t="157117" x="7658100" y="2724150"/>
          <p14:tracePt t="157134" x="7677150" y="2717800"/>
          <p14:tracePt t="157150" x="7683500" y="2717800"/>
          <p14:tracePt t="157260" x="7689850" y="2717800"/>
          <p14:tracePt t="157491" x="7683500" y="2717800"/>
          <p14:tracePt t="157497" x="7683500" y="2711450"/>
          <p14:tracePt t="157512" x="7670800" y="2711450"/>
          <p14:tracePt t="157519" x="7658100" y="2711450"/>
          <p14:tracePt t="157535" x="7645400" y="2705100"/>
          <p14:tracePt t="157548" x="7613650" y="2698750"/>
          <p14:tracePt t="157565" x="7518400" y="2673350"/>
          <p14:tracePt t="157582" x="7334250" y="2628900"/>
          <p14:tracePt t="157598" x="7232650" y="2609850"/>
          <p14:tracePt t="157615" x="6978650" y="2559050"/>
          <p14:tracePt t="157632" x="6661150" y="2508250"/>
          <p14:tracePt t="157648" x="6502400" y="2495550"/>
          <p14:tracePt t="157665" x="6235700" y="2489200"/>
          <p14:tracePt t="157681" x="5981700" y="2489200"/>
          <p14:tracePt t="157698" x="5854700" y="2489200"/>
          <p14:tracePt t="157715" x="5651500" y="2489200"/>
          <p14:tracePt t="157731" x="5511800" y="2501900"/>
          <p14:tracePt t="157748" x="5461000" y="2501900"/>
          <p14:tracePt t="157765" x="5378450" y="2501900"/>
          <p14:tracePt t="157781" x="5334000" y="2501900"/>
          <p14:tracePt t="157798" x="5321300" y="2501900"/>
          <p14:tracePt t="157814" x="5308600" y="2508250"/>
          <p14:tracePt t="157849" x="5308600" y="2514600"/>
          <p14:tracePt t="157905" x="5314950" y="2514600"/>
          <p14:tracePt t="157911" x="5327650" y="2514600"/>
          <p14:tracePt t="157918" x="5359400" y="2514600"/>
          <p14:tracePt t="157934" x="5397500" y="2514600"/>
          <p14:tracePt t="157947" x="5461000" y="2520950"/>
          <p14:tracePt t="157964" x="5664200" y="2533650"/>
          <p14:tracePt t="157981" x="5822950" y="2546350"/>
          <p14:tracePt t="157984" x="6013450" y="2559050"/>
          <p14:tracePt t="157997" x="6197600" y="2571750"/>
          <p14:tracePt t="158014" x="6584950" y="2609850"/>
          <p14:tracePt t="158031" x="6896100" y="2641600"/>
          <p14:tracePt t="158046" x="7010400" y="2654300"/>
          <p14:tracePt t="158063" x="7169150" y="2679700"/>
          <p14:tracePt t="158080" x="7251700" y="2698750"/>
          <p14:tracePt t="158097" x="7264400" y="2705100"/>
          <p14:tracePt t="158113" x="7277100" y="2705100"/>
          <p14:tracePt t="158130" x="7283450" y="2705100"/>
          <p14:tracePt t="158146" x="7277100" y="2711450"/>
          <p14:tracePt t="158166" x="7264400" y="2711450"/>
          <p14:tracePt t="158180" x="7251700" y="2711450"/>
          <p14:tracePt t="158196" x="7175500" y="2711450"/>
          <p14:tracePt t="158213" x="7010400" y="2711450"/>
          <p14:tracePt t="158230" x="6896100" y="2711450"/>
          <p14:tracePt t="158246" x="6578600" y="2698750"/>
          <p14:tracePt t="158263" x="6286500" y="2686050"/>
          <p14:tracePt t="158279" x="6159500" y="2692400"/>
          <p14:tracePt t="158296" x="5981700" y="2692400"/>
          <p14:tracePt t="158312" x="5905500" y="2698750"/>
          <p14:tracePt t="158329" x="5892800" y="2698750"/>
          <p14:tracePt t="158346" x="5880100" y="2705100"/>
          <p14:tracePt t="158379" x="5886450" y="2705100"/>
          <p14:tracePt t="158396" x="5905500" y="2705100"/>
          <p14:tracePt t="158412" x="5994400" y="2711450"/>
          <p14:tracePt t="158430" x="6223000" y="2743200"/>
          <p14:tracePt t="158445" x="6388100" y="2762250"/>
          <p14:tracePt t="158462" x="6610350" y="2806700"/>
          <p14:tracePt t="158480" x="7213600" y="2921000"/>
          <p14:tracePt t="158495" x="7537450" y="2965450"/>
          <p14:tracePt t="158512" x="7816850" y="3016250"/>
          <p14:tracePt t="158529" x="8083550" y="3060700"/>
          <p14:tracePt t="158545" x="8134350" y="3067050"/>
          <p14:tracePt t="158562" x="8153400" y="3079750"/>
          <p14:tracePt t="158578" x="8159750" y="3079750"/>
          <p14:tracePt t="158598" x="8153400" y="3073400"/>
          <p14:tracePt t="158614" x="8108950" y="3067050"/>
          <p14:tracePt t="158628" x="8032750" y="3035300"/>
          <p14:tracePt t="158644" x="7785100" y="2990850"/>
          <p14:tracePt t="158662" x="7397750" y="2940050"/>
          <p14:tracePt t="158678" x="6959600" y="2895600"/>
          <p14:tracePt t="158694" x="6819900" y="2889250"/>
          <p14:tracePt t="158711" x="6565900" y="2876550"/>
          <p14:tracePt t="158728" x="6350000" y="2863850"/>
          <p14:tracePt t="158745" x="6184900" y="2870200"/>
          <p14:tracePt t="158761" x="6070600" y="2876550"/>
          <p14:tracePt t="158777" x="6026150" y="2889250"/>
          <p14:tracePt t="158795" x="5937250" y="2895600"/>
          <p14:tracePt t="158812" x="5886450" y="2901950"/>
          <p14:tracePt t="158828" x="5861050" y="2901950"/>
          <p14:tracePt t="158844" x="5835650" y="2901950"/>
          <p14:tracePt t="159241" x="5772150" y="2901950"/>
          <p14:tracePt t="159255" x="5670550" y="2895600"/>
          <p14:tracePt t="159262" x="5556250" y="2882900"/>
          <p14:tracePt t="159279" x="5429250" y="2882900"/>
          <p14:tracePt t="159292" x="5238750" y="2870200"/>
          <p14:tracePt t="159309" x="5162550" y="2870200"/>
          <p14:tracePt t="159326" x="5029200" y="2870200"/>
          <p14:tracePt t="159343" x="5003800" y="2876550"/>
          <p14:tracePt t="159360" x="4946650" y="2876550"/>
          <p14:tracePt t="159375" x="4940300" y="2876550"/>
          <p14:tracePt t="159494" x="4946650" y="2876550"/>
          <p14:tracePt t="159500" x="4953000" y="2876550"/>
          <p14:tracePt t="159515" x="4959350" y="2876550"/>
          <p14:tracePt t="159525" x="4972050" y="2882900"/>
          <p14:tracePt t="159543" x="5016500" y="2889250"/>
          <p14:tracePt t="159558" x="5067300" y="2901950"/>
          <p14:tracePt t="159575" x="5187950" y="2921000"/>
          <p14:tracePt t="159592" x="5359400" y="2952750"/>
          <p14:tracePt t="159608" x="5448300" y="2959100"/>
          <p14:tracePt t="159625" x="5549900" y="2959100"/>
          <p14:tracePt t="159641" x="5753100" y="2959100"/>
          <p14:tracePt t="159658" x="5905500" y="2940050"/>
          <p14:tracePt t="159676" x="6026150" y="2908300"/>
          <p14:tracePt t="159691" x="6057900" y="2901950"/>
          <p14:tracePt t="159708" x="6083300" y="2895600"/>
          <p14:tracePt t="159753" x="6076950" y="2895600"/>
          <p14:tracePt t="159767" x="6064250" y="2889250"/>
          <p14:tracePt t="159776" x="6045200" y="2882900"/>
          <p14:tracePt t="159792" x="6007100" y="2876550"/>
          <p14:tracePt t="159808" x="5886450" y="2851150"/>
          <p14:tracePt t="159824" x="5715000" y="2825750"/>
          <p14:tracePt t="159840" x="5600700" y="2819400"/>
          <p14:tracePt t="159858" x="5397500" y="2794000"/>
          <p14:tracePt t="159874" x="5232400" y="2787650"/>
          <p14:tracePt t="159891" x="5156200" y="2774950"/>
          <p14:tracePt t="159907" x="5060950" y="2762250"/>
          <p14:tracePt t="159924" x="4997450" y="2749550"/>
          <p14:tracePt t="159940" x="4991100" y="2749550"/>
          <p14:tracePt t="159957" x="4978400" y="2743200"/>
          <p14:tracePt t="160033" x="4984750" y="2743200"/>
          <p14:tracePt t="160047" x="4991100" y="2743200"/>
          <p14:tracePt t="160054" x="4997450" y="2743200"/>
          <p14:tracePt t="160061" x="5003800" y="2743200"/>
          <p14:tracePt t="160076" x="5010150" y="2743200"/>
          <p14:tracePt t="160090" x="5035550" y="2743200"/>
          <p14:tracePt t="160106" x="5092700" y="2743200"/>
          <p14:tracePt t="160124" x="5143500" y="2743200"/>
          <p14:tracePt t="160139" x="5295900" y="2743200"/>
          <p14:tracePt t="160156" x="5397500" y="2755900"/>
          <p14:tracePt t="160173" x="5626100" y="2774950"/>
          <p14:tracePt t="160189" x="5740400" y="2787650"/>
          <p14:tracePt t="160206" x="5822950" y="2806700"/>
          <p14:tracePt t="160223" x="5899150" y="2813050"/>
          <p14:tracePt t="160239" x="5981700" y="2825750"/>
          <p14:tracePt t="160256" x="5994400" y="2832100"/>
          <p14:tracePt t="160273" x="6007100" y="2832100"/>
          <p14:tracePt t="160327" x="5988050" y="2832100"/>
          <p14:tracePt t="160335" x="5956300" y="2832100"/>
          <p14:tracePt t="160348" x="5899150" y="2813050"/>
          <p14:tracePt t="160363" x="5822950" y="2813050"/>
          <p14:tracePt t="160371" x="5721350" y="2794000"/>
          <p14:tracePt t="160389" x="5581650" y="2781300"/>
          <p14:tracePt t="160405" x="5302250" y="2762250"/>
          <p14:tracePt t="160422" x="5073650" y="2762250"/>
          <p14:tracePt t="160439" x="4908550" y="2749550"/>
          <p14:tracePt t="160455" x="4813300" y="2743200"/>
          <p14:tracePt t="160472" x="4787900" y="2743200"/>
          <p14:tracePt t="160489" x="4775200" y="2743200"/>
          <p14:tracePt t="160505" x="4768850" y="2743200"/>
          <p14:tracePt t="160545" x="4775200" y="2743200"/>
          <p14:tracePt t="160554" x="4787900" y="2736850"/>
          <p14:tracePt t="160571" x="4800600" y="2736850"/>
          <p14:tracePt t="160588" x="4902200" y="2736850"/>
          <p14:tracePt t="160605" x="4965700" y="2749550"/>
          <p14:tracePt t="160622" x="5067300" y="2749550"/>
          <p14:tracePt t="160638" x="5365750" y="2755900"/>
          <p14:tracePt t="160654" x="5518150" y="2755900"/>
          <p14:tracePt t="160672" x="5772150" y="2768600"/>
          <p14:tracePt t="160688" x="5861050" y="2762250"/>
          <p14:tracePt t="160704" x="5924550" y="2762250"/>
          <p14:tracePt t="160721" x="5975350" y="2755900"/>
          <p14:tracePt t="160738" x="5988050" y="2755900"/>
          <p14:tracePt t="160755" x="5994400" y="2755900"/>
          <p14:tracePt t="160811" x="5994400" y="2749550"/>
          <p14:tracePt t="160852" x="5988050" y="2749550"/>
          <p14:tracePt t="161208" x="5918200" y="2705100"/>
          <p14:tracePt t="161214" x="5810250" y="2654300"/>
          <p14:tracePt t="161229" x="5695950" y="2609850"/>
          <p14:tracePt t="161239" x="5588000" y="2559050"/>
          <p14:tracePt t="161252" x="5492750" y="2527300"/>
          <p14:tracePt t="161268" x="5403850" y="2482850"/>
          <p14:tracePt t="161286" x="5137150" y="2393950"/>
          <p14:tracePt t="161302" x="5086350" y="2381250"/>
          <p14:tracePt t="161319" x="5003800" y="2368550"/>
          <p14:tracePt t="161336" x="4953000" y="2368550"/>
          <p14:tracePt t="161352" x="4946650" y="2368550"/>
          <p14:tracePt t="161369" x="4940300" y="2368550"/>
          <p14:tracePt t="161385" x="4940300" y="2374900"/>
          <p14:tracePt t="161432" x="4940300" y="2381250"/>
          <p14:tracePt t="161439" x="4953000" y="2393950"/>
          <p14:tracePt t="161452" x="4978400" y="2419350"/>
          <p14:tracePt t="161468" x="5092700" y="2495550"/>
          <p14:tracePt t="161485" x="5149850" y="2520950"/>
          <p14:tracePt t="161502" x="5283200" y="2590800"/>
          <p14:tracePt t="161518" x="5435600" y="2673350"/>
          <p14:tracePt t="161535" x="5499100" y="2698750"/>
          <p14:tracePt t="161552" x="5607050" y="2717800"/>
          <p14:tracePt t="161568" x="5657850" y="2724150"/>
          <p14:tracePt t="161585" x="5676900" y="2724150"/>
          <p14:tracePt t="161601" x="5695950" y="2724150"/>
          <p14:tracePt t="161684" x="5695950" y="2717800"/>
          <p14:tracePt t="162014" x="5683250" y="2717800"/>
          <p14:tracePt t="162028" x="5657850" y="2730500"/>
          <p14:tracePt t="162036" x="5613400" y="2743200"/>
          <p14:tracePt t="162050" x="5568950" y="2762250"/>
          <p14:tracePt t="162066" x="5511800" y="2787650"/>
          <p14:tracePt t="162083" x="5264150" y="2857500"/>
          <p14:tracePt t="162099" x="5181600" y="2882900"/>
          <p14:tracePt t="162116" x="5092700" y="2908300"/>
          <p14:tracePt t="162133" x="4921250" y="2959100"/>
          <p14:tracePt t="162149" x="4775200" y="3022600"/>
          <p14:tracePt t="162166" x="4718050" y="3035300"/>
          <p14:tracePt t="162183" x="4603750" y="3086100"/>
          <p14:tracePt t="162199" x="4552950" y="3105150"/>
          <p14:tracePt t="162216" x="4533900" y="3111500"/>
          <p14:tracePt t="162232" x="4521200" y="3117850"/>
          <p14:tracePt t="162266" x="4546600" y="3130550"/>
          <p14:tracePt t="162282" x="4559300" y="3136900"/>
          <p14:tracePt t="162299" x="4591050" y="3155950"/>
          <p14:tracePt t="162740" x="4622800" y="3143250"/>
          <p14:tracePt t="162748" x="4667250" y="3117850"/>
          <p14:tracePt t="162761" x="4711700" y="3098800"/>
          <p14:tracePt t="162768" x="4768850" y="3073400"/>
          <p14:tracePt t="162781" x="4819650" y="3054350"/>
          <p14:tracePt t="162798" x="4921250" y="3016250"/>
          <p14:tracePt t="162814" x="4978400" y="3003550"/>
          <p14:tracePt t="162831" x="5073650" y="2965450"/>
          <p14:tracePt t="162847" x="5181600" y="2927350"/>
          <p14:tracePt t="162864" x="5238750" y="2908300"/>
          <p14:tracePt t="162881" x="5359400" y="2863850"/>
          <p14:tracePt t="162897" x="5416550" y="2832100"/>
          <p14:tracePt t="162913" x="5543550" y="2774950"/>
          <p14:tracePt t="162930" x="5689600" y="2717800"/>
          <p14:tracePt t="162946" x="5759450" y="2698750"/>
          <p14:tracePt t="162964" x="5905500" y="2660650"/>
          <p14:tracePt t="162980" x="6051550" y="2609850"/>
          <p14:tracePt t="162997" x="6140450" y="2590800"/>
          <p14:tracePt t="163013" x="6210300" y="2565400"/>
          <p14:tracePt t="163030" x="6369050" y="2520950"/>
          <p14:tracePt t="163046" x="6419850" y="2501900"/>
          <p14:tracePt t="163063" x="6553200" y="2476500"/>
          <p14:tracePt t="163080" x="6597650" y="2470150"/>
          <p14:tracePt t="163097" x="6629400" y="2444750"/>
          <p14:tracePt t="163112" x="6680200" y="2413000"/>
          <p14:tracePt t="163129" x="6692900" y="2400300"/>
          <p14:tracePt t="163146" x="6718300" y="2362200"/>
          <p14:tracePt t="163162" x="6743700" y="2336800"/>
          <p14:tracePt t="163179" x="6750050" y="2324100"/>
          <p14:tracePt t="163196" x="6756400" y="2286000"/>
          <p14:tracePt t="163212" x="6756400" y="2273300"/>
          <p14:tracePt t="163229" x="6756400" y="2254250"/>
          <p14:tracePt t="163245" x="6731000" y="2209800"/>
          <p14:tracePt t="163262" x="6699250" y="2171700"/>
          <p14:tracePt t="163279" x="6629400" y="2120900"/>
          <p14:tracePt t="163295" x="6584950" y="2101850"/>
          <p14:tracePt t="163312" x="6489700" y="2051050"/>
          <p14:tracePt t="163329" x="6350000" y="2000250"/>
          <p14:tracePt t="163345" x="6299200" y="1981200"/>
          <p14:tracePt t="163362" x="6178550" y="1955800"/>
          <p14:tracePt t="163379" x="6070600" y="1924050"/>
          <p14:tracePt t="163395" x="6013450" y="1917700"/>
          <p14:tracePt t="163412" x="5892800" y="1898650"/>
          <p14:tracePt t="163428" x="5778500" y="1898650"/>
          <p14:tracePt t="163445" x="5715000" y="1892300"/>
          <p14:tracePt t="163462" x="5588000" y="1892300"/>
          <p14:tracePt t="163478" x="5480050" y="1873250"/>
          <p14:tracePt t="163495" x="5435600" y="1866900"/>
          <p14:tracePt t="163511" x="5365750" y="1847850"/>
          <p14:tracePt t="163528" x="5334000" y="1835150"/>
          <p14:tracePt t="163546" x="5251450" y="1803400"/>
          <p14:tracePt t="163561" x="5232400" y="1797050"/>
          <p14:tracePt t="163578" x="5200650" y="1778000"/>
          <p14:tracePt t="163581" x="5175250" y="1771650"/>
          <p14:tracePt t="163595" x="5149850" y="1765300"/>
          <p14:tracePt t="163611" x="5105400" y="1758950"/>
          <p14:tracePt t="163628" x="5092700" y="1752600"/>
          <p14:tracePt t="163644" x="5067300" y="1752600"/>
          <p14:tracePt t="163661" x="5054600" y="1746250"/>
          <p14:tracePt t="163677" x="5048250" y="1746250"/>
          <p14:tracePt t="163777" x="5054600" y="1746250"/>
          <p14:tracePt t="163798" x="5060950" y="1746250"/>
          <p14:tracePt t="163812" x="5067300" y="1746250"/>
          <p14:tracePt t="163819" x="5073650" y="1752600"/>
          <p14:tracePt t="163827" x="5092700" y="1758950"/>
          <p14:tracePt t="163843" x="5111750" y="1758950"/>
          <p14:tracePt t="163861" x="5232400" y="1784350"/>
          <p14:tracePt t="163877" x="5308600" y="1803400"/>
          <p14:tracePt t="163893" x="5543550" y="1847850"/>
          <p14:tracePt t="163910" x="5797550" y="1898650"/>
          <p14:tracePt t="163926" x="5924550" y="1930400"/>
          <p14:tracePt t="163943" x="6159500" y="1974850"/>
          <p14:tracePt t="163960" x="6311900" y="2006600"/>
          <p14:tracePt t="163976" x="6369050" y="2012950"/>
          <p14:tracePt t="163994" x="6432550" y="2025650"/>
          <p14:tracePt t="164009" x="6445250" y="2032000"/>
          <p14:tracePt t="164026" x="6451600" y="2032000"/>
          <p14:tracePt t="164043" x="6457950" y="2038350"/>
          <p14:tracePt t="164079" x="6464300" y="2044700"/>
          <p14:tracePt t="164127" x="6464300" y="2051050"/>
          <p14:tracePt t="164148" x="6470650" y="2051050"/>
          <p14:tracePt t="164162" x="6477000" y="2057400"/>
          <p14:tracePt t="164177" x="6489700" y="2063750"/>
          <p14:tracePt t="164190" x="6515100" y="2070100"/>
          <p14:tracePt t="164198" x="6527800" y="2089150"/>
          <p14:tracePt t="164212" x="6559550" y="2101850"/>
          <p14:tracePt t="164225" x="6591300" y="2114550"/>
          <p14:tracePt t="164242" x="6642100" y="2146300"/>
          <p14:tracePt t="164259" x="6667500" y="2152650"/>
          <p14:tracePt t="164275" x="6711950" y="2171700"/>
          <p14:tracePt t="164292" x="6737350" y="2178050"/>
          <p14:tracePt t="164309" x="6769100" y="2178050"/>
          <p14:tracePt t="164325" x="6800850" y="2171700"/>
          <p14:tracePt t="164342" x="6870700" y="2159000"/>
          <p14:tracePt t="164359" x="6921500" y="2152650"/>
          <p14:tracePt t="164375" x="7029450" y="2120900"/>
          <p14:tracePt t="164392" x="7105650" y="2120900"/>
          <p14:tracePt t="164408" x="7264400" y="2114550"/>
          <p14:tracePt t="164425" x="7340600" y="2114550"/>
          <p14:tracePt t="164442" x="7454900" y="2127250"/>
          <p14:tracePt t="164458" x="7550150" y="2139950"/>
          <p14:tracePt t="164475" x="7569200" y="2146300"/>
          <p14:tracePt t="164492" x="7613650" y="2159000"/>
          <p14:tracePt t="164723" x="7607300" y="2159000"/>
          <p14:tracePt t="164779" x="7600950" y="2152650"/>
          <p14:tracePt t="164800" x="7594600" y="2152650"/>
          <p14:tracePt t="164828" x="7588250" y="2159000"/>
          <p14:tracePt t="164835" x="7581900" y="2159000"/>
          <p14:tracePt t="165541" x="7575550" y="2159000"/>
          <p14:tracePt t="165549" x="7543800" y="2159000"/>
          <p14:tracePt t="165563" x="7524750" y="2159000"/>
          <p14:tracePt t="165572" x="7505700" y="2159000"/>
          <p14:tracePt t="165587" x="7473950" y="2159000"/>
          <p14:tracePt t="165604" x="7435850" y="2159000"/>
          <p14:tracePt t="165620" x="7385050" y="2159000"/>
          <p14:tracePt t="165638" x="7366000" y="2159000"/>
          <p14:tracePt t="165655" x="7321550" y="2159000"/>
          <p14:tracePt t="165671" x="7264400" y="2152650"/>
          <p14:tracePt t="165687" x="7239000" y="2146300"/>
          <p14:tracePt t="165704" x="7156450" y="2139950"/>
          <p14:tracePt t="165720" x="7092950" y="2139950"/>
          <p14:tracePt t="165737" x="6921500" y="2120900"/>
          <p14:tracePt t="165754" x="6718300" y="2095500"/>
          <p14:tracePt t="165770" x="6616700" y="2089150"/>
          <p14:tracePt t="165787" x="6375400" y="2070100"/>
          <p14:tracePt t="165804" x="6108700" y="2044700"/>
          <p14:tracePt t="165820" x="5981700" y="2038350"/>
          <p14:tracePt t="165837" x="5759450" y="2038350"/>
          <p14:tracePt t="165853" x="5511800" y="2032000"/>
          <p14:tracePt t="165870" x="5416550" y="2032000"/>
          <p14:tracePt t="165886" x="5245100" y="2051050"/>
          <p14:tracePt t="165903" x="5162550" y="2057400"/>
          <p14:tracePt t="165920" x="5143500" y="2057400"/>
          <p14:tracePt t="165936" x="5118100" y="2057400"/>
          <p14:tracePt t="165953" x="5111750" y="2063750"/>
          <p14:tracePt t="166061" x="5099050" y="2063750"/>
          <p14:tracePt t="166082" x="5099050" y="2057400"/>
          <p14:tracePt t="166089" x="5092700" y="2057400"/>
          <p14:tracePt t="166105" x="5105400" y="2051050"/>
          <p14:tracePt t="166764" x="5060950" y="2070100"/>
          <p14:tracePt t="166771" x="4991100" y="2101850"/>
          <p14:tracePt t="166786" x="4908550" y="2139950"/>
          <p14:tracePt t="166800" x="4813300" y="2190750"/>
          <p14:tracePt t="166816" x="4648200" y="2317750"/>
          <p14:tracePt t="166834" x="4476750" y="2438400"/>
          <p14:tracePt t="166850" x="4381500" y="2514600"/>
          <p14:tracePt t="166866" x="4191000" y="2654300"/>
          <p14:tracePt t="166883" x="4000500" y="2787650"/>
          <p14:tracePt t="166899" x="3917950" y="2851150"/>
          <p14:tracePt t="166916" x="3765550" y="2965450"/>
          <p14:tracePt t="166933" x="3638550" y="3048000"/>
          <p14:tracePt t="166949" x="3568700" y="3092450"/>
          <p14:tracePt t="166967" x="3441700" y="3181350"/>
          <p14:tracePt t="166982" x="3327400" y="3257550"/>
          <p14:tracePt t="166999" x="3270250" y="3282950"/>
          <p14:tracePt t="167017" x="3194050" y="3308350"/>
          <p14:tracePt t="167032" x="3136900" y="3333750"/>
          <p14:tracePt t="167049" x="3117850" y="3340100"/>
          <p14:tracePt t="167066" x="3073400" y="3346450"/>
          <p14:tracePt t="167082" x="3048000" y="3346450"/>
          <p14:tracePt t="167099" x="3003550" y="3346450"/>
          <p14:tracePt t="167116" x="2946400" y="3333750"/>
          <p14:tracePt t="167132" x="2927350" y="3333750"/>
          <p14:tracePt t="167149" x="2882900" y="3327400"/>
          <p14:tracePt t="167166" x="2844800" y="3327400"/>
          <p14:tracePt t="167182" x="2832100" y="3327400"/>
          <p14:tracePt t="167199" x="2800350" y="3308350"/>
          <p14:tracePt t="167543" x="2743200" y="3308350"/>
          <p14:tracePt t="167557" x="2654300" y="3308350"/>
          <p14:tracePt t="167567" x="2559050" y="3302000"/>
          <p14:tracePt t="167581" x="2470150" y="3302000"/>
          <p14:tracePt t="167597" x="2305050" y="3302000"/>
          <p14:tracePt t="167614" x="2178050" y="3302000"/>
          <p14:tracePt t="167630" x="2127250" y="3302000"/>
          <p14:tracePt t="167647" x="2044700" y="3302000"/>
          <p14:tracePt t="167663" x="1987550" y="3308350"/>
          <p14:tracePt t="167680" x="1968500" y="3308350"/>
          <p14:tracePt t="167697" x="1936750" y="3314700"/>
          <p14:tracePt t="167713" x="1911350" y="3314700"/>
          <p14:tracePt t="167730" x="1905000" y="3321050"/>
          <p14:tracePt t="167747" x="1892300" y="3321050"/>
          <p14:tracePt t="167985" x="1879600" y="3321050"/>
          <p14:tracePt t="167991" x="1860550" y="3327400"/>
          <p14:tracePt t="168005" x="1841500" y="3340100"/>
          <p14:tracePt t="168015" x="1822450" y="3340100"/>
          <p14:tracePt t="168029" x="1809750" y="3346450"/>
          <p14:tracePt t="168046" x="1803400" y="3346450"/>
          <p14:tracePt t="168062" x="1784350" y="3346450"/>
          <p14:tracePt t="168118" x="1778000" y="3352800"/>
          <p14:tracePt t="168196" x="1784350" y="3352800"/>
          <p14:tracePt t="168237" x="1784350" y="3346450"/>
          <p14:tracePt t="168245" x="1790700" y="3346450"/>
          <p14:tracePt t="168272" x="1797050" y="3340100"/>
          <p14:tracePt t="168293" x="1797050" y="3333750"/>
          <p14:tracePt t="168314" x="1797050" y="3327400"/>
          <p14:tracePt t="168342" x="1803400" y="3321050"/>
          <p14:tracePt t="168363" x="1809750" y="3314700"/>
          <p14:tracePt t="168405" x="1816100" y="3308350"/>
          <p14:tracePt t="168412" x="1822450" y="3308350"/>
          <p14:tracePt t="168426" x="1828800" y="3302000"/>
          <p14:tracePt t="168447" x="1835150" y="3295650"/>
          <p14:tracePt t="168454" x="1841500" y="3289300"/>
          <p14:tracePt t="168475" x="1854200" y="3282950"/>
          <p14:tracePt t="168482" x="1860550" y="3276600"/>
          <p14:tracePt t="168497" x="1873250" y="3263900"/>
          <p14:tracePt t="168511" x="1892300" y="3251200"/>
          <p14:tracePt t="168528" x="1911350" y="3238500"/>
          <p14:tracePt t="168543" x="1924050" y="3232150"/>
          <p14:tracePt t="168560" x="1949450" y="3219450"/>
          <p14:tracePt t="168577" x="1968500" y="3219450"/>
          <p14:tracePt t="168595" x="1981200" y="3213100"/>
          <p14:tracePt t="168610" x="1987550" y="3213100"/>
          <p14:tracePt t="168644" x="2000250" y="3213100"/>
          <p14:tracePt t="168661" x="2006600" y="3213100"/>
          <p14:tracePt t="168693" x="2038350" y="3219450"/>
          <p14:tracePt t="168710" x="2057400" y="3225800"/>
          <p14:tracePt t="168728" x="2101850" y="3251200"/>
          <p14:tracePt t="168743" x="2120900" y="3270250"/>
          <p14:tracePt t="168760" x="2165350" y="3314700"/>
          <p14:tracePt t="168777" x="2216150" y="3378200"/>
          <p14:tracePt t="168793" x="2228850" y="3409950"/>
          <p14:tracePt t="168810" x="2247900" y="3473450"/>
          <p14:tracePt t="168827" x="2247900" y="3530600"/>
          <p14:tracePt t="168843" x="2228850" y="3562350"/>
          <p14:tracePt t="168861" x="2184400" y="3613150"/>
          <p14:tracePt t="168876" x="2101850" y="3676650"/>
          <p14:tracePt t="168893" x="2057400" y="3702050"/>
          <p14:tracePt t="168910" x="1987550" y="3733800"/>
          <p14:tracePt t="168926" x="1924050" y="3746500"/>
          <p14:tracePt t="168943" x="1898650" y="3746500"/>
          <p14:tracePt t="168959" x="1866900" y="3746500"/>
          <p14:tracePt t="168975" x="1835150" y="3733800"/>
          <p14:tracePt t="168992" x="1822450" y="3733800"/>
          <p14:tracePt t="169009" x="1816100" y="3714750"/>
          <p14:tracePt t="169025" x="1809750" y="3702050"/>
          <p14:tracePt t="169043" x="1803400" y="3644900"/>
          <p14:tracePt t="169059" x="1809750" y="3625850"/>
          <p14:tracePt t="169075" x="1816100" y="3587750"/>
          <p14:tracePt t="169092" x="1866900" y="3498850"/>
          <p14:tracePt t="169109" x="1949450" y="3371850"/>
          <p14:tracePt t="169125" x="1993900" y="3314700"/>
          <p14:tracePt t="169142" x="2089150" y="3219450"/>
          <p14:tracePt t="169159" x="2139950" y="3155950"/>
          <p14:tracePt t="169176" x="2159000" y="3136900"/>
          <p14:tracePt t="169192" x="2165350" y="3136900"/>
          <p14:tracePt t="169208" x="2171700" y="3136900"/>
          <p14:tracePt t="169246" x="2171700" y="3149600"/>
          <p14:tracePt t="169253" x="2171700" y="3162300"/>
          <p14:tracePt t="169267" x="2178050" y="3181350"/>
          <p14:tracePt t="169275" x="2184400" y="3219450"/>
          <p14:tracePt t="169291" x="2184400" y="3263900"/>
          <p14:tracePt t="169308" x="2190750" y="3314700"/>
          <p14:tracePt t="169324" x="2209800" y="3556000"/>
          <p14:tracePt t="169341" x="2209800" y="3638550"/>
          <p14:tracePt t="169359" x="2209800" y="3816350"/>
          <p14:tracePt t="169375" x="2209800" y="3911600"/>
          <p14:tracePt t="169391" x="2209800" y="4070350"/>
          <p14:tracePt t="169408" x="2209800" y="4184650"/>
          <p14:tracePt t="169424" x="2209800" y="4235450"/>
          <p14:tracePt t="169441" x="2203450" y="4305300"/>
          <p14:tracePt t="169458" x="2203450" y="4324350"/>
          <p14:tracePt t="169474" x="2197100" y="4330700"/>
          <p14:tracePt t="169526" x="2190750" y="4330700"/>
          <p14:tracePt t="169575" x="2190750" y="4324350"/>
          <p14:tracePt t="169589" x="2184400" y="4311650"/>
          <p14:tracePt t="169596" x="2178050" y="4298950"/>
          <p14:tracePt t="169607" x="2178050" y="4267200"/>
          <p14:tracePt t="169624" x="2152650" y="4178300"/>
          <p14:tracePt t="169640" x="2146300" y="4095750"/>
          <p14:tracePt t="169657" x="2133600" y="4006850"/>
          <p14:tracePt t="169674" x="2114550" y="3663950"/>
          <p14:tracePt t="169690" x="2114550" y="3549650"/>
          <p14:tracePt t="169707" x="2114550" y="3454400"/>
          <p14:tracePt t="169723" x="2114550" y="3308350"/>
          <p14:tracePt t="169740" x="2108200" y="3244850"/>
          <p14:tracePt t="169757" x="2108200" y="3238500"/>
          <p14:tracePt t="169773" x="2108200" y="3225800"/>
          <p14:tracePt t="169814" x="2108200" y="3232150"/>
          <p14:tracePt t="169849" x="2108200" y="3244850"/>
          <p14:tracePt t="169857" x="2108200" y="3263900"/>
          <p14:tracePt t="169870" x="2108200" y="3289300"/>
          <p14:tracePt t="169877" x="2108200" y="3327400"/>
          <p14:tracePt t="169889" x="2108200" y="3397250"/>
          <p14:tracePt t="169906" x="2108200" y="3581400"/>
          <p14:tracePt t="169922" x="2120900" y="3708400"/>
          <p14:tracePt t="169940" x="2139950" y="3987800"/>
          <p14:tracePt t="169956" x="2165350" y="4311650"/>
          <p14:tracePt t="169972" x="2165350" y="4438650"/>
          <p14:tracePt t="169989" x="2184400" y="4641850"/>
          <p14:tracePt t="170005" x="2184400" y="4718050"/>
          <p14:tracePt t="170022" x="2184400" y="4826000"/>
          <p14:tracePt t="170039" x="2190750" y="4864100"/>
          <p14:tracePt t="170055" x="2190750" y="4870450"/>
          <p14:tracePt t="170072" x="2190750" y="4876800"/>
          <p14:tracePt t="170129" x="2197100" y="4876800"/>
          <p14:tracePt t="170178" x="2197100" y="4870450"/>
          <p14:tracePt t="170206" x="2197100" y="4864100"/>
          <p14:tracePt t="170248" x="2203450" y="4864100"/>
          <p14:tracePt t="170262" x="2203450" y="4857750"/>
          <p14:tracePt t="170695" x="2203450" y="4832350"/>
          <p14:tracePt t="170702" x="2203450" y="4775200"/>
          <p14:tracePt t="170715" x="2209800" y="4718050"/>
          <p14:tracePt t="170723" x="2222500" y="4654550"/>
          <p14:tracePt t="170737" x="2228850" y="4578350"/>
          <p14:tracePt t="170753" x="2260600" y="4419600"/>
          <p14:tracePt t="170769" x="2266950" y="4343400"/>
          <p14:tracePt t="170787" x="2298700" y="4197350"/>
          <p14:tracePt t="170802" x="2305050" y="4076700"/>
          <p14:tracePt t="170819" x="2305050" y="4038600"/>
          <p14:tracePt t="170836" x="2298700" y="3956050"/>
          <p14:tracePt t="170853" x="2298700" y="3930650"/>
          <p14:tracePt t="170870" x="2279650" y="3841750"/>
          <p14:tracePt t="170885" x="2273300" y="3822700"/>
          <p14:tracePt t="170902" x="2273300" y="3797300"/>
          <p14:tracePt t="170919" x="2266950" y="3765550"/>
          <p14:tracePt t="170936" x="2260600" y="3740150"/>
          <p14:tracePt t="170952" x="2254250" y="3733800"/>
          <p14:tracePt t="170969" x="2247900" y="3708400"/>
          <p14:tracePt t="170985" x="2235200" y="3689350"/>
          <p14:tracePt t="171019" x="2216150" y="3670300"/>
          <p14:tracePt t="171035" x="2209800" y="3657600"/>
          <p14:tracePt t="171053" x="2190750" y="3651250"/>
          <p14:tracePt t="171068" x="2190750" y="3644900"/>
          <p14:tracePt t="171085" x="2178050" y="3644900"/>
          <p14:tracePt t="171102" x="2178050" y="3638550"/>
          <p14:tracePt t="171152" x="2171700" y="3632200"/>
          <p14:tracePt t="171172" x="2165350" y="3625850"/>
          <p14:tracePt t="171214" x="2165350" y="3619500"/>
          <p14:tracePt t="171242" x="2165350" y="3613150"/>
          <p14:tracePt t="171263" x="2159000" y="3606800"/>
          <p14:tracePt t="171277" x="2159000" y="3600450"/>
          <p14:tracePt t="171286" x="2152650" y="3600450"/>
          <p14:tracePt t="171301" x="2152650" y="3594100"/>
          <p14:tracePt t="171318" x="2146300" y="3587750"/>
          <p14:tracePt t="171334" x="2139950" y="3581400"/>
          <p14:tracePt t="171354" x="2139950" y="3575050"/>
          <p14:tracePt t="171368" x="2139950" y="3568700"/>
          <p14:tracePt t="171417" x="2133600" y="3562350"/>
          <p14:tracePt t="171466" x="2133600" y="3556000"/>
          <p14:tracePt t="171494" x="2133600" y="3543300"/>
          <p14:tracePt t="171522" x="2133600" y="3536950"/>
          <p14:tracePt t="171543" x="2139950" y="3530600"/>
          <p14:tracePt t="171564" x="2139950" y="3524250"/>
          <p14:tracePt t="171571" x="2139950" y="3517900"/>
          <p14:tracePt t="171592" x="2146300" y="3517900"/>
          <p14:tracePt t="171607" x="2152650" y="3517900"/>
          <p14:tracePt t="171616" x="2152650" y="3511550"/>
          <p14:tracePt t="171633" x="2159000" y="3505200"/>
          <p14:tracePt t="171649" x="2178050" y="3498850"/>
          <p14:tracePt t="171666" x="2197100" y="3486150"/>
          <p14:tracePt t="171684" x="2241550" y="3467100"/>
          <p14:tracePt t="171699" x="2273300" y="3460750"/>
          <p14:tracePt t="171703" x="2311400" y="3448050"/>
          <p14:tracePt t="171716" x="2355850" y="3441700"/>
          <p14:tracePt t="171733" x="2438400" y="3422650"/>
          <p14:tracePt t="171750" x="2476500" y="3416300"/>
          <p14:tracePt t="171767" x="2559050" y="3409950"/>
          <p14:tracePt t="171782" x="2647950" y="3409950"/>
          <p14:tracePt t="171799" x="2686050" y="3409950"/>
          <p14:tracePt t="171817" x="2755900" y="3409950"/>
          <p14:tracePt t="171833" x="2794000" y="3409950"/>
          <p14:tracePt t="171849" x="2844800" y="3416300"/>
          <p14:tracePt t="171867" x="2889250" y="3416300"/>
          <p14:tracePt t="171882" x="2908300" y="3416300"/>
          <p14:tracePt t="171899" x="2940050" y="3422650"/>
          <p14:tracePt t="171915" x="2965450" y="3422650"/>
          <p14:tracePt t="171932" x="2978150" y="3422650"/>
          <p14:tracePt t="171949" x="2984500" y="3429000"/>
          <p14:tracePt t="171965" x="2990850" y="3429000"/>
          <p14:tracePt t="172132" x="2984500" y="3435350"/>
          <p14:tracePt t="172153" x="2978150" y="3435350"/>
          <p14:tracePt t="172159" x="2971800" y="3435350"/>
          <p14:tracePt t="172175" x="2965450" y="3435350"/>
          <p14:tracePt t="172184" x="2959100" y="3429000"/>
          <p14:tracePt t="172543" x="2990850" y="3429000"/>
          <p14:tracePt t="172557" x="3028950" y="3429000"/>
          <p14:tracePt t="172566" x="3067050" y="3422650"/>
          <p14:tracePt t="172580" x="3117850" y="3422650"/>
          <p14:tracePt t="172597" x="3175000" y="3416300"/>
          <p14:tracePt t="172613" x="3314700" y="3416300"/>
          <p14:tracePt t="172630" x="3365500" y="3416300"/>
          <p14:tracePt t="172646" x="3397250" y="3403600"/>
          <p14:tracePt t="172664" x="3467100" y="3397250"/>
          <p14:tracePt t="172680" x="3524250" y="3390900"/>
          <p14:tracePt t="172698" x="3587750" y="3390900"/>
          <p14:tracePt t="172712" x="3632200" y="3390900"/>
          <p14:tracePt t="172729" x="3708400" y="3390900"/>
          <p14:tracePt t="172747" x="3784600" y="3390900"/>
          <p14:tracePt t="172763" x="3841750" y="3384550"/>
          <p14:tracePt t="172780" x="3943350" y="3384550"/>
          <p14:tracePt t="172797" x="4051300" y="3371850"/>
          <p14:tracePt t="172813" x="4089400" y="3371850"/>
          <p14:tracePt t="172829" x="4165600" y="3371850"/>
          <p14:tracePt t="172846" x="4216400" y="3365500"/>
          <p14:tracePt t="172862" x="4235450" y="3365500"/>
          <p14:tracePt t="172880" x="4254500" y="3365500"/>
          <p14:tracePt t="172896" x="4267200" y="3365500"/>
          <p14:tracePt t="172913" x="4273550" y="3365500"/>
          <p14:tracePt t="173139" x="4267200" y="3365500"/>
          <p14:tracePt t="173146" x="4254500" y="3365500"/>
          <p14:tracePt t="173159" x="4241800" y="3365500"/>
          <p14:tracePt t="173166" x="4222750" y="3365500"/>
          <p14:tracePt t="173178" x="4184650" y="3359150"/>
          <p14:tracePt t="173195" x="4064000" y="3359150"/>
          <p14:tracePt t="173211" x="3975100" y="3359150"/>
          <p14:tracePt t="173215" x="3892550" y="3359150"/>
          <p14:tracePt t="173244" x="3575050" y="3359150"/>
          <p14:tracePt t="173261" x="3460750" y="3359150"/>
          <p14:tracePt t="173277" x="3346450" y="3371850"/>
          <p14:tracePt t="173294" x="3117850" y="3390900"/>
          <p14:tracePt t="173311" x="2921000" y="3435350"/>
          <p14:tracePt t="173328" x="2774950" y="3454400"/>
          <p14:tracePt t="173344" x="2724150" y="3460750"/>
          <p14:tracePt t="173360" x="2667000" y="3467100"/>
          <p14:tracePt t="173378" x="2635250" y="3467100"/>
          <p14:tracePt t="173394" x="2622550" y="3467100"/>
          <p14:tracePt t="173410" x="2609850" y="3473450"/>
          <p14:tracePt t="173443" x="2603500" y="3473450"/>
          <p14:tracePt t="173700" x="2597150" y="3473450"/>
          <p14:tracePt t="173777" x="2603500" y="3473450"/>
          <p14:tracePt t="173791" x="2609850" y="3473450"/>
          <p14:tracePt t="173798" x="2622550" y="3473450"/>
          <p14:tracePt t="173808" x="2641600" y="3473450"/>
          <p14:tracePt t="173826" x="2711450" y="3473450"/>
          <p14:tracePt t="173842" x="2762250" y="3473450"/>
          <p14:tracePt t="173859" x="2838450" y="3486150"/>
          <p14:tracePt t="173876" x="3105150" y="3486150"/>
          <p14:tracePt t="173892" x="3194050" y="3486150"/>
          <p14:tracePt t="173909" x="3359150" y="3492500"/>
          <p14:tracePt t="173925" x="3422650" y="3492500"/>
          <p14:tracePt t="173942" x="3517900" y="3492500"/>
          <p14:tracePt t="173959" x="3575050" y="3492500"/>
          <p14:tracePt t="173975" x="3581400" y="3492500"/>
          <p14:tracePt t="173992" x="3594100" y="3492500"/>
          <p14:tracePt t="174009" x="3606800" y="3492500"/>
          <p14:tracePt t="174260" x="3613150" y="3492500"/>
          <p14:tracePt t="174288" x="3619500" y="3498850"/>
          <p14:tracePt t="174295" x="3625850" y="3498850"/>
          <p14:tracePt t="174310" x="3632200" y="3498850"/>
          <p14:tracePt t="174324" x="3644900" y="3498850"/>
          <p14:tracePt t="174340" x="3683000" y="3498850"/>
          <p14:tracePt t="174358" x="3721100" y="3498850"/>
          <p14:tracePt t="174374" x="3803650" y="3498850"/>
          <p14:tracePt t="174390" x="3905250" y="3498850"/>
          <p14:tracePt t="174408" x="3987800" y="3498850"/>
          <p14:tracePt t="174423" x="4025900" y="3498850"/>
          <p14:tracePt t="174440" x="4083050" y="3492500"/>
          <p14:tracePt t="174457" x="4121150" y="3492500"/>
          <p14:tracePt t="174473" x="4133850" y="3492500"/>
          <p14:tracePt t="174490" x="4146550" y="3492500"/>
          <p14:tracePt t="174507" x="4152900" y="3492500"/>
          <p14:tracePt t="174758" x="4146550" y="3492500"/>
          <p14:tracePt t="174773" x="4140200" y="3492500"/>
          <p14:tracePt t="174779" x="4127500" y="3486150"/>
          <p14:tracePt t="174789" x="4114800" y="3486150"/>
          <p14:tracePt t="174806" x="4083050" y="3479800"/>
          <p14:tracePt t="174822" x="3949700" y="3460750"/>
          <p14:tracePt t="174839" x="3835400" y="3448050"/>
          <p14:tracePt t="174856" x="3429000" y="3403600"/>
          <p14:tracePt t="174872" x="3270250" y="3384550"/>
          <p14:tracePt t="174889" x="3105150" y="3371850"/>
          <p14:tracePt t="174906" x="2863850" y="3371850"/>
          <p14:tracePt t="174922" x="2711450" y="3371850"/>
          <p14:tracePt t="174939" x="2660650" y="3371850"/>
          <p14:tracePt t="174955" x="2609850" y="3371850"/>
          <p14:tracePt t="174972" x="2584450" y="3371850"/>
          <p14:tracePt t="174989" x="2571750" y="3371850"/>
          <p14:tracePt t="175109" x="2578100" y="3371850"/>
          <p14:tracePt t="175220" x="2584450" y="3371850"/>
          <p14:tracePt t="175263" x="2590800" y="3365500"/>
          <p14:tracePt t="175312" x="2597150" y="3365500"/>
          <p14:tracePt t="175333" x="2603500" y="3365500"/>
          <p14:tracePt t="175340" x="2609850" y="3365500"/>
          <p14:tracePt t="175354" x="2616200" y="3365500"/>
          <p14:tracePt t="175370" x="2641600" y="3365500"/>
          <p14:tracePt t="175387" x="2673350" y="3365500"/>
          <p14:tracePt t="175404" x="2774950" y="3365500"/>
          <p14:tracePt t="175420" x="2921000" y="3384550"/>
          <p14:tracePt t="175437" x="3073400" y="3397250"/>
          <p14:tracePt t="175453" x="3124200" y="3397250"/>
          <p14:tracePt t="175470" x="3175000" y="3397250"/>
          <p14:tracePt t="175487" x="3257550" y="3397250"/>
          <p14:tracePt t="175503" x="3270250" y="3397250"/>
          <p14:tracePt t="175519" x="3276600" y="3397250"/>
          <p14:tracePt t="175536" x="3282950" y="3397250"/>
          <p14:tracePt t="175599" x="3276600" y="3397250"/>
          <p14:tracePt t="175613" x="3270250" y="3397250"/>
          <p14:tracePt t="175622" x="3263900" y="3397250"/>
          <p14:tracePt t="175636" x="3257550" y="3403600"/>
          <p14:tracePt t="175654" x="3244850" y="3403600"/>
          <p14:tracePt t="175670" x="3232150" y="3403600"/>
          <p14:tracePt t="175686" x="3225800" y="3409950"/>
          <p14:tracePt t="175702" x="3213100" y="3409950"/>
          <p14:tracePt t="175754" x="3206750" y="3409950"/>
          <p14:tracePt t="175782" x="3200400" y="3409950"/>
          <p14:tracePt t="175788" x="3200400" y="3416300"/>
          <p14:tracePt t="175824" x="3194050" y="3416300"/>
          <p14:tracePt t="175837" x="3187700" y="3416300"/>
          <p14:tracePt t="175858" x="3181350" y="3422650"/>
          <p14:tracePt t="175879" x="3168650" y="3422650"/>
          <p14:tracePt t="175900" x="3155950" y="3422650"/>
          <p14:tracePt t="175907" x="3136900" y="3422650"/>
          <p14:tracePt t="175921" x="3092450" y="3429000"/>
          <p14:tracePt t="175935" x="3041650" y="3435350"/>
          <p14:tracePt t="175952" x="2908300" y="3454400"/>
          <p14:tracePt t="175968" x="2844800" y="3467100"/>
          <p14:tracePt t="175985" x="2730500" y="3473450"/>
          <p14:tracePt t="176002" x="2647950" y="3486150"/>
          <p14:tracePt t="176019" x="2597150" y="3486150"/>
          <p14:tracePt t="176035" x="2584450" y="3492500"/>
          <p14:tracePt t="176051" x="2565400" y="3492500"/>
          <p14:tracePt t="176068" x="2559050" y="3492500"/>
          <p14:tracePt t="176223" x="2565400" y="3492500"/>
          <p14:tracePt t="176461" x="2565400" y="3498850"/>
          <p14:tracePt t="176468" x="2571750" y="3505200"/>
          <p14:tracePt t="176482" x="2571750" y="3511550"/>
          <p14:tracePt t="176489" x="2578100" y="3524250"/>
          <p14:tracePt t="176503" x="2578100" y="3549650"/>
          <p14:tracePt t="176518" x="2578100" y="3575050"/>
          <p14:tracePt t="176533" x="2590800" y="3644900"/>
          <p14:tracePt t="176549" x="2603500" y="3676650"/>
          <p14:tracePt t="176567" x="2609850" y="3746500"/>
          <p14:tracePt t="176583" x="2616200" y="3784600"/>
          <p14:tracePt t="176599" x="2616200" y="3803650"/>
          <p14:tracePt t="176616" x="2616200" y="3822700"/>
          <p14:tracePt t="176632" x="2616200" y="3835400"/>
          <p14:tracePt t="176649" x="2616200" y="3841750"/>
          <p14:tracePt t="176682" x="2622550" y="3841750"/>
          <p14:tracePt t="176714" x="2628900" y="3841750"/>
          <p14:tracePt t="176742" x="2641600" y="3841750"/>
          <p14:tracePt t="176750" x="2647950" y="3841750"/>
          <p14:tracePt t="176763" x="2654300" y="3835400"/>
          <p14:tracePt t="176769" x="2667000" y="3835400"/>
          <p14:tracePt t="176785" x="2679700" y="3835400"/>
          <p14:tracePt t="176798" x="2705100" y="3829050"/>
          <p14:tracePt t="176815" x="2787650" y="3810000"/>
          <p14:tracePt t="176832" x="2882900" y="3790950"/>
          <p14:tracePt t="176848" x="2952750" y="3784600"/>
          <p14:tracePt t="176865" x="3054350" y="3765550"/>
          <p14:tracePt t="176882" x="3149600" y="3759200"/>
          <p14:tracePt t="176898" x="3187700" y="3759200"/>
          <p14:tracePt t="176915" x="3257550" y="3752850"/>
          <p14:tracePt t="176932" x="3282950" y="3759200"/>
          <p14:tracePt t="176948" x="3289300" y="3759200"/>
          <p14:tracePt t="176965" x="3295650" y="3765550"/>
          <p14:tracePt t="176998" x="3289300" y="3765550"/>
          <p14:tracePt t="177015" x="3282950" y="3784600"/>
          <p14:tracePt t="177031" x="3270250" y="3835400"/>
          <p14:tracePt t="177048" x="3251200" y="3879850"/>
          <p14:tracePt t="177065" x="3213100" y="4025900"/>
          <p14:tracePt t="177081" x="3194050" y="4114800"/>
          <p14:tracePt t="177098" x="3143250" y="4311650"/>
          <p14:tracePt t="177114" x="3111500" y="4527550"/>
          <p14:tracePt t="177131" x="3098800" y="4629150"/>
          <p14:tracePt t="177148" x="3098800" y="4870450"/>
          <p14:tracePt t="177164" x="3117850" y="5099050"/>
          <p14:tracePt t="177180" x="3124200" y="5187950"/>
          <p14:tracePt t="177198" x="3155950" y="5397500"/>
          <p14:tracePt t="177214" x="3194050" y="5562600"/>
          <p14:tracePt t="177230" x="3206750" y="5619750"/>
          <p14:tracePt t="177234" x="3213100" y="5670550"/>
          <p14:tracePt t="177247" x="3219450" y="5695950"/>
          <p14:tracePt t="177263" x="3219450" y="5715000"/>
          <p14:tracePt t="177281" x="3219450" y="5721350"/>
          <p14:tracePt t="177345" x="3219450" y="5715000"/>
          <p14:tracePt t="177373" x="3219450" y="5702300"/>
          <p14:tracePt t="177381" x="3219450" y="5683250"/>
          <p14:tracePt t="177394" x="3219450" y="5645150"/>
          <p14:tracePt t="177401" x="3232150" y="5588000"/>
          <p14:tracePt t="177416" x="3232150" y="5499100"/>
          <p14:tracePt t="177430" x="3251200" y="5397500"/>
          <p14:tracePt t="177446" x="3289300" y="5080000"/>
          <p14:tracePt t="177464" x="3346450" y="4591050"/>
          <p14:tracePt t="177480" x="3390900" y="4337050"/>
          <p14:tracePt t="177496" x="3429000" y="3829050"/>
          <p14:tracePt t="177513" x="3429000" y="3543300"/>
          <p14:tracePt t="177529" x="3416300" y="3441700"/>
          <p14:tracePt t="177546" x="3416300" y="3340100"/>
          <p14:tracePt t="177563" x="3409950" y="3314700"/>
          <p14:tracePt t="177579" x="3409950" y="3308350"/>
          <p14:tracePt t="177612" x="3403600" y="3308350"/>
          <p14:tracePt t="177629" x="3403600" y="3314700"/>
          <p14:tracePt t="177649" x="3403600" y="3321050"/>
          <p14:tracePt t="177662" x="3397250" y="3327400"/>
          <p14:tracePt t="177679" x="3397250" y="3340100"/>
          <p14:tracePt t="177695" x="3378200" y="3371850"/>
          <p14:tracePt t="177712" x="3365500" y="3403600"/>
          <p14:tracePt t="177729" x="3333750" y="3479800"/>
          <p14:tracePt t="177745" x="3282950" y="3575050"/>
          <p14:tracePt t="177762" x="3257550" y="3619500"/>
          <p14:tracePt t="177779" x="3206750" y="3708400"/>
          <p14:tracePt t="177795" x="3149600" y="3810000"/>
          <p14:tracePt t="177812" x="3124200" y="3854450"/>
          <p14:tracePt t="177829" x="3060700" y="3949700"/>
          <p14:tracePt t="177845" x="3022600" y="4013200"/>
          <p14:tracePt t="177862" x="3003550" y="4025900"/>
          <p14:tracePt t="177878" x="2984500" y="4051300"/>
          <p14:tracePt t="177895" x="2984500" y="4057650"/>
          <p14:tracePt t="177940" x="2978150" y="4057650"/>
          <p14:tracePt t="177963" x="2978150" y="4051300"/>
          <p14:tracePt t="177983" x="2978150" y="4044950"/>
          <p14:tracePt t="177997" x="2978150" y="4038600"/>
          <p14:tracePt t="178003" x="2978150" y="4032250"/>
          <p14:tracePt t="178012" x="2978150" y="4025900"/>
          <p14:tracePt t="178028" x="2984500" y="4006850"/>
          <p14:tracePt t="178045" x="2990850" y="3994150"/>
          <p14:tracePt t="178061" x="2997200" y="3949700"/>
          <p14:tracePt t="178078" x="3016250" y="3911600"/>
          <p14:tracePt t="178095" x="3022600" y="3867150"/>
          <p14:tracePt t="178111" x="3028950" y="3854450"/>
          <p14:tracePt t="178127" x="3035300" y="3835400"/>
          <p14:tracePt t="178144" x="3035300" y="3829050"/>
          <p14:tracePt t="178177" x="3035300" y="3822700"/>
          <p14:tracePt t="178207" x="3041650" y="3822700"/>
          <p14:tracePt t="178235" x="3041650" y="3816350"/>
          <p14:tracePt t="178263" x="3048000" y="3816350"/>
          <p14:tracePt t="178312" x="3054350" y="3810000"/>
          <p14:tracePt t="178375" x="3060700" y="3810000"/>
          <p14:tracePt t="178403" x="3067050" y="3803650"/>
          <p14:tracePt t="178424" x="3073400" y="3803650"/>
          <p14:tracePt t="178431" x="3079750" y="3803650"/>
          <p14:tracePt t="178446" x="3092450" y="3797300"/>
          <p14:tracePt t="178460" x="3105150" y="3797300"/>
          <p14:tracePt t="178476" x="3143250" y="3797300"/>
          <p14:tracePt t="178493" x="3175000" y="3797300"/>
          <p14:tracePt t="178509" x="3251200" y="3797300"/>
          <p14:tracePt t="178526" x="3378200" y="3803650"/>
          <p14:tracePt t="178543" x="3549650" y="3835400"/>
          <p14:tracePt t="178560" x="3625850" y="3841750"/>
          <p14:tracePt t="178576" x="3835400" y="3886200"/>
          <p14:tracePt t="178593" x="4064000" y="3911600"/>
          <p14:tracePt t="178609" x="4178300" y="3924300"/>
          <p14:tracePt t="178626" x="4279900" y="3937000"/>
          <p14:tracePt t="178643" x="4622800" y="3956050"/>
          <p14:tracePt t="178660" x="4724400" y="3956050"/>
          <p14:tracePt t="178676" x="4902200" y="3949700"/>
          <p14:tracePt t="178692" x="4965700" y="3949700"/>
          <p14:tracePt t="178709" x="5073650" y="3937000"/>
          <p14:tracePt t="178726" x="5156200" y="3924300"/>
          <p14:tracePt t="178742" x="5187950" y="3917950"/>
          <p14:tracePt t="178759" x="5226050" y="3917950"/>
          <p14:tracePt t="178775" x="5257800" y="3917950"/>
          <p14:tracePt t="178792" x="5270500" y="3917950"/>
          <p14:tracePt t="178809" x="5283200" y="3911600"/>
          <p14:tracePt t="178825" x="5289550" y="3911600"/>
          <p14:tracePt t="178859" x="5289550" y="3905250"/>
          <p14:tracePt t="178922" x="5283200" y="3905250"/>
          <p14:tracePt t="178936" x="5270500" y="3905250"/>
          <p14:tracePt t="178944" x="5251450" y="3898900"/>
          <p14:tracePt t="178959" x="5219700" y="3879850"/>
          <p14:tracePt t="178975" x="5162550" y="3860800"/>
          <p14:tracePt t="178992" x="4813300" y="3778250"/>
          <p14:tracePt t="179008" x="4635500" y="3740150"/>
          <p14:tracePt t="179024" x="4406900" y="3695700"/>
          <p14:tracePt t="179041" x="3949700" y="3657600"/>
          <p14:tracePt t="179058" x="3517900" y="3625850"/>
          <p14:tracePt t="179074" x="3365500" y="3625850"/>
          <p14:tracePt t="179091" x="3073400" y="3619500"/>
          <p14:tracePt t="179107" x="2882900" y="3619500"/>
          <p14:tracePt t="179126" x="2800350" y="3625850"/>
          <p14:tracePt t="179140" x="2781300" y="3625850"/>
          <p14:tracePt t="179157" x="2755900" y="3625850"/>
          <p14:tracePt t="179216" x="2762250" y="3625850"/>
          <p14:tracePt t="179225" x="2768600" y="3625850"/>
          <p14:tracePt t="179237" x="2781300" y="3625850"/>
          <p14:tracePt t="179244" x="2800350" y="3625850"/>
          <p14:tracePt t="179261" x="2838450" y="3625850"/>
          <p14:tracePt t="179274" x="2971800" y="3625850"/>
          <p14:tracePt t="179290" x="3098800" y="3638550"/>
          <p14:tracePt t="179307" x="3435350" y="3670300"/>
          <p14:tracePt t="179323" x="3676650" y="3689350"/>
          <p14:tracePt t="179340" x="4178300" y="3714750"/>
          <p14:tracePt t="179357" x="4686300" y="3759200"/>
          <p14:tracePt t="179374" x="4870450" y="3759200"/>
          <p14:tracePt t="179390" x="5137150" y="3752850"/>
          <p14:tracePt t="179406" x="5365750" y="3746500"/>
          <p14:tracePt t="179423" x="5467350" y="3733800"/>
          <p14:tracePt t="179440" x="5600700" y="3714750"/>
          <p14:tracePt t="179456" x="5683250" y="3689350"/>
          <p14:tracePt t="179473" x="5708650" y="3689350"/>
          <p14:tracePt t="179490" x="5734050" y="3683000"/>
          <p14:tracePt t="179545" x="5734050" y="3676650"/>
          <p14:tracePt t="179588" x="5727700" y="3676650"/>
          <p14:tracePt t="179595" x="5702300" y="3676650"/>
          <p14:tracePt t="179609" x="5638800" y="3676650"/>
          <p14:tracePt t="179623" x="5416550" y="3644900"/>
          <p14:tracePt t="179639" x="5238750" y="3606800"/>
          <p14:tracePt t="179655" x="4991100" y="3575050"/>
          <p14:tracePt t="179672" x="4400550" y="3517900"/>
          <p14:tracePt t="179689" x="3841750" y="3486150"/>
          <p14:tracePt t="179706" x="3606800" y="3492500"/>
          <p14:tracePt t="179722" x="3244850" y="3530600"/>
          <p14:tracePt t="179738" x="3048000" y="3581400"/>
          <p14:tracePt t="179756" x="2927350" y="3632200"/>
          <p14:tracePt t="179772" x="2908300" y="3638550"/>
          <p14:tracePt t="179788" x="2889250" y="3644900"/>
          <p14:tracePt t="179833" x="2895600" y="3651250"/>
          <p14:tracePt t="179847" x="2908300" y="3651250"/>
          <p14:tracePt t="179855" x="2940050" y="3657600"/>
          <p14:tracePt t="179871" x="3003550" y="3663950"/>
          <p14:tracePt t="179888" x="3098800" y="3683000"/>
          <p14:tracePt t="179904" x="3651250" y="3778250"/>
          <p14:tracePt t="179921" x="3873500" y="3803650"/>
          <p14:tracePt t="179938" x="4464050" y="3867150"/>
          <p14:tracePt t="179954" x="4692650" y="3867150"/>
          <p14:tracePt t="179971" x="5016500" y="3860800"/>
          <p14:tracePt t="179988" x="5219700" y="3829050"/>
          <p14:tracePt t="180004" x="5289550" y="3822700"/>
          <p14:tracePt t="180021" x="5327650" y="3810000"/>
          <p14:tracePt t="180037" x="5340350" y="3810000"/>
          <p14:tracePt t="180071" x="5334000" y="3810000"/>
          <p14:tracePt t="180087" x="5327650" y="3810000"/>
          <p14:tracePt t="180103" x="5321300" y="3810000"/>
          <p14:tracePt t="180121" x="5238750" y="3810000"/>
          <p14:tracePt t="180137" x="5035550" y="3784600"/>
          <p14:tracePt t="180154" x="4876800" y="3759200"/>
          <p14:tracePt t="180170" x="4413250" y="3714750"/>
          <p14:tracePt t="180187" x="3911600" y="3689350"/>
          <p14:tracePt t="180204" x="3511550" y="3670300"/>
          <p14:tracePt t="180220" x="3384550" y="3670300"/>
          <p14:tracePt t="180237" x="3295650" y="3676650"/>
          <p14:tracePt t="180254" x="3149600" y="3702050"/>
          <p14:tracePt t="180270" x="3130550" y="3708400"/>
          <p14:tracePt t="180287" x="3124200" y="3708400"/>
          <p14:tracePt t="180303" x="3117850" y="3708400"/>
          <p14:tracePt t="180338" x="3124200" y="3708400"/>
          <p14:tracePt t="180344" x="3130550" y="3708400"/>
          <p14:tracePt t="180358" x="3162300" y="3702050"/>
          <p14:tracePt t="180369" x="3213100" y="3702050"/>
          <p14:tracePt t="180387" x="3390900" y="3702050"/>
          <p14:tracePt t="180403" x="3543300" y="3702050"/>
          <p14:tracePt t="180419" x="3994150" y="3714750"/>
          <p14:tracePt t="180436" x="4597400" y="3727450"/>
          <p14:tracePt t="180453" x="4857750" y="3727450"/>
          <p14:tracePt t="180469" x="5232400" y="3708400"/>
          <p14:tracePt t="180486" x="5422900" y="3695700"/>
          <p14:tracePt t="180502" x="5473700" y="3695700"/>
          <p14:tracePt t="180520" x="5518150" y="3683000"/>
          <p14:tracePt t="180535" x="5524500" y="3683000"/>
          <p14:tracePt t="180569" x="5524500" y="3676650"/>
          <p14:tracePt t="180625" x="5524500" y="3670300"/>
          <p14:tracePt t="180779" x="5524500" y="3663950"/>
          <p14:tracePt t="180877" x="5518150" y="3663950"/>
          <p14:tracePt t="181268" x="5492750" y="3663950"/>
          <p14:tracePt t="181275" x="5454650" y="3663950"/>
          <p14:tracePt t="181289" x="5403850" y="3663950"/>
          <p14:tracePt t="181299" x="5340350" y="3663950"/>
          <p14:tracePt t="181317" x="5289550" y="3663950"/>
          <p14:tracePt t="181332" x="5162550" y="3663950"/>
          <p14:tracePt t="181349" x="5010150" y="3663950"/>
          <p14:tracePt t="181367" x="4857750" y="3663950"/>
          <p14:tracePt t="181383" x="4775200" y="3670300"/>
          <p14:tracePt t="181399" x="4648200" y="3683000"/>
          <p14:tracePt t="181416" x="4584700" y="3689350"/>
          <p14:tracePt t="181433" x="4572000" y="3689350"/>
          <p14:tracePt t="181449" x="4565650" y="3695700"/>
          <p14:tracePt t="181507" x="4572000" y="3695700"/>
          <p14:tracePt t="181521" x="4578350" y="3695700"/>
          <p14:tracePt t="181535" x="4584700" y="3695700"/>
          <p14:tracePt t="181549" x="4591050" y="3695700"/>
          <p14:tracePt t="181556" x="4597400" y="3695700"/>
          <p14:tracePt t="181570" x="4603750" y="3695700"/>
          <p14:tracePt t="181582" x="4629150" y="3695700"/>
          <p14:tracePt t="181599" x="4673600" y="3695700"/>
          <p14:tracePt t="181615" x="4718050" y="3695700"/>
          <p14:tracePt t="181632" x="4845050" y="3708400"/>
          <p14:tracePt t="181648" x="4991100" y="3727450"/>
          <p14:tracePt t="181665" x="5067300" y="3733800"/>
          <p14:tracePt t="181682" x="5187950" y="3752850"/>
          <p14:tracePt t="181698" x="5245100" y="3759200"/>
          <p14:tracePt t="181715" x="5264150" y="3759200"/>
          <p14:tracePt t="181732" x="5276850" y="3759200"/>
          <p14:tracePt t="181748" x="5283200" y="3759200"/>
          <p14:tracePt t="181871" x="5276850" y="3765550"/>
          <p14:tracePt t="182130" x="5270500" y="3765550"/>
          <p14:tracePt t="182647" x="5289550" y="3765550"/>
          <p14:tracePt t="182661" x="5334000" y="3759200"/>
          <p14:tracePt t="182668" x="5378450" y="3740150"/>
          <p14:tracePt t="182682" x="5410200" y="3727450"/>
          <p14:tracePt t="182696" x="5461000" y="3695700"/>
          <p14:tracePt t="182712" x="5492750" y="3683000"/>
          <p14:tracePt t="182728" x="5511800" y="3663950"/>
          <p14:tracePt t="182745" x="5537200" y="3651250"/>
          <p14:tracePt t="182761" x="5549900" y="3638550"/>
          <p14:tracePt t="182795" x="5556250" y="3632200"/>
          <p14:tracePt t="182871" x="5556250" y="3625850"/>
          <p14:tracePt t="182899" x="5549900" y="3625850"/>
          <p14:tracePt t="182905" x="5543550" y="3625850"/>
          <p14:tracePt t="182919" x="5537200" y="3625850"/>
          <p14:tracePt t="182941" x="5530850" y="3625850"/>
          <p14:tracePt t="182948" x="5518150" y="3625850"/>
          <p14:tracePt t="182963" x="5511800" y="3625850"/>
          <p14:tracePt t="182977" x="5486400" y="3619500"/>
          <p14:tracePt t="182994" x="5473700" y="3619500"/>
          <p14:tracePt t="183012" x="5448300" y="3613150"/>
          <p14:tracePt t="183028" x="5435600" y="3613150"/>
          <p14:tracePt t="183044" x="5416550" y="3613150"/>
          <p14:tracePt t="183060" x="5410200" y="3613150"/>
          <p14:tracePt t="183077" x="5403850" y="3613150"/>
          <p14:tracePt t="183102" x="5410200" y="3613150"/>
          <p14:tracePt t="183111" x="5416550" y="3613150"/>
          <p14:tracePt t="183127" x="5435600" y="3619500"/>
          <p14:tracePt t="183144" x="5480050" y="3638550"/>
          <p14:tracePt t="183160" x="5575300" y="3651250"/>
          <p14:tracePt t="183177" x="5613400" y="3663950"/>
          <p14:tracePt t="183193" x="5695950" y="3670300"/>
          <p14:tracePt t="183210" x="5746750" y="3670300"/>
          <p14:tracePt t="183227" x="5765800" y="3676650"/>
          <p14:tracePt t="183243" x="5784850" y="3676650"/>
          <p14:tracePt t="183260" x="5797550" y="3676650"/>
          <p14:tracePt t="183298" x="5791200" y="3676650"/>
          <p14:tracePt t="183312" x="5784850" y="3676650"/>
          <p14:tracePt t="183327" x="5753100" y="3683000"/>
          <p14:tracePt t="183343" x="5734050" y="3689350"/>
          <p14:tracePt t="183359" x="5715000" y="3689350"/>
          <p14:tracePt t="183376" x="5638800" y="3695700"/>
          <p14:tracePt t="183392" x="5530850" y="3714750"/>
          <p14:tracePt t="183410" x="5486400" y="3727450"/>
          <p14:tracePt t="183426" x="5403850" y="3733800"/>
          <p14:tracePt t="183442" x="5359400" y="3733800"/>
          <p14:tracePt t="183459" x="5340350" y="3733800"/>
          <p14:tracePt t="183475" x="5334000" y="3733800"/>
          <p14:tracePt t="183492" x="5327650" y="3733800"/>
          <p14:tracePt t="183525" x="5334000" y="3733800"/>
          <p14:tracePt t="183542" x="5346700" y="3733800"/>
          <p14:tracePt t="183558" x="5372100" y="3733800"/>
          <p14:tracePt t="183575" x="5391150" y="3733800"/>
          <p14:tracePt t="183592" x="5461000" y="3727450"/>
          <p14:tracePt t="183608" x="5562600" y="3714750"/>
          <p14:tracePt t="183625" x="5626100" y="3714750"/>
          <p14:tracePt t="183642" x="5721350" y="3708400"/>
          <p14:tracePt t="183658" x="5759450" y="3708400"/>
          <p14:tracePt t="183675" x="5791200" y="3702050"/>
          <p14:tracePt t="183691" x="5803900" y="3702050"/>
          <p14:tracePt t="183708" x="5810250" y="3702050"/>
          <p14:tracePt t="183767" x="5803900" y="3702050"/>
          <p14:tracePt t="183788" x="5797550" y="3702050"/>
          <p14:tracePt t="183809" x="5791200" y="3702050"/>
          <p14:tracePt t="183816" x="5784850" y="3702050"/>
          <p14:tracePt t="183851" x="5778500" y="3702050"/>
          <p14:tracePt t="183859" x="5772150" y="3702050"/>
          <p14:tracePt t="184160" x="5772150" y="3670300"/>
          <p14:tracePt t="184166" x="5772150" y="3619500"/>
          <p14:tracePt t="184181" x="5772150" y="3556000"/>
          <p14:tracePt t="184189" x="5772150" y="3492500"/>
          <p14:tracePt t="184206" x="5772150" y="3416300"/>
          <p14:tracePt t="184223" x="5772150" y="3225800"/>
          <p14:tracePt t="184240" x="5740400" y="3022600"/>
          <p14:tracePt t="184256" x="5721350" y="2927350"/>
          <p14:tracePt t="184273" x="5689600" y="2762250"/>
          <p14:tracePt t="184289" x="5664200" y="2692400"/>
          <p14:tracePt t="184307" x="5613400" y="2520950"/>
          <p14:tracePt t="184322" x="5613400" y="2463800"/>
          <p14:tracePt t="184340" x="5607050" y="2425700"/>
          <p14:tracePt t="184356" x="5594350" y="2368550"/>
          <p14:tracePt t="184372" x="5575300" y="2305050"/>
          <p14:tracePt t="184389" x="5568950" y="2286000"/>
          <p14:tracePt t="184406" x="5562600" y="2247900"/>
          <p14:tracePt t="184422" x="5556250" y="2209800"/>
          <p14:tracePt t="184440" x="5549900" y="2184400"/>
          <p14:tracePt t="184472" x="5549900" y="2171700"/>
          <p14:tracePt t="184489" x="5543550" y="2152650"/>
          <p14:tracePt t="184505" x="5543550" y="2139950"/>
          <p14:tracePt t="184522" x="5537200" y="2127250"/>
          <p14:tracePt t="184539" x="5537200" y="2120900"/>
          <p14:tracePt t="184571" x="5537200" y="2114550"/>
          <p14:tracePt t="184713" x="5537200" y="2120900"/>
          <p14:tracePt t="184769" x="5537200" y="2127250"/>
          <p14:tracePt t="184797" x="5537200" y="2133600"/>
          <p14:tracePt t="184887" x="5537200" y="2139950"/>
          <p14:tracePt t="184958" x="5537200" y="2146300"/>
          <p14:tracePt t="185007" x="5537200" y="2152650"/>
          <p14:tracePt t="185042" x="5530850" y="2159000"/>
          <p14:tracePt t="185063" x="5530850" y="2165350"/>
          <p14:tracePt t="185071" x="5530850" y="2171700"/>
          <p14:tracePt t="185077" x="5530850" y="2178050"/>
          <p14:tracePt t="185091" x="5524500" y="2197100"/>
          <p14:tracePt t="185107" x="5518150" y="2216150"/>
          <p14:tracePt t="185120" x="5505450" y="2254250"/>
          <p14:tracePt t="185136" x="5480050" y="2387600"/>
          <p14:tracePt t="185154" x="5441950" y="2559050"/>
          <p14:tracePt t="185170" x="5384800" y="2781300"/>
          <p14:tracePt t="185186" x="5353050" y="2882900"/>
          <p14:tracePt t="185204" x="5314950" y="3079750"/>
          <p14:tracePt t="185219" x="5276850" y="3232150"/>
          <p14:tracePt t="185236" x="5264150" y="3289300"/>
          <p14:tracePt t="185253" x="5251450" y="3359150"/>
          <p14:tracePt t="185270" x="5251450" y="3371850"/>
          <p14:tracePt t="185286" x="5245100" y="3397250"/>
          <p14:tracePt t="185303" x="5245100" y="3409950"/>
          <p14:tracePt t="185344" x="5245100" y="3416300"/>
          <p14:tracePt t="185352" x="5238750" y="3416300"/>
          <p14:tracePt t="185393" x="5238750" y="3429000"/>
          <p14:tracePt t="185399" x="5238750" y="3435350"/>
          <p14:tracePt t="185414" x="5232400" y="3448050"/>
          <p14:tracePt t="185422" x="5232400" y="3460750"/>
          <p14:tracePt t="185435" x="5232400" y="3467100"/>
          <p14:tracePt t="185452" x="5232400" y="3479800"/>
          <p14:tracePt t="185470" x="5226050" y="3492500"/>
          <p14:tracePt t="185502" x="5226050" y="3498850"/>
          <p14:tracePt t="185533" x="5226050" y="3505200"/>
          <p14:tracePt t="185603" x="5232400" y="3492500"/>
          <p14:tracePt t="185609" x="5232400" y="3486150"/>
          <p14:tracePt t="185624" x="5245100" y="3467100"/>
          <p14:tracePt t="185634" x="5251450" y="3441700"/>
          <p14:tracePt t="185652" x="5302250" y="3327400"/>
          <p14:tracePt t="185668" x="5327650" y="3251200"/>
          <p14:tracePt t="185685" x="5403850" y="3041650"/>
          <p14:tracePt t="185702" x="5467350" y="2844800"/>
          <p14:tracePt t="185718" x="5492750" y="2749550"/>
          <p14:tracePt t="185734" x="5543550" y="2616200"/>
          <p14:tracePt t="185751" x="5568950" y="2533650"/>
          <p14:tracePt t="185768" x="5575300" y="2508250"/>
          <p14:tracePt t="185785" x="5588000" y="2476500"/>
          <p14:tracePt t="185801" x="5588000" y="2457450"/>
          <p14:tracePt t="185818" x="5588000" y="2451100"/>
          <p14:tracePt t="185851" x="5594350" y="2444750"/>
          <p14:tracePt t="185870" x="5594350" y="2432050"/>
          <p14:tracePt t="185884" x="5594350" y="2419350"/>
          <p14:tracePt t="185901" x="5594350" y="2406650"/>
          <p14:tracePt t="185919" x="5594350" y="2355850"/>
          <p14:tracePt t="185934" x="5594350" y="2330450"/>
          <p14:tracePt t="185950" x="5594350" y="2311400"/>
          <p14:tracePt t="185967" x="5594350" y="2260600"/>
          <p14:tracePt t="185983" x="5594350" y="2228850"/>
          <p14:tracePt t="186000" x="5594350" y="2216150"/>
          <p14:tracePt t="186017" x="5594350" y="2203450"/>
          <p14:tracePt t="186033" x="5594350" y="2197100"/>
          <p14:tracePt t="186072" x="5600700" y="2190750"/>
          <p14:tracePt t="186402" x="5594350" y="2184400"/>
          <p14:tracePt t="186408" x="5581650" y="2184400"/>
          <p14:tracePt t="186423" x="5568950" y="2178050"/>
          <p14:tracePt t="186432" x="5549900" y="2171700"/>
          <p14:tracePt t="186449" x="5511800" y="2165350"/>
          <p14:tracePt t="186465" x="5384800" y="2114550"/>
          <p14:tracePt t="186482" x="5213350" y="2057400"/>
          <p14:tracePt t="186500" x="4984750" y="1993900"/>
          <p14:tracePt t="186514" x="4832350" y="1943100"/>
          <p14:tracePt t="186532" x="4705350" y="1911350"/>
          <p14:tracePt t="186549" x="4330700" y="1816100"/>
          <p14:tracePt t="186565" x="4216400" y="1784350"/>
          <p14:tracePt t="186581" x="4114800" y="1765300"/>
          <p14:tracePt t="186598" x="3892550" y="1720850"/>
          <p14:tracePt t="186615" x="3721100" y="1682750"/>
          <p14:tracePt t="186631" x="3644900" y="1670050"/>
          <p14:tracePt t="186648" x="3524250" y="1644650"/>
          <p14:tracePt t="186664" x="3390900" y="1619250"/>
          <p14:tracePt t="186682" x="3295650" y="1587500"/>
          <p14:tracePt t="186698" x="3244850" y="1581150"/>
          <p14:tracePt t="186714" x="3175000" y="1574800"/>
          <p14:tracePt t="186731" x="3124200" y="1568450"/>
          <p14:tracePt t="186748" x="3111500" y="1568450"/>
          <p14:tracePt t="186764" x="3079750" y="1562100"/>
          <p14:tracePt t="186781" x="3041650" y="1555750"/>
          <p14:tracePt t="186797" x="3022600" y="1555750"/>
          <p14:tracePt t="186815" x="2990850" y="1549400"/>
          <p14:tracePt t="186831" x="2933700" y="1530350"/>
          <p14:tracePt t="186847" x="2901950" y="1524000"/>
          <p14:tracePt t="186864" x="2838450" y="1517650"/>
          <p14:tracePt t="186880" x="2800350" y="1511300"/>
          <p14:tracePt t="186897" x="2749550" y="1492250"/>
          <p14:tracePt t="186914" x="2711450" y="1492250"/>
          <p14:tracePt t="186930" x="2698750" y="1485900"/>
          <p14:tracePt t="186947" x="2673350" y="1485900"/>
          <p14:tracePt t="186963" x="2654300" y="1485900"/>
          <p14:tracePt t="186980" x="2654300" y="1479550"/>
          <p14:tracePt t="186997" x="2647950" y="1479550"/>
          <p14:tracePt t="187013" x="2635250" y="1479550"/>
          <p14:tracePt t="187249" x="2686050" y="1485900"/>
          <p14:tracePt t="187264" x="2794000" y="1511300"/>
          <p14:tracePt t="187270" x="2921000" y="1530350"/>
          <p14:tracePt t="187284" x="3048000" y="1562100"/>
          <p14:tracePt t="187295" x="3232150" y="1612900"/>
          <p14:tracePt t="187313" x="3651250" y="1739900"/>
          <p14:tracePt t="187329" x="3892550" y="1828800"/>
          <p14:tracePt t="187345" x="4368800" y="1993900"/>
          <p14:tracePt t="187362" x="4775200" y="2146300"/>
          <p14:tracePt t="187379" x="4908550" y="2190750"/>
          <p14:tracePt t="187396" x="5118100" y="2254250"/>
          <p14:tracePt t="187412" x="5238750" y="2292350"/>
          <p14:tracePt t="187429" x="5276850" y="2298700"/>
          <p14:tracePt t="187446" x="5340350" y="2305050"/>
          <p14:tracePt t="187462" x="5378450" y="2305050"/>
          <p14:tracePt t="187479" x="5397500" y="2305050"/>
          <p14:tracePt t="187495" x="5448300" y="2305050"/>
          <p14:tracePt t="187512" x="5480050" y="2305050"/>
          <p14:tracePt t="187529" x="5505450" y="2298700"/>
          <p14:tracePt t="187545" x="5524500" y="2298700"/>
          <p14:tracePt t="187561" x="5530850" y="2298700"/>
          <p14:tracePt t="187579" x="5543550" y="2298700"/>
          <p14:tracePt t="187595" x="5556250" y="2292350"/>
          <p14:tracePt t="187611" x="5562600" y="2292350"/>
          <p14:tracePt t="187880" x="5562600" y="2305050"/>
          <p14:tracePt t="187895" x="5556250" y="2317750"/>
          <p14:tracePt t="187901" x="5537200" y="2349500"/>
          <p14:tracePt t="187915" x="5518150" y="2387600"/>
          <p14:tracePt t="187926" x="5499100" y="2470150"/>
          <p14:tracePt t="187944" x="5403850" y="2679700"/>
          <p14:tracePt t="187960" x="5353050" y="2800350"/>
          <p14:tracePt t="187977" x="5213350" y="3079750"/>
          <p14:tracePt t="187993" x="5105400" y="3308350"/>
          <p14:tracePt t="188010" x="5054600" y="3409950"/>
          <p14:tracePt t="188027" x="4972050" y="3562350"/>
          <p14:tracePt t="188043" x="4927600" y="3663950"/>
          <p14:tracePt t="188060" x="4902200" y="3695700"/>
          <p14:tracePt t="188076" x="4889500" y="3721100"/>
          <p14:tracePt t="188093" x="4883150" y="3733800"/>
          <p14:tracePt t="188109" x="4883150" y="3740150"/>
          <p14:tracePt t="188161" x="4876800" y="3740150"/>
          <p14:tracePt t="188413" x="4895850" y="3740150"/>
          <p14:tracePt t="188426" x="4933950" y="3740150"/>
          <p14:tracePt t="188434" x="4984750" y="3740150"/>
          <p14:tracePt t="188442" x="5035550" y="3740150"/>
          <p14:tracePt t="188459" x="5086350" y="3740150"/>
          <p14:tracePt t="188476" x="5181600" y="3740150"/>
          <p14:tracePt t="188491" x="5238750" y="3740150"/>
          <p14:tracePt t="188508" x="5257800" y="3740150"/>
          <p14:tracePt t="188525" x="5276850" y="3740150"/>
          <p14:tracePt t="188541" x="5283200" y="3740150"/>
          <p14:tracePt t="188595" x="5270500" y="3740150"/>
          <p14:tracePt t="188602" x="5264150" y="3740150"/>
          <p14:tracePt t="188616" x="5245100" y="3740150"/>
          <p14:tracePt t="188624" x="5232400" y="3740150"/>
          <p14:tracePt t="188641" x="5207000" y="3727450"/>
          <p14:tracePt t="188659" x="5124450" y="3721100"/>
          <p14:tracePt t="188675" x="5041900" y="3714750"/>
          <p14:tracePt t="188691" x="5003800" y="3708400"/>
          <p14:tracePt t="188708" x="4946650" y="3695700"/>
          <p14:tracePt t="188725" x="4908550" y="3695700"/>
          <p14:tracePt t="188741" x="4895850" y="3689350"/>
          <p14:tracePt t="188805" x="4902200" y="3689350"/>
          <p14:tracePt t="188812" x="4921250" y="3689350"/>
          <p14:tracePt t="188827" x="4946650" y="3689350"/>
          <p14:tracePt t="188840" x="4991100" y="3689350"/>
          <p14:tracePt t="188857" x="5111750" y="3689350"/>
          <p14:tracePt t="188874" x="5187950" y="3689350"/>
          <p14:tracePt t="188877" x="5264150" y="3695700"/>
          <p14:tracePt t="188891" x="5340350" y="3695700"/>
          <p14:tracePt t="188907" x="5454650" y="3695700"/>
          <p14:tracePt t="188925" x="5505450" y="3695700"/>
          <p14:tracePt t="188941" x="5511800" y="3695700"/>
          <p14:tracePt t="188957" x="5524500" y="3695700"/>
          <p14:tracePt t="188990" x="5518150" y="3695700"/>
          <p14:tracePt t="189007" x="5492750" y="3695700"/>
          <p14:tracePt t="189024" x="5441950" y="3695700"/>
          <p14:tracePt t="189040" x="5391150" y="3695700"/>
          <p14:tracePt t="189058" x="5251450" y="3695700"/>
          <p14:tracePt t="189073" x="5099050" y="3702050"/>
          <p14:tracePt t="189090" x="5035550" y="3702050"/>
          <p14:tracePt t="189107" x="4953000" y="3714750"/>
          <p14:tracePt t="189123" x="4933950" y="3714750"/>
          <p14:tracePt t="189139" x="4914900" y="3721100"/>
          <p14:tracePt t="189182" x="4921250" y="3721100"/>
          <p14:tracePt t="189197" x="4940300" y="3721100"/>
          <p14:tracePt t="189206" x="4959350" y="3721100"/>
          <p14:tracePt t="189223" x="4991100" y="3721100"/>
          <p14:tracePt t="189240" x="5092700" y="3721100"/>
          <p14:tracePt t="189256" x="5207000" y="3721100"/>
          <p14:tracePt t="189273" x="5270500" y="3721100"/>
          <p14:tracePt t="189289" x="5353050" y="3708400"/>
          <p14:tracePt t="189305" x="5378450" y="3708400"/>
          <p14:tracePt t="189372" x="5365750" y="3708400"/>
          <p14:tracePt t="189386" x="5346700" y="3708400"/>
          <p14:tracePt t="189394" x="5314950" y="3708400"/>
          <p14:tracePt t="189409" x="5289550" y="3702050"/>
          <p14:tracePt t="189422" x="5194300" y="3702050"/>
          <p14:tracePt t="189439" x="5143500" y="3702050"/>
          <p14:tracePt t="189455" x="5105400" y="3695700"/>
          <p14:tracePt t="189472" x="5035550" y="3695700"/>
          <p14:tracePt t="189488" x="5010150" y="3695700"/>
          <p14:tracePt t="189521" x="5003800" y="3695700"/>
          <p14:tracePt t="189538" x="5022850" y="3695700"/>
          <p14:tracePt t="189555" x="5073650" y="3695700"/>
          <p14:tracePt t="189571" x="5124450" y="3695700"/>
          <p14:tracePt t="189588" x="5264150" y="3702050"/>
          <p14:tracePt t="189604" x="5410200" y="3714750"/>
          <p14:tracePt t="189621" x="5473700" y="3714750"/>
          <p14:tracePt t="189639" x="5530850" y="3721100"/>
          <p14:tracePt t="189654" x="5549900" y="3721100"/>
          <p14:tracePt t="189671" x="5556250" y="3721100"/>
          <p14:tracePt t="189716" x="5537200" y="3721100"/>
          <p14:tracePt t="189724" x="5505450" y="3721100"/>
          <p14:tracePt t="189740" x="5486400" y="3721100"/>
          <p14:tracePt t="189754" x="5435600" y="3721100"/>
          <p14:tracePt t="189770" x="5308600" y="3727450"/>
          <p14:tracePt t="189787" x="5175250" y="3740150"/>
          <p14:tracePt t="189803" x="5111750" y="3740150"/>
          <p14:tracePt t="189821" x="5048250" y="3746500"/>
          <p14:tracePt t="189837" x="5022850" y="3746500"/>
          <p14:tracePt t="189854" x="5016500" y="3746500"/>
          <p14:tracePt t="189886" x="5022850" y="3746500"/>
          <p14:tracePt t="189903" x="5041900" y="3746500"/>
          <p14:tracePt t="189920" x="5086350" y="3746500"/>
          <p14:tracePt t="189936" x="5130800" y="3746500"/>
          <p14:tracePt t="189954" x="5175250" y="3746500"/>
          <p14:tracePt t="189969" x="5187950" y="3746500"/>
          <p14:tracePt t="189986" x="5207000" y="3746500"/>
          <p14:tracePt t="190046" x="5194300" y="3746500"/>
          <p14:tracePt t="190054" x="5187950" y="3746500"/>
          <p14:tracePt t="190067" x="5168900" y="3746500"/>
          <p14:tracePt t="190073" x="5149850" y="3746500"/>
          <p14:tracePt t="190089" x="5111750" y="3740150"/>
          <p14:tracePt t="190103" x="5041900" y="3727450"/>
          <p14:tracePt t="190119" x="4864100" y="3695700"/>
          <p14:tracePt t="190137" x="4584700" y="3663950"/>
          <p14:tracePt t="190152" x="4387850" y="3638550"/>
          <p14:tracePt t="190169" x="4000500" y="3600450"/>
          <p14:tracePt t="190186" x="3702050" y="3568700"/>
          <p14:tracePt t="190202" x="3562350" y="3568700"/>
          <p14:tracePt t="190219" x="3359150" y="3568700"/>
          <p14:tracePt t="190236" x="3225800" y="3587750"/>
          <p14:tracePt t="190252" x="3187700" y="3600450"/>
          <p14:tracePt t="190269" x="3136900" y="3606800"/>
          <p14:tracePt t="190285" x="3105150" y="3619500"/>
          <p14:tracePt t="190302" x="3092450" y="3625850"/>
          <p14:tracePt t="190319" x="3079750" y="3625850"/>
          <p14:tracePt t="190335" x="3073400" y="3632200"/>
          <p14:tracePt t="190370" x="3067050" y="3632200"/>
          <p14:tracePt t="190445" x="3060700" y="3638550"/>
          <p14:tracePt t="190564" x="3067050" y="3638550"/>
          <p14:tracePt t="190578" x="3073400" y="3638550"/>
          <p14:tracePt t="190587" x="3086100" y="3638550"/>
          <p14:tracePt t="190601" x="3092450" y="3638550"/>
          <p14:tracePt t="190618" x="3124200" y="3638550"/>
          <p14:tracePt t="190635" x="3181350" y="3638550"/>
          <p14:tracePt t="190651" x="3206750" y="3638550"/>
          <p14:tracePt t="190667" x="3238500" y="3638550"/>
          <p14:tracePt t="190684" x="3289300" y="3638550"/>
          <p14:tracePt t="190701" x="3302000" y="3638550"/>
          <p14:tracePt t="190718" x="3308350" y="3638550"/>
          <p14:tracePt t="190751" x="3270250" y="3638550"/>
          <p14:tracePt t="190768" x="3200400" y="3638550"/>
          <p14:tracePt t="190784" x="3136900" y="3644900"/>
          <p14:tracePt t="190800" x="2990850" y="3651250"/>
          <p14:tracePt t="190817" x="2838450" y="3683000"/>
          <p14:tracePt t="190833" x="2781300" y="3689350"/>
          <p14:tracePt t="190850" x="2698750" y="3702050"/>
          <p14:tracePt t="190867" x="2667000" y="3714750"/>
          <p14:tracePt t="190883" x="2654300" y="3714750"/>
          <p14:tracePt t="190900" x="2647950" y="3714750"/>
          <p14:tracePt t="190928" x="2647950" y="3721100"/>
          <p14:tracePt t="190936" x="2660650" y="3721100"/>
          <p14:tracePt t="190952" x="2692400" y="3721100"/>
          <p14:tracePt t="190966" x="2794000" y="3721100"/>
          <p14:tracePt t="190984" x="2959100" y="3721100"/>
          <p14:tracePt t="191000" x="3048000" y="3721100"/>
          <p14:tracePt t="191016" x="3136900" y="3714750"/>
          <p14:tracePt t="191034" x="3302000" y="3714750"/>
          <p14:tracePt t="191049" x="3321050" y="3714750"/>
          <p14:tracePt t="191066" x="3333750" y="3714750"/>
          <p14:tracePt t="191083" x="3352800" y="3714750"/>
          <p14:tracePt t="191160" x="3346450" y="3714750"/>
          <p14:tracePt t="191167" x="3340100" y="3714750"/>
          <p14:tracePt t="191188" x="3327400" y="3714750"/>
          <p14:tracePt t="191195" x="3302000" y="3714750"/>
          <p14:tracePt t="191209" x="3282950" y="3714750"/>
          <p14:tracePt t="191219" x="3257550" y="3714750"/>
          <p14:tracePt t="191231" x="3225800" y="3721100"/>
          <p14:tracePt t="191249" x="3149600" y="3733800"/>
          <p14:tracePt t="191265" x="3060700" y="3746500"/>
          <p14:tracePt t="191282" x="3035300" y="3752850"/>
          <p14:tracePt t="191298" x="3016250" y="3752850"/>
          <p14:tracePt t="191315" x="2984500" y="3759200"/>
          <p14:tracePt t="191332" x="2978150" y="3759200"/>
          <p14:tracePt t="191365" x="2984500" y="3759200"/>
          <p14:tracePt t="191381" x="3022600" y="3759200"/>
          <p14:tracePt t="191385" x="3060700" y="3752850"/>
          <p14:tracePt t="191401" x="3130550" y="3746500"/>
          <p14:tracePt t="191415" x="3206750" y="3733800"/>
          <p14:tracePt t="191431" x="3384550" y="3714750"/>
          <p14:tracePt t="191448" x="3543300" y="3695700"/>
          <p14:tracePt t="191465" x="3581400" y="3695700"/>
          <p14:tracePt t="191482" x="3625850" y="3689350"/>
          <p14:tracePt t="191498" x="3638550" y="3689350"/>
          <p14:tracePt t="191609" x="3632200" y="3689350"/>
          <p14:tracePt t="192258" x="3600450" y="3702050"/>
          <p14:tracePt t="192265" x="3562350" y="3740150"/>
          <p14:tracePt t="192281" x="3543300" y="3759200"/>
          <p14:tracePt t="192295" x="3511550" y="3784600"/>
          <p14:tracePt t="192312" x="3454400" y="3822700"/>
          <p14:tracePt t="192329" x="3429000" y="3860800"/>
          <p14:tracePt t="192345" x="3416300" y="3873500"/>
          <p14:tracePt t="192362" x="3397250" y="3892550"/>
          <p14:tracePt t="192379" x="3378200" y="3911600"/>
          <p14:tracePt t="192395" x="3371850" y="3917950"/>
          <p14:tracePt t="192399" x="3365500" y="3917950"/>
          <p14:tracePt t="192411" x="3365500" y="3924300"/>
          <p14:tracePt t="192428" x="3352800" y="3937000"/>
          <p14:tracePt t="192444" x="3352800" y="3943350"/>
          <p14:tracePt t="192462" x="3340100" y="3956050"/>
          <p14:tracePt t="192478" x="3327400" y="3981450"/>
          <p14:tracePt t="192494" x="3321050" y="3981450"/>
          <p14:tracePt t="192511" x="3308350" y="4019550"/>
          <p14:tracePt t="192528" x="3302000" y="4032250"/>
          <p14:tracePt t="192544" x="3289300" y="4057650"/>
          <p14:tracePt t="192561" x="3282950" y="4070350"/>
          <p14:tracePt t="192577" x="3276600" y="4076700"/>
          <p14:tracePt t="192594" x="3270250" y="4083050"/>
          <p14:tracePt t="192611" x="3270250" y="4089400"/>
          <p14:tracePt t="192644" x="3263900" y="4095750"/>
          <p14:tracePt t="192679" x="3257550" y="4095750"/>
          <p14:tracePt t="192707" x="3251200" y="4102100"/>
          <p14:tracePt t="192742" x="3244850" y="4102100"/>
          <p14:tracePt t="192770" x="3238500" y="4102100"/>
          <p14:tracePt t="192980" x="3225800" y="4102100"/>
          <p14:tracePt t="192987" x="3206750" y="4102100"/>
          <p14:tracePt t="193001" x="3187700" y="4089400"/>
          <p14:tracePt t="193009" x="3149600" y="4089400"/>
          <p14:tracePt t="193025" x="3117850" y="4089400"/>
          <p14:tracePt t="193043" x="3028950" y="4095750"/>
          <p14:tracePt t="193059" x="2882900" y="4121150"/>
          <p14:tracePt t="193076" x="2819400" y="4152900"/>
          <p14:tracePt t="193092" x="2654300" y="4222750"/>
          <p14:tracePt t="193109" x="2501900" y="4324350"/>
          <p14:tracePt t="193126" x="2432050" y="4375150"/>
          <p14:tracePt t="193143" x="2305050" y="4495800"/>
          <p14:tracePt t="193159" x="2241550" y="4578350"/>
          <p14:tracePt t="193176" x="2063750" y="4838700"/>
          <p14:tracePt t="193191" x="2012950" y="4914900"/>
          <p14:tracePt t="193208" x="1962150" y="4997450"/>
          <p14:tracePt t="193226" x="1898650" y="5124450"/>
          <p14:tracePt t="193242" x="1854200" y="5213350"/>
          <p14:tracePt t="193259" x="1841500" y="5251450"/>
          <p14:tracePt t="193275" x="1828800" y="5302250"/>
          <p14:tracePt t="193292" x="1828800" y="5346700"/>
          <p14:tracePt t="193309" x="1828800" y="5353050"/>
          <p14:tracePt t="193324" x="1847850" y="5353050"/>
          <p14:tracePt t="193603" x="1778000" y="5416550"/>
          <p14:tracePt t="193610" x="1695450" y="5499100"/>
          <p14:tracePt t="193624" x="1600200" y="5626100"/>
          <p14:tracePt t="193641" x="1409700" y="5861050"/>
          <p14:tracePt t="193657" x="1333500" y="5956300"/>
          <p14:tracePt t="193674" x="1187450" y="6108700"/>
          <p14:tracePt t="193690" x="1092200" y="6203950"/>
          <p14:tracePt t="193707" x="1060450" y="6235700"/>
          <p14:tracePt t="193723" x="1022350" y="6267450"/>
          <p14:tracePt t="193740" x="1009650" y="6280150"/>
          <p14:tracePt t="193758" x="984250" y="6299200"/>
          <p14:tracePt t="193773" x="977900" y="6299200"/>
          <p14:tracePt t="193827" x="984250" y="6299200"/>
          <p14:tracePt t="193848" x="990600" y="6299200"/>
          <p14:tracePt t="193862" x="1003300" y="6292850"/>
          <p14:tracePt t="193869" x="1022350" y="6286500"/>
          <p14:tracePt t="193883" x="1060450" y="6267450"/>
          <p14:tracePt t="193892" x="1117600" y="6242050"/>
          <p14:tracePt t="193906" x="1187450" y="6210300"/>
          <p14:tracePt t="193923" x="1352550" y="6102350"/>
          <p14:tracePt t="193939" x="1562100" y="5899150"/>
          <p14:tracePt t="193956" x="1676400" y="5759450"/>
          <p14:tracePt t="193973" x="1803400" y="5575300"/>
          <p14:tracePt t="193989" x="2101850" y="4895850"/>
          <p14:tracePt t="194006" x="2171700" y="4686300"/>
          <p14:tracePt t="194023" x="2241550" y="4394200"/>
          <p14:tracePt t="194039" x="2260600" y="4197350"/>
          <p14:tracePt t="194055" x="2260600" y="4146550"/>
          <p14:tracePt t="194073" x="2260600" y="4076700"/>
          <p14:tracePt t="194089" x="2247900" y="4051300"/>
          <p14:tracePt t="194105" x="2247900" y="4038600"/>
          <p14:tracePt t="194122" x="2247900" y="4025900"/>
          <p14:tracePt t="194156" x="2247900" y="4013200"/>
          <p14:tracePt t="194172" x="2254250" y="4013200"/>
          <p14:tracePt t="194188" x="2254250" y="4006850"/>
          <p14:tracePt t="194205" x="2260600" y="4006850"/>
          <p14:tracePt t="194222" x="2266950" y="3994150"/>
          <p14:tracePt t="194238" x="2266950" y="3981450"/>
          <p14:tracePt t="194255" x="2266950" y="3930650"/>
          <p14:tracePt t="194272" x="2266950" y="3854450"/>
          <p14:tracePt t="194289" x="2260600" y="3822700"/>
          <p14:tracePt t="194305" x="2260600" y="3784600"/>
          <p14:tracePt t="194321" x="2260600" y="3752850"/>
          <p14:tracePt t="194339" x="2254250" y="3733800"/>
          <p14:tracePt t="194371" x="2254250" y="3727450"/>
          <p14:tracePt t="194391" x="2247900" y="3727450"/>
          <p14:tracePt t="194570" x="2254250" y="3727450"/>
          <p14:tracePt t="194584" x="2260600" y="3727450"/>
          <p14:tracePt t="194591" x="2273300" y="3727450"/>
          <p14:tracePt t="194604" x="2286000" y="3727450"/>
          <p14:tracePt t="194620" x="2336800" y="3721100"/>
          <p14:tracePt t="194637" x="2374900" y="3721100"/>
          <p14:tracePt t="194654" x="2514600" y="3714750"/>
          <p14:tracePt t="194670" x="2692400" y="3702050"/>
          <p14:tracePt t="194687" x="2806700" y="3695700"/>
          <p14:tracePt t="194704" x="3048000" y="3683000"/>
          <p14:tracePt t="194720" x="3175000" y="3670300"/>
          <p14:tracePt t="194736" x="3429000" y="3651250"/>
          <p14:tracePt t="194753" x="3695700" y="3638550"/>
          <p14:tracePt t="194770" x="3822700" y="3638550"/>
          <p14:tracePt t="194788" x="4064000" y="3632200"/>
          <p14:tracePt t="194803" x="4279900" y="3619500"/>
          <p14:tracePt t="194820" x="4381500" y="3619500"/>
          <p14:tracePt t="194836" x="4584700" y="3625850"/>
          <p14:tracePt t="194853" x="4775200" y="3632200"/>
          <p14:tracePt t="194870" x="4864100" y="3632200"/>
          <p14:tracePt t="194886" x="5029200" y="3644900"/>
          <p14:tracePt t="194903" x="5181600" y="3644900"/>
          <p14:tracePt t="194921" x="5334000" y="3651250"/>
          <p14:tracePt t="194936" x="5384800" y="3651250"/>
          <p14:tracePt t="194953" x="5454650" y="3651250"/>
          <p14:tracePt t="194970" x="5556250" y="3651250"/>
          <p14:tracePt t="194986" x="5581650" y="3663950"/>
          <p14:tracePt t="195002" x="5626100" y="3670300"/>
          <p14:tracePt t="195019" x="5721350" y="3695700"/>
          <p14:tracePt t="195036" x="5765800" y="3714750"/>
          <p14:tracePt t="195053" x="5816600" y="3721100"/>
          <p14:tracePt t="195068" x="5829300" y="3721100"/>
          <p14:tracePt t="195085" x="5854700" y="3727450"/>
          <p14:tracePt t="195102" x="5861050" y="3727450"/>
          <p14:tracePt t="195411" x="5848350" y="3727450"/>
          <p14:tracePt t="195419" x="5835650" y="3727450"/>
          <p14:tracePt t="195424" x="5803900" y="3727450"/>
          <p14:tracePt t="195434" x="5765800" y="3727450"/>
          <p14:tracePt t="195451" x="5715000" y="3727450"/>
          <p14:tracePt t="195468" x="5549900" y="3746500"/>
          <p14:tracePt t="195484" x="5334000" y="3778250"/>
          <p14:tracePt t="195501" x="5226050" y="3797300"/>
          <p14:tracePt t="195517" x="4997450" y="3841750"/>
          <p14:tracePt t="195534" x="4762500" y="3892550"/>
          <p14:tracePt t="195552" x="4559300" y="3943350"/>
          <p14:tracePt t="195567" x="4464050" y="3962400"/>
          <p14:tracePt t="195584" x="4330700" y="4000500"/>
          <p14:tracePt t="195601" x="4235450" y="4019550"/>
          <p14:tracePt t="195617" x="4197350" y="4019550"/>
          <p14:tracePt t="195634" x="4178300" y="4019550"/>
          <p14:tracePt t="195650" x="4114800" y="4013200"/>
          <p14:tracePt t="195667" x="4095750" y="4006850"/>
          <p14:tracePt t="195684" x="4038600" y="3994150"/>
          <p14:tracePt t="195700" x="3994150" y="3981450"/>
          <p14:tracePt t="195717" x="3911600" y="3968750"/>
          <p14:tracePt t="195734" x="3790950" y="3937000"/>
          <p14:tracePt t="195750" x="3727450" y="3930650"/>
          <p14:tracePt t="195766" x="3594100" y="3911600"/>
          <p14:tracePt t="195783" x="3454400" y="3892550"/>
          <p14:tracePt t="195799" x="3384550" y="3879850"/>
          <p14:tracePt t="195817" x="3282950" y="3873500"/>
          <p14:tracePt t="195832" x="3213100" y="3873500"/>
          <p14:tracePt t="195849" x="3194050" y="3873500"/>
          <p14:tracePt t="195867" x="3168650" y="3873500"/>
          <p14:tracePt t="195943" x="3181350" y="3873500"/>
          <p14:tracePt t="195950" x="3194050" y="3867150"/>
          <p14:tracePt t="195965" x="3213100" y="3867150"/>
          <p14:tracePt t="195972" x="3244850" y="3860800"/>
          <p14:tracePt t="195986" x="3282950" y="3860800"/>
          <p14:tracePt t="195999" x="3409950" y="3860800"/>
          <p14:tracePt t="196015" x="3498850" y="3860800"/>
          <p14:tracePt t="196032" x="3587750" y="3860800"/>
          <p14:tracePt t="196049" x="3803650" y="3860800"/>
          <p14:tracePt t="196065" x="3968750" y="3848100"/>
          <p14:tracePt t="196082" x="4038600" y="3848100"/>
          <p14:tracePt t="196099" x="4140200" y="3829050"/>
          <p14:tracePt t="196115" x="4235450" y="3829050"/>
          <p14:tracePt t="196132" x="4273550" y="3829050"/>
          <p14:tracePt t="196148" x="4362450" y="3822700"/>
          <p14:tracePt t="196165" x="4470400" y="3816350"/>
          <p14:tracePt t="196182" x="4616450" y="3797300"/>
          <p14:tracePt t="196198" x="4705350" y="3797300"/>
          <p14:tracePt t="196215" x="4870450" y="3784600"/>
          <p14:tracePt t="196232" x="5035550" y="3765550"/>
          <p14:tracePt t="196248" x="5124450" y="3759200"/>
          <p14:tracePt t="196266" x="5321300" y="3733800"/>
          <p14:tracePt t="196281" x="5397500" y="3714750"/>
          <p14:tracePt t="196298" x="5543550" y="3676650"/>
          <p14:tracePt t="196315" x="5588000" y="3657600"/>
          <p14:tracePt t="196331" x="5645150" y="3657600"/>
          <p14:tracePt t="196348" x="5651500" y="3663950"/>
          <p14:tracePt t="196364" x="5664200" y="3670300"/>
          <p14:tracePt t="196381" x="5664200" y="3676650"/>
          <p14:tracePt t="196441" x="5664200" y="3683000"/>
          <p14:tracePt t="196504" x="5657850" y="3683000"/>
          <p14:tracePt t="196511" x="5651500" y="3683000"/>
          <p14:tracePt t="196525" x="5638800" y="3683000"/>
          <p14:tracePt t="196534" x="5619750" y="3683000"/>
          <p14:tracePt t="196547" x="5600700" y="3683000"/>
          <p14:tracePt t="196563" x="5524500" y="3683000"/>
          <p14:tracePt t="196581" x="5429250" y="3676650"/>
          <p14:tracePt t="196596" x="5365750" y="3676650"/>
          <p14:tracePt t="196613" x="5302250" y="3663950"/>
          <p14:tracePt t="196631" x="5118100" y="3644900"/>
          <p14:tracePt t="196647" x="5067300" y="3644900"/>
          <p14:tracePt t="196663" x="5016500" y="3644900"/>
          <p14:tracePt t="196680" x="4921250" y="3644900"/>
          <p14:tracePt t="196696" x="4832350" y="3644900"/>
          <p14:tracePt t="196713" x="4813300" y="3644900"/>
          <p14:tracePt t="196729" x="4768850" y="3638550"/>
          <p14:tracePt t="196746" x="4749800" y="3638550"/>
          <p14:tracePt t="196806" x="4756150" y="3638550"/>
          <p14:tracePt t="196814" x="4768850" y="3638550"/>
          <p14:tracePt t="196827" x="4781550" y="3638550"/>
          <p14:tracePt t="196833" x="4800600" y="3638550"/>
          <p14:tracePt t="196846" x="4832350" y="3638550"/>
          <p14:tracePt t="196863" x="4933950" y="3657600"/>
          <p14:tracePt t="196879" x="4997450" y="3663950"/>
          <p14:tracePt t="196897" x="5168900" y="3695700"/>
          <p14:tracePt t="196912" x="5346700" y="3708400"/>
          <p14:tracePt t="196928" x="5422900" y="3708400"/>
          <p14:tracePt t="196946" x="5549900" y="3708400"/>
          <p14:tracePt t="196962" x="5600700" y="3708400"/>
          <p14:tracePt t="196979" x="5645150" y="3708400"/>
          <p14:tracePt t="196996" x="5708650" y="3708400"/>
          <p14:tracePt t="197013" x="5740400" y="3708400"/>
          <p14:tracePt t="197030" x="5778500" y="3708400"/>
          <p14:tracePt t="197045" x="5791200" y="3708400"/>
          <p14:tracePt t="197061" x="5803900" y="3708400"/>
          <p14:tracePt t="197079" x="5822950" y="3708400"/>
          <p14:tracePt t="197121" x="5829300" y="3708400"/>
          <p14:tracePt t="197163" x="5829300" y="3702050"/>
          <p14:tracePt t="197170" x="5822950" y="3702050"/>
          <p14:tracePt t="197184" x="5816600" y="3702050"/>
          <p14:tracePt t="197195" x="5797550" y="3702050"/>
          <p14:tracePt t="197212" x="5734050" y="3702050"/>
          <p14:tracePt t="197228" x="5588000" y="3708400"/>
          <p14:tracePt t="197245" x="5486400" y="3721100"/>
          <p14:tracePt t="197262" x="5118100" y="3765550"/>
          <p14:tracePt t="197278" x="4972050" y="3784600"/>
          <p14:tracePt t="197295" x="4800600" y="3810000"/>
          <p14:tracePt t="197311" x="4470400" y="3886200"/>
          <p14:tracePt t="197328" x="4114800" y="3962400"/>
          <p14:tracePt t="197345" x="3784600" y="4044950"/>
          <p14:tracePt t="197361" x="3644900" y="4089400"/>
          <p14:tracePt t="197378" x="3441700" y="4146550"/>
          <p14:tracePt t="197395" x="3359150" y="4171950"/>
          <p14:tracePt t="197411" x="3213100" y="4222750"/>
          <p14:tracePt t="197427" x="3117850" y="4248150"/>
          <p14:tracePt t="197444" x="3067050" y="4254500"/>
          <p14:tracePt t="197461" x="3060700" y="4254500"/>
          <p14:tracePt t="197477" x="3048000" y="4254500"/>
          <p14:tracePt t="197577" x="3041650" y="4248150"/>
          <p14:tracePt t="197584" x="3035300" y="4241800"/>
          <p14:tracePt t="197593" x="3022600" y="4235450"/>
          <p14:tracePt t="197610" x="3009900" y="4222750"/>
          <p14:tracePt t="197627" x="2971800" y="4191000"/>
          <p14:tracePt t="197643" x="2959100" y="4178300"/>
          <p14:tracePt t="198006" x="2971800" y="4171950"/>
          <p14:tracePt t="198012" x="3003550" y="4159250"/>
          <p14:tracePt t="198029" x="3022600" y="4152900"/>
          <p14:tracePt t="198041" x="3054350" y="4133850"/>
          <p14:tracePt t="198058" x="3130550" y="4108450"/>
          <p14:tracePt t="198075" x="3162300" y="4089400"/>
          <p14:tracePt t="198092" x="3213100" y="4057650"/>
          <p14:tracePt t="198108" x="3238500" y="4038600"/>
          <p14:tracePt t="198126" x="3244850" y="4032250"/>
          <p14:tracePt t="198223" x="3238500" y="4032250"/>
          <p14:tracePt t="198266" x="3232150" y="4038600"/>
          <p14:tracePt t="198272" x="3225800" y="4038600"/>
          <p14:tracePt t="198314" x="3219450" y="4038600"/>
          <p14:tracePt t="198385" x="3232150" y="4038600"/>
          <p14:tracePt t="198406" x="3244850" y="4038600"/>
          <p14:tracePt t="198413" x="3251200" y="4038600"/>
          <p14:tracePt t="198427" x="3257550" y="4038600"/>
          <p14:tracePt t="198441" x="3289300" y="4051300"/>
          <p14:tracePt t="198457" x="3359150" y="4051300"/>
          <p14:tracePt t="198474" x="3397250" y="4057650"/>
          <p14:tracePt t="198490" x="3505200" y="4064000"/>
          <p14:tracePt t="198507" x="3581400" y="4076700"/>
          <p14:tracePt t="198524" x="3613150" y="4076700"/>
          <p14:tracePt t="198541" x="3651250" y="4083050"/>
          <p14:tracePt t="198557" x="3676650" y="4083050"/>
          <p14:tracePt t="198574" x="3683000" y="4083050"/>
          <p14:tracePt t="198590" x="3689350" y="4089400"/>
          <p14:tracePt t="198623" x="3702050" y="4089400"/>
          <p14:tracePt t="198686" x="3714750" y="4089400"/>
          <p14:tracePt t="198693" x="3721100" y="4089400"/>
          <p14:tracePt t="198709" x="3727450" y="4089400"/>
          <p14:tracePt t="198723" x="3740150" y="4089400"/>
          <p14:tracePt t="198739" x="3771900" y="4095750"/>
          <p14:tracePt t="198757" x="3822700" y="4102100"/>
          <p14:tracePt t="198773" x="3848100" y="4108450"/>
          <p14:tracePt t="198789" x="3892550" y="4108450"/>
          <p14:tracePt t="198806" x="3924300" y="4114800"/>
          <p14:tracePt t="198822" x="3937000" y="4114800"/>
          <p14:tracePt t="198840" x="3949700" y="4114800"/>
          <p14:tracePt t="198856" x="3956050" y="4114800"/>
          <p14:tracePt t="198890" x="3968750" y="4114800"/>
          <p14:tracePt t="198906" x="3981450" y="4121150"/>
          <p14:tracePt t="198922" x="3987800" y="4121150"/>
          <p14:tracePt t="198939" x="4006850" y="4121150"/>
          <p14:tracePt t="198955" x="4095750" y="4127500"/>
          <p14:tracePt t="198971" x="4171950" y="4140200"/>
          <p14:tracePt t="198988" x="4260850" y="4146550"/>
          <p14:tracePt t="199005" x="4502150" y="4171950"/>
          <p14:tracePt t="199022" x="4641850" y="4178300"/>
          <p14:tracePt t="199038" x="4857750" y="4191000"/>
          <p14:tracePt t="199055" x="4933950" y="4191000"/>
          <p14:tracePt t="199072" x="5010150" y="4191000"/>
          <p14:tracePt t="199088" x="5073650" y="4197350"/>
          <p14:tracePt t="199105" x="5092700" y="4197350"/>
          <p14:tracePt t="199122" x="5118100" y="4197350"/>
          <p14:tracePt t="199138" x="5124450" y="4197350"/>
          <p14:tracePt t="199156" x="5130800" y="4191000"/>
          <p14:tracePt t="199171" x="5137150" y="4191000"/>
          <p14:tracePt t="199189" x="5143500" y="4191000"/>
          <p14:tracePt t="199221" x="5156200" y="4191000"/>
          <p14:tracePt t="199238" x="5168900" y="4191000"/>
          <p14:tracePt t="199254" x="5194300" y="4191000"/>
          <p14:tracePt t="199271" x="5264150" y="4178300"/>
          <p14:tracePt t="199288" x="5327650" y="4165600"/>
          <p14:tracePt t="199304" x="5467350" y="4159250"/>
          <p14:tracePt t="199321" x="5524500" y="4146550"/>
          <p14:tracePt t="199338" x="5575300" y="4146550"/>
          <p14:tracePt t="199354" x="5645150" y="4140200"/>
          <p14:tracePt t="199370" x="5664200" y="4133850"/>
          <p14:tracePt t="199387" x="5727700" y="4127500"/>
          <p14:tracePt t="199404" x="5740400" y="4127500"/>
          <p14:tracePt t="199421" x="5759450" y="4121150"/>
          <p14:tracePt t="199437" x="5784850" y="4114800"/>
          <p14:tracePt t="199454" x="5797550" y="4114800"/>
          <p14:tracePt t="199471" x="5810250" y="4108450"/>
          <p14:tracePt t="199486" x="5848350" y="4108450"/>
          <p14:tracePt t="199504" x="5867400" y="4102100"/>
          <p14:tracePt t="199521" x="5949950" y="4095750"/>
          <p14:tracePt t="199537" x="6051550" y="4083050"/>
          <p14:tracePt t="199553" x="6096000" y="4083050"/>
          <p14:tracePt t="199570" x="6184900" y="4064000"/>
          <p14:tracePt t="199586" x="6210300" y="4057650"/>
          <p14:tracePt t="199603" x="6261100" y="4051300"/>
          <p14:tracePt t="199619" x="6273800" y="4038600"/>
          <p14:tracePt t="199636" x="6286500" y="4038600"/>
          <p14:tracePt t="199730" x="6273800" y="4038600"/>
          <p14:tracePt t="199737" x="6261100" y="4025900"/>
          <p14:tracePt t="199752" x="6229350" y="4025900"/>
          <p14:tracePt t="199759" x="6191250" y="4019550"/>
          <p14:tracePt t="199773" x="6115050" y="4013200"/>
          <p14:tracePt t="199786" x="5918200" y="3981450"/>
          <p14:tracePt t="199802" x="5791200" y="3968750"/>
          <p14:tracePt t="199819" x="5537200" y="3937000"/>
          <p14:tracePt t="199836" x="5295900" y="3917950"/>
          <p14:tracePt t="199852" x="5194300" y="3905250"/>
          <p14:tracePt t="199869" x="5092700" y="3905250"/>
          <p14:tracePt t="199886" x="4902200" y="3898900"/>
          <p14:tracePt t="199902" x="4864100" y="3898900"/>
          <p14:tracePt t="199919" x="4838700" y="3898900"/>
          <p14:tracePt t="199935" x="4819650" y="3898900"/>
          <p14:tracePt t="199952" x="4819650" y="3905250"/>
          <p14:tracePt t="199990" x="4826000" y="3905250"/>
          <p14:tracePt t="199997" x="4832350" y="3905250"/>
          <p14:tracePt t="200011" x="4845050" y="3905250"/>
          <p14:tracePt t="200020" x="4857750" y="3905250"/>
          <p14:tracePt t="200035" x="4876800" y="3905250"/>
          <p14:tracePt t="200052" x="4946650" y="3917950"/>
          <p14:tracePt t="200068" x="5067300" y="3949700"/>
          <p14:tracePt t="200085" x="5143500" y="3968750"/>
          <p14:tracePt t="200102" x="5327650" y="3987800"/>
          <p14:tracePt t="200118" x="5454650" y="4006850"/>
          <p14:tracePt t="200135" x="5511800" y="4013200"/>
          <p14:tracePt t="200152" x="5575300" y="4019550"/>
          <p14:tracePt t="200168" x="5600700" y="4019550"/>
          <p14:tracePt t="200277" x="5588000" y="4019550"/>
          <p14:tracePt t="200291" x="5575300" y="4019550"/>
          <p14:tracePt t="200298" x="5543550" y="4019550"/>
          <p14:tracePt t="200305" x="5499100" y="4013200"/>
          <p14:tracePt t="200321" x="5435600" y="4013200"/>
          <p14:tracePt t="200334" x="5340350" y="3994150"/>
          <p14:tracePt t="200350" x="5124450" y="3975100"/>
          <p14:tracePt t="200367" x="5010150" y="3962400"/>
          <p14:tracePt t="200383" x="4756150" y="3956050"/>
          <p14:tracePt t="200400" x="4565650" y="3943350"/>
          <p14:tracePt t="200417" x="4451350" y="3943350"/>
          <p14:tracePt t="200433" x="4419600" y="3943350"/>
          <p14:tracePt t="200450" x="4406900" y="3943350"/>
          <p14:tracePt t="200488" x="4413250" y="3943350"/>
          <p14:tracePt t="200504" x="4425950" y="3943350"/>
          <p14:tracePt t="200517" x="4489450" y="3949700"/>
          <p14:tracePt t="200533" x="4552950" y="3968750"/>
          <p14:tracePt t="200550" x="4724400" y="4000500"/>
          <p14:tracePt t="200566" x="4813300" y="4013200"/>
          <p14:tracePt t="200583" x="5029200" y="4032250"/>
          <p14:tracePt t="200600" x="5207000" y="4051300"/>
          <p14:tracePt t="200616" x="5270500" y="4051300"/>
          <p14:tracePt t="200633" x="5327650" y="4057650"/>
          <p14:tracePt t="200650" x="5334000" y="4057650"/>
          <p14:tracePt t="200682" x="5327650" y="4057650"/>
          <p14:tracePt t="200699" x="5289550" y="4044950"/>
          <p14:tracePt t="200715" x="5232400" y="4025900"/>
          <p14:tracePt t="200733" x="5048250" y="3994150"/>
          <p14:tracePt t="200749" x="4743450" y="3968750"/>
          <p14:tracePt t="200766" x="4533900" y="3956050"/>
          <p14:tracePt t="200783" x="4108450" y="3943350"/>
          <p14:tracePt t="200800" x="3657600" y="3949700"/>
          <p14:tracePt t="200817" x="3416300" y="3962400"/>
          <p14:tracePt t="200832" x="3327400" y="3968750"/>
          <p14:tracePt t="200849" x="3251200" y="3981450"/>
          <p14:tracePt t="200866" x="3136900" y="4006850"/>
          <p14:tracePt t="200882" x="3117850" y="4006850"/>
          <p14:tracePt t="200899" x="3111500" y="4006850"/>
          <p14:tracePt t="200916" x="3105150" y="4006850"/>
          <p14:tracePt t="200950" x="3105150" y="4013200"/>
          <p14:tracePt t="200957" x="3111500" y="4013200"/>
          <p14:tracePt t="200971" x="3130550" y="4013200"/>
          <p14:tracePt t="200981" x="3155950" y="4013200"/>
          <p14:tracePt t="200999" x="3200400" y="4025900"/>
          <p14:tracePt t="201015" x="3403600" y="4051300"/>
          <p14:tracePt t="201032" x="3543300" y="4076700"/>
          <p14:tracePt t="201048" x="3740150" y="4102100"/>
          <p14:tracePt t="201065" x="4356100" y="4165600"/>
          <p14:tracePt t="201081" x="4679950" y="4197350"/>
          <p14:tracePt t="201098" x="5194300" y="4197350"/>
          <p14:tracePt t="201115" x="5384800" y="4191000"/>
          <p14:tracePt t="201132" x="5670550" y="4152900"/>
          <p14:tracePt t="201149" x="5695950" y="4146550"/>
          <p14:tracePt t="201164" x="5727700" y="4133850"/>
          <p14:tracePt t="201252" x="5721350" y="4133850"/>
          <p14:tracePt t="201301" x="5715000" y="4133850"/>
          <p14:tracePt t="201420" x="5715000" y="4127500"/>
          <p14:tracePt t="201921" x="5676900" y="4140200"/>
          <p14:tracePt t="201927" x="5619750" y="4171950"/>
          <p14:tracePt t="201941" x="5575300" y="4203700"/>
          <p14:tracePt t="201948" x="5518150" y="4235450"/>
          <p14:tracePt t="201965" x="5473700" y="4267200"/>
          <p14:tracePt t="201978" x="5403850" y="4318000"/>
          <p14:tracePt t="201995" x="5232400" y="4425950"/>
          <p14:tracePt t="202012" x="5054600" y="4527550"/>
          <p14:tracePt t="202028" x="4972050" y="4578350"/>
          <p14:tracePt t="202045" x="4813300" y="4660900"/>
          <p14:tracePt t="202061" x="4673600" y="4705350"/>
          <p14:tracePt t="202078" x="4616450" y="4737100"/>
          <p14:tracePt t="202095" x="4533900" y="4749800"/>
          <p14:tracePt t="202111" x="4489450" y="4756150"/>
          <p14:tracePt t="202128" x="4464050" y="4756150"/>
          <p14:tracePt t="202145" x="4451350" y="4756150"/>
          <p14:tracePt t="202161" x="4445000" y="4756150"/>
          <p14:tracePt t="202196" x="4438650" y="4756150"/>
          <p14:tracePt t="202208" x="4432300" y="4756150"/>
          <p14:tracePt t="202257" x="4425950" y="4756150"/>
          <p14:tracePt t="202271" x="4419600" y="4756150"/>
          <p14:tracePt t="202279" x="4413250" y="4756150"/>
          <p14:tracePt t="202294" x="4406900" y="4756150"/>
          <p14:tracePt t="202310" x="4381500" y="4756150"/>
          <p14:tracePt t="202327" x="4349750" y="4737100"/>
          <p14:tracePt t="202344" x="4318000" y="4724400"/>
          <p14:tracePt t="202360" x="4286250" y="4718050"/>
          <p14:tracePt t="202377" x="4235450" y="4705350"/>
          <p14:tracePt t="202393" x="4197350" y="4692650"/>
          <p14:tracePt t="202411" x="4171950" y="4686300"/>
          <p14:tracePt t="202427" x="4159250" y="4679950"/>
          <p14:tracePt t="202443" x="4146550" y="4673600"/>
          <p14:tracePt t="202460" x="4140200" y="4673600"/>
          <p14:tracePt t="202544" x="4133850" y="4673600"/>
          <p14:tracePt t="202600" x="4140200" y="4673600"/>
          <p14:tracePt t="202607" x="4146550" y="4673600"/>
          <p14:tracePt t="202621" x="4152900" y="4673600"/>
          <p14:tracePt t="202629" x="4159250" y="4673600"/>
          <p14:tracePt t="202649" x="4171950" y="4673600"/>
          <p14:tracePt t="202664" x="4191000" y="4673600"/>
          <p14:tracePt t="202675" x="4222750" y="4673600"/>
          <p14:tracePt t="202692" x="4279900" y="4673600"/>
          <p14:tracePt t="202709" x="4318000" y="4660900"/>
          <p14:tracePt t="202726" x="4387850" y="4654550"/>
          <p14:tracePt t="202742" x="4438650" y="4648200"/>
          <p14:tracePt t="202759" x="4457700" y="4648200"/>
          <p14:tracePt t="202776" x="4483100" y="4648200"/>
          <p14:tracePt t="202792" x="4489450" y="4648200"/>
          <p14:tracePt t="202853" x="4489450" y="4654550"/>
          <p14:tracePt t="202902" x="4483100" y="4654550"/>
          <p14:tracePt t="202978" x="4483100" y="4660900"/>
          <p14:tracePt t="203020" x="4489450" y="4660900"/>
          <p14:tracePt t="203091" x="4495800" y="4660900"/>
          <p14:tracePt t="203133" x="4502150" y="4660900"/>
          <p14:tracePt t="203175" x="4508500" y="4660900"/>
          <p14:tracePt t="203203" x="4514850" y="4660900"/>
          <p14:tracePt t="203225" x="4521200" y="4660900"/>
          <p14:tracePt t="203231" x="4527550" y="4660900"/>
          <p14:tracePt t="203252" x="4546600" y="4660900"/>
          <p14:tracePt t="203266" x="4559300" y="4667250"/>
          <p14:tracePt t="203280" x="4591050" y="4667250"/>
          <p14:tracePt t="203290" x="4629150" y="4679950"/>
          <p14:tracePt t="203308" x="4679950" y="4679950"/>
          <p14:tracePt t="203323" x="4826000" y="4711700"/>
          <p14:tracePt t="203340" x="4889500" y="4711700"/>
          <p14:tracePt t="203357" x="5035550" y="4730750"/>
          <p14:tracePt t="203373" x="5099050" y="4730750"/>
          <p14:tracePt t="203390" x="5200650" y="4730750"/>
          <p14:tracePt t="203407" x="5257800" y="4730750"/>
          <p14:tracePt t="203423" x="5283200" y="4730750"/>
          <p14:tracePt t="203440" x="5295900" y="4730750"/>
          <p14:tracePt t="203483" x="5289550" y="4730750"/>
          <p14:tracePt t="203492" x="5283200" y="4730750"/>
          <p14:tracePt t="203512" x="5270500" y="4730750"/>
          <p14:tracePt t="203526" x="5257800" y="4730750"/>
          <p14:tracePt t="203540" x="5226050" y="4737100"/>
          <p14:tracePt t="203556" x="5187950" y="4737100"/>
          <p14:tracePt t="203572" x="5143500" y="4730750"/>
          <p14:tracePt t="203589" x="5016500" y="4730750"/>
          <p14:tracePt t="203606" x="4851400" y="4730750"/>
          <p14:tracePt t="203622" x="4775200" y="4730750"/>
          <p14:tracePt t="203639" x="4622800" y="4730750"/>
          <p14:tracePt t="203656" x="4540250" y="4730750"/>
          <p14:tracePt t="203673" x="4502150" y="4730750"/>
          <p14:tracePt t="203689" x="4489450" y="4730750"/>
          <p14:tracePt t="203725" x="4502150" y="4730750"/>
          <p14:tracePt t="203738" x="4514850" y="4730750"/>
          <p14:tracePt t="203755" x="4521200" y="4730750"/>
          <p14:tracePt t="203771" x="4591050" y="4737100"/>
          <p14:tracePt t="203789" x="4667250" y="4737100"/>
          <p14:tracePt t="203806" x="4870450" y="4737100"/>
          <p14:tracePt t="203821" x="5124450" y="4737100"/>
          <p14:tracePt t="203838" x="5289550" y="4730750"/>
          <p14:tracePt t="203856" x="5384800" y="4711700"/>
          <p14:tracePt t="203872" x="5403850" y="4711700"/>
          <p14:tracePt t="203888" x="5416550" y="4705350"/>
          <p14:tracePt t="203925" x="5410200" y="4705350"/>
          <p14:tracePt t="203946" x="5397500" y="4705350"/>
          <p14:tracePt t="203955" x="5391150" y="4705350"/>
          <p14:tracePt t="203971" x="5384800" y="4705350"/>
          <p14:tracePt t="203988" x="5340350" y="4705350"/>
          <p14:tracePt t="204005" x="5251450" y="4705350"/>
          <p14:tracePt t="204021" x="5175250" y="4705350"/>
          <p14:tracePt t="204039" x="5022850" y="4705350"/>
          <p14:tracePt t="204054" x="4895850" y="4705350"/>
          <p14:tracePt t="204072" x="4838700" y="4705350"/>
          <p14:tracePt t="204088" x="4794250" y="4705350"/>
          <p14:tracePt t="204104" x="4768850" y="4705350"/>
          <p14:tracePt t="204163" x="4775200" y="4699000"/>
          <p14:tracePt t="204184" x="4787900" y="4692650"/>
          <p14:tracePt t="204191" x="4813300" y="4692650"/>
          <p14:tracePt t="204207" x="4832350" y="4686300"/>
          <p14:tracePt t="204221" x="4857750" y="4679950"/>
          <p14:tracePt t="204237" x="4965700" y="4660900"/>
          <p14:tracePt t="204254" x="5073650" y="4635500"/>
          <p14:tracePt t="204270" x="5118100" y="4622800"/>
          <p14:tracePt t="204287" x="5187950" y="4616450"/>
          <p14:tracePt t="204304" x="5213350" y="4610100"/>
          <p14:tracePt t="204321" x="5219700" y="4610100"/>
          <p14:tracePt t="204381" x="5213350" y="4610100"/>
          <p14:tracePt t="204395" x="5207000" y="4610100"/>
          <p14:tracePt t="204416" x="5200650" y="4610100"/>
          <p14:tracePt t="204422" x="5194300" y="4610100"/>
          <p14:tracePt t="204485" x="5187950" y="4610100"/>
          <p14:tracePt t="205045" x="5149850" y="4616450"/>
          <p14:tracePt t="205052" x="5086350" y="4648200"/>
          <p14:tracePt t="205065" x="5016500" y="4673600"/>
          <p14:tracePt t="205072" x="4933950" y="4705350"/>
          <p14:tracePt t="205087" x="4876800" y="4743450"/>
          <p14:tracePt t="205101" x="4743450" y="4813300"/>
          <p14:tracePt t="205117" x="4686300" y="4838700"/>
          <p14:tracePt t="205134" x="4616450" y="4876800"/>
          <p14:tracePt t="205151" x="4514850" y="4933950"/>
          <p14:tracePt t="205168" x="4425950" y="4978400"/>
          <p14:tracePt t="205185" x="4375150" y="5016500"/>
          <p14:tracePt t="205200" x="4362450" y="5029200"/>
          <p14:tracePt t="205217" x="4330700" y="5048250"/>
          <p14:tracePt t="205234" x="4318000" y="5054600"/>
          <p14:tracePt t="205250" x="4311650" y="5060950"/>
          <p14:tracePt t="205285" x="4305300" y="5067300"/>
          <p14:tracePt t="205332" x="4305300" y="5073650"/>
          <p14:tracePt t="205361" x="4305300" y="5080000"/>
          <p14:tracePt t="205381" x="4305300" y="5092700"/>
          <p14:tracePt t="205396" x="4298950" y="5099050"/>
          <p14:tracePt t="205403" x="4292600" y="5105400"/>
          <p14:tracePt t="205419" x="4286250" y="5111750"/>
          <p14:tracePt t="205433" x="4273550" y="5130800"/>
          <p14:tracePt t="205449" x="4254500" y="5168900"/>
          <p14:tracePt t="205466" x="4222750" y="5207000"/>
          <p14:tracePt t="205483" x="4203700" y="5232400"/>
          <p14:tracePt t="205500" x="4171950" y="5264150"/>
          <p14:tracePt t="205516" x="4159250" y="5283200"/>
          <p14:tracePt t="205532" x="4159250" y="5289550"/>
          <p14:tracePt t="205550" x="4152900" y="5295900"/>
          <p14:tracePt t="205613" x="4152900" y="5289550"/>
          <p14:tracePt t="205626" x="4159250" y="5276850"/>
          <p14:tracePt t="205635" x="4171950" y="5270500"/>
          <p14:tracePt t="205649" x="4184650" y="5251450"/>
          <p14:tracePt t="205665" x="4216400" y="5226050"/>
          <p14:tracePt t="205683" x="4413250" y="5054600"/>
          <p14:tracePt t="205699" x="4495800" y="4984750"/>
          <p14:tracePt t="205715" x="4584700" y="4908550"/>
          <p14:tracePt t="205732" x="4832350" y="4724400"/>
          <p14:tracePt t="205748" x="4889500" y="4673600"/>
          <p14:tracePt t="205765" x="4933950" y="4641850"/>
          <p14:tracePt t="205782" x="4997450" y="4597400"/>
          <p14:tracePt t="205798" x="5016500" y="4572000"/>
          <p14:tracePt t="205815" x="5022850" y="4565650"/>
          <p14:tracePt t="205872" x="5016500" y="4565650"/>
          <p14:tracePt t="205886" x="5003800" y="4565650"/>
          <p14:tracePt t="205893" x="4978400" y="4565650"/>
          <p14:tracePt t="205907" x="4953000" y="4572000"/>
          <p14:tracePt t="205915" x="4914900" y="4572000"/>
          <p14:tracePt t="205931" x="4857750" y="4591050"/>
          <p14:tracePt t="205948" x="4673600" y="4641850"/>
          <p14:tracePt t="205964" x="4464050" y="4718050"/>
          <p14:tracePt t="205981" x="4368800" y="4768850"/>
          <p14:tracePt t="205998" x="4146550" y="4864100"/>
          <p14:tracePt t="206014" x="3962400" y="4946650"/>
          <p14:tracePt t="206031" x="3892550" y="4984750"/>
          <p14:tracePt t="206047" x="3778250" y="5041900"/>
          <p14:tracePt t="206064" x="3752850" y="5060950"/>
          <p14:tracePt t="206081" x="3721100" y="5073650"/>
          <p14:tracePt t="206114" x="3714750" y="5073650"/>
          <p14:tracePt t="206145" x="3714750" y="5080000"/>
          <p14:tracePt t="206215" x="3727450" y="5073650"/>
          <p14:tracePt t="206222" x="3733800" y="5067300"/>
          <p14:tracePt t="206236" x="3746500" y="5048250"/>
          <p14:tracePt t="206246" x="3752850" y="5035550"/>
          <p14:tracePt t="206264" x="3790950" y="4984750"/>
          <p14:tracePt t="206280" x="3816350" y="4940300"/>
          <p14:tracePt t="206297" x="3860800" y="4851400"/>
          <p14:tracePt t="206314" x="3886200" y="4794250"/>
          <p14:tracePt t="206330" x="3892550" y="4762500"/>
          <p14:tracePt t="206347" x="3892550" y="4743450"/>
          <p14:tracePt t="206363" x="3879850" y="4692650"/>
          <p14:tracePt t="206380" x="3860800" y="4679950"/>
          <p14:tracePt t="206397" x="3848100" y="4667250"/>
          <p14:tracePt t="206412" x="3816350" y="4641850"/>
          <p14:tracePt t="206429" x="3765550" y="4635500"/>
          <p14:tracePt t="206448" x="3714750" y="4610100"/>
          <p14:tracePt t="206463" x="3683000" y="4610100"/>
          <p14:tracePt t="206479" x="3625850" y="4603750"/>
          <p14:tracePt t="206496" x="3575050" y="4591050"/>
          <p14:tracePt t="206512" x="3549650" y="4591050"/>
          <p14:tracePt t="206515" x="3517900" y="4591050"/>
          <p14:tracePt t="206529" x="3492500" y="4584700"/>
          <p14:tracePt t="206546" x="3441700" y="4578350"/>
          <p14:tracePt t="206562" x="3422650" y="4565650"/>
          <p14:tracePt t="206580" x="3390900" y="4559300"/>
          <p14:tracePt t="206596" x="3352800" y="4552950"/>
          <p14:tracePt t="206612" x="3340100" y="4546600"/>
          <p14:tracePt t="206629" x="3321050" y="4533900"/>
          <p14:tracePt t="206645" x="3314700" y="4533900"/>
          <p14:tracePt t="206679" x="3314700" y="4527550"/>
          <p14:tracePt t="206748" x="3321050" y="4527550"/>
          <p14:tracePt t="206754" x="3333750" y="4533900"/>
          <p14:tracePt t="206769" x="3352800" y="4540250"/>
          <p14:tracePt t="206778" x="3384550" y="4559300"/>
          <p14:tracePt t="206795" x="3429000" y="4578350"/>
          <p14:tracePt t="206812" x="3568700" y="4654550"/>
          <p14:tracePt t="206829" x="3740150" y="4737100"/>
          <p14:tracePt t="206845" x="3930650" y="4851400"/>
          <p14:tracePt t="206861" x="4013200" y="4902200"/>
          <p14:tracePt t="206878" x="4140200" y="4991100"/>
          <p14:tracePt t="206895" x="4203700" y="5048250"/>
          <p14:tracePt t="206912" x="4216400" y="5060950"/>
          <p14:tracePt t="206928" x="4235450" y="5080000"/>
          <p14:tracePt t="206944" x="4235450" y="5086350"/>
          <p14:tracePt t="207014" x="4229100" y="5092700"/>
          <p14:tracePt t="207029" x="4229100" y="5099050"/>
          <p14:tracePt t="207035" x="4222750" y="5105400"/>
          <p14:tracePt t="207048" x="4210050" y="5105400"/>
          <p14:tracePt t="207060" x="4203700" y="5118100"/>
          <p14:tracePt t="207077" x="4171950" y="5137150"/>
          <p14:tracePt t="207094" x="4152900" y="5149850"/>
          <p14:tracePt t="207111" x="4095750" y="5181600"/>
          <p14:tracePt t="207128" x="4019550" y="5213350"/>
          <p14:tracePt t="207144" x="3975100" y="5232400"/>
          <p14:tracePt t="207161" x="3924300" y="5264150"/>
          <p14:tracePt t="207177" x="3879850" y="5276850"/>
          <p14:tracePt t="207193" x="3867150" y="5276850"/>
          <p14:tracePt t="207210" x="3860800" y="5283200"/>
          <p14:tracePt t="207227" x="3854450" y="5283200"/>
          <p14:tracePt t="207247" x="3848100" y="5283200"/>
          <p14:tracePt t="207266" x="3841750" y="5270500"/>
          <p14:tracePt t="207276" x="3841750" y="5257800"/>
          <p14:tracePt t="207293" x="3835400" y="5238750"/>
          <p14:tracePt t="207310" x="3822700" y="5187950"/>
          <p14:tracePt t="207326" x="3810000" y="5149850"/>
          <p14:tracePt t="207344" x="3759200" y="5029200"/>
          <p14:tracePt t="207360" x="3733800" y="4984750"/>
          <p14:tracePt t="207376" x="3708400" y="4953000"/>
          <p14:tracePt t="207393" x="3644900" y="4902200"/>
          <p14:tracePt t="207409" x="3568700" y="4864100"/>
          <p14:tracePt t="207426" x="3524250" y="4832350"/>
          <p14:tracePt t="207443" x="3429000" y="4806950"/>
          <p14:tracePt t="207460" x="3321050" y="4787900"/>
          <p14:tracePt t="207477" x="3200400" y="4775200"/>
          <p14:tracePt t="207492" x="3149600" y="4762500"/>
          <p14:tracePt t="207509" x="3003550" y="4743450"/>
          <p14:tracePt t="207526" x="2870200" y="4718050"/>
          <p14:tracePt t="207542" x="2819400" y="4705350"/>
          <p14:tracePt t="207560" x="2755900" y="4692650"/>
          <p14:tracePt t="207576" x="2736850" y="4692650"/>
          <p14:tracePt t="207592" x="2724150" y="4692650"/>
          <p14:tracePt t="207609" x="2717800" y="4692650"/>
          <p14:tracePt t="207687" x="2730500" y="4692650"/>
          <p14:tracePt t="207693" x="2755900" y="4699000"/>
          <p14:tracePt t="207708" x="2794000" y="4711700"/>
          <p14:tracePt t="207714" x="2851150" y="4730750"/>
          <p14:tracePt t="207728" x="2940050" y="4775200"/>
          <p14:tracePt t="207743" x="3048000" y="4813300"/>
          <p14:tracePt t="207758" x="3282950" y="4933950"/>
          <p14:tracePt t="207775" x="3409950" y="5003800"/>
          <p14:tracePt t="207792" x="3657600" y="5111750"/>
          <p14:tracePt t="207808" x="3816350" y="5207000"/>
          <p14:tracePt t="207825" x="3860800" y="5238750"/>
          <p14:tracePt t="207841" x="3917950" y="5270500"/>
          <p14:tracePt t="207858" x="3930650" y="5283200"/>
          <p14:tracePt t="207875" x="3937000" y="5283200"/>
          <p14:tracePt t="207892" x="3937000" y="5289550"/>
          <p14:tracePt t="207926" x="3937000" y="5295900"/>
          <p14:tracePt t="207967" x="3937000" y="5302250"/>
          <p14:tracePt t="208029" x="3930650" y="5302250"/>
          <p14:tracePt t="208100" x="3924300" y="5302250"/>
          <p14:tracePt t="208183" x="3917950" y="5302250"/>
          <p14:tracePt t="208219" x="3911600" y="5302250"/>
          <p14:tracePt t="208226" x="3905250" y="5308600"/>
          <p14:tracePt t="208243" x="3892550" y="5314950"/>
          <p14:tracePt t="208256" x="3867150" y="5334000"/>
          <p14:tracePt t="208273" x="3835400" y="5346700"/>
          <p14:tracePt t="208290" x="3765550" y="5403850"/>
          <p14:tracePt t="208306" x="3721100" y="5435600"/>
          <p14:tracePt t="208324" x="3619500" y="5518150"/>
          <p14:tracePt t="208339" x="3530600" y="5594350"/>
          <p14:tracePt t="208356" x="3479800" y="5619750"/>
          <p14:tracePt t="208373" x="3403600" y="5670550"/>
          <p14:tracePt t="208389" x="3340100" y="5708650"/>
          <p14:tracePt t="208406" x="3321050" y="5727700"/>
          <p14:tracePt t="208423" x="3282950" y="5740400"/>
          <p14:tracePt t="208439" x="3263900" y="5740400"/>
          <p14:tracePt t="208456" x="3257550" y="5740400"/>
          <p14:tracePt t="208472" x="3251200" y="5740400"/>
          <p14:tracePt t="208489" x="3244850" y="5740400"/>
          <p14:tracePt t="208528" x="3238500" y="5740400"/>
          <p14:tracePt t="208766" x="3257550" y="5740400"/>
          <p14:tracePt t="208779" x="3276600" y="5740400"/>
          <p14:tracePt t="208787" x="3308350" y="5734050"/>
          <p14:tracePt t="208801" x="3327400" y="5721350"/>
          <p14:tracePt t="208808" x="3346450" y="5721350"/>
          <p14:tracePt t="208822" x="3365500" y="5715000"/>
          <p14:tracePt t="208838" x="3397250" y="5708650"/>
          <p14:tracePt t="208854" x="3403600" y="5708650"/>
          <p14:tracePt t="208871" x="3422650" y="5708650"/>
          <p14:tracePt t="208888" x="3467100" y="5702300"/>
          <p14:tracePt t="208904" x="3498850" y="5695950"/>
          <p14:tracePt t="208921" x="3600450" y="5676900"/>
          <p14:tracePt t="208938" x="3663950" y="5676900"/>
          <p14:tracePt t="208955" x="3873500" y="5689600"/>
          <p14:tracePt t="208971" x="3949700" y="5689600"/>
          <p14:tracePt t="208987" x="4025900" y="5702300"/>
          <p14:tracePt t="209004" x="4159250" y="5721350"/>
          <p14:tracePt t="209021" x="4254500" y="5727700"/>
          <p14:tracePt t="209024" x="4292600" y="5727700"/>
          <p14:tracePt t="209054" x="4330700" y="5727700"/>
          <p14:tracePt t="209070" x="4343400" y="5727700"/>
          <p14:tracePt t="209116" x="4337050" y="5721350"/>
          <p14:tracePt t="209130" x="4330700" y="5721350"/>
          <p14:tracePt t="209140" x="4324350" y="5721350"/>
          <p14:tracePt t="209153" x="4318000" y="5721350"/>
          <p14:tracePt t="209170" x="4292600" y="5721350"/>
          <p14:tracePt t="209187" x="4248150" y="5715000"/>
          <p14:tracePt t="209203" x="4210050" y="5708650"/>
          <p14:tracePt t="209221" x="4146550" y="5702300"/>
          <p14:tracePt t="209237" x="3873500" y="5651500"/>
          <p14:tracePt t="209253" x="3771900" y="5632450"/>
          <p14:tracePt t="209270" x="3549650" y="5588000"/>
          <p14:tracePt t="209286" x="3473450" y="5575300"/>
          <p14:tracePt t="209303" x="3340100" y="5556250"/>
          <p14:tracePt t="209320" x="3289300" y="5543550"/>
          <p14:tracePt t="209336" x="3270250" y="5537200"/>
          <p14:tracePt t="209353" x="3257550" y="5537200"/>
          <p14:tracePt t="209492" x="3263900" y="5537200"/>
          <p14:tracePt t="209507" x="3270250" y="5537200"/>
          <p14:tracePt t="209514" x="3282950" y="5537200"/>
          <p14:tracePt t="209528" x="3295650" y="5537200"/>
          <p14:tracePt t="209536" x="3308350" y="5537200"/>
          <p14:tracePt t="209552" x="3333750" y="5537200"/>
          <p14:tracePt t="209569" x="3409950" y="5543550"/>
          <p14:tracePt t="209585" x="3530600" y="5556250"/>
          <p14:tracePt t="209602" x="3606800" y="5556250"/>
          <p14:tracePt t="209619" x="3759200" y="5562600"/>
          <p14:tracePt t="209635" x="3898900" y="5562600"/>
          <p14:tracePt t="209652" x="3968750" y="5575300"/>
          <p14:tracePt t="209669" x="4095750" y="5575300"/>
          <p14:tracePt t="209685" x="4184650" y="5581650"/>
          <p14:tracePt t="209702" x="4229100" y="5588000"/>
          <p14:tracePt t="209718" x="4267200" y="5594350"/>
          <p14:tracePt t="209735" x="4273550" y="5594350"/>
          <p14:tracePt t="209752" x="4286250" y="5600700"/>
          <p14:tracePt t="210004" x="4292600" y="5600700"/>
          <p14:tracePt t="210046" x="4298950" y="5600700"/>
          <p14:tracePt t="210095" x="4305300" y="5594350"/>
          <p14:tracePt t="210137" x="4311650" y="5594350"/>
          <p14:tracePt t="210263" x="4318000" y="5594350"/>
          <p14:tracePt t="210306" x="4330700" y="5588000"/>
          <p14:tracePt t="210312" x="4337050" y="5588000"/>
          <p14:tracePt t="210327" x="4343400" y="5588000"/>
          <p14:tracePt t="210336" x="4349750" y="5588000"/>
          <p14:tracePt t="210349" x="4362450" y="5588000"/>
          <p14:tracePt t="210366" x="4375150" y="5581650"/>
          <p14:tracePt t="210383" x="4438650" y="5581650"/>
          <p14:tracePt t="210399" x="4464050" y="5575300"/>
          <p14:tracePt t="210416" x="4489450" y="5575300"/>
          <p14:tracePt t="210433" x="4533900" y="5568950"/>
          <p14:tracePt t="210449" x="4565650" y="5568950"/>
          <p14:tracePt t="210466" x="4578350" y="5556250"/>
          <p14:tracePt t="210482" x="4597400" y="5556250"/>
          <p14:tracePt t="210499" x="4603750" y="5556250"/>
          <p14:tracePt t="210768" x="4603750" y="5549900"/>
          <p14:tracePt t="210775" x="4603750" y="5537200"/>
          <p14:tracePt t="210789" x="4603750" y="5530850"/>
          <p14:tracePt t="210797" x="4603750" y="5511800"/>
          <p14:tracePt t="210814" x="4591050" y="5486400"/>
          <p14:tracePt t="210831" x="4565650" y="5378450"/>
          <p14:tracePt t="210848" x="4495800" y="5168900"/>
          <p14:tracePt t="210864" x="4425950" y="5029200"/>
          <p14:tracePt t="210881" x="4254500" y="4705350"/>
          <p14:tracePt t="210897" x="4032250" y="4387850"/>
          <p14:tracePt t="210914" x="3829050" y="4140200"/>
          <p14:tracePt t="210930" x="3721100" y="4019550"/>
          <p14:tracePt t="210948" x="3568700" y="3867150"/>
          <p14:tracePt t="210965" x="3454400" y="3727450"/>
          <p14:tracePt t="210981" x="3397250" y="3676650"/>
          <p14:tracePt t="210997" x="3359150" y="3632200"/>
          <p14:tracePt t="211014" x="3244850" y="3511550"/>
          <p14:tracePt t="211030" x="3232150" y="3492500"/>
          <p14:tracePt t="211047" x="3213100" y="3479800"/>
          <p14:tracePt t="211051" x="3206750" y="3467100"/>
          <p14:tracePt t="211064" x="3206750" y="3460750"/>
          <p14:tracePt t="211081" x="3200400" y="3454400"/>
          <p14:tracePt t="211119" x="3200400" y="3448050"/>
          <p14:tracePt t="211189" x="3200400" y="3441700"/>
          <p14:tracePt t="211314" x="3206750" y="3435350"/>
          <p14:tracePt t="211330" x="3213100" y="3435350"/>
          <p14:tracePt t="211336" x="3219450" y="3435350"/>
          <p14:tracePt t="211349" x="3225800" y="3435350"/>
          <p14:tracePt t="211362" x="3238500" y="3429000"/>
          <p14:tracePt t="211379" x="3276600" y="3422650"/>
          <p14:tracePt t="211396" x="3314700" y="3422650"/>
          <p14:tracePt t="211413" x="3422650" y="3409950"/>
          <p14:tracePt t="211429" x="3587750" y="3390900"/>
          <p14:tracePt t="211445" x="3663950" y="3390900"/>
          <p14:tracePt t="211462" x="3848100" y="3371850"/>
          <p14:tracePt t="211479" x="4000500" y="3359150"/>
          <p14:tracePt t="211497" x="4140200" y="3359150"/>
          <p14:tracePt t="211512" x="4216400" y="3359150"/>
          <p14:tracePt t="211529" x="4343400" y="3352800"/>
          <p14:tracePt t="211546" x="4464050" y="3346450"/>
          <p14:tracePt t="211562" x="4502150" y="3333750"/>
          <p14:tracePt t="211578" x="4572000" y="3333750"/>
          <p14:tracePt t="211595" x="4603750" y="3327400"/>
          <p14:tracePt t="211611" x="4610100" y="3327400"/>
          <p14:tracePt t="211628" x="4616450" y="3327400"/>
          <p14:tracePt t="211686" x="4610100" y="3327400"/>
          <p14:tracePt t="211707" x="4603750" y="3327400"/>
          <p14:tracePt t="211714" x="4597400" y="3327400"/>
          <p14:tracePt t="211731" x="4591050" y="3327400"/>
          <p14:tracePt t="211744" x="4584700" y="3327400"/>
          <p14:tracePt t="211761" x="4572000" y="3333750"/>
          <p14:tracePt t="211778" x="4552950" y="3333750"/>
          <p14:tracePt t="211794" x="4527550" y="3333750"/>
          <p14:tracePt t="211811" x="4438650" y="3333750"/>
          <p14:tracePt t="211827" x="4286250" y="3308350"/>
          <p14:tracePt t="211844" x="4178300" y="3302000"/>
          <p14:tracePt t="211861" x="3949700" y="3282950"/>
          <p14:tracePt t="211877" x="3721100" y="3270250"/>
          <p14:tracePt t="211894" x="3619500" y="3257550"/>
          <p14:tracePt t="211911" x="3416300" y="3251200"/>
          <p14:tracePt t="211927" x="3225800" y="3251200"/>
          <p14:tracePt t="211944" x="3124200" y="3251200"/>
          <p14:tracePt t="211960" x="2908300" y="3263900"/>
          <p14:tracePt t="211977" x="2819400" y="3270250"/>
          <p14:tracePt t="211994" x="2603500" y="3295650"/>
          <p14:tracePt t="212010" x="2533650" y="3314700"/>
          <p14:tracePt t="212027" x="2495550" y="3314700"/>
          <p14:tracePt t="212044" x="2425700" y="3327400"/>
          <p14:tracePt t="212060" x="2400300" y="3333750"/>
          <p14:tracePt t="212077" x="2387600" y="3333750"/>
          <p14:tracePt t="212080" x="2381250" y="3333750"/>
          <p14:tracePt t="212093" x="2374900" y="3340100"/>
          <p14:tracePt t="212110" x="2368550" y="3340100"/>
          <p14:tracePt t="212457" x="2368550" y="3346450"/>
          <p14:tracePt t="212499" x="2368550" y="3359150"/>
          <p14:tracePt t="212506" x="2368550" y="3371850"/>
          <p14:tracePt t="212520" x="2374900" y="3397250"/>
          <p14:tracePt t="212529" x="2387600" y="3435350"/>
          <p14:tracePt t="212544" x="2406650" y="3498850"/>
          <p14:tracePt t="212558" x="2457450" y="3708400"/>
          <p14:tracePt t="212575" x="2489200" y="3854450"/>
          <p14:tracePt t="212579" x="2540000" y="4038600"/>
          <p14:tracePt t="212592" x="2578100" y="4210050"/>
          <p14:tracePt t="212608" x="2616200" y="4387850"/>
          <p14:tracePt t="212626" x="2705100" y="4800600"/>
          <p14:tracePt t="212641" x="2724150" y="4914900"/>
          <p14:tracePt t="212658" x="2749550" y="5016500"/>
          <p14:tracePt t="212675" x="2774950" y="5213350"/>
          <p14:tracePt t="212691" x="2800350" y="5365750"/>
          <p14:tracePt t="212708" x="2806700" y="5429250"/>
          <p14:tracePt t="212724" x="2813050" y="5549900"/>
          <p14:tracePt t="212741" x="2825750" y="5638800"/>
          <p14:tracePt t="212758" x="2825750" y="5664200"/>
          <p14:tracePt t="212774" x="2832100" y="5695950"/>
          <p14:tracePt t="212791" x="2832100" y="5702300"/>
          <p14:tracePt t="212808" x="2844800" y="5708650"/>
          <p14:tracePt t="212840" x="2851150" y="5708650"/>
          <p14:tracePt t="212898" x="2851150" y="5715000"/>
          <p14:tracePt t="212905" x="2857500" y="5715000"/>
          <p14:tracePt t="212927" x="2863850" y="5715000"/>
          <p14:tracePt t="212948" x="2870200" y="5715000"/>
          <p14:tracePt t="212962" x="2876550" y="5715000"/>
          <p14:tracePt t="212969" x="2889250" y="5715000"/>
          <p14:tracePt t="212977" x="2901950" y="5715000"/>
          <p14:tracePt t="212991" x="2914650" y="5721350"/>
          <p14:tracePt t="213007" x="2933700" y="5721350"/>
          <p14:tracePt t="213026" x="2990850" y="5734050"/>
          <p14:tracePt t="213040" x="3073400" y="5740400"/>
          <p14:tracePt t="213057" x="3136900" y="5753100"/>
          <p14:tracePt t="213074" x="3282950" y="5753100"/>
          <p14:tracePt t="213090" x="3448050" y="5753100"/>
          <p14:tracePt t="213107" x="3543300" y="5753100"/>
          <p14:tracePt t="213123" x="3740150" y="5734050"/>
          <p14:tracePt t="213140" x="3917950" y="5734050"/>
          <p14:tracePt t="213156" x="3981450" y="5727700"/>
          <p14:tracePt t="213173" x="4083050" y="5727700"/>
          <p14:tracePt t="213189" x="4159250" y="5721350"/>
          <p14:tracePt t="213207" x="4191000" y="5721350"/>
          <p14:tracePt t="213223" x="4197350" y="5721350"/>
          <p14:tracePt t="213256" x="4203700" y="5721350"/>
          <p14:tracePt t="213277" x="4203700" y="5715000"/>
          <p14:tracePt t="213361" x="4197350" y="5708650"/>
          <p14:tracePt t="213396" x="4191000" y="5708650"/>
          <p14:tracePt t="213417" x="4184650" y="5708650"/>
          <p14:tracePt t="216090" x="4159250" y="5708650"/>
          <p14:tracePt t="216105" x="4121150" y="5708650"/>
          <p14:tracePt t="216111" x="4083050" y="5708650"/>
          <p14:tracePt t="216118" x="4038600" y="5721350"/>
          <p14:tracePt t="216133" x="4000500" y="5727700"/>
          <p14:tracePt t="216146" x="3943350" y="5746750"/>
          <p14:tracePt t="216162" x="3841750" y="5753100"/>
          <p14:tracePt t="216179" x="3784600" y="5765800"/>
          <p14:tracePt t="216196" x="3651250" y="5791200"/>
          <p14:tracePt t="216212" x="3511550" y="5822950"/>
          <p14:tracePt t="216229" x="3429000" y="5842000"/>
          <p14:tracePt t="216246" x="3276600" y="5848350"/>
          <p14:tracePt t="216262" x="3168650" y="5880100"/>
          <p14:tracePt t="216279" x="3117850" y="5880100"/>
          <p14:tracePt t="216295" x="3028950" y="5905500"/>
          <p14:tracePt t="216312" x="2990850" y="5911850"/>
          <p14:tracePt t="216329" x="2863850" y="5956300"/>
          <p14:tracePt t="216345" x="2819400" y="5962650"/>
          <p14:tracePt t="216362" x="2794000" y="5969000"/>
          <p14:tracePt t="216379" x="2730500" y="5988050"/>
          <p14:tracePt t="216395" x="2673350" y="6000750"/>
          <p14:tracePt t="216412" x="2647950" y="6007100"/>
          <p14:tracePt t="216428" x="2584450" y="6019800"/>
          <p14:tracePt t="216445" x="2533650" y="6038850"/>
          <p14:tracePt t="216462" x="2476500" y="6051550"/>
          <p14:tracePt t="216478" x="2444750" y="6051550"/>
          <p14:tracePt t="216495" x="2400300" y="6057900"/>
          <p14:tracePt t="216512" x="2355850" y="6057900"/>
          <p14:tracePt t="216528" x="2336800" y="6057900"/>
          <p14:tracePt t="216544" x="2305050" y="6051550"/>
          <p14:tracePt t="216561" x="2266950" y="6038850"/>
          <p14:tracePt t="216578" x="2260600" y="6032500"/>
          <p14:tracePt t="216595" x="2241550" y="6019800"/>
          <p14:tracePt t="216611" x="2222500" y="6007100"/>
          <p14:tracePt t="216628" x="2216150" y="6000750"/>
          <p14:tracePt t="216644" x="2197100" y="6000750"/>
          <p14:tracePt t="216661" x="2190750" y="5994400"/>
          <p14:tracePt t="216678" x="2184400" y="5994400"/>
          <p14:tracePt t="217123" x="2146300" y="5994400"/>
          <p14:tracePt t="217131" x="2095500" y="5994400"/>
          <p14:tracePt t="217146" x="2057400" y="5994400"/>
          <p14:tracePt t="217159" x="2019300" y="5994400"/>
          <p14:tracePt t="217175" x="1943100" y="5994400"/>
          <p14:tracePt t="217192" x="1917700" y="5994400"/>
          <p14:tracePt t="217209" x="1873250" y="6000750"/>
          <p14:tracePt t="217225" x="1822450" y="6007100"/>
          <p14:tracePt t="217244" x="1778000" y="6013450"/>
          <p14:tracePt t="217259" x="1752600" y="6019800"/>
          <p14:tracePt t="217275" x="1714500" y="6019800"/>
          <p14:tracePt t="217292" x="1701800" y="6026150"/>
          <p14:tracePt t="217309" x="1695450" y="6026150"/>
          <p14:tracePt t="217325" x="1682750" y="6026150"/>
          <p14:tracePt t="217502" x="1689100" y="6026150"/>
          <p14:tracePt t="217523" x="1695450" y="6013450"/>
          <p14:tracePt t="217550" x="1708150" y="6007100"/>
          <p14:tracePt t="217572" x="1708150" y="6000750"/>
          <p14:tracePt t="217600" x="1714500" y="5994400"/>
          <p14:tracePt t="217622" x="1714500" y="5988050"/>
          <p14:tracePt t="217656" x="1720850" y="5981700"/>
          <p14:tracePt t="217670" x="1720850" y="5975350"/>
          <p14:tracePt t="217684" x="1720850" y="5969000"/>
          <p14:tracePt t="217712" x="1714500" y="5956300"/>
          <p14:tracePt t="217726" x="1714500" y="5949950"/>
          <p14:tracePt t="217733" x="1701800" y="5943600"/>
          <p14:tracePt t="217743" x="1689100" y="5937250"/>
          <p14:tracePt t="217756" x="1676400" y="5924550"/>
          <p14:tracePt t="217774" x="1657350" y="5911850"/>
          <p14:tracePt t="217790" x="1619250" y="5892800"/>
          <p14:tracePt t="217807" x="1574800" y="5873750"/>
          <p14:tracePt t="217824" x="1524000" y="5861050"/>
          <p14:tracePt t="217840" x="1511300" y="5854700"/>
          <p14:tracePt t="217857" x="1479550" y="5848350"/>
          <p14:tracePt t="217874" x="1454150" y="5842000"/>
          <p14:tracePt t="217890" x="1441450" y="5842000"/>
          <p14:tracePt t="217907" x="1428750" y="5842000"/>
          <p14:tracePt t="217923" x="1422400" y="5842000"/>
          <p14:tracePt t="217986" x="1416050" y="5842000"/>
          <p14:tracePt t="218042" x="1409700" y="5842000"/>
          <p14:tracePt t="218273" x="1422400" y="5842000"/>
          <p14:tracePt t="218287" x="1441450" y="5835650"/>
          <p14:tracePt t="218294" x="1473200" y="5835650"/>
          <p14:tracePt t="218305" x="1511300" y="5822950"/>
          <p14:tracePt t="218322" x="1612900" y="5816600"/>
          <p14:tracePt t="218338" x="1663700" y="5816600"/>
          <p14:tracePt t="218355" x="1727200" y="5816600"/>
          <p14:tracePt t="218372" x="1924050" y="5816600"/>
          <p14:tracePt t="218388" x="1974850" y="5816600"/>
          <p14:tracePt t="218405" x="2051050" y="5816600"/>
          <p14:tracePt t="218421" x="2165350" y="5816600"/>
          <p14:tracePt t="218438" x="2254250" y="5816600"/>
          <p14:tracePt t="218455" x="2330450" y="5822950"/>
          <p14:tracePt t="218471" x="2349500" y="5822950"/>
          <p14:tracePt t="218488" x="2381250" y="5829300"/>
          <p14:tracePt t="218504" x="2393950" y="5829300"/>
          <p14:tracePt t="218538" x="2400300" y="5829300"/>
          <p14:tracePt t="218595" x="2406650" y="5829300"/>
          <p14:tracePt t="219211" x="2400300" y="5829300"/>
          <p14:tracePt t="219724" x="2425700" y="5842000"/>
          <p14:tracePt t="219731" x="2463800" y="5842000"/>
          <p14:tracePt t="219745" x="2520950" y="5848350"/>
          <p14:tracePt t="219753" x="2571750" y="5854700"/>
          <p14:tracePt t="219767" x="2647950" y="5867400"/>
          <p14:tracePt t="219783" x="2736850" y="5867400"/>
          <p14:tracePt t="219800" x="2933700" y="5873750"/>
          <p14:tracePt t="219816" x="3111500" y="5873750"/>
          <p14:tracePt t="219833" x="3213100" y="5861050"/>
          <p14:tracePt t="219850" x="3390900" y="5854700"/>
          <p14:tracePt t="219866" x="3568700" y="5829300"/>
          <p14:tracePt t="219883" x="3638550" y="5810250"/>
          <p14:tracePt t="219900" x="3765550" y="5803900"/>
          <p14:tracePt t="219916" x="3860800" y="5784850"/>
          <p14:tracePt t="219934" x="3892550" y="5778500"/>
          <p14:tracePt t="219949" x="3943350" y="5772150"/>
          <p14:tracePt t="219966" x="3975100" y="5772150"/>
          <p14:tracePt t="219983" x="3994150" y="5765800"/>
          <p14:tracePt t="220000" x="4000500" y="5765800"/>
          <p14:tracePt t="220033" x="4006850" y="5765800"/>
          <p14:tracePt t="220136" x="4013200" y="5765800"/>
          <p14:tracePt t="220144" x="4019550" y="5765800"/>
          <p14:tracePt t="220158" x="4025900" y="5772150"/>
          <p14:tracePt t="220166" x="4044950" y="5772150"/>
          <p14:tracePt t="220182" x="4064000" y="5778500"/>
          <p14:tracePt t="220199" x="4089400" y="5778500"/>
          <p14:tracePt t="220215" x="4140200" y="5784850"/>
          <p14:tracePt t="220232" x="4178300" y="5791200"/>
          <p14:tracePt t="220249" x="4260850" y="5797550"/>
          <p14:tracePt t="220265" x="4305300" y="5810250"/>
          <p14:tracePt t="220282" x="4330700" y="5816600"/>
          <p14:tracePt t="220298" x="4387850" y="5816600"/>
          <p14:tracePt t="220315" x="4425950" y="5816600"/>
          <p14:tracePt t="220333" x="4476750" y="5822950"/>
          <p14:tracePt t="220349" x="4508500" y="5829300"/>
          <p14:tracePt t="220365" x="4533900" y="5829300"/>
          <p14:tracePt t="220382" x="4565650" y="5835650"/>
          <p14:tracePt t="220397" x="4591050" y="5835650"/>
          <p14:tracePt t="220431" x="4603750" y="5835650"/>
          <p14:tracePt t="220448" x="4610100" y="5835650"/>
          <p14:tracePt t="220480" x="4616450" y="5835650"/>
          <p14:tracePt t="220975" x="4610100" y="5848350"/>
          <p14:tracePt t="220982" x="4597400" y="5861050"/>
          <p14:tracePt t="220999" x="4572000" y="5873750"/>
          <p14:tracePt t="221014" x="4552950" y="5886450"/>
          <p14:tracePt t="221029" x="4508500" y="5911850"/>
          <p14:tracePt t="221046" x="4476750" y="5937250"/>
          <p14:tracePt t="221062" x="4464050" y="5943600"/>
          <p14:tracePt t="221079" x="4445000" y="5949950"/>
          <p14:tracePt t="221095" x="4438650" y="5956300"/>
          <p14:tracePt t="221129" x="4432300" y="5956300"/>
          <p14:tracePt t="221262" x="4438650" y="5956300"/>
          <p14:tracePt t="221276" x="4445000" y="5949950"/>
          <p14:tracePt t="221283" x="4457700" y="5949950"/>
          <p14:tracePt t="221298" x="4464050" y="5949950"/>
          <p14:tracePt t="221312" x="4483100" y="5949950"/>
          <p14:tracePt t="221328" x="4559300" y="5943600"/>
          <p14:tracePt t="221345" x="4616450" y="5937250"/>
          <p14:tracePt t="221361" x="4743450" y="5924550"/>
          <p14:tracePt t="221378" x="4806950" y="5918200"/>
          <p14:tracePt t="221395" x="4965700" y="5899150"/>
          <p14:tracePt t="221411" x="5041900" y="5880100"/>
          <p14:tracePt t="221427" x="5099050" y="5867400"/>
          <p14:tracePt t="221445" x="5175250" y="5861050"/>
          <p14:tracePt t="221461" x="5200650" y="5854700"/>
          <p14:tracePt t="221478" x="5213350" y="5854700"/>
          <p14:tracePt t="221494" x="5226050" y="5854700"/>
          <p14:tracePt t="221514" x="5232400" y="5854700"/>
          <p14:tracePt t="221865" x="5156200" y="5854700"/>
          <p14:tracePt t="221879" x="5016500" y="5861050"/>
          <p14:tracePt t="221886" x="4857750" y="5873750"/>
          <p14:tracePt t="221895" x="4673600" y="5886450"/>
          <p14:tracePt t="221909" x="4457700" y="5899150"/>
          <p14:tracePt t="221926" x="4210050" y="5930900"/>
          <p14:tracePt t="221943" x="3759200" y="5956300"/>
          <p14:tracePt t="221959" x="3270250" y="6000750"/>
          <p14:tracePt t="221976" x="2895600" y="6026150"/>
          <p14:tracePt t="221992" x="2730500" y="6038850"/>
          <p14:tracePt t="222009" x="2476500" y="6070600"/>
          <p14:tracePt t="222026" x="2260600" y="6089650"/>
          <p14:tracePt t="222042" x="2190750" y="6102350"/>
          <p14:tracePt t="222059" x="2089150" y="6108700"/>
          <p14:tracePt t="222076" x="2025650" y="6108700"/>
          <p14:tracePt t="222092" x="2012950" y="6108700"/>
          <p14:tracePt t="222109" x="2000250" y="6108700"/>
          <p14:tracePt t="222152" x="2025650" y="6108700"/>
          <p14:tracePt t="222166" x="2038350" y="6121400"/>
          <p14:tracePt t="222491" x="1974850" y="6121400"/>
          <p14:tracePt t="222498" x="1898650" y="6121400"/>
          <p14:tracePt t="222507" x="1822450" y="6121400"/>
          <p14:tracePt t="222523" x="1746250" y="6121400"/>
          <p14:tracePt t="222541" x="1619250" y="6134100"/>
          <p14:tracePt t="222557" x="1473200" y="6140450"/>
          <p14:tracePt t="222574" x="1397000" y="6153150"/>
          <p14:tracePt t="222590" x="1289050" y="6172200"/>
          <p14:tracePt t="222607" x="1206500" y="6184900"/>
          <p14:tracePt t="222624" x="1168400" y="6197600"/>
          <p14:tracePt t="222640" x="1117600" y="6203950"/>
          <p14:tracePt t="222656" x="1098550" y="6203950"/>
          <p14:tracePt t="222674" x="1041400" y="6210300"/>
          <p14:tracePt t="222690" x="1028700" y="6210300"/>
          <p14:tracePt t="222707" x="1016000" y="6216650"/>
          <p14:tracePt t="222724" x="990600" y="6216650"/>
          <p14:tracePt t="222739" x="984250" y="6223000"/>
          <p14:tracePt t="222773" x="977900" y="6223000"/>
          <p14:tracePt t="222799" x="971550" y="6229350"/>
          <p14:tracePt t="222897" x="965200" y="6229350"/>
          <p14:tracePt t="222903" x="958850" y="6229350"/>
          <p14:tracePt t="222918" x="952500" y="6229350"/>
          <p14:tracePt t="222926" x="952500" y="6235700"/>
          <p14:tracePt t="222942" x="939800" y="6235700"/>
          <p14:tracePt t="222956" x="920750" y="6242050"/>
          <p14:tracePt t="222972" x="908050" y="6242050"/>
          <p14:tracePt t="222989" x="876300" y="6242050"/>
          <p14:tracePt t="223005" x="857250" y="6248400"/>
          <p14:tracePt t="223022" x="831850" y="6248400"/>
          <p14:tracePt t="223038" x="806450" y="6248400"/>
          <p14:tracePt t="223055" x="800100" y="6248400"/>
          <p14:tracePt t="223072" x="793750" y="6248400"/>
          <p14:tracePt t="223088" x="781050" y="6242050"/>
          <p14:tracePt t="223105" x="768350" y="6235700"/>
          <p14:tracePt t="223122" x="755650" y="6223000"/>
          <p14:tracePt t="223138" x="730250" y="6197600"/>
          <p14:tracePt t="223156" x="717550" y="6184900"/>
          <p14:tracePt t="223172" x="704850" y="6165850"/>
          <p14:tracePt t="223188" x="692150" y="6153150"/>
          <p14:tracePt t="223247" x="685800" y="6146800"/>
          <p14:tracePt t="223324" x="698500" y="6146800"/>
          <p14:tracePt t="223345" x="711200" y="6146800"/>
          <p14:tracePt t="223359" x="723900" y="6146800"/>
          <p14:tracePt t="223366" x="742950" y="6146800"/>
          <p14:tracePt t="223374" x="774700" y="6146800"/>
          <p14:tracePt t="223390" x="812800" y="6146800"/>
          <p14:tracePt t="223404" x="850900" y="6146800"/>
          <p14:tracePt t="223421" x="927100" y="6146800"/>
          <p14:tracePt t="223438" x="996950" y="6146800"/>
          <p14:tracePt t="223455" x="1016000" y="6146800"/>
          <p14:tracePt t="223471" x="1047750" y="6146800"/>
          <p14:tracePt t="223487" x="1066800" y="6146800"/>
          <p14:tracePt t="223504" x="1073150" y="6146800"/>
          <p14:tracePt t="223537" x="1060450" y="6146800"/>
          <p14:tracePt t="223554" x="1041400" y="6146800"/>
          <p14:tracePt t="223570" x="990600" y="6153150"/>
          <p14:tracePt t="223587" x="889000" y="6153150"/>
          <p14:tracePt t="223605" x="749300" y="6153150"/>
          <p14:tracePt t="223619" x="679450" y="6159500"/>
          <p14:tracePt t="223637" x="615950" y="6159500"/>
          <p14:tracePt t="223641" x="565150" y="6159500"/>
          <p14:tracePt t="223654" x="476250" y="6159500"/>
          <p14:tracePt t="223670" x="431800" y="6159500"/>
          <p14:tracePt t="223686" x="406400" y="6159500"/>
          <p14:tracePt t="223703" x="361950" y="6159500"/>
          <p14:tracePt t="223720" x="355600" y="6159500"/>
          <p14:tracePt t="223808" x="368300" y="6159500"/>
          <p14:tracePt t="223814" x="400050" y="6153150"/>
          <p14:tracePt t="223828" x="425450" y="6140450"/>
          <p14:tracePt t="223838" x="469900" y="6134100"/>
          <p14:tracePt t="223853" x="533400" y="6127750"/>
          <p14:tracePt t="223869" x="711200" y="6108700"/>
          <p14:tracePt t="223885" x="920750" y="6076950"/>
          <p14:tracePt t="223902" x="1009650" y="6051550"/>
          <p14:tracePt t="223920" x="1130300" y="6026150"/>
          <p14:tracePt t="223936" x="1193800" y="6019800"/>
          <p14:tracePt t="223953" x="1206500" y="6013450"/>
          <p14:tracePt t="223969" x="1212850" y="6013450"/>
          <p14:tracePt t="224025" x="1212850" y="6019800"/>
          <p14:tracePt t="224039" x="1206500" y="6019800"/>
          <p14:tracePt t="224046" x="1193800" y="6019800"/>
          <p14:tracePt t="224060" x="1174750" y="6019800"/>
          <p14:tracePt t="224069" x="1155700" y="6026150"/>
          <p14:tracePt t="224086" x="1123950" y="6026150"/>
          <p14:tracePt t="224102" x="1009650" y="6032500"/>
          <p14:tracePt t="224118" x="882650" y="6045200"/>
          <p14:tracePt t="224135" x="819150" y="6045200"/>
          <p14:tracePt t="224152" x="723900" y="6038850"/>
          <p14:tracePt t="224169" x="685800" y="6038850"/>
          <p14:tracePt t="224186" x="666750" y="6038850"/>
          <p14:tracePt t="224203" x="660400" y="6038850"/>
          <p14:tracePt t="224218" x="654050" y="6038850"/>
          <p14:tracePt t="224284" x="660400" y="6038850"/>
          <p14:tracePt t="224298" x="666750" y="6038850"/>
          <p14:tracePt t="224305" x="673100" y="6038850"/>
          <p14:tracePt t="224326" x="685800" y="6038850"/>
          <p14:tracePt t="224340" x="704850" y="6038850"/>
          <p14:tracePt t="224350" x="730250" y="6045200"/>
          <p14:tracePt t="224369" x="793750" y="6051550"/>
          <p14:tracePt t="224384" x="838200" y="6064250"/>
          <p14:tracePt t="224401" x="895350" y="6064250"/>
          <p14:tracePt t="224417" x="927100" y="6070600"/>
          <p14:tracePt t="224434" x="939800" y="6070600"/>
          <p14:tracePt t="224451" x="952500" y="6076950"/>
          <p14:tracePt t="224515" x="946150" y="6076950"/>
          <p14:tracePt t="224529" x="933450" y="6076950"/>
          <p14:tracePt t="224537" x="920750" y="6083300"/>
          <p14:tracePt t="224553" x="901700" y="6083300"/>
          <p14:tracePt t="224567" x="838200" y="6089650"/>
          <p14:tracePt t="224583" x="812800" y="6096000"/>
          <p14:tracePt t="224600" x="742950" y="6102350"/>
          <p14:tracePt t="224617" x="711200" y="6102350"/>
          <p14:tracePt t="224634" x="654050" y="6108700"/>
          <p14:tracePt t="224650" x="641350" y="6115050"/>
          <p14:tracePt t="224666" x="635000" y="6115050"/>
          <p14:tracePt t="224683" x="628650" y="6115050"/>
          <p14:tracePt t="224719" x="635000" y="6115050"/>
          <p14:tracePt t="224739" x="647700" y="6115050"/>
          <p14:tracePt t="224747" x="654050" y="6115050"/>
          <p14:tracePt t="224760" x="660400" y="6115050"/>
          <p14:tracePt t="224769" x="673100" y="6115050"/>
          <p14:tracePt t="224783" x="685800" y="6115050"/>
          <p14:tracePt t="224799" x="717550" y="6115050"/>
          <p14:tracePt t="224817" x="762000" y="6096000"/>
          <p14:tracePt t="224832" x="781050" y="6096000"/>
          <p14:tracePt t="224849" x="806450" y="6089650"/>
          <p14:tracePt t="224865" x="819150" y="6083300"/>
          <p14:tracePt t="224882" x="825500" y="6083300"/>
          <p14:tracePt t="224936" x="819150" y="6083300"/>
          <p14:tracePt t="224956" x="812800" y="6083300"/>
          <p14:tracePt t="224970" x="800100" y="6083300"/>
          <p14:tracePt t="224998" x="787400" y="6083300"/>
          <p14:tracePt t="225005" x="781050" y="6083300"/>
          <p14:tracePt t="225019" x="768350" y="6083300"/>
          <p14:tracePt t="225031" x="755650" y="6083300"/>
          <p14:tracePt t="225048" x="723900" y="6076950"/>
          <p14:tracePt t="225065" x="711200" y="6076950"/>
          <p14:tracePt t="225082" x="698500" y="6076950"/>
          <p14:tracePt t="225548" x="704850" y="6064250"/>
          <p14:tracePt t="225554" x="723900" y="6051550"/>
          <p14:tracePt t="225569" x="736600" y="6045200"/>
          <p14:tracePt t="225579" x="755650" y="6032500"/>
          <p14:tracePt t="225597" x="768350" y="6026150"/>
          <p14:tracePt t="225612" x="774700" y="6019800"/>
          <p14:tracePt t="225630" x="781050" y="6019800"/>
          <p14:tracePt t="225659" x="787400" y="6013450"/>
          <p14:tracePt t="225666" x="793750" y="6013450"/>
          <p14:tracePt t="225688" x="800100" y="6007100"/>
          <p14:tracePt t="225696" x="812800" y="6007100"/>
          <p14:tracePt t="225712" x="825500" y="6000750"/>
          <p14:tracePt t="225730" x="844550" y="5994400"/>
          <p14:tracePt t="225746" x="857250" y="5988050"/>
          <p14:tracePt t="225763" x="889000" y="5975350"/>
          <p14:tracePt t="225779" x="920750" y="5949950"/>
          <p14:tracePt t="225796" x="939800" y="5937250"/>
          <p14:tracePt t="225813" x="1003300" y="5886450"/>
          <p14:tracePt t="225829" x="1098550" y="5822950"/>
          <p14:tracePt t="225846" x="1155700" y="5784850"/>
          <p14:tracePt t="225863" x="1295400" y="5689600"/>
          <p14:tracePt t="225879" x="1460500" y="5575300"/>
          <p14:tracePt t="225896" x="1562100" y="5511800"/>
          <p14:tracePt t="225912" x="1765300" y="5416550"/>
          <p14:tracePt t="225929" x="1879600" y="5365750"/>
          <p14:tracePt t="225945" x="2139950" y="5238750"/>
          <p14:tracePt t="225962" x="2444750" y="5118100"/>
          <p14:tracePt t="225979" x="2616200" y="5035550"/>
          <p14:tracePt t="225996" x="3041650" y="4864100"/>
          <p14:tracePt t="226012" x="3155950" y="4806950"/>
          <p14:tracePt t="226028" x="3276600" y="4756150"/>
          <p14:tracePt t="226045" x="3543300" y="4622800"/>
          <p14:tracePt t="226061" x="3613150" y="4572000"/>
          <p14:tracePt t="226078" x="3670300" y="4521200"/>
          <p14:tracePt t="226095" x="3752850" y="4451350"/>
          <p14:tracePt t="226111" x="3797300" y="4406900"/>
          <p14:tracePt t="226129" x="3854450" y="4349750"/>
          <p14:tracePt t="226145" x="3867150" y="4318000"/>
          <p14:tracePt t="226161" x="3898900" y="4286250"/>
          <p14:tracePt t="226178" x="3924300" y="4241800"/>
          <p14:tracePt t="226194" x="3930650" y="4229100"/>
          <p14:tracePt t="226211" x="3956050" y="4184650"/>
          <p14:tracePt t="226228" x="3975100" y="4140200"/>
          <p14:tracePt t="226244" x="3987800" y="4127500"/>
          <p14:tracePt t="226261" x="4000500" y="4083050"/>
          <p14:tracePt t="226277" x="4019550" y="4070350"/>
          <p14:tracePt t="226294" x="4025900" y="4057650"/>
          <p14:tracePt t="226311" x="4025900" y="4044950"/>
          <p14:tracePt t="226343" x="4019550" y="4051300"/>
          <p14:tracePt t="226363" x="4013200" y="4057650"/>
          <p14:tracePt t="226788" x="4019550" y="4044950"/>
          <p14:tracePt t="226795" x="4051300" y="4013200"/>
          <p14:tracePt t="226812" x="4076700" y="3981450"/>
          <p14:tracePt t="226825" x="4108450" y="3937000"/>
          <p14:tracePt t="226842" x="4191000" y="3867150"/>
          <p14:tracePt t="226860" x="4260850" y="3803650"/>
          <p14:tracePt t="226876" x="4292600" y="3778250"/>
          <p14:tracePt t="226892" x="4343400" y="3740150"/>
          <p14:tracePt t="226908" x="4381500" y="3708400"/>
          <p14:tracePt t="226925" x="4400550" y="3689350"/>
          <p14:tracePt t="226943" x="4419600" y="3676650"/>
          <p14:tracePt t="226959" x="4432300" y="3670300"/>
          <p14:tracePt t="226975" x="4438650" y="3670300"/>
          <p14:tracePt t="226992" x="4438650" y="3663950"/>
          <p14:tracePt t="227069" x="4438650" y="3670300"/>
          <p14:tracePt t="227075" x="4432300" y="3676650"/>
          <p14:tracePt t="227089" x="4425950" y="3676650"/>
          <p14:tracePt t="227110" x="4413250" y="3683000"/>
          <p14:tracePt t="227117" x="4406900" y="3689350"/>
          <p14:tracePt t="227132" x="4400550" y="3695700"/>
          <p14:tracePt t="227141" x="4375150" y="3708400"/>
          <p14:tracePt t="227158" x="4343400" y="3733800"/>
          <p14:tracePt t="227175" x="4267200" y="3784600"/>
          <p14:tracePt t="227191" x="4178300" y="3848100"/>
          <p14:tracePt t="227208" x="4133850" y="3886200"/>
          <p14:tracePt t="227224" x="4070350" y="3924300"/>
          <p14:tracePt t="227241" x="4032250" y="3956050"/>
          <p14:tracePt t="227258" x="4013200" y="3975100"/>
          <p14:tracePt t="227341" x="4019550" y="3975100"/>
          <p14:tracePt t="227349" x="4025900" y="3968750"/>
          <p14:tracePt t="227357" x="4038600" y="3962400"/>
          <p14:tracePt t="227374" x="4051300" y="3956050"/>
          <p14:tracePt t="227391" x="4089400" y="3937000"/>
          <p14:tracePt t="227407" x="4121150" y="3917950"/>
          <p14:tracePt t="227424" x="4184650" y="3879850"/>
          <p14:tracePt t="227440" x="4260850" y="3848100"/>
          <p14:tracePt t="227457" x="4292600" y="3829050"/>
          <p14:tracePt t="227474" x="4343400" y="3803650"/>
          <p14:tracePt t="227490" x="4381500" y="3778250"/>
          <p14:tracePt t="227507" x="4394200" y="3771900"/>
          <p14:tracePt t="227524" x="4413250" y="3759200"/>
          <p14:tracePt t="227629" x="4413250" y="3765550"/>
          <p14:tracePt t="227671" x="4413250" y="3771900"/>
          <p14:tracePt t="227691" x="4406900" y="3771900"/>
          <p14:tracePt t="227698" x="4406900" y="3778250"/>
          <p14:tracePt t="227709" x="4400550" y="3778250"/>
          <p14:tracePt t="227722" x="4394200" y="3778250"/>
          <p14:tracePt t="228357" x="4400550" y="3778250"/>
          <p14:tracePt t="228371" x="4432300" y="3771900"/>
          <p14:tracePt t="228378" x="4464050" y="3752850"/>
          <p14:tracePt t="228392" x="4502150" y="3746500"/>
          <p14:tracePt t="228403" x="4533900" y="3740150"/>
          <p14:tracePt t="228420" x="4603750" y="3721100"/>
          <p14:tracePt t="228437" x="4641850" y="3721100"/>
          <p14:tracePt t="228453" x="4711700" y="3721100"/>
          <p14:tracePt t="228470" x="4787900" y="3714750"/>
          <p14:tracePt t="228486" x="4826000" y="3714750"/>
          <p14:tracePt t="228504" x="4895850" y="3714750"/>
          <p14:tracePt t="228519" x="4965700" y="3714750"/>
          <p14:tracePt t="228536" x="4991100" y="3714750"/>
          <p14:tracePt t="228553" x="5060950" y="3714750"/>
          <p14:tracePt t="228570" x="5137150" y="3721100"/>
          <p14:tracePt t="228586" x="5168900" y="3721100"/>
          <p14:tracePt t="228603" x="5232400" y="3721100"/>
          <p14:tracePt t="228619" x="5302250" y="3721100"/>
          <p14:tracePt t="228637" x="5327650" y="3721100"/>
          <p14:tracePt t="228652" x="5397500" y="3721100"/>
          <p14:tracePt t="228669" x="5422900" y="3721100"/>
          <p14:tracePt t="228687" x="5518150" y="3733800"/>
          <p14:tracePt t="228702" x="5549900" y="3733800"/>
          <p14:tracePt t="228719" x="5575300" y="3740150"/>
          <p14:tracePt t="228736" x="5626100" y="3740150"/>
          <p14:tracePt t="228752" x="5657850" y="3740150"/>
          <p14:tracePt t="228768" x="5683250" y="3740150"/>
          <p14:tracePt t="228785" x="5689600" y="3740150"/>
          <p14:tracePt t="228827" x="5683250" y="3733800"/>
          <p14:tracePt t="228840" x="5670550" y="3733800"/>
          <p14:tracePt t="228851" x="5651500" y="3733800"/>
          <p14:tracePt t="228869" x="5568950" y="3733800"/>
          <p14:tracePt t="228885" x="5473700" y="3721100"/>
          <p14:tracePt t="228902" x="5238750" y="3708400"/>
          <p14:tracePt t="228919" x="4889500" y="3695700"/>
          <p14:tracePt t="228935" x="4737100" y="3695700"/>
          <p14:tracePt t="228952" x="4451350" y="3702050"/>
          <p14:tracePt t="228969" x="4235450" y="3714750"/>
          <p14:tracePt t="228985" x="4159250" y="3714750"/>
          <p14:tracePt t="229002" x="4051300" y="3721100"/>
          <p14:tracePt t="229018" x="4025900" y="3727450"/>
          <p14:tracePt t="229035" x="4006850" y="3727450"/>
          <p14:tracePt t="229051" x="4000500" y="3727450"/>
          <p14:tracePt t="229093" x="4013200" y="3727450"/>
          <p14:tracePt t="229099" x="4025900" y="3721100"/>
          <p14:tracePt t="229107" x="4044950" y="3721100"/>
          <p14:tracePt t="229121" x="4076700" y="3721100"/>
          <p14:tracePt t="229135" x="4114800" y="3721100"/>
          <p14:tracePt t="229151" x="4267200" y="3721100"/>
          <p14:tracePt t="229167" x="4381500" y="3721100"/>
          <p14:tracePt t="229184" x="4641850" y="3727450"/>
          <p14:tracePt t="229201" x="4908550" y="3727450"/>
          <p14:tracePt t="229219" x="5149850" y="3721100"/>
          <p14:tracePt t="229234" x="5264150" y="3721100"/>
          <p14:tracePt t="229251" x="5454650" y="3721100"/>
          <p14:tracePt t="229268" x="5568950" y="3708400"/>
          <p14:tracePt t="229284" x="5613400" y="3695700"/>
          <p14:tracePt t="229300" x="5638800" y="3689350"/>
          <p14:tracePt t="229317" x="5670550" y="3676650"/>
          <p14:tracePt t="229350" x="5676900" y="3676650"/>
          <p14:tracePt t="229387" x="5670550" y="3676650"/>
          <p14:tracePt t="229408" x="5651500" y="3676650"/>
          <p14:tracePt t="229422" x="5613400" y="3676650"/>
          <p14:tracePt t="229429" x="5562600" y="3676650"/>
          <p14:tracePt t="229443" x="5473700" y="3676650"/>
          <p14:tracePt t="229453" x="5365750" y="3670300"/>
          <p14:tracePt t="229467" x="5245100" y="3663950"/>
          <p14:tracePt t="229483" x="4946650" y="3663950"/>
          <p14:tracePt t="229500" x="4603750" y="3651250"/>
          <p14:tracePt t="229516" x="4476750" y="3651250"/>
          <p14:tracePt t="229533" x="4235450" y="3651250"/>
          <p14:tracePt t="229550" x="4070350" y="3657600"/>
          <p14:tracePt t="229566" x="4019550" y="3663950"/>
          <p14:tracePt t="229583" x="3949700" y="3670300"/>
          <p14:tracePt t="229599" x="3930650" y="3676650"/>
          <p14:tracePt t="229667" x="3937000" y="3676650"/>
          <p14:tracePt t="229681" x="3956050" y="3676650"/>
          <p14:tracePt t="229688" x="3981450" y="3683000"/>
          <p14:tracePt t="229702" x="4025900" y="3695700"/>
          <p14:tracePt t="229716" x="4089400" y="3714750"/>
          <p14:tracePt t="229732" x="4260850" y="3740150"/>
          <p14:tracePt t="229736" x="4362450" y="3759200"/>
          <p14:tracePt t="229765" x="4629150" y="3790950"/>
          <p14:tracePt t="229782" x="4883150" y="3790950"/>
          <p14:tracePt t="229800" x="5099050" y="3790950"/>
          <p14:tracePt t="229815" x="5175250" y="3790950"/>
          <p14:tracePt t="229832" x="5257800" y="3771900"/>
          <p14:tracePt t="229849" x="5283200" y="3759200"/>
          <p14:tracePt t="229865" x="5289550" y="3759200"/>
          <p14:tracePt t="229912" x="5289550" y="3752850"/>
          <p14:tracePt t="230549" x="5283200" y="3752850"/>
          <p14:tracePt t="230577" x="5276850" y="3752850"/>
          <p14:tracePt t="230598" x="5270500" y="3752850"/>
          <p14:tracePt t="230647" x="5264150" y="3746500"/>
          <p14:tracePt t="230668" x="5257800" y="3746500"/>
          <p14:tracePt t="230703" x="5251450" y="3746500"/>
          <p14:tracePt t="230759" x="5245100" y="3746500"/>
          <p14:tracePt t="230858" x="5238750" y="3740150"/>
          <p14:tracePt t="230942" x="5238750" y="3733800"/>
          <p14:tracePt t="230983" x="5238750" y="3727450"/>
          <p14:tracePt t="230997" x="5238750" y="3721100"/>
          <p14:tracePt t="231012" x="5238750" y="3714750"/>
          <p14:tracePt t="231018" x="5238750" y="3702050"/>
          <p14:tracePt t="231032" x="5232400" y="3676650"/>
          <p14:tracePt t="231045" x="5226050" y="3651250"/>
          <p14:tracePt t="231061" x="5200650" y="3530600"/>
          <p14:tracePt t="231078" x="5168900" y="3448050"/>
          <p14:tracePt t="231095" x="5092700" y="3238500"/>
          <p14:tracePt t="231111" x="4991100" y="3003550"/>
          <p14:tracePt t="231127" x="4927600" y="2895600"/>
          <p14:tracePt t="231145" x="4800600" y="2698750"/>
          <p14:tracePt t="231160" x="4660900" y="2533650"/>
          <p14:tracePt t="231177" x="4603750" y="2470150"/>
          <p14:tracePt t="231194" x="4508500" y="2381250"/>
          <p14:tracePt t="231211" x="4457700" y="2336800"/>
          <p14:tracePt t="231228" x="4432300" y="2324100"/>
          <p14:tracePt t="231244" x="4413250" y="2305050"/>
          <p14:tracePt t="231260" x="4406900" y="2298700"/>
          <p14:tracePt t="231278" x="4406900" y="2292350"/>
          <p14:tracePt t="231627" x="4406900" y="2286000"/>
          <p14:tracePt t="231754" x="4406900" y="2279650"/>
          <p14:tracePt t="231929" x="4406900" y="2286000"/>
          <p14:tracePt t="231964" x="4406900" y="2292350"/>
          <p14:tracePt t="231978" x="4400550" y="2292350"/>
          <p14:tracePt t="232300" x="4464050" y="2292350"/>
          <p14:tracePt t="232313" x="4565650" y="2292350"/>
          <p14:tracePt t="232321" x="4699000" y="2305050"/>
          <p14:tracePt t="232328" x="4857750" y="2317750"/>
          <p14:tracePt t="232343" x="5048250" y="2330450"/>
          <p14:tracePt t="232356" x="5289550" y="2343150"/>
          <p14:tracePt t="232373" x="5797550" y="2387600"/>
          <p14:tracePt t="232392" x="6172200" y="2400300"/>
          <p14:tracePt t="232406" x="6381750" y="2393950"/>
          <p14:tracePt t="232423" x="6623050" y="2381250"/>
          <p14:tracePt t="232440" x="6819900" y="2355850"/>
          <p14:tracePt t="232456" x="6870700" y="2343150"/>
          <p14:tracePt t="232473" x="6940550" y="2324100"/>
          <p14:tracePt t="232490" x="7010400" y="2311400"/>
          <p14:tracePt t="232506" x="7035800" y="2298700"/>
          <p14:tracePt t="232523" x="7061200" y="2286000"/>
          <p14:tracePt t="232539" x="7137400" y="2254250"/>
          <p14:tracePt t="232556" x="7175500" y="2247900"/>
          <p14:tracePt t="232573" x="7226300" y="2203450"/>
          <p14:tracePt t="232589" x="7258050" y="2190750"/>
          <p14:tracePt t="232605" x="7302500" y="2165350"/>
          <p14:tracePt t="232623" x="7353300" y="2139950"/>
          <p14:tracePt t="232639" x="7397750" y="2114550"/>
          <p14:tracePt t="232656" x="7448550" y="2082800"/>
          <p14:tracePt t="232672" x="7499350" y="2070100"/>
          <p14:tracePt t="232689" x="7512050" y="2063750"/>
          <p14:tracePt t="232706" x="7537450" y="2057400"/>
          <p14:tracePt t="232722" x="7550150" y="2057400"/>
          <p14:tracePt t="232739" x="7556500" y="2057400"/>
          <p14:tracePt t="233421" x="7550150" y="2057400"/>
          <p14:tracePt t="233434" x="7537450" y="2063750"/>
          <p14:tracePt t="233442" x="7518400" y="2063750"/>
          <p14:tracePt t="233452" x="7486650" y="2076450"/>
          <p14:tracePt t="233470" x="7327900" y="2120900"/>
          <p14:tracePt t="233486" x="7226300" y="2152650"/>
          <p14:tracePt t="233503" x="7086600" y="2203450"/>
          <p14:tracePt t="233519" x="6318250" y="2501900"/>
          <p14:tracePt t="233536" x="5981700" y="2603500"/>
          <p14:tracePt t="233553" x="5607050" y="2762250"/>
          <p14:tracePt t="233569" x="4857750" y="3117850"/>
          <p14:tracePt t="233586" x="4127500" y="3511550"/>
          <p14:tracePt t="233603" x="3460750" y="3911600"/>
          <p14:tracePt t="233619" x="3155950" y="4083050"/>
          <p14:tracePt t="233635" x="2686050" y="4425950"/>
          <p14:tracePt t="233652" x="2330450" y="4711700"/>
          <p14:tracePt t="233668" x="2209800" y="4832350"/>
          <p14:tracePt t="233686" x="2032000" y="5003800"/>
          <p14:tracePt t="233702" x="1866900" y="5149850"/>
          <p14:tracePt t="233719" x="1797050" y="5200650"/>
          <p14:tracePt t="233735" x="1714500" y="5276850"/>
          <p14:tracePt t="233752" x="1676400" y="5314950"/>
          <p14:tracePt t="233769" x="1670050" y="5334000"/>
          <p14:tracePt t="233785" x="1657350" y="5334000"/>
          <p14:tracePt t="234302" x="1644650" y="5378450"/>
          <p14:tracePt t="234317" x="1600200" y="5435600"/>
          <p14:tracePt t="234323" x="1574800" y="5480050"/>
          <p14:tracePt t="234333" x="1562100" y="5511800"/>
          <p14:tracePt t="234349" x="1536700" y="5537200"/>
          <p14:tracePt t="234367" x="1511300" y="5575300"/>
          <p14:tracePt t="234383" x="1504950" y="5581650"/>
          <p14:tracePt t="234400" x="1492250" y="5594350"/>
          <p14:tracePt t="234715" x="1485900" y="5607050"/>
          <p14:tracePt t="234722" x="1479550" y="5632450"/>
          <p14:tracePt t="234736" x="1466850" y="5664200"/>
          <p14:tracePt t="234748" x="1454150" y="5708650"/>
          <p14:tracePt t="234765" x="1441450" y="5778500"/>
          <p14:tracePt t="234781" x="1435100" y="5822950"/>
          <p14:tracePt t="234799" x="1422400" y="5880100"/>
          <p14:tracePt t="234815" x="1422400" y="5924550"/>
          <p14:tracePt t="234831" x="1422400" y="5937250"/>
          <p14:tracePt t="234835" x="1422400" y="5949950"/>
          <p14:tracePt t="234848" x="1422400" y="5956300"/>
          <p14:tracePt t="234864" x="1422400" y="5962650"/>
          <p14:tracePt t="234891" x="1422400" y="5969000"/>
          <p14:tracePt t="234982" x="1422400" y="5975350"/>
          <p14:tracePt t="235003" x="1428750" y="5981700"/>
          <p14:tracePt t="235024" x="1428750" y="5994400"/>
          <p14:tracePt t="235031" x="1435100" y="6000750"/>
          <p14:tracePt t="235052" x="1435100" y="6007100"/>
          <p14:tracePt t="235073" x="1435100" y="6019800"/>
          <p14:tracePt t="235094" x="1435100" y="6026150"/>
          <p14:tracePt t="235122" x="1441450" y="6032500"/>
          <p14:tracePt t="235170" x="1441450" y="6038850"/>
          <p14:tracePt t="235206" x="1447800" y="6045200"/>
          <p14:tracePt t="235233" x="1454150" y="6051550"/>
          <p14:tracePt t="235240" x="1460500" y="6051550"/>
          <p14:tracePt t="235255" x="1460500" y="6057900"/>
          <p14:tracePt t="235263" x="1466850" y="6057900"/>
          <p14:tracePt t="235279" x="1473200" y="6057900"/>
          <p14:tracePt t="235297" x="1492250" y="6057900"/>
          <p14:tracePt t="235313" x="1517650" y="6057900"/>
          <p14:tracePt t="235330" x="1530350" y="6057900"/>
          <p14:tracePt t="235347" x="1543050" y="6064250"/>
          <p14:tracePt t="235363" x="1555750" y="6064250"/>
          <p14:tracePt t="235366" x="1562100" y="6064250"/>
          <p14:tracePt t="235396" x="1568450" y="6064250"/>
          <p14:tracePt t="235413" x="1574800" y="6064250"/>
          <p14:tracePt t="235647" x="1574800" y="6070600"/>
          <p14:tracePt t="235913" x="1606550" y="6070600"/>
          <p14:tracePt t="235928" x="1644650" y="6076950"/>
          <p14:tracePt t="235934" x="1714500" y="6076950"/>
          <p14:tracePt t="235944" x="1778000" y="6076950"/>
          <p14:tracePt t="235960" x="1841500" y="6076950"/>
          <p14:tracePt t="235978" x="1968500" y="6076950"/>
          <p14:tracePt t="235994" x="2006600" y="6076950"/>
          <p14:tracePt t="236011" x="2101850" y="6076950"/>
          <p14:tracePt t="236027" x="2120900" y="6076950"/>
          <p14:tracePt t="236044" x="2127250" y="6076950"/>
          <p14:tracePt t="236061" x="2133600" y="6076950"/>
          <p14:tracePt t="236102" x="2127250" y="6076950"/>
          <p14:tracePt t="236116" x="2114550" y="6076950"/>
          <p14:tracePt t="236123" x="2101850" y="6076950"/>
          <p14:tracePt t="236137" x="2076450" y="6076950"/>
          <p14:tracePt t="236147" x="2044700" y="6076950"/>
          <p14:tracePt t="236160" x="2006600" y="6064250"/>
          <p14:tracePt t="236176" x="1873250" y="6045200"/>
          <p14:tracePt t="236194" x="1720850" y="6019800"/>
          <p14:tracePt t="236210" x="1651000" y="6000750"/>
          <p14:tracePt t="236227" x="1543050" y="5988050"/>
          <p14:tracePt t="236243" x="1498600" y="5981700"/>
          <p14:tracePt t="236260" x="1473200" y="5975350"/>
          <p14:tracePt t="236278" x="1466850" y="5975350"/>
          <p14:tracePt t="236293" x="1460500" y="5975350"/>
          <p14:tracePt t="236309" x="1460500" y="5981700"/>
          <p14:tracePt t="236347" x="1466850" y="5988050"/>
          <p14:tracePt t="236362" x="1479550" y="5988050"/>
          <p14:tracePt t="236377" x="1492250" y="5988050"/>
          <p14:tracePt t="236392" x="1511300" y="5988050"/>
          <p14:tracePt t="236410" x="1562100" y="6000750"/>
          <p14:tracePt t="236425" x="1663700" y="6007100"/>
          <p14:tracePt t="236442" x="1739900" y="6007100"/>
          <p14:tracePt t="236459" x="1860550" y="6019800"/>
          <p14:tracePt t="236476" x="1936750" y="6019800"/>
          <p14:tracePt t="236492" x="1968500" y="6019800"/>
          <p14:tracePt t="236509" x="1993900" y="6019800"/>
          <p14:tracePt t="236525" x="2000250" y="6026150"/>
          <p14:tracePt t="236571" x="1993900" y="6026150"/>
          <p14:tracePt t="236586" x="1987550" y="6026150"/>
          <p14:tracePt t="236595" x="1974850" y="6026150"/>
          <p14:tracePt t="236608" x="1955800" y="6026150"/>
          <p14:tracePt t="236625" x="1936750" y="6019800"/>
          <p14:tracePt t="236642" x="1816100" y="6007100"/>
          <p14:tracePt t="236658" x="1771650" y="6000750"/>
          <p14:tracePt t="236675" x="1720850" y="5994400"/>
          <p14:tracePt t="236691" x="1651000" y="5988050"/>
          <p14:tracePt t="236708" x="1600200" y="5975350"/>
          <p14:tracePt t="236725" x="1581150" y="5975350"/>
          <p14:tracePt t="236758" x="1574800" y="5975350"/>
          <p14:tracePt t="237519" x="1625600" y="5943600"/>
          <p14:tracePt t="237526" x="1708150" y="5892800"/>
          <p14:tracePt t="237539" x="1835150" y="5816600"/>
          <p14:tracePt t="237555" x="2133600" y="5638800"/>
          <p14:tracePt t="237572" x="2336800" y="5524500"/>
          <p14:tracePt t="237589" x="2724150" y="5340350"/>
          <p14:tracePt t="237605" x="3105150" y="5130800"/>
          <p14:tracePt t="237622" x="3257550" y="5041900"/>
          <p14:tracePt t="237638" x="3543300" y="4845050"/>
          <p14:tracePt t="237655" x="3638550" y="4768850"/>
          <p14:tracePt t="237673" x="3810000" y="4622800"/>
          <p14:tracePt t="237688" x="3892550" y="4527550"/>
          <p14:tracePt t="237705" x="3917950" y="4495800"/>
          <p14:tracePt t="237722" x="3956050" y="4445000"/>
          <p14:tracePt t="237738" x="3962400" y="4406900"/>
          <p14:tracePt t="237754" x="3968750" y="4394200"/>
          <p14:tracePt t="237771" x="3968750" y="4387850"/>
          <p14:tracePt t="237788" x="3968750" y="4381500"/>
          <p14:tracePt t="237821" x="3968750" y="4375150"/>
          <p14:tracePt t="237869" x="3962400" y="4368800"/>
          <p14:tracePt t="237883" x="3956050" y="4356100"/>
          <p14:tracePt t="237897" x="3943350" y="4324350"/>
          <p14:tracePt t="237907" x="3937000" y="4298950"/>
          <p14:tracePt t="237921" x="3917950" y="4273550"/>
          <p14:tracePt t="237938" x="3911600" y="4254500"/>
          <p14:tracePt t="237954" x="3886200" y="4184650"/>
          <p14:tracePt t="237970" x="3879850" y="4171950"/>
          <p14:tracePt t="237987" x="3873500" y="4159250"/>
          <p14:tracePt t="238004" x="3867150" y="4146550"/>
          <p14:tracePt t="238021" x="3867150" y="4140200"/>
          <p14:tracePt t="238037" x="3867150" y="4133850"/>
          <p14:tracePt t="238093" x="3867150" y="4127500"/>
          <p14:tracePt t="238156" x="3873500" y="4127500"/>
          <p14:tracePt t="238163" x="3873500" y="4121150"/>
          <p14:tracePt t="238177" x="3879850" y="4121150"/>
          <p14:tracePt t="238186" x="3886200" y="4121150"/>
          <p14:tracePt t="238202" x="3892550" y="4114800"/>
          <p14:tracePt t="238221" x="3898900" y="4114800"/>
          <p14:tracePt t="238237" x="3924300" y="4114800"/>
          <p14:tracePt t="238253" x="3943350" y="4108450"/>
          <p14:tracePt t="238269" x="4019550" y="4102100"/>
          <p14:tracePt t="238286" x="4076700" y="4089400"/>
          <p14:tracePt t="238303" x="4152900" y="4089400"/>
          <p14:tracePt t="238319" x="4368800" y="4083050"/>
          <p14:tracePt t="238336" x="4495800" y="4070350"/>
          <p14:tracePt t="238352" x="4629150" y="4070350"/>
          <p14:tracePt t="238369" x="4940300" y="4070350"/>
          <p14:tracePt t="238386" x="5130800" y="4057650"/>
          <p14:tracePt t="238402" x="5435600" y="4064000"/>
          <p14:tracePt t="238419" x="5575300" y="4057650"/>
          <p14:tracePt t="238436" x="5702300" y="4057650"/>
          <p14:tracePt t="238452" x="5810250" y="4057650"/>
          <p14:tracePt t="238469" x="5905500" y="4044950"/>
          <p14:tracePt t="238486" x="5994400" y="4038600"/>
          <p14:tracePt t="238502" x="6070600" y="4038600"/>
          <p14:tracePt t="238518" x="6134100" y="4038600"/>
          <p14:tracePt t="238535" x="6184900" y="4038600"/>
          <p14:tracePt t="238552" x="6229350" y="4032250"/>
          <p14:tracePt t="238569" x="6248400" y="4032250"/>
          <p14:tracePt t="238585" x="6267450" y="4025900"/>
          <p14:tracePt t="238601" x="6273800" y="4025900"/>
          <p14:tracePt t="238618" x="6280150" y="4025900"/>
          <p14:tracePt t="238660" x="6280150" y="4019550"/>
          <p14:tracePt t="238688" x="6280150" y="4013200"/>
          <p14:tracePt t="238703" x="6267450" y="4013200"/>
          <p14:tracePt t="238716" x="6229350" y="4006850"/>
          <p14:tracePt t="238730" x="6127750" y="3981450"/>
          <p14:tracePt t="238737" x="5981700" y="3962400"/>
          <p14:tracePt t="238751" x="5778500" y="3924300"/>
          <p14:tracePt t="238768" x="5308600" y="3848100"/>
          <p14:tracePt t="238784" x="5099050" y="3835400"/>
          <p14:tracePt t="238801" x="4641850" y="3810000"/>
          <p14:tracePt t="238818" x="4356100" y="3797300"/>
          <p14:tracePt t="238834" x="4229100" y="3797300"/>
          <p14:tracePt t="238851" x="4044950" y="3810000"/>
          <p14:tracePt t="238867" x="3962400" y="3829050"/>
          <p14:tracePt t="238885" x="3930650" y="3835400"/>
          <p14:tracePt t="238900" x="3924300" y="3841750"/>
          <p14:tracePt t="238954" x="3930650" y="3841750"/>
          <p14:tracePt t="238968" x="3937000" y="3841750"/>
          <p14:tracePt t="238975" x="3956050" y="3841750"/>
          <p14:tracePt t="238989" x="3975100" y="3841750"/>
          <p14:tracePt t="239000" x="4000500" y="3848100"/>
          <p14:tracePt t="239017" x="4070350" y="3867150"/>
          <p14:tracePt t="239034" x="4241800" y="3905250"/>
          <p14:tracePt t="239050" x="4368800" y="3924300"/>
          <p14:tracePt t="239067" x="4718050" y="4000500"/>
          <p14:tracePt t="239083" x="4889500" y="4038600"/>
          <p14:tracePt t="239100" x="5111750" y="4064000"/>
          <p14:tracePt t="239116" x="5384800" y="4089400"/>
          <p14:tracePt t="239150" x="5600700" y="4102100"/>
          <p14:tracePt t="239166" x="5689600" y="4083050"/>
          <p14:tracePt t="239200" x="5835650" y="4064000"/>
          <p14:tracePt t="239216" x="5886450" y="4057650"/>
          <p14:tracePt t="239233" x="5918200" y="4051300"/>
          <p14:tracePt t="239249" x="5937250" y="4051300"/>
          <p14:tracePt t="239266" x="5943600" y="4051300"/>
          <p14:tracePt t="239283" x="5943600" y="4044950"/>
          <p14:tracePt t="239325" x="5924550" y="4044950"/>
          <p14:tracePt t="239339" x="5873750" y="4038600"/>
          <p14:tracePt t="239353" x="5772150" y="4038600"/>
          <p14:tracePt t="239365" x="5657850" y="4013200"/>
          <p14:tracePt t="239383" x="5499100" y="4006850"/>
          <p14:tracePt t="239399" x="5334000" y="3994150"/>
          <p14:tracePt t="239416" x="5016500" y="3981450"/>
          <p14:tracePt t="239432" x="4876800" y="3987800"/>
          <p14:tracePt t="239449" x="4749800" y="3994150"/>
          <p14:tracePt t="239466" x="4540250" y="4025900"/>
          <p14:tracePt t="239482" x="4451350" y="4038600"/>
          <p14:tracePt t="239499" x="4343400" y="4070350"/>
          <p14:tracePt t="239515" x="4298950" y="4095750"/>
          <p14:tracePt t="239532" x="4286250" y="4095750"/>
          <p14:tracePt t="239577" x="4286250" y="4102100"/>
          <p14:tracePt t="239585" x="4292600" y="4102100"/>
          <p14:tracePt t="239601" x="4305300" y="4102100"/>
          <p14:tracePt t="239615" x="4318000" y="4102100"/>
          <p14:tracePt t="239631" x="4394200" y="4102100"/>
          <p14:tracePt t="239648" x="4552950" y="4121150"/>
          <p14:tracePt t="239664" x="4654550" y="4121150"/>
          <p14:tracePt t="239681" x="4756150" y="4133850"/>
          <p14:tracePt t="239698" x="4972050" y="4140200"/>
          <p14:tracePt t="239714" x="5099050" y="4133850"/>
          <p14:tracePt t="239732" x="5302250" y="4114800"/>
          <p14:tracePt t="239748" x="5391150" y="4108450"/>
          <p14:tracePt t="239764" x="5461000" y="4095750"/>
          <p14:tracePt t="239781" x="5511800" y="4089400"/>
          <p14:tracePt t="239797" x="5556250" y="4070350"/>
          <p14:tracePt t="239814" x="5575300" y="4070350"/>
          <p14:tracePt t="239831" x="5588000" y="4064000"/>
          <p14:tracePt t="239847" x="5594350" y="4057650"/>
          <p14:tracePt t="239907" x="5575300" y="4057650"/>
          <p14:tracePt t="239915" x="5537200" y="4051300"/>
          <p14:tracePt t="239928" x="5461000" y="4051300"/>
          <p14:tracePt t="239942" x="5359400" y="4038600"/>
          <p14:tracePt t="239956" x="5232400" y="4032250"/>
          <p14:tracePt t="239963" x="5054600" y="4019550"/>
          <p14:tracePt t="239980" x="4864100" y="4006850"/>
          <p14:tracePt t="239997" x="4673600" y="3994150"/>
          <p14:tracePt t="240013" x="4362450" y="3981450"/>
          <p14:tracePt t="240030" x="4254500" y="3981450"/>
          <p14:tracePt t="240047" x="4121150" y="3987800"/>
          <p14:tracePt t="240064" x="4095750" y="3994150"/>
          <p14:tracePt t="240080" x="4070350" y="4000500"/>
          <p14:tracePt t="240113" x="4064000" y="4000500"/>
          <p14:tracePt t="240138" x="4070350" y="4000500"/>
          <p14:tracePt t="240152" x="4089400" y="4000500"/>
          <p14:tracePt t="240166" x="4133850" y="4000500"/>
          <p14:tracePt t="240180" x="4216400" y="4006850"/>
          <p14:tracePt t="240196" x="4343400" y="4019550"/>
          <p14:tracePt t="240213" x="4679950" y="4070350"/>
          <p14:tracePt t="240230" x="4895850" y="4083050"/>
          <p14:tracePt t="240246" x="5130800" y="4095750"/>
          <p14:tracePt t="240263" x="5314950" y="4095750"/>
          <p14:tracePt t="240279" x="5543550" y="4089400"/>
          <p14:tracePt t="240313" x="5651500" y="4076700"/>
          <p14:tracePt t="240329" x="5670550" y="4076700"/>
          <p14:tracePt t="240345" x="5676900" y="4070350"/>
          <p14:tracePt t="241117" x="5613400" y="4032250"/>
          <p14:tracePt t="241124" x="5492750" y="3987800"/>
          <p14:tracePt t="241138" x="5391150" y="3937000"/>
          <p14:tracePt t="241146" x="5251450" y="3879850"/>
          <p14:tracePt t="241162" x="5118100" y="3835400"/>
          <p14:tracePt t="241176" x="4978400" y="3771900"/>
          <p14:tracePt t="241193" x="4756150" y="3670300"/>
          <p14:tracePt t="241209" x="4502150" y="3505200"/>
          <p14:tracePt t="241226" x="4343400" y="3403600"/>
          <p14:tracePt t="241243" x="4114800" y="3232150"/>
          <p14:tracePt t="241259" x="3943350" y="3048000"/>
          <p14:tracePt t="241276" x="3860800" y="2978150"/>
          <p14:tracePt t="241292" x="3708400" y="2851150"/>
          <p14:tracePt t="241309" x="3575050" y="2724150"/>
          <p14:tracePt t="241326" x="3530600" y="2667000"/>
          <p14:tracePt t="241343" x="3422650" y="2546350"/>
          <p14:tracePt t="241359" x="3340100" y="2451100"/>
          <p14:tracePt t="241376" x="3289300" y="2387600"/>
          <p14:tracePt t="241392" x="3263900" y="2374900"/>
          <p14:tracePt t="241409" x="3225800" y="2330450"/>
          <p14:tracePt t="241426" x="3168650" y="2279650"/>
          <p14:tracePt t="241441" x="3136900" y="2254250"/>
          <p14:tracePt t="241459" x="3098800" y="2222500"/>
          <p14:tracePt t="241475" x="2997200" y="2139950"/>
          <p14:tracePt t="241492" x="2984500" y="2127250"/>
          <p14:tracePt t="241509" x="2952750" y="2095500"/>
          <p14:tracePt t="241525" x="2946400" y="2082800"/>
          <p14:tracePt t="241541" x="2908300" y="2057400"/>
          <p14:tracePt t="241558" x="2876550" y="2019300"/>
          <p14:tracePt t="241575" x="2857500" y="2006600"/>
          <p14:tracePt t="241591" x="2819400" y="1962150"/>
          <p14:tracePt t="241608" x="2774950" y="1930400"/>
          <p14:tracePt t="241624" x="2749550" y="1911350"/>
          <p14:tracePt t="241642" x="2711450" y="1879600"/>
          <p14:tracePt t="241658" x="2641600" y="1835150"/>
          <p14:tracePt t="241674" x="2603500" y="1822450"/>
          <p14:tracePt t="241691" x="2527300" y="1784350"/>
          <p14:tracePt t="241708" x="2463800" y="1752600"/>
          <p14:tracePt t="241724" x="2432050" y="1746250"/>
          <p14:tracePt t="241741" x="2381250" y="1727200"/>
          <p14:tracePt t="241758" x="2336800" y="1701800"/>
          <p14:tracePt t="241775" x="2305050" y="1689100"/>
          <p14:tracePt t="241790" x="2292350" y="1676400"/>
          <p14:tracePt t="241807" x="2279650" y="1670050"/>
          <p14:tracePt t="241824" x="2247900" y="1651000"/>
          <p14:tracePt t="241857" x="2241550" y="1644650"/>
          <p14:tracePt t="241874" x="2235200" y="1644650"/>
          <p14:tracePt t="241894" x="2228850" y="1644650"/>
          <p14:tracePt t="241957" x="2222500" y="1638300"/>
          <p14:tracePt t="241999" x="2222500" y="1631950"/>
          <p14:tracePt t="242027" x="2222500" y="1625600"/>
          <p14:tracePt t="242034" x="2222500" y="1619250"/>
          <p14:tracePt t="242055" x="2216150" y="1619250"/>
          <p14:tracePt t="242069" x="2216150" y="1612900"/>
          <p14:tracePt t="242076" x="2209800" y="1606550"/>
          <p14:tracePt t="242097" x="2203450" y="1606550"/>
          <p14:tracePt t="242106" x="2203450" y="1600200"/>
          <p14:tracePt t="242122" x="2203450" y="1593850"/>
          <p14:tracePt t="242146" x="2197100" y="1587500"/>
          <p14:tracePt t="242168" x="2190750" y="1581150"/>
          <p14:tracePt t="242176" x="2190750" y="1574800"/>
          <p14:tracePt t="242217" x="2190750" y="1568450"/>
          <p14:tracePt t="242265" x="2184400" y="1562100"/>
          <p14:tracePt t="242300" x="2184400" y="1555750"/>
          <p14:tracePt t="242307" x="2178050" y="1555750"/>
          <p14:tracePt t="242315" x="2178050" y="1549400"/>
          <p14:tracePt t="242356" x="2178050" y="1543050"/>
          <p14:tracePt t="242384" x="2171700" y="1536700"/>
          <p14:tracePt t="242440" x="2171700" y="1530350"/>
          <p14:tracePt t="243071" x="2171700" y="1536700"/>
          <p14:tracePt t="243106" x="2178050" y="1536700"/>
          <p14:tracePt t="243141" x="2184400" y="1536700"/>
          <p14:tracePt t="243155" x="2184400" y="1543050"/>
          <p14:tracePt t="243176" x="2190750" y="1543050"/>
          <p14:tracePt t="243190" x="2197100" y="1543050"/>
          <p14:tracePt t="243197" x="2203450" y="1543050"/>
          <p14:tracePt t="243211" x="2209800" y="1549400"/>
          <p14:tracePt t="243219" x="2222500" y="1549400"/>
          <p14:tracePt t="243235" x="2235200" y="1549400"/>
          <p14:tracePt t="243253" x="2273300" y="1555750"/>
          <p14:tracePt t="243269" x="2330450" y="1562100"/>
          <p14:tracePt t="243285" x="2374900" y="1568450"/>
          <p14:tracePt t="243302" x="2463800" y="1568450"/>
          <p14:tracePt t="243319" x="2559050" y="1581150"/>
          <p14:tracePt t="243335" x="2609850" y="1587500"/>
          <p14:tracePt t="243352" x="2717800" y="1600200"/>
          <p14:tracePt t="243368" x="2819400" y="1600200"/>
          <p14:tracePt t="243386" x="2908300" y="1600200"/>
          <p14:tracePt t="243402" x="2946400" y="1600200"/>
          <p14:tracePt t="243418" x="2997200" y="1600200"/>
          <p14:tracePt t="243435" x="3105150" y="1600200"/>
          <p14:tracePt t="243451" x="3143250" y="1600200"/>
          <p14:tracePt t="243455" x="3175000" y="1600200"/>
          <p14:tracePt t="243471" x="3200400" y="1600200"/>
          <p14:tracePt t="243485" x="3238500" y="1600200"/>
          <p14:tracePt t="243501" x="3295650" y="1600200"/>
          <p14:tracePt t="243519" x="3333750" y="1600200"/>
          <p14:tracePt t="243534" x="3390900" y="1606550"/>
          <p14:tracePt t="243551" x="3454400" y="1606550"/>
          <p14:tracePt t="243568" x="3479800" y="1606550"/>
          <p14:tracePt t="243585" x="3530600" y="1606550"/>
          <p14:tracePt t="243600" x="3568700" y="1606550"/>
          <p14:tracePt t="243618" x="3613150" y="1606550"/>
          <p14:tracePt t="243634" x="3625850" y="1606550"/>
          <p14:tracePt t="243651" x="3638550" y="1606550"/>
          <p14:tracePt t="243668" x="3651250" y="1606550"/>
          <p14:tracePt t="243701" x="3657600" y="1606550"/>
          <p14:tracePt t="243717" x="3663950" y="1600200"/>
          <p14:tracePt t="243806" x="3670300" y="1600200"/>
          <p14:tracePt t="243876" x="3670300" y="1593850"/>
          <p14:tracePt t="243961" x="3676650" y="1587500"/>
          <p14:tracePt t="243967" x="3683000" y="1587500"/>
          <p14:tracePt t="243974" x="3695700" y="1587500"/>
          <p14:tracePt t="243988" x="3714750" y="1593850"/>
          <p14:tracePt t="243999" x="3740150" y="1600200"/>
          <p14:tracePt t="244017" x="3854450" y="1638300"/>
          <p14:tracePt t="244033" x="3937000" y="1663700"/>
          <p14:tracePt t="244050" x="4051300" y="1708150"/>
          <p14:tracePt t="244066" x="4578350" y="1873250"/>
          <p14:tracePt t="244082" x="4813300" y="1949450"/>
          <p14:tracePt t="244100" x="5283200" y="2095500"/>
          <p14:tracePt t="244116" x="5543550" y="2171700"/>
          <p14:tracePt t="244133" x="6038850" y="2305050"/>
          <p14:tracePt t="244149" x="6438900" y="2387600"/>
          <p14:tracePt t="244166" x="6610350" y="2413000"/>
          <p14:tracePt t="244182" x="6851650" y="2419350"/>
          <p14:tracePt t="244199" x="7016750" y="2419350"/>
          <p14:tracePt t="244216" x="7080250" y="2419350"/>
          <p14:tracePt t="244233" x="7181850" y="2419350"/>
          <p14:tracePt t="244248" x="7226300" y="2400300"/>
          <p14:tracePt t="244265" x="7270750" y="2393950"/>
          <p14:tracePt t="244282" x="7353300" y="2374900"/>
          <p14:tracePt t="244299" x="7372350" y="2368550"/>
          <p14:tracePt t="244315" x="7397750" y="2362200"/>
          <p14:tracePt t="244332" x="7480300" y="2330450"/>
          <p14:tracePt t="244349" x="7505700" y="2330450"/>
          <p14:tracePt t="244365" x="7543800" y="2317750"/>
          <p14:tracePt t="244381" x="7575550" y="2311400"/>
          <p14:tracePt t="244398" x="7588250" y="2305050"/>
          <p14:tracePt t="244416" x="7620000" y="2298700"/>
          <p14:tracePt t="244432" x="7626350" y="2298700"/>
          <p14:tracePt t="244448" x="7632700" y="2298700"/>
          <p14:tracePt t="244465" x="7645400" y="2298700"/>
          <p14:tracePt t="244481" x="7658100" y="2292350"/>
          <p14:tracePt t="244498" x="7664450" y="2292350"/>
          <p14:tracePt t="244515" x="7683500" y="2286000"/>
          <p14:tracePt t="244531" x="7689850" y="2286000"/>
          <p14:tracePt t="244548" x="7702550" y="2279650"/>
          <p14:tracePt t="244581" x="7708900" y="2279650"/>
          <p14:tracePt t="244612" x="7715250" y="2279650"/>
          <p14:tracePt t="244639" x="7721600" y="2279650"/>
          <p14:tracePt t="244667" x="7727950" y="2273300"/>
          <p14:tracePt t="244716" x="7727950" y="2266950"/>
          <p14:tracePt t="245801" x="7721600" y="2260600"/>
          <p14:tracePt t="245808" x="7715250" y="2260600"/>
          <p14:tracePt t="245823" x="7702550" y="2260600"/>
          <p14:tracePt t="245830" x="7696200" y="2254250"/>
          <p14:tracePt t="245851" x="7683500" y="2254250"/>
          <p14:tracePt t="245859" x="7670800" y="2247900"/>
          <p14:tracePt t="245876" x="7658100" y="2247900"/>
          <p14:tracePt t="245893" x="7632700" y="2241550"/>
          <p14:tracePt t="245909" x="7607300" y="2241550"/>
          <p14:tracePt t="245926" x="7600950" y="2235200"/>
          <p14:tracePt t="245943" x="7588250" y="2235200"/>
          <p14:tracePt t="245984" x="7581900" y="2235200"/>
          <p14:tracePt t="246117" x="7588250" y="2235200"/>
          <p14:tracePt t="246137" x="7594600" y="2235200"/>
          <p14:tracePt t="246160" x="7600950" y="2235200"/>
          <p14:tracePt t="246166" x="7600950" y="2228850"/>
          <p14:tracePt t="246201" x="7607300" y="2228850"/>
          <p14:tracePt t="246257" x="7600950" y="2228850"/>
          <p14:tracePt t="246264" x="7594600" y="2222500"/>
          <p14:tracePt t="246275" x="7575550" y="2222500"/>
          <p14:tracePt t="246293" x="7531100" y="2216150"/>
          <p14:tracePt t="246308" x="7493000" y="2216150"/>
          <p14:tracePt t="246325" x="7397750" y="2203450"/>
          <p14:tracePt t="246342" x="7321550" y="2203450"/>
          <p14:tracePt t="246358" x="7277100" y="2197100"/>
          <p14:tracePt t="246375" x="7226300" y="2197100"/>
          <p14:tracePt t="246391" x="7194550" y="2197100"/>
          <p14:tracePt t="246408" x="7188200" y="2197100"/>
          <p14:tracePt t="246425" x="7181850" y="2197100"/>
          <p14:tracePt t="246453" x="7188200" y="2197100"/>
          <p14:tracePt t="246466" x="7200900" y="2197100"/>
          <p14:tracePt t="246477" x="7219950" y="2197100"/>
          <p14:tracePt t="246491" x="7251700" y="2197100"/>
          <p14:tracePt t="246508" x="7277100" y="2197100"/>
          <p14:tracePt t="246524" x="7391400" y="2197100"/>
          <p14:tracePt t="246541" x="7512050" y="2190750"/>
          <p14:tracePt t="246558" x="7581900" y="2171700"/>
          <p14:tracePt t="246574" x="7600950" y="2165350"/>
          <p14:tracePt t="246591" x="7626350" y="2165350"/>
          <p14:tracePt t="246608" x="7639050" y="2159000"/>
          <p14:tracePt t="246624" x="7645400" y="2159000"/>
          <p14:tracePt t="246663" x="7626350" y="2159000"/>
          <p14:tracePt t="246677" x="7594600" y="2159000"/>
          <p14:tracePt t="246691" x="7473950" y="2159000"/>
          <p14:tracePt t="246707" x="7372350" y="2159000"/>
          <p14:tracePt t="246723" x="7156450" y="2159000"/>
          <p14:tracePt t="246741" x="6953250" y="2159000"/>
          <p14:tracePt t="246757" x="6864350" y="2159000"/>
          <p14:tracePt t="246773" x="6737350" y="2159000"/>
          <p14:tracePt t="246789" x="6680200" y="2171700"/>
          <p14:tracePt t="246806" x="6667500" y="2171700"/>
          <p14:tracePt t="246824" x="6654800" y="2171700"/>
          <p14:tracePt t="246840" x="6648450" y="2171700"/>
          <p14:tracePt t="246873" x="6648450" y="2178050"/>
          <p14:tracePt t="246950" x="6654800" y="2178050"/>
          <p14:tracePt t="247418" x="6584950" y="2178050"/>
          <p14:tracePt t="247432" x="6470650" y="2165350"/>
          <p14:tracePt t="247441" x="6330950" y="2152650"/>
          <p14:tracePt t="247454" x="6203950" y="2152650"/>
          <p14:tracePt t="247471" x="5905500" y="2159000"/>
          <p14:tracePt t="247488" x="5562600" y="2171700"/>
          <p14:tracePt t="247504" x="5422900" y="2184400"/>
          <p14:tracePt t="247521" x="5086350" y="2184400"/>
          <p14:tracePt t="247538" x="4743450" y="2184400"/>
          <p14:tracePt t="247554" x="4616450" y="2184400"/>
          <p14:tracePt t="247571" x="4502150" y="2178050"/>
          <p14:tracePt t="247588" x="4191000" y="2178050"/>
          <p14:tracePt t="247604" x="4108450" y="2165350"/>
          <p14:tracePt t="247621" x="3975100" y="2120900"/>
          <p14:tracePt t="247638" x="3917950" y="2101850"/>
          <p14:tracePt t="247654" x="3835400" y="2057400"/>
          <p14:tracePt t="247671" x="3765550" y="2006600"/>
          <p14:tracePt t="247687" x="3733800" y="1981200"/>
          <p14:tracePt t="247704" x="3689350" y="1949450"/>
          <p14:tracePt t="247721" x="3657600" y="1911350"/>
          <p14:tracePt t="247737" x="3638550" y="1898650"/>
          <p14:tracePt t="247754" x="3613150" y="1873250"/>
          <p14:tracePt t="247769" x="3594100" y="1854200"/>
          <p14:tracePt t="247786" x="3581400" y="1841500"/>
          <p14:tracePt t="247804" x="3575050" y="1835150"/>
          <p14:tracePt t="247820" x="3568700" y="1828800"/>
          <p14:tracePt t="247860" x="3562350" y="1828800"/>
          <p14:tracePt t="247958" x="3568700" y="1835150"/>
          <p14:tracePt t="247979" x="3568700" y="1841500"/>
          <p14:tracePt t="248000" x="3575050" y="1847850"/>
          <p14:tracePt t="248006" x="3581400" y="1847850"/>
          <p14:tracePt t="248028" x="3587750" y="1847850"/>
          <p14:tracePt t="248049" x="3594100" y="1847850"/>
          <p14:tracePt t="248070" x="3600450" y="1847850"/>
          <p14:tracePt t="248090" x="3600450" y="1841500"/>
          <p14:tracePt t="248097" x="3606800" y="1841500"/>
          <p14:tracePt t="248120" x="3606800" y="1835150"/>
          <p14:tracePt t="248140" x="3606800" y="1822450"/>
          <p14:tracePt t="248161" x="3606800" y="1816100"/>
          <p14:tracePt t="248167" x="3606800" y="1809750"/>
          <p14:tracePt t="248182" x="3613150" y="1797050"/>
          <p14:tracePt t="248188" x="3613150" y="1790700"/>
          <p14:tracePt t="248205" x="3619500" y="1778000"/>
          <p14:tracePt t="248218" x="3638550" y="1727200"/>
          <p14:tracePt t="248235" x="3644900" y="1695450"/>
          <p14:tracePt t="248252" x="3663950" y="1631950"/>
          <p14:tracePt t="248268" x="3676650" y="1612900"/>
          <p14:tracePt t="248285" x="3702050" y="1568450"/>
          <p14:tracePt t="248302" x="3714750" y="1555750"/>
          <p14:tracePt t="248318" x="3714750" y="1549400"/>
          <p14:tracePt t="248335" x="3721100" y="1536700"/>
          <p14:tracePt t="248351" x="3727450" y="1536700"/>
          <p14:tracePt t="248384" x="3733800" y="1530350"/>
          <p14:tracePt t="248401" x="3733800" y="1524000"/>
          <p14:tracePt t="248441" x="3733800" y="1517650"/>
          <p14:tracePt t="248532" x="3746500" y="1517650"/>
          <p14:tracePt t="248553" x="3752850" y="1517650"/>
          <p14:tracePt t="248559" x="3759200" y="1511300"/>
          <p14:tracePt t="248581" x="3765550" y="1504950"/>
          <p14:tracePt t="248608" x="3771900" y="1504950"/>
          <p14:tracePt t="248636" x="3771900" y="1498600"/>
          <p14:tracePt t="248658" x="3778250" y="1492250"/>
          <p14:tracePt t="248678" x="3784600" y="1492250"/>
          <p14:tracePt t="248699" x="3790950" y="1492250"/>
          <p14:tracePt t="248742" x="3797300" y="1485900"/>
          <p14:tracePt t="248763" x="3803650" y="1485900"/>
          <p14:tracePt t="248770" x="3810000" y="1485900"/>
          <p14:tracePt t="248791" x="3816350" y="1485900"/>
          <p14:tracePt t="248799" x="3829050" y="1492250"/>
          <p14:tracePt t="248816" x="3854450" y="1498600"/>
          <p14:tracePt t="248833" x="3949700" y="1543050"/>
          <p14:tracePt t="248849" x="4146550" y="1625600"/>
          <p14:tracePt t="248866" x="4286250" y="1695450"/>
          <p14:tracePt t="248883" x="4724400" y="1885950"/>
          <p14:tracePt t="248899" x="4991100" y="1993900"/>
          <p14:tracePt t="248916" x="5873750" y="2374900"/>
          <p14:tracePt t="248932" x="6165850" y="2489200"/>
          <p14:tracePt t="248949" x="6407150" y="2578100"/>
          <p14:tracePt t="248966" x="6800850" y="2698750"/>
          <p14:tracePt t="248982" x="6953250" y="2736850"/>
          <p14:tracePt t="248999" x="7175500" y="2787650"/>
          <p14:tracePt t="249016" x="7264400" y="2794000"/>
          <p14:tracePt t="249032" x="7391400" y="2806700"/>
          <p14:tracePt t="249049" x="7442200" y="2806700"/>
          <p14:tracePt t="249065" x="7537450" y="2794000"/>
          <p14:tracePt t="249082" x="7569200" y="2794000"/>
          <p14:tracePt t="249099" x="7620000" y="2787650"/>
          <p14:tracePt t="249115" x="7645400" y="2781300"/>
          <p14:tracePt t="249132" x="7658100" y="2781300"/>
          <p14:tracePt t="249149" x="7670800" y="2781300"/>
          <p14:tracePt t="249165" x="7689850" y="2774950"/>
          <p14:tracePt t="249182" x="7696200" y="2768600"/>
          <p14:tracePt t="249198" x="7721600" y="2762250"/>
          <p14:tracePt t="249215" x="7727950" y="2755900"/>
          <p14:tracePt t="249232" x="7734300" y="2749550"/>
          <p14:tracePt t="249248" x="7747000" y="2736850"/>
          <p14:tracePt t="249265" x="7753350" y="2724150"/>
          <p14:tracePt t="249281" x="7759700" y="2717800"/>
          <p14:tracePt t="249298" x="7766050" y="2711450"/>
          <p14:tracePt t="249315" x="7772400" y="2692400"/>
          <p14:tracePt t="249331" x="7778750" y="2679700"/>
          <p14:tracePt t="249348" x="7785100" y="2673350"/>
          <p14:tracePt t="249365" x="7791450" y="2654300"/>
          <p14:tracePt t="249381" x="7797800" y="2628900"/>
          <p14:tracePt t="249398" x="7804150" y="2609850"/>
          <p14:tracePt t="249414" x="7816850" y="2571750"/>
          <p14:tracePt t="249431" x="7823200" y="2540000"/>
          <p14:tracePt t="249448" x="7823200" y="2527300"/>
          <p14:tracePt t="249464" x="7829550" y="2508250"/>
          <p14:tracePt t="249498" x="7829550" y="2501900"/>
          <p14:tracePt t="249519" x="7829550" y="2495550"/>
          <p14:tracePt t="249554" x="7829550" y="2489200"/>
          <p14:tracePt t="249582" x="7829550" y="2482850"/>
          <p14:tracePt t="249624" x="7829550" y="2476500"/>
          <p14:tracePt t="249659" x="7816850" y="2470150"/>
          <p14:tracePt t="249673" x="7810500" y="2470150"/>
          <p14:tracePt t="249683" x="7804150" y="2463800"/>
          <p14:tracePt t="249696" x="7778750" y="2444750"/>
          <p14:tracePt t="249714" x="7727950" y="2432050"/>
          <p14:tracePt t="249730" x="7569200" y="2362200"/>
          <p14:tracePt t="249746" x="7251700" y="2266950"/>
          <p14:tracePt t="249764" x="6788150" y="2133600"/>
          <p14:tracePt t="249779" x="6216650" y="2057400"/>
          <p14:tracePt t="249797" x="5918200" y="2006600"/>
          <p14:tracePt t="249813" x="5283200" y="1962150"/>
          <p14:tracePt t="249829" x="4673600" y="1930400"/>
          <p14:tracePt t="249846" x="4394200" y="1930400"/>
          <p14:tracePt t="249863" x="3911600" y="1924050"/>
          <p14:tracePt t="249879" x="3702050" y="1924050"/>
          <p14:tracePt t="249895" x="3416300" y="1930400"/>
          <p14:tracePt t="249912" x="3232150" y="1930400"/>
          <p14:tracePt t="249929" x="3155950" y="1930400"/>
          <p14:tracePt t="249946" x="3035300" y="1930400"/>
          <p14:tracePt t="249962" x="2965450" y="1917700"/>
          <p14:tracePt t="249979" x="2921000" y="1905000"/>
          <p14:tracePt t="249996" x="2870200" y="1885950"/>
          <p14:tracePt t="250012" x="2819400" y="1860550"/>
          <p14:tracePt t="250029" x="2781300" y="1854200"/>
          <p14:tracePt t="250045" x="2717800" y="1841500"/>
          <p14:tracePt t="250062" x="2660650" y="1816100"/>
          <p14:tracePt t="250079" x="2590800" y="1809750"/>
          <p14:tracePt t="250095" x="2559050" y="1803400"/>
          <p14:tracePt t="250112" x="2495550" y="1803400"/>
          <p14:tracePt t="250128" x="2425700" y="1803400"/>
          <p14:tracePt t="250145" x="2400300" y="1803400"/>
          <p14:tracePt t="250161" x="2368550" y="1803400"/>
          <p14:tracePt t="250179" x="2292350" y="1803400"/>
          <p14:tracePt t="250195" x="2273300" y="1803400"/>
          <p14:tracePt t="250212" x="2241550" y="1797050"/>
          <p14:tracePt t="250228" x="2235200" y="1790700"/>
          <p14:tracePt t="250245" x="2222500" y="1790700"/>
          <p14:tracePt t="250303" x="2216150" y="1790700"/>
          <p14:tracePt t="250331" x="2216150" y="1784350"/>
          <p14:tracePt t="250359" x="2216150" y="1778000"/>
          <p14:tracePt t="250380" x="2216150" y="1765300"/>
          <p14:tracePt t="250387" x="2209800" y="1752600"/>
          <p14:tracePt t="250401" x="2209800" y="1746250"/>
          <p14:tracePt t="250410" x="2203450" y="1727200"/>
          <p14:tracePt t="250427" x="2197100" y="1701800"/>
          <p14:tracePt t="250444" x="2184400" y="1631950"/>
          <p14:tracePt t="250461" x="2165350" y="1562100"/>
          <p14:tracePt t="250478" x="2159000" y="1504950"/>
          <p14:tracePt t="250494" x="2152650" y="1473200"/>
          <p14:tracePt t="250511" x="2152650" y="1454150"/>
          <p14:tracePt t="250527" x="2146300" y="1428750"/>
          <p14:tracePt t="250543" x="2146300" y="1422400"/>
          <p14:tracePt t="250632" x="2146300" y="1428750"/>
          <p14:tracePt t="250667" x="2146300" y="1435100"/>
          <p14:tracePt t="250702" x="2146300" y="1441450"/>
          <p14:tracePt t="250738" x="2152650" y="1441450"/>
          <p14:tracePt t="250877" x="2152650" y="1447800"/>
          <p14:tracePt t="250933" x="2152650" y="1454150"/>
          <p14:tracePt t="250969" x="2152650" y="1460500"/>
          <p14:tracePt t="251004" x="2152650" y="1466850"/>
          <p14:tracePt t="251018" x="2152650" y="1473200"/>
          <p14:tracePt t="251031" x="2152650" y="1485900"/>
          <p14:tracePt t="251053" x="2152650" y="1504950"/>
          <p14:tracePt t="251060" x="2152650" y="1536700"/>
          <p14:tracePt t="251073" x="2146300" y="1587500"/>
          <p14:tracePt t="251080" x="2139950" y="1676400"/>
          <p14:tracePt t="251091" x="2127250" y="1778000"/>
          <p14:tracePt t="251109" x="2108200" y="2063750"/>
          <p14:tracePt t="251125" x="2082800" y="2254250"/>
          <p14:tracePt t="251142" x="2038350" y="2482850"/>
          <p14:tracePt t="251158" x="1917700" y="3327400"/>
          <p14:tracePt t="251174" x="1866900" y="3600450"/>
          <p14:tracePt t="251192" x="1758950" y="4203700"/>
          <p14:tracePt t="251208" x="1695450" y="4489450"/>
          <p14:tracePt t="251225" x="1600200" y="4921250"/>
          <p14:tracePt t="251242" x="1517650" y="5295900"/>
          <p14:tracePt t="251258" x="1498600" y="5422900"/>
          <p14:tracePt t="251274" x="1454150" y="5645150"/>
          <p14:tracePt t="251291" x="1435100" y="5822950"/>
          <p14:tracePt t="251308" x="1428750" y="5899150"/>
          <p14:tracePt t="251325" x="1416050" y="6064250"/>
          <p14:tracePt t="251341" x="1409700" y="6235700"/>
          <p14:tracePt t="251358" x="1397000" y="6311900"/>
          <p14:tracePt t="251375" x="1371600" y="6432550"/>
          <p14:tracePt t="251391" x="1333500" y="6553200"/>
          <p14:tracePt t="251739" x="1327150" y="6311900"/>
          <p14:tracePt t="251753" x="1358900" y="6229350"/>
          <p14:tracePt t="251760" x="1384300" y="6165850"/>
          <p14:tracePt t="251776" x="1403350" y="6096000"/>
          <p14:tracePt t="251789" x="1435100" y="6013450"/>
          <p14:tracePt t="251806" x="1441450" y="5994400"/>
          <p14:tracePt t="251823" x="1441450" y="5969000"/>
          <p14:tracePt t="251839" x="1441450" y="5962650"/>
          <p14:tracePt t="251856" x="1441450" y="5949950"/>
          <p14:tracePt t="252222" x="1441450" y="5956300"/>
          <p14:tracePt t="252229" x="1441450" y="5962650"/>
          <p14:tracePt t="252250" x="1447800" y="5962650"/>
          <p14:tracePt t="252272" x="1454150" y="5962650"/>
          <p14:tracePt t="252278" x="1454150" y="5969000"/>
          <p14:tracePt t="252291" x="1460500" y="5969000"/>
          <p14:tracePt t="252304" x="1466850" y="5975350"/>
          <p14:tracePt t="252322" x="1473200" y="5975350"/>
          <p14:tracePt t="252338" x="1479550" y="5981700"/>
          <p14:tracePt t="252355" x="1492250" y="5988050"/>
          <p14:tracePt t="252370" x="1530350" y="6000750"/>
          <p14:tracePt t="252387" x="1555750" y="6007100"/>
          <p14:tracePt t="252404" x="1619250" y="6019800"/>
          <p14:tracePt t="252421" x="1676400" y="6038850"/>
          <p14:tracePt t="252437" x="1714500" y="6038850"/>
          <p14:tracePt t="252455" x="1771650" y="6045200"/>
          <p14:tracePt t="252470" x="1803400" y="6051550"/>
          <p14:tracePt t="252487" x="1835150" y="6051550"/>
          <p14:tracePt t="252503" x="1854200" y="6051550"/>
          <p14:tracePt t="252537" x="1860550" y="6057900"/>
          <p14:tracePt t="252570" x="1866900" y="6057900"/>
          <p14:tracePt t="252642" x="1860550" y="6057900"/>
          <p14:tracePt t="252691" x="1854200" y="6057900"/>
          <p14:tracePt t="252698" x="1847850" y="6064250"/>
          <p14:tracePt t="252712" x="1841500" y="6064250"/>
          <p14:tracePt t="252720" x="1828800" y="6064250"/>
          <p14:tracePt t="252736" x="1816100" y="6064250"/>
          <p14:tracePt t="252753" x="1797050" y="6070600"/>
          <p14:tracePt t="252770" x="1657350" y="6076950"/>
          <p14:tracePt t="252786" x="1612900" y="6076950"/>
          <p14:tracePt t="252803" x="1511300" y="6089650"/>
          <p14:tracePt t="252819" x="1460500" y="6089650"/>
          <p14:tracePt t="252836" x="1390650" y="6089650"/>
          <p14:tracePt t="252853" x="1346200" y="6089650"/>
          <p14:tracePt t="252870" x="1339850" y="6089650"/>
          <p14:tracePt t="252886" x="1320800" y="6089650"/>
          <p14:tracePt t="252902" x="1314450" y="6089650"/>
          <p14:tracePt t="252935" x="1327150" y="6089650"/>
          <p14:tracePt t="252951" x="1352550" y="6083300"/>
          <p14:tracePt t="252969" x="1371600" y="6076950"/>
          <p14:tracePt t="252985" x="1428750" y="6057900"/>
          <p14:tracePt t="253002" x="1536700" y="6032500"/>
          <p14:tracePt t="253019" x="1606550" y="6019800"/>
          <p14:tracePt t="253035" x="1701800" y="6007100"/>
          <p14:tracePt t="253052" x="1765300" y="6000750"/>
          <p14:tracePt t="253069" x="1797050" y="6000750"/>
          <p14:tracePt t="253085" x="1822450" y="5994400"/>
          <p14:tracePt t="253102" x="1828800" y="5994400"/>
          <p14:tracePt t="253119" x="1841500" y="5994400"/>
          <p14:tracePt t="253154" x="1847850" y="5994400"/>
          <p14:tracePt t="253272" x="1854200" y="5994400"/>
          <p14:tracePt t="254492" x="1847850" y="5994400"/>
          <p14:tracePt t="254499" x="1841500" y="5994400"/>
          <p14:tracePt t="254520" x="1835150" y="6000750"/>
          <p14:tracePt t="254534" x="1828800" y="6000750"/>
          <p14:tracePt t="254546" x="1816100" y="6007100"/>
          <p14:tracePt t="254563" x="1790700" y="6013450"/>
          <p14:tracePt t="254580" x="1778000" y="6019800"/>
          <p14:tracePt t="254583" x="1758950" y="6026150"/>
          <p14:tracePt t="254597" x="1727200" y="6026150"/>
          <p14:tracePt t="254613" x="1670050" y="6032500"/>
          <p14:tracePt t="254629" x="1631950" y="6045200"/>
          <p14:tracePt t="254646" x="1555750" y="6045200"/>
          <p14:tracePt t="254663" x="1460500" y="6045200"/>
          <p14:tracePt t="254679" x="1422400" y="6045200"/>
          <p14:tracePt t="254696" x="1352550" y="6038850"/>
          <p14:tracePt t="254712" x="1289050" y="6032500"/>
          <p14:tracePt t="254730" x="1225550" y="6019800"/>
          <p14:tracePt t="254745" x="1206500" y="6013450"/>
          <p14:tracePt t="254762" x="1187450" y="6007100"/>
          <p14:tracePt t="254780" x="1123950" y="5981700"/>
          <p14:tracePt t="254797" x="1104900" y="5981700"/>
          <p14:tracePt t="254812" x="1073150" y="5975350"/>
          <p14:tracePt t="254829" x="1035050" y="5975350"/>
          <p14:tracePt t="254845" x="984250" y="5969000"/>
          <p14:tracePt t="254863" x="952500" y="5969000"/>
          <p14:tracePt t="254879" x="908050" y="5975350"/>
          <p14:tracePt t="254895" x="863600" y="5988050"/>
          <p14:tracePt t="254913" x="819150" y="6007100"/>
          <p14:tracePt t="254929" x="806450" y="6013450"/>
          <p14:tracePt t="254945" x="781050" y="6019800"/>
          <p14:tracePt t="254962" x="762000" y="6026150"/>
          <p14:tracePt t="254978" x="762000" y="6032500"/>
          <p14:tracePt t="254995" x="742950" y="6032500"/>
          <p14:tracePt t="255013" x="736600" y="6032500"/>
          <p14:tracePt t="255028" x="730250" y="6032500"/>
          <p14:tracePt t="255045" x="723900" y="6032500"/>
          <p14:tracePt t="255061" x="717550" y="6032500"/>
          <p14:tracePt t="255122" x="711200" y="6032500"/>
          <p14:tracePt t="255129" x="704850" y="6032500"/>
          <p14:tracePt t="255144" x="698500" y="6032500"/>
          <p14:tracePt t="255164" x="692150" y="6032500"/>
          <p14:tracePt t="255186" x="685800" y="6032500"/>
          <p14:tracePt t="255192" x="679450" y="6032500"/>
          <p14:tracePt t="255242" x="673100" y="6032500"/>
          <p14:tracePt t="255270" x="666750" y="6032500"/>
          <p14:tracePt t="255326" x="660400" y="6032500"/>
          <p14:tracePt t="255354" x="654050" y="6032500"/>
          <p14:tracePt t="255362" x="647700" y="6032500"/>
          <p14:tracePt t="255410" x="641350" y="6032500"/>
          <p14:tracePt t="255690" x="666750" y="6026150"/>
          <p14:tracePt t="255704" x="717550" y="6013450"/>
          <p14:tracePt t="255712" x="800100" y="6007100"/>
          <p14:tracePt t="255726" x="876300" y="5994400"/>
          <p14:tracePt t="255743" x="965200" y="5988050"/>
          <p14:tracePt t="255760" x="1181100" y="5956300"/>
          <p14:tracePt t="255776" x="1422400" y="5930900"/>
          <p14:tracePt t="255792" x="1536700" y="5924550"/>
          <p14:tracePt t="255809" x="1714500" y="5924550"/>
          <p14:tracePt t="255825" x="1835150" y="5924550"/>
          <p14:tracePt t="255842" x="1860550" y="5924550"/>
          <p14:tracePt t="255859" x="1892300" y="5924550"/>
          <p14:tracePt t="255875" x="1905000" y="5924550"/>
          <p14:tracePt t="255962" x="1905000" y="5918200"/>
          <p14:tracePt t="256040" x="1905000" y="5911850"/>
          <p14:tracePt t="256096" x="1911350" y="5911850"/>
          <p14:tracePt t="256124" x="1917700" y="5905500"/>
          <p14:tracePt t="256131" x="1917700" y="5899150"/>
          <p14:tracePt t="256145" x="1924050" y="5899150"/>
          <p14:tracePt t="256157" x="1924050" y="5892800"/>
          <p14:tracePt t="256174" x="1943100" y="5880100"/>
          <p14:tracePt t="256191" x="1949450" y="5873750"/>
          <p14:tracePt t="256208" x="1987550" y="5835650"/>
          <p14:tracePt t="256224" x="2057400" y="5778500"/>
          <p14:tracePt t="256241" x="2089150" y="5746750"/>
          <p14:tracePt t="256258" x="2152650" y="5676900"/>
          <p14:tracePt t="256273" x="2222500" y="5607050"/>
          <p14:tracePt t="256291" x="2254250" y="5581650"/>
          <p14:tracePt t="256307" x="2324100" y="5524500"/>
          <p14:tracePt t="256323" x="2387600" y="5454650"/>
          <p14:tracePt t="256341" x="2470150" y="5359400"/>
          <p14:tracePt t="256357" x="2520950" y="5302250"/>
          <p14:tracePt t="256373" x="2578100" y="5257800"/>
          <p14:tracePt t="256390" x="2755900" y="5086350"/>
          <p14:tracePt t="256407" x="2825750" y="5029200"/>
          <p14:tracePt t="256423" x="2901950" y="4953000"/>
          <p14:tracePt t="256440" x="3067050" y="4806950"/>
          <p14:tracePt t="256456" x="3270250" y="4622800"/>
          <p14:tracePt t="256474" x="3498850" y="4387850"/>
          <p14:tracePt t="256489" x="3594100" y="4292600"/>
          <p14:tracePt t="256506" x="3765550" y="4121150"/>
          <p14:tracePt t="256523" x="3886200" y="3994150"/>
          <p14:tracePt t="256539" x="3917950" y="3949700"/>
          <p14:tracePt t="256556" x="3956050" y="3898900"/>
          <p14:tracePt t="256573" x="3975100" y="3873500"/>
          <p14:tracePt t="256589" x="3975100" y="3867150"/>
          <p14:tracePt t="256606" x="3975100" y="3860800"/>
          <p14:tracePt t="256691" x="3975100" y="3867150"/>
          <p14:tracePt t="256719" x="3968750" y="3873500"/>
          <p14:tracePt t="256740" x="3962400" y="3879850"/>
          <p14:tracePt t="256768" x="3949700" y="3873500"/>
          <p14:tracePt t="257185" x="3937000" y="3873500"/>
          <p14:tracePt t="257192" x="3917950" y="3886200"/>
          <p14:tracePt t="257207" x="3886200" y="3905250"/>
          <p14:tracePt t="257221" x="3835400" y="3943350"/>
          <p14:tracePt t="257237" x="3790950" y="3956050"/>
          <p14:tracePt t="257254" x="3759200" y="3975100"/>
          <p14:tracePt t="257270" x="3702050" y="4013200"/>
          <p14:tracePt t="257287" x="3651250" y="4032250"/>
          <p14:tracePt t="257304" x="3619500" y="4057650"/>
          <p14:tracePt t="257320" x="3613150" y="4064000"/>
          <p14:tracePt t="257337" x="3600450" y="4064000"/>
          <p14:tracePt t="257354" x="3594100" y="4070350"/>
          <p14:tracePt t="257386" x="3587750" y="4070350"/>
          <p14:tracePt t="257430" x="3587750" y="4076700"/>
          <p14:tracePt t="257466" x="3587750" y="4083050"/>
          <p14:tracePt t="257472" x="3587750" y="4089400"/>
          <p14:tracePt t="257489" x="3587750" y="4095750"/>
          <p14:tracePt t="257502" x="3594100" y="4102100"/>
          <p14:tracePt t="257519" x="3594100" y="4108450"/>
          <p14:tracePt t="257537" x="3594100" y="4114800"/>
          <p14:tracePt t="257553" x="3600450" y="4114800"/>
          <p14:tracePt t="257570" x="3600450" y="4133850"/>
          <p14:tracePt t="257606" x="3600450" y="4140200"/>
          <p14:tracePt t="257619" x="3600450" y="4146550"/>
          <p14:tracePt t="257636" x="3600450" y="4159250"/>
          <p14:tracePt t="257652" x="3606800" y="4165600"/>
          <p14:tracePt t="257656" x="3606800" y="4171950"/>
          <p14:tracePt t="257668" x="3606800" y="4178300"/>
          <p14:tracePt t="257686" x="3606800" y="4197350"/>
          <p14:tracePt t="257702" x="3606800" y="4210050"/>
          <p14:tracePt t="257719" x="3606800" y="4235450"/>
          <p14:tracePt t="257735" x="3606800" y="4260850"/>
          <p14:tracePt t="257753" x="3606800" y="4273550"/>
          <p14:tracePt t="257769" x="3606800" y="4298950"/>
          <p14:tracePt t="257785" x="3600450" y="4324350"/>
          <p14:tracePt t="257803" x="3600450" y="4337050"/>
          <p14:tracePt t="257818" x="3600450" y="4343400"/>
          <p14:tracePt t="257835" x="3600450" y="4349750"/>
          <p14:tracePt t="257852" x="3594100" y="4362450"/>
          <p14:tracePt t="257907" x="3594100" y="4368800"/>
          <p14:tracePt t="257963" x="3594100" y="4375150"/>
          <p14:tracePt t="258005" x="3594100" y="4381500"/>
          <p14:tracePt t="258075" x="3600450" y="4387850"/>
          <p14:tracePt t="258124" x="3606800" y="4387850"/>
          <p14:tracePt t="258145" x="3613150" y="4387850"/>
          <p14:tracePt t="258152" x="3619500" y="4381500"/>
          <p14:tracePt t="258165" x="3625850" y="4381500"/>
          <p14:tracePt t="258173" x="3638550" y="4381500"/>
          <p14:tracePt t="258187" x="3651250" y="4375150"/>
          <p14:tracePt t="258201" x="3670300" y="4375150"/>
          <p14:tracePt t="258217" x="3695700" y="4375150"/>
          <p14:tracePt t="258234" x="3721100" y="4375150"/>
          <p14:tracePt t="258250" x="3797300" y="4375150"/>
          <p14:tracePt t="258267" x="3898900" y="4375150"/>
          <p14:tracePt t="258283" x="3956050" y="4381500"/>
          <p14:tracePt t="258300" x="4070350" y="4394200"/>
          <p14:tracePt t="258318" x="4191000" y="4406900"/>
          <p14:tracePt t="258334" x="4260850" y="4413250"/>
          <p14:tracePt t="258350" x="4286250" y="4413250"/>
          <p14:tracePt t="258367" x="4311650" y="4419600"/>
          <p14:tracePt t="258383" x="4324350" y="4419600"/>
          <p14:tracePt t="258400" x="4330700" y="4419600"/>
          <p14:tracePt t="258474" x="4324350" y="4419600"/>
          <p14:tracePt t="258502" x="4318000" y="4419600"/>
          <p14:tracePt t="258523" x="4311650" y="4419600"/>
          <p14:tracePt t="258544" x="4305300" y="4419600"/>
          <p14:tracePt t="258565" x="4305300" y="4425950"/>
          <p14:tracePt t="258572" x="4298950" y="4425950"/>
          <p14:tracePt t="258586" x="4292600" y="4425950"/>
          <p14:tracePt t="258600" x="4279900" y="4432300"/>
          <p14:tracePt t="258616" x="4241800" y="4438650"/>
          <p14:tracePt t="258633" x="4210050" y="4445000"/>
          <p14:tracePt t="258649" x="4114800" y="4470400"/>
          <p14:tracePt t="258665" x="4019550" y="4502150"/>
          <p14:tracePt t="258682" x="3975100" y="4508500"/>
          <p14:tracePt t="258686" x="3956050" y="4514850"/>
          <p14:tracePt t="258698" x="3917950" y="4521200"/>
          <p14:tracePt t="258715" x="3879850" y="4527550"/>
          <p14:tracePt t="258733" x="3854450" y="4533900"/>
          <p14:tracePt t="258749" x="3848100" y="4540250"/>
          <p14:tracePt t="258817" x="3854450" y="4540250"/>
          <p14:tracePt t="258824" x="3867150" y="4540250"/>
          <p14:tracePt t="258833" x="3879850" y="4540250"/>
          <p14:tracePt t="258848" x="3892550" y="4540250"/>
          <p14:tracePt t="258865" x="3911600" y="4540250"/>
          <p14:tracePt t="258882" x="3968750" y="4527550"/>
          <p14:tracePt t="258898" x="4051300" y="4521200"/>
          <p14:tracePt t="258915" x="4133850" y="4502150"/>
          <p14:tracePt t="258931" x="4178300" y="4495800"/>
          <p14:tracePt t="258948" x="4222750" y="4489450"/>
          <p14:tracePt t="258965" x="4254500" y="4489450"/>
          <p14:tracePt t="258981" x="4260850" y="4489450"/>
          <p14:tracePt t="258998" x="4273550" y="4483100"/>
          <p14:tracePt t="259030" x="4273550" y="4476750"/>
          <p14:tracePt t="259048" x="4273550" y="4470400"/>
          <p14:tracePt t="259064" x="4273550" y="4464050"/>
          <p14:tracePt t="259081" x="4267200" y="4445000"/>
          <p14:tracePt t="259097" x="4254500" y="4425950"/>
          <p14:tracePt t="259114" x="4235450" y="4387850"/>
          <p14:tracePt t="259131" x="4216400" y="4368800"/>
          <p14:tracePt t="259148" x="4165600" y="4311650"/>
          <p14:tracePt t="259164" x="4133850" y="4286250"/>
          <p14:tracePt t="259182" x="4057650" y="4216400"/>
          <p14:tracePt t="259197" x="4032250" y="4191000"/>
          <p14:tracePt t="259214" x="4013200" y="4184650"/>
          <p14:tracePt t="259231" x="3994150" y="4165600"/>
          <p14:tracePt t="259247" x="3981450" y="4159250"/>
          <p14:tracePt t="259280" x="3975100" y="4159250"/>
          <p14:tracePt t="259308" x="3975100" y="4152900"/>
          <p14:tracePt t="259434" x="3975100" y="4159250"/>
          <p14:tracePt t="259448" x="3975100" y="4165600"/>
          <p14:tracePt t="259455" x="3975100" y="4171950"/>
          <p14:tracePt t="259469" x="3975100" y="4178300"/>
          <p14:tracePt t="259479" x="3975100" y="4197350"/>
          <p14:tracePt t="259497" x="3981450" y="4235450"/>
          <p14:tracePt t="259512" x="4000500" y="4267200"/>
          <p14:tracePt t="259529" x="4013200" y="4349750"/>
          <p14:tracePt t="259546" x="4051300" y="4451350"/>
          <p14:tracePt t="259562" x="4070350" y="4502150"/>
          <p14:tracePt t="259579" x="4095750" y="4597400"/>
          <p14:tracePt t="259596" x="4114800" y="4660900"/>
          <p14:tracePt t="259612" x="4133850" y="4679950"/>
          <p14:tracePt t="259629" x="4146550" y="4699000"/>
          <p14:tracePt t="259645" x="4146550" y="4711700"/>
          <p14:tracePt t="259686" x="4152900" y="4711700"/>
          <p14:tracePt t="259695" x="4159250" y="4711700"/>
          <p14:tracePt t="259715" x="4165600" y="4711700"/>
          <p14:tracePt t="259735" x="4171950" y="4711700"/>
          <p14:tracePt t="259745" x="4178300" y="4711700"/>
          <p14:tracePt t="259761" x="4184650" y="4705350"/>
          <p14:tracePt t="259778" x="4203700" y="4705350"/>
          <p14:tracePt t="259795" x="4235450" y="4705350"/>
          <p14:tracePt t="259812" x="4356100" y="4692650"/>
          <p14:tracePt t="259828" x="4406900" y="4679950"/>
          <p14:tracePt t="259845" x="4470400" y="4679950"/>
          <p14:tracePt t="259862" x="4591050" y="4660900"/>
          <p14:tracePt t="259878" x="4724400" y="4654550"/>
          <p14:tracePt t="259895" x="4787900" y="4641850"/>
          <p14:tracePt t="259911" x="4921250" y="4629150"/>
          <p14:tracePt t="259928" x="5060950" y="4610100"/>
          <p14:tracePt t="259945" x="5156200" y="4578350"/>
          <p14:tracePt t="259961" x="5200650" y="4572000"/>
          <p14:tracePt t="259978" x="5238750" y="4565650"/>
          <p14:tracePt t="259995" x="5251450" y="4565650"/>
          <p14:tracePt t="260011" x="5257800" y="4565650"/>
          <p14:tracePt t="260295" x="5264150" y="4565650"/>
          <p14:tracePt t="260316" x="5270500" y="4565650"/>
          <p14:tracePt t="260337" x="5283200" y="4565650"/>
          <p14:tracePt t="260345" x="5295900" y="4565650"/>
          <p14:tracePt t="260358" x="5314950" y="4565650"/>
          <p14:tracePt t="260365" x="5340350" y="4565650"/>
          <p14:tracePt t="260376" x="5365750" y="4565650"/>
          <p14:tracePt t="260393" x="5416550" y="4565650"/>
          <p14:tracePt t="260409" x="5441950" y="4565650"/>
          <p14:tracePt t="260426" x="5473700" y="4565650"/>
          <p14:tracePt t="260443" x="5530850" y="4565650"/>
          <p14:tracePt t="260459" x="5543550" y="4565650"/>
          <p14:tracePt t="260477" x="5568950" y="4565650"/>
          <p14:tracePt t="260492" x="5575300" y="4565650"/>
          <p14:tracePt t="260509" x="5581650" y="4565650"/>
          <p14:tracePt t="260526" x="5581650" y="4572000"/>
          <p14:tracePt t="260883" x="5575300" y="4572000"/>
          <p14:tracePt t="260932" x="5562600" y="4572000"/>
          <p14:tracePt t="260967" x="5556250" y="4565650"/>
          <p14:tracePt t="260975" x="5549900" y="4565650"/>
          <p14:tracePt t="260988" x="5543550" y="4565650"/>
          <p14:tracePt t="261002" x="5537200" y="4565650"/>
          <p14:tracePt t="261016" x="5530850" y="4559300"/>
          <p14:tracePt t="261045" x="5524500" y="4559300"/>
          <p14:tracePt t="261059" x="5518150" y="4559300"/>
          <p14:tracePt t="261065" x="5511800" y="4552950"/>
          <p14:tracePt t="261087" x="5505450" y="4552950"/>
          <p14:tracePt t="261094" x="5499100" y="4552950"/>
          <p14:tracePt t="261110" x="5492750" y="4552950"/>
          <p14:tracePt t="261136" x="5486400" y="4552950"/>
          <p14:tracePt t="261143" x="5480050" y="4552950"/>
          <p14:tracePt t="261163" x="5473700" y="4552950"/>
          <p14:tracePt t="261177" x="5467350" y="4552950"/>
          <p14:tracePt t="261206" x="5461000" y="4552950"/>
          <p14:tracePt t="261213" x="5454650" y="4552950"/>
          <p14:tracePt t="261254" x="5448300" y="4552950"/>
          <p14:tracePt t="261276" x="5435600" y="4559300"/>
          <p14:tracePt t="261304" x="5422900" y="4559300"/>
          <p14:tracePt t="261324" x="5416550" y="4565650"/>
          <p14:tracePt t="261346" x="5410200" y="4572000"/>
          <p14:tracePt t="261374" x="5403850" y="4572000"/>
          <p14:tracePt t="261395" x="5403850" y="4578350"/>
          <p14:tracePt t="261416" x="5397500" y="4578350"/>
          <p14:tracePt t="261457" x="5391150" y="4584700"/>
          <p14:tracePt t="261464" x="5384800" y="4584700"/>
          <p14:tracePt t="261493" x="5378450" y="4584700"/>
          <p14:tracePt t="261535" x="5372100" y="4584700"/>
          <p14:tracePt t="261937" x="5397500" y="4572000"/>
          <p14:tracePt t="261944" x="5454650" y="4533900"/>
          <p14:tracePt t="261958" x="5511800" y="4495800"/>
          <p14:tracePt t="261972" x="5594350" y="4425950"/>
          <p14:tracePt t="261987" x="5772150" y="4254500"/>
          <p14:tracePt t="262004" x="5873750" y="4140200"/>
          <p14:tracePt t="262021" x="6070600" y="3873500"/>
          <p14:tracePt t="262037" x="6261100" y="3562350"/>
          <p14:tracePt t="262054" x="6350000" y="3416300"/>
          <p14:tracePt t="262071" x="6432550" y="3194050"/>
          <p14:tracePt t="262087" x="6477000" y="3098800"/>
          <p14:tracePt t="262104" x="6521450" y="2952750"/>
          <p14:tracePt t="262120" x="6553200" y="2857500"/>
          <p14:tracePt t="262137" x="6559550" y="2794000"/>
          <p14:tracePt t="262154" x="6565900" y="2736850"/>
          <p14:tracePt t="262171" x="6565900" y="2717800"/>
          <p14:tracePt t="262189" x="6565900" y="2686050"/>
          <p14:tracePt t="262204" x="6565900" y="2660650"/>
          <p14:tracePt t="262220" x="6565900" y="2641600"/>
          <p14:tracePt t="262237" x="6565900" y="2628900"/>
          <p14:tracePt t="262254" x="6565900" y="2609850"/>
          <p14:tracePt t="262270" x="6565900" y="2590800"/>
          <p14:tracePt t="262287" x="6572250" y="2559050"/>
          <p14:tracePt t="262303" x="6572250" y="2546350"/>
          <p14:tracePt t="262319" x="6572250" y="2514600"/>
          <p14:tracePt t="262336" x="6578600" y="2476500"/>
          <p14:tracePt t="262353" x="6578600" y="2463800"/>
          <p14:tracePt t="262370" x="6584950" y="2419350"/>
          <p14:tracePt t="262386" x="6597650" y="2387600"/>
          <p14:tracePt t="262403" x="6597650" y="2374900"/>
          <p14:tracePt t="262420" x="6604000" y="2355850"/>
          <p14:tracePt t="262436" x="6610350" y="2343150"/>
          <p14:tracePt t="262470" x="6616700" y="2343150"/>
          <p14:tracePt t="262486" x="6616700" y="2349500"/>
          <p14:tracePt t="262506" x="6616700" y="2355850"/>
          <p14:tracePt t="262520" x="6616700" y="2362200"/>
          <p14:tracePt t="262535" x="6616700" y="2368550"/>
          <p14:tracePt t="262553" x="6610350" y="2381250"/>
          <p14:tracePt t="262569" x="6591300" y="2425700"/>
          <p14:tracePt t="262586" x="6565900" y="2444750"/>
          <p14:tracePt t="262602" x="6477000" y="2520950"/>
          <p14:tracePt t="262619" x="6350000" y="2597150"/>
          <p14:tracePt t="262635" x="6273800" y="2616200"/>
          <p14:tracePt t="262652" x="6102350" y="2654300"/>
          <p14:tracePt t="262668" x="5886450" y="2667000"/>
          <p14:tracePt t="262686" x="5759450" y="2660650"/>
          <p14:tracePt t="262701" x="5518150" y="2616200"/>
          <p14:tracePt t="262718" x="5245100" y="2565400"/>
          <p14:tracePt t="262736" x="4908550" y="2527300"/>
          <p14:tracePt t="262751" x="4762500" y="2508250"/>
          <p14:tracePt t="262768" x="4432300" y="2482850"/>
          <p14:tracePt t="262785" x="4095750" y="2444750"/>
          <p14:tracePt t="262801" x="3968750" y="2438400"/>
          <p14:tracePt t="262817" x="3841750" y="2413000"/>
          <p14:tracePt t="262834" x="3524250" y="2374900"/>
          <p14:tracePt t="262851" x="3422650" y="2349500"/>
          <p14:tracePt t="262868" x="3289300" y="2311400"/>
          <p14:tracePt t="262884" x="3232150" y="2305050"/>
          <p14:tracePt t="262901" x="3136900" y="2286000"/>
          <p14:tracePt t="262918" x="3079750" y="2279650"/>
          <p14:tracePt t="262934" x="3060700" y="2273300"/>
          <p14:tracePt t="262951" x="3009900" y="2273300"/>
          <p14:tracePt t="262967" x="2971800" y="2273300"/>
          <p14:tracePt t="262984" x="2959100" y="2273300"/>
          <p14:tracePt t="263001" x="2940050" y="2273300"/>
          <p14:tracePt t="263017" x="2933700" y="2286000"/>
          <p14:tracePt t="263034" x="2927350" y="2286000"/>
          <p14:tracePt t="263051" x="2921000" y="2292350"/>
          <p14:tracePt t="263078" x="2921000" y="2298700"/>
          <p14:tracePt t="263114" x="2921000" y="2305050"/>
          <p14:tracePt t="263135" x="2921000" y="2311400"/>
          <p14:tracePt t="263155" x="2921000" y="2324100"/>
          <p14:tracePt t="263170" x="2921000" y="2330450"/>
          <p14:tracePt t="263176" x="2927350" y="2343150"/>
          <p14:tracePt t="263186" x="2927350" y="2355850"/>
          <p14:tracePt t="263199" x="2933700" y="2368550"/>
          <p14:tracePt t="263216" x="2940050" y="2381250"/>
          <p14:tracePt t="263233" x="2971800" y="2413000"/>
          <p14:tracePt t="263250" x="2997200" y="2457450"/>
          <p14:tracePt t="263267" x="3009900" y="2470150"/>
          <p14:tracePt t="263283" x="3048000" y="2501900"/>
          <p14:tracePt t="263299" x="3079750" y="2520950"/>
          <p14:tracePt t="263317" x="3130550" y="2546350"/>
          <p14:tracePt t="263333" x="3162300" y="2565400"/>
          <p14:tracePt t="263349" x="3225800" y="2597150"/>
          <p14:tracePt t="263366" x="3282950" y="2616200"/>
          <p14:tracePt t="263382" x="3327400" y="2635250"/>
          <p14:tracePt t="263400" x="3390900" y="2647950"/>
          <p14:tracePt t="263416" x="3435350" y="2654300"/>
          <p14:tracePt t="263432" x="3460750" y="2654300"/>
          <p14:tracePt t="263450" x="3479800" y="2654300"/>
          <p14:tracePt t="263466" x="3505200" y="2654300"/>
          <p14:tracePt t="263482" x="3517900" y="2654300"/>
          <p14:tracePt t="263499" x="3536950" y="2654300"/>
          <p14:tracePt t="263532" x="3549650" y="2654300"/>
          <p14:tracePt t="263569" x="3556000" y="2654300"/>
          <p14:tracePt t="263828" x="3587750" y="2667000"/>
          <p14:tracePt t="263835" x="3676650" y="2673350"/>
          <p14:tracePt t="263851" x="3778250" y="2692400"/>
          <p14:tracePt t="263864" x="3911600" y="2717800"/>
          <p14:tracePt t="263881" x="4324350" y="2768600"/>
          <p14:tracePt t="263898" x="4889500" y="2813050"/>
          <p14:tracePt t="263914" x="5200650" y="2832100"/>
          <p14:tracePt t="263931" x="5753100" y="2819400"/>
          <p14:tracePt t="263948" x="6350000" y="2724150"/>
          <p14:tracePt t="263964" x="6610350" y="2647950"/>
          <p14:tracePt t="263980" x="7029450" y="2527300"/>
          <p14:tracePt t="263997" x="7302500" y="2419350"/>
          <p14:tracePt t="264014" x="7391400" y="2381250"/>
          <p14:tracePt t="264031" x="7518400" y="2311400"/>
          <p14:tracePt t="264047" x="7607300" y="2254250"/>
          <p14:tracePt t="264064" x="7639050" y="2235200"/>
          <p14:tracePt t="264081" x="7702550" y="2203450"/>
          <p14:tracePt t="264097" x="7740650" y="2165350"/>
          <p14:tracePt t="264113" x="7759700" y="2152650"/>
          <p14:tracePt t="264129" x="7778750" y="2139950"/>
          <p14:tracePt t="264147" x="7791450" y="2133600"/>
          <p14:tracePt t="264164" x="7810500" y="2108200"/>
          <p14:tracePt t="264180" x="7829550" y="2082800"/>
          <p14:tracePt t="264196" x="7842250" y="2076450"/>
          <p14:tracePt t="264213" x="7861300" y="2051050"/>
          <p14:tracePt t="264229" x="7880350" y="2032000"/>
          <p14:tracePt t="264246" x="7893050" y="2025650"/>
          <p14:tracePt t="264263" x="7912100" y="2012950"/>
          <p14:tracePt t="264280" x="7924800" y="2000250"/>
          <p14:tracePt t="264297" x="7931150" y="1987550"/>
          <p14:tracePt t="264395" x="7924800" y="1993900"/>
          <p14:tracePt t="264409" x="7912100" y="2000250"/>
          <p14:tracePt t="264416" x="7893050" y="2000250"/>
          <p14:tracePt t="264432" x="7867650" y="2012950"/>
          <p14:tracePt t="264445" x="7810500" y="2038350"/>
          <p14:tracePt t="264462" x="7766050" y="2044700"/>
          <p14:tracePt t="264479" x="7708900" y="2070100"/>
          <p14:tracePt t="264495" x="7677150" y="2076450"/>
          <p14:tracePt t="264512" x="7645400" y="2089150"/>
          <p14:tracePt t="264529" x="7626350" y="2101850"/>
          <p14:tracePt t="264545" x="7620000" y="2101850"/>
          <p14:tracePt t="264562" x="7620000" y="2108200"/>
          <p14:tracePt t="264579" x="7645400" y="2114550"/>
          <p14:tracePt t="264595" x="7664450" y="2127250"/>
          <p14:tracePt t="264612" x="7734300" y="2139950"/>
          <p14:tracePt t="264629" x="7842250" y="2159000"/>
          <p14:tracePt t="264645" x="7905750" y="2171700"/>
          <p14:tracePt t="264662" x="8039100" y="2178050"/>
          <p14:tracePt t="264678" x="8153400" y="2184400"/>
          <p14:tracePt t="264695" x="8197850" y="2178050"/>
          <p14:tracePt t="264712" x="8248650" y="2171700"/>
          <p14:tracePt t="264729" x="8274050" y="2165350"/>
          <p14:tracePt t="264745" x="8280400" y="2159000"/>
          <p14:tracePt t="264878" x="8274050" y="2159000"/>
          <p14:tracePt t="265201" x="8229600" y="2165350"/>
          <p14:tracePt t="265207" x="8166100" y="2184400"/>
          <p14:tracePt t="265215" x="8083550" y="2203450"/>
          <p14:tracePt t="265229" x="7969250" y="2222500"/>
          <p14:tracePt t="265243" x="7842250" y="2254250"/>
          <p14:tracePt t="265260" x="7467600" y="2362200"/>
          <p14:tracePt t="265276" x="7200900" y="2457450"/>
          <p14:tracePt t="265293" x="6642100" y="2679700"/>
          <p14:tracePt t="265309" x="5994400" y="2984500"/>
          <p14:tracePt t="265328" x="5372100" y="3270250"/>
          <p14:tracePt t="265343" x="5092700" y="3435350"/>
          <p14:tracePt t="265360" x="4737100" y="3657600"/>
          <p14:tracePt t="265377" x="4527550" y="3816350"/>
          <p14:tracePt t="265392" x="4457700" y="3879850"/>
          <p14:tracePt t="265409" x="4400550" y="3930650"/>
          <p14:tracePt t="265426" x="4337050" y="3987800"/>
          <p14:tracePt t="265442" x="4324350" y="4000500"/>
          <p14:tracePt t="265459" x="4318000" y="4006850"/>
          <p14:tracePt t="265670" x="4292600" y="4006850"/>
          <p14:tracePt t="265676" x="4254500" y="4006850"/>
          <p14:tracePt t="265691" x="4203700" y="4019550"/>
          <p14:tracePt t="265698" x="4140200" y="4025900"/>
          <p14:tracePt t="265708" x="4076700" y="4025900"/>
          <p14:tracePt t="265725" x="4019550" y="4038600"/>
          <p14:tracePt t="265741" x="3905250" y="4044950"/>
          <p14:tracePt t="265758" x="3860800" y="4051300"/>
          <p14:tracePt t="265775" x="3784600" y="4057650"/>
          <p14:tracePt t="265791" x="3771900" y="4057650"/>
          <p14:tracePt t="265808" x="3752850" y="4064000"/>
          <p14:tracePt t="265811" x="3740150" y="4064000"/>
          <p14:tracePt t="265824" x="3727450" y="4064000"/>
          <p14:tracePt t="265841" x="3689350" y="4083050"/>
          <p14:tracePt t="265857" x="3670300" y="4089400"/>
          <p14:tracePt t="265874" x="3619500" y="4108450"/>
          <p14:tracePt t="265891" x="3568700" y="4140200"/>
          <p14:tracePt t="265908" x="3511550" y="4178300"/>
          <p14:tracePt t="265924" x="3479800" y="4191000"/>
          <p14:tracePt t="265940" x="3429000" y="4241800"/>
          <p14:tracePt t="265957" x="3378200" y="4292600"/>
          <p14:tracePt t="265973" x="3359150" y="4330700"/>
          <p14:tracePt t="265990" x="3327400" y="4381500"/>
          <p14:tracePt t="266007" x="3302000" y="4432300"/>
          <p14:tracePt t="266023" x="3295650" y="4451350"/>
          <p14:tracePt t="266041" x="3289300" y="4470400"/>
          <p14:tracePt t="266057" x="3289300" y="4489450"/>
          <p14:tracePt t="266090" x="3289300" y="4495800"/>
          <p14:tracePt t="266106" x="3289300" y="4502150"/>
          <p14:tracePt t="266123" x="3289300" y="4508500"/>
          <p14:tracePt t="266140" x="3302000" y="4527550"/>
          <p14:tracePt t="266156" x="3302000" y="4533900"/>
          <p14:tracePt t="266174" x="3314700" y="4559300"/>
          <p14:tracePt t="266189" x="3327400" y="4584700"/>
          <p14:tracePt t="266206" x="3327400" y="4597400"/>
          <p14:tracePt t="266223" x="3340100" y="4622800"/>
          <p14:tracePt t="266239" x="3346450" y="4654550"/>
          <p14:tracePt t="266256" x="3346450" y="4660900"/>
          <p14:tracePt t="266272" x="3346450" y="4673600"/>
          <p14:tracePt t="266289" x="3346450" y="4679950"/>
          <p14:tracePt t="266398" x="3352800" y="4679950"/>
          <p14:tracePt t="266426" x="3359150" y="4679950"/>
          <p14:tracePt t="266461" x="3365500" y="4679950"/>
          <p14:tracePt t="266818" x="3352800" y="4724400"/>
          <p14:tracePt t="266825" x="3327400" y="4768850"/>
          <p14:tracePt t="266840" x="3302000" y="4819650"/>
          <p14:tracePt t="266854" x="3257550" y="4889500"/>
          <p14:tracePt t="266870" x="3194050" y="5003800"/>
          <p14:tracePt t="266887" x="3155950" y="5060950"/>
          <p14:tracePt t="266903" x="3105150" y="5137150"/>
          <p14:tracePt t="266920" x="3067050" y="5194300"/>
          <p14:tracePt t="266938" x="3022600" y="5238750"/>
          <p14:tracePt t="266953" x="3009900" y="5251450"/>
          <p14:tracePt t="266970" x="2990850" y="5270500"/>
          <p14:tracePt t="266987" x="2978150" y="5276850"/>
          <p14:tracePt t="267003" x="2971800" y="5276850"/>
          <p14:tracePt t="267037" x="2965450" y="5276850"/>
          <p14:tracePt t="267057" x="2959100" y="5276850"/>
          <p14:tracePt t="267073" x="2952750" y="5276850"/>
          <p14:tracePt t="267086" x="2940050" y="5270500"/>
          <p14:tracePt t="267103" x="2921000" y="5264150"/>
          <p14:tracePt t="267120" x="2895600" y="5257800"/>
          <p14:tracePt t="267136" x="2882900" y="5257800"/>
          <p14:tracePt t="267153" x="2857500" y="5245100"/>
          <p14:tracePt t="267170" x="2825750" y="5232400"/>
          <p14:tracePt t="267186" x="2806700" y="5226050"/>
          <p14:tracePt t="267203" x="2749550" y="5194300"/>
          <p14:tracePt t="267219" x="2692400" y="5162550"/>
          <p14:tracePt t="267236" x="2667000" y="5156200"/>
          <p14:tracePt t="267253" x="2609850" y="5124450"/>
          <p14:tracePt t="267269" x="2565400" y="5105400"/>
          <p14:tracePt t="267285" x="2546350" y="5092700"/>
          <p14:tracePt t="267303" x="2514600" y="5080000"/>
          <p14:tracePt t="267339" x="2508250" y="5080000"/>
          <p14:tracePt t="267476" x="2514600" y="5080000"/>
          <p14:tracePt t="267491" x="2520950" y="5080000"/>
          <p14:tracePt t="267498" x="2533650" y="5086350"/>
          <p14:tracePt t="267512" x="2540000" y="5086350"/>
          <p14:tracePt t="267521" x="2552700" y="5086350"/>
          <p14:tracePt t="267534" x="2571750" y="5086350"/>
          <p14:tracePt t="267552" x="2641600" y="5105400"/>
          <p14:tracePt t="267568" x="2774950" y="5124450"/>
          <p14:tracePt t="267585" x="2851150" y="5130800"/>
          <p14:tracePt t="267601" x="3041650" y="5149850"/>
          <p14:tracePt t="267618" x="3232150" y="5162550"/>
          <p14:tracePt t="267634" x="3333750" y="5175250"/>
          <p14:tracePt t="267652" x="3505200" y="5194300"/>
          <p14:tracePt t="267668" x="3644900" y="5200650"/>
          <p14:tracePt t="267684" x="3708400" y="5200650"/>
          <p14:tracePt t="267701" x="3803650" y="5200650"/>
          <p14:tracePt t="267717" x="3829050" y="5200650"/>
          <p14:tracePt t="267734" x="3873500" y="5200650"/>
          <p14:tracePt t="267751" x="3886200" y="5200650"/>
          <p14:tracePt t="267767" x="3892550" y="5200650"/>
          <p14:tracePt t="267784" x="3898900" y="5200650"/>
          <p14:tracePt t="267821" x="3905250" y="5200650"/>
          <p14:tracePt t="268015" x="3898900" y="5207000"/>
          <p14:tracePt t="268037" x="3892550" y="5207000"/>
          <p14:tracePt t="268072" x="3892550" y="5213350"/>
          <p14:tracePt t="268079" x="3886200" y="5213350"/>
          <p14:tracePt t="268101" x="3879850" y="5219700"/>
          <p14:tracePt t="268107" x="3873500" y="5226050"/>
          <p14:tracePt t="268121" x="3854450" y="5238750"/>
          <p14:tracePt t="268132" x="3835400" y="5251450"/>
          <p14:tracePt t="268150" x="3746500" y="5308600"/>
          <p14:tracePt t="268166" x="3689350" y="5353050"/>
          <p14:tracePt t="268182" x="3543300" y="5448300"/>
          <p14:tracePt t="268199" x="3359150" y="5575300"/>
          <p14:tracePt t="268216" x="3263900" y="5626100"/>
          <p14:tracePt t="268233" x="3073400" y="5753100"/>
          <p14:tracePt t="268249" x="2895600" y="5880100"/>
          <p14:tracePt t="268266" x="2813050" y="5930900"/>
          <p14:tracePt t="268283" x="2667000" y="6032500"/>
          <p14:tracePt t="268299" x="2546350" y="6115050"/>
          <p14:tracePt t="268316" x="2501900" y="6153150"/>
          <p14:tracePt t="268332" x="2413000" y="6210300"/>
          <p14:tracePt t="268349" x="2381250" y="6242050"/>
          <p14:tracePt t="268366" x="2324100" y="6273800"/>
          <p14:tracePt t="268369" x="2324100" y="6280150"/>
          <p14:tracePt t="268382" x="2311400" y="6286500"/>
          <p14:tracePt t="268402" x="2305050" y="6286500"/>
          <p14:tracePt t="268423" x="2305050" y="6292850"/>
          <p14:tracePt t="268450" x="2292350" y="6292850"/>
          <p14:tracePt t="268457" x="2286000" y="6299200"/>
          <p14:tracePt t="268471" x="2286000" y="6305550"/>
          <p14:tracePt t="268481" x="2279650" y="6305550"/>
          <p14:tracePt t="268499" x="2273300" y="6311900"/>
          <p14:tracePt t="268515" x="2273300" y="6318250"/>
          <p14:tracePt t="268532" x="2266950" y="6318250"/>
          <p14:tracePt t="268569" x="2260600" y="6318250"/>
          <p14:tracePt t="268843" x="2266950" y="6318250"/>
          <p14:tracePt t="268878" x="2266950" y="6311900"/>
          <p14:tracePt t="268919" x="2273300" y="6311900"/>
          <p14:tracePt t="268997" x="2279650" y="6311900"/>
          <p14:tracePt t="269067" x="2279650" y="6305550"/>
          <p14:tracePt t="269109" x="2286000" y="6305550"/>
          <p14:tracePt t="269131" x="2298700" y="6305550"/>
          <p14:tracePt t="269451" x="2336800" y="6292850"/>
          <p14:tracePt t="269458" x="2393950" y="6261100"/>
          <p14:tracePt t="269472" x="2476500" y="6210300"/>
          <p14:tracePt t="269481" x="2546350" y="6159500"/>
          <p14:tracePt t="269495" x="2628900" y="6108700"/>
          <p14:tracePt t="269512" x="2794000" y="5975350"/>
          <p14:tracePt t="269529" x="2940050" y="5842000"/>
          <p14:tracePt t="269544" x="3009900" y="5784850"/>
          <p14:tracePt t="269561" x="3054350" y="5721350"/>
          <p14:tracePt t="269578" x="3168650" y="5588000"/>
          <p14:tracePt t="269595" x="3194050" y="5543550"/>
          <p14:tracePt t="269612" x="3251200" y="5429250"/>
          <p14:tracePt t="269628" x="3270250" y="5372100"/>
          <p14:tracePt t="269644" x="3314700" y="5289550"/>
          <p14:tracePt t="269661" x="3346450" y="5200650"/>
          <p14:tracePt t="269678" x="3352800" y="5162550"/>
          <p14:tracePt t="269694" x="3378200" y="5099050"/>
          <p14:tracePt t="269711" x="3390900" y="5067300"/>
          <p14:tracePt t="269727" x="3397250" y="5060950"/>
          <p14:tracePt t="269744" x="3397250" y="5048250"/>
          <p14:tracePt t="269760" x="3397250" y="5041900"/>
          <p14:tracePt t="269794" x="3390900" y="5054600"/>
          <p14:tracePt t="269810" x="3384550" y="5067300"/>
          <p14:tracePt t="269827" x="3378200" y="5073650"/>
          <p14:tracePt t="269844" x="3371850" y="5080000"/>
          <p14:tracePt t="269860" x="3333750" y="5099050"/>
          <p14:tracePt t="269877" x="3321050" y="5105400"/>
          <p14:tracePt t="269893" x="3257550" y="5149850"/>
          <p14:tracePt t="269910" x="3213100" y="5175250"/>
          <p14:tracePt t="269927" x="3130550" y="5270500"/>
          <p14:tracePt t="269943" x="3060700" y="5346700"/>
          <p14:tracePt t="269960" x="3035300" y="5378450"/>
          <p14:tracePt t="269976" x="3016250" y="5416550"/>
          <p14:tracePt t="269993" x="3003550" y="5429250"/>
          <p14:tracePt t="270010" x="2997200" y="5429250"/>
          <p14:tracePt t="270026" x="2997200" y="5435600"/>
          <p14:tracePt t="270043" x="2990850" y="5435600"/>
          <p14:tracePt t="270060" x="2990850" y="5441950"/>
          <p14:tracePt t="270130" x="2990850" y="5448300"/>
          <p14:tracePt t="270179" x="2990850" y="5454650"/>
          <p14:tracePt t="270200" x="2990850" y="5461000"/>
          <p14:tracePt t="270222" x="2990850" y="5467350"/>
          <p14:tracePt t="270243" x="2984500" y="5473700"/>
          <p14:tracePt t="270278" x="2984500" y="5480050"/>
          <p14:tracePt t="270312" x="2984500" y="5486400"/>
          <p14:tracePt t="270341" x="2997200" y="5499100"/>
          <p14:tracePt t="270368" x="3003550" y="5505450"/>
          <p14:tracePt t="270382" x="3009900" y="5505450"/>
          <p14:tracePt t="270404" x="3016250" y="5505450"/>
          <p14:tracePt t="270410" x="3022600" y="5505450"/>
          <p14:tracePt t="270425" x="3028950" y="5505450"/>
          <p14:tracePt t="270441" x="3048000" y="5505450"/>
          <p14:tracePt t="270459" x="3054350" y="5505450"/>
          <p14:tracePt t="270475" x="3079750" y="5505450"/>
          <p14:tracePt t="270491" x="3105150" y="5505450"/>
          <p14:tracePt t="270509" x="3111500" y="5505450"/>
          <p14:tracePt t="270525" x="3124200" y="5505450"/>
          <p14:tracePt t="270558" x="3136900" y="5511800"/>
          <p14:tracePt t="270574" x="3143250" y="5511800"/>
          <p14:tracePt t="270591" x="3149600" y="5511800"/>
          <p14:tracePt t="270608" x="3155950" y="5511800"/>
          <p14:tracePt t="270624" x="3168650" y="5511800"/>
          <p14:tracePt t="270641" x="3200400" y="5511800"/>
          <p14:tracePt t="270657" x="3225800" y="5511800"/>
          <p14:tracePt t="270674" x="3282950" y="5530850"/>
          <p14:tracePt t="270691" x="3352800" y="5543550"/>
          <p14:tracePt t="270707" x="3378200" y="5543550"/>
          <p14:tracePt t="270724" x="3429000" y="5556250"/>
          <p14:tracePt t="270740" x="3460750" y="5556250"/>
          <p14:tracePt t="270757" x="3473450" y="5556250"/>
          <p14:tracePt t="270774" x="3486150" y="5562600"/>
          <p14:tracePt t="270880" x="3492500" y="5568950"/>
          <p14:tracePt t="271174" x="3498850" y="5568950"/>
          <p14:tracePt t="271181" x="3517900" y="5568950"/>
          <p14:tracePt t="271189" x="3536950" y="5568950"/>
          <p14:tracePt t="271205" x="3556000" y="5568950"/>
          <p14:tracePt t="271223" x="3594100" y="5568950"/>
          <p14:tracePt t="271238" x="3663950" y="5568950"/>
          <p14:tracePt t="271255" x="3727450" y="5568950"/>
          <p14:tracePt t="271272" x="3778250" y="5562600"/>
          <p14:tracePt t="271289" x="3797300" y="5562600"/>
          <p14:tracePt t="271305" x="3835400" y="5556250"/>
          <p14:tracePt t="271322" x="3860800" y="5549900"/>
          <p14:tracePt t="271339" x="3873500" y="5549900"/>
          <p14:tracePt t="271355" x="3879850" y="5543550"/>
          <p14:tracePt t="271372" x="3898900" y="5537200"/>
          <p14:tracePt t="271388" x="3911600" y="5537200"/>
          <p14:tracePt t="271405" x="3924300" y="5530850"/>
          <p14:tracePt t="271422" x="3943350" y="5530850"/>
          <p14:tracePt t="271439" x="3949700" y="5524500"/>
          <p14:tracePt t="271455" x="3981450" y="5524500"/>
          <p14:tracePt t="271471" x="4013200" y="5518150"/>
          <p14:tracePt t="271488" x="4032250" y="5518150"/>
          <p14:tracePt t="271504" x="4095750" y="5511800"/>
          <p14:tracePt t="271521" x="4114800" y="5511800"/>
          <p14:tracePt t="271538" x="4216400" y="5511800"/>
          <p14:tracePt t="271555" x="4248150" y="5511800"/>
          <p14:tracePt t="271571" x="4286250" y="5511800"/>
          <p14:tracePt t="271588" x="4362450" y="5511800"/>
          <p14:tracePt t="271604" x="4419600" y="5511800"/>
          <p14:tracePt t="271622" x="4445000" y="5511800"/>
          <p14:tracePt t="271638" x="4483100" y="5511800"/>
          <p14:tracePt t="271654" x="4508500" y="5505450"/>
          <p14:tracePt t="271672" x="4533900" y="5505450"/>
          <p14:tracePt t="271687" x="4546600" y="5505450"/>
          <p14:tracePt t="271704" x="4559300" y="5505450"/>
          <p14:tracePt t="271721" x="4565650" y="5505450"/>
          <p14:tracePt t="271790" x="4565650" y="5499100"/>
          <p14:tracePt t="271818" x="4559300" y="5499100"/>
          <p14:tracePt t="271832" x="4546600" y="5492750"/>
          <p14:tracePt t="271839" x="4533900" y="5492750"/>
          <p14:tracePt t="271856" x="4514850" y="5486400"/>
          <p14:tracePt t="271869" x="4470400" y="5473700"/>
          <p14:tracePt t="271886" x="4324350" y="5410200"/>
          <p14:tracePt t="271903" x="4114800" y="5327650"/>
          <p14:tracePt t="271920" x="3994150" y="5276850"/>
          <p14:tracePt t="271937" x="3759200" y="5168900"/>
          <p14:tracePt t="271953" x="3543300" y="5035550"/>
          <p14:tracePt t="271969" x="3441700" y="4972050"/>
          <p14:tracePt t="271986" x="3257550" y="4826000"/>
          <p14:tracePt t="272003" x="3105150" y="4648200"/>
          <p14:tracePt t="272019" x="3028950" y="4552950"/>
          <p14:tracePt t="272036" x="2895600" y="4324350"/>
          <p14:tracePt t="272053" x="2781300" y="4095750"/>
          <p14:tracePt t="272070" x="2679700" y="3860800"/>
          <p14:tracePt t="272086" x="2641600" y="3746500"/>
          <p14:tracePt t="272102" x="2578100" y="3536950"/>
          <p14:tracePt t="272119" x="2540000" y="3390900"/>
          <p14:tracePt t="272136" x="2520950" y="3333750"/>
          <p14:tracePt t="272152" x="2501900" y="3295650"/>
          <p14:tracePt t="272169" x="2495550" y="3238500"/>
          <p14:tracePt t="272280" x="2501900" y="3238500"/>
          <p14:tracePt t="272301" x="2508250" y="3238500"/>
          <p14:tracePt t="272329" x="2508250" y="3244850"/>
          <p14:tracePt t="272343" x="2514600" y="3244850"/>
          <p14:tracePt t="272370" x="2520950" y="3244850"/>
          <p14:tracePt t="272378" x="2527300" y="3244850"/>
          <p14:tracePt t="272392" x="2527300" y="3251200"/>
          <p14:tracePt t="272401" x="2533650" y="3257550"/>
          <p14:tracePt t="272421" x="2533650" y="3263900"/>
          <p14:tracePt t="272532" x="2527300" y="3263900"/>
          <p14:tracePt t="272539" x="2527300" y="3257550"/>
          <p14:tracePt t="272554" x="2520950" y="3257550"/>
          <p14:tracePt t="272568" x="2514600" y="3257550"/>
          <p14:tracePt t="272584" x="2501900" y="3251200"/>
          <p14:tracePt t="272601" x="2476500" y="3244850"/>
          <p14:tracePt t="272617" x="2432050" y="3232150"/>
          <p14:tracePt t="272633" x="2355850" y="3219450"/>
          <p14:tracePt t="272651" x="2260600" y="3200400"/>
          <p14:tracePt t="272667" x="2222500" y="3194050"/>
          <p14:tracePt t="272684" x="2139950" y="3181350"/>
          <p14:tracePt t="272701" x="2082800" y="3168650"/>
          <p14:tracePt t="272717" x="2063750" y="3168650"/>
          <p14:tracePt t="272734" x="2038350" y="3162300"/>
          <p14:tracePt t="272750" x="2025650" y="3149600"/>
          <p14:tracePt t="272767" x="2019300" y="3149600"/>
          <p14:tracePt t="272813" x="2019300" y="3143250"/>
          <p14:tracePt t="272890" x="2025650" y="3143250"/>
          <p14:tracePt t="272911" x="2038350" y="3143250"/>
          <p14:tracePt t="272925" x="2044700" y="3143250"/>
          <p14:tracePt t="272953" x="2051050" y="3143250"/>
          <p14:tracePt t="272959" x="2057400" y="3143250"/>
          <p14:tracePt t="272974" x="2076450" y="3136900"/>
          <p14:tracePt t="272982" x="2089150" y="3136900"/>
          <p14:tracePt t="272999" x="2108200" y="3136900"/>
          <p14:tracePt t="273016" x="2152650" y="3136900"/>
          <p14:tracePt t="273033" x="2197100" y="3136900"/>
          <p14:tracePt t="273049" x="2209800" y="3136900"/>
          <p14:tracePt t="273066" x="2241550" y="3136900"/>
          <p14:tracePt t="273082" x="2260600" y="3136900"/>
          <p14:tracePt t="273099" x="2266950" y="3136900"/>
          <p14:tracePt t="273170" x="2260600" y="3143250"/>
          <p14:tracePt t="273191" x="2254250" y="3143250"/>
          <p14:tracePt t="273240" x="2254250" y="3149600"/>
          <p14:tracePt t="273261" x="2241550" y="3149600"/>
          <p14:tracePt t="273283" x="2235200" y="3149600"/>
          <p14:tracePt t="273345" x="2235200" y="3155950"/>
          <p14:tracePt t="273380" x="2241550" y="3162300"/>
          <p14:tracePt t="273401" x="2247900" y="3162300"/>
          <p14:tracePt t="273416" x="2254250" y="3168650"/>
          <p14:tracePt t="273422" x="2260600" y="3168650"/>
          <p14:tracePt t="273431" x="2273300" y="3175000"/>
          <p14:tracePt t="273448" x="2292350" y="3187700"/>
          <p14:tracePt t="273465" x="2336800" y="3213100"/>
          <p14:tracePt t="273481" x="2381250" y="3251200"/>
          <p14:tracePt t="273498" x="2457450" y="3327400"/>
          <p14:tracePt t="273514" x="2546350" y="3448050"/>
          <p14:tracePt t="273531" x="2584450" y="3505200"/>
          <p14:tracePt t="273548" x="2654300" y="3663950"/>
          <p14:tracePt t="273564" x="2705100" y="3848100"/>
          <p14:tracePt t="273581" x="2717800" y="3949700"/>
          <p14:tracePt t="273597" x="2749550" y="4165600"/>
          <p14:tracePt t="273614" x="2755900" y="4368800"/>
          <p14:tracePt t="273631" x="2755900" y="4495800"/>
          <p14:tracePt t="273647" x="2781300" y="4699000"/>
          <p14:tracePt t="273664" x="2787650" y="4902200"/>
          <p14:tracePt t="273681" x="2806700" y="5086350"/>
          <p14:tracePt t="273697" x="2825750" y="5162550"/>
          <p14:tracePt t="273713" x="2857500" y="5359400"/>
          <p14:tracePt t="273730" x="2876550" y="5486400"/>
          <p14:tracePt t="273746" x="2889250" y="5543550"/>
          <p14:tracePt t="273763" x="2895600" y="5632450"/>
          <p14:tracePt t="273780" x="2901950" y="5702300"/>
          <p14:tracePt t="273797" x="2901950" y="5734050"/>
          <p14:tracePt t="273814" x="2908300" y="5784850"/>
          <p14:tracePt t="273830" x="2908300" y="5822950"/>
          <p14:tracePt t="273846" x="2908300" y="5835650"/>
          <p14:tracePt t="273863" x="2908300" y="5848350"/>
          <p14:tracePt t="273879" x="2908300" y="5854700"/>
          <p14:tracePt t="273919" x="2908300" y="5861050"/>
          <p14:tracePt t="274031" x="2908300" y="5867400"/>
          <p14:tracePt t="274038" x="2908300" y="5873750"/>
          <p14:tracePt t="274052" x="2908300" y="5880100"/>
          <p14:tracePt t="274062" x="2914650" y="5892800"/>
          <p14:tracePt t="274079" x="2914650" y="5899150"/>
          <p14:tracePt t="274095" x="2921000" y="5911850"/>
          <p14:tracePt t="274112" x="2927350" y="5924550"/>
          <p14:tracePt t="274130" x="2946400" y="5981700"/>
          <p14:tracePt t="274145" x="2952750" y="5988050"/>
          <p14:tracePt t="274162" x="2959100" y="6007100"/>
          <p14:tracePt t="274179" x="2971800" y="6032500"/>
          <p14:tracePt t="274195" x="2978150" y="6051550"/>
          <p14:tracePt t="274212" x="2984500" y="6057900"/>
          <p14:tracePt t="274228" x="2990850" y="6057900"/>
          <p14:tracePt t="274245" x="2997200" y="6064250"/>
          <p14:tracePt t="274262" x="3003550" y="6064250"/>
          <p14:tracePt t="274278" x="3016250" y="6064250"/>
          <p14:tracePt t="274295" x="3060700" y="6070600"/>
          <p14:tracePt t="274312" x="3136900" y="6070600"/>
          <p14:tracePt t="274328" x="3187700" y="6083300"/>
          <p14:tracePt t="274344" x="3314700" y="6083300"/>
          <p14:tracePt t="274361" x="3473450" y="6070600"/>
          <p14:tracePt t="274378" x="3549650" y="6070600"/>
          <p14:tracePt t="274395" x="3702050" y="6057900"/>
          <p14:tracePt t="274411" x="3835400" y="6051550"/>
          <p14:tracePt t="274428" x="3898900" y="6051550"/>
          <p14:tracePt t="274445" x="4000500" y="6038850"/>
          <p14:tracePt t="274461" x="4038600" y="6038850"/>
          <p14:tracePt t="274478" x="4133850" y="6045200"/>
          <p14:tracePt t="274494" x="4216400" y="6038850"/>
          <p14:tracePt t="274511" x="4254500" y="6038850"/>
          <p14:tracePt t="274528" x="4311650" y="6038850"/>
          <p14:tracePt t="274544" x="4368800" y="6045200"/>
          <p14:tracePt t="274560" x="4406900" y="6045200"/>
          <p14:tracePt t="274578" x="4476750" y="6051550"/>
          <p14:tracePt t="274594" x="4565650" y="6051550"/>
          <p14:tracePt t="274610" x="4622800" y="6045200"/>
          <p14:tracePt t="274628" x="4737100" y="6038850"/>
          <p14:tracePt t="274643" x="4832350" y="6019800"/>
          <p14:tracePt t="274661" x="4864100" y="6013450"/>
          <p14:tracePt t="274676" x="4908550" y="6013450"/>
          <p14:tracePt t="274694" x="4927600" y="6007100"/>
          <p14:tracePt t="274711" x="4946650" y="6000750"/>
          <p14:tracePt t="274728" x="4953000" y="6000750"/>
          <p14:tracePt t="274760" x="4959350" y="6000750"/>
          <p14:tracePt t="274823" x="4959350" y="6007100"/>
          <p14:tracePt t="274829" x="4959350" y="6013450"/>
          <p14:tracePt t="274865" x="4959350" y="6019800"/>
          <p14:tracePt t="275343" x="4984750" y="6007100"/>
          <p14:tracePt t="275350" x="5054600" y="5969000"/>
          <p14:tracePt t="275364" x="5124450" y="5937250"/>
          <p14:tracePt t="275375" x="5207000" y="5873750"/>
          <p14:tracePt t="275392" x="5378450" y="5784850"/>
          <p14:tracePt t="275408" x="5543550" y="5702300"/>
          <p14:tracePt t="275424" x="5613400" y="5651500"/>
          <p14:tracePt t="275441" x="5772150" y="5568950"/>
          <p14:tracePt t="275458" x="5842000" y="5549900"/>
          <p14:tracePt t="275475" x="5969000" y="5492750"/>
          <p14:tracePt t="275491" x="6064250" y="5461000"/>
          <p14:tracePt t="275508" x="6172200" y="5416550"/>
          <p14:tracePt t="275524" x="6216650" y="5403850"/>
          <p14:tracePt t="275541" x="6267450" y="5372100"/>
          <p14:tracePt t="275558" x="6318250" y="5359400"/>
          <p14:tracePt t="275574" x="6330950" y="5353050"/>
          <p14:tracePt t="275592" x="6375400" y="5346700"/>
          <p14:tracePt t="275607" x="6400800" y="5340350"/>
          <p14:tracePt t="275623" x="6419850" y="5340350"/>
          <p14:tracePt t="275641" x="6438900" y="5334000"/>
          <p14:tracePt t="275657" x="6451600" y="5340350"/>
          <p14:tracePt t="275673" x="6464300" y="5346700"/>
          <p14:tracePt t="275690" x="6483350" y="5346700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17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from scope import *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from </a:t>
            </a:r>
            <a:r>
              <a:rPr lang="en-US" altLang="zh-TW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import system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0000"/>
              </a:lnSpc>
            </a:pP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589655"/>
            <a:ext cx="762000" cy="10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7000"/>
              </a:lnSpc>
            </a:pP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5556701" y="5984403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charset="0"/>
              </a:rPr>
              <a:t>Q: Can we do this?</a:t>
            </a: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304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44"/>
    </mc:Choice>
    <mc:Fallback xmlns="">
      <p:transition spd="slow" advTm="18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1089" x="8147050" y="3867150"/>
          <p14:tracePt t="1096" x="8089900" y="3873500"/>
          <p14:tracePt t="1112" x="8026400" y="3892550"/>
          <p14:tracePt t="1117" x="7969250" y="3911600"/>
          <p14:tracePt t="1131" x="7893050" y="3930650"/>
          <p14:tracePt t="1144" x="7797800" y="3962400"/>
          <p14:tracePt t="1160" x="7588250" y="4044950"/>
          <p14:tracePt t="1177" x="7499350" y="4076700"/>
          <p14:tracePt t="1194" x="7302500" y="4159250"/>
          <p14:tracePt t="1210" x="7099300" y="4254500"/>
          <p14:tracePt t="1227" x="6985000" y="4311650"/>
          <p14:tracePt t="1244" x="6769100" y="4425950"/>
          <p14:tracePt t="1260" x="6559550" y="4565650"/>
          <p14:tracePt t="1277" x="6464300" y="4629150"/>
          <p14:tracePt t="1294" x="6261100" y="4775200"/>
          <p14:tracePt t="1309" x="6057900" y="4902200"/>
          <p14:tracePt t="1327" x="5873750" y="5029200"/>
          <p14:tracePt t="1343" x="5778500" y="5092700"/>
          <p14:tracePt t="1360" x="5695950" y="5162550"/>
          <p14:tracePt t="1377" x="5492750" y="5359400"/>
          <p14:tracePt t="1393" x="5410200" y="5422900"/>
          <p14:tracePt t="1410" x="5346700" y="5480050"/>
          <p14:tracePt t="1427" x="5213350" y="5664200"/>
          <p14:tracePt t="1443" x="5175250" y="5734050"/>
          <p14:tracePt t="1460" x="5143500" y="5791200"/>
          <p14:tracePt t="1476" x="5086350" y="5905500"/>
          <p14:tracePt t="1493" x="5060950" y="5988050"/>
          <p14:tracePt t="1510" x="5035550" y="6057900"/>
          <p14:tracePt t="1526" x="5022850" y="6089650"/>
          <p14:tracePt t="1543" x="5016500" y="6115050"/>
          <p14:tracePt t="1560" x="5010150" y="6127750"/>
          <p14:tracePt t="1601" x="5010150" y="6134100"/>
          <p14:tracePt t="1629" x="5010150" y="6121400"/>
          <p14:tracePt t="2979" x="5010150" y="6127750"/>
          <p14:tracePt t="2993" x="5022850" y="6140450"/>
          <p14:tracePt t="3000" x="5035550" y="6153150"/>
          <p14:tracePt t="3014" x="5041900" y="6165850"/>
          <p14:tracePt t="3024" x="5067300" y="6178550"/>
          <p14:tracePt t="3037" x="5073650" y="6191250"/>
          <p14:tracePt t="3054" x="5099050" y="6210300"/>
          <p14:tracePt t="3071" x="5118100" y="6229350"/>
          <p14:tracePt t="3087" x="5130800" y="6229350"/>
          <p14:tracePt t="3120" x="5156200" y="6235700"/>
          <p14:tracePt t="3137" x="5162550" y="6235700"/>
          <p14:tracePt t="3155" x="5181600" y="6242050"/>
          <p14:tracePt t="3170" x="5187950" y="6242050"/>
          <p14:tracePt t="3187" x="5207000" y="6248400"/>
          <p14:tracePt t="3204" x="5232400" y="6248400"/>
          <p14:tracePt t="3220" x="5251450" y="6248400"/>
          <p14:tracePt t="3237" x="5283200" y="6248400"/>
          <p14:tracePt t="3253" x="5321300" y="6248400"/>
          <p14:tracePt t="3270" x="5334000" y="6248400"/>
          <p14:tracePt t="3287" x="5353050" y="6248400"/>
          <p14:tracePt t="3303" x="5365750" y="6248400"/>
          <p14:tracePt t="3344" x="5372100" y="6248400"/>
          <p14:tracePt t="3491" x="5365750" y="6248400"/>
          <p14:tracePt t="8515" x="5346700" y="6242050"/>
          <p14:tracePt t="8521" x="5308600" y="6235700"/>
          <p14:tracePt t="8538" x="5276850" y="6223000"/>
          <p14:tracePt t="8552" x="5194300" y="6203950"/>
          <p14:tracePt t="8568" x="5143500" y="6203950"/>
          <p14:tracePt t="8585" x="5048250" y="6184900"/>
          <p14:tracePt t="8601" x="4984750" y="6184900"/>
          <p14:tracePt t="8618" x="4838700" y="6178550"/>
          <p14:tracePt t="8635" x="4660900" y="6159500"/>
          <p14:tracePt t="8651" x="4572000" y="6146800"/>
          <p14:tracePt t="8668" x="4406900" y="6134100"/>
          <p14:tracePt t="8684" x="4248150" y="6146800"/>
          <p14:tracePt t="8701" x="4171950" y="6159500"/>
          <p14:tracePt t="8718" x="4025900" y="6191250"/>
          <p14:tracePt t="8734" x="3867150" y="6229350"/>
          <p14:tracePt t="8751" x="3803650" y="6248400"/>
          <p14:tracePt t="8768" x="3683000" y="6286500"/>
          <p14:tracePt t="8784" x="3568700" y="6343650"/>
          <p14:tracePt t="8801" x="3511550" y="6369050"/>
          <p14:tracePt t="8817" x="3403600" y="6413500"/>
          <p14:tracePt t="8834" x="3314700" y="6457950"/>
          <p14:tracePt t="8851" x="3257550" y="6477000"/>
          <p14:tracePt t="8867" x="3175000" y="6515100"/>
          <p14:tracePt t="8884" x="3098800" y="6534150"/>
          <p14:tracePt t="8901" x="3035300" y="6572250"/>
          <p14:tracePt t="8917" x="3016250" y="6591300"/>
          <p14:tracePt t="8934" x="2984500" y="6610350"/>
          <p14:tracePt t="8951" x="2927350" y="6661150"/>
          <p14:tracePt t="8966" x="2914650" y="6673850"/>
          <p14:tracePt t="8984" x="2901950" y="6686550"/>
          <p14:tracePt t="9000" x="2895600" y="6686550"/>
          <p14:tracePt t="9017" x="2901950" y="6686550"/>
          <p14:tracePt t="9606" x="2895600" y="6686550"/>
          <p14:tracePt t="9612" x="2895600" y="6680200"/>
          <p14:tracePt t="9627" x="2882900" y="6673850"/>
          <p14:tracePt t="9634" x="2876550" y="6673850"/>
          <p14:tracePt t="9650" x="2870200" y="6667500"/>
          <p14:tracePt t="9664" x="2851150" y="6648450"/>
          <p14:tracePt t="9681" x="2844800" y="6635750"/>
          <p14:tracePt t="9698" x="2819400" y="6616700"/>
          <p14:tracePt t="9714" x="2806700" y="6604000"/>
          <p14:tracePt t="9732" x="2749550" y="6572250"/>
          <p14:tracePt t="9747" x="2730500" y="6565900"/>
          <p14:tracePt t="9764" x="2705100" y="6553200"/>
          <p14:tracePt t="9768" x="2686050" y="6546850"/>
          <p14:tracePt t="9781" x="2673350" y="6540500"/>
          <p14:tracePt t="9798" x="2654300" y="6527800"/>
          <p14:tracePt t="9814" x="2641600" y="6521450"/>
          <p14:tracePt t="9831" x="2628900" y="6521450"/>
          <p14:tracePt t="9847" x="2616200" y="6515100"/>
          <p14:tracePt t="9864" x="2603500" y="6515100"/>
          <p14:tracePt t="9880" x="2578100" y="6508750"/>
          <p14:tracePt t="9897" x="2520950" y="6502400"/>
          <p14:tracePt t="9914" x="2444750" y="6502400"/>
          <p14:tracePt t="9930" x="2400300" y="6502400"/>
          <p14:tracePt t="9947" x="2286000" y="6502400"/>
          <p14:tracePt t="9964" x="2178050" y="6508750"/>
          <p14:tracePt t="9980" x="2127250" y="6521450"/>
          <p14:tracePt t="10973" x="1803400" y="6464300"/>
          <p14:tracePt t="10987" x="1803400" y="6445250"/>
          <p14:tracePt t="10996" x="1797050" y="6419850"/>
          <p14:tracePt t="11009" x="1790700" y="6400800"/>
          <p14:tracePt t="11027" x="1790700" y="6375400"/>
          <p14:tracePt t="11044" x="1778000" y="6318250"/>
          <p14:tracePt t="11060" x="1771650" y="6299200"/>
          <p14:tracePt t="11076" x="1771650" y="6286500"/>
          <p14:tracePt t="11093" x="1758950" y="6254750"/>
          <p14:tracePt t="11109" x="1758950" y="6223000"/>
          <p14:tracePt t="11127" x="1752600" y="6216650"/>
          <p14:tracePt t="11143" x="1746250" y="6191250"/>
          <p14:tracePt t="11160" x="1739900" y="6172200"/>
          <p14:tracePt t="11177" x="1739900" y="6159500"/>
          <p14:tracePt t="11193" x="1739900" y="6153150"/>
          <p14:tracePt t="11209" x="1739900" y="6127750"/>
          <p14:tracePt t="11226" x="1739900" y="6083300"/>
          <p14:tracePt t="11243" x="1739900" y="6057900"/>
          <p14:tracePt t="11260" x="1739900" y="6007100"/>
          <p14:tracePt t="11276" x="1739900" y="5969000"/>
          <p14:tracePt t="11292" x="1739900" y="5956300"/>
          <p14:tracePt t="11309" x="1739900" y="5943600"/>
          <p14:tracePt t="11312" x="1739900" y="5937250"/>
          <p14:tracePt t="11325" x="1739900" y="5918200"/>
          <p14:tracePt t="11464" x="1733550" y="5918200"/>
          <p14:tracePt t="11478" x="1727200" y="5918200"/>
          <p14:tracePt t="11485" x="1720850" y="5918200"/>
          <p14:tracePt t="11506" x="1714500" y="5918200"/>
          <p14:tracePt t="11520" x="1714500" y="5924550"/>
          <p14:tracePt t="11528" x="1708150" y="5930900"/>
          <p14:tracePt t="11541" x="1695450" y="5943600"/>
          <p14:tracePt t="11558" x="1676400" y="5975350"/>
          <p14:tracePt t="11576" x="1651000" y="5994400"/>
          <p14:tracePt t="11591" x="1631950" y="6045200"/>
          <p14:tracePt t="11608" x="1600200" y="6096000"/>
          <p14:tracePt t="11625" x="1574800" y="6140450"/>
          <p14:tracePt t="11640" x="1568450" y="6159500"/>
          <p14:tracePt t="11658" x="1555750" y="6178550"/>
          <p14:tracePt t="11675" x="1543050" y="6210300"/>
          <p14:tracePt t="11691" x="1543050" y="6216650"/>
          <p14:tracePt t="11708" x="1536700" y="6223000"/>
          <p14:tracePt t="11724" x="1536700" y="6235700"/>
          <p14:tracePt t="11766" x="1530350" y="6235700"/>
          <p14:tracePt t="11800" x="1530350" y="6242050"/>
          <p14:tracePt t="11836" x="1530350" y="6248400"/>
          <p14:tracePt t="12025" x="1536700" y="6248400"/>
          <p14:tracePt t="12229" x="1543050" y="6248400"/>
          <p14:tracePt t="13280" x="1549400" y="6248400"/>
          <p14:tracePt t="13287" x="1555750" y="6248400"/>
          <p14:tracePt t="13309" x="1562100" y="6248400"/>
          <p14:tracePt t="13344" x="1568450" y="6248400"/>
          <p14:tracePt t="13379" x="1574800" y="6248400"/>
          <p14:tracePt t="13470" x="1581150" y="6248400"/>
          <p14:tracePt t="14163" x="1587500" y="6248400"/>
          <p14:tracePt t="14171" x="1593850" y="6248400"/>
          <p14:tracePt t="14185" x="1600200" y="6248400"/>
          <p14:tracePt t="14199" x="1606550" y="6248400"/>
          <p14:tracePt t="14216" x="1612900" y="6248400"/>
          <p14:tracePt t="14235" x="1619250" y="6254750"/>
          <p14:tracePt t="14249" x="1625600" y="6254750"/>
          <p14:tracePt t="14265" x="1651000" y="6254750"/>
          <p14:tracePt t="14282" x="1663700" y="6254750"/>
          <p14:tracePt t="14298" x="1701800" y="6254750"/>
          <p14:tracePt t="14315" x="1758950" y="6261100"/>
          <p14:tracePt t="14333" x="1809750" y="6261100"/>
          <p14:tracePt t="14348" x="1828800" y="6261100"/>
          <p14:tracePt t="14365" x="1879600" y="6261100"/>
          <p14:tracePt t="14382" x="1911350" y="6261100"/>
          <p14:tracePt t="14398" x="1930400" y="6261100"/>
          <p14:tracePt t="14416" x="1943100" y="6261100"/>
          <p14:tracePt t="14432" x="1987550" y="6254750"/>
          <p14:tracePt t="14449" x="2000250" y="6248400"/>
          <p14:tracePt t="14465" x="2025650" y="6242050"/>
          <p14:tracePt t="14481" x="2038350" y="6235700"/>
          <p14:tracePt t="14498" x="2076450" y="6229350"/>
          <p14:tracePt t="14515" x="2108200" y="6223000"/>
          <p14:tracePt t="14531" x="2127250" y="6223000"/>
          <p14:tracePt t="14548" x="2159000" y="6223000"/>
          <p14:tracePt t="14565" x="2190750" y="6216650"/>
          <p14:tracePt t="14581" x="2197100" y="6216650"/>
          <p14:tracePt t="14598" x="2216150" y="6216650"/>
          <p14:tracePt t="14614" x="2222500" y="6216650"/>
          <p14:tracePt t="14648" x="2228850" y="6216650"/>
          <p14:tracePt t="14914" x="2235200" y="6216650"/>
          <p14:tracePt t="14921" x="2241550" y="6216650"/>
          <p14:tracePt t="14942" x="2247900" y="6216650"/>
          <p14:tracePt t="14956" x="2254250" y="6216650"/>
          <p14:tracePt t="14966" x="2260600" y="6216650"/>
          <p14:tracePt t="14984" x="2266950" y="6216650"/>
          <p14:tracePt t="15005" x="2273300" y="6216650"/>
          <p14:tracePt t="15015" x="2279650" y="6216650"/>
          <p14:tracePt t="15030" x="2292350" y="6216650"/>
          <p14:tracePt t="15046" x="2305050" y="6216650"/>
          <p14:tracePt t="15063" x="2349500" y="6210300"/>
          <p14:tracePt t="15079" x="2368550" y="6210300"/>
          <p14:tracePt t="15096" x="2413000" y="6203950"/>
          <p14:tracePt t="15112" x="2432050" y="6203950"/>
          <p14:tracePt t="15129" x="2470150" y="6203950"/>
          <p14:tracePt t="15146" x="2508250" y="6203950"/>
          <p14:tracePt t="15162" x="2520950" y="6203950"/>
          <p14:tracePt t="15179" x="2540000" y="6203950"/>
          <p14:tracePt t="15196" x="2559050" y="6210300"/>
          <p14:tracePt t="15229" x="2571750" y="6210300"/>
          <p14:tracePt t="15265" x="2578100" y="6210300"/>
          <p14:tracePt t="15496" x="2571750" y="6210300"/>
          <p14:tracePt t="15503" x="2559050" y="6210300"/>
          <p14:tracePt t="15517" x="2540000" y="6210300"/>
          <p14:tracePt t="15527" x="2514600" y="6203950"/>
          <p14:tracePt t="15544" x="2495550" y="6203950"/>
          <p14:tracePt t="15561" x="2432050" y="6197600"/>
          <p14:tracePt t="15577" x="2374900" y="6197600"/>
          <p14:tracePt t="15594" x="2305050" y="6197600"/>
          <p14:tracePt t="15611" x="2279650" y="6197600"/>
          <p14:tracePt t="15627" x="2222500" y="6197600"/>
          <p14:tracePt t="15644" x="2171700" y="6203950"/>
          <p14:tracePt t="15661" x="2133600" y="6203950"/>
          <p14:tracePt t="15677" x="2114550" y="6216650"/>
          <p14:tracePt t="15693" x="2032000" y="6229350"/>
          <p14:tracePt t="15710" x="2012950" y="6229350"/>
          <p14:tracePt t="15728" x="1981200" y="6235700"/>
          <p14:tracePt t="15743" x="1955800" y="6242050"/>
          <p14:tracePt t="15760" x="1930400" y="6248400"/>
          <p14:tracePt t="15777" x="1905000" y="6254750"/>
          <p14:tracePt t="15810" x="1885950" y="6261100"/>
          <p14:tracePt t="15827" x="1873250" y="6261100"/>
          <p14:tracePt t="15843" x="1860550" y="6267450"/>
          <p14:tracePt t="15860" x="1854200" y="6267450"/>
          <p14:tracePt t="15876" x="1841500" y="6273800"/>
          <p14:tracePt t="15966" x="1835150" y="6273800"/>
          <p14:tracePt t="16015" x="1835150" y="6280150"/>
          <p14:tracePt t="16057" x="1828800" y="6280150"/>
          <p14:tracePt t="16092" x="1822450" y="6280150"/>
          <p14:tracePt t="16155" x="1816100" y="6286500"/>
          <p14:tracePt t="16267" x="1809750" y="628650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17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from scope import *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from </a:t>
            </a:r>
            <a:r>
              <a:rPr lang="en-US" altLang="zh-TW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import system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0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589655"/>
            <a:ext cx="762000" cy="10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7000"/>
              </a:lnSpc>
            </a:pP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5556701" y="5984403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charset="0"/>
              </a:rPr>
              <a:t>Q: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407576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02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from </a:t>
            </a:r>
            <a:r>
              <a:rPr lang="en-US" altLang="zh-TW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import system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3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 File "&lt;</a:t>
            </a: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stdin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&gt;", line 1, in &lt;module&gt;</a:t>
            </a: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638800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charset="0"/>
              </a:rPr>
              <a:t>Q: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27015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">
        <p:cut/>
      </p:transition>
    </mc:Choice>
    <mc:Fallback xmlns="">
      <p:transition spd="slow" advClick="0" advTm="300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987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x = system("cat scope.py")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3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 File "&lt;</a:t>
            </a: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stdin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>
              <a:lnSpc>
                <a:spcPct val="83000"/>
              </a:lnSpc>
            </a:pPr>
            <a:r>
              <a:rPr lang="en-US" altLang="zh-TW" spc="-20" dirty="0" err="1">
                <a:solidFill>
                  <a:srgbClr val="FF9797"/>
                </a:solidFill>
                <a:cs typeface="Arial" panose="020B0604020202020204" pitchFamily="34" charset="0"/>
              </a:rPr>
              <a:t>TypeError</a:t>
            </a:r>
            <a:r>
              <a:rPr lang="en-US" altLang="zh-TW" spc="-20" dirty="0">
                <a:solidFill>
                  <a:srgbClr val="FF9797"/>
                </a:solidFill>
                <a:cs typeface="Arial" panose="020B0604020202020204" pitchFamily="34" charset="0"/>
              </a:rPr>
              <a:t>:</a:t>
            </a:r>
            <a:r>
              <a:rPr lang="en-US" altLang="zh-TW" spc="-2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cs typeface="Arial" panose="020B0604020202020204" pitchFamily="34" charset="0"/>
              </a:rPr>
              <a:t>prt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() missing 1 required positional argument: </a:t>
            </a:r>
            <a:r>
              <a:rPr lang="en-US" altLang="zh-TW" spc="-30" dirty="0">
                <a:solidFill>
                  <a:srgbClr val="FF0000"/>
                </a:solidFill>
                <a:cs typeface="Arial" panose="020B0604020202020204" pitchFamily="34" charset="0"/>
              </a:rPr>
              <a:t>'se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lf'</a:t>
            </a: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334000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charset="0"/>
              </a:rPr>
              <a:t>Q: Can we do this?</a:t>
            </a:r>
          </a:p>
        </p:txBody>
      </p:sp>
    </p:spTree>
    <p:extLst>
      <p:ext uri="{BB962C8B-B14F-4D97-AF65-F5344CB8AC3E}">
        <p14:creationId xmlns:p14="http://schemas.microsoft.com/office/powerpoint/2010/main" val="160739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">
        <p:cut/>
      </p:transition>
    </mc:Choice>
    <mc:Fallback xmlns="">
      <p:transition advClick="0" advTm="300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972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3000"/>
              </a:lnSpc>
            </a:pP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Traceback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(most recent call last):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  File "&lt;</a:t>
            </a:r>
            <a:r>
              <a:rPr lang="en-US" altLang="zh-TW" dirty="0" err="1">
                <a:solidFill>
                  <a:srgbClr val="FF9797"/>
                </a:solidFill>
                <a:cs typeface="Arial" panose="020B0604020202020204" pitchFamily="34" charset="0"/>
              </a:rPr>
              <a:t>stdin</a:t>
            </a:r>
            <a:r>
              <a:rPr lang="en-US" altLang="zh-TW" dirty="0">
                <a:solidFill>
                  <a:srgbClr val="FF9797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>
              <a:lnSpc>
                <a:spcPct val="83000"/>
              </a:lnSpc>
            </a:pPr>
            <a:r>
              <a:rPr lang="en-US" altLang="zh-TW" spc="-20" dirty="0" err="1">
                <a:solidFill>
                  <a:srgbClr val="FF9797"/>
                </a:solidFill>
                <a:cs typeface="Arial" panose="020B0604020202020204" pitchFamily="34" charset="0"/>
              </a:rPr>
              <a:t>TypeError</a:t>
            </a:r>
            <a:r>
              <a:rPr lang="en-US" altLang="zh-TW" spc="-20" dirty="0">
                <a:solidFill>
                  <a:srgbClr val="FF9797"/>
                </a:solidFill>
                <a:cs typeface="Arial" panose="020B0604020202020204" pitchFamily="34" charset="0"/>
              </a:rPr>
              <a:t>:</a:t>
            </a:r>
            <a:r>
              <a:rPr lang="en-US" altLang="zh-TW" spc="-2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cs typeface="Arial" panose="020B0604020202020204" pitchFamily="34" charset="0"/>
              </a:rPr>
              <a:t>prt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() missing 1 required positional argument: </a:t>
            </a:r>
            <a:r>
              <a:rPr lang="en-US" altLang="zh-TW" spc="-30" dirty="0">
                <a:solidFill>
                  <a:srgbClr val="FF0000"/>
                </a:solidFill>
                <a:cs typeface="Arial" panose="020B0604020202020204" pitchFamily="34" charset="0"/>
              </a:rPr>
              <a:t>'se</a:t>
            </a:r>
            <a:r>
              <a:rPr lang="en-US" altLang="zh-TW" dirty="0">
                <a:solidFill>
                  <a:srgbClr val="FF0000"/>
                </a:solidFill>
                <a:cs typeface="Arial" panose="020B0604020202020204" pitchFamily="34" charset="0"/>
              </a:rPr>
              <a:t>lf'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029200"/>
            <a:ext cx="3440799" cy="592393"/>
          </a:xfrm>
          <a:prstGeom prst="wedgeRoundRectCallout">
            <a:avLst>
              <a:gd name="adj1" fmla="val -124645"/>
              <a:gd name="adj2" fmla="val 2348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charset="0"/>
              </a:rPr>
              <a:t>Q: Can we do this?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495801" y="5656007"/>
            <a:ext cx="4501700" cy="592393"/>
          </a:xfrm>
          <a:prstGeom prst="wedgeRoundRectCallout">
            <a:avLst>
              <a:gd name="adj1" fmla="val -86712"/>
              <a:gd name="adj2" fmla="val -80657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charset="0"/>
              </a:rPr>
              <a:t>A: No, we need an object.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791200" y="3886200"/>
            <a:ext cx="3200400" cy="914400"/>
          </a:xfrm>
          <a:prstGeom prst="wedgeRoundRectCallout">
            <a:avLst>
              <a:gd name="adj1" fmla="val -68156"/>
              <a:gd name="adj2" fmla="val 52320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B</a:t>
            </a: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ut</a:t>
            </a:r>
            <a:r>
              <a:rPr lang="en-US" sz="280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this</a:t>
            </a:r>
            <a:r>
              <a:rPr lang="en-US" sz="280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on</a:t>
            </a: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e</a:t>
            </a:r>
            <a:r>
              <a:rPr lang="en-US" sz="280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di</a:t>
            </a: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d</a:t>
            </a:r>
            <a:r>
              <a:rPr lang="en-US" sz="3200" spc="-500" dirty="0">
                <a:solidFill>
                  <a:srgbClr val="7030A0"/>
                </a:solidFill>
                <a:latin typeface="Times New Roman" charset="0"/>
              </a:rPr>
              <a:t>n</a:t>
            </a:r>
            <a:r>
              <a:rPr lang="en-US" sz="3200" spc="-200" dirty="0">
                <a:solidFill>
                  <a:srgbClr val="7030A0"/>
                </a:solidFill>
                <a:latin typeface="Times New Roman" charset="0"/>
              </a:rPr>
              <a:t>’</a:t>
            </a: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t</a:t>
            </a:r>
            <a:br>
              <a:rPr lang="en-US" sz="3200" dirty="0">
                <a:solidFill>
                  <a:srgbClr val="7030A0"/>
                </a:solidFill>
                <a:latin typeface="Times New Roman" charset="0"/>
              </a:rPr>
            </a:b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 need an object.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76200" y="3733800"/>
            <a:ext cx="3352800" cy="914400"/>
          </a:xfrm>
          <a:prstGeom prst="wedgeRoundRectCallout">
            <a:avLst>
              <a:gd name="adj1" fmla="val 64693"/>
              <a:gd name="adj2" fmla="val 63256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B</a:t>
            </a: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ecause the object was given already.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6200" y="2743200"/>
            <a:ext cx="3352800" cy="914400"/>
          </a:xfrm>
          <a:prstGeom prst="wedgeRoundRectCallout">
            <a:avLst>
              <a:gd name="adj1" fmla="val 57135"/>
              <a:gd name="adj2" fmla="val -247587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spc="-200" dirty="0">
                <a:solidFill>
                  <a:srgbClr val="7030A0"/>
                </a:solidFill>
                <a:latin typeface="Times New Roman" charset="0"/>
              </a:rPr>
              <a:t>S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o</a:t>
            </a:r>
            <a:r>
              <a:rPr lang="en-US" sz="2400" spc="-1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t</a:t>
            </a:r>
            <a:r>
              <a:rPr lang="en-US" sz="3200" spc="-60" dirty="0">
                <a:solidFill>
                  <a:srgbClr val="7030A0"/>
                </a:solidFill>
                <a:latin typeface="Times New Roman" charset="0"/>
              </a:rPr>
              <a:t>h</a:t>
            </a:r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a</a:t>
            </a:r>
            <a:r>
              <a:rPr lang="en-US" sz="3200" spc="-200" dirty="0">
                <a:solidFill>
                  <a:srgbClr val="7030A0"/>
                </a:solidFill>
                <a:latin typeface="Times New Roman" charset="0"/>
              </a:rPr>
              <a:t>t’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s t</a:t>
            </a:r>
            <a:r>
              <a:rPr lang="en-US" sz="3200" spc="-160" dirty="0">
                <a:solidFill>
                  <a:srgbClr val="7030A0"/>
                </a:solidFill>
                <a:latin typeface="Times New Roman" charset="0"/>
              </a:rPr>
              <a:t>h</a:t>
            </a:r>
            <a:r>
              <a:rPr lang="en-US" sz="3200" spc="-60" dirty="0">
                <a:solidFill>
                  <a:srgbClr val="7030A0"/>
                </a:solidFill>
                <a:latin typeface="Times New Roman" charset="0"/>
              </a:rPr>
              <a:t>e </a:t>
            </a:r>
            <a:r>
              <a:rPr lang="en-US" sz="3200" spc="-160" dirty="0">
                <a:solidFill>
                  <a:srgbClr val="7030A0"/>
                </a:solidFill>
                <a:latin typeface="Times New Roman" charset="0"/>
              </a:rPr>
              <a:t>lo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g</a:t>
            </a:r>
            <a:r>
              <a:rPr lang="en-US" sz="3200" spc="-60" dirty="0">
                <a:solidFill>
                  <a:srgbClr val="7030A0"/>
                </a:solidFill>
                <a:latin typeface="Times New Roman" charset="0"/>
              </a:rPr>
              <a:t>i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c</a:t>
            </a:r>
            <a:r>
              <a:rPr lang="en-US" spc="-1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300" dirty="0">
                <a:solidFill>
                  <a:srgbClr val="7030A0"/>
                </a:solidFill>
                <a:latin typeface="Times New Roman" charset="0"/>
              </a:rPr>
              <a:t>o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f</a:t>
            </a:r>
            <a:br>
              <a:rPr lang="en-US" sz="3200" spc="-10" dirty="0">
                <a:solidFill>
                  <a:srgbClr val="7030A0"/>
                </a:solidFill>
                <a:latin typeface="Times New Roman" charset="0"/>
              </a:rPr>
            </a:br>
            <a:r>
              <a:rPr lang="en-US" sz="3200" spc="-80" dirty="0">
                <a:solidFill>
                  <a:srgbClr val="7030A0"/>
                </a:solidFill>
                <a:latin typeface="Times New Roman" charset="0"/>
              </a:rPr>
              <a:t>w</a:t>
            </a:r>
            <a:r>
              <a:rPr lang="en-US" sz="3200" spc="-210" dirty="0">
                <a:solidFill>
                  <a:srgbClr val="7030A0"/>
                </a:solidFill>
                <a:latin typeface="Times New Roman" charset="0"/>
              </a:rPr>
              <a:t>h</a:t>
            </a:r>
            <a:r>
              <a:rPr lang="en-US" sz="3200" spc="-170" dirty="0">
                <a:solidFill>
                  <a:srgbClr val="7030A0"/>
                </a:solidFill>
                <a:latin typeface="Times New Roman" charset="0"/>
              </a:rPr>
              <a:t>y we</a:t>
            </a:r>
            <a:r>
              <a:rPr lang="en-US" sz="2800" spc="-17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80" dirty="0">
                <a:solidFill>
                  <a:srgbClr val="7030A0"/>
                </a:solidFill>
                <a:latin typeface="Times New Roman" charset="0"/>
              </a:rPr>
              <a:t>call</a:t>
            </a:r>
            <a:r>
              <a:rPr lang="en-US" sz="2800" spc="-8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it</a:t>
            </a:r>
            <a:r>
              <a:rPr lang="en-US" sz="2800" spc="-7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200" dirty="0">
                <a:solidFill>
                  <a:srgbClr val="7030A0"/>
                </a:solidFill>
                <a:latin typeface="Times New Roman" charset="0"/>
              </a:rPr>
              <a:t>‘</a:t>
            </a:r>
            <a:r>
              <a:rPr lang="en-US" sz="3200" spc="-300" dirty="0">
                <a:solidFill>
                  <a:srgbClr val="7030A0"/>
                </a:solidFill>
                <a:latin typeface="Times New Roman" charset="0"/>
              </a:rPr>
              <a:t>‘</a:t>
            </a:r>
            <a:r>
              <a:rPr lang="en-US" sz="3200" spc="-70" dirty="0">
                <a:solidFill>
                  <a:srgbClr val="7030A0"/>
                </a:solidFill>
                <a:latin typeface="Times New Roman" charset="0"/>
              </a:rPr>
              <a:t>s</a:t>
            </a:r>
            <a:r>
              <a:rPr lang="en-US" sz="3200" spc="-140" dirty="0">
                <a:solidFill>
                  <a:srgbClr val="7030A0"/>
                </a:solidFill>
                <a:latin typeface="Times New Roman" charset="0"/>
              </a:rPr>
              <a:t>e</a:t>
            </a:r>
            <a:r>
              <a:rPr lang="en-US" sz="3200" spc="-70" dirty="0">
                <a:solidFill>
                  <a:srgbClr val="7030A0"/>
                </a:solidFill>
                <a:latin typeface="Times New Roman" charset="0"/>
              </a:rPr>
              <a:t>l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f</a:t>
            </a:r>
            <a:r>
              <a:rPr lang="en-US" sz="3200" spc="-300" dirty="0">
                <a:solidFill>
                  <a:srgbClr val="7030A0"/>
                </a:solidFill>
                <a:latin typeface="Times New Roman" charset="0"/>
              </a:rPr>
              <a:t>’</a:t>
            </a:r>
            <a:r>
              <a:rPr lang="en-US" sz="3200" spc="-500" dirty="0">
                <a:solidFill>
                  <a:srgbClr val="7030A0"/>
                </a:solidFill>
                <a:latin typeface="Times New Roman" charset="0"/>
              </a:rPr>
              <a:t>’</a:t>
            </a:r>
            <a:r>
              <a:rPr lang="en-US" sz="3200" spc="-10" dirty="0">
                <a:solidFill>
                  <a:srgbClr val="7030A0"/>
                </a:solidFill>
                <a:latin typeface="Times New Roman" charset="0"/>
              </a:rPr>
              <a:t>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14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54"/>
    </mc:Choice>
    <mc:Fallback xmlns="">
      <p:transition spd="slow" advTm="66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  <p:extLst>
    <p:ext uri="{3A86A75C-4F4B-4683-9AE1-C65F6400EC91}">
      <p14:laserTraceLst xmlns:p14="http://schemas.microsoft.com/office/powerpoint/2010/main">
        <p14:tracePtLst>
          <p14:tracePt t="1048" x="4203700" y="5721350"/>
          <p14:tracePt t="1054" x="4191000" y="5721350"/>
          <p14:tracePt t="1061" x="4178300" y="5721350"/>
          <p14:tracePt t="1076" x="4146550" y="5727700"/>
          <p14:tracePt t="1091" x="4108450" y="5734050"/>
          <p14:tracePt t="1108" x="4083050" y="5740400"/>
          <p14:tracePt t="1125" x="4038600" y="5740400"/>
          <p14:tracePt t="1142" x="4013200" y="5740400"/>
          <p14:tracePt t="1158" x="3981450" y="5740400"/>
          <p14:tracePt t="1174" x="3943350" y="5746750"/>
          <p14:tracePt t="1191" x="3911600" y="5746750"/>
          <p14:tracePt t="1208" x="3892550" y="5746750"/>
          <p14:tracePt t="1224" x="3854450" y="5740400"/>
          <p14:tracePt t="1241" x="3835400" y="5740400"/>
          <p14:tracePt t="1258" x="3816350" y="5734050"/>
          <p14:tracePt t="1274" x="3810000" y="5734050"/>
          <p14:tracePt t="1291" x="3797300" y="5727700"/>
          <p14:tracePt t="1308" x="3778250" y="5727700"/>
          <p14:tracePt t="1324" x="3771900" y="5727700"/>
          <p14:tracePt t="1341" x="3746500" y="5727700"/>
          <p14:tracePt t="1357" x="3714750" y="5727700"/>
          <p14:tracePt t="1374" x="3695700" y="5734050"/>
          <p14:tracePt t="1391" x="3651250" y="5734050"/>
          <p14:tracePt t="1407" x="3613150" y="5734050"/>
          <p14:tracePt t="1424" x="3594100" y="5734050"/>
          <p14:tracePt t="1441" x="3549650" y="5734050"/>
          <p14:tracePt t="1457" x="3517900" y="5734050"/>
          <p14:tracePt t="1474" x="3498850" y="5740400"/>
          <p14:tracePt t="1490" x="3467100" y="5740400"/>
          <p14:tracePt t="1507" x="3429000" y="5740400"/>
          <p14:tracePt t="1524" x="3409950" y="5740400"/>
          <p14:tracePt t="1540" x="3397250" y="5740400"/>
          <p14:tracePt t="1556" x="3371850" y="5740400"/>
          <p14:tracePt t="1574" x="3321050" y="5740400"/>
          <p14:tracePt t="1590" x="3302000" y="5740400"/>
          <p14:tracePt t="1606" x="3270250" y="5753100"/>
          <p14:tracePt t="1623" x="3232150" y="5759450"/>
          <p14:tracePt t="1640" x="3187700" y="5772150"/>
          <p14:tracePt t="1657" x="3181350" y="5772150"/>
          <p14:tracePt t="1673" x="3168650" y="5784850"/>
          <p14:tracePt t="1689" x="3155950" y="5791200"/>
          <p14:tracePt t="1722" x="3155950" y="5810250"/>
          <p14:tracePt t="1739" x="3149600" y="5816600"/>
          <p14:tracePt t="1757" x="3155950" y="5829300"/>
          <p14:tracePt t="1773" x="3162300" y="5829300"/>
          <p14:tracePt t="1790" x="3194050" y="5854700"/>
          <p14:tracePt t="1806" x="3276600" y="5873750"/>
          <p14:tracePt t="1823" x="3346450" y="5905500"/>
          <p14:tracePt t="1839" x="3448050" y="5924550"/>
          <p14:tracePt t="1856" x="3797300" y="6019800"/>
          <p14:tracePt t="1872" x="3943350" y="6045200"/>
          <p14:tracePt t="1891" x="4222750" y="6108700"/>
          <p14:tracePt t="1905" x="4337050" y="6140450"/>
          <p14:tracePt t="1922" x="4540250" y="6172200"/>
          <p14:tracePt t="1939" x="4673600" y="6203950"/>
          <p14:tracePt t="1956" x="4718050" y="6203950"/>
          <p14:tracePt t="1959" x="4737100" y="6203950"/>
          <p14:tracePt t="1972" x="4756150" y="6203950"/>
          <p14:tracePt t="1988" x="4768850" y="6203950"/>
          <p14:tracePt t="2150" x="4768850" y="6197600"/>
          <p14:tracePt t="2367" x="4762500" y="6197600"/>
          <p14:tracePt t="2381" x="4743450" y="6191250"/>
          <p14:tracePt t="2390" x="4711700" y="6191250"/>
          <p14:tracePt t="2404" x="4660900" y="6184900"/>
          <p14:tracePt t="2420" x="4521200" y="6165850"/>
          <p14:tracePt t="2438" x="4337050" y="6134100"/>
          <p14:tracePt t="2454" x="4248150" y="6121400"/>
          <p14:tracePt t="2470" x="4146550" y="6115050"/>
          <p14:tracePt t="2474" x="4057650" y="6102350"/>
          <p14:tracePt t="2487" x="3860800" y="6083300"/>
          <p14:tracePt t="2504" x="3759200" y="6070600"/>
          <p14:tracePt t="2520" x="3670300" y="6064250"/>
          <p14:tracePt t="2537" x="3479800" y="6032500"/>
          <p14:tracePt t="2553" x="3321050" y="6000750"/>
          <p14:tracePt t="2570" x="3175000" y="5956300"/>
          <p14:tracePt t="2587" x="3117850" y="5937250"/>
          <p14:tracePt t="2604" x="3016250" y="5880100"/>
          <p14:tracePt t="2620" x="2933700" y="5848350"/>
          <p14:tracePt t="2636" x="2901950" y="5829300"/>
          <p14:tracePt t="2653" x="2838450" y="5791200"/>
          <p14:tracePt t="2670" x="2787650" y="5759450"/>
          <p14:tracePt t="2686" x="2762250" y="5746750"/>
          <p14:tracePt t="2703" x="2724150" y="5727700"/>
          <p14:tracePt t="2719" x="2667000" y="5695950"/>
          <p14:tracePt t="2736" x="2647950" y="5683250"/>
          <p14:tracePt t="2753" x="2603500" y="5651500"/>
          <p14:tracePt t="2769" x="2552700" y="5632450"/>
          <p14:tracePt t="2786" x="2533650" y="5626100"/>
          <p14:tracePt t="2804" x="2482850" y="5600700"/>
          <p14:tracePt t="2819" x="2451100" y="5588000"/>
          <p14:tracePt t="2837" x="2406650" y="5575300"/>
          <p14:tracePt t="2852" x="2349500" y="5549900"/>
          <p14:tracePt t="2869" x="2330450" y="5543550"/>
          <p14:tracePt t="2885" x="2286000" y="5518150"/>
          <p14:tracePt t="2902" x="2254250" y="5505450"/>
          <p14:tracePt t="2919" x="2228850" y="5499100"/>
          <p14:tracePt t="2936" x="2190750" y="5480050"/>
          <p14:tracePt t="2952" x="2178050" y="5473700"/>
          <p14:tracePt t="2969" x="2171700" y="5473700"/>
          <p14:tracePt t="2972" x="2165350" y="5467350"/>
          <p14:tracePt t="2993" x="2159000" y="5461000"/>
          <p14:tracePt t="3001" x="2152650" y="5461000"/>
          <p14:tracePt t="3027" x="2146300" y="5461000"/>
          <p14:tracePt t="3070" x="2146300" y="5454650"/>
          <p14:tracePt t="3133" x="2139950" y="5448300"/>
          <p14:tracePt t="3210" x="2139950" y="5441950"/>
          <p14:tracePt t="3238" x="2146300" y="5441950"/>
          <p14:tracePt t="3258" x="2152650" y="5441950"/>
          <p14:tracePt t="3294" x="2159000" y="5441950"/>
          <p14:tracePt t="3322" x="2159000" y="5435600"/>
          <p14:tracePt t="3343" x="2165350" y="5435600"/>
          <p14:tracePt t="3364" x="2171700" y="5429250"/>
          <p14:tracePt t="3371" x="2178050" y="5429250"/>
          <p14:tracePt t="3387" x="2184400" y="5422900"/>
          <p14:tracePt t="3401" x="2197100" y="5422900"/>
          <p14:tracePt t="3417" x="2203450" y="5422900"/>
          <p14:tracePt t="3434" x="2228850" y="5410200"/>
          <p14:tracePt t="3450" x="2235200" y="5403850"/>
          <p14:tracePt t="3467" x="2260600" y="5391150"/>
          <p14:tracePt t="3470" x="2273300" y="5391150"/>
          <p14:tracePt t="3486" x="2286000" y="5384800"/>
          <p14:tracePt t="3500" x="2292350" y="5378450"/>
          <p14:tracePt t="3517" x="2298700" y="5378450"/>
          <p14:tracePt t="3536" x="2305050" y="5378450"/>
          <p14:tracePt t="3610" x="2311400" y="5378450"/>
          <p14:tracePt t="3632" x="2317750" y="5384800"/>
          <p14:tracePt t="3645" x="2317750" y="5391150"/>
          <p14:tracePt t="3653" x="2324100" y="5397500"/>
          <p14:tracePt t="3669" x="2330450" y="5403850"/>
          <p14:tracePt t="3683" x="2368550" y="5461000"/>
          <p14:tracePt t="3699" x="2393950" y="5492750"/>
          <p14:tracePt t="3716" x="2501900" y="5632450"/>
          <p14:tracePt t="3733" x="2565400" y="5727700"/>
          <p14:tracePt t="3749" x="2736850" y="5905500"/>
          <p14:tracePt t="3766" x="2927350" y="6089650"/>
          <p14:tracePt t="3782" x="3022600" y="6172200"/>
          <p14:tracePt t="3800" x="3213100" y="6324600"/>
          <p14:tracePt t="3815" x="3390900" y="6438900"/>
          <p14:tracePt t="3832" x="3479800" y="6477000"/>
          <p14:tracePt t="3849" x="3663950" y="6546850"/>
          <p14:tracePt t="3865" x="3848100" y="6591300"/>
          <p14:tracePt t="3882" x="3937000" y="6610350"/>
          <p14:tracePt t="3898" x="4108450" y="6629400"/>
          <p14:tracePt t="3915" x="4260850" y="6629400"/>
          <p14:tracePt t="3932" x="4337050" y="6629400"/>
          <p14:tracePt t="3948" x="4495800" y="6616700"/>
          <p14:tracePt t="3965" x="4622800" y="6591300"/>
          <p14:tracePt t="3982" x="4730750" y="6572250"/>
          <p14:tracePt t="3998" x="4762500" y="6565900"/>
          <p14:tracePt t="4016" x="4787900" y="6553200"/>
          <p14:tracePt t="4032" x="4838700" y="6540500"/>
          <p14:tracePt t="4048" x="4851400" y="6540500"/>
          <p14:tracePt t="4065" x="4864100" y="6534150"/>
          <p14:tracePt t="4081" x="4889500" y="6527800"/>
          <p14:tracePt t="4098" x="4921250" y="6521450"/>
          <p14:tracePt t="4115" x="4933950" y="6515100"/>
          <p14:tracePt t="4131" x="4965700" y="6496050"/>
          <p14:tracePt t="4148" x="5010150" y="6464300"/>
          <p14:tracePt t="4165" x="5073650" y="6445250"/>
          <p14:tracePt t="4181" x="5105400" y="6426200"/>
          <p14:tracePt t="4198" x="5168900" y="6394450"/>
          <p14:tracePt t="4214" x="5245100" y="6356350"/>
          <p14:tracePt t="4231" x="5276850" y="6330950"/>
          <p14:tracePt t="4247" x="5353050" y="6286500"/>
          <p14:tracePt t="4264" x="5403850" y="6248400"/>
          <p14:tracePt t="4281" x="5435600" y="6235700"/>
          <p14:tracePt t="4298" x="5454650" y="6223000"/>
          <p14:tracePt t="4314" x="5505450" y="6197600"/>
          <p14:tracePt t="4330" x="5518150" y="6191250"/>
          <p14:tracePt t="4348" x="5543550" y="6184900"/>
          <p14:tracePt t="4364" x="5549900" y="6178550"/>
          <p14:tracePt t="4380" x="5562600" y="6178550"/>
          <p14:tracePt t="4397" x="5581650" y="6165850"/>
          <p14:tracePt t="4414" x="5588000" y="6159500"/>
          <p14:tracePt t="4430" x="5600700" y="6153150"/>
          <p14:tracePt t="4446" x="5613400" y="6140450"/>
          <p14:tracePt t="4480" x="5626100" y="6140450"/>
          <p14:tracePt t="4537" x="5632450" y="6134100"/>
          <p14:tracePt t="4934" x="5683250" y="6134100"/>
          <p14:tracePt t="4948" x="5772150" y="6134100"/>
          <p14:tracePt t="4955" x="5861050" y="6134100"/>
          <p14:tracePt t="4970" x="5975350" y="6134100"/>
          <p14:tracePt t="4978" x="6076950" y="6134100"/>
          <p14:tracePt t="4995" x="6165850" y="6134100"/>
          <p14:tracePt t="5012" x="6318250" y="6134100"/>
          <p14:tracePt t="5028" x="6457950" y="6127750"/>
          <p14:tracePt t="5045" x="6527800" y="6121400"/>
          <p14:tracePt t="5062" x="6642100" y="6121400"/>
          <p14:tracePt t="5078" x="6737350" y="6089650"/>
          <p14:tracePt t="5094" x="6775450" y="6089650"/>
          <p14:tracePt t="5111" x="6858000" y="6064250"/>
          <p14:tracePt t="5128" x="6889750" y="6051550"/>
          <p14:tracePt t="5146" x="6991350" y="6026150"/>
          <p14:tracePt t="5161" x="7029450" y="6019800"/>
          <p14:tracePt t="5178" x="7086600" y="6019800"/>
          <p14:tracePt t="5194" x="7162800" y="6013450"/>
          <p14:tracePt t="5211" x="7232650" y="6013450"/>
          <p14:tracePt t="5227" x="7251700" y="6013450"/>
          <p14:tracePt t="5244" x="7308850" y="6013450"/>
          <p14:tracePt t="5261" x="7366000" y="6013450"/>
          <p14:tracePt t="5279" x="7410450" y="6013450"/>
          <p14:tracePt t="5294" x="7429500" y="6019800"/>
          <p14:tracePt t="5310" x="7461250" y="6026150"/>
          <p14:tracePt t="5328" x="7512050" y="6038850"/>
          <p14:tracePt t="5344" x="7531100" y="6038850"/>
          <p14:tracePt t="5360" x="7581900" y="6051550"/>
          <p14:tracePt t="5377" x="7626350" y="6051550"/>
          <p14:tracePt t="5394" x="7645400" y="6051550"/>
          <p14:tracePt t="5411" x="7664450" y="6051550"/>
          <p14:tracePt t="5427" x="7708900" y="6051550"/>
          <p14:tracePt t="5443" x="7721600" y="6051550"/>
          <p14:tracePt t="5461" x="7727950" y="6051550"/>
          <p14:tracePt t="5476" x="7740650" y="6051550"/>
          <p14:tracePt t="5493" x="7747000" y="6051550"/>
          <p14:tracePt t="5513" x="7753350" y="6051550"/>
          <p14:tracePt t="5559" x="7753350" y="6057900"/>
          <p14:tracePt t="5565" x="7753350" y="6064250"/>
          <p14:tracePt t="5588" x="7753350" y="6070600"/>
          <p14:tracePt t="6444" x="7683500" y="6064250"/>
          <p14:tracePt t="6450" x="7556500" y="6032500"/>
          <p14:tracePt t="6465" x="7391400" y="5994400"/>
          <p14:tracePt t="6473" x="7213600" y="5956300"/>
          <p14:tracePt t="6490" x="6985000" y="5911850"/>
          <p14:tracePt t="6507" x="6515100" y="5842000"/>
          <p14:tracePt t="6523" x="5994400" y="5765800"/>
          <p14:tracePt t="6539" x="5721350" y="5721350"/>
          <p14:tracePt t="6557" x="5194300" y="5708650"/>
          <p14:tracePt t="6573" x="4762500" y="5664200"/>
          <p14:tracePt t="6589" x="4527550" y="5664200"/>
          <p14:tracePt t="6606" x="4121150" y="5626100"/>
          <p14:tracePt t="6623" x="3867150" y="5632450"/>
          <p14:tracePt t="6639" x="3765550" y="5638800"/>
          <p14:tracePt t="6656" x="3587750" y="5638800"/>
          <p14:tracePt t="6672" x="3505200" y="5651500"/>
          <p14:tracePt t="6690" x="3403600" y="5657850"/>
          <p14:tracePt t="6705" x="3384550" y="5657850"/>
          <p14:tracePt t="6722" x="3365500" y="5657850"/>
          <p14:tracePt t="6739" x="3346450" y="5657850"/>
          <p14:tracePt t="6755" x="3308350" y="5664200"/>
          <p14:tracePt t="6772" x="3289300" y="5664200"/>
          <p14:tracePt t="6789" x="3238500" y="5664200"/>
          <p14:tracePt t="6805" x="3162300" y="5664200"/>
          <p14:tracePt t="6822" x="3124200" y="5670550"/>
          <p14:tracePt t="6838" x="3028950" y="5683250"/>
          <p14:tracePt t="6855" x="2946400" y="5689600"/>
          <p14:tracePt t="6872" x="2889250" y="5695950"/>
          <p14:tracePt t="6888" x="2863850" y="5695950"/>
          <p14:tracePt t="6905" x="2813050" y="5695950"/>
          <p14:tracePt t="6922" x="2787650" y="5689600"/>
          <p14:tracePt t="6938" x="2781300" y="5689600"/>
          <p14:tracePt t="6955" x="2774950" y="5683250"/>
          <p14:tracePt t="6971" x="2762250" y="5676900"/>
          <p14:tracePt t="7005" x="2762250" y="5670550"/>
          <p14:tracePt t="7133" x="2762250" y="5664200"/>
          <p14:tracePt t="7174" x="2762250" y="5657850"/>
          <p14:tracePt t="7196" x="2762250" y="5651500"/>
          <p14:tracePt t="7202" x="2762250" y="5645150"/>
          <p14:tracePt t="7217" x="2762250" y="5638800"/>
          <p14:tracePt t="7245" x="2762250" y="5632450"/>
          <p14:tracePt t="7251" x="2768600" y="5632450"/>
          <p14:tracePt t="7294" x="2768600" y="5626100"/>
          <p14:tracePt t="7315" x="2774950" y="5619750"/>
          <p14:tracePt t="7357" x="2774950" y="5613400"/>
          <p14:tracePt t="7392" x="2774950" y="5607050"/>
          <p14:tracePt t="7413" x="2781300" y="5600700"/>
          <p14:tracePt t="7455" x="2787650" y="5594350"/>
          <p14:tracePt t="7484" x="2787650" y="5588000"/>
          <p14:tracePt t="7518" x="2787650" y="5581650"/>
          <p14:tracePt t="7554" x="2794000" y="5575300"/>
          <p14:tracePt t="8010" x="2800350" y="5556250"/>
          <p14:tracePt t="8018" x="2813050" y="5518150"/>
          <p14:tracePt t="8024" x="2819400" y="5473700"/>
          <p14:tracePt t="8038" x="2838450" y="5397500"/>
          <p14:tracePt t="8051" x="2870200" y="5295900"/>
          <p14:tracePt t="8068" x="2927350" y="5048250"/>
          <p14:tracePt t="8084" x="2965450" y="4864100"/>
          <p14:tracePt t="8101" x="3048000" y="4413250"/>
          <p14:tracePt t="8117" x="3168650" y="3854450"/>
          <p14:tracePt t="8134" x="3219450" y="3581400"/>
          <p14:tracePt t="8151" x="3340100" y="2997200"/>
          <p14:tracePt t="8168" x="3416300" y="2501900"/>
          <p14:tracePt t="8184" x="3454400" y="2298700"/>
          <p14:tracePt t="8201" x="3486150" y="2082800"/>
          <p14:tracePt t="8217" x="3505200" y="2012950"/>
          <p14:tracePt t="8234" x="3505200" y="1955800"/>
          <p14:tracePt t="8298" x="3505200" y="1962150"/>
          <p14:tracePt t="8305" x="3505200" y="1968500"/>
          <p14:tracePt t="8326" x="3505200" y="1974850"/>
          <p14:tracePt t="8347" x="3498850" y="1981200"/>
          <p14:tracePt t="8368" x="3492500" y="1987550"/>
          <p14:tracePt t="8397" x="3486150" y="1993900"/>
          <p14:tracePt t="8410" x="3486150" y="2000250"/>
          <p14:tracePt t="8418" x="3486150" y="2006600"/>
          <p14:tracePt t="8433" x="3486150" y="2019300"/>
          <p14:tracePt t="8450" x="3486150" y="2044700"/>
          <p14:tracePt t="8468" x="3492500" y="2057400"/>
          <p14:tracePt t="8483" x="3492500" y="2070100"/>
          <p14:tracePt t="8933" x="3492500" y="2057400"/>
          <p14:tracePt t="8940" x="3492500" y="2019300"/>
          <p14:tracePt t="8948" x="3492500" y="1993900"/>
          <p14:tracePt t="8964" x="3492500" y="1955800"/>
          <p14:tracePt t="8981" x="3486150" y="1924050"/>
          <p14:tracePt t="8998" x="3486150" y="1873250"/>
          <p14:tracePt t="9015" x="3486150" y="1828800"/>
          <p14:tracePt t="9031" x="3486150" y="1784350"/>
          <p14:tracePt t="9047" x="3486150" y="1765300"/>
          <p14:tracePt t="9064" x="3486150" y="1733550"/>
          <p14:tracePt t="9081" x="3486150" y="1708150"/>
          <p14:tracePt t="9097" x="3486150" y="1695450"/>
          <p14:tracePt t="9115" x="3486150" y="1670050"/>
          <p14:tracePt t="9131" x="3486150" y="1651000"/>
          <p14:tracePt t="9164" x="3486150" y="1631950"/>
          <p14:tracePt t="9180" x="3486150" y="1619250"/>
          <p14:tracePt t="9197" x="3486150" y="1606550"/>
          <p14:tracePt t="9215" x="3486150" y="1600200"/>
          <p14:tracePt t="9231" x="3492500" y="1587500"/>
          <p14:tracePt t="9247" x="3498850" y="1581150"/>
          <p14:tracePt t="9264" x="3498850" y="1568450"/>
          <p14:tracePt t="9280" x="3498850" y="1562100"/>
          <p14:tracePt t="9297" x="3505200" y="1555750"/>
          <p14:tracePt t="9314" x="3511550" y="1549400"/>
          <p14:tracePt t="9331" x="3511550" y="1543050"/>
          <p14:tracePt t="9347" x="3517900" y="1536700"/>
          <p14:tracePt t="9389" x="3517900" y="1530350"/>
          <p14:tracePt t="9411" x="3517900" y="1524000"/>
          <p14:tracePt t="9432" x="3524250" y="1524000"/>
          <p14:tracePt t="9439" x="3524250" y="1517650"/>
          <p14:tracePt t="9474" x="3524250" y="1511300"/>
          <p14:tracePt t="9706" x="3524250" y="1504950"/>
          <p14:tracePt t="9755" x="3517900" y="1498600"/>
          <p14:tracePt t="9776" x="3511550" y="1498600"/>
          <p14:tracePt t="9790" x="3505200" y="1498600"/>
          <p14:tracePt t="9812" x="3505200" y="1504950"/>
          <p14:tracePt t="9839" x="3498850" y="1511300"/>
          <p14:tracePt t="9853" x="3498850" y="1517650"/>
          <p14:tracePt t="9859" x="3492500" y="1517650"/>
          <p14:tracePt t="9902" x="3492500" y="1524000"/>
          <p14:tracePt t="9916" x="3492500" y="1530350"/>
          <p14:tracePt t="9930" x="3492500" y="1536700"/>
          <p14:tracePt t="9946" x="3486150" y="1543050"/>
          <p14:tracePt t="9951" x="3486150" y="1549400"/>
          <p14:tracePt t="9965" x="3486150" y="1555750"/>
          <p14:tracePt t="9977" x="3479800" y="1562100"/>
          <p14:tracePt t="9994" x="3473450" y="1606550"/>
          <p14:tracePt t="10011" x="3467100" y="1625600"/>
          <p14:tracePt t="10028" x="3448050" y="1695450"/>
          <p14:tracePt t="10044" x="3422650" y="1790700"/>
          <p14:tracePt t="10060" x="3416300" y="1847850"/>
          <p14:tracePt t="10078" x="3378200" y="1968500"/>
          <p14:tracePt t="10094" x="3352800" y="2063750"/>
          <p14:tracePt t="10111" x="3340100" y="2101850"/>
          <p14:tracePt t="10127" x="3314700" y="2178050"/>
          <p14:tracePt t="10144" x="3302000" y="2228850"/>
          <p14:tracePt t="10160" x="3295650" y="2235200"/>
          <p14:tracePt t="10177" x="3289300" y="2247900"/>
          <p14:tracePt t="10211" x="3282950" y="2247900"/>
          <p14:tracePt t="10227" x="3282950" y="2254250"/>
          <p14:tracePt t="10244" x="3276600" y="2254250"/>
          <p14:tracePt t="10260" x="3257550" y="2254250"/>
          <p14:tracePt t="10276" x="3232150" y="2254250"/>
          <p14:tracePt t="10293" x="3219450" y="2247900"/>
          <p14:tracePt t="10310" x="3187700" y="2241550"/>
          <p14:tracePt t="10326" x="3136900" y="2235200"/>
          <p14:tracePt t="10343" x="3105150" y="2228850"/>
          <p14:tracePt t="10359" x="3048000" y="2222500"/>
          <p14:tracePt t="10376" x="2971800" y="2203450"/>
          <p14:tracePt t="10394" x="2914650" y="2190750"/>
          <p14:tracePt t="10409" x="2889250" y="2184400"/>
          <p14:tracePt t="10426" x="2857500" y="2171700"/>
          <p14:tracePt t="10443" x="2825750" y="2165350"/>
          <p14:tracePt t="10459" x="2813050" y="2159000"/>
          <p14:tracePt t="10476" x="2787650" y="2152650"/>
          <p14:tracePt t="10493" x="2736850" y="2133600"/>
          <p14:tracePt t="10509" x="2711450" y="2127250"/>
          <p14:tracePt t="10526" x="2686050" y="2120900"/>
          <p14:tracePt t="10542" x="2635250" y="2108200"/>
          <p14:tracePt t="10559" x="2584450" y="2101850"/>
          <p14:tracePt t="10576" x="2533650" y="2095500"/>
          <p14:tracePt t="10592" x="2520950" y="2095500"/>
          <p14:tracePt t="10609" x="2508250" y="2089150"/>
          <p14:tracePt t="10626" x="2495550" y="2089150"/>
          <p14:tracePt t="10674" x="2501900" y="2089150"/>
          <p14:tracePt t="10689" x="2514600" y="2089150"/>
          <p14:tracePt t="10695" x="2533650" y="2089150"/>
          <p14:tracePt t="10708" x="2552700" y="2095500"/>
          <p14:tracePt t="10724" x="2647950" y="2101850"/>
          <p14:tracePt t="10742" x="2724150" y="2114550"/>
          <p14:tracePt t="10759" x="2863850" y="2120900"/>
          <p14:tracePt t="10775" x="2978150" y="2120900"/>
          <p14:tracePt t="10791" x="3035300" y="2120900"/>
          <p14:tracePt t="10808" x="3079750" y="2127250"/>
          <p14:tracePt t="10825" x="3086100" y="2127250"/>
          <p14:tracePt t="10841" x="3098800" y="2127250"/>
          <p14:tracePt t="10858" x="3098800" y="2133600"/>
          <p14:tracePt t="10878" x="3092450" y="2133600"/>
          <p14:tracePt t="10892" x="3079750" y="2133600"/>
          <p14:tracePt t="10908" x="3041650" y="2133600"/>
          <p14:tracePt t="10924" x="3016250" y="2133600"/>
          <p14:tracePt t="10941" x="2914650" y="2133600"/>
          <p14:tracePt t="10957" x="2832100" y="2133600"/>
          <p14:tracePt t="10974" x="2794000" y="2133600"/>
          <p14:tracePt t="10991" x="2749550" y="2133600"/>
          <p14:tracePt t="11007" x="2736850" y="2133600"/>
          <p14:tracePt t="11024" x="2730500" y="2133600"/>
          <p14:tracePt t="11041" x="2730500" y="2127250"/>
          <p14:tracePt t="11096" x="2736850" y="2127250"/>
          <p14:tracePt t="11110" x="2743200" y="2127250"/>
          <p14:tracePt t="11117" x="2755900" y="2127250"/>
          <p14:tracePt t="11126" x="2762250" y="2127250"/>
          <p14:tracePt t="11140" x="2781300" y="2127250"/>
          <p14:tracePt t="11157" x="2787650" y="2127250"/>
          <p14:tracePt t="11174" x="2813050" y="2114550"/>
          <p14:tracePt t="11190" x="2832100" y="2108200"/>
          <p14:tracePt t="11285" x="2825750" y="2108200"/>
          <p14:tracePt t="11299" x="2819400" y="2108200"/>
          <p14:tracePt t="11309" x="2813050" y="2108200"/>
          <p14:tracePt t="11323" x="2806700" y="2114550"/>
          <p14:tracePt t="11340" x="2781300" y="2120900"/>
          <p14:tracePt t="11356" x="2749550" y="2127250"/>
          <p14:tracePt t="11373" x="2736850" y="2133600"/>
          <p14:tracePt t="11390" x="2711450" y="2133600"/>
          <p14:tracePt t="11406" x="2711450" y="2139950"/>
          <p14:tracePt t="11440" x="2711450" y="2146300"/>
          <p14:tracePt t="11456" x="2724150" y="2146300"/>
          <p14:tracePt t="11473" x="2749550" y="2146300"/>
          <p14:tracePt t="11489" x="2781300" y="2146300"/>
          <p14:tracePt t="11505" x="2794000" y="2146300"/>
          <p14:tracePt t="11522" x="2813050" y="2146300"/>
          <p14:tracePt t="11539" x="2819400" y="2146300"/>
          <p14:tracePt t="11588" x="2813050" y="2146300"/>
          <p14:tracePt t="11601" x="2800350" y="2146300"/>
          <p14:tracePt t="11608" x="2787650" y="2152650"/>
          <p14:tracePt t="11622" x="2768600" y="2165350"/>
          <p14:tracePt t="11638" x="2717800" y="2178050"/>
          <p14:tracePt t="11655" x="2698750" y="2184400"/>
          <p14:tracePt t="11672" x="2641600" y="2203450"/>
          <p14:tracePt t="11689" x="2622550" y="2209800"/>
          <p14:tracePt t="11705" x="2616200" y="2216150"/>
          <p14:tracePt t="11738" x="2622550" y="2216150"/>
          <p14:tracePt t="11756" x="2705100" y="2184400"/>
          <p14:tracePt t="11772" x="2736850" y="2165350"/>
          <p14:tracePt t="11788" x="2768600" y="2152650"/>
          <p14:tracePt t="11805" x="2819400" y="2133600"/>
          <p14:tracePt t="11821" x="2844800" y="2127250"/>
          <p14:tracePt t="11838" x="2851150" y="2120900"/>
          <p14:tracePt t="11882" x="2838450" y="2120900"/>
          <p14:tracePt t="11891" x="2832100" y="2120900"/>
          <p14:tracePt t="11904" x="2825750" y="2120900"/>
          <p14:tracePt t="11921" x="2781300" y="2127250"/>
          <p14:tracePt t="11938" x="2736850" y="2146300"/>
          <p14:tracePt t="11954" x="2717800" y="2146300"/>
          <p14:tracePt t="11971" x="2686050" y="2152650"/>
          <p14:tracePt t="11989" x="2667000" y="2159000"/>
          <p14:tracePt t="12004" x="2660650" y="2159000"/>
          <p14:tracePt t="12039" x="2667000" y="2159000"/>
          <p14:tracePt t="12053" x="2673350" y="2159000"/>
          <p14:tracePt t="12070" x="2679700" y="2159000"/>
          <p14:tracePt t="12087" x="2705100" y="2152650"/>
          <p14:tracePt t="12104" x="2717800" y="2146300"/>
          <p14:tracePt t="12121" x="2736850" y="2139950"/>
          <p14:tracePt t="12137" x="2743200" y="2139950"/>
          <p14:tracePt t="12154" x="2749550" y="2133600"/>
          <p14:tracePt t="12170" x="2755900" y="2133600"/>
          <p14:tracePt t="12240" x="2749550" y="2133600"/>
          <p14:tracePt t="12247" x="2743200" y="2139950"/>
          <p14:tracePt t="12261" x="2736850" y="2139950"/>
          <p14:tracePt t="12270" x="2724150" y="2146300"/>
          <p14:tracePt t="12286" x="2724150" y="2152650"/>
          <p14:tracePt t="12303" x="2698750" y="2165350"/>
          <p14:tracePt t="12320" x="2679700" y="2178050"/>
          <p14:tracePt t="12337" x="2673350" y="2178050"/>
          <p14:tracePt t="12353" x="2667000" y="2190750"/>
          <p14:tracePt t="12369" x="2673350" y="2197100"/>
          <p14:tracePt t="12386" x="2705100" y="2197100"/>
          <p14:tracePt t="12403" x="2755900" y="2197100"/>
          <p14:tracePt t="12419" x="2774950" y="2190750"/>
          <p14:tracePt t="12436" x="2838450" y="2171700"/>
          <p14:tracePt t="12452" x="2876550" y="2152650"/>
          <p14:tracePt t="12469" x="2901950" y="2139950"/>
          <p14:tracePt t="12486" x="2914650" y="2133600"/>
          <p14:tracePt t="12518" x="2914650" y="2127250"/>
          <p14:tracePt t="12536" x="2882900" y="2127250"/>
          <p14:tracePt t="12552" x="2838450" y="2133600"/>
          <p14:tracePt t="12569" x="2806700" y="2139950"/>
          <p14:tracePt t="12585" x="2755900" y="2165350"/>
          <p14:tracePt t="12602" x="2717800" y="2184400"/>
          <p14:tracePt t="12619" x="2679700" y="2197100"/>
          <p14:tracePt t="12635" x="2673350" y="2203450"/>
          <p14:tracePt t="12652" x="2673350" y="2209800"/>
          <p14:tracePt t="12669" x="2692400" y="2209800"/>
          <p14:tracePt t="12685" x="2705100" y="2209800"/>
          <p14:tracePt t="12702" x="2736850" y="2209800"/>
          <p14:tracePt t="12718" x="2794000" y="2190750"/>
          <p14:tracePt t="12735" x="2844800" y="2171700"/>
          <p14:tracePt t="12752" x="2870200" y="2159000"/>
          <p14:tracePt t="12768" x="2901950" y="2133600"/>
          <p14:tracePt t="12784" x="2908300" y="2127250"/>
          <p14:tracePt t="12823" x="2901950" y="2127250"/>
          <p14:tracePt t="12834" x="2889250" y="2127250"/>
          <p14:tracePt t="12851" x="2851150" y="2133600"/>
          <p14:tracePt t="12868" x="2825750" y="2133600"/>
          <p14:tracePt t="12884" x="2781300" y="2152650"/>
          <p14:tracePt t="12901" x="2736850" y="2171700"/>
          <p14:tracePt t="12917" x="2724150" y="2190750"/>
          <p14:tracePt t="12934" x="2711450" y="2197100"/>
          <p14:tracePt t="12951" x="2705100" y="2203450"/>
          <p14:tracePt t="12971" x="2724150" y="2203450"/>
          <p14:tracePt t="12987" x="2743200" y="2203450"/>
          <p14:tracePt t="13000" x="2762250" y="2203450"/>
          <p14:tracePt t="13017" x="2819400" y="2197100"/>
          <p14:tracePt t="13034" x="2870200" y="2184400"/>
          <p14:tracePt t="13050" x="2895600" y="2165350"/>
          <p14:tracePt t="13067" x="2908300" y="2159000"/>
          <p14:tracePt t="13084" x="2914650" y="2159000"/>
          <p14:tracePt t="13125" x="2895600" y="2159000"/>
          <p14:tracePt t="13132" x="2882900" y="2159000"/>
          <p14:tracePt t="13146" x="2863850" y="2159000"/>
          <p14:tracePt t="13153" x="2832100" y="2159000"/>
          <p14:tracePt t="13167" x="2800350" y="2165350"/>
          <p14:tracePt t="13183" x="2736850" y="2197100"/>
          <p14:tracePt t="13200" x="2711450" y="2209800"/>
          <p14:tracePt t="13217" x="2673350" y="2235200"/>
          <p14:tracePt t="13233" x="2667000" y="2247900"/>
          <p14:tracePt t="13250" x="2667000" y="2260600"/>
          <p14:tracePt t="13266" x="2686050" y="2266950"/>
          <p14:tracePt t="13283" x="2705100" y="2273300"/>
          <p14:tracePt t="13299" x="2762250" y="2273300"/>
          <p14:tracePt t="13316" x="2825750" y="2241550"/>
          <p14:tracePt t="13332" x="2870200" y="2222500"/>
          <p14:tracePt t="13350" x="2901950" y="2203450"/>
          <p14:tracePt t="13366" x="2914650" y="2184400"/>
          <p14:tracePt t="13383" x="2921000" y="2171700"/>
          <p14:tracePt t="13415" x="2908300" y="2165350"/>
          <p14:tracePt t="13432" x="2889250" y="2165350"/>
          <p14:tracePt t="13449" x="2851150" y="2165350"/>
          <p14:tracePt t="13465" x="2800350" y="2178050"/>
          <p14:tracePt t="13483" x="2762250" y="2209800"/>
          <p14:tracePt t="13499" x="2736850" y="2216150"/>
          <p14:tracePt t="13515" x="2717800" y="2241550"/>
          <p14:tracePt t="13533" x="2717800" y="2273300"/>
          <p14:tracePt t="13548" x="2717800" y="2279650"/>
          <p14:tracePt t="13565" x="2730500" y="2286000"/>
          <p14:tracePt t="13569" x="2743200" y="2292350"/>
          <p14:tracePt t="13582" x="2794000" y="2298700"/>
          <p14:tracePt t="13598" x="2825750" y="2292350"/>
          <p14:tracePt t="13615" x="2857500" y="2273300"/>
          <p14:tracePt t="13632" x="2914650" y="2241550"/>
          <p14:tracePt t="13648" x="2940050" y="2216150"/>
          <p14:tracePt t="13666" x="2946400" y="2203450"/>
          <p14:tracePt t="13681" x="2946400" y="2197100"/>
          <p14:tracePt t="13698" x="2940050" y="2190750"/>
          <p14:tracePt t="13715" x="2914650" y="2184400"/>
          <p14:tracePt t="13731" x="2901950" y="2184400"/>
          <p14:tracePt t="13748" x="2863850" y="2184400"/>
          <p14:tracePt t="13765" x="2819400" y="2203450"/>
          <p14:tracePt t="13781" x="2806700" y="2209800"/>
          <p14:tracePt t="13798" x="2781300" y="2228850"/>
          <p14:tracePt t="13815" x="2774950" y="2241550"/>
          <p14:tracePt t="13831" x="2774950" y="2247900"/>
          <p14:tracePt t="13848" x="2781300" y="2260600"/>
          <p14:tracePt t="13864" x="2806700" y="2279650"/>
          <p14:tracePt t="13880" x="2825750" y="2279650"/>
          <p14:tracePt t="13898" x="2882900" y="2279650"/>
          <p14:tracePt t="13914" x="2914650" y="2273300"/>
          <p14:tracePt t="13931" x="2952750" y="2260600"/>
          <p14:tracePt t="13947" x="2971800" y="2241550"/>
          <p14:tracePt t="13964" x="2978150" y="2235200"/>
          <p14:tracePt t="13981" x="2984500" y="2216150"/>
          <p14:tracePt t="13997" x="2984500" y="2209800"/>
          <p14:tracePt t="14014" x="2978150" y="2203450"/>
          <p14:tracePt t="14031" x="2952750" y="2203450"/>
          <p14:tracePt t="14047" x="2921000" y="2203450"/>
          <p14:tracePt t="14064" x="2901950" y="2203450"/>
          <p14:tracePt t="14080" x="2863850" y="2216150"/>
          <p14:tracePt t="14097" x="2832100" y="2235200"/>
          <p14:tracePt t="14114" x="2825750" y="2247900"/>
          <p14:tracePt t="14130" x="2819400" y="2266950"/>
          <p14:tracePt t="14146" x="2819400" y="2273300"/>
          <p14:tracePt t="14163" x="2825750" y="2286000"/>
          <p14:tracePt t="14179" x="2863850" y="2298700"/>
          <p14:tracePt t="14196" x="2895600" y="2298700"/>
          <p14:tracePt t="14214" x="2984500" y="2292350"/>
          <p14:tracePt t="14229" x="3003550" y="2286000"/>
          <p14:tracePt t="14246" x="3016250" y="2279650"/>
          <p14:tracePt t="14263" x="3035300" y="2254250"/>
          <p14:tracePt t="14279" x="3035300" y="2228850"/>
          <p14:tracePt t="14296" x="3035300" y="2216150"/>
          <p14:tracePt t="14313" x="3009900" y="2203450"/>
          <p14:tracePt t="14329" x="2984500" y="2190750"/>
          <p14:tracePt t="14346" x="2959100" y="2190750"/>
          <p14:tracePt t="14362" x="2908300" y="2184400"/>
          <p14:tracePt t="14379" x="2857500" y="2197100"/>
          <p14:tracePt t="14396" x="2832100" y="2222500"/>
          <p14:tracePt t="14412" x="2825750" y="2235200"/>
          <p14:tracePt t="14429" x="2819400" y="2260600"/>
          <p14:tracePt t="14446" x="2819400" y="2286000"/>
          <p14:tracePt t="14462" x="2825750" y="2298700"/>
          <p14:tracePt t="14479" x="2838450" y="2305050"/>
          <p14:tracePt t="14495" x="2901950" y="2324100"/>
          <p14:tracePt t="14512" x="2927350" y="2324100"/>
          <p14:tracePt t="14529" x="2946400" y="2324100"/>
          <p14:tracePt t="14545" x="2990850" y="2311400"/>
          <p14:tracePt t="14562" x="3009900" y="2292350"/>
          <p14:tracePt t="14579" x="3016250" y="2273300"/>
          <p14:tracePt t="14595" x="3016250" y="2260600"/>
          <p14:tracePt t="14612" x="3009900" y="2247900"/>
          <p14:tracePt t="14629" x="2984500" y="2235200"/>
          <p14:tracePt t="14645" x="2971800" y="2228850"/>
          <p14:tracePt t="14661" x="2940050" y="2222500"/>
          <p14:tracePt t="14679" x="2908300" y="2222500"/>
          <p14:tracePt t="14695" x="2895600" y="2222500"/>
          <p14:tracePt t="14712" x="2876550" y="2228850"/>
          <p14:tracePt t="14727" x="2870200" y="2235200"/>
          <p14:tracePt t="14769" x="2882900" y="2241550"/>
          <p14:tracePt t="14778" x="2889250" y="2241550"/>
          <p14:tracePt t="14794" x="2901950" y="2241550"/>
          <p14:tracePt t="14811" x="2940050" y="2241550"/>
          <p14:tracePt t="14827" x="2959100" y="2241550"/>
          <p14:tracePt t="14844" x="3009900" y="2235200"/>
          <p14:tracePt t="14861" x="3054350" y="2222500"/>
          <p14:tracePt t="14878" x="3067050" y="2216150"/>
          <p14:tracePt t="14895" x="3086100" y="2209800"/>
          <p14:tracePt t="14910" x="3086100" y="2203450"/>
          <p14:tracePt t="14927" x="3086100" y="2197100"/>
          <p14:tracePt t="14944" x="3060700" y="2197100"/>
          <p14:tracePt t="14960" x="3003550" y="2197100"/>
          <p14:tracePt t="14977" x="2978150" y="2197100"/>
          <p14:tracePt t="14994" x="2908300" y="2203450"/>
          <p14:tracePt t="15010" x="2857500" y="2216150"/>
          <p14:tracePt t="15026" x="2844800" y="2222500"/>
          <p14:tracePt t="15043" x="2825750" y="2235200"/>
          <p14:tracePt t="15060" x="2825750" y="2241550"/>
          <p14:tracePt t="15078" x="2838450" y="2247900"/>
          <p14:tracePt t="15094" x="2857500" y="2254250"/>
          <p14:tracePt t="15110" x="2889250" y="2254250"/>
          <p14:tracePt t="15127" x="2965450" y="2235200"/>
          <p14:tracePt t="15143" x="2990850" y="2222500"/>
          <p14:tracePt t="15160" x="3003550" y="2209800"/>
          <p14:tracePt t="15176" x="3022600" y="2197100"/>
          <p14:tracePt t="15193" x="3022600" y="2190750"/>
          <p14:tracePt t="15210" x="3022600" y="2178050"/>
          <p14:tracePt t="15227" x="3016250" y="2165350"/>
          <p14:tracePt t="15243" x="3003550" y="2159000"/>
          <p14:tracePt t="15262" x="2990850" y="2159000"/>
          <p14:tracePt t="15276" x="2984500" y="2159000"/>
          <p14:tracePt t="15293" x="2971800" y="2159000"/>
          <p14:tracePt t="15310" x="2959100" y="2165350"/>
          <p14:tracePt t="15326" x="2952750" y="2165350"/>
          <p14:tracePt t="15343" x="2946400" y="2171700"/>
          <p14:tracePt t="15401" x="2946400" y="2184400"/>
          <p14:tracePt t="16074" x="2946400" y="2190750"/>
          <p14:tracePt t="16081" x="2933700" y="2203450"/>
          <p14:tracePt t="16095" x="2908300" y="2222500"/>
          <p14:tracePt t="16106" x="2895600" y="2228850"/>
          <p14:tracePt t="16123" x="2889250" y="2247900"/>
          <p14:tracePt t="16140" x="2857500" y="2279650"/>
          <p14:tracePt t="16157" x="2851150" y="2292350"/>
          <p14:tracePt t="16173" x="2825750" y="2324100"/>
          <p14:tracePt t="16189" x="2819400" y="2330450"/>
          <p14:tracePt t="16207" x="2806700" y="2343150"/>
          <p14:tracePt t="16334" x="2813050" y="2343150"/>
          <p14:tracePt t="16396" x="2819400" y="2343150"/>
          <p14:tracePt t="16425" x="2819400" y="2349500"/>
          <p14:tracePt t="16453" x="2825750" y="2349500"/>
          <p14:tracePt t="16467" x="2832100" y="2349500"/>
          <p14:tracePt t="16481" x="2838450" y="2349500"/>
          <p14:tracePt t="16503" x="2844800" y="2349500"/>
          <p14:tracePt t="16509" x="2851150" y="2349500"/>
          <p14:tracePt t="16531" x="2857500" y="2343150"/>
          <p14:tracePt t="16539" x="2863850" y="2336800"/>
          <p14:tracePt t="16554" x="2876550" y="2330450"/>
          <p14:tracePt t="16572" x="2895600" y="2286000"/>
          <p14:tracePt t="16588" x="2901950" y="2273300"/>
          <p14:tracePt t="16605" x="2908300" y="2260600"/>
          <p14:tracePt t="16622" x="2914650" y="2235200"/>
          <p14:tracePt t="16638" x="2914650" y="2209800"/>
          <p14:tracePt t="16654" x="2908300" y="2209800"/>
          <p14:tracePt t="16671" x="2908300" y="2197100"/>
          <p14:tracePt t="16727" x="2901950" y="2197100"/>
          <p14:tracePt t="16931" x="2895600" y="2203450"/>
          <p14:tracePt t="16952" x="2895600" y="2216150"/>
          <p14:tracePt t="16959" x="2889250" y="2222500"/>
          <p14:tracePt t="16970" x="2889250" y="2241550"/>
          <p14:tracePt t="16987" x="2863850" y="2311400"/>
          <p14:tracePt t="17003" x="2857500" y="2362200"/>
          <p14:tracePt t="17020" x="2813050" y="2546350"/>
          <p14:tracePt t="17037" x="2774950" y="2774950"/>
          <p14:tracePt t="17053" x="2749550" y="2908300"/>
          <p14:tracePt t="17070" x="2705100" y="3219450"/>
          <p14:tracePt t="17086" x="2692400" y="3524250"/>
          <p14:tracePt t="17103" x="2686050" y="3644900"/>
          <p14:tracePt t="17120" x="2686050" y="3898900"/>
          <p14:tracePt t="17136" x="2698750" y="4140200"/>
          <p14:tracePt t="17153" x="2711450" y="4241800"/>
          <p14:tracePt t="17170" x="2736850" y="4425950"/>
          <p14:tracePt t="17186" x="2774950" y="4572000"/>
          <p14:tracePt t="17203" x="2794000" y="4648200"/>
          <p14:tracePt t="17219" x="2844800" y="4762500"/>
          <p14:tracePt t="17236" x="2870200" y="4819650"/>
          <p14:tracePt t="17253" x="2946400" y="4914900"/>
          <p14:tracePt t="17269" x="2990850" y="4940300"/>
          <p14:tracePt t="17286" x="3048000" y="4972050"/>
          <p14:tracePt t="17303" x="3136900" y="5016500"/>
          <p14:tracePt t="17319" x="3200400" y="5041900"/>
          <p14:tracePt t="17335" x="3270250" y="5060950"/>
          <p14:tracePt t="17352" x="3460750" y="5092700"/>
          <p14:tracePt t="17369" x="3575050" y="5092700"/>
          <p14:tracePt t="17385" x="3676650" y="5105400"/>
          <p14:tracePt t="17402" x="3867150" y="5099050"/>
          <p14:tracePt t="17419" x="4013200" y="5073650"/>
          <p14:tracePt t="17436" x="4108450" y="5054600"/>
          <p14:tracePt t="17452" x="4140200" y="5048250"/>
          <p14:tracePt t="17468" x="4178300" y="5041900"/>
          <p14:tracePt t="17486" x="4216400" y="5029200"/>
          <p14:tracePt t="17501" x="4229100" y="5022850"/>
          <p14:tracePt t="17518" x="4248150" y="5010150"/>
          <p14:tracePt t="17535" x="4318000" y="4991100"/>
          <p14:tracePt t="17551" x="4349750" y="4984750"/>
          <p14:tracePt t="17568" x="4375150" y="4978400"/>
          <p14:tracePt t="17585" x="4425950" y="4953000"/>
          <p14:tracePt t="17601" x="4489450" y="4933950"/>
          <p14:tracePt t="17618" x="4533900" y="4921250"/>
          <p14:tracePt t="17634" x="4591050" y="4902200"/>
          <p14:tracePt t="17651" x="4641850" y="4870450"/>
          <p14:tracePt t="17668" x="4705350" y="4851400"/>
          <p14:tracePt t="17684" x="4730750" y="4838700"/>
          <p14:tracePt t="17701" x="4781550" y="4826000"/>
          <p14:tracePt t="17718" x="4819650" y="4819650"/>
          <p14:tracePt t="17734" x="4826000" y="4819650"/>
          <p14:tracePt t="17751" x="4845050" y="4819650"/>
          <p14:tracePt t="17767" x="4851400" y="4819650"/>
          <p14:tracePt t="17784" x="4864100" y="4819650"/>
          <p14:tracePt t="17817" x="4876800" y="4819650"/>
          <p14:tracePt t="17853" x="4883150" y="4819650"/>
          <p14:tracePt t="17867" x="4889500" y="4819650"/>
          <p14:tracePt t="17884" x="4914900" y="4819650"/>
          <p14:tracePt t="17900" x="4946650" y="4813300"/>
          <p14:tracePt t="17917" x="4959350" y="4813300"/>
          <p14:tracePt t="17933" x="5016500" y="4813300"/>
          <p14:tracePt t="17950" x="5067300" y="4813300"/>
          <p14:tracePt t="17966" x="5086350" y="4813300"/>
          <p14:tracePt t="17984" x="5118100" y="4813300"/>
          <p14:tracePt t="18000" x="5137150" y="4813300"/>
          <p14:tracePt t="18016" x="5143500" y="4813300"/>
          <p14:tracePt t="18069" x="5137150" y="4813300"/>
          <p14:tracePt t="18089" x="5130800" y="4813300"/>
          <p14:tracePt t="18096" x="5124450" y="4813300"/>
          <p14:tracePt t="18110" x="5118100" y="4813300"/>
          <p14:tracePt t="18131" x="5111750" y="4813300"/>
          <p14:tracePt t="18138" x="5099050" y="4813300"/>
          <p14:tracePt t="18152" x="5080000" y="4813300"/>
          <p14:tracePt t="18167" x="5029200" y="4819650"/>
          <p14:tracePt t="18183" x="4997450" y="4819650"/>
          <p14:tracePt t="18200" x="4959350" y="4819650"/>
          <p14:tracePt t="18216" x="4870450" y="4832350"/>
          <p14:tracePt t="18233" x="4762500" y="4838700"/>
          <p14:tracePt t="18251" x="4673600" y="4838700"/>
          <p14:tracePt t="18266" x="4629150" y="4838700"/>
          <p14:tracePt t="18283" x="4565650" y="4838700"/>
          <p14:tracePt t="18299" x="4533900" y="4838700"/>
          <p14:tracePt t="18316" x="4502150" y="4838700"/>
          <p14:tracePt t="18332" x="4476750" y="4838700"/>
          <p14:tracePt t="18349" x="4470400" y="4838700"/>
          <p14:tracePt t="18447" x="4470400" y="4832350"/>
          <p14:tracePt t="18623" x="4470400" y="4826000"/>
          <p14:tracePt t="18658" x="4476750" y="4826000"/>
          <p14:tracePt t="18693" x="4476750" y="4819650"/>
          <p14:tracePt t="18728" x="4476750" y="4813300"/>
          <p14:tracePt t="18750" x="4470400" y="4813300"/>
          <p14:tracePt t="18765" x="4464050" y="4806950"/>
          <p14:tracePt t="18770" x="4451350" y="4806950"/>
          <p14:tracePt t="18785" x="4438650" y="4800600"/>
          <p14:tracePt t="18797" x="4406900" y="4794250"/>
          <p14:tracePt t="18814" x="4324350" y="4781550"/>
          <p14:tracePt t="18831" x="4260850" y="4768850"/>
          <p14:tracePt t="18847" x="4127500" y="4749800"/>
          <p14:tracePt t="18863" x="4013200" y="4743450"/>
          <p14:tracePt t="18880" x="3956050" y="4737100"/>
          <p14:tracePt t="18897" x="3892550" y="4737100"/>
          <p14:tracePt t="18913" x="3841750" y="4737100"/>
          <p14:tracePt t="18930" x="3835400" y="4737100"/>
          <p14:tracePt t="18947" x="3816350" y="4743450"/>
          <p14:tracePt t="18963" x="3810000" y="4743450"/>
          <p14:tracePt t="18997" x="3816350" y="4743450"/>
          <p14:tracePt t="19013" x="3829050" y="4749800"/>
          <p14:tracePt t="19031" x="3841750" y="4749800"/>
          <p14:tracePt t="19047" x="3848100" y="4749800"/>
          <p14:tracePt t="19063" x="3854450" y="4749800"/>
          <p14:tracePt t="19080" x="3879850" y="4749800"/>
          <p14:tracePt t="19096" x="3886200" y="4749800"/>
          <p14:tracePt t="19220" x="3879850" y="4749800"/>
          <p14:tracePt t="19234" x="3873500" y="4749800"/>
          <p14:tracePt t="19241" x="3860800" y="4749800"/>
          <p14:tracePt t="19255" x="3854450" y="4756150"/>
          <p14:tracePt t="19265" x="3848100" y="4756150"/>
          <p14:tracePt t="19278" x="3835400" y="4762500"/>
          <p14:tracePt t="19295" x="3810000" y="4768850"/>
          <p14:tracePt t="19312" x="3797300" y="4781550"/>
          <p14:tracePt t="19328" x="3797300" y="4787900"/>
          <p14:tracePt t="19346" x="3803650" y="4794250"/>
          <p14:tracePt t="19362" x="3886200" y="4806950"/>
          <p14:tracePt t="19378" x="3924300" y="4813300"/>
          <p14:tracePt t="19396" x="3987800" y="4813300"/>
          <p14:tracePt t="19412" x="4000500" y="4813300"/>
          <p14:tracePt t="19428" x="4038600" y="4813300"/>
          <p14:tracePt t="19493" x="4025900" y="4813300"/>
          <p14:tracePt t="19500" x="4013200" y="4813300"/>
          <p14:tracePt t="19515" x="4000500" y="4813300"/>
          <p14:tracePt t="19527" x="3981450" y="4813300"/>
          <p14:tracePt t="19544" x="3943350" y="4826000"/>
          <p14:tracePt t="19561" x="3924300" y="4832350"/>
          <p14:tracePt t="19578" x="3898900" y="4851400"/>
          <p14:tracePt t="19594" x="3886200" y="4857750"/>
          <p14:tracePt t="19611" x="3879850" y="4857750"/>
          <p14:tracePt t="19644" x="3879850" y="4864100"/>
          <p14:tracePt t="19660" x="3886200" y="4864100"/>
          <p14:tracePt t="19677" x="3892550" y="4864100"/>
          <p14:tracePt t="19694" x="3905250" y="4864100"/>
          <p14:tracePt t="19711" x="3930650" y="4864100"/>
          <p14:tracePt t="19727" x="3943350" y="4864100"/>
          <p14:tracePt t="19761" x="3949700" y="4857750"/>
          <p14:tracePt t="19852" x="3943350" y="4857750"/>
          <p14:tracePt t="19866" x="3937000" y="4857750"/>
          <p14:tracePt t="19873" x="3930650" y="4857750"/>
          <p14:tracePt t="19895" x="3924300" y="4857750"/>
          <p14:tracePt t="19915" x="3917950" y="4857750"/>
          <p14:tracePt t="19957" x="3930650" y="4857750"/>
          <p14:tracePt t="19964" x="3937000" y="4857750"/>
          <p14:tracePt t="19979" x="3949700" y="4851400"/>
          <p14:tracePt t="19993" x="3981450" y="4838700"/>
          <p14:tracePt t="20010" x="4000500" y="4826000"/>
          <p14:tracePt t="20026" x="4025900" y="4819650"/>
          <p14:tracePt t="20043" x="4057650" y="4806950"/>
          <p14:tracePt t="20059" x="4083050" y="4794250"/>
          <p14:tracePt t="20077" x="4095750" y="4787900"/>
          <p14:tracePt t="20109" x="4083050" y="4787900"/>
          <p14:tracePt t="20126" x="4044950" y="4787900"/>
          <p14:tracePt t="20143" x="4019550" y="4787900"/>
          <p14:tracePt t="20159" x="3949700" y="4806950"/>
          <p14:tracePt t="20175" x="3898900" y="4819650"/>
          <p14:tracePt t="20192" x="3886200" y="4826000"/>
          <p14:tracePt t="20209" x="3860800" y="4832350"/>
          <p14:tracePt t="20225" x="3854450" y="4832350"/>
          <p14:tracePt t="20259" x="3867150" y="4832350"/>
          <p14:tracePt t="20275" x="3886200" y="4826000"/>
          <p14:tracePt t="20292" x="3898900" y="4819650"/>
          <p14:tracePt t="20309" x="3924300" y="4813300"/>
          <p14:tracePt t="20325" x="3937000" y="4806950"/>
          <p14:tracePt t="20342" x="3943350" y="4806950"/>
          <p14:tracePt t="20449" x="3943350" y="4800600"/>
          <p14:tracePt t="20811" x="3879850" y="4819650"/>
          <p14:tracePt t="20818" x="3765550" y="4857750"/>
          <p14:tracePt t="20826" x="3644900" y="4914900"/>
          <p14:tracePt t="20841" x="3511550" y="4972050"/>
          <p14:tracePt t="20857" x="3314700" y="5067300"/>
          <p14:tracePt t="20874" x="2901950" y="5257800"/>
          <p14:tracePt t="20889" x="2489200" y="5441950"/>
          <p14:tracePt t="20906" x="2273300" y="5511800"/>
          <p14:tracePt t="20923" x="1911350" y="5613400"/>
          <p14:tracePt t="20940" x="1689100" y="5676900"/>
          <p14:tracePt t="20956" x="1625600" y="5689600"/>
          <p14:tracePt t="20973" x="1574800" y="5695950"/>
          <p14:tracePt t="20990" x="1555750" y="5702300"/>
          <p14:tracePt t="21006" x="1549400" y="5702300"/>
          <p14:tracePt t="21039" x="1549400" y="5695950"/>
          <p14:tracePt t="21078" x="1543050" y="5695950"/>
          <p14:tracePt t="21099" x="1543050" y="5689600"/>
          <p14:tracePt t="21127" x="1543050" y="5683250"/>
          <p14:tracePt t="21190" x="1543050" y="5676900"/>
          <p14:tracePt t="21247" x="1543050" y="5670550"/>
          <p14:tracePt t="21282" x="1549400" y="5664200"/>
          <p14:tracePt t="21289" x="1555750" y="5664200"/>
          <p14:tracePt t="21303" x="1568450" y="5657850"/>
          <p14:tracePt t="21310" x="1581150" y="5651500"/>
          <p14:tracePt t="21321" x="1593850" y="5638800"/>
          <p14:tracePt t="21338" x="1625600" y="5626100"/>
          <p14:tracePt t="21355" x="1638300" y="5613400"/>
          <p14:tracePt t="21372" x="1663700" y="5600700"/>
          <p14:tracePt t="21389" x="1701800" y="5575300"/>
          <p14:tracePt t="21405" x="1708150" y="5575300"/>
          <p14:tracePt t="21422" x="1708150" y="5568950"/>
          <p14:tracePt t="21450" x="1708150" y="5562600"/>
          <p14:tracePt t="21472" x="1701800" y="5562600"/>
          <p14:tracePt t="21478" x="1695450" y="5562600"/>
          <p14:tracePt t="21492" x="1682750" y="5562600"/>
          <p14:tracePt t="21505" x="1682750" y="5568950"/>
          <p14:tracePt t="21521" x="1651000" y="5568950"/>
          <p14:tracePt t="21537" x="1625600" y="5575300"/>
          <p14:tracePt t="21555" x="1581150" y="5588000"/>
          <p14:tracePt t="21571" x="1536700" y="5600700"/>
          <p14:tracePt t="21587" x="1524000" y="5600700"/>
          <p14:tracePt t="21605" x="1498600" y="5607050"/>
          <p14:tracePt t="21621" x="1492250" y="5607050"/>
          <p14:tracePt t="21661" x="1498600" y="5607050"/>
          <p14:tracePt t="21668" x="1511300" y="5600700"/>
          <p14:tracePt t="21682" x="1524000" y="5594350"/>
          <p14:tracePt t="21690" x="1543050" y="5588000"/>
          <p14:tracePt t="21705" x="1568450" y="5575300"/>
          <p14:tracePt t="21721" x="1587500" y="5562600"/>
          <p14:tracePt t="21738" x="1670050" y="5505450"/>
          <p14:tracePt t="21753" x="1689100" y="5492750"/>
          <p14:tracePt t="21770" x="1708150" y="5480050"/>
          <p14:tracePt t="21787" x="1720850" y="5461000"/>
          <p14:tracePt t="21803" x="1727200" y="5454650"/>
          <p14:tracePt t="21872" x="1720850" y="5461000"/>
          <p14:tracePt t="21878" x="1708150" y="5467350"/>
          <p14:tracePt t="21892" x="1695450" y="5467350"/>
          <p14:tracePt t="21903" x="1689100" y="5473700"/>
          <p14:tracePt t="21920" x="1651000" y="5480050"/>
          <p14:tracePt t="21936" x="1631950" y="5492750"/>
          <p14:tracePt t="21953" x="1587500" y="5505450"/>
          <p14:tracePt t="21970" x="1543050" y="5518150"/>
          <p14:tracePt t="21986" x="1530350" y="5530850"/>
          <p14:tracePt t="22003" x="1511300" y="5530850"/>
          <p14:tracePt t="22020" x="1498600" y="5537200"/>
          <p14:tracePt t="22089" x="1504950" y="5537200"/>
          <p14:tracePt t="22103" x="1517650" y="5530850"/>
          <p14:tracePt t="22110" x="1530350" y="5530850"/>
          <p14:tracePt t="22124" x="1549400" y="5524500"/>
          <p14:tracePt t="22136" x="1581150" y="5518150"/>
          <p14:tracePt t="22153" x="1644650" y="5492750"/>
          <p14:tracePt t="22168" x="1670050" y="5486400"/>
          <p14:tracePt t="22185" x="1714500" y="5467350"/>
          <p14:tracePt t="22202" x="1746250" y="5461000"/>
          <p14:tracePt t="22219" x="1752600" y="5461000"/>
          <p14:tracePt t="22235" x="1758950" y="5461000"/>
          <p14:tracePt t="22271" x="1752600" y="5467350"/>
          <p14:tracePt t="22288" x="1739900" y="5473700"/>
          <p14:tracePt t="22301" x="1714500" y="5492750"/>
          <p14:tracePt t="22318" x="1701800" y="5505450"/>
          <p14:tracePt t="22336" x="1657350" y="5530850"/>
          <p14:tracePt t="22352" x="1644650" y="5556250"/>
          <p14:tracePt t="22368" x="1606550" y="5581650"/>
          <p14:tracePt t="22385" x="1581150" y="5600700"/>
          <p14:tracePt t="22401" x="1574800" y="5607050"/>
          <p14:tracePt t="22418" x="1568450" y="5613400"/>
          <p14:tracePt t="22594" x="1574800" y="5613400"/>
          <p14:tracePt t="22623" x="1581150" y="5613400"/>
          <p14:tracePt t="22651" x="1587500" y="5613400"/>
          <p14:tracePt t="22672" x="1593850" y="5607050"/>
          <p14:tracePt t="22707" x="1600200" y="5600700"/>
          <p14:tracePt t="22735" x="1606550" y="5600700"/>
          <p14:tracePt t="22742" x="1612900" y="5600700"/>
          <p14:tracePt t="22764" x="1619250" y="5600700"/>
          <p14:tracePt t="22812" x="1625600" y="5594350"/>
          <p14:tracePt t="22820" x="1631950" y="5588000"/>
          <p14:tracePt t="23515" x="1663700" y="5549900"/>
          <p14:tracePt t="23529" x="1701800" y="5505450"/>
          <p14:tracePt t="23536" x="1758950" y="5448300"/>
          <p14:tracePt t="23551" x="1797050" y="5378450"/>
          <p14:tracePt t="23564" x="1866900" y="5251450"/>
          <p14:tracePt t="23580" x="1905000" y="5194300"/>
          <p14:tracePt t="23597" x="1936750" y="5124450"/>
          <p14:tracePt t="23613" x="1981200" y="4978400"/>
          <p14:tracePt t="23631" x="2032000" y="4794250"/>
          <p14:tracePt t="23647" x="2044700" y="4679950"/>
          <p14:tracePt t="23650" x="2057400" y="4552950"/>
          <p14:tracePt t="23664" x="2076450" y="4394200"/>
          <p14:tracePt t="23680" x="2101850" y="4108450"/>
          <p14:tracePt t="23698" x="2101850" y="3879850"/>
          <p14:tracePt t="23713" x="2101850" y="3790950"/>
          <p14:tracePt t="23730" x="2101850" y="3651250"/>
          <p14:tracePt t="23747" x="2089150" y="3556000"/>
          <p14:tracePt t="23763" x="2082800" y="3517900"/>
          <p14:tracePt t="23780" x="2063750" y="3448050"/>
          <p14:tracePt t="23797" x="2051050" y="3371850"/>
          <p14:tracePt t="23813" x="2032000" y="3333750"/>
          <p14:tracePt t="23830" x="2025650" y="3289300"/>
          <p14:tracePt t="23846" x="1993900" y="3175000"/>
          <p14:tracePt t="23863" x="1981200" y="3149600"/>
          <p14:tracePt t="23880" x="1974850" y="3105150"/>
          <p14:tracePt t="23896" x="1974850" y="3086100"/>
          <p14:tracePt t="23913" x="1968500" y="3041650"/>
          <p14:tracePt t="23930" x="1962150" y="2978150"/>
          <p14:tracePt t="23946" x="1962150" y="2927350"/>
          <p14:tracePt t="23963" x="1962150" y="2851150"/>
          <p14:tracePt t="23979" x="1962150" y="2768600"/>
          <p14:tracePt t="23996" x="1962150" y="2730500"/>
          <p14:tracePt t="24014" x="1962150" y="2667000"/>
          <p14:tracePt t="24029" x="1962150" y="2635250"/>
          <p14:tracePt t="24046" x="1962150" y="2616200"/>
          <p14:tracePt t="24063" x="1968500" y="2584450"/>
          <p14:tracePt t="24079" x="1974850" y="2571750"/>
          <p14:tracePt t="24095" x="1974850" y="2565400"/>
          <p14:tracePt t="24112" x="1981200" y="2552700"/>
          <p14:tracePt t="24145" x="1981200" y="2546350"/>
          <p14:tracePt t="24162" x="1987550" y="2540000"/>
          <p14:tracePt t="24210" x="1987550" y="2533650"/>
          <p14:tracePt t="24442" x="1987550" y="2527300"/>
          <p14:tracePt t="24477" x="1987550" y="2520950"/>
          <p14:tracePt t="24512" x="1993900" y="2514600"/>
          <p14:tracePt t="24540" x="1993900" y="2508250"/>
          <p14:tracePt t="24547" x="1993900" y="2501900"/>
          <p14:tracePt t="24575" x="1993900" y="2495550"/>
          <p14:tracePt t="24589" x="1993900" y="2482850"/>
          <p14:tracePt t="24597" x="1993900" y="2463800"/>
          <p14:tracePt t="24611" x="1993900" y="2419350"/>
          <p14:tracePt t="24627" x="2000250" y="2400300"/>
          <p14:tracePt t="24644" x="2000250" y="2349500"/>
          <p14:tracePt t="24660" x="2000250" y="2311400"/>
          <p14:tracePt t="24677" x="2000250" y="2298700"/>
          <p14:tracePt t="24695" x="2006600" y="2273300"/>
          <p14:tracePt t="24710" x="2006600" y="2260600"/>
          <p14:tracePt t="24772" x="2012950" y="2254250"/>
          <p14:tracePt t="24898" x="2012950" y="2260600"/>
          <p14:tracePt t="24912" x="2012950" y="2266950"/>
          <p14:tracePt t="24919" x="2012950" y="2273300"/>
          <p14:tracePt t="24942" x="2012950" y="2279650"/>
          <p14:tracePt t="25306" x="2019300" y="2279650"/>
          <p14:tracePt t="25312" x="2032000" y="2279650"/>
          <p14:tracePt t="25328" x="2044700" y="2279650"/>
          <p14:tracePt t="25342" x="2089150" y="2279650"/>
          <p14:tracePt t="25358" x="2114550" y="2279650"/>
          <p14:tracePt t="25375" x="2165350" y="2279650"/>
          <p14:tracePt t="25391" x="2203450" y="2279650"/>
          <p14:tracePt t="25408" x="2298700" y="2292350"/>
          <p14:tracePt t="25425" x="2343150" y="2292350"/>
          <p14:tracePt t="25441" x="2381250" y="2311400"/>
          <p14:tracePt t="25457" x="2463800" y="2330450"/>
          <p14:tracePt t="25475" x="2565400" y="2355850"/>
          <p14:tracePt t="25491" x="2603500" y="2374900"/>
          <p14:tracePt t="25507" x="2686050" y="2425700"/>
          <p14:tracePt t="25524" x="2749550" y="2482850"/>
          <p14:tracePt t="25541" x="2774950" y="2514600"/>
          <p14:tracePt t="25558" x="2825750" y="2584450"/>
          <p14:tracePt t="25573" x="2870200" y="2679700"/>
          <p14:tracePt t="25590" x="2889250" y="2736850"/>
          <p14:tracePt t="25608" x="2914650" y="2832100"/>
          <p14:tracePt t="25624" x="2933700" y="2901950"/>
          <p14:tracePt t="25641" x="2940050" y="2933700"/>
          <p14:tracePt t="25657" x="2940050" y="2965450"/>
          <p14:tracePt t="25673" x="2940050" y="2971800"/>
          <p14:tracePt t="25690" x="2940050" y="2984500"/>
          <p14:tracePt t="25707" x="2940050" y="2990850"/>
          <p14:tracePt t="25748" x="2946400" y="2990850"/>
          <p14:tracePt t="25783" x="2952750" y="2990850"/>
          <p14:tracePt t="25825" x="2959100" y="2990850"/>
          <p14:tracePt t="25853" x="2965450" y="2990850"/>
          <p14:tracePt t="25874" x="2971800" y="2984500"/>
          <p14:tracePt t="25895" x="2978150" y="2984500"/>
          <p14:tracePt t="25902" x="2984500" y="2978150"/>
          <p14:tracePt t="25917" x="2990850" y="2978150"/>
          <p14:tracePt t="25937" x="2997200" y="2971800"/>
          <p14:tracePt t="25944" x="3009900" y="2959100"/>
          <p14:tracePt t="25959" x="3022600" y="2952750"/>
          <p14:tracePt t="25973" x="3060700" y="2933700"/>
          <p14:tracePt t="25989" x="3073400" y="2921000"/>
          <p14:tracePt t="26005" x="3092450" y="2914650"/>
          <p14:tracePt t="26022" x="3124200" y="2889250"/>
          <p14:tracePt t="26039" x="3149600" y="2870200"/>
          <p14:tracePt t="26055" x="3162300" y="2863850"/>
          <p14:tracePt t="26072" x="3162300" y="2857500"/>
          <p14:tracePt t="26089" x="3168650" y="2857500"/>
          <p14:tracePt t="26122" x="3175000" y="2851150"/>
          <p14:tracePt t="26157" x="3175000" y="2844800"/>
          <p14:tracePt t="26183" x="3175000" y="2838450"/>
          <p14:tracePt t="26204" x="3175000" y="2832100"/>
          <p14:tracePt t="26218" x="3175000" y="2825750"/>
          <p14:tracePt t="26225" x="3168650" y="2825750"/>
          <p14:tracePt t="26241" x="3168650" y="2819400"/>
          <p14:tracePt t="26254" x="3155950" y="2794000"/>
          <p14:tracePt t="26272" x="3149600" y="2768600"/>
          <p14:tracePt t="26288" x="3136900" y="2743200"/>
          <p14:tracePt t="26304" x="3092450" y="2654300"/>
          <p14:tracePt t="26321" x="3067050" y="2609850"/>
          <p14:tracePt t="26338" x="2965450" y="2451100"/>
          <p14:tracePt t="26354" x="2927350" y="2393950"/>
          <p14:tracePt t="26371" x="2863850" y="2324100"/>
          <p14:tracePt t="26388" x="2794000" y="2254250"/>
          <p14:tracePt t="26404" x="2762250" y="2222500"/>
          <p14:tracePt t="26421" x="2705100" y="2152650"/>
          <p14:tracePt t="26437" x="2647950" y="2108200"/>
          <p14:tracePt t="26454" x="2616200" y="2082800"/>
          <p14:tracePt t="26471" x="2571750" y="2063750"/>
          <p14:tracePt t="26487" x="2540000" y="2038350"/>
          <p14:tracePt t="26504" x="2514600" y="2032000"/>
          <p14:tracePt t="26521" x="2482850" y="2032000"/>
          <p14:tracePt t="26537" x="2432050" y="2032000"/>
          <p14:tracePt t="26554" x="2413000" y="2032000"/>
          <p14:tracePt t="26570" x="2355850" y="2032000"/>
          <p14:tracePt t="26587" x="2336800" y="2032000"/>
          <p14:tracePt t="26605" x="2241550" y="2057400"/>
          <p14:tracePt t="26620" x="2209800" y="2070100"/>
          <p14:tracePt t="26637" x="2184400" y="2070100"/>
          <p14:tracePt t="26654" x="2146300" y="2082800"/>
          <p14:tracePt t="26670" x="2120900" y="2095500"/>
          <p14:tracePt t="26686" x="2114550" y="2095500"/>
          <p14:tracePt t="26704" x="2101850" y="2095500"/>
          <p14:tracePt t="26780" x="2101850" y="2101850"/>
          <p14:tracePt t="26787" x="2108200" y="2101850"/>
          <p14:tracePt t="26801" x="2114550" y="2101850"/>
          <p14:tracePt t="26808" x="2120900" y="2101850"/>
          <p14:tracePt t="26819" x="2127250" y="2101850"/>
          <p14:tracePt t="26837" x="2159000" y="2101850"/>
          <p14:tracePt t="26852" x="2184400" y="2108200"/>
          <p14:tracePt t="26869" x="2235200" y="2108200"/>
          <p14:tracePt t="26886" x="2432050" y="2146300"/>
          <p14:tracePt t="26902" x="2514600" y="2165350"/>
          <p14:tracePt t="26919" x="2590800" y="2190750"/>
          <p14:tracePt t="26936" x="2730500" y="2247900"/>
          <p14:tracePt t="26952" x="2800350" y="2273300"/>
          <p14:tracePt t="26970" x="2901950" y="2343150"/>
          <p14:tracePt t="26985" x="2940050" y="2355850"/>
          <p14:tracePt t="27002" x="2965450" y="2381250"/>
          <p14:tracePt t="27019" x="3009900" y="2438400"/>
          <p14:tracePt t="27052" x="3009900" y="2451100"/>
          <p14:tracePt t="27069" x="3016250" y="2463800"/>
          <p14:tracePt t="27089" x="3016250" y="2470150"/>
          <p14:tracePt t="27117" x="3016250" y="2476500"/>
          <p14:tracePt t="27138" x="3016250" y="2482850"/>
          <p14:tracePt t="27153" x="3009900" y="2489200"/>
          <p14:tracePt t="27160" x="3009900" y="2495550"/>
          <p14:tracePt t="27168" x="3009900" y="2501900"/>
          <p14:tracePt t="27184" x="3009900" y="2508250"/>
          <p14:tracePt t="27202" x="3003550" y="2527300"/>
          <p14:tracePt t="27218" x="3003550" y="2533650"/>
          <p14:tracePt t="27235" x="2997200" y="2559050"/>
          <p14:tracePt t="27251" x="2990850" y="2584450"/>
          <p14:tracePt t="27268" x="2990850" y="2603500"/>
          <p14:tracePt t="27284" x="2984500" y="2635250"/>
          <p14:tracePt t="27301" x="2984500" y="2679700"/>
          <p14:tracePt t="27318" x="2978150" y="2698750"/>
          <p14:tracePt t="27335" x="2978150" y="2730500"/>
          <p14:tracePt t="27351" x="2978150" y="2755900"/>
          <p14:tracePt t="27367" x="2978150" y="2762250"/>
          <p14:tracePt t="27384" x="2978150" y="2768600"/>
          <p14:tracePt t="27829" x="3016250" y="2768600"/>
          <p14:tracePt t="27842" x="3067050" y="2768600"/>
          <p14:tracePt t="27851" x="3130550" y="2762250"/>
          <p14:tracePt t="27865" x="3181350" y="2755900"/>
          <p14:tracePt t="27883" x="3251200" y="2743200"/>
          <p14:tracePt t="27899" x="3378200" y="2711450"/>
          <p14:tracePt t="27916" x="3397250" y="2705100"/>
          <p14:tracePt t="27932" x="3416300" y="2705100"/>
          <p14:tracePt t="27949" x="3435350" y="2698750"/>
          <p14:tracePt t="27965" x="3441700" y="2698750"/>
          <p14:tracePt t="28039" x="3441700" y="2705100"/>
          <p14:tracePt t="28103" x="3448050" y="2705100"/>
          <p14:tracePt t="28123" x="3454400" y="2711450"/>
          <p14:tracePt t="28131" x="3473450" y="2711450"/>
          <p14:tracePt t="28144" x="3492500" y="2711450"/>
          <p14:tracePt t="28151" x="3530600" y="2711450"/>
          <p14:tracePt t="28168" x="3587750" y="2711450"/>
          <p14:tracePt t="28181" x="3752850" y="2730500"/>
          <p14:tracePt t="28198" x="3854450" y="2736850"/>
          <p14:tracePt t="28215" x="4083050" y="2736850"/>
          <p14:tracePt t="28231" x="4184650" y="2736850"/>
          <p14:tracePt t="28248" x="4387850" y="2736850"/>
          <p14:tracePt t="28264" x="4540250" y="2736850"/>
          <p14:tracePt t="28281" x="4603750" y="2736850"/>
          <p14:tracePt t="28299" x="4711700" y="2724150"/>
          <p14:tracePt t="28314" x="4775200" y="2717800"/>
          <p14:tracePt t="28331" x="4806950" y="2717800"/>
          <p14:tracePt t="28348" x="4857750" y="2711450"/>
          <p14:tracePt t="28363" x="4895850" y="2711450"/>
          <p14:tracePt t="28380" x="4908550" y="2705100"/>
          <p14:tracePt t="28398" x="4927600" y="2705100"/>
          <p14:tracePt t="28414" x="4933950" y="2698750"/>
          <p14:tracePt t="28447" x="4933950" y="2692400"/>
          <p14:tracePt t="28496" x="4933950" y="2686050"/>
          <p14:tracePt t="28503" x="4927600" y="2686050"/>
          <p14:tracePt t="28524" x="4921250" y="2686050"/>
          <p14:tracePt t="28545" x="4908550" y="2686050"/>
          <p14:tracePt t="28552" x="4902200" y="2686050"/>
          <p14:tracePt t="28566" x="4895850" y="2686050"/>
          <p14:tracePt t="28580" x="4883150" y="2686050"/>
          <p14:tracePt t="28596" x="4800600" y="2686050"/>
          <p14:tracePt t="28614" x="4737100" y="2692400"/>
          <p14:tracePt t="28630" x="4533900" y="2711450"/>
          <p14:tracePt t="28647" x="4267200" y="2736850"/>
          <p14:tracePt t="28663" x="4127500" y="2743200"/>
          <p14:tracePt t="28680" x="3860800" y="2768600"/>
          <p14:tracePt t="28696" x="3657600" y="2800350"/>
          <p14:tracePt t="28714" x="3505200" y="2800350"/>
          <p14:tracePt t="28730" x="3460750" y="2806700"/>
          <p14:tracePt t="28748" x="3409950" y="2813050"/>
          <p14:tracePt t="28763" x="3390900" y="2813050"/>
          <p14:tracePt t="28779" x="3384550" y="2813050"/>
          <p14:tracePt t="28854" x="3378200" y="2813050"/>
          <p14:tracePt t="28938" x="3371850" y="2813050"/>
          <p14:tracePt t="28946" x="3365500" y="2813050"/>
          <p14:tracePt t="28952" x="3359150" y="2806700"/>
          <p14:tracePt t="28973" x="3346450" y="2806700"/>
          <p14:tracePt t="28982" x="3340100" y="2806700"/>
          <p14:tracePt t="28996" x="3327400" y="2806700"/>
          <p14:tracePt t="29289" x="3302000" y="2755900"/>
          <p14:tracePt t="29296" x="3251200" y="2686050"/>
          <p14:tracePt t="29303" x="3213100" y="2616200"/>
          <p14:tracePt t="29317" x="3175000" y="2552700"/>
          <p14:tracePt t="29327" x="3124200" y="2489200"/>
          <p14:tracePt t="29344" x="3086100" y="2432050"/>
          <p14:tracePt t="29361" x="3009900" y="2330450"/>
          <p14:tracePt t="29378" x="2952750" y="2260600"/>
          <p14:tracePt t="29395" x="2901950" y="2197100"/>
          <p14:tracePt t="29410" x="2889250" y="2178050"/>
          <p14:tracePt t="29427" x="2876550" y="2152650"/>
          <p14:tracePt t="29444" x="2838450" y="2127250"/>
          <p14:tracePt t="29460" x="2825750" y="2114550"/>
          <p14:tracePt t="29479" x="2806700" y="2101850"/>
          <p14:tracePt t="29494" x="2794000" y="2095500"/>
          <p14:tracePt t="29510" x="2774950" y="2095500"/>
          <p14:tracePt t="29528" x="2755900" y="2095500"/>
          <p14:tracePt t="29543" x="2743200" y="2095500"/>
          <p14:tracePt t="29560" x="2730500" y="2095500"/>
          <p14:tracePt t="29578" x="2705100" y="2095500"/>
          <p14:tracePt t="29593" x="2692400" y="2095500"/>
          <p14:tracePt t="29610" x="2660650" y="2095500"/>
          <p14:tracePt t="29627" x="2616200" y="2108200"/>
          <p14:tracePt t="29643" x="2590800" y="2108200"/>
          <p14:tracePt t="29660" x="2540000" y="2120900"/>
          <p14:tracePt t="29676" x="2489200" y="2127250"/>
          <p14:tracePt t="29693" x="2457450" y="2139950"/>
          <p14:tracePt t="29711" x="2419350" y="2152650"/>
          <p14:tracePt t="29726" x="2349500" y="2165350"/>
          <p14:tracePt t="29743" x="2317750" y="2171700"/>
          <p14:tracePt t="29760" x="2260600" y="2190750"/>
          <p14:tracePt t="29776" x="2228850" y="2197100"/>
          <p14:tracePt t="29793" x="2190750" y="2197100"/>
          <p14:tracePt t="29809" x="2171700" y="2203450"/>
          <p14:tracePt t="29826" x="2165350" y="2203450"/>
          <p14:tracePt t="29842" x="2159000" y="2203450"/>
          <p14:tracePt t="29955" x="2165350" y="2203450"/>
          <p14:tracePt t="29977" x="2171700" y="2203450"/>
          <p14:tracePt t="30006" x="2178050" y="2203450"/>
          <p14:tracePt t="30026" x="2184400" y="2203450"/>
          <p14:tracePt t="30040" x="2190750" y="2203450"/>
          <p14:tracePt t="30076" x="2197100" y="2203450"/>
          <p14:tracePt t="30097" x="2203450" y="2203450"/>
          <p14:tracePt t="30111" x="2209800" y="2203450"/>
          <p14:tracePt t="30118" x="2216150" y="2203450"/>
          <p14:tracePt t="30132" x="2228850" y="2203450"/>
          <p14:tracePt t="30141" x="2241550" y="2203450"/>
          <p14:tracePt t="30158" x="2266950" y="2209800"/>
          <p14:tracePt t="30174" x="2349500" y="2228850"/>
          <p14:tracePt t="30191" x="2470150" y="2254250"/>
          <p14:tracePt t="30208" x="2540000" y="2273300"/>
          <p14:tracePt t="30224" x="2673350" y="2324100"/>
          <p14:tracePt t="30241" x="2781300" y="2368550"/>
          <p14:tracePt t="30258" x="2870200" y="2406650"/>
          <p14:tracePt t="30274" x="2889250" y="2419350"/>
          <p14:tracePt t="30291" x="2927350" y="2444750"/>
          <p14:tracePt t="30308" x="2952750" y="2470150"/>
          <p14:tracePt t="30324" x="2965450" y="2476500"/>
          <p14:tracePt t="30340" x="2971800" y="2489200"/>
          <p14:tracePt t="30357" x="2990850" y="2508250"/>
          <p14:tracePt t="30390" x="2990850" y="2514600"/>
          <p14:tracePt t="30407" x="2997200" y="2520950"/>
          <p14:tracePt t="30602" x="2990850" y="2520950"/>
          <p14:tracePt t="30610" x="2984500" y="2520950"/>
          <p14:tracePt t="30631" x="2978150" y="2520950"/>
          <p14:tracePt t="30651" x="2965450" y="2520950"/>
          <p14:tracePt t="30659" x="2959100" y="2514600"/>
          <p14:tracePt t="30675" x="2952750" y="2508250"/>
          <p14:tracePt t="30689" x="2927350" y="2501900"/>
          <p14:tracePt t="30706" x="2857500" y="2470150"/>
          <p14:tracePt t="30723" x="2755900" y="2425700"/>
          <p14:tracePt t="30739" x="2686050" y="2381250"/>
          <p14:tracePt t="30757" x="2565400" y="2324100"/>
          <p14:tracePt t="30772" x="2451100" y="2279650"/>
          <p14:tracePt t="30789" x="2393950" y="2260600"/>
          <p14:tracePt t="30806" x="2311400" y="2235200"/>
          <p14:tracePt t="30822" x="2260600" y="2216150"/>
          <p14:tracePt t="30839" x="2228850" y="2203450"/>
          <p14:tracePt t="30855" x="2197100" y="2197100"/>
          <p14:tracePt t="30872" x="2178050" y="2197100"/>
          <p14:tracePt t="30906" x="2171700" y="2197100"/>
          <p14:tracePt t="31080" x="2178050" y="2197100"/>
          <p14:tracePt t="31094" x="2184400" y="2203450"/>
          <p14:tracePt t="31101" x="2197100" y="2203450"/>
          <p14:tracePt t="31114" x="2209800" y="2209800"/>
          <p14:tracePt t="31124" x="2228850" y="2222500"/>
          <p14:tracePt t="31138" x="2260600" y="2235200"/>
          <p14:tracePt t="31154" x="2381250" y="2279650"/>
          <p14:tracePt t="31171" x="2514600" y="2330450"/>
          <p14:tracePt t="31188" x="2584450" y="2355850"/>
          <p14:tracePt t="31205" x="2692400" y="2393950"/>
          <p14:tracePt t="31221" x="2768600" y="2419350"/>
          <p14:tracePt t="31238" x="2781300" y="2425700"/>
          <p14:tracePt t="31254" x="2794000" y="2432050"/>
          <p14:tracePt t="31271" x="2813050" y="2438400"/>
          <p14:tracePt t="31305" x="2813050" y="2444750"/>
          <p14:tracePt t="31321" x="2806700" y="2444750"/>
          <p14:tracePt t="31337" x="2800350" y="2444750"/>
          <p14:tracePt t="31354" x="2787650" y="2457450"/>
          <p14:tracePt t="31371" x="2781300" y="2476500"/>
          <p14:tracePt t="31386" x="2768600" y="2533650"/>
          <p14:tracePt t="31404" x="2743200" y="2635250"/>
          <p14:tracePt t="31420" x="2724150" y="2686050"/>
          <p14:tracePt t="31438" x="2705100" y="2781300"/>
          <p14:tracePt t="31454" x="2698750" y="2901950"/>
          <p14:tracePt t="31470" x="2698750" y="2965450"/>
          <p14:tracePt t="31487" x="2698750" y="3130550"/>
          <p14:tracePt t="31503" x="2698750" y="3295650"/>
          <p14:tracePt t="31520" x="2698750" y="3384550"/>
          <p14:tracePt t="31537" x="2711450" y="3511550"/>
          <p14:tracePt t="31553" x="2711450" y="3619500"/>
          <p14:tracePt t="31570" x="2711450" y="3644900"/>
          <p14:tracePt t="31586" x="2698750" y="3714750"/>
          <p14:tracePt t="31603" x="2686050" y="3759200"/>
          <p14:tracePt t="31620" x="2673350" y="3816350"/>
          <p14:tracePt t="31636" x="2660650" y="3867150"/>
          <p14:tracePt t="31653" x="2654300" y="3892550"/>
          <p14:tracePt t="31670" x="2654300" y="3943350"/>
          <p14:tracePt t="31686" x="2654300" y="4000500"/>
          <p14:tracePt t="31702" x="2654300" y="4032250"/>
          <p14:tracePt t="31719" x="2698750" y="4146550"/>
          <p14:tracePt t="31736" x="2736850" y="4191000"/>
          <p14:tracePt t="31753" x="2743200" y="4210050"/>
          <p14:tracePt t="32157" x="2730500" y="4279900"/>
          <p14:tracePt t="32164" x="2698750" y="4375150"/>
          <p14:tracePt t="32178" x="2679700" y="4464050"/>
          <p14:tracePt t="32187" x="2635250" y="4572000"/>
          <p14:tracePt t="32200" x="2616200" y="4673600"/>
          <p14:tracePt t="32217" x="2565400" y="4870450"/>
          <p14:tracePt t="32235" x="2527300" y="5016500"/>
          <p14:tracePt t="32251" x="2508250" y="5067300"/>
          <p14:tracePt t="32267" x="2482850" y="5162550"/>
          <p14:tracePt t="32285" x="2457450" y="5226050"/>
          <p14:tracePt t="32300" x="2438400" y="5270500"/>
          <p14:tracePt t="32317" x="2425700" y="5302250"/>
          <p14:tracePt t="32334" x="2374900" y="5403850"/>
          <p14:tracePt t="32350" x="2362200" y="5435600"/>
          <p14:tracePt t="32368" x="2330450" y="5492750"/>
          <p14:tracePt t="32384" x="2317750" y="5511800"/>
          <p14:tracePt t="32400" x="2286000" y="5556250"/>
          <p14:tracePt t="32417" x="2260600" y="5600700"/>
          <p14:tracePt t="32433" x="2241550" y="5619750"/>
          <p14:tracePt t="32450" x="2222500" y="5638800"/>
          <p14:tracePt t="32467" x="2216150" y="5651500"/>
          <p14:tracePt t="32499" x="2209800" y="5651500"/>
          <p14:tracePt t="32517" x="2197100" y="5651500"/>
          <p14:tracePt t="32533" x="2184400" y="5651500"/>
          <p14:tracePt t="32550" x="2159000" y="5651500"/>
          <p14:tracePt t="32566" x="2101850" y="5651500"/>
          <p14:tracePt t="32583" x="2076450" y="5651500"/>
          <p14:tracePt t="32600" x="1968500" y="5645150"/>
          <p14:tracePt t="32616" x="1873250" y="5613400"/>
          <p14:tracePt t="32633" x="1816100" y="5594350"/>
          <p14:tracePt t="32649" x="1739900" y="5588000"/>
          <p14:tracePt t="32666" x="1708150" y="5581650"/>
          <p14:tracePt t="32682" x="1651000" y="5568950"/>
          <p14:tracePt t="32699" x="1600200" y="5562600"/>
          <p14:tracePt t="32716" x="1581150" y="5556250"/>
          <p14:tracePt t="32733" x="1549400" y="5537200"/>
          <p14:tracePt t="32749" x="1517650" y="5530850"/>
          <p14:tracePt t="32765" x="1504950" y="5524500"/>
          <p14:tracePt t="32782" x="1485900" y="5518150"/>
          <p14:tracePt t="32798" x="1460500" y="5511800"/>
          <p14:tracePt t="32815" x="1447800" y="5505450"/>
          <p14:tracePt t="32832" x="1435100" y="5505450"/>
          <p14:tracePt t="32848" x="1409700" y="5505450"/>
          <p14:tracePt t="32866" x="1384300" y="5505450"/>
          <p14:tracePt t="32881" x="1377950" y="5505450"/>
          <p14:tracePt t="32898" x="1365250" y="5505450"/>
          <p14:tracePt t="32915" x="1358900" y="5505450"/>
          <p14:tracePt t="32948" x="1352550" y="5505450"/>
          <p14:tracePt t="32967" x="1346200" y="5505450"/>
          <p14:tracePt t="33049" x="1352550" y="5505450"/>
          <p14:tracePt t="33055" x="1358900" y="5505450"/>
          <p14:tracePt t="33070" x="1365250" y="5505450"/>
          <p14:tracePt t="33080" x="1390650" y="5505450"/>
          <p14:tracePt t="33098" x="1454150" y="5505450"/>
          <p14:tracePt t="33114" x="1504950" y="5505450"/>
          <p14:tracePt t="33131" x="1670050" y="5492750"/>
          <p14:tracePt t="33148" x="1885950" y="5480050"/>
          <p14:tracePt t="33164" x="1987550" y="5480050"/>
          <p14:tracePt t="33181" x="2178050" y="5480050"/>
          <p14:tracePt t="33197" x="2317750" y="5480050"/>
          <p14:tracePt t="33214" x="2374900" y="5480050"/>
          <p14:tracePt t="33231" x="2419350" y="5480050"/>
          <p14:tracePt t="33247" x="2444750" y="5480050"/>
          <p14:tracePt t="33264" x="2451100" y="5480050"/>
          <p14:tracePt t="33281" x="2463800" y="5480050"/>
          <p14:tracePt t="33568" x="2476500" y="5480050"/>
          <p14:tracePt t="33583" x="2482850" y="5480050"/>
          <p14:tracePt t="33590" x="2514600" y="5480050"/>
          <p14:tracePt t="33599" x="2546350" y="5473700"/>
          <p14:tracePt t="33612" x="2584450" y="5467350"/>
          <p14:tracePt t="33630" x="2635250" y="5454650"/>
          <p14:tracePt t="33646" x="2800350" y="5429250"/>
          <p14:tracePt t="33662" x="2838450" y="5422900"/>
          <p14:tracePt t="33679" x="2882900" y="5403850"/>
          <p14:tracePt t="33696" x="2933700" y="5391150"/>
          <p14:tracePt t="33712" x="2978150" y="5372100"/>
          <p14:tracePt t="33730" x="2997200" y="5353050"/>
          <p14:tracePt t="33745" x="3028950" y="5327650"/>
          <p14:tracePt t="33762" x="3067050" y="5308600"/>
          <p14:tracePt t="33779" x="3098800" y="5276850"/>
          <p14:tracePt t="33795" x="3130550" y="5264150"/>
          <p14:tracePt t="33812" x="3187700" y="5219700"/>
          <p14:tracePt t="33829" x="3263900" y="5168900"/>
          <p14:tracePt t="33845" x="3295650" y="5149850"/>
          <p14:tracePt t="33862" x="3327400" y="5124450"/>
          <p14:tracePt t="33878" x="3403600" y="5080000"/>
          <p14:tracePt t="33895" x="3422650" y="5067300"/>
          <p14:tracePt t="33912" x="3448050" y="5054600"/>
          <p14:tracePt t="33928" x="3460750" y="5054600"/>
          <p14:tracePt t="33945" x="3486150" y="5054600"/>
          <p14:tracePt t="33961" x="3505200" y="5054600"/>
          <p14:tracePt t="36780" x="3524250" y="5054600"/>
          <p14:tracePt t="36787" x="3549650" y="5060950"/>
          <p14:tracePt t="36805" x="3587750" y="5060950"/>
          <p14:tracePt t="36818" x="3625850" y="5067300"/>
          <p14:tracePt t="36835" x="3721100" y="5086350"/>
          <p14:tracePt t="36852" x="3829050" y="5099050"/>
          <p14:tracePt t="36868" x="3879850" y="5099050"/>
          <p14:tracePt t="36886" x="3981450" y="5105400"/>
          <p14:tracePt t="36901" x="4076700" y="5105400"/>
          <p14:tracePt t="36917" x="4114800" y="5105400"/>
          <p14:tracePt t="36935" x="4171950" y="5111750"/>
          <p14:tracePt t="36951" x="4222750" y="5111750"/>
          <p14:tracePt t="36968" x="4241800" y="5111750"/>
          <p14:tracePt t="36984" x="4279900" y="5111750"/>
          <p14:tracePt t="37001" x="4330700" y="5105400"/>
          <p14:tracePt t="37018" x="4362450" y="5105400"/>
          <p14:tracePt t="37034" x="4406900" y="5099050"/>
          <p14:tracePt t="37051" x="4470400" y="5092700"/>
          <p14:tracePt t="37068" x="4514850" y="5073650"/>
          <p14:tracePt t="37083" x="4540250" y="5067300"/>
          <p14:tracePt t="37100" x="4565650" y="5067300"/>
          <p14:tracePt t="37118" x="4641850" y="5035550"/>
          <p14:tracePt t="37134" x="4660900" y="5022850"/>
          <p14:tracePt t="37150" x="4679950" y="5010150"/>
          <p14:tracePt t="37167" x="4724400" y="4984750"/>
          <p14:tracePt t="37183" x="4756150" y="4959350"/>
          <p14:tracePt t="37200" x="4775200" y="4953000"/>
          <p14:tracePt t="37217" x="4806950" y="4940300"/>
          <p14:tracePt t="37233" x="4832350" y="4927600"/>
          <p14:tracePt t="37251" x="4857750" y="4914900"/>
          <p14:tracePt t="37266" x="4870450" y="4914900"/>
          <p14:tracePt t="37283" x="4889500" y="4914900"/>
          <p14:tracePt t="37300" x="4914900" y="4914900"/>
          <p14:tracePt t="37316" x="4914900" y="4908550"/>
          <p14:tracePt t="37333" x="4927600" y="4908550"/>
          <p14:tracePt t="37350" x="4940300" y="4908550"/>
          <p14:tracePt t="37366" x="4946650" y="4908550"/>
          <p14:tracePt t="37384" x="4959350" y="4908550"/>
          <p14:tracePt t="37419" x="4965700" y="4908550"/>
          <p14:tracePt t="37461" x="4978400" y="4908550"/>
          <p14:tracePt t="37483" x="4984750" y="4908550"/>
          <p14:tracePt t="37489" x="4991100" y="4908550"/>
          <p14:tracePt t="37510" x="4997450" y="4908550"/>
          <p14:tracePt t="37533" x="5003800" y="4908550"/>
          <p14:tracePt t="37539" x="5010150" y="4908550"/>
          <p14:tracePt t="37552" x="5022850" y="4908550"/>
          <p14:tracePt t="37566" x="5035550" y="4908550"/>
          <p14:tracePt t="37582" x="5060950" y="4908550"/>
          <p14:tracePt t="37599" x="5073650" y="4908550"/>
          <p14:tracePt t="37616" x="5099050" y="4902200"/>
          <p14:tracePt t="37632" x="5111750" y="4895850"/>
          <p14:tracePt t="37648" x="5124450" y="4895850"/>
          <p14:tracePt t="37665" x="5130800" y="4895850"/>
          <p14:tracePt t="37682" x="5137150" y="4895850"/>
          <p14:tracePt t="37714" x="5143500" y="4895850"/>
          <p14:tracePt t="37763" x="5149850" y="4889500"/>
          <p14:tracePt t="37889" x="5143500" y="4889500"/>
          <p14:tracePt t="37904" x="5137150" y="4889500"/>
          <p14:tracePt t="37932" x="5130800" y="4895850"/>
          <p14:tracePt t="37953" x="5124450" y="4895850"/>
          <p14:tracePt t="38002" x="5118100" y="4895850"/>
          <p14:tracePt t="38023" x="5111750" y="4895850"/>
          <p14:tracePt t="38262" x="5118100" y="4895850"/>
          <p14:tracePt t="38283" x="5124450" y="4889500"/>
          <p14:tracePt t="38304" x="5130800" y="4889500"/>
          <p14:tracePt t="38311" x="5137150" y="4883150"/>
          <p14:tracePt t="38325" x="5143500" y="4883150"/>
          <p14:tracePt t="38333" x="5149850" y="4876800"/>
          <p14:tracePt t="38353" x="5156200" y="4876800"/>
          <p14:tracePt t="38375" x="5162550" y="4870450"/>
          <p14:tracePt t="38397" x="5168900" y="4864100"/>
          <p14:tracePt t="38403" x="5175250" y="4864100"/>
          <p14:tracePt t="38444" x="5181600" y="4864100"/>
          <p14:tracePt t="38452" x="5187950" y="4864100"/>
          <p14:tracePt t="38473" x="5194300" y="4864100"/>
          <p14:tracePt t="38494" x="5194300" y="4857750"/>
          <p14:tracePt t="38536" x="5200650" y="4851400"/>
          <p14:tracePt t="38564" x="5207000" y="4845050"/>
          <p14:tracePt t="38606" x="5213350" y="4845050"/>
          <p14:tracePt t="38683" x="5213350" y="4838700"/>
          <p14:tracePt t="38754" x="5207000" y="4838700"/>
          <p14:tracePt t="38845" x="5200650" y="4838700"/>
          <p14:tracePt t="38894" x="5194300" y="4838700"/>
          <p14:tracePt t="38907" x="5187950" y="4838700"/>
          <p14:tracePt t="38915" x="5181600" y="4838700"/>
          <p14:tracePt t="38931" x="5168900" y="4845050"/>
          <p14:tracePt t="38944" x="5137150" y="4845050"/>
          <p14:tracePt t="38961" x="5105400" y="4845050"/>
          <p14:tracePt t="38978" x="5041900" y="4851400"/>
          <p14:tracePt t="38993" x="4991100" y="4851400"/>
          <p14:tracePt t="39010" x="4870450" y="4851400"/>
          <p14:tracePt t="39029" x="4756150" y="4864100"/>
          <p14:tracePt t="39044" x="4705350" y="4864100"/>
          <p14:tracePt t="39060" x="4584700" y="4857750"/>
          <p14:tracePt t="39077" x="4489450" y="4845050"/>
          <p14:tracePt t="39094" x="4464050" y="4845050"/>
          <p14:tracePt t="39111" x="4400550" y="4826000"/>
          <p14:tracePt t="39127" x="4362450" y="4813300"/>
          <p14:tracePt t="39143" x="4343400" y="4806950"/>
          <p14:tracePt t="39161" x="4324350" y="4800600"/>
          <p14:tracePt t="39176" x="4311650" y="4794250"/>
          <p14:tracePt t="39194" x="4305300" y="4794250"/>
          <p14:tracePt t="39238" x="4298950" y="4794250"/>
          <p14:tracePt t="39337" x="4298950" y="4800600"/>
          <p14:tracePt t="39379" x="4292600" y="4800600"/>
          <p14:tracePt t="39400" x="4286250" y="4800600"/>
          <p14:tracePt t="39407" x="4279900" y="4800600"/>
          <p14:tracePt t="39421" x="4267200" y="4806950"/>
          <p14:tracePt t="39429" x="4260850" y="4806950"/>
          <p14:tracePt t="39442" x="4248150" y="4813300"/>
          <p14:tracePt t="39459" x="4216400" y="4813300"/>
          <p14:tracePt t="39476" x="4197350" y="4819650"/>
          <p14:tracePt t="39493" x="4171950" y="4819650"/>
          <p14:tracePt t="39509" x="4146550" y="4819650"/>
          <p14:tracePt t="39526" x="4127500" y="4819650"/>
          <p14:tracePt t="39562" x="4121150" y="4819650"/>
          <p14:tracePt t="39611" x="4114800" y="4819650"/>
          <p14:tracePt t="39646" x="4108450" y="4813300"/>
          <p14:tracePt t="39667" x="4108450" y="4806950"/>
          <p14:tracePt t="39681" x="4102100" y="4806950"/>
          <p14:tracePt t="39688" x="4102100" y="4800600"/>
          <p14:tracePt t="39702" x="4102100" y="4794250"/>
          <p14:tracePt t="39711" x="4095750" y="4794250"/>
          <p14:tracePt t="39725" x="4089400" y="4787900"/>
          <p14:tracePt t="39741" x="4070350" y="4749800"/>
          <p14:tracePt t="39758" x="4032250" y="4679950"/>
          <p14:tracePt t="39774" x="4000500" y="4635500"/>
          <p14:tracePt t="39791" x="3937000" y="4495800"/>
          <p14:tracePt t="39808" x="3841750" y="4330700"/>
          <p14:tracePt t="39824" x="3790950" y="4254500"/>
          <p14:tracePt t="39841" x="3740150" y="4159250"/>
          <p14:tracePt t="39858" x="3568700" y="3854450"/>
          <p14:tracePt t="39874" x="3517900" y="3746500"/>
          <p14:tracePt t="39892" x="3422650" y="3562350"/>
          <p14:tracePt t="39907" x="3397250" y="3479800"/>
          <p14:tracePt t="39924" x="3333750" y="3333750"/>
          <p14:tracePt t="39941" x="3289300" y="3219450"/>
          <p14:tracePt t="39957" x="3270250" y="3168650"/>
          <p14:tracePt t="39974" x="3244850" y="3079750"/>
          <p14:tracePt t="39990" x="3213100" y="2997200"/>
          <p14:tracePt t="40007" x="3194050" y="2965450"/>
          <p14:tracePt t="40025" x="3187700" y="2914650"/>
          <p14:tracePt t="40040" x="3175000" y="2870200"/>
          <p14:tracePt t="40057" x="3168650" y="2851150"/>
          <p14:tracePt t="40074" x="3162300" y="2813050"/>
          <p14:tracePt t="40090" x="3143250" y="2768600"/>
          <p14:tracePt t="40107" x="3143250" y="2749550"/>
          <p14:tracePt t="40124" x="3130550" y="2711450"/>
          <p14:tracePt t="40140" x="3124200" y="2679700"/>
          <p14:tracePt t="40157" x="3124200" y="2667000"/>
          <p14:tracePt t="40173" x="3117850" y="2660650"/>
          <p14:tracePt t="40190" x="3111500" y="2654300"/>
          <p14:tracePt t="40206" x="3111500" y="2647950"/>
          <p14:tracePt t="40278" x="3117850" y="2647950"/>
          <p14:tracePt t="40299" x="3124200" y="2647950"/>
          <p14:tracePt t="40313" x="3130550" y="2647950"/>
          <p14:tracePt t="40334" x="3136900" y="2647950"/>
          <p14:tracePt t="40341" x="3143250" y="2647950"/>
          <p14:tracePt t="40362" x="3149600" y="2647950"/>
          <p14:tracePt t="40369" x="3155950" y="2647950"/>
          <p14:tracePt t="40383" x="3162300" y="2647950"/>
          <p14:tracePt t="40392" x="3175000" y="2647950"/>
          <p14:tracePt t="40411" x="3187700" y="2647950"/>
          <p14:tracePt t="40422" x="3194050" y="2647950"/>
          <p14:tracePt t="40439" x="3206750" y="2647950"/>
          <p14:tracePt t="40455" x="3213100" y="2654300"/>
          <p14:tracePt t="40472" x="3219450" y="2654300"/>
          <p14:tracePt t="40720" x="3206750" y="2654300"/>
          <p14:tracePt t="40755" x="3200400" y="2654300"/>
          <p14:tracePt t="40769" x="3194050" y="2654300"/>
          <p14:tracePt t="40784" x="3194050" y="2660650"/>
          <p14:tracePt t="40791" x="3187700" y="2660650"/>
          <p14:tracePt t="40812" x="3181350" y="2660650"/>
          <p14:tracePt t="40833" x="3175000" y="2660650"/>
          <p14:tracePt t="40861" x="3168650" y="2660650"/>
          <p14:tracePt t="40910" x="3168650" y="2667000"/>
          <p14:tracePt t="40924" x="3175000" y="2667000"/>
          <p14:tracePt t="40931" x="3181350" y="2667000"/>
          <p14:tracePt t="40945" x="3187700" y="2667000"/>
          <p14:tracePt t="40953" x="3200400" y="2673350"/>
          <p14:tracePt t="40970" x="3219450" y="2673350"/>
          <p14:tracePt t="40987" x="3270250" y="2673350"/>
          <p14:tracePt t="41004" x="3333750" y="2673350"/>
          <p14:tracePt t="41020" x="3352800" y="2673350"/>
          <p14:tracePt t="41037" x="3403600" y="2673350"/>
          <p14:tracePt t="41053" x="3441700" y="2673350"/>
          <p14:tracePt t="41070" x="3448050" y="2673350"/>
          <p14:tracePt t="41087" x="3467100" y="2673350"/>
          <p14:tracePt t="41114" x="3473450" y="2673350"/>
          <p14:tracePt t="41156" x="3473450" y="2679700"/>
          <p14:tracePt t="41212" x="3467100" y="2679700"/>
          <p14:tracePt t="41233" x="3460750" y="2686050"/>
          <p14:tracePt t="41254" x="3454400" y="2692400"/>
          <p14:tracePt t="41261" x="3454400" y="2698750"/>
          <p14:tracePt t="41296" x="3454400" y="2711450"/>
          <p14:tracePt t="41304" x="3454400" y="2717800"/>
          <p14:tracePt t="41317" x="3454400" y="2730500"/>
          <p14:tracePt t="41324" x="3454400" y="2749550"/>
          <p14:tracePt t="41335" x="3460750" y="2787650"/>
          <p14:tracePt t="41353" x="3467100" y="2832100"/>
          <p14:tracePt t="41369" x="3505200" y="2952750"/>
          <p14:tracePt t="41372" x="3536950" y="3035300"/>
          <p14:tracePt t="41402" x="3663950" y="3384550"/>
          <p14:tracePt t="41419" x="3714750" y="3505200"/>
          <p14:tracePt t="41435" x="3778250" y="3657600"/>
          <p14:tracePt t="41452" x="3898900" y="3962400"/>
          <p14:tracePt t="41469" x="3994150" y="4171950"/>
          <p14:tracePt t="41486" x="4064000" y="4343400"/>
          <p14:tracePt t="41501" x="4089400" y="4413250"/>
          <p14:tracePt t="41519" x="4140200" y="4514850"/>
          <p14:tracePt t="41535" x="4178300" y="4591050"/>
          <p14:tracePt t="41552" x="4197350" y="4622800"/>
          <p14:tracePt t="41568" x="4229100" y="4673600"/>
          <p14:tracePt t="41585" x="4254500" y="4718050"/>
          <p14:tracePt t="41602" x="4260850" y="4737100"/>
          <p14:tracePt t="41619" x="4273550" y="4762500"/>
          <p14:tracePt t="41635" x="4279900" y="4775200"/>
          <p14:tracePt t="41651" x="4286250" y="4775200"/>
          <p14:tracePt t="41668" x="4286250" y="4781550"/>
          <p14:tracePt t="41701" x="4286250" y="4787900"/>
          <p14:tracePt t="41746" x="4279900" y="4787900"/>
          <p14:tracePt t="41809" x="4273550" y="4787900"/>
          <p14:tracePt t="41816" x="4267200" y="4787900"/>
          <p14:tracePt t="41823" x="4260850" y="4794250"/>
          <p14:tracePt t="41837" x="4254500" y="4794250"/>
          <p14:tracePt t="41851" x="4248150" y="4794250"/>
          <p14:tracePt t="41867" x="4222750" y="4800600"/>
          <p14:tracePt t="41884" x="4216400" y="4800600"/>
          <p14:tracePt t="41900" x="4171950" y="4819650"/>
          <p14:tracePt t="41917" x="4121150" y="4826000"/>
          <p14:tracePt t="41935" x="4083050" y="4838700"/>
          <p14:tracePt t="41951" x="4057650" y="4845050"/>
          <p14:tracePt t="41966" x="4025900" y="4851400"/>
          <p14:tracePt t="41984" x="4000500" y="4851400"/>
          <p14:tracePt t="42000" x="3987800" y="4851400"/>
          <p14:tracePt t="42017" x="3975100" y="4857750"/>
          <p14:tracePt t="42034" x="3962400" y="4857750"/>
          <p14:tracePt t="42066" x="3956050" y="4857750"/>
          <p14:tracePt t="42084" x="3949700" y="4864100"/>
          <p14:tracePt t="42118" x="3943350" y="4864100"/>
          <p14:tracePt t="42216" x="3956050" y="4864100"/>
          <p14:tracePt t="42230" x="3962400" y="4864100"/>
          <p14:tracePt t="42244" x="3968750" y="4864100"/>
          <p14:tracePt t="42259" x="3981450" y="4864100"/>
          <p14:tracePt t="42267" x="3994150" y="4864100"/>
          <p14:tracePt t="42282" x="4006850" y="4864100"/>
          <p14:tracePt t="42301" x="4038600" y="4864100"/>
          <p14:tracePt t="42316" x="4083050" y="4864100"/>
          <p14:tracePt t="42332" x="4095750" y="4857750"/>
          <p14:tracePt t="42350" x="4108450" y="4857750"/>
          <p14:tracePt t="42406" x="4089400" y="4857750"/>
          <p14:tracePt t="42420" x="4076700" y="4857750"/>
          <p14:tracePt t="42427" x="4044950" y="4857750"/>
          <p14:tracePt t="42441" x="4019550" y="4857750"/>
          <p14:tracePt t="42449" x="3987800" y="4857750"/>
          <p14:tracePt t="42465" x="3949700" y="4857750"/>
          <p14:tracePt t="42483" x="3873500" y="4857750"/>
          <p14:tracePt t="42499" x="3816350" y="4857750"/>
          <p14:tracePt t="42515" x="3790950" y="4864100"/>
          <p14:tracePt t="42532" x="3759200" y="4864100"/>
          <p14:tracePt t="42548" x="3752850" y="4870450"/>
          <p14:tracePt t="42565" x="3746500" y="4870450"/>
          <p14:tracePt t="42610" x="3752850" y="4870450"/>
          <p14:tracePt t="42618" x="3771900" y="4864100"/>
          <p14:tracePt t="42632" x="3784600" y="4864100"/>
          <p14:tracePt t="42648" x="3803650" y="4864100"/>
          <p14:tracePt t="42665" x="3873500" y="4857750"/>
          <p14:tracePt t="42681" x="3968750" y="4851400"/>
          <p14:tracePt t="42699" x="4019550" y="4851400"/>
          <p14:tracePt t="42715" x="4089400" y="4851400"/>
          <p14:tracePt t="42731" x="4127500" y="4851400"/>
          <p14:tracePt t="42748" x="4140200" y="4851400"/>
          <p14:tracePt t="42764" x="4159250" y="4851400"/>
          <p14:tracePt t="42806" x="4159250" y="4845050"/>
          <p14:tracePt t="42869" x="4152900" y="4845050"/>
          <p14:tracePt t="42897" x="4146550" y="4845050"/>
          <p14:tracePt t="42911" x="4140200" y="4845050"/>
          <p14:tracePt t="45199" x="4114800" y="4845050"/>
          <p14:tracePt t="45207" x="4076700" y="4832350"/>
          <p14:tracePt t="45220" x="4032250" y="4813300"/>
          <p14:tracePt t="45227" x="3975100" y="4781550"/>
          <p14:tracePt t="45239" x="3924300" y="4775200"/>
          <p14:tracePt t="45256" x="3797300" y="4730750"/>
          <p14:tracePt t="45272" x="3721100" y="4705350"/>
          <p14:tracePt t="45290" x="3638550" y="4686300"/>
          <p14:tracePt t="45306" x="3441700" y="4622800"/>
          <p14:tracePt t="45322" x="3384550" y="4603750"/>
          <p14:tracePt t="45339" x="3289300" y="4565650"/>
          <p14:tracePt t="45355" x="3232150" y="4559300"/>
          <p14:tracePt t="45372" x="3136900" y="4533900"/>
          <p14:tracePt t="45389" x="3054350" y="4508500"/>
          <p14:tracePt t="45405" x="3022600" y="4489450"/>
          <p14:tracePt t="45422" x="2959100" y="4464050"/>
          <p14:tracePt t="45438" x="2901950" y="4451350"/>
          <p14:tracePt t="45454" x="2889250" y="4445000"/>
          <p14:tracePt t="45473" x="2851150" y="4425950"/>
          <p14:tracePt t="45488" x="2825750" y="4419600"/>
          <p14:tracePt t="45504" x="2813050" y="4413250"/>
          <p14:tracePt t="45522" x="2787650" y="4400550"/>
          <p14:tracePt t="45539" x="2768600" y="4387850"/>
          <p14:tracePt t="45555" x="2755900" y="4387850"/>
          <p14:tracePt t="45571" x="2730500" y="4381500"/>
          <p14:tracePt t="45588" x="2698750" y="4375150"/>
          <p14:tracePt t="45604" x="2679700" y="4368800"/>
          <p14:tracePt t="45621" x="2622550" y="4362450"/>
          <p14:tracePt t="45638" x="2590800" y="4356100"/>
          <p14:tracePt t="45655" x="2457450" y="4362450"/>
          <p14:tracePt t="45671" x="2419350" y="4362450"/>
          <p14:tracePt t="45687" x="2374900" y="4375150"/>
          <p14:tracePt t="45705" x="2317750" y="4387850"/>
          <p14:tracePt t="45721" x="2279650" y="4387850"/>
          <p14:tracePt t="45738" x="2266950" y="4387850"/>
          <p14:tracePt t="45754" x="2247900" y="4387850"/>
          <p14:tracePt t="45770" x="2241550" y="4387850"/>
          <p14:tracePt t="45790" x="2235200" y="4387850"/>
          <p14:tracePt t="45922" x="2247900" y="4394200"/>
          <p14:tracePt t="45929" x="2260600" y="4394200"/>
          <p14:tracePt t="45939" x="2273300" y="4400550"/>
          <p14:tracePt t="45953" x="2311400" y="4406900"/>
          <p14:tracePt t="45971" x="2419350" y="4445000"/>
          <p14:tracePt t="45986" x="2501900" y="4464050"/>
          <p14:tracePt t="46003" x="2711450" y="4514850"/>
          <p14:tracePt t="46021" x="2940050" y="4578350"/>
          <p14:tracePt t="46036" x="3060700" y="4610100"/>
          <p14:tracePt t="46053" x="3251200" y="4673600"/>
          <p14:tracePt t="46070" x="3397250" y="4711700"/>
          <p14:tracePt t="46086" x="3441700" y="4730750"/>
          <p14:tracePt t="46102" x="3505200" y="4762500"/>
          <p14:tracePt t="46119" x="3549650" y="4775200"/>
          <p14:tracePt t="46136" x="3562350" y="4781550"/>
          <p14:tracePt t="46153" x="3587750" y="4800600"/>
          <p14:tracePt t="46169" x="3613150" y="4819650"/>
          <p14:tracePt t="46186" x="3638550" y="4832350"/>
          <p14:tracePt t="46203" x="3683000" y="4864100"/>
          <p14:tracePt t="46219" x="3733800" y="4895850"/>
          <p14:tracePt t="46235" x="3752850" y="4908550"/>
          <p14:tracePt t="46254" x="3797300" y="4927600"/>
          <p14:tracePt t="46269" x="3816350" y="4933950"/>
          <p14:tracePt t="46286" x="3860800" y="4959350"/>
          <p14:tracePt t="46302" x="3886200" y="4972050"/>
          <p14:tracePt t="46319" x="3905250" y="4978400"/>
          <p14:tracePt t="46335" x="3917950" y="4984750"/>
          <p14:tracePt t="46352" x="3930650" y="4984750"/>
          <p14:tracePt t="46393" x="3937000" y="4984750"/>
          <p14:tracePt t="46744" x="3930650" y="4984750"/>
          <p14:tracePt t="47316" x="3911600" y="4984750"/>
          <p14:tracePt t="47323" x="3886200" y="4984750"/>
          <p14:tracePt t="47337" x="3848100" y="4984750"/>
          <p14:tracePt t="47348" x="3803650" y="4984750"/>
          <p14:tracePt t="47365" x="3689350" y="4991100"/>
          <p14:tracePt t="47382" x="3625850" y="5003800"/>
          <p14:tracePt t="47398" x="3441700" y="5010150"/>
          <p14:tracePt t="47415" x="3251200" y="5022850"/>
          <p14:tracePt t="47431" x="3162300" y="5041900"/>
          <p14:tracePt t="47449" x="2946400" y="5060950"/>
          <p14:tracePt t="47464" x="2743200" y="5086350"/>
          <p14:tracePt t="47481" x="2660650" y="5092700"/>
          <p14:tracePt t="47498" x="2520950" y="5111750"/>
          <p14:tracePt t="47515" x="2413000" y="5130800"/>
          <p14:tracePt t="47531" x="2355850" y="5149850"/>
          <p14:tracePt t="47548" x="2273300" y="5175250"/>
          <p14:tracePt t="47564" x="2190750" y="5207000"/>
          <p14:tracePt t="47581" x="2146300" y="5226050"/>
          <p14:tracePt t="47598" x="2057400" y="5257800"/>
          <p14:tracePt t="47614" x="2032000" y="5270500"/>
          <p14:tracePt t="47632" x="1949450" y="5302250"/>
          <p14:tracePt t="47647" x="1924050" y="5308600"/>
          <p14:tracePt t="47664" x="1898650" y="5327650"/>
          <p14:tracePt t="47681" x="1835150" y="5353050"/>
          <p14:tracePt t="47697" x="1784350" y="5372100"/>
          <p14:tracePt t="47714" x="1765300" y="5384800"/>
          <p14:tracePt t="47730" x="1701800" y="5410200"/>
          <p14:tracePt t="47747" x="1651000" y="5429250"/>
          <p14:tracePt t="47764" x="1600200" y="5454650"/>
          <p14:tracePt t="47780" x="1587500" y="5454650"/>
          <p14:tracePt t="47797" x="1562100" y="5467350"/>
          <p14:tracePt t="47815" x="1543050" y="5467350"/>
          <p14:tracePt t="47846" x="1536700" y="5467350"/>
          <p14:tracePt t="47885" x="1530350" y="5473700"/>
          <p14:tracePt t="48044" x="1536700" y="5473700"/>
          <p14:tracePt t="48051" x="1536700" y="5480050"/>
          <p14:tracePt t="48072" x="1543050" y="5480050"/>
          <p14:tracePt t="48082" x="1549400" y="5480050"/>
          <p14:tracePt t="48095" x="1555750" y="5480050"/>
          <p14:tracePt t="48112" x="1562100" y="5480050"/>
          <p14:tracePt t="48129" x="1574800" y="5486400"/>
          <p14:tracePt t="48146" x="1581150" y="5486400"/>
          <p14:tracePt t="48163" x="1587500" y="5486400"/>
          <p14:tracePt t="48179" x="1593850" y="5486400"/>
          <p14:tracePt t="48195" x="1606550" y="5492750"/>
          <p14:tracePt t="48228" x="1612900" y="5492750"/>
          <p14:tracePt t="48255" x="1619250" y="5492750"/>
          <p14:tracePt t="48304" x="1619250" y="5499100"/>
          <p14:tracePt t="48556" x="1619250" y="5505450"/>
          <p14:tracePt t="48571" x="1625600" y="5505450"/>
          <p14:tracePt t="48606" x="1631950" y="5505450"/>
          <p14:tracePt t="48697" x="1638300" y="5505450"/>
          <p14:tracePt t="48725" x="1644650" y="5505450"/>
          <p14:tracePt t="48732" x="1651000" y="5505450"/>
          <p14:tracePt t="48774" x="1657350" y="5505450"/>
          <p14:tracePt t="48781" x="1663700" y="5505450"/>
          <p14:tracePt t="48796" x="1670050" y="5505450"/>
          <p14:tracePt t="48810" x="1682750" y="5505450"/>
          <p14:tracePt t="48826" x="1701800" y="5505450"/>
          <p14:tracePt t="48843" x="1714500" y="5511800"/>
          <p14:tracePt t="48859" x="1739900" y="5518150"/>
          <p14:tracePt t="48876" x="1752600" y="5518150"/>
          <p14:tracePt t="48894" x="1771650" y="5524500"/>
          <p14:tracePt t="48926" x="1778000" y="5524500"/>
          <p14:tracePt t="49308" x="1790700" y="5530850"/>
          <p14:tracePt t="49315" x="1797050" y="5537200"/>
          <p14:tracePt t="49329" x="1809750" y="5549900"/>
          <p14:tracePt t="49341" x="1835150" y="5568950"/>
          <p14:tracePt t="49358" x="1911350" y="5607050"/>
          <p14:tracePt t="49374" x="1968500" y="5638800"/>
          <p14:tracePt t="49392" x="2108200" y="5695950"/>
          <p14:tracePt t="49408" x="2235200" y="5721350"/>
          <p14:tracePt t="49424" x="2305050" y="5740400"/>
          <p14:tracePt t="49442" x="2406650" y="5740400"/>
          <p14:tracePt t="49458" x="2514600" y="5740400"/>
          <p14:tracePt t="49474" x="2559050" y="5721350"/>
          <p14:tracePt t="49491" x="2628900" y="5695950"/>
          <p14:tracePt t="49507" x="2686050" y="5664200"/>
          <p14:tracePt t="49524" x="2705100" y="5651500"/>
          <p14:tracePt t="49541" x="2730500" y="5626100"/>
          <p14:tracePt t="49558" x="2743200" y="5607050"/>
          <p14:tracePt t="49575" x="2749550" y="5600700"/>
          <p14:tracePt t="49625" x="2743200" y="5600700"/>
          <p14:tracePt t="49737" x="2743200" y="5594350"/>
          <p14:tracePt t="49849" x="2749550" y="5588000"/>
          <p14:tracePt t="49919" x="2755900" y="5581650"/>
          <p14:tracePt t="50045" x="2755900" y="5575300"/>
          <p14:tracePt t="50151" x="2762250" y="5575300"/>
          <p14:tracePt t="50256" x="2762250" y="5581650"/>
          <p14:tracePt t="52277" x="2762250" y="5575300"/>
          <p14:tracePt t="52284" x="2768600" y="5543550"/>
          <p14:tracePt t="52301" x="2794000" y="5499100"/>
          <p14:tracePt t="52314" x="2838450" y="5403850"/>
          <p14:tracePt t="52331" x="2863850" y="5359400"/>
          <p14:tracePt t="52348" x="2901950" y="5257800"/>
          <p14:tracePt t="52364" x="2946400" y="5149850"/>
          <p14:tracePt t="52381" x="2965450" y="5080000"/>
          <p14:tracePt t="52398" x="3016250" y="4908550"/>
          <p14:tracePt t="52414" x="3035300" y="4819650"/>
          <p14:tracePt t="52431" x="3067050" y="4622800"/>
          <p14:tracePt t="52448" x="3086100" y="4445000"/>
          <p14:tracePt t="52464" x="3086100" y="4356100"/>
          <p14:tracePt t="52481" x="3086100" y="4178300"/>
          <p14:tracePt t="52497" x="3067050" y="4013200"/>
          <p14:tracePt t="52514" x="3054350" y="3930650"/>
          <p14:tracePt t="52517" x="3035300" y="3854450"/>
          <p14:tracePt t="52531" x="3016250" y="3797300"/>
          <p14:tracePt t="52547" x="2997200" y="3702050"/>
          <p14:tracePt t="52564" x="2990850" y="3663950"/>
          <p14:tracePt t="52580" x="2971800" y="3581400"/>
          <p14:tracePt t="52597" x="2959100" y="3511550"/>
          <p14:tracePt t="52614" x="2940050" y="3460750"/>
          <p14:tracePt t="52630" x="2921000" y="3416300"/>
          <p14:tracePt t="52647" x="2901950" y="3384550"/>
          <p14:tracePt t="52664" x="2870200" y="3327400"/>
          <p14:tracePt t="52680" x="2857500" y="3314700"/>
          <p14:tracePt t="52697" x="2844800" y="3302000"/>
          <p14:tracePt t="52713" x="2787650" y="3257550"/>
          <p14:tracePt t="52730" x="2717800" y="3187700"/>
          <p14:tracePt t="52747" x="2686050" y="3162300"/>
          <p14:tracePt t="52763" x="2609850" y="3111500"/>
          <p14:tracePt t="52780" x="2533650" y="3073400"/>
          <p14:tracePt t="52797" x="2463800" y="3054350"/>
          <p14:tracePt t="52813" x="2419350" y="3041650"/>
          <p14:tracePt t="52829" x="2355850" y="3022600"/>
          <p14:tracePt t="52847" x="2298700" y="3016250"/>
          <p14:tracePt t="52863" x="2273300" y="3016250"/>
          <p14:tracePt t="52879" x="2216150" y="3016250"/>
          <p14:tracePt t="52896" x="2152650" y="3028950"/>
          <p14:tracePt t="52913" x="2114550" y="3035300"/>
          <p14:tracePt t="52929" x="2070100" y="3054350"/>
          <p14:tracePt t="52946" x="1968500" y="3105150"/>
          <p14:tracePt t="52963" x="1936750" y="3117850"/>
          <p14:tracePt t="52980" x="1885950" y="3143250"/>
          <p14:tracePt t="52996" x="1860550" y="3149600"/>
          <p14:tracePt t="53012" x="1828800" y="3168650"/>
          <p14:tracePt t="53029" x="1797050" y="3175000"/>
          <p14:tracePt t="53045" x="1784350" y="3181350"/>
          <p14:tracePt t="53064" x="1771650" y="3187700"/>
          <p14:tracePt t="53079" x="1758950" y="3194050"/>
          <p14:tracePt t="53095" x="1752600" y="3194050"/>
          <p14:tracePt t="53112" x="1746250" y="3194050"/>
          <p14:tracePt t="53541" x="1758950" y="3194050"/>
          <p14:tracePt t="53547" x="1797050" y="3206750"/>
          <p14:tracePt t="53563" x="1816100" y="3213100"/>
          <p14:tracePt t="53577" x="1847850" y="3225800"/>
          <p14:tracePt t="53593" x="1898650" y="3238500"/>
          <p14:tracePt t="53611" x="1930400" y="3251200"/>
          <p14:tracePt t="53627" x="1943100" y="3251200"/>
          <p14:tracePt t="53643" x="1962150" y="3257550"/>
          <p14:tracePt t="53660" x="1987550" y="3263900"/>
          <p14:tracePt t="53693" x="2012950" y="3263900"/>
          <p14:tracePt t="53710" x="2025650" y="3270250"/>
          <p14:tracePt t="53728" x="2032000" y="3270250"/>
          <p14:tracePt t="53744" x="2044700" y="3270250"/>
          <p14:tracePt t="53760" x="2063750" y="3270250"/>
          <p14:tracePt t="53777" x="2070100" y="3270250"/>
          <p14:tracePt t="53793" x="2076450" y="3270250"/>
          <p14:tracePt t="53810" x="2089150" y="3276600"/>
          <p14:tracePt t="53826" x="2101850" y="3276600"/>
          <p14:tracePt t="53843" x="2114550" y="3276600"/>
          <p14:tracePt t="53859" x="2120900" y="3282950"/>
          <p14:tracePt t="53876" x="2139950" y="3282950"/>
          <p14:tracePt t="53893" x="2152650" y="3282950"/>
          <p14:tracePt t="53909" x="2159000" y="3282950"/>
          <p14:tracePt t="53927" x="2171700" y="3282950"/>
          <p14:tracePt t="53942" x="2184400" y="3282950"/>
          <p14:tracePt t="54004" x="2190750" y="3282950"/>
          <p14:tracePt t="54032" x="2197100" y="3282950"/>
          <p14:tracePt t="54039" x="2203450" y="3282950"/>
          <p14:tracePt t="54060" x="2209800" y="3282950"/>
          <p14:tracePt t="54081" x="2216150" y="3282950"/>
          <p14:tracePt t="54109" x="2222500" y="3282950"/>
          <p14:tracePt t="54152" x="2228850" y="3282950"/>
          <p14:tracePt t="54194" x="2235200" y="3276600"/>
          <p14:tracePt t="54243" x="2235200" y="3263900"/>
          <p14:tracePt t="54264" x="2235200" y="3257550"/>
          <p14:tracePt t="54292" x="2228850" y="3257550"/>
          <p14:tracePt t="54299" x="2228850" y="3251200"/>
          <p14:tracePt t="54320" x="2222500" y="3251200"/>
          <p14:tracePt t="54334" x="2216150" y="3251200"/>
          <p14:tracePt t="54344" x="2209800" y="3251200"/>
          <p14:tracePt t="54357" x="2203450" y="3251200"/>
          <p14:tracePt t="54374" x="2165350" y="3238500"/>
          <p14:tracePt t="54391" x="2108200" y="3232150"/>
          <p14:tracePt t="54407" x="2051050" y="3219450"/>
          <p14:tracePt t="54424" x="1987550" y="3213100"/>
          <p14:tracePt t="54441" x="1803400" y="3194050"/>
          <p14:tracePt t="54457" x="1739900" y="3181350"/>
          <p14:tracePt t="54473" x="1670050" y="3175000"/>
          <p14:tracePt t="54490" x="1581150" y="3168650"/>
          <p14:tracePt t="54507" x="1524000" y="3155950"/>
          <p14:tracePt t="54524" x="1492250" y="3149600"/>
          <p14:tracePt t="54540" x="1466850" y="3149600"/>
          <p14:tracePt t="54557" x="1460500" y="3149600"/>
          <p14:tracePt t="54575" x="1454150" y="3149600"/>
          <p14:tracePt t="54615" x="1447800" y="3149600"/>
          <p14:tracePt t="54664" x="1441450" y="3149600"/>
          <p14:tracePt t="54693" x="1435100" y="3155950"/>
          <p14:tracePt t="54708" x="1428750" y="3162300"/>
          <p14:tracePt t="54742" x="1422400" y="3162300"/>
          <p14:tracePt t="54763" x="1416050" y="3168650"/>
          <p14:tracePt t="54783" x="1409700" y="3168650"/>
          <p14:tracePt t="54790" x="1403350" y="3175000"/>
          <p14:tracePt t="54811" x="1397000" y="3175000"/>
          <p14:tracePt t="54826" x="1390650" y="3175000"/>
          <p14:tracePt t="54854" x="1384300" y="3175000"/>
          <p14:tracePt t="54882" x="1371600" y="3175000"/>
          <p14:tracePt t="54903" x="1365250" y="3175000"/>
          <p14:tracePt t="54924" x="1358900" y="3175000"/>
          <p14:tracePt t="54952" x="1352550" y="3175000"/>
          <p14:tracePt t="54987" x="1346200" y="3175000"/>
          <p14:tracePt t="55064" x="1352550" y="3175000"/>
          <p14:tracePt t="55072" x="1358900" y="3175000"/>
          <p14:tracePt t="55086" x="1365250" y="3175000"/>
          <p14:tracePt t="55092" x="1377950" y="3175000"/>
          <p14:tracePt t="55108" x="1390650" y="3175000"/>
          <p14:tracePt t="55122" x="1409700" y="3175000"/>
          <p14:tracePt t="55138" x="1466850" y="3162300"/>
          <p14:tracePt t="55156" x="1543050" y="3130550"/>
          <p14:tracePt t="55171" x="1574800" y="3124200"/>
          <p14:tracePt t="55188" x="1644650" y="3098800"/>
          <p14:tracePt t="55205" x="1739900" y="3079750"/>
          <p14:tracePt t="55221" x="1790700" y="3073400"/>
          <p14:tracePt t="55238" x="1873250" y="3067050"/>
          <p14:tracePt t="55255" x="1943100" y="3067050"/>
          <p14:tracePt t="55271" x="1981200" y="3067050"/>
          <p14:tracePt t="55288" x="2025650" y="3067050"/>
          <p14:tracePt t="55304" x="2076450" y="3060700"/>
          <p14:tracePt t="55321" x="2089150" y="3060700"/>
          <p14:tracePt t="55338" x="2114550" y="3060700"/>
          <p14:tracePt t="55354" x="2139950" y="3060700"/>
          <p14:tracePt t="55370" x="2152650" y="3060700"/>
          <p14:tracePt t="55388" x="2178050" y="3060700"/>
          <p14:tracePt t="55404" x="2190750" y="3067050"/>
          <p14:tracePt t="55421" x="2222500" y="3067050"/>
          <p14:tracePt t="55437" x="2260600" y="3079750"/>
          <p14:tracePt t="55454" x="2286000" y="3079750"/>
          <p14:tracePt t="55470" x="2349500" y="3086100"/>
          <p14:tracePt t="55487" x="2419350" y="3105150"/>
          <p14:tracePt t="55503" x="2463800" y="3111500"/>
          <p14:tracePt t="55521" x="2533650" y="3117850"/>
          <p14:tracePt t="55537" x="2603500" y="3124200"/>
          <p14:tracePt t="55553" x="2628900" y="3124200"/>
          <p14:tracePt t="55557" x="2660650" y="3130550"/>
          <p14:tracePt t="55570" x="2679700" y="3130550"/>
          <p14:tracePt t="55586" x="2705100" y="3130550"/>
          <p14:tracePt t="55603" x="2717800" y="3136900"/>
          <p14:tracePt t="55620" x="2724150" y="3136900"/>
          <p14:tracePt t="55668" x="2717800" y="3136900"/>
          <p14:tracePt t="55675" x="2711450" y="3143250"/>
          <p14:tracePt t="55689" x="2698750" y="3143250"/>
          <p14:tracePt t="55703" x="2667000" y="3149600"/>
          <p14:tracePt t="55719" x="2635250" y="3155950"/>
          <p14:tracePt t="55736" x="2584450" y="3168650"/>
          <p14:tracePt t="55753" x="2438400" y="3219450"/>
          <p14:tracePt t="55770" x="2254250" y="3276600"/>
          <p14:tracePt t="55786" x="2171700" y="3321050"/>
          <p14:tracePt t="55803" x="2051050" y="3378200"/>
          <p14:tracePt t="55819" x="1968500" y="3429000"/>
          <p14:tracePt t="55837" x="1949450" y="3441700"/>
          <p14:tracePt t="55852" x="1924050" y="3460750"/>
          <p14:tracePt t="55869" x="1911350" y="3473450"/>
          <p14:tracePt t="55914" x="1911350" y="3479800"/>
          <p14:tracePt t="55978" x="1911350" y="3486150"/>
          <p14:tracePt t="55986" x="1917700" y="3486150"/>
          <p14:tracePt t="55998" x="1924050" y="3486150"/>
          <p14:tracePt t="56020" x="1930400" y="3492500"/>
          <p14:tracePt t="56026" x="1936750" y="3492500"/>
          <p14:tracePt t="56041" x="1943100" y="3492500"/>
          <p14:tracePt t="56052" x="1955800" y="3492500"/>
          <p14:tracePt t="56069" x="1987550" y="3498850"/>
          <p14:tracePt t="56085" x="2006600" y="3498850"/>
          <p14:tracePt t="56102" x="2076450" y="3505200"/>
          <p14:tracePt t="56118" x="2139950" y="3505200"/>
          <p14:tracePt t="56135" x="2184400" y="3505200"/>
          <p14:tracePt t="56151" x="2254250" y="3505200"/>
          <p14:tracePt t="56168" x="2311400" y="3505200"/>
          <p14:tracePt t="56184" x="2336800" y="3492500"/>
          <p14:tracePt t="56202" x="2368550" y="3492500"/>
          <p14:tracePt t="56217" x="2387600" y="3492500"/>
          <p14:tracePt t="56234" x="2393950" y="3492500"/>
          <p14:tracePt t="56268" x="2400300" y="3492500"/>
          <p14:tracePt t="56357" x="2406650" y="3492500"/>
          <p14:tracePt t="56462" x="2413000" y="3498850"/>
          <p14:tracePt t="56469" x="2419350" y="3498850"/>
          <p14:tracePt t="56518" x="2425700" y="3498850"/>
          <p14:tracePt t="56568" x="2432050" y="3498850"/>
          <p14:tracePt t="56581" x="2438400" y="3498850"/>
          <p14:tracePt t="56588" x="2444750" y="3498850"/>
          <p14:tracePt t="56603" x="2444750" y="3492500"/>
          <p14:tracePt t="56617" x="2451100" y="3492500"/>
          <p14:tracePt t="56633" x="2463800" y="3486150"/>
          <p14:tracePt t="56650" x="2470150" y="3486150"/>
          <p14:tracePt t="56666" x="2501900" y="3460750"/>
          <p14:tracePt t="56683" x="2546350" y="3441700"/>
          <p14:tracePt t="56700" x="2565400" y="3429000"/>
          <p14:tracePt t="56717" x="2628900" y="3378200"/>
          <p14:tracePt t="56733" x="2711450" y="3295650"/>
          <p14:tracePt t="56750" x="2825750" y="3181350"/>
          <p14:tracePt t="56766" x="2882900" y="3105150"/>
          <p14:tracePt t="56783" x="2946400" y="3016250"/>
          <p14:tracePt t="56799" x="3073400" y="2787650"/>
          <p14:tracePt t="56816" x="3251200" y="2444750"/>
          <p14:tracePt t="56832" x="3333750" y="2228850"/>
          <p14:tracePt t="56849" x="3556000" y="1701800"/>
          <p14:tracePt t="56866" x="3619500" y="1536700"/>
          <p14:tracePt t="56884" x="3708400" y="1314450"/>
          <p14:tracePt t="56899" x="3752850" y="1168400"/>
          <p14:tracePt t="56915" x="3771900" y="1123950"/>
          <p14:tracePt t="56932" x="3784600" y="1079500"/>
          <p14:tracePt t="56949" x="3784600" y="1066800"/>
          <p14:tracePt t="57037" x="3784600" y="1073150"/>
          <p14:tracePt t="57101" x="3790950" y="1079500"/>
          <p14:tracePt t="57150" x="3797300" y="1079500"/>
          <p14:tracePt t="57431" x="3790950" y="1073150"/>
          <p14:tracePt t="57452" x="3784600" y="1066800"/>
          <p14:tracePt t="57515" x="3778250" y="1060450"/>
          <p14:tracePt t="57550" x="3771900" y="1060450"/>
          <p14:tracePt t="57571" x="3765550" y="1054100"/>
          <p14:tracePt t="57593" x="3765550" y="1047750"/>
          <p14:tracePt t="57599" x="3765550" y="1041400"/>
          <p14:tracePt t="57615" x="3765550" y="1035050"/>
          <p14:tracePt t="57635" x="3771900" y="1035050"/>
          <p14:tracePt t="57646" x="3778250" y="1035050"/>
          <p14:tracePt t="57663" x="3784600" y="1028700"/>
          <p14:tracePt t="57679" x="3790950" y="1022350"/>
          <p14:tracePt t="57696" x="3816350" y="1016000"/>
          <p14:tracePt t="57713" x="3841750" y="1003300"/>
          <p14:tracePt t="57729" x="3854450" y="996950"/>
          <p14:tracePt t="57747" x="3873500" y="990600"/>
          <p14:tracePt t="57762" x="3892550" y="977900"/>
          <p14:tracePt t="57796" x="3898900" y="977900"/>
          <p14:tracePt t="57943" x="3892550" y="977900"/>
          <p14:tracePt t="57992" x="3886200" y="977900"/>
          <p14:tracePt t="58042" x="3879850" y="984250"/>
          <p14:tracePt t="58105" x="3873500" y="984250"/>
          <p14:tracePt t="60022" x="3867150" y="984250"/>
          <p14:tracePt t="60028" x="3860800" y="984250"/>
          <p14:tracePt t="60043" x="3848100" y="990600"/>
          <p14:tracePt t="60054" x="3835400" y="996950"/>
          <p14:tracePt t="60071" x="3829050" y="996950"/>
          <p14:tracePt t="60088" x="3822700" y="996950"/>
          <p14:tracePt t="60338" x="3829050" y="996950"/>
          <p14:tracePt t="60373" x="3835400" y="996950"/>
          <p14:tracePt t="60492" x="3841750" y="996950"/>
          <p14:tracePt t="60541" x="3848100" y="996950"/>
          <p14:tracePt t="60618" x="3854450" y="996950"/>
          <p14:tracePt t="60633" x="3860800" y="996950"/>
          <p14:tracePt t="60639" x="3867150" y="996950"/>
          <p14:tracePt t="60661" x="3873500" y="996950"/>
          <p14:tracePt t="60682" x="3879850" y="996950"/>
          <p14:tracePt t="60703" x="3886200" y="996950"/>
          <p14:tracePt t="60710" x="3892550" y="996950"/>
          <p14:tracePt t="60723" x="3898900" y="996950"/>
          <p14:tracePt t="60736" x="3905250" y="996950"/>
          <p14:tracePt t="60752" x="3911600" y="996950"/>
          <p14:tracePt t="60769" x="3917950" y="996950"/>
          <p14:tracePt t="60785" x="3924300" y="996950"/>
          <p14:tracePt t="60802" x="3930650" y="996950"/>
          <p14:tracePt t="60822" x="3937000" y="996950"/>
          <p14:tracePt t="60843" x="3943350" y="996950"/>
          <p14:tracePt t="60871" x="3949700" y="996950"/>
          <p14:tracePt t="60956" x="3956050" y="996950"/>
          <p14:tracePt t="64482" x="3949700" y="1016000"/>
          <p14:tracePt t="64496" x="3937000" y="1060450"/>
          <p14:tracePt t="64503" x="3917950" y="1111250"/>
          <p14:tracePt t="64517" x="3873500" y="1181100"/>
          <p14:tracePt t="64525" x="3848100" y="1276350"/>
          <p14:tracePt t="64539" x="3816350" y="1377950"/>
          <p14:tracePt t="64555" x="3727450" y="1612900"/>
          <p14:tracePt t="64574" x="3625850" y="1885950"/>
          <p14:tracePt t="64588" x="3581400" y="2019300"/>
          <p14:tracePt t="64605" x="3467100" y="2387600"/>
          <p14:tracePt t="64622" x="3359150" y="2774950"/>
          <p14:tracePt t="64638" x="3308350" y="2933700"/>
          <p14:tracePt t="64655" x="3219450" y="3270250"/>
          <p14:tracePt t="64672" x="3136900" y="3581400"/>
          <p14:tracePt t="64688" x="3098800" y="3683000"/>
          <p14:tracePt t="64691" x="3054350" y="3816350"/>
          <p14:tracePt t="64722" x="2921000" y="4171950"/>
          <p14:tracePt t="64738" x="2882900" y="4279900"/>
          <p14:tracePt t="64756" x="2794000" y="4489450"/>
          <p14:tracePt t="64771" x="2768600" y="4578350"/>
          <p14:tracePt t="64788" x="2692400" y="4743450"/>
          <p14:tracePt t="64805" x="2641600" y="4914900"/>
          <p14:tracePt t="64821" x="2622550" y="4978400"/>
          <p14:tracePt t="64838" x="2590800" y="5099050"/>
          <p14:tracePt t="64855" x="2552700" y="5175250"/>
          <p14:tracePt t="64871" x="2546350" y="5232400"/>
          <p14:tracePt t="64889" x="2527300" y="5334000"/>
          <p14:tracePt t="64904" x="2501900" y="5454650"/>
          <p14:tracePt t="64921" x="2489200" y="5524500"/>
          <p14:tracePt t="64938" x="2476500" y="5607050"/>
          <p14:tracePt t="64954" x="2476500" y="5708650"/>
          <p14:tracePt t="64971" x="2476500" y="5734050"/>
          <p14:tracePt t="64988" x="2476500" y="5816600"/>
          <p14:tracePt t="65004" x="2482850" y="5886450"/>
          <p14:tracePt t="65021" x="2482850" y="5905500"/>
          <p14:tracePt t="65037" x="2495550" y="5924550"/>
          <p14:tracePt t="65054" x="2495550" y="5930900"/>
          <p14:tracePt t="65070" x="2501900" y="5930900"/>
          <p14:tracePt t="65104" x="2508250" y="5937250"/>
          <p14:tracePt t="65121" x="2520950" y="5937250"/>
          <p14:tracePt t="65136" x="2533650" y="5937250"/>
          <p14:tracePt t="65154" x="2546350" y="5937250"/>
          <p14:tracePt t="65170" x="2571750" y="5937250"/>
          <p14:tracePt t="65187" x="2609850" y="5937250"/>
          <p14:tracePt t="65205" x="2654300" y="5937250"/>
          <p14:tracePt t="65220" x="2679700" y="5937250"/>
          <p14:tracePt t="65236" x="2730500" y="5930900"/>
          <p14:tracePt t="65255" x="2768600" y="5930900"/>
          <p14:tracePt t="65270" x="2794000" y="5930900"/>
          <p14:tracePt t="65286" x="2819400" y="5924550"/>
          <p14:tracePt t="65304" x="2844800" y="5911850"/>
          <p14:tracePt t="65336" x="2851150" y="5905500"/>
          <p14:tracePt t="65353" x="2870200" y="5892800"/>
          <p14:tracePt t="65369" x="2876550" y="5886450"/>
          <p14:tracePt t="65386" x="2882900" y="5880100"/>
          <p14:tracePt t="65403" x="2889250" y="5873750"/>
          <p14:tracePt t="65419" x="2895600" y="5867400"/>
          <p14:tracePt t="65437" x="2895600" y="5861050"/>
          <p14:tracePt t="65452" x="2895600" y="5854700"/>
          <p14:tracePt t="65468" x="2901950" y="5842000"/>
          <p14:tracePt t="65502" x="2908300" y="5835650"/>
          <p14:tracePt t="65537" x="2914650" y="5829300"/>
          <p14:tracePt t="65577" x="2914650" y="5822950"/>
          <p14:tracePt t="65612" x="2914650" y="5816600"/>
          <p14:tracePt t="65648" x="2921000" y="5810250"/>
          <p14:tracePt t="65676" x="2927350" y="5797550"/>
          <p14:tracePt t="65704" x="2927350" y="5791200"/>
          <p14:tracePt t="65739" x="2933700" y="5791200"/>
          <p14:tracePt t="65809" x="2933700" y="5784850"/>
          <p14:tracePt t="65963" x="2940050" y="5778500"/>
          <p14:tracePt t="65985" x="2940050" y="5772150"/>
          <p14:tracePt t="65998" x="2946400" y="5765800"/>
          <p14:tracePt t="66006" x="2952750" y="5765800"/>
          <p14:tracePt t="66027" x="2959100" y="5759450"/>
          <p14:tracePt t="66069" x="2965450" y="5753100"/>
          <p14:tracePt t="66097" x="2971800" y="5753100"/>
          <p14:tracePt t="66104" x="2971800" y="5746750"/>
          <p14:tracePt t="66125" x="2971800" y="5740400"/>
          <p14:tracePt t="66160" x="2978150" y="5740400"/>
          <p14:tracePt t="66187" x="2984500" y="5734050"/>
          <p14:tracePt t="66230" x="2990850" y="5734050"/>
        </p14:tracePtLst>
      </p14:laserTraceLst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3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Scope.prt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5556701" y="5047488"/>
            <a:ext cx="3440799" cy="592393"/>
          </a:xfrm>
          <a:prstGeom prst="wedgeRoundRectCallout">
            <a:avLst>
              <a:gd name="adj1" fmla="val -103508"/>
              <a:gd name="adj2" fmla="val 20508"/>
              <a:gd name="adj3" fmla="val 16667"/>
            </a:avLst>
          </a:prstGeom>
          <a:solidFill>
            <a:srgbClr val="CCFFCC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006600"/>
                </a:solidFill>
                <a:latin typeface="Times New Roman" charset="0"/>
              </a:rPr>
              <a:t>Q: Can we do this?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562600" y="5884607"/>
            <a:ext cx="3440799" cy="820993"/>
          </a:xfrm>
          <a:prstGeom prst="wedgeRoundRectCallout">
            <a:avLst>
              <a:gd name="adj1" fmla="val -114511"/>
              <a:gd name="adj2" fmla="val -92115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t" anchorCtr="0" compatLnSpc="1">
            <a:prstTxWarp prst="textNoShape">
              <a:avLst/>
            </a:prstTxWarp>
          </a:bodyPr>
          <a:lstStyle/>
          <a:p>
            <a:pPr marL="514350" indent="-514350">
              <a:lnSpc>
                <a:spcPct val="70000"/>
              </a:lnSpc>
            </a:pPr>
            <a:r>
              <a:rPr lang="en-US" sz="3200" dirty="0">
                <a:solidFill>
                  <a:srgbClr val="7030A0"/>
                </a:solidFill>
                <a:latin typeface="Times New Roman" charset="0"/>
              </a:rPr>
              <a:t>A: Yes, because we gave an object.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5276088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221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11"/>
    </mc:Choice>
    <mc:Fallback xmlns="">
      <p:transition spd="slow" advTm="184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nimBg="1"/>
      <p:bldP spid="3" grpId="1" animBg="1"/>
      <p:bldP spid="5" grpId="0" animBg="1"/>
      <p:bldP spid="5" grpId="1" animBg="1"/>
    </p:bldLst>
  </p:timing>
  <p:extLst>
    <p:ext uri="{3A86A75C-4F4B-4683-9AE1-C65F6400EC91}">
      <p14:laserTraceLst xmlns:p14="http://schemas.microsoft.com/office/powerpoint/2010/main">
        <p14:tracePtLst>
          <p14:tracePt t="958" x="2984500" y="5727700"/>
          <p14:tracePt t="974" x="2933700" y="5708650"/>
          <p14:tracePt t="990" x="2882900" y="5702300"/>
          <p14:tracePt t="1009" x="2825750" y="5702300"/>
          <p14:tracePt t="1024" x="2800350" y="5702300"/>
          <p14:tracePt t="1040" x="2749550" y="5683250"/>
          <p14:tracePt t="1058" x="2698750" y="5683250"/>
          <p14:tracePt t="1073" x="2679700" y="5683250"/>
          <p14:tracePt t="1090" x="2660650" y="5683250"/>
          <p14:tracePt t="1107" x="2603500" y="5676900"/>
          <p14:tracePt t="1123" x="2590800" y="5676900"/>
          <p14:tracePt t="1183" x="2527300" y="5670550"/>
          <p14:tracePt t="1206" x="2508250" y="5664200"/>
          <p14:tracePt t="1222" x="2482850" y="5651500"/>
          <p14:tracePt t="1239" x="2457450" y="5645150"/>
          <p14:tracePt t="1256" x="2444750" y="5638800"/>
          <p14:tracePt t="1272" x="2400300" y="5632450"/>
          <p14:tracePt t="1289" x="2362200" y="5626100"/>
          <p14:tracePt t="1306" x="2343150" y="5619750"/>
          <p14:tracePt t="1322" x="2311400" y="5619750"/>
          <p14:tracePt t="1339" x="2273300" y="5613400"/>
          <p14:tracePt t="1355" x="2266950" y="5613400"/>
          <p14:tracePt t="1372" x="2260600" y="5607050"/>
          <p14:tracePt t="1388" x="2247900" y="5607050"/>
          <p14:tracePt t="1405" x="2241550" y="5607050"/>
          <p14:tracePt t="1423" x="2235200" y="5607050"/>
          <p14:tracePt t="1438" x="2222500" y="5607050"/>
          <p14:tracePt t="1455" x="2216150" y="5600700"/>
          <p14:tracePt t="1521" x="2209800" y="5600700"/>
          <p14:tracePt t="1563" x="2203450" y="5594350"/>
          <p14:tracePt t="1598" x="2197100" y="5594350"/>
          <p14:tracePt t="1613" x="2190750" y="5594350"/>
          <p14:tracePt t="1619" x="2184400" y="5588000"/>
          <p14:tracePt t="1634" x="2178050" y="5588000"/>
          <p14:tracePt t="1662" x="2171700" y="5588000"/>
          <p14:tracePt t="1683" x="2165350" y="5588000"/>
          <p14:tracePt t="1689" x="2159000" y="5588000"/>
          <p14:tracePt t="1706" x="2146300" y="5588000"/>
          <p14:tracePt t="1720" x="2133600" y="5588000"/>
          <p14:tracePt t="1737" x="2108200" y="5581650"/>
          <p14:tracePt t="1754" x="2070100" y="5581650"/>
          <p14:tracePt t="1770" x="2057400" y="5581650"/>
          <p14:tracePt t="1774" x="2038350" y="5581650"/>
          <p14:tracePt t="1787" x="2012950" y="5581650"/>
          <p14:tracePt t="1803" x="1981200" y="5588000"/>
          <p14:tracePt t="1820" x="1968500" y="5588000"/>
          <p14:tracePt t="1837" x="1943100" y="5594350"/>
          <p14:tracePt t="1853" x="1936750" y="5600700"/>
          <p14:tracePt t="1870" x="1930400" y="5607050"/>
          <p14:tracePt t="1887" x="1917700" y="5613400"/>
          <p14:tracePt t="1903" x="1911350" y="5619750"/>
          <p14:tracePt t="1936" x="1905000" y="5626100"/>
          <p14:tracePt t="2062" x="1911350" y="5626100"/>
          <p14:tracePt t="2076" x="1917700" y="5632450"/>
          <p14:tracePt t="2083" x="1924050" y="5632450"/>
          <p14:tracePt t="2090" x="1930400" y="5632450"/>
          <p14:tracePt t="2111" x="1936750" y="5632450"/>
          <p14:tracePt t="2125" x="1943100" y="5632450"/>
          <p14:tracePt t="2146" x="1955800" y="5632450"/>
          <p14:tracePt t="2155" x="1962150" y="5632450"/>
          <p14:tracePt t="2169" x="1974850" y="5632450"/>
          <p14:tracePt t="2186" x="2006600" y="5632450"/>
          <p14:tracePt t="2203" x="2038350" y="5632450"/>
          <p14:tracePt t="2219" x="2057400" y="5632450"/>
          <p14:tracePt t="2236" x="2101850" y="5638800"/>
          <p14:tracePt t="2252" x="2133600" y="5638800"/>
          <p14:tracePt t="2269" x="2146300" y="5638800"/>
          <p14:tracePt t="2272" x="2159000" y="5645150"/>
          <p14:tracePt t="2288" x="2165350" y="5645150"/>
          <p14:tracePt t="2335" x="2171700" y="5645150"/>
          <p14:tracePt t="2427" x="2178050" y="5645150"/>
          <p14:tracePt t="2525" x="2178050" y="5638800"/>
          <p14:tracePt t="2553" x="2184400" y="5632450"/>
          <p14:tracePt t="3003" x="2171700" y="5632450"/>
          <p14:tracePt t="3017" x="2152650" y="5632450"/>
          <p14:tracePt t="3023" x="2146300" y="5632450"/>
          <p14:tracePt t="3037" x="2133600" y="5632450"/>
          <p14:tracePt t="3049" x="2127250" y="5632450"/>
          <p14:tracePt t="3069" x="2120900" y="5632450"/>
          <p14:tracePt t="3083" x="2108200" y="5632450"/>
          <p14:tracePt t="3099" x="2095500" y="5632450"/>
          <p14:tracePt t="3116" x="2089150" y="5632450"/>
          <p14:tracePt t="3417" x="2089150" y="5626100"/>
          <p14:tracePt t="3424" x="2082800" y="5626100"/>
          <p14:tracePt t="3445" x="2076450" y="5626100"/>
          <p14:tracePt t="3459" x="2063750" y="5626100"/>
          <p14:tracePt t="3467" x="2063750" y="5619750"/>
          <p14:tracePt t="3482" x="2057400" y="5619750"/>
          <p14:tracePt t="3498" x="2051050" y="5619750"/>
          <p14:tracePt t="3517" x="2044700" y="5619750"/>
          <p14:tracePt t="3536" x="2038350" y="5619750"/>
          <p14:tracePt t="3557" x="2032000" y="5613400"/>
          <p14:tracePt t="3567" x="2025650" y="5613400"/>
          <p14:tracePt t="3585" x="2019300" y="5613400"/>
          <p14:tracePt t="3601" x="2012950" y="5613400"/>
          <p14:tracePt t="3614" x="2006600" y="5613400"/>
          <p14:tracePt t="3630" x="2000250" y="5613400"/>
          <p14:tracePt t="3648" x="1974850" y="5607050"/>
          <p14:tracePt t="3664" x="1962150" y="5607050"/>
          <p14:tracePt t="3680" x="1917700" y="5600700"/>
          <p14:tracePt t="3698" x="1873250" y="5588000"/>
          <p14:tracePt t="3714" x="1847850" y="5588000"/>
          <p14:tracePt t="3730" x="1803400" y="5581650"/>
          <p14:tracePt t="3747" x="1758950" y="5581650"/>
          <p14:tracePt t="3763" x="1739900" y="5581650"/>
          <p14:tracePt t="3780" x="1720850" y="5575300"/>
          <p14:tracePt t="3797" x="1701800" y="5575300"/>
          <p14:tracePt t="3817" x="1695450" y="5575300"/>
          <p14:tracePt t="3830" x="1689100" y="5575300"/>
          <p14:tracePt t="3846" x="1676400" y="5575300"/>
          <p14:tracePt t="3863" x="1670050" y="5575300"/>
          <p14:tracePt t="3880" x="1663700" y="5568950"/>
          <p14:tracePt t="3916" x="1657350" y="5568950"/>
          <p14:tracePt t="3944" x="1651000" y="5568950"/>
          <p14:tracePt t="3979" x="1644650" y="5568950"/>
          <p14:tracePt t="4014" x="1638300" y="5568950"/>
          <p14:tracePt t="4218" x="1644650" y="5568950"/>
          <p14:tracePt t="4232" x="1657350" y="5568950"/>
          <p14:tracePt t="4238" x="1670050" y="5568950"/>
          <p14:tracePt t="4253" x="1701800" y="5581650"/>
          <p14:tracePt t="4261" x="1720850" y="5581650"/>
          <p14:tracePt t="4278" x="1746250" y="5588000"/>
          <p14:tracePt t="4295" x="1790700" y="5594350"/>
          <p14:tracePt t="4312" x="1828800" y="5600700"/>
          <p14:tracePt t="4328" x="1841500" y="5600700"/>
          <p14:tracePt t="4345" x="1860550" y="5600700"/>
          <p14:tracePt t="4361" x="1873250" y="5600700"/>
          <p14:tracePt t="4464" x="1873250" y="5607050"/>
          <p14:tracePt t="4534" x="1879600" y="5607050"/>
          <p14:tracePt t="4568" x="1885950" y="5607050"/>
          <p14:tracePt t="4590" x="1892300" y="5607050"/>
          <p14:tracePt t="4604" x="1905000" y="5607050"/>
          <p14:tracePt t="4613" x="1911350" y="5607050"/>
          <p14:tracePt t="4627" x="1924050" y="5607050"/>
          <p14:tracePt t="4644" x="1955800" y="5607050"/>
          <p14:tracePt t="4660" x="2012950" y="5607050"/>
          <p14:tracePt t="4677" x="2032000" y="5607050"/>
          <p14:tracePt t="4694" x="2089150" y="5607050"/>
          <p14:tracePt t="4710" x="2139950" y="5600700"/>
          <p14:tracePt t="4727" x="2165350" y="5600700"/>
          <p14:tracePt t="4744" x="2209800" y="5588000"/>
          <p14:tracePt t="4760" x="2228850" y="5588000"/>
          <p14:tracePt t="4777" x="2241550" y="5581650"/>
          <p14:tracePt t="4794" x="2254250" y="5581650"/>
          <p14:tracePt t="4810" x="2266950" y="5581650"/>
          <p14:tracePt t="4827" x="2286000" y="5581650"/>
          <p14:tracePt t="4843" x="2298700" y="5581650"/>
          <p14:tracePt t="4877" x="2317750" y="5581650"/>
          <p14:tracePt t="4893" x="2336800" y="5581650"/>
          <p14:tracePt t="4909" x="2349500" y="5581650"/>
          <p14:tracePt t="4926" x="2368550" y="5581650"/>
          <p14:tracePt t="4943" x="2406650" y="5581650"/>
          <p14:tracePt t="4959" x="2425700" y="5581650"/>
          <p14:tracePt t="4976" x="2457450" y="5581650"/>
          <p14:tracePt t="4992" x="2489200" y="5581650"/>
          <p14:tracePt t="5009" x="2508250" y="5581650"/>
          <p14:tracePt t="5026" x="2527300" y="5581650"/>
          <p14:tracePt t="5042" x="2546350" y="5581650"/>
          <p14:tracePt t="5060" x="2559050" y="5581650"/>
          <p14:tracePt t="5076" x="2571750" y="5581650"/>
          <p14:tracePt t="5092" x="2578100" y="5581650"/>
          <p14:tracePt t="5110" x="2616200" y="5575300"/>
          <p14:tracePt t="5125" x="2628900" y="5575300"/>
          <p14:tracePt t="5142" x="2641600" y="5575300"/>
          <p14:tracePt t="5159" x="2673350" y="5568950"/>
          <p14:tracePt t="5176" x="2711450" y="5568950"/>
          <p14:tracePt t="5192" x="2724150" y="5568950"/>
          <p14:tracePt t="5209" x="2768600" y="5568950"/>
          <p14:tracePt t="5224" x="2806700" y="5568950"/>
          <p14:tracePt t="5242" x="2844800" y="5568950"/>
          <p14:tracePt t="5258" x="2857500" y="5568950"/>
          <p14:tracePt t="5275" x="2882900" y="5568950"/>
          <p14:tracePt t="5292" x="2895600" y="5556250"/>
          <p14:tracePt t="5308" x="2908300" y="5556250"/>
          <p14:tracePt t="5324" x="2921000" y="5549900"/>
          <p14:tracePt t="5342" x="2933700" y="5549900"/>
          <p14:tracePt t="5375" x="2940050" y="5549900"/>
          <p14:tracePt t="5397" x="2946400" y="5549900"/>
          <p14:tracePt t="5453" x="2952750" y="5549900"/>
          <p14:tracePt t="5517" x="2952750" y="5556250"/>
          <p14:tracePt t="5566" x="2959100" y="5556250"/>
          <p14:tracePt t="5636" x="2971800" y="5556250"/>
          <p14:tracePt t="5658" x="2978150" y="5549900"/>
          <p14:tracePt t="5671" x="2990850" y="5549900"/>
          <p14:tracePt t="5678" x="3003550" y="5543550"/>
          <p14:tracePt t="5693" x="3009900" y="5543550"/>
          <p14:tracePt t="5707" x="3048000" y="5530850"/>
          <p14:tracePt t="5724" x="3067050" y="5524500"/>
          <p14:tracePt t="5740" x="3117850" y="5505450"/>
          <p14:tracePt t="5756" x="3168650" y="5480050"/>
          <p14:tracePt t="5773" x="3194050" y="5467350"/>
          <p14:tracePt t="5790" x="3225800" y="5441950"/>
          <p14:tracePt t="5806" x="3238500" y="5429250"/>
          <p14:tracePt t="5824" x="3238500" y="5422900"/>
          <p14:tracePt t="5854" x="3232150" y="5422900"/>
          <p14:tracePt t="5868" x="3219450" y="5422900"/>
          <p14:tracePt t="5875" x="3206750" y="5422900"/>
          <p14:tracePt t="5890" x="3187700" y="5422900"/>
          <p14:tracePt t="5906" x="3136900" y="5429250"/>
          <p14:tracePt t="5924" x="3067050" y="5454650"/>
          <p14:tracePt t="5940" x="3022600" y="5473700"/>
          <p14:tracePt t="5956" x="2990850" y="5486400"/>
          <p14:tracePt t="5973" x="2940050" y="5518150"/>
          <p14:tracePt t="5989" x="2921000" y="5524500"/>
          <p14:tracePt t="6006" x="2908300" y="5530850"/>
          <p14:tracePt t="6023" x="2895600" y="5537200"/>
          <p14:tracePt t="6039" x="2895600" y="5543550"/>
          <p14:tracePt t="6072" x="2895600" y="5549900"/>
          <p14:tracePt t="6089" x="2901950" y="5549900"/>
          <p14:tracePt t="6106" x="2927350" y="5543550"/>
          <p14:tracePt t="6122" x="2940050" y="5543550"/>
          <p14:tracePt t="6139" x="2965450" y="5518150"/>
          <p14:tracePt t="6156" x="2997200" y="5505450"/>
          <p14:tracePt t="6171" x="3009900" y="5499100"/>
          <p14:tracePt t="6188" x="3035300" y="5486400"/>
          <p14:tracePt t="6205" x="3041650" y="5480050"/>
          <p14:tracePt t="6478" x="3041650" y="5486400"/>
          <p14:tracePt t="6485" x="3035300" y="5492750"/>
          <p14:tracePt t="6492" x="3028950" y="5505450"/>
          <p14:tracePt t="6507" x="3028950" y="5511800"/>
          <p14:tracePt t="6521" x="3022600" y="5524500"/>
          <p14:tracePt t="6538" x="3016250" y="5556250"/>
          <p14:tracePt t="6555" x="3009900" y="5568950"/>
          <p14:tracePt t="6571" x="2997200" y="5594350"/>
          <p14:tracePt t="6587" x="2997200" y="5613400"/>
          <p14:tracePt t="6604" x="2997200" y="5626100"/>
          <p14:tracePt t="6637" x="3003550" y="5626100"/>
          <p14:tracePt t="6657" x="3009900" y="5626100"/>
          <p14:tracePt t="6670" x="3016250" y="5626100"/>
          <p14:tracePt t="6687" x="3028950" y="5626100"/>
          <p14:tracePt t="6703" x="3054350" y="5626100"/>
          <p14:tracePt t="6720" x="3111500" y="5619750"/>
          <p14:tracePt t="6737" x="3143250" y="5607050"/>
          <p14:tracePt t="6754" x="3175000" y="5588000"/>
          <p14:tracePt t="6770" x="3232150" y="5568950"/>
          <p14:tracePt t="6787" x="3263900" y="5549900"/>
          <p14:tracePt t="6803" x="3295650" y="5537200"/>
          <p14:tracePt t="6819" x="3295650" y="5530850"/>
          <p14:tracePt t="6837" x="3302000" y="5524500"/>
          <p14:tracePt t="6893" x="3295650" y="5530850"/>
          <p14:tracePt t="6900" x="3289300" y="5530850"/>
          <p14:tracePt t="6914" x="3276600" y="5537200"/>
          <p14:tracePt t="6922" x="3270250" y="5537200"/>
          <p14:tracePt t="6936" x="3244850" y="5549900"/>
          <p14:tracePt t="6952" x="3232150" y="5556250"/>
          <p14:tracePt t="6971" x="3200400" y="5562600"/>
          <p14:tracePt t="6986" x="3187700" y="5562600"/>
          <p14:tracePt t="7002" x="3162300" y="5568950"/>
          <p14:tracePt t="7019" x="3143250" y="5575300"/>
          <p14:tracePt t="7035" x="3136900" y="5575300"/>
          <p14:tracePt t="7145" x="3143250" y="5575300"/>
          <p14:tracePt t="7166" x="3149600" y="5568950"/>
          <p14:tracePt t="7181" x="3155950" y="5568950"/>
          <p14:tracePt t="7195" x="3162300" y="5568950"/>
          <p14:tracePt t="7209" x="3168650" y="5568950"/>
          <p14:tracePt t="7218" x="3175000" y="5562600"/>
          <p14:tracePt t="7235" x="3187700" y="5556250"/>
          <p14:tracePt t="7252" x="3213100" y="5543550"/>
          <p14:tracePt t="7268" x="3225800" y="5537200"/>
          <p14:tracePt t="7285" x="3238500" y="5530850"/>
          <p14:tracePt t="7301" x="3244850" y="5530850"/>
          <p14:tracePt t="7342" x="3238500" y="5530850"/>
          <p14:tracePt t="7350" x="3232150" y="5530850"/>
          <p14:tracePt t="7367" x="3225800" y="5530850"/>
          <p14:tracePt t="7384" x="3194050" y="5543550"/>
          <p14:tracePt t="7401" x="3168650" y="5549900"/>
          <p14:tracePt t="7418" x="3155950" y="5556250"/>
          <p14:tracePt t="7434" x="3136900" y="5562600"/>
          <p14:tracePt t="7532" x="3149600" y="5562600"/>
          <p14:tracePt t="7538" x="3155950" y="5562600"/>
          <p14:tracePt t="7553" x="3168650" y="5556250"/>
          <p14:tracePt t="7567" x="3187700" y="5549900"/>
          <p14:tracePt t="7584" x="3238500" y="5537200"/>
          <p14:tracePt t="7600" x="3257550" y="5530850"/>
          <p14:tracePt t="7617" x="3308350" y="5511800"/>
          <p14:tracePt t="7633" x="3333750" y="5499100"/>
          <p14:tracePt t="7651" x="3359150" y="5492750"/>
          <p14:tracePt t="7667" x="3371850" y="5486400"/>
          <p14:tracePt t="7683" x="3378200" y="5486400"/>
          <p14:tracePt t="7700" x="3384550" y="5486400"/>
          <p14:tracePt t="7742" x="3384550" y="5480050"/>
          <p14:tracePt t="7798" x="3390900" y="5480050"/>
          <p14:tracePt t="7883" x="3397250" y="5480050"/>
          <p14:tracePt t="7988" x="3384550" y="5480050"/>
          <p14:tracePt t="8009" x="3384550" y="5473700"/>
          <p14:tracePt t="8017" x="3378200" y="5473700"/>
          <p14:tracePt t="11017" x="3365500" y="5473700"/>
          <p14:tracePt t="11031" x="3365500" y="5480050"/>
          <p14:tracePt t="11041" x="3352800" y="5486400"/>
          <p14:tracePt t="11055" x="3346450" y="5492750"/>
          <p14:tracePt t="11072" x="3340100" y="5499100"/>
          <p14:tracePt t="11088" x="3308350" y="5530850"/>
          <p14:tracePt t="11105" x="3295650" y="5543550"/>
          <p14:tracePt t="11122" x="3270250" y="5568950"/>
          <p14:tracePt t="11138" x="3257550" y="5575300"/>
          <p14:tracePt t="11155" x="3213100" y="5613400"/>
          <p14:tracePt t="11172" x="3168650" y="5638800"/>
          <p14:tracePt t="11188" x="3136900" y="5657850"/>
          <p14:tracePt t="11204" x="3086100" y="5695950"/>
          <p14:tracePt t="11221" x="3035300" y="5715000"/>
          <p14:tracePt t="11238" x="3003550" y="5721350"/>
          <p14:tracePt t="11254" x="2952750" y="5746750"/>
          <p14:tracePt t="11271" x="2921000" y="5765800"/>
          <p14:tracePt t="11287" x="2914650" y="5772150"/>
          <p14:tracePt t="11306" x="2901950" y="5778500"/>
          <p14:tracePt t="11321" x="2895600" y="5778500"/>
          <p14:tracePt t="11354" x="2895600" y="5784850"/>
          <p14:tracePt t="11460" x="2895600" y="5791200"/>
          <p14:tracePt t="11502" x="2895600" y="5784850"/>
          <p14:tracePt t="11509" x="2901950" y="5784850"/>
          <p14:tracePt t="11529" x="2908300" y="5784850"/>
          <p14:tracePt t="11544" x="2914650" y="5778500"/>
          <p14:tracePt t="11553" x="2914650" y="5772150"/>
          <p14:tracePt t="11570" x="2921000" y="5765800"/>
          <p14:tracePt t="11587" x="2946400" y="5740400"/>
          <p14:tracePt t="11603" x="2978150" y="5702300"/>
          <p14:tracePt t="11620" x="2997200" y="5683250"/>
          <p14:tracePt t="11637" x="3041650" y="5626100"/>
          <p14:tracePt t="11653" x="3079750" y="5581650"/>
          <p14:tracePt t="11670" x="3098800" y="5556250"/>
          <p14:tracePt t="11686" x="3105150" y="5543550"/>
          <p14:tracePt t="11703" x="3111500" y="5537200"/>
          <p14:tracePt t="11719" x="3117850" y="5530850"/>
          <p14:tracePt t="12000" x="3111500" y="5530850"/>
          <p14:tracePt t="12014" x="3098800" y="5530850"/>
          <p14:tracePt t="12021" x="3086100" y="5530850"/>
          <p14:tracePt t="12038" x="3079750" y="5530850"/>
          <p14:tracePt t="12052" x="3067050" y="5530850"/>
          <p14:tracePt t="12068" x="3028950" y="5530850"/>
          <p14:tracePt t="12085" x="2971800" y="5530850"/>
          <p14:tracePt t="12101" x="2940050" y="5530850"/>
          <p14:tracePt t="12119" x="2876550" y="5524500"/>
          <p14:tracePt t="12135" x="2825750" y="5518150"/>
          <p14:tracePt t="12151" x="2806700" y="5511800"/>
          <p14:tracePt t="12168" x="2781300" y="5505450"/>
          <p14:tracePt t="12184" x="2768600" y="5499100"/>
          <p14:tracePt t="12232" x="2768600" y="5492750"/>
          <p14:tracePt t="12267" x="2774950" y="5492750"/>
          <p14:tracePt t="12274" x="2781300" y="5486400"/>
          <p14:tracePt t="12295" x="2787650" y="5486400"/>
          <p14:tracePt t="12304" x="2800350" y="5486400"/>
          <p14:tracePt t="12318" x="2806700" y="5486400"/>
          <p14:tracePt t="12334" x="2819400" y="5480050"/>
          <p14:tracePt t="12351" x="2876550" y="5480050"/>
          <p14:tracePt t="12367" x="2901950" y="5480050"/>
          <p14:tracePt t="12384" x="2921000" y="5480050"/>
          <p14:tracePt t="12401" x="2959100" y="5480050"/>
          <p14:tracePt t="12417" x="2984500" y="5480050"/>
          <p14:tracePt t="12434" x="2997200" y="5480050"/>
          <p14:tracePt t="12450" x="3009900" y="5480050"/>
          <p14:tracePt t="12467" x="3016250" y="5480050"/>
          <p14:tracePt t="12555" x="3022600" y="5480050"/>
          <p14:tracePt t="12597" x="3028950" y="5480050"/>
          <p14:tracePt t="12618" x="3035300" y="5473700"/>
          <p14:tracePt t="12625" x="3048000" y="5473700"/>
          <p14:tracePt t="12633" x="3060700" y="5473700"/>
          <p14:tracePt t="12649" x="3079750" y="5467350"/>
          <p14:tracePt t="12666" x="3117850" y="5467350"/>
          <p14:tracePt t="12683" x="3225800" y="5448300"/>
          <p14:tracePt t="12699" x="3403600" y="5410200"/>
          <p14:tracePt t="12717" x="3600450" y="5359400"/>
          <p14:tracePt t="12732" x="3721100" y="5314950"/>
          <p14:tracePt t="12749" x="3930650" y="5232400"/>
          <p14:tracePt t="12766" x="4102100" y="5118100"/>
          <p14:tracePt t="12782" x="4184650" y="5054600"/>
          <p14:tracePt t="12799" x="4318000" y="4933950"/>
          <p14:tracePt t="12816" x="4400550" y="4838700"/>
          <p14:tracePt t="12832" x="4425950" y="4806950"/>
          <p14:tracePt t="12836" x="4432300" y="4781550"/>
          <p14:tracePt t="12849" x="4445000" y="4762500"/>
          <p14:tracePt t="12865" x="4451350" y="4749800"/>
          <p14:tracePt t="12882" x="4451350" y="4743450"/>
          <p14:tracePt t="12955" x="4451350" y="4749800"/>
          <p14:tracePt t="13124" x="4445000" y="4756150"/>
          <p14:tracePt t="13159" x="4445000" y="4762500"/>
          <p14:tracePt t="13166" x="4438650" y="4768850"/>
          <p14:tracePt t="13180" x="4432300" y="4768850"/>
          <p14:tracePt t="13187" x="4425950" y="4775200"/>
          <p14:tracePt t="13197" x="4413250" y="4781550"/>
          <p14:tracePt t="13214" x="4394200" y="4794250"/>
          <p14:tracePt t="13231" x="4318000" y="4845050"/>
          <p14:tracePt t="13248" x="4260850" y="4876800"/>
          <p14:tracePt t="13265" x="4089400" y="4991100"/>
          <p14:tracePt t="13281" x="4032250" y="5029200"/>
          <p14:tracePt t="13298" x="3975100" y="5067300"/>
          <p14:tracePt t="13313" x="3886200" y="5118100"/>
          <p14:tracePt t="13331" x="3841750" y="5149850"/>
          <p14:tracePt t="13334" x="3816350" y="5162550"/>
          <p14:tracePt t="13350" x="3803650" y="5168900"/>
          <p14:tracePt t="13364" x="3797300" y="5175250"/>
          <p14:tracePt t="13380" x="3797300" y="5181600"/>
          <p14:tracePt t="13426" x="3810000" y="5181600"/>
          <p14:tracePt t="13440" x="3822700" y="5181600"/>
          <p14:tracePt t="13450" x="3829050" y="5181600"/>
          <p14:tracePt t="13463" x="3841750" y="5175250"/>
          <p14:tracePt t="13480" x="3879850" y="5149850"/>
          <p14:tracePt t="13497" x="3943350" y="5124450"/>
          <p14:tracePt t="13513" x="3968750" y="5099050"/>
          <p14:tracePt t="13532" x="4032250" y="5060950"/>
          <p14:tracePt t="13547" x="4076700" y="5022850"/>
          <p14:tracePt t="13564" x="4089400" y="5016500"/>
          <p14:tracePt t="13580" x="4108450" y="4997450"/>
          <p14:tracePt t="13596" x="4108450" y="4991100"/>
          <p14:tracePt t="13613" x="4114800" y="4991100"/>
          <p14:tracePt t="13646" x="4121150" y="4984750"/>
          <p14:tracePt t="13672" x="4121150" y="4978400"/>
          <p14:tracePt t="13728" x="4114800" y="4978400"/>
          <p14:tracePt t="13777" x="4102100" y="4978400"/>
          <p14:tracePt t="13791" x="4095750" y="4984750"/>
          <p14:tracePt t="13798" x="4089400" y="4984750"/>
          <p14:tracePt t="13815" x="4076700" y="4991100"/>
          <p14:tracePt t="13829" x="4025900" y="5010150"/>
          <p14:tracePt t="13846" x="3981450" y="5029200"/>
          <p14:tracePt t="13849" x="3917950" y="5054600"/>
          <p14:tracePt t="13863" x="3822700" y="5099050"/>
          <p14:tracePt t="13879" x="3721100" y="5130800"/>
          <p14:tracePt t="13896" x="3321050" y="5264150"/>
          <p14:tracePt t="13912" x="3175000" y="5283200"/>
          <p14:tracePt t="13928" x="3022600" y="5321300"/>
          <p14:tracePt t="13946" x="2749550" y="5353050"/>
          <p14:tracePt t="13962" x="2508250" y="5359400"/>
          <p14:tracePt t="13979" x="2393950" y="5359400"/>
          <p14:tracePt t="13994" x="2190750" y="5359400"/>
          <p14:tracePt t="14011" x="2012950" y="5359400"/>
          <p14:tracePt t="14028" x="1949450" y="5359400"/>
          <p14:tracePt t="14045" x="1803400" y="5340350"/>
          <p14:tracePt t="14061" x="1689100" y="5321300"/>
          <p14:tracePt t="14079" x="1593850" y="5302250"/>
          <p14:tracePt t="14094" x="1562100" y="5295900"/>
          <p14:tracePt t="14111" x="1511300" y="5289550"/>
          <p14:tracePt t="14128" x="1492250" y="5283200"/>
          <p14:tracePt t="14161" x="1485900" y="5283200"/>
          <p14:tracePt t="14178" x="1479550" y="5283200"/>
          <p14:tracePt t="14198" x="1473200" y="5276850"/>
          <p14:tracePt t="14268" x="1485900" y="5276850"/>
          <p14:tracePt t="14282" x="1492250" y="5276850"/>
          <p14:tracePt t="14289" x="1498600" y="5276850"/>
          <p14:tracePt t="14304" x="1530350" y="5276850"/>
          <p14:tracePt t="14313" x="1568450" y="5276850"/>
          <p14:tracePt t="14327" x="1644650" y="5276850"/>
          <p14:tracePt t="14344" x="1885950" y="5283200"/>
          <p14:tracePt t="14360" x="2273300" y="5295900"/>
          <p14:tracePt t="14377" x="2533650" y="5295900"/>
          <p14:tracePt t="14394" x="3079750" y="5308600"/>
          <p14:tracePt t="14410" x="3498850" y="5308600"/>
          <p14:tracePt t="14427" x="3689350" y="5321300"/>
          <p14:tracePt t="14444" x="3917950" y="5334000"/>
          <p14:tracePt t="14460" x="4095750" y="5353050"/>
          <p14:tracePt t="14477" x="4146550" y="5365750"/>
          <p14:tracePt t="14499" x="4235450" y="5378450"/>
          <p14:tracePt t="14513" x="4254500" y="5378450"/>
          <p14:tracePt t="14528" x="4273550" y="5378450"/>
          <p14:tracePt t="14584" x="4267200" y="5378450"/>
          <p14:tracePt t="14591" x="4260850" y="5378450"/>
          <p14:tracePt t="14598" x="4254500" y="5378450"/>
          <p14:tracePt t="14613" x="4248150" y="5378450"/>
          <p14:tracePt t="14627" x="4235450" y="5378450"/>
          <p14:tracePt t="14642" x="4191000" y="5378450"/>
          <p14:tracePt t="14659" x="4140200" y="5378450"/>
          <p14:tracePt t="14676" x="3975100" y="5378450"/>
          <p14:tracePt t="14692" x="3854450" y="5384800"/>
          <p14:tracePt t="14711" x="3371850" y="5454650"/>
          <p14:tracePt t="14726" x="3194050" y="5511800"/>
          <p14:tracePt t="14742" x="2743200" y="5670550"/>
          <p14:tracePt t="14760" x="2400300" y="5829300"/>
          <p14:tracePt t="14776" x="2260600" y="5886450"/>
          <p14:tracePt t="14792" x="2146300" y="5937250"/>
          <p14:tracePt t="14810" x="1879600" y="6038850"/>
          <p14:tracePt t="14825" x="1822450" y="6057900"/>
          <p14:tracePt t="14842" x="1778000" y="6076950"/>
          <p14:tracePt t="14845" x="1758950" y="6083300"/>
          <p14:tracePt t="14858" x="1752600" y="6083300"/>
          <p14:tracePt t="14875" x="1746250" y="6083300"/>
          <p14:tracePt t="14935" x="1758950" y="6083300"/>
          <p14:tracePt t="14943" x="1790700" y="6076950"/>
          <p14:tracePt t="14949" x="1841500" y="6070600"/>
          <p14:tracePt t="14963" x="1905000" y="6070600"/>
          <p14:tracePt t="14974" x="1987550" y="6051550"/>
          <p14:tracePt t="14992" x="2241550" y="6038850"/>
          <p14:tracePt t="15008" x="2393950" y="6038850"/>
          <p14:tracePt t="15025" x="2794000" y="6013450"/>
          <p14:tracePt t="15041" x="3219450" y="6000750"/>
          <p14:tracePt t="15058" x="3384550" y="5988050"/>
          <p14:tracePt t="15074" x="3511550" y="5988050"/>
          <p14:tracePt t="15091" x="3752850" y="5975350"/>
          <p14:tracePt t="15107" x="3790950" y="5975350"/>
          <p14:tracePt t="15125" x="3835400" y="5969000"/>
          <p14:tracePt t="15157" x="3841750" y="5969000"/>
          <p14:tracePt t="15216" x="3835400" y="5969000"/>
          <p14:tracePt t="15224" x="3822700" y="5969000"/>
          <p14:tracePt t="15230" x="3816350" y="5969000"/>
          <p14:tracePt t="15244" x="3810000" y="5969000"/>
          <p14:tracePt t="15260" x="3810000" y="5956300"/>
        </p14:tracePtLst>
      </p14:laserTraceLst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06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X.m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();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5276088"/>
            <a:ext cx="762000" cy="413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709100" y="4495800"/>
            <a:ext cx="3282500" cy="592393"/>
          </a:xfrm>
          <a:prstGeom prst="wedgeRoundRectCallout">
            <a:avLst>
              <a:gd name="adj1" fmla="val -114199"/>
              <a:gd name="adj2" fmla="val 103078"/>
              <a:gd name="adj3" fmla="val 16667"/>
            </a:avLst>
          </a:prstGeom>
          <a:solidFill>
            <a:srgbClr val="FFCCCC"/>
          </a:solidFill>
          <a:ln w="9525" cap="flat" cmpd="sng" algn="ctr">
            <a:solidFill>
              <a:srgbClr val="D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Q:</a:t>
            </a:r>
            <a:r>
              <a:rPr lang="en-US" dirty="0">
                <a:solidFill>
                  <a:srgbClr val="DC0000"/>
                </a:solidFill>
                <a:latin typeface="Times New Roman" charset="0"/>
              </a:rPr>
              <a:t> </a:t>
            </a:r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Wha</a:t>
            </a:r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t’</a:t>
            </a:r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ll</a:t>
            </a:r>
            <a:r>
              <a:rPr lang="en-US" sz="2800" dirty="0">
                <a:solidFill>
                  <a:srgbClr val="DC0000"/>
                </a:solidFill>
                <a:latin typeface="Times New Roman" charset="0"/>
              </a:rPr>
              <a:t> </a:t>
            </a:r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this d</a:t>
            </a:r>
            <a:r>
              <a:rPr lang="en-US" sz="3200" spc="-100" dirty="0">
                <a:solidFill>
                  <a:srgbClr val="DC0000"/>
                </a:solidFill>
                <a:latin typeface="Times New Roman" charset="0"/>
              </a:rPr>
              <a:t>o</a:t>
            </a:r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?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114800" y="245808"/>
            <a:ext cx="2977700" cy="575186"/>
          </a:xfrm>
          <a:prstGeom prst="wedgeRoundRectCallout">
            <a:avLst>
              <a:gd name="adj1" fmla="val -75025"/>
              <a:gd name="adj2" fmla="val 191110"/>
              <a:gd name="adj3" fmla="val 16667"/>
            </a:avLst>
          </a:prstGeom>
          <a:solidFill>
            <a:srgbClr val="FFCCCC"/>
          </a:solidFill>
          <a:ln w="9525" cap="flat" cmpd="sng" algn="ctr">
            <a:solidFill>
              <a:srgbClr val="D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A: </a:t>
            </a:r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It changes thi</a:t>
            </a:r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s.</a:t>
            </a:r>
            <a:endParaRPr lang="en-US" sz="3200" dirty="0">
              <a:solidFill>
                <a:srgbClr val="DC0000"/>
              </a:solidFill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162800" y="228600"/>
            <a:ext cx="1981200" cy="592393"/>
          </a:xfrm>
          <a:prstGeom prst="wedgeRoundRectCallout">
            <a:avLst>
              <a:gd name="adj1" fmla="val -97213"/>
              <a:gd name="adj2" fmla="val 189904"/>
              <a:gd name="adj3" fmla="val 16667"/>
            </a:avLst>
          </a:prstGeom>
          <a:solidFill>
            <a:srgbClr val="FFCCCC"/>
          </a:solidFill>
          <a:ln w="9525" cap="flat" cmpd="sng" algn="ctr">
            <a:solidFill>
              <a:srgbClr val="D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91440" bIns="9144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rgbClr val="DC0000"/>
                </a:solidFill>
                <a:latin typeface="Times New Roman" charset="0"/>
              </a:rPr>
              <a:t> </a:t>
            </a:r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A: </a:t>
            </a:r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And thi</a:t>
            </a:r>
            <a:r>
              <a:rPr lang="en-US" sz="3200" spc="-150" dirty="0">
                <a:solidFill>
                  <a:srgbClr val="DC0000"/>
                </a:solidFill>
                <a:latin typeface="Times New Roman" charset="0"/>
              </a:rPr>
              <a:t>s</a:t>
            </a:r>
            <a:r>
              <a:rPr lang="en-US" sz="3200" dirty="0">
                <a:solidFill>
                  <a:srgbClr val="DC0000"/>
                </a:solidFill>
                <a:latin typeface="Times New Roman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4251" y="5238690"/>
            <a:ext cx="2044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sz="240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638800" y="5884607"/>
            <a:ext cx="3282500" cy="820993"/>
          </a:xfrm>
          <a:prstGeom prst="wedgeRoundRectCallout">
            <a:avLst>
              <a:gd name="adj1" fmla="val -73906"/>
              <a:gd name="adj2" fmla="val -89844"/>
              <a:gd name="adj3" fmla="val 16667"/>
            </a:avLst>
          </a:prstGeom>
          <a:solidFill>
            <a:srgbClr val="F8D9FF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91440" rIns="0" bIns="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70000"/>
              </a:lnSpc>
            </a:pPr>
            <a:r>
              <a:rPr lang="en-US" sz="3200" spc="-30" dirty="0">
                <a:solidFill>
                  <a:srgbClr val="7030A0"/>
                </a:solidFill>
                <a:latin typeface="Times New Roman" charset="0"/>
              </a:rPr>
              <a:t>Q: Did changing</a:t>
            </a:r>
            <a:r>
              <a:rPr lang="en-US" sz="2800" spc="-3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30" dirty="0">
                <a:solidFill>
                  <a:srgbClr val="7030A0"/>
                </a:solidFill>
                <a:latin typeface="Times New Roman" charset="0"/>
              </a:rPr>
              <a:t>X</a:t>
            </a:r>
            <a:br>
              <a:rPr lang="en-US" sz="3200" spc="-30" dirty="0">
                <a:solidFill>
                  <a:srgbClr val="7030A0"/>
                </a:solidFill>
                <a:latin typeface="Times New Roman" charset="0"/>
              </a:rPr>
            </a:br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     </a:t>
            </a:r>
            <a:r>
              <a:rPr lang="en-US" sz="1600" spc="-100" dirty="0">
                <a:solidFill>
                  <a:srgbClr val="7030A0"/>
                </a:solidFill>
                <a:latin typeface="Times New Roman" charset="0"/>
              </a:rPr>
              <a:t> </a:t>
            </a:r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also change </a:t>
            </a:r>
            <a:r>
              <a:rPr lang="en-US" sz="3200" spc="-100" dirty="0" err="1">
                <a:solidFill>
                  <a:srgbClr val="7030A0"/>
                </a:solidFill>
                <a:latin typeface="Times New Roman" charset="0"/>
              </a:rPr>
              <a:t>inst</a:t>
            </a:r>
            <a:r>
              <a:rPr lang="en-US" sz="3200" spc="-100" dirty="0">
                <a:solidFill>
                  <a:srgbClr val="7030A0"/>
                </a:solidFill>
                <a:latin typeface="Times New Roman" charset="0"/>
              </a:rPr>
              <a:t>?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2400" y="5910961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0" y="2127095"/>
            <a:ext cx="4044500" cy="2063905"/>
            <a:chOff x="0" y="2127095"/>
            <a:chExt cx="4044500" cy="2063905"/>
          </a:xfrm>
        </p:grpSpPr>
        <p:sp>
          <p:nvSpPr>
            <p:cNvPr id="2" name="Isosceles Triangle 1"/>
            <p:cNvSpPr/>
            <p:nvPr/>
          </p:nvSpPr>
          <p:spPr bwMode="auto">
            <a:xfrm rot="9519822">
              <a:off x="935422" y="2231264"/>
              <a:ext cx="2231891" cy="1282523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  <p:sp>
          <p:nvSpPr>
            <p:cNvPr id="11" name="Rounded Rectangular Callout 10"/>
            <p:cNvSpPr/>
            <p:nvPr/>
          </p:nvSpPr>
          <p:spPr bwMode="auto">
            <a:xfrm>
              <a:off x="0" y="2625214"/>
              <a:ext cx="4044500" cy="1565786"/>
            </a:xfrm>
            <a:prstGeom prst="wedgeRoundRectCallout">
              <a:avLst>
                <a:gd name="adj1" fmla="val -11236"/>
                <a:gd name="adj2" fmla="val -50306"/>
                <a:gd name="adj3" fmla="val 16667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75000"/>
                </a:lnSpc>
              </a:pP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A: </a:t>
              </a:r>
              <a:r>
                <a:rPr lang="en-US" sz="3200" dirty="0">
                  <a:solidFill>
                    <a:srgbClr val="7030A0"/>
                  </a:solidFill>
                  <a:latin typeface="Times New Roman" charset="0"/>
                </a:rPr>
                <a:t>It didn’t change </a:t>
              </a:r>
              <a:r>
                <a:rPr lang="en-US" sz="3200" dirty="0">
                  <a:solidFill>
                    <a:srgbClr val="00B0F0"/>
                  </a:solidFill>
                  <a:latin typeface="Times New Roman" charset="0"/>
                </a:rPr>
                <a:t>thi</a:t>
              </a:r>
              <a:r>
                <a:rPr lang="en-US" sz="3200" spc="-150" dirty="0">
                  <a:solidFill>
                    <a:srgbClr val="00B0F0"/>
                  </a:solidFill>
                  <a:latin typeface="Times New Roman" charset="0"/>
                </a:rPr>
                <a:t>s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, since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i</a:t>
              </a:r>
              <a:r>
                <a:rPr lang="en-US" sz="3200" spc="-220" dirty="0">
                  <a:solidFill>
                    <a:srgbClr val="7030A0"/>
                  </a:solidFill>
                  <a:latin typeface="Times New Roman" charset="0"/>
                </a:rPr>
                <a:t>t’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s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an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object variable (and X &amp; </a:t>
              </a:r>
              <a:r>
                <a:rPr lang="en-US" sz="3200" spc="-150" dirty="0" err="1">
                  <a:solidFill>
                    <a:srgbClr val="7030A0"/>
                  </a:solidFill>
                  <a:latin typeface="Times New Roman" charset="0"/>
                </a:rPr>
                <a:t>inst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 are different objects). X it</a:t>
              </a:r>
              <a:r>
                <a:rPr lang="en-US" sz="3200" i="1" spc="-150" dirty="0">
                  <a:solidFill>
                    <a:srgbClr val="7030A0"/>
                  </a:solidFill>
                  <a:latin typeface="Times New Roman" charset="0"/>
                </a:rPr>
                <a:t>self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 isn’t inst.</a:t>
              </a:r>
              <a:endParaRPr lang="en-US" sz="3200" dirty="0">
                <a:solidFill>
                  <a:srgbClr val="7030A0"/>
                </a:solidFill>
                <a:latin typeface="Times New Roman" charset="0"/>
              </a:endParaRPr>
            </a:p>
          </p:txBody>
        </p:sp>
        <p:sp>
          <p:nvSpPr>
            <p:cNvPr id="14" name="Isosceles Triangle 13"/>
            <p:cNvSpPr/>
            <p:nvPr/>
          </p:nvSpPr>
          <p:spPr bwMode="auto">
            <a:xfrm>
              <a:off x="821493" y="2127095"/>
              <a:ext cx="1425477" cy="539905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</p:grpSp>
      <p:sp>
        <p:nvSpPr>
          <p:cNvPr id="30" name="Rounded Rectangle 29"/>
          <p:cNvSpPr/>
          <p:nvPr/>
        </p:nvSpPr>
        <p:spPr bwMode="auto">
          <a:xfrm>
            <a:off x="2209800" y="4928954"/>
            <a:ext cx="483102" cy="1072775"/>
          </a:xfrm>
          <a:prstGeom prst="roundRect">
            <a:avLst>
              <a:gd name="adj" fmla="val 43957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202698" y="4928954"/>
            <a:ext cx="483102" cy="1072775"/>
          </a:xfrm>
          <a:prstGeom prst="roundRect">
            <a:avLst>
              <a:gd name="adj" fmla="val 43957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52400" y="2590194"/>
            <a:ext cx="5715001" cy="5650444"/>
            <a:chOff x="152400" y="2590194"/>
            <a:chExt cx="5715001" cy="5650444"/>
          </a:xfrm>
        </p:grpSpPr>
        <p:sp>
          <p:nvSpPr>
            <p:cNvPr id="16" name="Arc 15"/>
            <p:cNvSpPr/>
            <p:nvPr/>
          </p:nvSpPr>
          <p:spPr bwMode="auto">
            <a:xfrm rot="2617116">
              <a:off x="2777894" y="2590194"/>
              <a:ext cx="1413950" cy="2433716"/>
            </a:xfrm>
            <a:prstGeom prst="arc">
              <a:avLst>
                <a:gd name="adj1" fmla="val 14706802"/>
                <a:gd name="adj2" fmla="val 4317096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  <p:sp>
          <p:nvSpPr>
            <p:cNvPr id="18" name="Arc 17"/>
            <p:cNvSpPr/>
            <p:nvPr/>
          </p:nvSpPr>
          <p:spPr bwMode="auto">
            <a:xfrm rot="16200000">
              <a:off x="1293507" y="3666744"/>
              <a:ext cx="3432787" cy="5715001"/>
            </a:xfrm>
            <a:prstGeom prst="arc">
              <a:avLst>
                <a:gd name="adj1" fmla="val 17404637"/>
                <a:gd name="adj2" fmla="val 10488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 flipH="1">
            <a:off x="5591255" y="2203295"/>
            <a:ext cx="3324145" cy="2063905"/>
            <a:chOff x="186955" y="2127095"/>
            <a:chExt cx="3324145" cy="2063905"/>
          </a:xfrm>
        </p:grpSpPr>
        <p:sp>
          <p:nvSpPr>
            <p:cNvPr id="22" name="Isosceles Triangle 21"/>
            <p:cNvSpPr/>
            <p:nvPr/>
          </p:nvSpPr>
          <p:spPr bwMode="auto">
            <a:xfrm rot="9519822">
              <a:off x="935422" y="2231264"/>
              <a:ext cx="2231891" cy="1282523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  <p:sp>
          <p:nvSpPr>
            <p:cNvPr id="23" name="Rounded Rectangular Callout 22"/>
            <p:cNvSpPr/>
            <p:nvPr/>
          </p:nvSpPr>
          <p:spPr bwMode="auto">
            <a:xfrm flipH="1">
              <a:off x="186955" y="2625214"/>
              <a:ext cx="3324145" cy="1565786"/>
            </a:xfrm>
            <a:prstGeom prst="wedgeRoundRectCallout">
              <a:avLst>
                <a:gd name="adj1" fmla="val -11236"/>
                <a:gd name="adj2" fmla="val -50306"/>
                <a:gd name="adj3" fmla="val 16667"/>
              </a:avLst>
            </a:prstGeom>
            <a:solidFill>
              <a:srgbClr val="F8D9FF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75000"/>
                </a:lnSpc>
              </a:pP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A: </a:t>
              </a:r>
              <a:r>
                <a:rPr lang="en-US" sz="3200" dirty="0">
                  <a:solidFill>
                    <a:srgbClr val="7030A0"/>
                  </a:solidFill>
                  <a:latin typeface="Times New Roman" charset="0"/>
                </a:rPr>
                <a:t>It </a:t>
              </a:r>
              <a:r>
                <a:rPr lang="en-US" sz="3200" b="1" i="1" dirty="0">
                  <a:solidFill>
                    <a:srgbClr val="7030A0"/>
                  </a:solidFill>
                  <a:latin typeface="Times New Roman" charset="0"/>
                </a:rPr>
                <a:t>did</a:t>
              </a:r>
              <a:r>
                <a:rPr lang="en-US" sz="3200" dirty="0">
                  <a:solidFill>
                    <a:srgbClr val="7030A0"/>
                  </a:solidFill>
                  <a:latin typeface="Times New Roman" charset="0"/>
                </a:rPr>
                <a:t> change</a:t>
              </a:r>
              <a:br>
                <a:rPr lang="en-US" sz="3200" dirty="0">
                  <a:solidFill>
                    <a:srgbClr val="7030A0"/>
                  </a:solidFill>
                  <a:latin typeface="Times New Roman" charset="0"/>
                </a:rPr>
              </a:br>
              <a:r>
                <a:rPr lang="en-US" sz="3200" dirty="0">
                  <a:solidFill>
                    <a:srgbClr val="00B0F0"/>
                  </a:solidFill>
                  <a:latin typeface="Times New Roman" charset="0"/>
                </a:rPr>
                <a:t>thi</a:t>
              </a:r>
              <a:r>
                <a:rPr lang="en-US" sz="3200" spc="-150" dirty="0">
                  <a:solidFill>
                    <a:srgbClr val="00B0F0"/>
                  </a:solidFill>
                  <a:latin typeface="Times New Roman" charset="0"/>
                </a:rPr>
                <a:t>s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, since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i</a:t>
              </a:r>
              <a:r>
                <a:rPr lang="en-US" sz="3200" spc="-220" dirty="0">
                  <a:solidFill>
                    <a:srgbClr val="7030A0"/>
                  </a:solidFill>
                  <a:latin typeface="Times New Roman" charset="0"/>
                </a:rPr>
                <a:t>t’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s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</a:t>
              </a:r>
              <a:r>
                <a:rPr lang="en-US" sz="28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class </a:t>
              </a:r>
            </a:p>
            <a:p>
              <a:pPr>
                <a:lnSpc>
                  <a:spcPct val="75000"/>
                </a:lnSpc>
              </a:pP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attribute (and</a:t>
              </a:r>
              <a:r>
                <a:rPr lang="en-US" sz="3200" spc="-350" dirty="0">
                  <a:solidFill>
                    <a:srgbClr val="7030A0"/>
                  </a:solidFill>
                  <a:latin typeface="Times New Roman" charset="0"/>
                </a:rPr>
                <a:t> X &amp; </a:t>
              </a:r>
              <a:r>
                <a:rPr lang="en-US" sz="3200" spc="-150" dirty="0" err="1">
                  <a:solidFill>
                    <a:srgbClr val="7030A0"/>
                  </a:solidFill>
                  <a:latin typeface="Times New Roman" charset="0"/>
                </a:rPr>
                <a:t>inst</a:t>
              </a: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 </a:t>
              </a:r>
              <a:b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</a:br>
              <a:r>
                <a:rPr lang="en-US" sz="3200" spc="-150" dirty="0">
                  <a:solidFill>
                    <a:srgbClr val="7030A0"/>
                  </a:solidFill>
                  <a:latin typeface="Times New Roman" charset="0"/>
                </a:rPr>
                <a:t>are the same class).</a:t>
              </a:r>
              <a:endParaRPr lang="en-US" sz="3200" dirty="0">
                <a:solidFill>
                  <a:srgbClr val="7030A0"/>
                </a:solidFill>
                <a:latin typeface="Times New Roman" charset="0"/>
              </a:endParaRPr>
            </a:p>
          </p:txBody>
        </p:sp>
        <p:sp>
          <p:nvSpPr>
            <p:cNvPr id="24" name="Isosceles Triangle 23"/>
            <p:cNvSpPr/>
            <p:nvPr/>
          </p:nvSpPr>
          <p:spPr bwMode="auto">
            <a:xfrm>
              <a:off x="821493" y="2127095"/>
              <a:ext cx="1425477" cy="539905"/>
            </a:xfrm>
            <a:prstGeom prst="triangle">
              <a:avLst>
                <a:gd name="adj" fmla="val 100000"/>
              </a:avLst>
            </a:prstGeom>
            <a:solidFill>
              <a:srgbClr val="F8D9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905000" y="2430236"/>
            <a:ext cx="7162799" cy="6104164"/>
            <a:chOff x="1981201" y="2430236"/>
            <a:chExt cx="7162799" cy="6104164"/>
          </a:xfrm>
        </p:grpSpPr>
        <p:sp>
          <p:nvSpPr>
            <p:cNvPr id="26" name="Arc 25"/>
            <p:cNvSpPr/>
            <p:nvPr/>
          </p:nvSpPr>
          <p:spPr bwMode="auto">
            <a:xfrm rot="2617116">
              <a:off x="3385050" y="2430236"/>
              <a:ext cx="1437216" cy="3098686"/>
            </a:xfrm>
            <a:prstGeom prst="arc">
              <a:avLst>
                <a:gd name="adj1" fmla="val 19115985"/>
                <a:gd name="adj2" fmla="val 4264836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  <p:sp>
          <p:nvSpPr>
            <p:cNvPr id="27" name="Arc 26"/>
            <p:cNvSpPr/>
            <p:nvPr/>
          </p:nvSpPr>
          <p:spPr bwMode="auto">
            <a:xfrm rot="16200000">
              <a:off x="2482904" y="4599910"/>
              <a:ext cx="3432787" cy="4436193"/>
            </a:xfrm>
            <a:prstGeom prst="arc">
              <a:avLst>
                <a:gd name="adj1" fmla="val 18337968"/>
                <a:gd name="adj2" fmla="val 20324037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  <p:sp>
          <p:nvSpPr>
            <p:cNvPr id="28" name="Arc 27"/>
            <p:cNvSpPr/>
            <p:nvPr/>
          </p:nvSpPr>
          <p:spPr bwMode="auto">
            <a:xfrm rot="16200000">
              <a:off x="5215976" y="2628964"/>
              <a:ext cx="3419856" cy="4436193"/>
            </a:xfrm>
            <a:prstGeom prst="arc">
              <a:avLst>
                <a:gd name="adj1" fmla="val 17579265"/>
                <a:gd name="adj2" fmla="val 19275034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Times New Roman" charset="0"/>
              </a:endParaRPr>
            </a:p>
          </p:txBody>
        </p:sp>
      </p:grp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564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198"/>
    </mc:Choice>
    <mc:Fallback xmlns="">
      <p:transition spd="slow" advTm="1861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  <p:bldP spid="8" grpId="1"/>
      <p:bldP spid="9" grpId="0" animBg="1"/>
      <p:bldP spid="9" grpId="1" animBg="1"/>
      <p:bldP spid="10" grpId="0"/>
      <p:bldP spid="30" grpId="0" animBg="1"/>
      <p:bldP spid="30" grpId="1" animBg="1"/>
      <p:bldP spid="33" grpId="0" animBg="1"/>
      <p:bldP spid="33" grpId="1" animBg="1"/>
    </p:bldLst>
  </p:timing>
  <p:extLst>
    <p:ext uri="{3A86A75C-4F4B-4683-9AE1-C65F6400EC91}">
      <p14:laserTraceLst xmlns:p14="http://schemas.microsoft.com/office/powerpoint/2010/main">
        <p14:tracePtLst>
          <p14:tracePt t="1036" x="4851400" y="3759200"/>
          <p14:tracePt t="1052" x="4787900" y="3759200"/>
          <p14:tracePt t="1057" x="4692650" y="3778250"/>
          <p14:tracePt t="1067" x="4591050" y="3810000"/>
          <p14:tracePt t="1083" x="4464050" y="3841750"/>
          <p14:tracePt t="1100" x="4140200" y="3981450"/>
          <p14:tracePt t="1117" x="3924300" y="4064000"/>
          <p14:tracePt t="1134" x="3302000" y="4400550"/>
          <p14:tracePt t="1150" x="3092450" y="4552950"/>
          <p14:tracePt t="1167" x="2882900" y="4699000"/>
          <p14:tracePt t="1184" x="2552700" y="4978400"/>
          <p14:tracePt t="1200" x="2292350" y="5194300"/>
          <p14:tracePt t="1217" x="2178050" y="5302250"/>
          <p14:tracePt t="1233" x="1962150" y="5492750"/>
          <p14:tracePt t="1250" x="1822450" y="5638800"/>
          <p14:tracePt t="1267" x="1758950" y="5683250"/>
          <p14:tracePt t="1283" x="1657350" y="5759450"/>
          <p14:tracePt t="1300" x="1612900" y="5784850"/>
          <p14:tracePt t="1317" x="1600200" y="5797550"/>
          <p14:tracePt t="1349" x="1593850" y="5797550"/>
          <p14:tracePt t="1380" x="1587500" y="5797550"/>
          <p14:tracePt t="1387" x="1581150" y="5797550"/>
          <p14:tracePt t="1402" x="1574800" y="5797550"/>
          <p14:tracePt t="1416" x="1536700" y="5791200"/>
          <p14:tracePt t="1432" x="1517650" y="5778500"/>
          <p14:tracePt t="1449" x="1504950" y="5772150"/>
          <p14:tracePt t="1466" x="1460500" y="5772150"/>
          <p14:tracePt t="1482" x="1447800" y="5772150"/>
          <p14:tracePt t="1499" x="1422400" y="5765800"/>
          <p14:tracePt t="1516" x="1416050" y="5765800"/>
          <p14:tracePt t="1532" x="1397000" y="5759450"/>
          <p14:tracePt t="1549" x="1377950" y="5759450"/>
          <p14:tracePt t="1605" x="1371600" y="5759450"/>
          <p14:tracePt t="1858" x="1365250" y="5759450"/>
          <p14:tracePt t="1879" x="1358900" y="5759450"/>
          <p14:tracePt t="1921" x="1352550" y="5759450"/>
          <p14:tracePt t="1949" x="1352550" y="5753100"/>
          <p14:tracePt t="1955" x="1346200" y="5753100"/>
          <p14:tracePt t="1991" x="1339850" y="5753100"/>
          <p14:tracePt t="2082" x="1339850" y="5746750"/>
          <p14:tracePt t="2138" x="1333500" y="5746750"/>
          <p14:tracePt t="2279" x="1339850" y="5746750"/>
          <p14:tracePt t="2293" x="1346200" y="5746750"/>
          <p14:tracePt t="2300" x="1352550" y="5746750"/>
          <p14:tracePt t="2316" x="1365250" y="5740400"/>
          <p14:tracePt t="2329" x="1403350" y="5740400"/>
          <p14:tracePt t="2346" x="1441450" y="5740400"/>
          <p14:tracePt t="2363" x="1524000" y="5740400"/>
          <p14:tracePt t="2379" x="1574800" y="5734050"/>
          <p14:tracePt t="2396" x="1676400" y="5734050"/>
          <p14:tracePt t="2413" x="1771650" y="5721350"/>
          <p14:tracePt t="2429" x="1809750" y="5721350"/>
          <p14:tracePt t="2445" x="1866900" y="5721350"/>
          <p14:tracePt t="2463" x="1911350" y="5721350"/>
          <p14:tracePt t="2479" x="1917700" y="5721350"/>
          <p14:tracePt t="2497" x="1924050" y="5721350"/>
          <p14:tracePt t="2721" x="1930400" y="5721350"/>
          <p14:tracePt t="2735" x="1936750" y="5721350"/>
          <p14:tracePt t="2742" x="1943100" y="5721350"/>
          <p14:tracePt t="2749" x="1949450" y="5721350"/>
          <p14:tracePt t="2764" x="1955800" y="5721350"/>
          <p14:tracePt t="2778" x="1962150" y="5721350"/>
          <p14:tracePt t="2794" x="1974850" y="5721350"/>
          <p14:tracePt t="2811" x="1981200" y="5721350"/>
          <p14:tracePt t="2828" x="2006600" y="5721350"/>
          <p14:tracePt t="2845" x="2019300" y="5721350"/>
          <p14:tracePt t="2862" x="2038350" y="5721350"/>
          <p14:tracePt t="2877" x="2044700" y="5721350"/>
          <p14:tracePt t="2894" x="2057400" y="5721350"/>
          <p14:tracePt t="2911" x="2063750" y="5721350"/>
          <p14:tracePt t="2946" x="2070100" y="5721350"/>
          <p14:tracePt t="3002" x="2076450" y="5721350"/>
          <p14:tracePt t="3023" x="2082800" y="5721350"/>
          <p14:tracePt t="3030" x="2089150" y="5721350"/>
          <p14:tracePt t="3051" x="2101850" y="5721350"/>
          <p14:tracePt t="4026" x="2089150" y="5721350"/>
          <p14:tracePt t="4033" x="2057400" y="5721350"/>
          <p14:tracePt t="4047" x="2038350" y="5721350"/>
          <p14:tracePt t="4056" x="2006600" y="5715000"/>
          <p14:tracePt t="4073" x="1981200" y="5715000"/>
          <p14:tracePt t="4090" x="1911350" y="5708650"/>
          <p14:tracePt t="4107" x="1854200" y="5695950"/>
          <p14:tracePt t="4125" x="1784350" y="5695950"/>
          <p14:tracePt t="4139" x="1765300" y="5695950"/>
          <p14:tracePt t="4156" x="1739900" y="5695950"/>
          <p14:tracePt t="4174" x="1657350" y="5689600"/>
          <p14:tracePt t="4190" x="1638300" y="5689600"/>
          <p14:tracePt t="4206" x="1619250" y="5689600"/>
          <p14:tracePt t="4223" x="1574800" y="5683250"/>
          <p14:tracePt t="4239" x="1536700" y="5676900"/>
          <p14:tracePt t="4256" x="1524000" y="5670550"/>
          <p14:tracePt t="4273" x="1492250" y="5670550"/>
          <p14:tracePt t="4289" x="1466850" y="5664200"/>
          <p14:tracePt t="4307" x="1441450" y="5657850"/>
          <p14:tracePt t="4322" x="1428750" y="5657850"/>
          <p14:tracePt t="4339" x="1409700" y="5657850"/>
          <p14:tracePt t="4356" x="1397000" y="5651500"/>
          <p14:tracePt t="4389" x="1390650" y="5651500"/>
          <p14:tracePt t="4419" x="1384300" y="5651500"/>
          <p14:tracePt t="4476" x="1377950" y="5651500"/>
          <p14:tracePt t="4497" x="1371600" y="5651500"/>
          <p14:tracePt t="4518" x="1365250" y="5651500"/>
          <p14:tracePt t="4525" x="1358900" y="5651500"/>
          <p14:tracePt t="4546" x="1352550" y="5651500"/>
          <p14:tracePt t="4567" x="1346200" y="5651500"/>
          <p14:tracePt t="4589" x="1339850" y="5651500"/>
          <p14:tracePt t="4595" x="1333500" y="5651500"/>
          <p14:tracePt t="4609" x="1327150" y="5657850"/>
          <p14:tracePt t="4622" x="1320800" y="5657850"/>
          <p14:tracePt t="4638" x="1314450" y="5657850"/>
          <p14:tracePt t="4654" x="1301750" y="5664200"/>
          <p14:tracePt t="4672" x="1276350" y="5664200"/>
          <p14:tracePt t="4688" x="1244600" y="5670550"/>
          <p14:tracePt t="4704" x="1231900" y="5670550"/>
          <p14:tracePt t="4721" x="1193800" y="5676900"/>
          <p14:tracePt t="4738" x="1155700" y="5683250"/>
          <p14:tracePt t="4754" x="1143000" y="5683250"/>
          <p14:tracePt t="4771" x="1104900" y="5683250"/>
          <p14:tracePt t="4788" x="1092200" y="5683250"/>
          <p14:tracePt t="4805" x="1047750" y="5683250"/>
          <p14:tracePt t="4821" x="1035050" y="5683250"/>
          <p14:tracePt t="4838" x="1022350" y="5683250"/>
          <p14:tracePt t="4855" x="1003300" y="5683250"/>
          <p14:tracePt t="4887" x="996950" y="5683250"/>
          <p14:tracePt t="4904" x="990600" y="5683250"/>
          <p14:tracePt t="4924" x="984250" y="5683250"/>
          <p14:tracePt t="5974" x="990600" y="5683250"/>
          <p14:tracePt t="5981" x="1003300" y="5683250"/>
          <p14:tracePt t="5988" x="1016000" y="5683250"/>
          <p14:tracePt t="6003" x="1028700" y="5689600"/>
          <p14:tracePt t="6017" x="1047750" y="5695950"/>
          <p14:tracePt t="6033" x="1098550" y="5708650"/>
          <p14:tracePt t="6049" x="1130300" y="5715000"/>
          <p14:tracePt t="6067" x="1206500" y="5721350"/>
          <p14:tracePt t="6083" x="1314450" y="5740400"/>
          <p14:tracePt t="6102" x="1454150" y="5759450"/>
          <p14:tracePt t="6116" x="1530350" y="5759450"/>
          <p14:tracePt t="6133" x="1612900" y="5778500"/>
          <p14:tracePt t="6150" x="1892300" y="5810250"/>
          <p14:tracePt t="6166" x="1981200" y="5810250"/>
          <p14:tracePt t="6183" x="2070100" y="5816600"/>
          <p14:tracePt t="6200" x="2209800" y="5816600"/>
          <p14:tracePt t="6216" x="2368550" y="5816600"/>
          <p14:tracePt t="6234" x="2520950" y="5816600"/>
          <p14:tracePt t="6249" x="2597150" y="5816600"/>
          <p14:tracePt t="6266" x="2698750" y="5816600"/>
          <p14:tracePt t="6283" x="2762250" y="5816600"/>
          <p14:tracePt t="6299" x="2781300" y="5816600"/>
          <p14:tracePt t="6316" x="2819400" y="5816600"/>
          <p14:tracePt t="6333" x="2851150" y="5810250"/>
          <p14:tracePt t="6349" x="2863850" y="5810250"/>
          <p14:tracePt t="6365" x="2895600" y="5791200"/>
          <p14:tracePt t="6382" x="2908300" y="5784850"/>
          <p14:tracePt t="6399" x="2921000" y="5778500"/>
          <p14:tracePt t="6417" x="2933700" y="5778500"/>
          <p14:tracePt t="6432" x="2946400" y="5778500"/>
          <p14:tracePt t="6449" x="2952750" y="5778500"/>
          <p14:tracePt t="6482" x="2952750" y="5772150"/>
          <p14:tracePt t="6543" x="2959100" y="5772150"/>
          <p14:tracePt t="6557" x="2965450" y="5772150"/>
          <p14:tracePt t="6564" x="2971800" y="5765800"/>
          <p14:tracePt t="6571" x="2984500" y="5765800"/>
          <p14:tracePt t="6585" x="2990850" y="5765800"/>
          <p14:tracePt t="6597" x="2990850" y="5759450"/>
          <p14:tracePt t="6614" x="3009900" y="5759450"/>
          <p14:tracePt t="6632" x="3022600" y="5759450"/>
          <p14:tracePt t="6649" x="3048000" y="5759450"/>
          <p14:tracePt t="6664" x="3073400" y="5753100"/>
          <p14:tracePt t="6681" x="3086100" y="5753100"/>
          <p14:tracePt t="6698" x="3111500" y="5746750"/>
          <p14:tracePt t="6714" x="3117850" y="5740400"/>
          <p14:tracePt t="6731" x="3124200" y="5740400"/>
          <p14:tracePt t="6748" x="3130550" y="5740400"/>
          <p14:tracePt t="6768" x="3136900" y="5734050"/>
          <p14:tracePt t="8781" x="3143250" y="5734050"/>
          <p14:tracePt t="8802" x="3149600" y="5734050"/>
          <p14:tracePt t="8822" x="3155950" y="5734050"/>
          <p14:tracePt t="8850" x="3168650" y="5734050"/>
          <p14:tracePt t="8858" x="3175000" y="5734050"/>
          <p14:tracePt t="8879" x="3181350" y="5734050"/>
          <p14:tracePt t="8900" x="3187700" y="5734050"/>
          <p14:tracePt t="8914" x="3194050" y="5734050"/>
          <p14:tracePt t="8927" x="3200400" y="5734050"/>
          <p14:tracePt t="8942" x="3213100" y="5734050"/>
          <p14:tracePt t="8949" x="3219450" y="5734050"/>
          <p14:tracePt t="8963" x="3232150" y="5734050"/>
          <p14:tracePt t="8973" x="3244850" y="5734050"/>
          <p14:tracePt t="8990" x="3276600" y="5734050"/>
          <p14:tracePt t="9006" x="3289300" y="5734050"/>
          <p14:tracePt t="9023" x="3321050" y="5727700"/>
          <p14:tracePt t="9040" x="3346450" y="5721350"/>
          <p14:tracePt t="9056" x="3359150" y="5721350"/>
          <p14:tracePt t="9073" x="3378200" y="5721350"/>
          <p14:tracePt t="9106" x="3384550" y="5721350"/>
          <p14:tracePt t="9140" x="3390900" y="5721350"/>
          <p14:tracePt t="9208" x="3397250" y="5721350"/>
          <p14:tracePt t="9272" x="3403600" y="5721350"/>
          <p14:tracePt t="9321" x="3416300" y="5715000"/>
          <p14:tracePt t="9335" x="3422650" y="5715000"/>
          <p14:tracePt t="9349" x="3422650" y="5708650"/>
          <p14:tracePt t="9363" x="3429000" y="5708650"/>
          <p14:tracePt t="9391" x="3435350" y="5708650"/>
          <p14:tracePt t="9413" x="3441700" y="5708650"/>
          <p14:tracePt t="9441" x="3448050" y="5708650"/>
          <p14:tracePt t="9462" x="3454400" y="5708650"/>
          <p14:tracePt t="9483" x="3460750" y="5702300"/>
          <p14:tracePt t="9532" x="3467100" y="5695950"/>
          <p14:tracePt t="9581" x="3473450" y="5689600"/>
          <p14:tracePt t="9644" x="3473450" y="5695950"/>
          <p14:tracePt t="9658" x="3473450" y="5702300"/>
          <p14:tracePt t="12963" x="3454400" y="5702300"/>
          <p14:tracePt t="12970" x="3435350" y="5702300"/>
          <p14:tracePt t="12984" x="3422650" y="5695950"/>
          <p14:tracePt t="12993" x="3403600" y="5683250"/>
          <p14:tracePt t="13009" x="3390900" y="5683250"/>
          <p14:tracePt t="13027" x="3352800" y="5676900"/>
          <p14:tracePt t="13042" x="3327400" y="5664200"/>
          <p14:tracePt t="13059" x="3314700" y="5664200"/>
          <p14:tracePt t="13076" x="3302000" y="5664200"/>
          <p14:tracePt t="13092" x="3295650" y="5664200"/>
          <p14:tracePt t="13111" x="3276600" y="5664200"/>
          <p14:tracePt t="13146" x="3270250" y="5664200"/>
          <p14:tracePt t="13159" x="3263900" y="5657850"/>
          <p14:tracePt t="13175" x="3251200" y="5657850"/>
          <p14:tracePt t="13192" x="3244850" y="5657850"/>
          <p14:tracePt t="13210" x="3232150" y="5651500"/>
          <p14:tracePt t="13225" x="3225800" y="5645150"/>
          <p14:tracePt t="13242" x="3213100" y="5645150"/>
          <p14:tracePt t="13258" x="3200400" y="5638800"/>
          <p14:tracePt t="13275" x="3181350" y="5626100"/>
          <p14:tracePt t="13309" x="3162300" y="5619750"/>
          <p14:tracePt t="13325" x="3149600" y="5613400"/>
          <p14:tracePt t="13342" x="3130550" y="5607050"/>
          <p14:tracePt t="13374" x="3117850" y="5607050"/>
          <p14:tracePt t="13392" x="3105150" y="5607050"/>
          <p14:tracePt t="13408" x="3086100" y="5600700"/>
          <p14:tracePt t="13425" x="3079750" y="5600700"/>
          <p14:tracePt t="13441" x="3073400" y="5600700"/>
          <p14:tracePt t="13457" x="3060700" y="5600700"/>
          <p14:tracePt t="13491" x="3054350" y="5600700"/>
          <p14:tracePt t="13525" x="3048000" y="5594350"/>
          <p14:tracePt t="13806" x="3048000" y="5588000"/>
          <p14:tracePt t="13848" x="3048000" y="5581650"/>
          <p14:tracePt t="13925" x="3054350" y="5581650"/>
          <p14:tracePt t="13967" x="3060700" y="5581650"/>
          <p14:tracePt t="14017" x="3067050" y="5581650"/>
          <p14:tracePt t="14087" x="3067050" y="5575300"/>
          <p14:tracePt t="14199" x="3073400" y="5575300"/>
          <p14:tracePt t="14255" x="3079750" y="5581650"/>
          <p14:tracePt t="14276" x="3086100" y="5588000"/>
          <p14:tracePt t="14290" x="3092450" y="5594350"/>
          <p14:tracePt t="14297" x="3098800" y="5600700"/>
          <p14:tracePt t="14318" x="3105150" y="5607050"/>
          <p14:tracePt t="14325" x="3111500" y="5607050"/>
          <p14:tracePt t="14347" x="3117850" y="5613400"/>
          <p14:tracePt t="14361" x="3124200" y="5619750"/>
          <p14:tracePt t="14371" x="3130550" y="5619750"/>
          <p14:tracePt t="14389" x="3155950" y="5632450"/>
          <p14:tracePt t="14404" x="3168650" y="5638800"/>
          <p14:tracePt t="14421" x="3194050" y="5657850"/>
          <p14:tracePt t="14438" x="3238500" y="5664200"/>
          <p14:tracePt t="14454" x="3251200" y="5670550"/>
          <p14:tracePt t="14471" x="3282950" y="5670550"/>
          <p14:tracePt t="14488" x="3314700" y="5676900"/>
          <p14:tracePt t="14504" x="3327400" y="5676900"/>
          <p14:tracePt t="14521" x="3340100" y="5676900"/>
          <p14:tracePt t="14537" x="3346450" y="5676900"/>
          <p14:tracePt t="14554" x="3352800" y="5676900"/>
          <p14:tracePt t="14587" x="3365500" y="5676900"/>
          <p14:tracePt t="14620" x="3365500" y="5670550"/>
          <p14:tracePt t="14641" x="3371850" y="5670550"/>
          <p14:tracePt t="14656" x="3371850" y="5664200"/>
          <p14:tracePt t="14677" x="3378200" y="5657850"/>
          <p14:tracePt t="14697" x="3378200" y="5651500"/>
          <p14:tracePt t="14719" x="3384550" y="5651500"/>
          <p14:tracePt t="14747" x="3384550" y="5645150"/>
          <p14:tracePt t="14789" x="3384550" y="5638800"/>
          <p14:tracePt t="14950" x="3378200" y="5638800"/>
          <p14:tracePt t="14992" x="3371850" y="5638800"/>
          <p14:tracePt t="15007" x="3365500" y="5638800"/>
          <p14:tracePt t="15042" x="3359150" y="5645150"/>
          <p14:tracePt t="15098" x="3352800" y="5645150"/>
          <p14:tracePt t="15147" x="3346450" y="5651500"/>
          <p14:tracePt t="15168" x="3346450" y="5657850"/>
          <p14:tracePt t="15188" x="3346450" y="5664200"/>
          <p14:tracePt t="15533" x="3352800" y="5657850"/>
          <p14:tracePt t="15540" x="3384550" y="5626100"/>
          <p14:tracePt t="15554" x="3409950" y="5594350"/>
          <p14:tracePt t="15569" x="3460750" y="5543550"/>
          <p14:tracePt t="15583" x="3486150" y="5524500"/>
          <p14:tracePt t="15600" x="3505200" y="5499100"/>
          <p14:tracePt t="15617" x="3543300" y="5448300"/>
          <p14:tracePt t="15633" x="3581400" y="5410200"/>
          <p14:tracePt t="15650" x="3594100" y="5397500"/>
          <p14:tracePt t="15667" x="3625850" y="5353050"/>
          <p14:tracePt t="15683" x="3651250" y="5308600"/>
          <p14:tracePt t="15700" x="3663950" y="5295900"/>
          <p14:tracePt t="15703" x="3670300" y="5283200"/>
          <p14:tracePt t="15717" x="3683000" y="5264150"/>
          <p14:tracePt t="15733" x="3708400" y="5238750"/>
          <p14:tracePt t="15750" x="3714750" y="5219700"/>
          <p14:tracePt t="15766" x="3714750" y="5213350"/>
          <p14:tracePt t="15783" x="3727450" y="5194300"/>
          <p14:tracePt t="15800" x="3733800" y="5187950"/>
          <p14:tracePt t="15816" x="3733800" y="5181600"/>
          <p14:tracePt t="15833" x="3733800" y="5175250"/>
          <p14:tracePt t="15849" x="3733800" y="5156200"/>
          <p14:tracePt t="15883" x="3733800" y="5149850"/>
          <p14:tracePt t="15899" x="3733800" y="5137150"/>
          <p14:tracePt t="15916" x="3733800" y="5130800"/>
          <p14:tracePt t="15933" x="3733800" y="5118100"/>
          <p14:tracePt t="15965" x="3733800" y="5111750"/>
          <p14:tracePt t="15983" x="3733800" y="5099050"/>
          <p14:tracePt t="15999" x="3740150" y="5092700"/>
          <p14:tracePt t="16015" x="3740150" y="5086350"/>
          <p14:tracePt t="16032" x="3746500" y="5080000"/>
          <p14:tracePt t="16049" x="3746500" y="5073650"/>
          <p14:tracePt t="16065" x="3752850" y="5067300"/>
          <p14:tracePt t="16082" x="3752850" y="5060950"/>
          <p14:tracePt t="16098" x="3752850" y="5054600"/>
          <p14:tracePt t="16115" x="3752850" y="5048250"/>
          <p14:tracePt t="16131" x="3759200" y="5041900"/>
          <p14:tracePt t="16166" x="3759200" y="5035550"/>
          <p14:tracePt t="16172" x="3765550" y="5035550"/>
          <p14:tracePt t="16200" x="3765550" y="5029200"/>
          <p14:tracePt t="16220" x="3765550" y="5022850"/>
          <p14:tracePt t="16241" x="3771900" y="5016500"/>
          <p14:tracePt t="16262" x="3778250" y="5016500"/>
          <p14:tracePt t="16291" x="3784600" y="5010150"/>
          <p14:tracePt t="16334" x="3790950" y="5010150"/>
          <p14:tracePt t="16340" x="3790950" y="5003800"/>
          <p14:tracePt t="16396" x="3797300" y="4997450"/>
          <p14:tracePt t="16432" x="3803650" y="4991100"/>
          <p14:tracePt t="16481" x="3810000" y="4991100"/>
          <p14:tracePt t="16544" x="3816350" y="4991100"/>
          <p14:tracePt t="16551" x="3822700" y="4984750"/>
          <p14:tracePt t="16566" x="3829050" y="4984750"/>
          <p14:tracePt t="16593" x="3835400" y="4984750"/>
          <p14:tracePt t="16607" x="3854450" y="4978400"/>
          <p14:tracePt t="16616" x="3879850" y="4972050"/>
          <p14:tracePt t="16630" x="3898900" y="4965700"/>
          <p14:tracePt t="16647" x="3956050" y="4959350"/>
          <p14:tracePt t="16664" x="4051300" y="4940300"/>
          <p14:tracePt t="16680" x="4102100" y="4933950"/>
          <p14:tracePt t="16697" x="4197350" y="4921250"/>
          <p14:tracePt t="16714" x="4292600" y="4908550"/>
          <p14:tracePt t="16730" x="4318000" y="4895850"/>
          <p14:tracePt t="16747" x="4349750" y="4895850"/>
          <p14:tracePt t="16762" x="4413250" y="4883150"/>
          <p14:tracePt t="16779" x="4425950" y="4883150"/>
          <p14:tracePt t="16796" x="4438650" y="4883150"/>
          <p14:tracePt t="16813" x="4445000" y="4883150"/>
          <p14:tracePt t="16830" x="4451350" y="4876800"/>
          <p14:tracePt t="17113" x="4445000" y="4876800"/>
          <p14:tracePt t="17155" x="4438650" y="4876800"/>
          <p14:tracePt t="17169" x="4432300" y="4876800"/>
          <p14:tracePt t="17176" x="4425950" y="4876800"/>
          <p14:tracePt t="17183" x="4419600" y="4876800"/>
          <p14:tracePt t="17198" x="4413250" y="4876800"/>
          <p14:tracePt t="17211" x="4394200" y="4876800"/>
          <p14:tracePt t="17228" x="4337050" y="4883150"/>
          <p14:tracePt t="17245" x="4298950" y="4895850"/>
          <p14:tracePt t="17261" x="4210050" y="4902200"/>
          <p14:tracePt t="17278" x="4102100" y="4908550"/>
          <p14:tracePt t="17295" x="4006850" y="4921250"/>
          <p14:tracePt t="17311" x="3968750" y="4927600"/>
          <p14:tracePt t="17327" x="3898900" y="4927600"/>
          <p14:tracePt t="17345" x="3867150" y="4927600"/>
          <p14:tracePt t="17361" x="3854450" y="4927600"/>
          <p14:tracePt t="17380" x="3835400" y="4927600"/>
          <p14:tracePt t="17429" x="3829050" y="4921250"/>
          <p14:tracePt t="17435" x="3822700" y="4921250"/>
          <p14:tracePt t="17499" x="3816350" y="4921250"/>
          <p14:tracePt t="17731" x="3822700" y="4914900"/>
          <p14:tracePt t="17744" x="3835400" y="4914900"/>
          <p14:tracePt t="17773" x="3848100" y="4914900"/>
          <p14:tracePt t="17787" x="3867150" y="4908550"/>
          <p14:tracePt t="17795" x="3886200" y="4902200"/>
          <p14:tracePt t="17809" x="3911600" y="4902200"/>
          <p14:tracePt t="17826" x="3930650" y="4895850"/>
          <p14:tracePt t="17843" x="4013200" y="4870450"/>
          <p14:tracePt t="17859" x="4032250" y="4864100"/>
          <p14:tracePt t="17876" x="4083050" y="4857750"/>
          <p14:tracePt t="17893" x="4127500" y="4845050"/>
          <p14:tracePt t="17909" x="4140200" y="4838700"/>
          <p14:tracePt t="17926" x="4159250" y="4838700"/>
          <p14:tracePt t="17942" x="4178300" y="4832350"/>
          <p14:tracePt t="17959" x="4184650" y="4832350"/>
          <p14:tracePt t="17976" x="4191000" y="4832350"/>
          <p14:tracePt t="18008" x="4197350" y="4832350"/>
          <p14:tracePt t="18028" x="4203700" y="4832350"/>
          <p14:tracePt t="18096" x="4210050" y="4832350"/>
          <p14:tracePt t="18116" x="4216400" y="4832350"/>
          <p14:tracePt t="18131" x="4222750" y="4832350"/>
          <p14:tracePt t="18138" x="4229100" y="4832350"/>
          <p14:tracePt t="18152" x="4241800" y="4832350"/>
          <p14:tracePt t="18180" x="4248150" y="4832350"/>
          <p14:tracePt t="18187" x="4254500" y="4832350"/>
          <p14:tracePt t="18201" x="4260850" y="4832350"/>
          <p14:tracePt t="18211" x="4267200" y="4832350"/>
          <p14:tracePt t="18224" x="4273550" y="4832350"/>
          <p14:tracePt t="18241" x="4279900" y="4832350"/>
          <p14:tracePt t="18260" x="4286250" y="4832350"/>
          <p14:tracePt t="18274" x="4292600" y="4832350"/>
          <p14:tracePt t="18298" x="4298950" y="4832350"/>
          <p14:tracePt t="18327" x="4305300" y="4832350"/>
          <p14:tracePt t="18362" x="4311650" y="4832350"/>
          <p14:tracePt t="18369" x="4318000" y="4832350"/>
          <p14:tracePt t="18412" x="4324350" y="4832350"/>
          <p14:tracePt t="18468" x="4337050" y="4832350"/>
          <p14:tracePt t="18489" x="4343400" y="4838700"/>
          <p14:tracePt t="18517" x="4349750" y="4838700"/>
          <p14:tracePt t="18538" x="4362450" y="4838700"/>
          <p14:tracePt t="18559" x="4362450" y="4845050"/>
          <p14:tracePt t="18574" x="4368800" y="4845050"/>
          <p14:tracePt t="18580" x="4375150" y="4845050"/>
          <p14:tracePt t="18601" x="4381500" y="4845050"/>
          <p14:tracePt t="18623" x="4387850" y="4845050"/>
          <p14:tracePt t="18629" x="4394200" y="4845050"/>
          <p14:tracePt t="18650" x="4400550" y="4851400"/>
          <p14:tracePt t="18699" x="4406900" y="4851400"/>
          <p14:tracePt t="18720" x="4413250" y="4857750"/>
          <p14:tracePt t="18727" x="4419600" y="4857750"/>
          <p14:tracePt t="18770" x="4425950" y="4857750"/>
          <p14:tracePt t="18798" x="4432300" y="4857750"/>
          <p14:tracePt t="18833" x="4438650" y="4864100"/>
          <p14:tracePt t="18889" x="4438650" y="4870450"/>
          <p14:tracePt t="19704" x="4432300" y="4870450"/>
          <p14:tracePt t="19712" x="4413250" y="4870450"/>
          <p14:tracePt t="19725" x="4387850" y="4870450"/>
          <p14:tracePt t="19736" x="4368800" y="4876800"/>
          <p14:tracePt t="19752" x="4349750" y="4876800"/>
          <p14:tracePt t="19769" x="4318000" y="4883150"/>
          <p14:tracePt t="19786" x="4298950" y="4889500"/>
          <p14:tracePt t="19803" x="4279900" y="4889500"/>
          <p14:tracePt t="19819" x="4273550" y="4889500"/>
          <p14:tracePt t="19835" x="4267200" y="4895850"/>
          <p14:tracePt t="19852" x="4260850" y="4895850"/>
          <p14:tracePt t="19869" x="4254500" y="4895850"/>
          <p14:tracePt t="19902" x="4248150" y="4902200"/>
          <p14:tracePt t="19923" x="4241800" y="4902200"/>
          <p14:tracePt t="19957" x="4235450" y="4902200"/>
          <p14:tracePt t="19971" x="4229100" y="4902200"/>
          <p14:tracePt t="20007" x="4222750" y="4908550"/>
          <p14:tracePt t="20027" x="4216400" y="4908550"/>
          <p14:tracePt t="20036" x="4210050" y="4908550"/>
          <p14:tracePt t="20056" x="4203700" y="4908550"/>
          <p14:tracePt t="20063" x="4191000" y="4914900"/>
          <p14:tracePt t="20077" x="4184650" y="4914900"/>
          <p14:tracePt t="20085" x="4178300" y="4914900"/>
          <p14:tracePt t="20101" x="4165600" y="4921250"/>
          <p14:tracePt t="20119" x="4140200" y="4927600"/>
          <p14:tracePt t="20134" x="4121150" y="4927600"/>
          <p14:tracePt t="20151" x="4108450" y="4927600"/>
          <p14:tracePt t="20168" x="4089400" y="4933950"/>
          <p14:tracePt t="20185" x="4083050" y="4933950"/>
          <p14:tracePt t="20315" x="4083050" y="4940300"/>
          <p14:tracePt t="20364" x="4095750" y="4946650"/>
          <p14:tracePt t="20379" x="4102100" y="4946650"/>
          <p14:tracePt t="20387" x="4108450" y="4953000"/>
          <p14:tracePt t="20400" x="4121150" y="4953000"/>
          <p14:tracePt t="20417" x="4140200" y="4972050"/>
          <p14:tracePt t="20434" x="4178300" y="4997450"/>
          <p14:tracePt t="20450" x="4197350" y="5010150"/>
          <p14:tracePt t="20467" x="4254500" y="5048250"/>
          <p14:tracePt t="20485" x="4298950" y="5105400"/>
          <p14:tracePt t="20500" x="4324350" y="5137150"/>
          <p14:tracePt t="20516" x="4349750" y="5168900"/>
          <p14:tracePt t="20534" x="4413250" y="5270500"/>
          <p14:tracePt t="20550" x="4425950" y="5295900"/>
          <p14:tracePt t="20566" x="4451350" y="5334000"/>
          <p14:tracePt t="20583" x="4489450" y="5378450"/>
          <p14:tracePt t="20600" x="4527550" y="5416550"/>
          <p14:tracePt t="20616" x="4546600" y="5441950"/>
          <p14:tracePt t="20633" x="4584700" y="5467350"/>
          <p14:tracePt t="20649" x="4610100" y="5480050"/>
          <p14:tracePt t="20667" x="4629150" y="5492750"/>
          <p14:tracePt t="20683" x="4641850" y="5499100"/>
          <p14:tracePt t="20699" x="4654550" y="5499100"/>
          <p14:tracePt t="20716" x="4667250" y="5505450"/>
          <p14:tracePt t="20732" x="4679950" y="5511800"/>
          <p14:tracePt t="20749" x="4699000" y="5524500"/>
          <p14:tracePt t="20766" x="4711700" y="5524500"/>
          <p14:tracePt t="22088" x="4711700" y="5467350"/>
          <p14:tracePt t="22102" x="4724400" y="5403850"/>
          <p14:tracePt t="22109" x="4724400" y="5353050"/>
          <p14:tracePt t="22123" x="4730750" y="5264150"/>
          <p14:tracePt t="22131" x="4730750" y="5187950"/>
          <p14:tracePt t="22147" x="4730750" y="5086350"/>
          <p14:tracePt t="22160" x="4730750" y="4883150"/>
          <p14:tracePt t="22177" x="4730750" y="4781550"/>
          <p14:tracePt t="22194" x="4718050" y="4540250"/>
          <p14:tracePt t="22211" x="4718050" y="4413250"/>
          <p14:tracePt t="22228" x="4686300" y="4171950"/>
          <p14:tracePt t="22244" x="4635500" y="3937000"/>
          <p14:tracePt t="22260" x="4591050" y="3822700"/>
          <p14:tracePt t="22278" x="4527550" y="3562350"/>
          <p14:tracePt t="22294" x="4394200" y="3213100"/>
          <p14:tracePt t="22310" x="4337050" y="3073400"/>
          <p14:tracePt t="22327" x="4191000" y="2711450"/>
          <p14:tracePt t="22343" x="4000500" y="2343150"/>
          <p14:tracePt t="22360" x="3886200" y="2165350"/>
          <p14:tracePt t="22377" x="3702050" y="1816100"/>
          <p14:tracePt t="22393" x="3517900" y="1492250"/>
          <p14:tracePt t="22411" x="3416300" y="1289050"/>
          <p14:tracePt t="22427" x="3371850" y="1231900"/>
          <p14:tracePt t="22443" x="3359150" y="1200150"/>
          <p14:tracePt t="22461" x="3321050" y="1155700"/>
          <p14:tracePt t="22476" x="3308350" y="1136650"/>
          <p14:tracePt t="22493" x="3295650" y="1111250"/>
          <p14:tracePt t="22510" x="3263900" y="1085850"/>
          <p14:tracePt t="22526" x="3257550" y="1073150"/>
          <p14:tracePt t="22543" x="3257550" y="1066800"/>
          <p14:tracePt t="22559" x="3251200" y="1066800"/>
          <p14:tracePt t="22579" x="3244850" y="1066800"/>
          <p14:tracePt t="22615" x="3244850" y="1079500"/>
          <p14:tracePt t="22629" x="3225800" y="1085850"/>
          <p14:tracePt t="22635" x="3206750" y="1098550"/>
          <p14:tracePt t="22645" x="3187700" y="1104900"/>
          <p14:tracePt t="22658" x="3168650" y="1111250"/>
          <p14:tracePt t="22676" x="3143250" y="1130300"/>
          <p14:tracePt t="22693" x="3111500" y="1162050"/>
          <p14:tracePt t="22710" x="3105150" y="1174750"/>
          <p14:tracePt t="22725" x="3092450" y="1206500"/>
          <p14:tracePt t="22742" x="3073400" y="1238250"/>
          <p14:tracePt t="22759" x="3073400" y="1263650"/>
          <p14:tracePt t="22776" x="3067050" y="1301750"/>
          <p14:tracePt t="22792" x="3067050" y="1352550"/>
          <p14:tracePt t="22809" x="3067050" y="1371600"/>
          <p14:tracePt t="22826" x="3073400" y="1403350"/>
          <p14:tracePt t="22842" x="3079750" y="1428750"/>
          <p14:tracePt t="22845" x="3086100" y="1441450"/>
          <p14:tracePt t="22859" x="3086100" y="1454150"/>
          <p14:tracePt t="22875" x="3098800" y="1479550"/>
          <p14:tracePt t="22892" x="3098800" y="1485900"/>
          <p14:tracePt t="22910" x="3105150" y="1492250"/>
          <p14:tracePt t="22925" x="3117850" y="1504950"/>
          <p14:tracePt t="22942" x="3124200" y="1511300"/>
          <p14:tracePt t="22959" x="3130550" y="1517650"/>
          <p14:tracePt t="22974" x="3136900" y="1530350"/>
          <p14:tracePt t="22991" x="3143250" y="1530350"/>
          <p14:tracePt t="23008" x="3162300" y="1536700"/>
          <p14:tracePt t="23025" x="3181350" y="1555750"/>
          <p14:tracePt t="23041" x="3181350" y="1562100"/>
          <p14:tracePt t="23058" x="3206750" y="1581150"/>
          <p14:tracePt t="23074" x="3244850" y="1606550"/>
          <p14:tracePt t="23093" x="3270250" y="1638300"/>
          <p14:tracePt t="23108" x="3282950" y="1657350"/>
          <p14:tracePt t="23125" x="3302000" y="1670050"/>
          <p14:tracePt t="23141" x="3321050" y="1695450"/>
          <p14:tracePt t="23157" x="3321050" y="1701800"/>
          <p14:tracePt t="23174" x="3327400" y="1708150"/>
          <p14:tracePt t="23191" x="3327400" y="1714500"/>
          <p14:tracePt t="23208" x="3327400" y="1720850"/>
          <p14:tracePt t="23224" x="3327400" y="1739900"/>
          <p14:tracePt t="23787" x="3321050" y="1752600"/>
          <p14:tracePt t="23794" x="3302000" y="1765300"/>
          <p14:tracePt t="23808" x="3295650" y="1771650"/>
          <p14:tracePt t="23822" x="3276600" y="1784350"/>
          <p14:tracePt t="23838" x="3244850" y="1809750"/>
          <p14:tracePt t="23855" x="3232150" y="1809750"/>
          <p14:tracePt t="23859" x="3219450" y="1822450"/>
          <p14:tracePt t="23872" x="3213100" y="1828800"/>
          <p14:tracePt t="23888" x="3194050" y="1835150"/>
          <p14:tracePt t="23905" x="3181350" y="1841500"/>
          <p14:tracePt t="23921" x="3168650" y="1847850"/>
          <p14:tracePt t="23938" x="3162300" y="1854200"/>
          <p14:tracePt t="23955" x="3149600" y="1854200"/>
          <p14:tracePt t="23971" x="3136900" y="1854200"/>
          <p14:tracePt t="23988" x="3124200" y="1854200"/>
          <p14:tracePt t="24005" x="3111500" y="1847850"/>
          <p14:tracePt t="24021" x="3098800" y="1841500"/>
          <p14:tracePt t="24054" x="3067050" y="1835150"/>
          <p14:tracePt t="24071" x="3048000" y="1828800"/>
          <p14:tracePt t="24088" x="3022600" y="1822450"/>
          <p14:tracePt t="24104" x="2984500" y="1809750"/>
          <p14:tracePt t="24121" x="2927350" y="1790700"/>
          <p14:tracePt t="24138" x="2851150" y="1778000"/>
          <p14:tracePt t="24154" x="2825750" y="1771650"/>
          <p14:tracePt t="24171" x="2774950" y="1752600"/>
          <p14:tracePt t="24188" x="2736850" y="1739900"/>
          <p14:tracePt t="24204" x="2724150" y="1739900"/>
          <p14:tracePt t="24220" x="2717800" y="1733550"/>
          <p14:tracePt t="24237" x="2711450" y="1733550"/>
          <p14:tracePt t="24286" x="2705100" y="1733550"/>
          <p14:tracePt t="24426" x="2705100" y="1739900"/>
          <p14:tracePt t="24447" x="2705100" y="1746250"/>
          <p14:tracePt t="24468" x="2698750" y="1752600"/>
          <p14:tracePt t="24475" x="2698750" y="1758950"/>
          <p14:tracePt t="24489" x="2698750" y="1765300"/>
          <p14:tracePt t="24517" x="2692400" y="1765300"/>
          <p14:tracePt t="24531" x="2686050" y="1771650"/>
          <p14:tracePt t="24560" x="2686050" y="1778000"/>
          <p14:tracePt t="24567" x="2679700" y="1784350"/>
          <p14:tracePt t="24588" x="2673350" y="1790700"/>
          <p14:tracePt t="24609" x="2667000" y="1797050"/>
          <p14:tracePt t="24637" x="2660650" y="1803400"/>
          <p14:tracePt t="24658" x="2654300" y="1803400"/>
          <p14:tracePt t="24679" x="2647950" y="1803400"/>
          <p14:tracePt t="24707" x="2647950" y="1809750"/>
          <p14:tracePt t="24742" x="2641600" y="1816100"/>
          <p14:tracePt t="24777" x="2635250" y="1822450"/>
          <p14:tracePt t="24798" x="2628900" y="1828800"/>
          <p14:tracePt t="24820" x="2622550" y="1835150"/>
          <p14:tracePt t="25792" x="2616200" y="1835150"/>
          <p14:tracePt t="25856" x="2616200" y="1841500"/>
          <p14:tracePt t="25905" x="2609850" y="1847850"/>
          <p14:tracePt t="25933" x="2609850" y="1854200"/>
          <p14:tracePt t="25961" x="2603500" y="1860550"/>
          <p14:tracePt t="25975" x="2603500" y="1866900"/>
          <p14:tracePt t="25984" x="2597150" y="1866900"/>
          <p14:tracePt t="26003" x="2597150" y="1873250"/>
          <p14:tracePt t="26032" x="2590800" y="1873250"/>
          <p14:tracePt t="26066" x="2590800" y="1879600"/>
          <p14:tracePt t="26082" x="2590800" y="1885950"/>
          <p14:tracePt t="26115" x="2590800" y="1892300"/>
          <p14:tracePt t="26144" x="2584450" y="1898650"/>
          <p14:tracePt t="26172" x="2584450" y="1905000"/>
          <p14:tracePt t="26214" x="2584450" y="1911350"/>
          <p14:tracePt t="26220" x="2590800" y="1911350"/>
          <p14:tracePt t="26235" x="2597150" y="1911350"/>
          <p14:tracePt t="26248" x="2603500" y="1911350"/>
          <p14:tracePt t="26263" x="2609850" y="1911350"/>
          <p14:tracePt t="26280" x="2616200" y="1911350"/>
          <p14:tracePt t="26297" x="2622550" y="1911350"/>
          <p14:tracePt t="26314" x="2641600" y="1911350"/>
          <p14:tracePt t="26330" x="2654300" y="1911350"/>
          <p14:tracePt t="26347" x="2673350" y="1911350"/>
          <p14:tracePt t="26363" x="2717800" y="1905000"/>
          <p14:tracePt t="26380" x="2730500" y="1905000"/>
          <p14:tracePt t="26397" x="2768600" y="1905000"/>
          <p14:tracePt t="26413" x="2794000" y="1898650"/>
          <p14:tracePt t="26431" x="2825750" y="1898650"/>
          <p14:tracePt t="26446" x="2857500" y="1892300"/>
          <p14:tracePt t="26463" x="2870200" y="1885950"/>
          <p14:tracePt t="26480" x="2889250" y="1879600"/>
          <p14:tracePt t="26496" x="2901950" y="1879600"/>
          <p14:tracePt t="26512" x="2908300" y="1873250"/>
          <p14:tracePt t="26846" x="2901950" y="1873250"/>
          <p14:tracePt t="26874" x="2895600" y="1873250"/>
          <p14:tracePt t="26888" x="2889250" y="1873250"/>
          <p14:tracePt t="26897" x="2882900" y="1873250"/>
          <p14:tracePt t="26916" x="2876550" y="1873250"/>
          <p14:tracePt t="26927" x="2870200" y="1873250"/>
          <p14:tracePt t="26945" x="2844800" y="1873250"/>
          <p14:tracePt t="26961" x="2825750" y="1873250"/>
          <p14:tracePt t="26978" x="2800350" y="1873250"/>
          <p14:tracePt t="26994" x="2736850" y="1873250"/>
          <p14:tracePt t="27011" x="2705100" y="1873250"/>
          <p14:tracePt t="27028" x="2667000" y="1873250"/>
          <p14:tracePt t="27044" x="2641600" y="1873250"/>
          <p14:tracePt t="27061" x="2609850" y="1873250"/>
          <p14:tracePt t="27078" x="2584450" y="1873250"/>
          <p14:tracePt t="27094" x="2571750" y="1873250"/>
          <p14:tracePt t="27110" x="2559050" y="1873250"/>
          <p14:tracePt t="27127" x="2546350" y="1873250"/>
          <p14:tracePt t="27143" x="2540000" y="1873250"/>
          <p14:tracePt t="27160" x="2533650" y="1879600"/>
          <p14:tracePt t="27197" x="2527300" y="1879600"/>
          <p14:tracePt t="27239" x="2520950" y="1879600"/>
          <p14:tracePt t="27309" x="2514600" y="1879600"/>
          <p14:tracePt t="27330" x="2508250" y="1879600"/>
          <p14:tracePt t="27337" x="2501900" y="1879600"/>
          <p14:tracePt t="27358" x="2495550" y="1879600"/>
          <p14:tracePt t="27379" x="2489200" y="1879600"/>
          <p14:tracePt t="27387" x="2482850" y="1879600"/>
          <p14:tracePt t="27415" x="2476500" y="1879600"/>
          <p14:tracePt t="27428" x="2470150" y="1879600"/>
          <p14:tracePt t="27436" x="2463800" y="1879600"/>
          <p14:tracePt t="27450" x="2457450" y="1879600"/>
          <p14:tracePt t="27471" x="2451100" y="1879600"/>
          <p14:tracePt t="27485" x="2444750" y="1879600"/>
          <p14:tracePt t="27520" x="2438400" y="1879600"/>
          <p14:tracePt t="27548" x="2432050" y="1879600"/>
          <p14:tracePt t="27555" x="2425700" y="1879600"/>
          <p14:tracePt t="27611" x="2419350" y="1879600"/>
          <p14:tracePt t="27618" x="2413000" y="1879600"/>
          <p14:tracePt t="27695" x="2425700" y="1879600"/>
          <p14:tracePt t="27710" x="2438400" y="1885950"/>
          <p14:tracePt t="27716" x="2451100" y="1885950"/>
          <p14:tracePt t="27730" x="2470150" y="1885950"/>
          <p14:tracePt t="27741" x="2489200" y="1885950"/>
          <p14:tracePt t="27759" x="2584450" y="1885950"/>
          <p14:tracePt t="27775" x="2635250" y="1885950"/>
          <p14:tracePt t="27791" x="2730500" y="1873250"/>
          <p14:tracePt t="27808" x="2819400" y="1866900"/>
          <p14:tracePt t="27825" x="2863850" y="1854200"/>
          <p14:tracePt t="27841" x="2914650" y="1847850"/>
          <p14:tracePt t="27858" x="2946400" y="1841500"/>
          <p14:tracePt t="27874" x="2952750" y="1841500"/>
          <p14:tracePt t="27878" x="2965450" y="1835150"/>
          <p14:tracePt t="28159" x="2971800" y="1835150"/>
          <p14:tracePt t="28313" x="2965450" y="1835150"/>
          <p14:tracePt t="28320" x="2959100" y="1835150"/>
          <p14:tracePt t="28341" x="2952750" y="1835150"/>
          <p14:tracePt t="28348" x="2946400" y="1835150"/>
          <p14:tracePt t="28363" x="2940050" y="1835150"/>
          <p14:tracePt t="28372" x="2933700" y="1835150"/>
          <p14:tracePt t="28392" x="2914650" y="1835150"/>
          <p14:tracePt t="28406" x="2901950" y="1835150"/>
          <p14:tracePt t="28423" x="2857500" y="1828800"/>
          <p14:tracePt t="28440" x="2813050" y="1828800"/>
          <p14:tracePt t="28456" x="2787650" y="1828800"/>
          <p14:tracePt t="28472" x="2743200" y="1828800"/>
          <p14:tracePt t="28489" x="2711450" y="1828800"/>
          <p14:tracePt t="28505" x="2686050" y="1828800"/>
          <p14:tracePt t="28522" x="2673350" y="1828800"/>
          <p14:tracePt t="28539" x="2654300" y="1828800"/>
          <p14:tracePt t="28572" x="2647950" y="1828800"/>
          <p14:tracePt t="28588" x="2641600" y="1828800"/>
          <p14:tracePt t="28721" x="2654300" y="1828800"/>
          <p14:tracePt t="28735" x="2660650" y="1835150"/>
          <p14:tracePt t="28742" x="2667000" y="1835150"/>
          <p14:tracePt t="28754" x="2679700" y="1835150"/>
          <p14:tracePt t="28771" x="2724150" y="1835150"/>
          <p14:tracePt t="28788" x="2762250" y="1841500"/>
          <p14:tracePt t="28805" x="2857500" y="1847850"/>
          <p14:tracePt t="28821" x="2971800" y="1860550"/>
          <p14:tracePt t="28837" x="3035300" y="1860550"/>
          <p14:tracePt t="28855" x="3149600" y="1860550"/>
          <p14:tracePt t="28871" x="3194050" y="1866900"/>
          <p14:tracePt t="28874" x="3244850" y="1866900"/>
          <p14:tracePt t="28888" x="3282950" y="1866900"/>
          <p14:tracePt t="28904" x="3333750" y="1866900"/>
          <p14:tracePt t="28922" x="3359150" y="1866900"/>
          <p14:tracePt t="28938" x="3390900" y="1866900"/>
          <p14:tracePt t="28954" x="3409950" y="1866900"/>
          <p14:tracePt t="28971" x="3416300" y="1866900"/>
          <p14:tracePt t="29395" x="3422650" y="1866900"/>
          <p14:tracePt t="29437" x="3429000" y="1866900"/>
          <p14:tracePt t="29535" x="3422650" y="1866900"/>
          <p14:tracePt t="29542" x="3416300" y="1866900"/>
          <p14:tracePt t="29564" x="3409950" y="1866900"/>
          <p14:tracePt t="29584" x="3403600" y="1866900"/>
          <p14:tracePt t="29592" x="3397250" y="1866900"/>
          <p14:tracePt t="29606" x="3390900" y="1866900"/>
          <p14:tracePt t="29618" x="3384550" y="1866900"/>
          <p14:tracePt t="29635" x="3340100" y="1866900"/>
          <p14:tracePt t="29652" x="3308350" y="1866900"/>
          <p14:tracePt t="29669" x="3194050" y="1854200"/>
          <p14:tracePt t="29685" x="3048000" y="1835150"/>
          <p14:tracePt t="29702" x="2971800" y="1828800"/>
          <p14:tracePt t="29718" x="2813050" y="1809750"/>
          <p14:tracePt t="29735" x="2673350" y="1809750"/>
          <p14:tracePt t="29751" x="2622550" y="1797050"/>
          <p14:tracePt t="29768" x="2552700" y="1790700"/>
          <p14:tracePt t="29785" x="2501900" y="1790700"/>
          <p14:tracePt t="29801" x="2489200" y="1790700"/>
          <p14:tracePt t="29817" x="2476500" y="1790700"/>
          <p14:tracePt t="29834" x="2470150" y="1790700"/>
          <p14:tracePt t="29854" x="2463800" y="1790700"/>
          <p14:tracePt t="29950" x="2457450" y="1790700"/>
          <p14:tracePt t="29971" x="2451100" y="1790700"/>
          <p14:tracePt t="29992" x="2444750" y="1790700"/>
          <p14:tracePt t="29998" x="2438400" y="1797050"/>
          <p14:tracePt t="30034" x="2432050" y="1797050"/>
          <p14:tracePt t="30041" x="2425700" y="1797050"/>
          <p14:tracePt t="30062" x="2419350" y="1797050"/>
          <p14:tracePt t="30104" x="2413000" y="1803400"/>
          <p14:tracePt t="30132" x="2413000" y="1809750"/>
          <p14:tracePt t="30196" x="2413000" y="1816100"/>
          <p14:tracePt t="30202" x="2413000" y="1822450"/>
          <p14:tracePt t="30245" x="2413000" y="1828800"/>
          <p14:tracePt t="30273" x="2413000" y="1835150"/>
          <p14:tracePt t="30336" x="2406650" y="1835150"/>
          <p14:tracePt t="30351" x="2400300" y="1835150"/>
          <p14:tracePt t="30364" x="2400300" y="1828800"/>
          <p14:tracePt t="30371" x="2387600" y="1828800"/>
          <p14:tracePt t="30386" x="2381250" y="1822450"/>
          <p14:tracePt t="30399" x="2362200" y="1816100"/>
          <p14:tracePt t="30416" x="2343150" y="1816100"/>
          <p14:tracePt t="30432" x="2324100" y="1803400"/>
          <p14:tracePt t="30449" x="2273300" y="1797050"/>
          <p14:tracePt t="30465" x="2209800" y="1771650"/>
          <p14:tracePt t="30482" x="2159000" y="1752600"/>
          <p14:tracePt t="30498" x="2127250" y="1733550"/>
          <p14:tracePt t="30515" x="2095500" y="1701800"/>
          <p14:tracePt t="30533" x="2057400" y="1657350"/>
          <p14:tracePt t="30548" x="2051050" y="1625600"/>
          <p14:tracePt t="30565" x="2032000" y="1555750"/>
          <p14:tracePt t="30582" x="2032000" y="1511300"/>
          <p14:tracePt t="30598" x="2032000" y="1485900"/>
          <p14:tracePt t="30615" x="2032000" y="1466850"/>
          <p14:tracePt t="30631" x="2032000" y="1435100"/>
          <p14:tracePt t="30648" x="2038350" y="1422400"/>
          <p14:tracePt t="30681" x="2044700" y="1422400"/>
          <p14:tracePt t="30698" x="2051050" y="1416050"/>
          <p14:tracePt t="30715" x="2057400" y="1416050"/>
          <p14:tracePt t="30731" x="2063750" y="1416050"/>
          <p14:tracePt t="30748" x="2070100" y="1416050"/>
          <p14:tracePt t="30765" x="2095500" y="1441450"/>
          <p14:tracePt t="30781" x="2108200" y="1466850"/>
          <p14:tracePt t="30798" x="2146300" y="1530350"/>
          <p14:tracePt t="30814" x="2209800" y="1631950"/>
          <p14:tracePt t="30831" x="2241550" y="1689100"/>
          <p14:tracePt t="30848" x="2292350" y="1790700"/>
          <p14:tracePt t="30864" x="2330450" y="1860550"/>
          <p14:tracePt t="30881" x="2336800" y="1885950"/>
          <p14:tracePt t="30898" x="2349500" y="1917700"/>
          <p14:tracePt t="30914" x="2349500" y="1930400"/>
          <p14:tracePt t="30968" x="2349500" y="1924050"/>
          <p14:tracePt t="30982" x="2349500" y="1911350"/>
          <p14:tracePt t="30996" x="2349500" y="1905000"/>
          <p14:tracePt t="31003" x="2349500" y="1892300"/>
          <p14:tracePt t="31017" x="2355850" y="1873250"/>
          <p14:tracePt t="31031" x="2362200" y="1860550"/>
          <p14:tracePt t="31047" x="2374900" y="1803400"/>
          <p14:tracePt t="31063" x="2393950" y="1771650"/>
          <p14:tracePt t="31080" x="2413000" y="1695450"/>
          <p14:tracePt t="31097" x="2444750" y="1631950"/>
          <p14:tracePt t="31113" x="2451100" y="1612900"/>
          <p14:tracePt t="31130" x="2476500" y="1587500"/>
          <p14:tracePt t="31147" x="2476500" y="1581150"/>
          <p14:tracePt t="31214" x="2463800" y="1593850"/>
          <p14:tracePt t="31227" x="2457450" y="1600200"/>
          <p14:tracePt t="31235" x="2451100" y="1600200"/>
          <p14:tracePt t="31249" x="2432050" y="1612900"/>
          <p14:tracePt t="31263" x="2387600" y="1644650"/>
          <p14:tracePt t="31279" x="2368550" y="1663700"/>
          <p14:tracePt t="31296" x="2324100" y="1695450"/>
          <p14:tracePt t="31313" x="2235200" y="1765300"/>
          <p14:tracePt t="31329" x="2203450" y="1778000"/>
          <p14:tracePt t="31346" x="2190750" y="1784350"/>
          <p14:tracePt t="31362" x="2165350" y="1809750"/>
          <p14:tracePt t="31379" x="2152650" y="1809750"/>
          <p14:tracePt t="31412" x="2152650" y="1803400"/>
          <p14:tracePt t="31429" x="2190750" y="1752600"/>
          <p14:tracePt t="31446" x="2266950" y="1670050"/>
          <p14:tracePt t="31462" x="2317750" y="1612900"/>
          <p14:tracePt t="31479" x="2438400" y="1504950"/>
          <p14:tracePt t="31495" x="2527300" y="1435100"/>
          <p14:tracePt t="31512" x="2546350" y="1416050"/>
          <p14:tracePt t="31528" x="2571750" y="1403350"/>
          <p14:tracePt t="31545" x="2590800" y="1390650"/>
          <p14:tracePt t="31600" x="2584450" y="1397000"/>
          <p14:tracePt t="31607" x="2578100" y="1409700"/>
          <p14:tracePt t="31615" x="2571750" y="1416050"/>
          <p14:tracePt t="31631" x="2559050" y="1435100"/>
          <p14:tracePt t="31644" x="2540000" y="1454150"/>
          <p14:tracePt t="31661" x="2463800" y="1536700"/>
          <p14:tracePt t="31678" x="2368550" y="1638300"/>
          <p14:tracePt t="31695" x="2324100" y="1695450"/>
          <p14:tracePt t="31711" x="2241550" y="1771650"/>
          <p14:tracePt t="31727" x="2197100" y="1816100"/>
          <p14:tracePt t="31744" x="2190750" y="1822450"/>
          <p14:tracePt t="31761" x="2178050" y="1828800"/>
          <p14:tracePt t="31778" x="2178050" y="1841500"/>
          <p14:tracePt t="31813" x="2190750" y="1847850"/>
          <p14:tracePt t="31827" x="2235200" y="1885950"/>
          <p14:tracePt t="31844" x="2279650" y="1924050"/>
          <p14:tracePt t="31861" x="2444750" y="2076450"/>
          <p14:tracePt t="31877" x="2540000" y="2178050"/>
          <p14:tracePt t="31895" x="2914650" y="2717800"/>
          <p14:tracePt t="31910" x="3041650" y="2990850"/>
          <p14:tracePt t="31928" x="3149600" y="3232150"/>
          <p14:tracePt t="31932" x="3257550" y="3505200"/>
          <p14:tracePt t="31944" x="3333750" y="3759200"/>
          <p14:tracePt t="31961" x="3422650" y="4260850"/>
          <p14:tracePt t="31977" x="3448050" y="4457700"/>
          <p14:tracePt t="31994" x="3473450" y="4724400"/>
          <p14:tracePt t="32010" x="3479800" y="4953000"/>
          <p14:tracePt t="32029" x="3479800" y="5105400"/>
          <p14:tracePt t="32043" x="3473450" y="5168900"/>
          <p14:tracePt t="32060" x="3473450" y="5238750"/>
          <p14:tracePt t="32077" x="3473450" y="5283200"/>
          <p14:tracePt t="32093" x="3467100" y="5295900"/>
          <p14:tracePt t="32110" x="3467100" y="5314950"/>
          <p14:tracePt t="32127" x="3454400" y="5334000"/>
          <p14:tracePt t="32143" x="3448050" y="5340350"/>
          <p14:tracePt t="32160" x="3441700" y="5346700"/>
          <p14:tracePt t="32177" x="3403600" y="5365750"/>
          <p14:tracePt t="32193" x="3384550" y="5372100"/>
          <p14:tracePt t="32210" x="3359150" y="5378450"/>
          <p14:tracePt t="32226" x="3321050" y="5384800"/>
          <p14:tracePt t="32242" x="3289300" y="5391150"/>
          <p14:tracePt t="32260" x="3257550" y="5397500"/>
          <p14:tracePt t="32276" x="3225800" y="5403850"/>
          <p14:tracePt t="32292" x="3175000" y="5403850"/>
          <p14:tracePt t="32309" x="3143250" y="5410200"/>
          <p14:tracePt t="32326" x="3130550" y="5410200"/>
          <p14:tracePt t="32344" x="3111500" y="5416550"/>
          <p14:tracePt t="32359" x="3105150" y="5416550"/>
          <p14:tracePt t="32470" x="3111500" y="5416550"/>
          <p14:tracePt t="32492" x="3117850" y="5416550"/>
          <p14:tracePt t="32499" x="3130550" y="5410200"/>
          <p14:tracePt t="32513" x="3130550" y="5403850"/>
          <p14:tracePt t="32525" x="3136900" y="5397500"/>
          <p14:tracePt t="32542" x="3149600" y="5384800"/>
          <p14:tracePt t="32559" x="3155950" y="5378450"/>
          <p14:tracePt t="32575" x="3162300" y="5372100"/>
          <p14:tracePt t="32591" x="3168650" y="5372100"/>
          <p14:tracePt t="32681" x="3162300" y="5372100"/>
          <p14:tracePt t="32688" x="3155950" y="5378450"/>
          <p14:tracePt t="32702" x="3155950" y="5391150"/>
          <p14:tracePt t="32711" x="3130550" y="5403850"/>
          <p14:tracePt t="32725" x="3117850" y="5429250"/>
          <p14:tracePt t="32741" x="3092450" y="5461000"/>
          <p14:tracePt t="32759" x="3060700" y="5499100"/>
          <p14:tracePt t="32774" x="3054350" y="5511800"/>
          <p14:tracePt t="32791" x="3041650" y="5524500"/>
          <p14:tracePt t="32808" x="3035300" y="5543550"/>
          <p14:tracePt t="32841" x="3048000" y="5537200"/>
          <p14:tracePt t="32858" x="3098800" y="5511800"/>
          <p14:tracePt t="32874" x="3149600" y="5492750"/>
          <p14:tracePt t="32892" x="3181350" y="5480050"/>
          <p14:tracePt t="32907" x="3194050" y="5473700"/>
          <p14:tracePt t="32923" x="3206750" y="5467350"/>
          <p14:tracePt t="32941" x="3213100" y="5467350"/>
          <p14:tracePt t="32990" x="3206750" y="5467350"/>
          <p14:tracePt t="33004" x="3200400" y="5467350"/>
          <p14:tracePt t="33011" x="3194050" y="5473700"/>
          <p14:tracePt t="33023" x="3187700" y="5486400"/>
          <p14:tracePt t="33042" x="3175000" y="5492750"/>
          <p14:tracePt t="33056" x="3175000" y="5505450"/>
          <p14:tracePt t="33074" x="3162300" y="5511800"/>
          <p14:tracePt t="33090" x="3149600" y="5530850"/>
          <p14:tracePt t="33106" x="3149600" y="5537200"/>
          <p14:tracePt t="33123" x="3149600" y="5543550"/>
          <p14:tracePt t="33139" x="3143250" y="5543550"/>
          <p14:tracePt t="33174" x="3149600" y="5549900"/>
          <p14:tracePt t="33180" x="3155950" y="5549900"/>
          <p14:tracePt t="33201" x="3162300" y="5556250"/>
          <p14:tracePt t="33229" x="3168650" y="5556250"/>
          <p14:tracePt t="33250" x="3175000" y="5562600"/>
          <p14:tracePt t="33271" x="3187700" y="5562600"/>
          <p14:tracePt t="33292" x="3194050" y="5562600"/>
          <p14:tracePt t="33313" x="3200400" y="5562600"/>
          <p14:tracePt t="33320" x="3200400" y="5568950"/>
          <p14:tracePt t="33334" x="3206750" y="5568950"/>
          <p14:tracePt t="33342" x="3213100" y="5568950"/>
          <p14:tracePt t="33358" x="3225800" y="5575300"/>
          <p14:tracePt t="33372" x="3257550" y="5581650"/>
          <p14:tracePt t="33389" x="3289300" y="5594350"/>
          <p14:tracePt t="33406" x="3352800" y="5613400"/>
          <p14:tracePt t="33422" x="3390900" y="5619750"/>
          <p14:tracePt t="33440" x="3536950" y="5645150"/>
          <p14:tracePt t="33455" x="3581400" y="5645150"/>
          <p14:tracePt t="33472" x="3606800" y="5645150"/>
          <p14:tracePt t="33489" x="3657600" y="5651500"/>
          <p14:tracePt t="33505" x="3683000" y="5651500"/>
          <p14:tracePt t="33522" x="3689350" y="5651500"/>
          <p14:tracePt t="33554" x="3689350" y="5657850"/>
          <p14:tracePt t="33574" x="3683000" y="5657850"/>
          <p14:tracePt t="33588" x="3676650" y="5657850"/>
          <p14:tracePt t="33605" x="3644900" y="5657850"/>
          <p14:tracePt t="33622" x="3568700" y="5657850"/>
          <p14:tracePt t="33638" x="3517900" y="5657850"/>
          <p14:tracePt t="33654" x="3384550" y="5657850"/>
          <p14:tracePt t="33672" x="3270250" y="5645150"/>
          <p14:tracePt t="33687" x="3213100" y="5638800"/>
          <p14:tracePt t="33704" x="3187700" y="5632450"/>
          <p14:tracePt t="33721" x="3124200" y="5626100"/>
          <p14:tracePt t="33738" x="3117850" y="5626100"/>
          <p14:tracePt t="33754" x="3111500" y="5626100"/>
          <p14:tracePt t="33771" x="3111500" y="5619750"/>
          <p14:tracePt t="33805" x="3111500" y="5613400"/>
          <p14:tracePt t="33826" x="3117850" y="5607050"/>
          <p14:tracePt t="33832" x="3130550" y="5607050"/>
          <p14:tracePt t="33846" x="3143250" y="5600700"/>
          <p14:tracePt t="33856" x="3155950" y="5594350"/>
          <p14:tracePt t="33871" x="3175000" y="5594350"/>
          <p14:tracePt t="33887" x="3219450" y="5575300"/>
          <p14:tracePt t="33904" x="3263900" y="5549900"/>
          <p14:tracePt t="33920" x="3289300" y="5543550"/>
          <p14:tracePt t="33937" x="3321050" y="5537200"/>
          <p14:tracePt t="33954" x="3346450" y="5530850"/>
          <p14:tracePt t="33970" x="3352800" y="5524500"/>
          <p14:tracePt t="33987" x="3359150" y="5524500"/>
          <p14:tracePt t="34107" x="3365500" y="5530850"/>
          <p14:tracePt t="34177" x="3371850" y="5530850"/>
          <p14:tracePt t="34205" x="3378200" y="5530850"/>
          <p14:tracePt t="34212" x="3378200" y="5537200"/>
          <p14:tracePt t="34226" x="3384550" y="5537200"/>
          <p14:tracePt t="34254" x="3390900" y="5537200"/>
          <p14:tracePt t="34269" x="3397250" y="5537200"/>
          <p14:tracePt t="34275" x="3403600" y="5537200"/>
          <p14:tracePt t="34285" x="3409950" y="5537200"/>
          <p14:tracePt t="34302" x="3422650" y="5537200"/>
          <p14:tracePt t="34318" x="3454400" y="5537200"/>
          <p14:tracePt t="34335" x="3479800" y="5537200"/>
          <p14:tracePt t="34352" x="3556000" y="5537200"/>
          <p14:tracePt t="34369" x="3587750" y="5530850"/>
          <p14:tracePt t="34385" x="3606800" y="5518150"/>
          <p14:tracePt t="34402" x="3657600" y="5505450"/>
          <p14:tracePt t="34418" x="3702050" y="5480050"/>
          <p14:tracePt t="34435" x="3733800" y="5461000"/>
          <p14:tracePt t="34438" x="3759200" y="5429250"/>
          <p14:tracePt t="34452" x="3790950" y="5403850"/>
          <p14:tracePt t="34468" x="3860800" y="5327650"/>
          <p14:tracePt t="34486" x="3956050" y="5219700"/>
          <p14:tracePt t="34501" x="4019550" y="5149850"/>
          <p14:tracePt t="34518" x="4133850" y="4972050"/>
          <p14:tracePt t="34535" x="4254500" y="4794250"/>
          <p14:tracePt t="34551" x="4311650" y="4692650"/>
          <p14:tracePt t="34568" x="4438650" y="4489450"/>
          <p14:tracePt t="34585" x="4521200" y="4292600"/>
          <p14:tracePt t="34601" x="4559300" y="4210050"/>
          <p14:tracePt t="34618" x="4578350" y="4133850"/>
          <p14:tracePt t="34635" x="4660900" y="3917950"/>
          <p14:tracePt t="34651" x="4667250" y="3860800"/>
          <p14:tracePt t="34668" x="4692650" y="3740150"/>
          <p14:tracePt t="34684" x="4692650" y="3676650"/>
          <p14:tracePt t="34701" x="4705350" y="3600450"/>
          <p14:tracePt t="34718" x="4705350" y="3492500"/>
          <p14:tracePt t="34734" x="4699000" y="3454400"/>
          <p14:tracePt t="34751" x="4692650" y="3403600"/>
          <p14:tracePt t="34767" x="4686300" y="3359150"/>
          <p14:tracePt t="34784" x="4679950" y="3340100"/>
          <p14:tracePt t="34801" x="4679950" y="3327400"/>
          <p14:tracePt t="34818" x="4673600" y="3295650"/>
          <p14:tracePt t="34833" x="4667250" y="3276600"/>
          <p14:tracePt t="34851" x="4654550" y="3232150"/>
          <p14:tracePt t="34867" x="4641850" y="3181350"/>
          <p14:tracePt t="34884" x="4629150" y="3162300"/>
          <p14:tracePt t="34902" x="4610100" y="3092450"/>
          <p14:tracePt t="34918" x="4565650" y="3003550"/>
          <p14:tracePt t="34933" x="4533900" y="2933700"/>
          <p14:tracePt t="34950" x="4483100" y="2768600"/>
          <p14:tracePt t="34967" x="4445000" y="2660650"/>
          <p14:tracePt t="34970" x="4413250" y="2571750"/>
          <p14:tracePt t="34983" x="4381500" y="2476500"/>
          <p14:tracePt t="35000" x="4318000" y="2305050"/>
          <p14:tracePt t="35017" x="4298950" y="2228850"/>
          <p14:tracePt t="35033" x="4273550" y="2114550"/>
          <p14:tracePt t="35050" x="4260850" y="2057400"/>
          <p14:tracePt t="35066" x="4260850" y="2044700"/>
          <p14:tracePt t="35083" x="4260850" y="2025650"/>
          <p14:tracePt t="35119" x="4260850" y="2019300"/>
          <p14:tracePt t="35167" x="4260850" y="2012950"/>
          <p14:tracePt t="35237" x="4260850" y="2006600"/>
          <p14:tracePt t="35280" x="4260850" y="2000250"/>
          <p14:tracePt t="35336" x="4260850" y="1993900"/>
          <p14:tracePt t="35399" x="4260850" y="2000250"/>
          <p14:tracePt t="35419" x="4260850" y="2006600"/>
          <p14:tracePt t="35427" x="4260850" y="2012950"/>
          <p14:tracePt t="37238" x="4311650" y="2012950"/>
          <p14:tracePt t="37245" x="4400550" y="2006600"/>
          <p14:tracePt t="37259" x="4502150" y="2006600"/>
          <p14:tracePt t="37275" x="4679950" y="1987550"/>
          <p14:tracePt t="37292" x="4781550" y="1974850"/>
          <p14:tracePt t="37309" x="4965700" y="1955800"/>
          <p14:tracePt t="37325" x="5156200" y="1936750"/>
          <p14:tracePt t="37342" x="5232400" y="1930400"/>
          <p14:tracePt t="37358" x="5378450" y="1898650"/>
          <p14:tracePt t="37375" x="5429250" y="1892300"/>
          <p14:tracePt t="37392" x="5518150" y="1866900"/>
          <p14:tracePt t="37408" x="5588000" y="1847850"/>
          <p14:tracePt t="37425" x="5613400" y="1841500"/>
          <p14:tracePt t="37442" x="5664200" y="1828800"/>
          <p14:tracePt t="37458" x="5708650" y="1822450"/>
          <p14:tracePt t="37475" x="5721350" y="1822450"/>
          <p14:tracePt t="37491" x="5746750" y="1822450"/>
          <p14:tracePt t="37508" x="5759450" y="1822450"/>
          <p14:tracePt t="37525" x="5772150" y="1816100"/>
          <p14:tracePt t="37557" x="5778500" y="1816100"/>
          <p14:tracePt t="37596" x="5784850" y="1816100"/>
          <p14:tracePt t="37876" x="5791200" y="1816100"/>
          <p14:tracePt t="37898" x="5797550" y="1816100"/>
          <p14:tracePt t="37904" x="5810250" y="1816100"/>
          <p14:tracePt t="37919" x="5816600" y="1816100"/>
          <p14:tracePt t="37926" x="5822950" y="1816100"/>
          <p14:tracePt t="37942" x="5829300" y="1816100"/>
          <p14:tracePt t="37957" x="5873750" y="1816100"/>
          <p14:tracePt t="37974" x="5899150" y="1816100"/>
          <p14:tracePt t="37989" x="5969000" y="1816100"/>
          <p14:tracePt t="38006" x="5994400" y="1816100"/>
          <p14:tracePt t="38024" x="6102350" y="1809750"/>
          <p14:tracePt t="38039" x="6134100" y="1803400"/>
          <p14:tracePt t="38056" x="6153150" y="1803400"/>
          <p14:tracePt t="38074" x="6197600" y="1790700"/>
          <p14:tracePt t="38089" x="6223000" y="1784350"/>
          <p14:tracePt t="38122" x="6235700" y="1784350"/>
          <p14:tracePt t="38158" x="6235700" y="1778000"/>
          <p14:tracePt t="38172" x="6235700" y="1771650"/>
          <p14:tracePt t="38235" x="6229350" y="1771650"/>
          <p14:tracePt t="38298" x="6216650" y="1771650"/>
          <p14:tracePt t="38306" x="6210300" y="1771650"/>
          <p14:tracePt t="38325" x="6197600" y="1771650"/>
          <p14:tracePt t="38340" x="6191250" y="1771650"/>
          <p14:tracePt t="38347" x="6172200" y="1771650"/>
          <p14:tracePt t="38361" x="6153150" y="1771650"/>
          <p14:tracePt t="38371" x="6127750" y="1771650"/>
          <p14:tracePt t="38389" x="6026150" y="1778000"/>
          <p14:tracePt t="38405" x="5962650" y="1778000"/>
          <p14:tracePt t="38421" x="5816600" y="1771650"/>
          <p14:tracePt t="38438" x="5689600" y="1765300"/>
          <p14:tracePt t="38455" x="5626100" y="1752600"/>
          <p14:tracePt t="38471" x="5543550" y="1746250"/>
          <p14:tracePt t="38488" x="5480050" y="1739900"/>
          <p14:tracePt t="38504" x="5461000" y="1727200"/>
          <p14:tracePt t="38522" x="5448300" y="1727200"/>
          <p14:tracePt t="38538" x="5435600" y="1727200"/>
          <p14:tracePt t="38656" x="5435600" y="1733550"/>
          <p14:tracePt t="38712" x="5429250" y="1733550"/>
          <p14:tracePt t="38747" x="5422900" y="1733550"/>
          <p14:tracePt t="38761" x="5416550" y="1733550"/>
          <p14:tracePt t="38768" x="5410200" y="1733550"/>
          <p14:tracePt t="38782" x="5403850" y="1733550"/>
          <p14:tracePt t="38790" x="5391150" y="1739900"/>
          <p14:tracePt t="38810" x="5378450" y="1739900"/>
          <p14:tracePt t="38820" x="5365750" y="1739900"/>
          <p14:tracePt t="38836" x="5353050" y="1739900"/>
          <p14:tracePt t="38853" x="5327650" y="1746250"/>
          <p14:tracePt t="38870" x="5302250" y="1746250"/>
          <p14:tracePt t="38887" x="5289550" y="1746250"/>
          <p14:tracePt t="38930" x="5283200" y="1746250"/>
          <p14:tracePt t="38972" x="5276850" y="1746250"/>
          <p14:tracePt t="39028" x="5270500" y="1746250"/>
          <p14:tracePt t="39077" x="5270500" y="1752600"/>
          <p14:tracePt t="39098" x="5264150" y="1765300"/>
          <p14:tracePt t="39112" x="5257800" y="1771650"/>
          <p14:tracePt t="39121" x="5257800" y="1778000"/>
          <p14:tracePt t="39135" x="5251450" y="1778000"/>
          <p14:tracePt t="39152" x="5251450" y="1797050"/>
          <p14:tracePt t="39169" x="5245100" y="1822450"/>
          <p14:tracePt t="39185" x="5245100" y="1835150"/>
          <p14:tracePt t="39202" x="5232400" y="1847850"/>
          <p14:tracePt t="39218" x="5226050" y="1866900"/>
          <p14:tracePt t="39235" x="5226050" y="1879600"/>
          <p14:tracePt t="39268" x="5232400" y="1885950"/>
          <p14:tracePt t="39285" x="5238750" y="1885950"/>
          <p14:tracePt t="39302" x="5251450" y="1885950"/>
          <p14:tracePt t="39318" x="5257800" y="1885950"/>
          <p14:tracePt t="39334" x="5264150" y="1879600"/>
          <p14:tracePt t="39352" x="5270500" y="1873250"/>
          <p14:tracePt t="39368" x="5276850" y="1866900"/>
          <p14:tracePt t="39385" x="5283200" y="1854200"/>
          <p14:tracePt t="39401" x="5289550" y="1847850"/>
          <p14:tracePt t="39435" x="5289550" y="1835150"/>
          <p14:tracePt t="39467" x="5289550" y="1828800"/>
          <p14:tracePt t="39491" x="5283200" y="1828800"/>
          <p14:tracePt t="39513" x="5276850" y="1828800"/>
          <p14:tracePt t="39520" x="5270500" y="1828800"/>
          <p14:tracePt t="39536" x="5257800" y="1828800"/>
          <p14:tracePt t="39551" x="5245100" y="1828800"/>
          <p14:tracePt t="39568" x="5207000" y="1835150"/>
          <p14:tracePt t="39584" x="5156200" y="1854200"/>
          <p14:tracePt t="39601" x="5137150" y="1866900"/>
          <p14:tracePt t="39618" x="5092700" y="1892300"/>
          <p14:tracePt t="39634" x="5086350" y="1905000"/>
          <p14:tracePt t="39650" x="5080000" y="1917700"/>
          <p14:tracePt t="39667" x="5086350" y="1936750"/>
          <p14:tracePt t="39684" x="5111750" y="1949450"/>
          <p14:tracePt t="39700" x="5168900" y="1949450"/>
          <p14:tracePt t="39717" x="5295900" y="1955800"/>
          <p14:tracePt t="39733" x="5359400" y="1955800"/>
          <p14:tracePt t="39751" x="5467350" y="1936750"/>
          <p14:tracePt t="39767" x="5524500" y="1885950"/>
          <p14:tracePt t="39783" x="5543550" y="1873250"/>
          <p14:tracePt t="39800" x="5556250" y="1809750"/>
          <p14:tracePt t="39816" x="5556250" y="1790700"/>
          <p14:tracePt t="39833" x="5556250" y="1771650"/>
          <p14:tracePt t="39850" x="5543550" y="1720850"/>
          <p14:tracePt t="39866" x="5530850" y="1708150"/>
          <p14:tracePt t="39883" x="5518150" y="1695450"/>
          <p14:tracePt t="39899" x="5473700" y="1682750"/>
          <p14:tracePt t="39916" x="5435600" y="1676400"/>
          <p14:tracePt t="39934" x="5397500" y="1670050"/>
          <p14:tracePt t="39949" x="5378450" y="1670050"/>
          <p14:tracePt t="39966" x="5359400" y="1676400"/>
          <p14:tracePt t="39983" x="5346700" y="1689100"/>
          <p14:tracePt t="39999" x="5340350" y="1689100"/>
          <p14:tracePt t="40016" x="5334000" y="1695450"/>
          <p14:tracePt t="40053" x="5334000" y="1701800"/>
          <p14:tracePt t="40060" x="5334000" y="1708150"/>
          <p14:tracePt t="40326" x="5327650" y="1708150"/>
          <p14:tracePt t="40334" x="5321300" y="1708150"/>
          <p14:tracePt t="40341" x="5314950" y="1708150"/>
          <p14:tracePt t="40362" x="5308600" y="1714500"/>
          <p14:tracePt t="40734" x="5270500" y="1714500"/>
          <p14:tracePt t="40748" x="5219700" y="1695450"/>
          <p14:tracePt t="40755" x="5149850" y="1676400"/>
          <p14:tracePt t="40764" x="5080000" y="1644650"/>
          <p14:tracePt t="40780" x="5003800" y="1625600"/>
          <p14:tracePt t="40798" x="4806950" y="1543050"/>
          <p14:tracePt t="40813" x="4699000" y="1511300"/>
          <p14:tracePt t="40830" x="4495800" y="1454150"/>
          <p14:tracePt t="40848" x="4248150" y="1377950"/>
          <p14:tracePt t="40863" x="4133850" y="1346200"/>
          <p14:tracePt t="40879" x="3898900" y="1282700"/>
          <p14:tracePt t="40896" x="3702050" y="1231900"/>
          <p14:tracePt t="40913" x="3613150" y="1206500"/>
          <p14:tracePt t="40929" x="3441700" y="1181100"/>
          <p14:tracePt t="40946" x="3302000" y="1162050"/>
          <p14:tracePt t="40963" x="3225800" y="1162050"/>
          <p14:tracePt t="40980" x="3117850" y="1130300"/>
          <p14:tracePt t="40995" x="3009900" y="1117600"/>
          <p14:tracePt t="41012" x="2940050" y="1104900"/>
          <p14:tracePt t="41029" x="2825750" y="1098550"/>
          <p14:tracePt t="41046" x="2717800" y="1079500"/>
          <p14:tracePt t="41062" x="2641600" y="1060450"/>
          <p14:tracePt t="41079" x="2546350" y="1035050"/>
          <p14:tracePt t="41096" x="2489200" y="1016000"/>
          <p14:tracePt t="41113" x="2298700" y="965200"/>
          <p14:tracePt t="41129" x="2235200" y="946150"/>
          <p14:tracePt t="41145" x="2152650" y="927100"/>
          <p14:tracePt t="41163" x="1962150" y="844550"/>
          <p14:tracePt t="41179" x="1917700" y="806450"/>
          <p14:tracePt t="41195" x="1873250" y="768350"/>
          <p14:tracePt t="41212" x="1784350" y="723900"/>
          <p14:tracePt t="41228" x="1708150" y="673100"/>
          <p14:tracePt t="41245" x="1676400" y="647700"/>
          <p14:tracePt t="41262" x="1606550" y="609600"/>
          <p14:tracePt t="41279" x="1562100" y="577850"/>
          <p14:tracePt t="41295" x="1543050" y="565150"/>
          <p14:tracePt t="41311" x="1517650" y="546100"/>
          <p14:tracePt t="41328" x="1498600" y="527050"/>
          <p14:tracePt t="41346" x="1479550" y="514350"/>
          <p14:tracePt t="41361" x="1473200" y="508000"/>
          <p14:tracePt t="41378" x="1466850" y="501650"/>
          <p14:tracePt t="41395" x="1460500" y="495300"/>
          <p14:tracePt t="41411" x="1460500" y="488950"/>
          <p14:tracePt t="41428" x="1454150" y="482600"/>
          <p14:tracePt t="41444" x="1447800" y="469900"/>
          <p14:tracePt t="41486" x="1454150" y="463550"/>
          <p14:tracePt t="41500" x="1460500" y="463550"/>
          <p14:tracePt t="41529" x="1473200" y="463550"/>
          <p14:tracePt t="41535" x="1479550" y="463550"/>
          <p14:tracePt t="41549" x="1485900" y="463550"/>
          <p14:tracePt t="41560" x="1504950" y="463550"/>
          <p14:tracePt t="41578" x="1555750" y="476250"/>
          <p14:tracePt t="41594" x="1606550" y="482600"/>
          <p14:tracePt t="41610" x="1752600" y="533400"/>
          <p14:tracePt t="41627" x="1987550" y="596900"/>
          <p14:tracePt t="41643" x="2114550" y="628650"/>
          <p14:tracePt t="41661" x="2273300" y="685800"/>
          <p14:tracePt t="41677" x="2832100" y="889000"/>
          <p14:tracePt t="41694" x="3067050" y="965200"/>
          <p14:tracePt t="41711" x="3498850" y="1136650"/>
          <p14:tracePt t="41726" x="3721100" y="1238250"/>
          <p14:tracePt t="41743" x="4133850" y="1409700"/>
          <p14:tracePt t="41760" x="4483100" y="1536700"/>
          <p14:tracePt t="41776" x="4622800" y="1593850"/>
          <p14:tracePt t="41794" x="4857750" y="1689100"/>
          <p14:tracePt t="41810" x="5054600" y="1752600"/>
          <p14:tracePt t="41826" x="5137150" y="1784350"/>
          <p14:tracePt t="41843" x="5270500" y="1835150"/>
          <p14:tracePt t="41859" x="5365750" y="1860550"/>
          <p14:tracePt t="41876" x="5397500" y="1873250"/>
          <p14:tracePt t="41893" x="5448300" y="1898650"/>
          <p14:tracePt t="41910" x="5492750" y="1917700"/>
          <p14:tracePt t="41928" x="5524500" y="1930400"/>
          <p14:tracePt t="41943" x="5537200" y="1936750"/>
          <p14:tracePt t="41959" x="5575300" y="1949450"/>
          <p14:tracePt t="41976" x="5588000" y="1955800"/>
          <p14:tracePt t="41992" x="5619750" y="1968500"/>
          <p14:tracePt t="42009" x="5632450" y="1968500"/>
          <p14:tracePt t="42027" x="5670550" y="1968500"/>
          <p14:tracePt t="42042" x="5676900" y="1968500"/>
          <p14:tracePt t="42059" x="5683250" y="1968500"/>
          <p14:tracePt t="42062" x="5695950" y="1968500"/>
          <p14:tracePt t="42076" x="5702300" y="1968500"/>
          <p14:tracePt t="42092" x="5708650" y="1968500"/>
          <p14:tracePt t="42109" x="5715000" y="1968500"/>
          <p14:tracePt t="42139" x="5721350" y="1968500"/>
          <p14:tracePt t="42202" x="5715000" y="1968500"/>
          <p14:tracePt t="42209" x="5708650" y="1968500"/>
          <p14:tracePt t="42230" x="5702300" y="1968500"/>
          <p14:tracePt t="42236" x="5695950" y="1968500"/>
          <p14:tracePt t="42741" x="5708650" y="1968500"/>
          <p14:tracePt t="42748" x="5740400" y="1962150"/>
          <p14:tracePt t="42762" x="5759450" y="1962150"/>
          <p14:tracePt t="42773" x="5797550" y="1949450"/>
          <p14:tracePt t="42790" x="5854700" y="1943100"/>
          <p14:tracePt t="42806" x="5886450" y="1943100"/>
          <p14:tracePt t="42823" x="5943600" y="1930400"/>
          <p14:tracePt t="42840" x="6000750" y="1924050"/>
          <p14:tracePt t="42856" x="6019800" y="1924050"/>
          <p14:tracePt t="42873" x="6051550" y="1917700"/>
          <p14:tracePt t="42889" x="6134100" y="1905000"/>
          <p14:tracePt t="42906" x="6165850" y="1898650"/>
          <p14:tracePt t="42922" x="6184900" y="1898650"/>
          <p14:tracePt t="42939" x="6223000" y="1885950"/>
          <p14:tracePt t="42956" x="6261100" y="1873250"/>
          <p14:tracePt t="42973" x="6299200" y="1860550"/>
          <p14:tracePt t="42989" x="6311900" y="1854200"/>
          <p14:tracePt t="43005" x="6337300" y="1841500"/>
          <p14:tracePt t="43022" x="6362700" y="1835150"/>
          <p14:tracePt t="43039" x="6375400" y="1828800"/>
          <p14:tracePt t="43055" x="6388100" y="1816100"/>
          <p14:tracePt t="43071" x="6407150" y="1809750"/>
          <p14:tracePt t="43088" x="6413500" y="1803400"/>
          <p14:tracePt t="43106" x="6426200" y="1797050"/>
          <p14:tracePt t="43122" x="6432550" y="1797050"/>
          <p14:tracePt t="43155" x="6438900" y="1790700"/>
          <p14:tracePt t="43171" x="6451600" y="1790700"/>
          <p14:tracePt t="43205" x="6457950" y="1790700"/>
          <p14:tracePt t="43233" x="6464300" y="1790700"/>
          <p14:tracePt t="43241" x="6470650" y="1790700"/>
          <p14:tracePt t="43303" x="6477000" y="1790700"/>
          <p14:tracePt t="43331" x="6483350" y="1790700"/>
          <p14:tracePt t="43450" x="6477000" y="1790700"/>
          <p14:tracePt t="43486" x="6470650" y="1790700"/>
          <p14:tracePt t="43492" x="6464300" y="1790700"/>
          <p14:tracePt t="43507" x="6457950" y="1790700"/>
          <p14:tracePt t="43521" x="6426200" y="1790700"/>
          <p14:tracePt t="43537" x="6407150" y="1790700"/>
          <p14:tracePt t="43554" x="6375400" y="1790700"/>
          <p14:tracePt t="43557" x="6337300" y="1790700"/>
          <p14:tracePt t="43570" x="6299200" y="1790700"/>
          <p14:tracePt t="43587" x="6210300" y="1790700"/>
          <p14:tracePt t="43603" x="6153150" y="1790700"/>
          <p14:tracePt t="43620" x="6064250" y="1797050"/>
          <p14:tracePt t="43637" x="5994400" y="1797050"/>
          <p14:tracePt t="43654" x="5962650" y="1803400"/>
          <p14:tracePt t="43670" x="5949950" y="1803400"/>
          <p14:tracePt t="43686" x="5937250" y="1803400"/>
          <p14:tracePt t="43703" x="5930900" y="1809750"/>
          <p14:tracePt t="43844" x="5937250" y="1809750"/>
          <p14:tracePt t="45260" x="5924550" y="1809750"/>
          <p14:tracePt t="45266" x="5918200" y="1809750"/>
          <p14:tracePt t="45283" x="5911850" y="1809750"/>
          <p14:tracePt t="45298" x="5899150" y="1816100"/>
          <p14:tracePt t="45316" x="5867400" y="1828800"/>
          <p14:tracePt t="45331" x="5861050" y="1835150"/>
          <p14:tracePt t="45347" x="5848350" y="1841500"/>
          <p14:tracePt t="45364" x="5816600" y="1860550"/>
          <p14:tracePt t="45380" x="5791200" y="1866900"/>
          <p14:tracePt t="45397" x="5778500" y="1873250"/>
          <p14:tracePt t="45416" x="5746750" y="1885950"/>
          <p14:tracePt t="45430" x="5734050" y="1892300"/>
          <p14:tracePt t="45447" x="5727700" y="1892300"/>
          <p14:tracePt t="45464" x="5715000" y="1892300"/>
          <p14:tracePt t="45480" x="5708650" y="1898650"/>
          <p14:tracePt t="45597" x="5715000" y="1898650"/>
          <p14:tracePt t="45611" x="5721350" y="1898650"/>
          <p14:tracePt t="45617" x="5721350" y="1905000"/>
          <p14:tracePt t="45632" x="5734050" y="1905000"/>
          <p14:tracePt t="45646" x="5740400" y="1905000"/>
          <p14:tracePt t="45663" x="5772150" y="1905000"/>
          <p14:tracePt t="45680" x="5791200" y="1905000"/>
          <p14:tracePt t="45696" x="5861050" y="1905000"/>
          <p14:tracePt t="45713" x="5975350" y="1892300"/>
          <p14:tracePt t="45731" x="6083300" y="1879600"/>
          <p14:tracePt t="45746" x="6146800" y="1866900"/>
          <p14:tracePt t="45763" x="6267450" y="1860550"/>
          <p14:tracePt t="45780" x="6337300" y="1860550"/>
          <p14:tracePt t="45796" x="6375400" y="1860550"/>
          <p14:tracePt t="45812" x="6407150" y="1854200"/>
          <p14:tracePt t="45829" x="6426200" y="1854200"/>
          <p14:tracePt t="45862" x="6432550" y="1854200"/>
          <p14:tracePt t="45920" x="6438900" y="1854200"/>
          <p14:tracePt t="45969" x="6445250" y="1854200"/>
          <p14:tracePt t="46011" x="6451600" y="1854200"/>
          <p14:tracePt t="46054" x="6457950" y="1854200"/>
          <p14:tracePt t="46081" x="6464300" y="1854200"/>
          <p14:tracePt t="46088" x="6470650" y="1854200"/>
          <p14:tracePt t="46102" x="6477000" y="1854200"/>
          <p14:tracePt t="46111" x="6489700" y="1854200"/>
          <p14:tracePt t="46128" x="6502400" y="1854200"/>
          <p14:tracePt t="46145" x="6534150" y="1854200"/>
          <p14:tracePt t="46161" x="6584950" y="1854200"/>
          <p14:tracePt t="46178" x="6610350" y="1854200"/>
          <p14:tracePt t="46195" x="6648450" y="1854200"/>
          <p14:tracePt t="46211" x="6673850" y="1854200"/>
          <p14:tracePt t="46228" x="6711950" y="1847850"/>
          <p14:tracePt t="46244" x="6724650" y="1847850"/>
          <p14:tracePt t="46292" x="6731000" y="1847850"/>
          <p14:tracePt t="46496" x="6724650" y="1841500"/>
          <p14:tracePt t="46516" x="6718300" y="1835150"/>
          <p14:tracePt t="47078" x="6648450" y="1816100"/>
          <p14:tracePt t="47084" x="6540500" y="1790700"/>
          <p14:tracePt t="47094" x="6413500" y="1752600"/>
          <p14:tracePt t="47107" x="6267450" y="1708150"/>
          <p14:tracePt t="47125" x="6057900" y="1657350"/>
          <p14:tracePt t="47141" x="5600700" y="1555750"/>
          <p14:tracePt t="47158" x="5105400" y="1403350"/>
          <p14:tracePt t="47175" x="4660900" y="1257300"/>
          <p14:tracePt t="47191" x="4470400" y="1193800"/>
          <p14:tracePt t="47208" x="4203700" y="1136650"/>
          <p14:tracePt t="47225" x="4006850" y="1085850"/>
          <p14:tracePt t="47241" x="3917950" y="1066800"/>
          <p14:tracePt t="47257" x="3829050" y="1035050"/>
          <p14:tracePt t="47274" x="3676650" y="984250"/>
          <p14:tracePt t="47291" x="3594100" y="952500"/>
          <p14:tracePt t="47307" x="3581400" y="946150"/>
          <p14:tracePt t="47323" x="3562350" y="939800"/>
          <p14:tracePt t="47341" x="3556000" y="939800"/>
          <p14:tracePt t="47373" x="3549650" y="939800"/>
          <p14:tracePt t="47408" x="3543300" y="933450"/>
          <p14:tracePt t="47429" x="3543300" y="927100"/>
          <p14:tracePt t="47435" x="3530600" y="920750"/>
          <p14:tracePt t="47443" x="3517900" y="914400"/>
          <p14:tracePt t="47459" x="3505200" y="908050"/>
          <p14:tracePt t="47473" x="3486150" y="901700"/>
          <p14:tracePt t="47490" x="3473450" y="889000"/>
          <p14:tracePt t="47507" x="3467100" y="876300"/>
          <p14:tracePt t="47539" x="3467100" y="869950"/>
          <p14:tracePt t="47583" x="3460750" y="869950"/>
          <p14:tracePt t="47625" x="3454400" y="863600"/>
          <p14:tracePt t="47641" x="3448050" y="857250"/>
          <p14:tracePt t="47646" x="3441700" y="844550"/>
          <p14:tracePt t="47656" x="3422650" y="838200"/>
          <p14:tracePt t="47674" x="3390900" y="800100"/>
          <p14:tracePt t="47689" x="3371850" y="781050"/>
          <p14:tracePt t="47706" x="3340100" y="755650"/>
          <p14:tracePt t="47723" x="3257550" y="673100"/>
          <p14:tracePt t="47739" x="3225800" y="641350"/>
          <p14:tracePt t="47756" x="3200400" y="628650"/>
          <p14:tracePt t="47773" x="3175000" y="590550"/>
          <p14:tracePt t="47789" x="3155950" y="565150"/>
          <p14:tracePt t="47806" x="3149600" y="565150"/>
          <p14:tracePt t="47822" x="3149600" y="552450"/>
          <p14:tracePt t="47856" x="3149600" y="546100"/>
          <p14:tracePt t="48067" x="3155950" y="546100"/>
          <p14:tracePt t="48074" x="3162300" y="546100"/>
          <p14:tracePt t="48131" x="3168650" y="546100"/>
          <p14:tracePt t="48139" x="3175000" y="552450"/>
          <p14:tracePt t="48144" x="3181350" y="558800"/>
          <p14:tracePt t="48159" x="3194050" y="558800"/>
          <p14:tracePt t="48171" x="3213100" y="571500"/>
          <p14:tracePt t="48188" x="3302000" y="622300"/>
          <p14:tracePt t="48204" x="3384550" y="673100"/>
          <p14:tracePt t="48221" x="3486150" y="730250"/>
          <p14:tracePt t="48237" x="3784600" y="901700"/>
          <p14:tracePt t="48254" x="4311650" y="1168400"/>
          <p14:tracePt t="48271" x="4635500" y="1346200"/>
          <p14:tracePt t="48288" x="5562600" y="1797050"/>
          <p14:tracePt t="48304" x="5829300" y="1905000"/>
          <p14:tracePt t="48321" x="6292850" y="2114550"/>
          <p14:tracePt t="48337" x="6483350" y="2184400"/>
          <p14:tracePt t="48354" x="6718300" y="2266950"/>
          <p14:tracePt t="48370" x="6877050" y="2317750"/>
          <p14:tracePt t="48387" x="6915150" y="2336800"/>
          <p14:tracePt t="48404" x="6965950" y="2336800"/>
          <p14:tracePt t="48420" x="6985000" y="2336800"/>
          <p14:tracePt t="48468" x="6991350" y="2336800"/>
          <p14:tracePt t="48552" x="6991350" y="2330450"/>
          <p14:tracePt t="48587" x="6997700" y="2330450"/>
          <p14:tracePt t="48608" x="6997700" y="2324100"/>
          <p14:tracePt t="48629" x="6997700" y="2317750"/>
          <p14:tracePt t="48650" x="6997700" y="2311400"/>
          <p14:tracePt t="48657" x="6997700" y="2305050"/>
          <p14:tracePt t="48672" x="6997700" y="2298700"/>
          <p14:tracePt t="48686" x="6997700" y="2292350"/>
          <p14:tracePt t="48703" x="6997700" y="2279650"/>
          <p14:tracePt t="48721" x="6997700" y="2260600"/>
          <p14:tracePt t="48736" x="6985000" y="2241550"/>
          <p14:tracePt t="48752" x="6953250" y="2209800"/>
          <p14:tracePt t="48770" x="6927850" y="2165350"/>
          <p14:tracePt t="48785" x="6908800" y="2152650"/>
          <p14:tracePt t="48802" x="6877050" y="2120900"/>
          <p14:tracePt t="48819" x="6838950" y="2089150"/>
          <p14:tracePt t="48836" x="6819900" y="2076450"/>
          <p14:tracePt t="48852" x="6769100" y="2051050"/>
          <p14:tracePt t="48869" x="6711950" y="2038350"/>
          <p14:tracePt t="48885" x="6680200" y="2038350"/>
          <p14:tracePt t="48902" x="6629400" y="2032000"/>
          <p14:tracePt t="48918" x="6591300" y="2025650"/>
          <p14:tracePt t="48935" x="6572250" y="2025650"/>
          <p14:tracePt t="48952" x="6534150" y="2019300"/>
          <p14:tracePt t="48968" x="6521450" y="2019300"/>
          <p14:tracePt t="48985" x="6489700" y="2006600"/>
          <p14:tracePt t="49002" x="6464300" y="2000250"/>
          <p14:tracePt t="49018" x="6451600" y="2000250"/>
          <p14:tracePt t="49035" x="6438900" y="1993900"/>
          <p14:tracePt t="49054" x="6426200" y="1993900"/>
          <p14:tracePt t="49085" x="6419850" y="1987550"/>
          <p14:tracePt t="49100" x="6413500" y="1987550"/>
          <p14:tracePt t="49170" x="6407150" y="1981200"/>
          <p14:tracePt t="49226" x="6407150" y="1974850"/>
          <p14:tracePt t="49261" x="6413500" y="1974850"/>
          <p14:tracePt t="49289" x="6419850" y="1968500"/>
          <p14:tracePt t="49303" x="6426200" y="1968500"/>
          <p14:tracePt t="49310" x="6432550" y="1962150"/>
          <p14:tracePt t="49324" x="6438900" y="1962150"/>
          <p14:tracePt t="49338" x="6451600" y="1955800"/>
          <p14:tracePt t="49353" x="6477000" y="1949450"/>
          <p14:tracePt t="49367" x="6502400" y="1943100"/>
          <p14:tracePt t="49383" x="6534150" y="1930400"/>
          <p14:tracePt t="49400" x="6604000" y="1911350"/>
          <p14:tracePt t="49417" x="6648450" y="1898650"/>
          <p14:tracePt t="49433" x="6686550" y="1892300"/>
          <p14:tracePt t="49450" x="6762750" y="1879600"/>
          <p14:tracePt t="49466" x="6788150" y="1866900"/>
          <p14:tracePt t="49483" x="6832600" y="1860550"/>
          <p14:tracePt t="49500" x="6845300" y="1860550"/>
          <p14:tracePt t="49516" x="6851650" y="1860550"/>
          <p14:tracePt t="49533" x="6864350" y="1860550"/>
          <p14:tracePt t="49577" x="6870700" y="1860550"/>
          <p14:tracePt t="49626" x="6877050" y="1860550"/>
          <p14:tracePt t="49689" x="6883400" y="1860550"/>
          <p14:tracePt t="49738" x="6889750" y="1860550"/>
          <p14:tracePt t="50132" x="6883400" y="1860550"/>
          <p14:tracePt t="50167" x="6877050" y="1860550"/>
          <p14:tracePt t="50173" x="6870700" y="1860550"/>
          <p14:tracePt t="50222" x="6864350" y="1860550"/>
          <p14:tracePt t="50251" x="6858000" y="1866900"/>
          <p14:tracePt t="50286" x="6851650" y="1873250"/>
          <p14:tracePt t="50300" x="6838950" y="1873250"/>
          <p14:tracePt t="50307" x="6832600" y="1879600"/>
          <p14:tracePt t="50316" x="6813550" y="1892300"/>
          <p14:tracePt t="50330" x="6794500" y="1905000"/>
          <p14:tracePt t="50347" x="6718300" y="1949450"/>
          <p14:tracePt t="50364" x="6604000" y="2025650"/>
          <p14:tracePt t="50380" x="6534150" y="2070100"/>
          <p14:tracePt t="50397" x="6343650" y="2209800"/>
          <p14:tracePt t="50413" x="6051550" y="2438400"/>
          <p14:tracePt t="50430" x="5861050" y="2597150"/>
          <p14:tracePt t="50447" x="5454650" y="2946400"/>
          <p14:tracePt t="50463" x="5016500" y="3321050"/>
          <p14:tracePt t="50480" x="4845050" y="3492500"/>
          <p14:tracePt t="50497" x="4533900" y="3778250"/>
          <p14:tracePt t="50513" x="4400550" y="3924300"/>
          <p14:tracePt t="50529" x="4241800" y="4127500"/>
          <p14:tracePt t="50546" x="4114800" y="4292600"/>
          <p14:tracePt t="50563" x="4076700" y="4362450"/>
          <p14:tracePt t="50579" x="4013200" y="4464050"/>
          <p14:tracePt t="50596" x="3956050" y="4552950"/>
          <p14:tracePt t="50612" x="3937000" y="4610100"/>
          <p14:tracePt t="50630" x="3930650" y="4635500"/>
          <p14:tracePt t="51038" x="3924300" y="4648200"/>
          <p14:tracePt t="51046" x="3911600" y="4660900"/>
          <p14:tracePt t="51059" x="3892550" y="4686300"/>
          <p14:tracePt t="51066" x="3886200" y="4705350"/>
          <p14:tracePt t="51078" x="3873500" y="4718050"/>
          <p14:tracePt t="51094" x="3829050" y="4775200"/>
          <p14:tracePt t="51111" x="3816350" y="4794250"/>
          <p14:tracePt t="51127" x="3790950" y="4813300"/>
          <p14:tracePt t="51144" x="3663950" y="4921250"/>
          <p14:tracePt t="51161" x="3606800" y="4972050"/>
          <p14:tracePt t="51178" x="3441700" y="5099050"/>
          <p14:tracePt t="51194" x="3371850" y="5156200"/>
          <p14:tracePt t="51210" x="3276600" y="5251450"/>
          <p14:tracePt t="51228" x="3225800" y="5308600"/>
          <p14:tracePt t="51244" x="3213100" y="5321300"/>
          <p14:tracePt t="51261" x="3200400" y="5346700"/>
          <p14:tracePt t="51278" x="3200400" y="5365750"/>
          <p14:tracePt t="51293" x="3200400" y="5372100"/>
          <p14:tracePt t="51327" x="3206750" y="5372100"/>
          <p14:tracePt t="51347" x="3219450" y="5372100"/>
          <p14:tracePt t="51361" x="3232150" y="5372100"/>
          <p14:tracePt t="51378" x="3257550" y="5378450"/>
          <p14:tracePt t="51393" x="3282950" y="5391150"/>
          <p14:tracePt t="51410" x="3340100" y="5391150"/>
          <p14:tracePt t="51426" x="3403600" y="5384800"/>
          <p14:tracePt t="51443" x="3429000" y="5378450"/>
          <p14:tracePt t="51460" x="3498850" y="5365750"/>
          <p14:tracePt t="51476" x="3530600" y="5359400"/>
          <p14:tracePt t="51494" x="3600450" y="5308600"/>
          <p14:tracePt t="51510" x="3625850" y="5289550"/>
          <p14:tracePt t="51526" x="3644900" y="5270500"/>
          <p14:tracePt t="51543" x="3676650" y="5226050"/>
          <p14:tracePt t="51559" x="3708400" y="5175250"/>
          <p14:tracePt t="51577" x="3727450" y="5143500"/>
          <p14:tracePt t="51593" x="3778250" y="5073650"/>
          <p14:tracePt t="51609" x="3810000" y="4991100"/>
          <p14:tracePt t="51626" x="3848100" y="4921250"/>
          <p14:tracePt t="51643" x="3917950" y="4781550"/>
          <p14:tracePt t="51659" x="3949700" y="4705350"/>
          <p14:tracePt t="51677" x="4019550" y="4521200"/>
          <p14:tracePt t="51692" x="4083050" y="4311650"/>
          <p14:tracePt t="51709" x="4114800" y="4184650"/>
          <p14:tracePt t="51726" x="4191000" y="3810000"/>
          <p14:tracePt t="51742" x="4222750" y="3663950"/>
          <p14:tracePt t="51758" x="4248150" y="3517900"/>
          <p14:tracePt t="51775" x="4311650" y="3257550"/>
          <p14:tracePt t="51792" x="4330700" y="3130550"/>
          <p14:tracePt t="51809" x="4387850" y="2844800"/>
          <p14:tracePt t="51825" x="4438650" y="2616200"/>
          <p14:tracePt t="51841" x="4464050" y="2514600"/>
          <p14:tracePt t="51859" x="4559300" y="2286000"/>
          <p14:tracePt t="51874" x="4591050" y="2203450"/>
          <p14:tracePt t="51891" x="4622800" y="2133600"/>
          <p14:tracePt t="51909" x="4686300" y="1968500"/>
          <p14:tracePt t="51925" x="4705350" y="1924050"/>
          <p14:tracePt t="51942" x="4718050" y="1873250"/>
          <p14:tracePt t="51958" x="4730750" y="1835150"/>
          <p14:tracePt t="51974" x="4737100" y="1809750"/>
          <p14:tracePt t="51991" x="4737100" y="1778000"/>
          <p14:tracePt t="52008" x="4737100" y="1746250"/>
          <p14:tracePt t="52024" x="4737100" y="1714500"/>
          <p14:tracePt t="52042" x="4724400" y="1689100"/>
          <p14:tracePt t="52393" x="4730750" y="1670050"/>
          <p14:tracePt t="52400" x="4768850" y="1625600"/>
          <p14:tracePt t="52409" x="4800600" y="1581150"/>
          <p14:tracePt t="52422" x="4832350" y="1536700"/>
          <p14:tracePt t="52440" x="4857750" y="1492250"/>
          <p14:tracePt t="52456" x="4889500" y="1416050"/>
          <p14:tracePt t="52473" x="4908550" y="1377950"/>
          <p14:tracePt t="52490" x="4914900" y="1371600"/>
          <p14:tracePt t="52506" x="4921250" y="1358900"/>
          <p14:tracePt t="52547" x="4921250" y="1365250"/>
          <p14:tracePt t="52561" x="4914900" y="1377950"/>
          <p14:tracePt t="52572" x="4908550" y="1390650"/>
          <p14:tracePt t="52590" x="4876800" y="1454150"/>
          <p14:tracePt t="52606" x="4838700" y="1511300"/>
          <p14:tracePt t="52622" x="4718050" y="1746250"/>
          <p14:tracePt t="52639" x="4514850" y="2139950"/>
          <p14:tracePt t="52655" x="4394200" y="2387600"/>
          <p14:tracePt t="52672" x="4267200" y="2635250"/>
          <p14:tracePt t="52676" x="4165600" y="2876550"/>
          <p14:tracePt t="52689" x="3994150" y="3289300"/>
          <p14:tracePt t="52705" x="3911600" y="3479800"/>
          <p14:tracePt t="52723" x="3784600" y="3746500"/>
          <p14:tracePt t="52738" x="3733800" y="3860800"/>
          <p14:tracePt t="52755" x="3632200" y="4102100"/>
          <p14:tracePt t="52772" x="3549650" y="4286250"/>
          <p14:tracePt t="52788" x="3524250" y="4368800"/>
          <p14:tracePt t="52805" x="3460750" y="4502150"/>
          <p14:tracePt t="52822" x="3416300" y="4648200"/>
          <p14:tracePt t="52838" x="3384550" y="4718050"/>
          <p14:tracePt t="52855" x="3333750" y="4838700"/>
          <p14:tracePt t="52871" x="3295650" y="4914900"/>
          <p14:tracePt t="52888" x="3276600" y="4946650"/>
          <p14:tracePt t="52905" x="3251200" y="4997450"/>
          <p14:tracePt t="52921" x="3206750" y="5060950"/>
          <p14:tracePt t="52938" x="3181350" y="5099050"/>
          <p14:tracePt t="52954" x="3149600" y="5168900"/>
          <p14:tracePt t="52971" x="3124200" y="5226050"/>
          <p14:tracePt t="52988" x="3111500" y="5245100"/>
          <p14:tracePt t="53004" x="3098800" y="5270500"/>
          <p14:tracePt t="53021" x="3098800" y="5289550"/>
          <p14:tracePt t="53038" x="3098800" y="5295900"/>
          <p14:tracePt t="53102" x="3098800" y="5283200"/>
          <p14:tracePt t="53109" x="3098800" y="5270500"/>
          <p14:tracePt t="53123" x="3111500" y="5251450"/>
          <p14:tracePt t="53137" x="3117850" y="5219700"/>
          <p14:tracePt t="53154" x="3162300" y="5105400"/>
          <p14:tracePt t="53170" x="3194050" y="5029200"/>
          <p14:tracePt t="53174" x="3244850" y="4908550"/>
          <p14:tracePt t="53186" x="3302000" y="4794250"/>
          <p14:tracePt t="53203" x="3435350" y="4495800"/>
          <p14:tracePt t="53221" x="3568700" y="4184650"/>
          <p14:tracePt t="53236" x="3644900" y="4038600"/>
          <p14:tracePt t="53253" x="3778250" y="3727450"/>
          <p14:tracePt t="53270" x="3867150" y="3473450"/>
          <p14:tracePt t="53287" x="3886200" y="3359150"/>
          <p14:tracePt t="53303" x="3911600" y="3257550"/>
          <p14:tracePt t="53320" x="3949700" y="2984500"/>
          <p14:tracePt t="53336" x="3949700" y="2908300"/>
          <p14:tracePt t="53353" x="3949700" y="2832100"/>
          <p14:tracePt t="53370" x="3943350" y="2717800"/>
          <p14:tracePt t="53386" x="3917950" y="2609850"/>
          <p14:tracePt t="53404" x="3905250" y="2501900"/>
          <p14:tracePt t="53419" x="3886200" y="2457450"/>
          <p14:tracePt t="53436" x="3860800" y="2387600"/>
          <p14:tracePt t="53453" x="3835400" y="2324100"/>
          <p14:tracePt t="53469" x="3822700" y="2305050"/>
          <p14:tracePt t="53486" x="3797300" y="2260600"/>
          <p14:tracePt t="53503" x="3765550" y="2216150"/>
          <p14:tracePt t="53519" x="3746500" y="2203450"/>
          <p14:tracePt t="53536" x="3708400" y="2165350"/>
          <p14:tracePt t="53552" x="3670300" y="2146300"/>
          <p14:tracePt t="53569" x="3644900" y="2133600"/>
          <p14:tracePt t="53586" x="3594100" y="2082800"/>
          <p14:tracePt t="53602" x="3524250" y="2032000"/>
          <p14:tracePt t="53619" x="3492500" y="2012950"/>
          <p14:tracePt t="53636" x="3429000" y="1962150"/>
          <p14:tracePt t="53652" x="3390900" y="1924050"/>
          <p14:tracePt t="53669" x="3314700" y="1873250"/>
          <p14:tracePt t="53685" x="3251200" y="1822450"/>
          <p14:tracePt t="53702" x="3213100" y="1797050"/>
          <p14:tracePt t="53720" x="3124200" y="1727200"/>
          <p14:tracePt t="53735" x="3105150" y="1714500"/>
          <p14:tracePt t="53751" x="3092450" y="1701800"/>
          <p14:tracePt t="53769" x="3054350" y="1670050"/>
          <p14:tracePt t="53785" x="3028950" y="1651000"/>
          <p14:tracePt t="53801" x="3016250" y="1644650"/>
          <p14:tracePt t="53818" x="3003550" y="1638300"/>
          <p14:tracePt t="53851" x="2997200" y="1631950"/>
          <p14:tracePt t="53867" x="2990850" y="1631950"/>
          <p14:tracePt t="53884" x="2984500" y="1631950"/>
          <p14:tracePt t="53951" x="2990850" y="1631950"/>
          <p14:tracePt t="53972" x="2997200" y="1631950"/>
          <p14:tracePt t="53987" x="3003550" y="1631950"/>
          <p14:tracePt t="53993" x="3009900" y="1631950"/>
          <p14:tracePt t="54007" x="3022600" y="1631950"/>
          <p14:tracePt t="54017" x="3054350" y="1631950"/>
          <p14:tracePt t="54034" x="3092450" y="1631950"/>
          <p14:tracePt t="54051" x="3206750" y="1631950"/>
          <p14:tracePt t="54067" x="3359150" y="1625600"/>
          <p14:tracePt t="54085" x="3511550" y="1612900"/>
          <p14:tracePt t="54100" x="3575050" y="1612900"/>
          <p14:tracePt t="54117" x="3708400" y="1612900"/>
          <p14:tracePt t="54134" x="3771900" y="1612900"/>
          <p14:tracePt t="54150" x="3790950" y="1612900"/>
          <p14:tracePt t="54167" x="3816350" y="1612900"/>
          <p14:tracePt t="54184" x="3822700" y="1612900"/>
          <p14:tracePt t="54220" x="3816350" y="1612900"/>
          <p14:tracePt t="54234" x="3803650" y="1619250"/>
          <p14:tracePt t="54249" x="3784600" y="1619250"/>
          <p14:tracePt t="54268" x="3714750" y="1619250"/>
          <p14:tracePt t="54284" x="3625850" y="1631950"/>
          <p14:tracePt t="54300" x="3371850" y="1631950"/>
          <p14:tracePt t="54317" x="2984500" y="1644650"/>
          <p14:tracePt t="54333" x="2774950" y="1644650"/>
          <p14:tracePt t="54350" x="2400300" y="1638300"/>
          <p14:tracePt t="54367" x="2101850" y="1600200"/>
          <p14:tracePt t="54383" x="2000250" y="1587500"/>
          <p14:tracePt t="54401" x="1841500" y="1581150"/>
          <p14:tracePt t="54416" x="1822450" y="1581150"/>
          <p14:tracePt t="54433" x="1816100" y="1574800"/>
          <p14:tracePt t="54450" x="1809750" y="1574800"/>
          <p14:tracePt t="54484" x="1816100" y="1574800"/>
          <p14:tracePt t="54491" x="1822450" y="1574800"/>
          <p14:tracePt t="54506" x="1828800" y="1574800"/>
          <p14:tracePt t="54515" x="1835150" y="1574800"/>
          <p14:tracePt t="54532" x="1841500" y="1574800"/>
          <p14:tracePt t="54549" x="1885950" y="1574800"/>
          <p14:tracePt t="54566" x="1987550" y="1574800"/>
          <p14:tracePt t="54584" x="2152650" y="1562100"/>
          <p14:tracePt t="54599" x="2254250" y="1562100"/>
          <p14:tracePt t="54615" x="2368550" y="1562100"/>
          <p14:tracePt t="54632" x="2597150" y="1543050"/>
          <p14:tracePt t="54649" x="2838450" y="1530350"/>
          <p14:tracePt t="54665" x="2965450" y="1530350"/>
          <p14:tracePt t="54682" x="3206750" y="1511300"/>
          <p14:tracePt t="54698" x="3397250" y="1498600"/>
          <p14:tracePt t="54716" x="3549650" y="1479550"/>
          <p14:tracePt t="54732" x="3600450" y="1479550"/>
          <p14:tracePt t="54748" x="3695700" y="1473200"/>
          <p14:tracePt t="54766" x="3746500" y="1473200"/>
          <p14:tracePt t="54781" x="3765550" y="1473200"/>
          <p14:tracePt t="54798" x="3790950" y="1473200"/>
          <p14:tracePt t="54831" x="3790950" y="1479550"/>
          <p14:tracePt t="54847" x="3784600" y="1479550"/>
          <p14:tracePt t="54864" x="3765550" y="1479550"/>
          <p14:tracePt t="54881" x="3759200" y="1485900"/>
          <p14:tracePt t="54898" x="3746500" y="1492250"/>
          <p14:tracePt t="54914" x="3695700" y="1498600"/>
          <p14:tracePt t="54931" x="3568700" y="1530350"/>
          <p14:tracePt t="54948" x="3340100" y="1549400"/>
          <p14:tracePt t="54965" x="3200400" y="1562100"/>
          <p14:tracePt t="54981" x="2908300" y="1568450"/>
          <p14:tracePt t="54998" x="2667000" y="1568450"/>
          <p14:tracePt t="55014" x="2565400" y="1568450"/>
          <p14:tracePt t="55031" x="2413000" y="1555750"/>
          <p14:tracePt t="55047" x="2317750" y="1549400"/>
          <p14:tracePt t="55063" x="2298700" y="1549400"/>
          <p14:tracePt t="55080" x="2279650" y="1549400"/>
          <p14:tracePt t="55097" x="2273300" y="1549400"/>
          <p14:tracePt t="55130" x="2279650" y="1549400"/>
          <p14:tracePt t="55147" x="2298700" y="1549400"/>
          <p14:tracePt t="55163" x="2311400" y="1549400"/>
          <p14:tracePt t="55180" x="2387600" y="1549400"/>
          <p14:tracePt t="55197" x="2451100" y="1549400"/>
          <p14:tracePt t="55213" x="2603500" y="1562100"/>
          <p14:tracePt t="55216" x="2717800" y="1562100"/>
          <p14:tracePt t="55231" x="2844800" y="1568450"/>
          <p14:tracePt t="55247" x="2984500" y="1568450"/>
          <p14:tracePt t="55263" x="3251200" y="1581150"/>
          <p14:tracePt t="55279" x="3486150" y="1593850"/>
          <p14:tracePt t="55296" x="3600450" y="1593850"/>
          <p14:tracePt t="55313" x="3784600" y="1600200"/>
          <p14:tracePt t="55329" x="3898900" y="1612900"/>
          <p14:tracePt t="55346" x="3937000" y="1612900"/>
          <p14:tracePt t="55363" x="3981450" y="1612900"/>
          <p14:tracePt t="55379" x="4000500" y="1612900"/>
          <p14:tracePt t="55396" x="4006850" y="1612900"/>
          <p14:tracePt t="55461" x="4006850" y="1619250"/>
          <p14:tracePt t="55588" x="4000500" y="1619250"/>
          <p14:tracePt t="55608" x="3994150" y="1619250"/>
          <p14:tracePt t="55622" x="3987800" y="1619250"/>
          <p14:tracePt t="56025" x="4032250" y="1631950"/>
          <p14:tracePt t="56039" x="4127500" y="1663700"/>
          <p14:tracePt t="56046" x="4241800" y="1714500"/>
          <p14:tracePt t="56060" x="4375150" y="1746250"/>
          <p14:tracePt t="56077" x="4616450" y="1809750"/>
          <p14:tracePt t="56094" x="4730750" y="1841500"/>
          <p14:tracePt t="56110" x="4953000" y="1898650"/>
          <p14:tracePt t="56126" x="5207000" y="1917700"/>
          <p14:tracePt t="56144" x="5435600" y="1924050"/>
          <p14:tracePt t="56160" x="5549900" y="1924050"/>
          <p14:tracePt t="56177" x="5651500" y="1905000"/>
          <p14:tracePt t="56193" x="5949950" y="1873250"/>
          <p14:tracePt t="56210" x="6026150" y="1860550"/>
          <p14:tracePt t="56227" x="6102350" y="1854200"/>
          <p14:tracePt t="56230" x="6178550" y="1854200"/>
          <p14:tracePt t="56243" x="6235700" y="1835150"/>
          <p14:tracePt t="56260" x="6318250" y="1816100"/>
          <p14:tracePt t="56278" x="6369050" y="1803400"/>
          <p14:tracePt t="56293" x="6388100" y="1797050"/>
          <p14:tracePt t="56309" x="6413500" y="1790700"/>
          <p14:tracePt t="56327" x="6432550" y="1784350"/>
          <p14:tracePt t="56343" x="6438900" y="1778000"/>
          <p14:tracePt t="56359" x="6438900" y="1771650"/>
          <p14:tracePt t="56425" x="6438900" y="1765300"/>
          <p14:tracePt t="56439" x="6432550" y="1765300"/>
          <p14:tracePt t="56445" x="6426200" y="1765300"/>
          <p14:tracePt t="56467" x="6413500" y="1765300"/>
          <p14:tracePt t="56488" x="6407150" y="1758950"/>
          <p14:tracePt t="56495" x="6400800" y="1758950"/>
          <p14:tracePt t="56511" x="6388100" y="1758950"/>
          <p14:tracePt t="56525" x="6369050" y="1752600"/>
          <p14:tracePt t="56542" x="6318250" y="1739900"/>
          <p14:tracePt t="56559" x="6235700" y="1720850"/>
          <p14:tracePt t="56575" x="6197600" y="1714500"/>
          <p14:tracePt t="56592" x="6102350" y="1695450"/>
          <p14:tracePt t="56609" x="6032500" y="1689100"/>
          <p14:tracePt t="56625" x="6013450" y="1689100"/>
          <p14:tracePt t="56642" x="5981700" y="1689100"/>
          <p14:tracePt t="56658" x="5962650" y="1689100"/>
          <p14:tracePt t="56675" x="5949950" y="1689100"/>
          <p14:tracePt t="56692" x="5937250" y="1689100"/>
          <p14:tracePt t="56708" x="5930900" y="1689100"/>
          <p14:tracePt t="56790" x="5924550" y="1689100"/>
          <p14:tracePt t="56839" x="5924550" y="1695450"/>
          <p14:tracePt t="56909" x="5924550" y="1701800"/>
          <p14:tracePt t="56937" x="5924550" y="1708150"/>
          <p14:tracePt t="56958" x="5930900" y="1714500"/>
          <p14:tracePt t="56965" x="5937250" y="1714500"/>
          <p14:tracePt t="56979" x="5943600" y="1714500"/>
          <p14:tracePt t="56990" x="5956300" y="1720850"/>
          <p14:tracePt t="57007" x="5969000" y="1727200"/>
          <p14:tracePt t="57023" x="6026150" y="1752600"/>
          <p14:tracePt t="57040" x="6083300" y="1771650"/>
          <p14:tracePt t="57057" x="6229350" y="1809750"/>
          <p14:tracePt t="57074" x="6311900" y="1828800"/>
          <p14:tracePt t="57090" x="6400800" y="1841500"/>
          <p14:tracePt t="57107" x="6565900" y="1860550"/>
          <p14:tracePt t="57123" x="6692900" y="1860550"/>
          <p14:tracePt t="57140" x="6750050" y="1854200"/>
          <p14:tracePt t="57156" x="6788150" y="1847850"/>
          <p14:tracePt t="57174" x="6832600" y="1816100"/>
          <p14:tracePt t="57190" x="6851650" y="1797050"/>
          <p14:tracePt t="57223" x="6851650" y="1784350"/>
          <p14:tracePt t="57240" x="6845300" y="1771650"/>
          <p14:tracePt t="57256" x="6832600" y="1771650"/>
          <p14:tracePt t="57274" x="6769100" y="1758950"/>
          <p14:tracePt t="57289" x="6629400" y="1739900"/>
          <p14:tracePt t="57306" x="6534150" y="1714500"/>
          <p14:tracePt t="57323" x="6330950" y="1708150"/>
          <p14:tracePt t="57339" x="6127750" y="1695450"/>
          <p14:tracePt t="57356" x="6026150" y="1701800"/>
          <p14:tracePt t="57373" x="5861050" y="1733550"/>
          <p14:tracePt t="57388" x="5721350" y="1778000"/>
          <p14:tracePt t="57406" x="5664200" y="1809750"/>
          <p14:tracePt t="57422" x="5588000" y="1860550"/>
          <p14:tracePt t="57439" x="5568950" y="1879600"/>
          <p14:tracePt t="57456" x="5530850" y="1911350"/>
          <p14:tracePt t="57473" x="5518150" y="1924050"/>
          <p14:tracePt t="57489" x="5518150" y="1930400"/>
          <p14:tracePt t="57506" x="5518150" y="1936750"/>
          <p14:tracePt t="57538" x="5518150" y="1943100"/>
          <p14:tracePt t="57558" x="5524500" y="1949450"/>
          <p14:tracePt t="57572" x="5537200" y="1949450"/>
          <p14:tracePt t="57589" x="5556250" y="1949450"/>
          <p14:tracePt t="57605" x="5645150" y="1949450"/>
          <p14:tracePt t="57622" x="5721350" y="1949450"/>
          <p14:tracePt t="57638" x="5810250" y="1949450"/>
          <p14:tracePt t="57654" x="6038850" y="1943100"/>
          <p14:tracePt t="57672" x="6267450" y="1905000"/>
          <p14:tracePt t="57689" x="6438900" y="1860550"/>
          <p14:tracePt t="57705" x="6496050" y="1841500"/>
          <p14:tracePt t="57721" x="6578600" y="1797050"/>
          <p14:tracePt t="57738" x="6616700" y="1758950"/>
          <p14:tracePt t="57755" x="6629400" y="1733550"/>
          <p14:tracePt t="57773" x="6629400" y="1720850"/>
          <p14:tracePt t="57788" x="6629400" y="1714500"/>
          <p14:tracePt t="57805" x="6616700" y="1708150"/>
          <p14:tracePt t="57822" x="6604000" y="1695450"/>
          <p14:tracePt t="57837" x="6584950" y="1689100"/>
          <p14:tracePt t="57854" x="6521450" y="1676400"/>
          <p14:tracePt t="57872" x="6413500" y="1638300"/>
          <p14:tracePt t="57888" x="6350000" y="1631950"/>
          <p14:tracePt t="57904" x="6210300" y="1631950"/>
          <p14:tracePt t="57922" x="6045200" y="1631950"/>
          <p14:tracePt t="57937" x="5949950" y="1657350"/>
          <p14:tracePt t="57954" x="5829300" y="1682750"/>
          <p14:tracePt t="57970" x="5778500" y="1695450"/>
          <p14:tracePt t="57987" x="5765800" y="1695450"/>
          <p14:tracePt t="58004" x="5759450" y="1701800"/>
          <p14:tracePt t="58021" x="5759450" y="1714500"/>
          <p14:tracePt t="58037" x="5759450" y="1720850"/>
          <p14:tracePt t="58054" x="5772150" y="1727200"/>
          <p14:tracePt t="58070" x="5784850" y="1727200"/>
          <p14:tracePt t="58087" x="5829300" y="1752600"/>
          <p14:tracePt t="58104" x="5943600" y="1771650"/>
          <p14:tracePt t="58122" x="6019800" y="1790700"/>
          <p14:tracePt t="58137" x="6197600" y="1809750"/>
          <p14:tracePt t="58153" x="6400800" y="1816100"/>
          <p14:tracePt t="58170" x="6489700" y="1816100"/>
          <p14:tracePt t="58187" x="6661150" y="1816100"/>
          <p14:tracePt t="58203" x="6756400" y="1790700"/>
          <p14:tracePt t="58220" x="6800850" y="1771650"/>
          <p14:tracePt t="58237" x="6826250" y="1752600"/>
          <p14:tracePt t="58253" x="6832600" y="1733550"/>
          <p14:tracePt t="58269" x="6832600" y="1727200"/>
          <p14:tracePt t="58286" x="6826250" y="1714500"/>
          <p14:tracePt t="58302" x="6813550" y="1714500"/>
          <p14:tracePt t="58319" x="6807200" y="1714500"/>
          <p14:tracePt t="58336" x="6762750" y="1689100"/>
          <p14:tracePt t="58353" x="6718300" y="1682750"/>
          <p14:tracePt t="58369" x="6521450" y="1625600"/>
          <p14:tracePt t="58386" x="6451600" y="1612900"/>
          <p14:tracePt t="58402" x="6388100" y="1606550"/>
          <p14:tracePt t="58419" x="6261100" y="1593850"/>
          <p14:tracePt t="58436" x="6127750" y="1600200"/>
          <p14:tracePt t="58452" x="6064250" y="1606550"/>
          <p14:tracePt t="58469" x="5956300" y="1638300"/>
          <p14:tracePt t="58485" x="5892800" y="1670050"/>
          <p14:tracePt t="58502" x="5880100" y="1676400"/>
          <p14:tracePt t="58518" x="5867400" y="1689100"/>
          <p14:tracePt t="58535" x="5861050" y="1695450"/>
          <p14:tracePt t="58552" x="5861050" y="1708150"/>
          <p14:tracePt t="58568" x="5861050" y="1714500"/>
          <p14:tracePt t="58585" x="5880100" y="1727200"/>
          <p14:tracePt t="58602" x="5937250" y="1758950"/>
          <p14:tracePt t="58618" x="5994400" y="1784350"/>
          <p14:tracePt t="58635" x="6064250" y="1803400"/>
          <p14:tracePt t="58652" x="6337300" y="1866900"/>
          <p14:tracePt t="58668" x="6426200" y="1873250"/>
          <p14:tracePt t="58685" x="6604000" y="1885950"/>
          <p14:tracePt t="58701" x="6680200" y="1879600"/>
          <p14:tracePt t="58718" x="6788150" y="1860550"/>
          <p14:tracePt t="58735" x="6838950" y="1841500"/>
          <p14:tracePt t="58751" x="6851650" y="1835150"/>
          <p14:tracePt t="58754" x="6864350" y="1822450"/>
          <p14:tracePt t="58768" x="6864350" y="1816100"/>
          <p14:tracePt t="58784" x="6870700" y="1797050"/>
          <p14:tracePt t="58801" x="6870700" y="1790700"/>
          <p14:tracePt t="58818" x="6864350" y="1784350"/>
          <p14:tracePt t="58834" x="6851650" y="1784350"/>
          <p14:tracePt t="58850" x="6845300" y="1778000"/>
          <p14:tracePt t="58868" x="6826250" y="1765300"/>
          <p14:tracePt t="58884" x="6788150" y="1739900"/>
          <p14:tracePt t="58900" x="6756400" y="1733550"/>
          <p14:tracePt t="58917" x="6661150" y="1682750"/>
          <p14:tracePt t="58934" x="6527800" y="1657350"/>
          <p14:tracePt t="58950" x="6451600" y="1644650"/>
          <p14:tracePt t="58967" x="6235700" y="1638300"/>
          <p14:tracePt t="58983" x="6121400" y="1638300"/>
          <p14:tracePt t="59001" x="5880100" y="1663700"/>
          <p14:tracePt t="59017" x="5721350" y="1689100"/>
          <p14:tracePt t="59033" x="5664200" y="1708150"/>
          <p14:tracePt t="59050" x="5607050" y="1733550"/>
          <p14:tracePt t="59067" x="5594350" y="1739900"/>
          <p14:tracePt t="59083" x="5588000" y="1746250"/>
          <p14:tracePt t="59100" x="5588000" y="1758950"/>
          <p14:tracePt t="59116" x="5594350" y="1771650"/>
          <p14:tracePt t="59133" x="5600700" y="1778000"/>
          <p14:tracePt t="59150" x="5651500" y="1797050"/>
          <p14:tracePt t="59166" x="5734050" y="1841500"/>
          <p14:tracePt t="59184" x="5803900" y="1860550"/>
          <p14:tracePt t="59199" x="5969000" y="1879600"/>
          <p14:tracePt t="59216" x="6153150" y="1892300"/>
          <p14:tracePt t="59233" x="6292850" y="1885950"/>
          <p14:tracePt t="59249" x="6343650" y="1879600"/>
          <p14:tracePt t="59266" x="6394450" y="1879600"/>
          <p14:tracePt t="59283" x="6534150" y="1854200"/>
          <p14:tracePt t="59299" x="6565900" y="1847850"/>
          <p14:tracePt t="59316" x="6584950" y="1835150"/>
          <p14:tracePt t="59332" x="6616700" y="1816100"/>
          <p14:tracePt t="59349" x="6642100" y="1803400"/>
          <p14:tracePt t="59366" x="6654800" y="1797050"/>
          <p14:tracePt t="59382" x="6661150" y="1790700"/>
          <p14:tracePt t="59399" x="6667500" y="1784350"/>
          <p14:tracePt t="59486" x="6673850" y="1784350"/>
          <p14:tracePt t="59514" x="6680200" y="1784350"/>
          <p14:tracePt t="59549" x="6686550" y="1784350"/>
          <p14:tracePt t="59556" x="6692900" y="1784350"/>
          <p14:tracePt t="59570" x="6699250" y="1784350"/>
          <p14:tracePt t="59581" x="6705600" y="1784350"/>
          <p14:tracePt t="59599" x="6731000" y="1784350"/>
          <p14:tracePt t="59615" x="6750050" y="1784350"/>
          <p14:tracePt t="59631" x="6807200" y="1784350"/>
          <p14:tracePt t="59648" x="6915150" y="1790700"/>
          <p14:tracePt t="59664" x="6978650" y="1790700"/>
          <p14:tracePt t="59681" x="7118350" y="1803400"/>
          <p14:tracePt t="59698" x="7251700" y="1809750"/>
          <p14:tracePt t="59714" x="7289800" y="1809750"/>
          <p14:tracePt t="59731" x="7346950" y="1816100"/>
          <p14:tracePt t="59747" x="7366000" y="1816100"/>
          <p14:tracePt t="59788" x="7359650" y="1816100"/>
          <p14:tracePt t="59795" x="7334250" y="1816100"/>
          <p14:tracePt t="59809" x="7302500" y="1816100"/>
          <p14:tracePt t="59817" x="7245350" y="1816100"/>
          <p14:tracePt t="59833" x="7143750" y="1809750"/>
          <p14:tracePt t="59847" x="6902450" y="1790700"/>
          <p14:tracePt t="59865" x="6775450" y="1778000"/>
          <p14:tracePt t="59880" x="6521450" y="1746250"/>
          <p14:tracePt t="59897" x="6419850" y="1746250"/>
          <p14:tracePt t="59914" x="6184900" y="1727200"/>
          <p14:tracePt t="59930" x="6146800" y="1727200"/>
          <p14:tracePt t="59947" x="6121400" y="1727200"/>
          <p14:tracePt t="59964" x="6102350" y="1727200"/>
          <p14:tracePt t="59980" x="6089650" y="1727200"/>
          <p14:tracePt t="60013" x="6089650" y="1733550"/>
          <p14:tracePt t="60029" x="6096000" y="1739900"/>
          <p14:tracePt t="60046" x="6102350" y="1739900"/>
          <p14:tracePt t="60063" x="6121400" y="1746250"/>
          <p14:tracePt t="60080" x="6172200" y="1758950"/>
          <p14:tracePt t="60097" x="6292850" y="1778000"/>
          <p14:tracePt t="60113" x="6381750" y="1797050"/>
          <p14:tracePt t="60130" x="6483350" y="1803400"/>
          <p14:tracePt t="60147" x="6794500" y="1847850"/>
          <p14:tracePt t="60163" x="6896100" y="1860550"/>
          <p14:tracePt t="60181" x="7073900" y="1879600"/>
          <p14:tracePt t="60196" x="7207250" y="1873250"/>
          <p14:tracePt t="60213" x="7232650" y="1873250"/>
          <p14:tracePt t="60231" x="7283450" y="1866900"/>
          <p14:tracePt t="60245" x="7296150" y="1860550"/>
          <p14:tracePt t="60262" x="7308850" y="1854200"/>
          <p14:tracePt t="60296" x="7308850" y="1847850"/>
          <p14:tracePt t="60312" x="7308850" y="1841500"/>
          <p14:tracePt t="60329" x="7296150" y="1841500"/>
          <p14:tracePt t="60346" x="7283450" y="1835150"/>
          <p14:tracePt t="60362" x="7245350" y="1835150"/>
          <p14:tracePt t="60379" x="7143750" y="1835150"/>
          <p14:tracePt t="60396" x="7073900" y="1841500"/>
          <p14:tracePt t="60412" x="6896100" y="1854200"/>
          <p14:tracePt t="60428" x="6692900" y="1873250"/>
          <p14:tracePt t="60445" x="6591300" y="1892300"/>
          <p14:tracePt t="60462" x="6407150" y="1924050"/>
          <p14:tracePt t="60478" x="6261100" y="1955800"/>
          <p14:tracePt t="60495" x="6223000" y="1962150"/>
          <p14:tracePt t="60512" x="6172200" y="1974850"/>
          <p14:tracePt t="60528" x="6165850" y="1981200"/>
          <p14:tracePt t="60567" x="6165850" y="1987550"/>
          <p14:tracePt t="60581" x="6172200" y="1987550"/>
          <p14:tracePt t="60598" x="6178550" y="1987550"/>
          <p14:tracePt t="60611" x="6197600" y="1987550"/>
          <p14:tracePt t="60629" x="6261100" y="1987550"/>
          <p14:tracePt t="60645" x="6394450" y="1955800"/>
          <p14:tracePt t="60661" x="6457950" y="1949450"/>
          <p14:tracePt t="60678" x="6604000" y="1930400"/>
          <p14:tracePt t="60694" x="6762750" y="1892300"/>
          <p14:tracePt t="60711" x="6819900" y="1873250"/>
          <p14:tracePt t="60729" x="6921500" y="1828800"/>
          <p14:tracePt t="60744" x="6934200" y="1828800"/>
          <p14:tracePt t="60761" x="6959600" y="1816100"/>
          <p14:tracePt t="60778" x="6972300" y="1816100"/>
          <p14:tracePt t="60794" x="6978650" y="1816100"/>
          <p14:tracePt t="60869" x="6972300" y="1816100"/>
          <p14:tracePt t="60890" x="6965950" y="1816100"/>
          <p14:tracePt t="60919" x="6959600" y="1816100"/>
          <p14:tracePt t="60940" x="6953250" y="1816100"/>
          <p14:tracePt t="60946" x="6946900" y="1816100"/>
          <p14:tracePt t="61464" x="6921500" y="1828800"/>
          <p14:tracePt t="61478" x="6877050" y="1866900"/>
          <p14:tracePt t="61485" x="6832600" y="1898650"/>
          <p14:tracePt t="61494" x="6781800" y="1955800"/>
          <p14:tracePt t="61508" x="6711950" y="2032000"/>
          <p14:tracePt t="61525" x="6578600" y="2184400"/>
          <p14:tracePt t="61541" x="6394450" y="2381250"/>
          <p14:tracePt t="61558" x="6261100" y="2527300"/>
          <p14:tracePt t="61575" x="6140450" y="2686050"/>
          <p14:tracePt t="61591" x="5702300" y="3206750"/>
          <p14:tracePt t="61608" x="5600700" y="3327400"/>
          <p14:tracePt t="61625" x="5441950" y="3505200"/>
          <p14:tracePt t="61641" x="5365750" y="3587750"/>
          <p14:tracePt t="61658" x="5232400" y="3765550"/>
          <p14:tracePt t="61675" x="5092700" y="3968750"/>
          <p14:tracePt t="61691" x="5016500" y="4089400"/>
          <p14:tracePt t="61707" x="4845050" y="4368800"/>
          <p14:tracePt t="61724" x="4730750" y="4533900"/>
          <p14:tracePt t="61741" x="4679950" y="4591050"/>
          <p14:tracePt t="61758" x="4629150" y="4673600"/>
          <p14:tracePt t="61774" x="4622800" y="4724400"/>
          <p14:tracePt t="61791" x="4622800" y="4737100"/>
          <p14:tracePt t="61807" x="4622800" y="4724400"/>
          <p14:tracePt t="62259" x="4622800" y="4730750"/>
          <p14:tracePt t="62266" x="4616450" y="4743450"/>
          <p14:tracePt t="62275" x="4610100" y="4762500"/>
          <p14:tracePt t="62289" x="4597400" y="4794250"/>
          <p14:tracePt t="62305" x="4584700" y="4813300"/>
          <p14:tracePt t="62323" x="4565650" y="4902200"/>
          <p14:tracePt t="62339" x="4552950" y="4933950"/>
          <p14:tracePt t="62355" x="4533900" y="4953000"/>
          <p14:tracePt t="62372" x="4508500" y="5029200"/>
          <p14:tracePt t="62388" x="4495800" y="5060950"/>
          <p14:tracePt t="62405" x="4464050" y="5130800"/>
          <p14:tracePt t="62422" x="4445000" y="5200650"/>
          <p14:tracePt t="62438" x="4425950" y="5264150"/>
          <p14:tracePt t="62455" x="4406900" y="5314950"/>
          <p14:tracePt t="62471" x="4400550" y="5334000"/>
          <p14:tracePt t="62488" x="4387850" y="5378450"/>
          <p14:tracePt t="62506" x="4375150" y="5403850"/>
          <p14:tracePt t="62521" x="4375150" y="5416550"/>
          <p14:tracePt t="62538" x="4368800" y="5435600"/>
          <p14:tracePt t="62555" x="4368800" y="5441950"/>
          <p14:tracePt t="62571" x="4368800" y="5448300"/>
          <p14:tracePt t="62588" x="4368800" y="5454650"/>
          <p14:tracePt t="62605" x="4368800" y="5486400"/>
          <p14:tracePt t="62621" x="4368800" y="5499100"/>
          <p14:tracePt t="62639" x="4368800" y="5511800"/>
          <p14:tracePt t="62654" x="4368800" y="5518150"/>
          <p14:tracePt t="62671" x="4368800" y="5543550"/>
          <p14:tracePt t="62688" x="4375150" y="5562600"/>
          <p14:tracePt t="62704" x="4381500" y="5562600"/>
          <p14:tracePt t="62721" x="4381500" y="5581650"/>
          <p14:tracePt t="62737" x="4381500" y="5594350"/>
          <p14:tracePt t="62754" x="4387850" y="5594350"/>
          <p14:tracePt t="62771" x="4387850" y="5607050"/>
          <p14:tracePt t="62787" x="4394200" y="5619750"/>
          <p14:tracePt t="64317" x="4406900" y="5626100"/>
          <p14:tracePt t="64334" x="4451350" y="5657850"/>
          <p14:tracePt t="64350" x="4502150" y="5676900"/>
          <p14:tracePt t="64367" x="4521200" y="5683250"/>
          <p14:tracePt t="64384" x="4546600" y="5695950"/>
          <p14:tracePt t="64400" x="4559300" y="5695950"/>
          <p14:tracePt t="64417" x="4572000" y="5695950"/>
          <p14:tracePt t="64434" x="4578350" y="5695950"/>
          <p14:tracePt t="64664" x="4584700" y="5695950"/>
          <p14:tracePt t="64671" x="4591050" y="5695950"/>
          <p14:tracePt t="64699" x="4597400" y="5695950"/>
          <p14:tracePt t="64715" x="4603750" y="5695950"/>
          <p14:tracePt t="64734" x="4610100" y="5695950"/>
          <p14:tracePt t="64741" x="4610100" y="5689600"/>
          <p14:tracePt t="64755" x="4616450" y="5689600"/>
          <p14:tracePt t="64764" x="4622800" y="5689600"/>
          <p14:tracePt t="64784" x="4629150" y="5689600"/>
          <p14:tracePt t="64796" x="4641850" y="5689600"/>
          <p14:tracePt t="64813" x="4660900" y="5683250"/>
          <p14:tracePt t="64830" x="4673600" y="5683250"/>
          <p14:tracePt t="64847" x="4699000" y="5676900"/>
          <p14:tracePt t="64863" x="4718050" y="5664200"/>
          <p14:tracePt t="64880" x="4724400" y="5664200"/>
          <p14:tracePt t="64897" x="4737100" y="5657850"/>
          <p14:tracePt t="64987" x="4737100" y="5651500"/>
          <p14:tracePt t="64994" x="4730750" y="5651500"/>
          <p14:tracePt t="65022" x="4724400" y="5651500"/>
          <p14:tracePt t="65043" x="4718050" y="5651500"/>
          <p14:tracePt t="65050" x="4711700" y="5651500"/>
          <p14:tracePt t="65065" x="4705350" y="5651500"/>
          <p14:tracePt t="65079" x="4692650" y="5651500"/>
          <p14:tracePt t="65096" x="4654550" y="5651500"/>
          <p14:tracePt t="65113" x="4635500" y="5651500"/>
          <p14:tracePt t="65129" x="4578350" y="5651500"/>
          <p14:tracePt t="65146" x="4533900" y="5651500"/>
          <p14:tracePt t="65163" x="4495800" y="5651500"/>
          <p14:tracePt t="65179" x="4489450" y="5651500"/>
          <p14:tracePt t="65196" x="4470400" y="5651500"/>
          <p14:tracePt t="65212" x="4464050" y="5651500"/>
          <p14:tracePt t="65262" x="4470400" y="5651500"/>
          <p14:tracePt t="65275" x="4483100" y="5651500"/>
          <p14:tracePt t="65282" x="4489450" y="5651500"/>
          <p14:tracePt t="65298" x="4502150" y="5651500"/>
          <p14:tracePt t="65311" x="4514850" y="5651500"/>
          <p14:tracePt t="65328" x="4565650" y="5645150"/>
          <p14:tracePt t="65345" x="4629150" y="5638800"/>
          <p14:tracePt t="65361" x="4673600" y="5632450"/>
          <p14:tracePt t="65378" x="4756150" y="5613400"/>
          <p14:tracePt t="65395" x="4826000" y="5594350"/>
          <p14:tracePt t="65411" x="4857750" y="5588000"/>
          <p14:tracePt t="65428" x="4902200" y="5581650"/>
          <p14:tracePt t="65445" x="4940300" y="5575300"/>
          <p14:tracePt t="65461" x="4946650" y="5568950"/>
          <p14:tracePt t="65584" x="4940300" y="5568950"/>
          <p14:tracePt t="65605" x="4933950" y="5568950"/>
          <p14:tracePt t="65633" x="4921250" y="5568950"/>
          <p14:tracePt t="65647" x="4914900" y="5568950"/>
          <p14:tracePt t="65654" x="4908550" y="5568950"/>
          <p14:tracePt t="65675" x="4889500" y="5568950"/>
          <p14:tracePt t="65682" x="4870450" y="5568950"/>
          <p14:tracePt t="65697" x="4838700" y="5568950"/>
          <p14:tracePt t="65711" x="4806950" y="5568950"/>
          <p14:tracePt t="65727" x="4749800" y="5575300"/>
          <p14:tracePt t="65744" x="4711700" y="5588000"/>
          <p14:tracePt t="65760" x="4673600" y="5600700"/>
          <p14:tracePt t="65777" x="4641850" y="5613400"/>
          <p14:tracePt t="65793" x="4641850" y="5619750"/>
          <p14:tracePt t="65827" x="4654550" y="5626100"/>
          <p14:tracePt t="65844" x="4699000" y="5626100"/>
          <p14:tracePt t="65860" x="4724400" y="5626100"/>
          <p14:tracePt t="65876" x="4762500" y="5613400"/>
          <p14:tracePt t="65893" x="4876800" y="5594350"/>
          <p14:tracePt t="65910" x="4921250" y="5575300"/>
          <p14:tracePt t="65928" x="4972050" y="5562600"/>
          <p14:tracePt t="65943" x="4991100" y="5556250"/>
          <p14:tracePt t="65960" x="5016500" y="5537200"/>
          <p14:tracePt t="65976" x="5022850" y="5537200"/>
          <p14:tracePt t="65992" x="5029200" y="5537200"/>
          <p14:tracePt t="66028" x="5035550" y="5537200"/>
          <p14:tracePt t="66118" x="5041900" y="5537200"/>
          <p14:tracePt t="66124" x="5048250" y="5537200"/>
          <p14:tracePt t="66146" x="5054600" y="5537200"/>
          <p14:tracePt t="66160" x="5060950" y="5537200"/>
          <p14:tracePt t="66167" x="5067300" y="5537200"/>
          <p14:tracePt t="66188" x="5073650" y="5537200"/>
          <p14:tracePt t="66210" x="5080000" y="5537200"/>
          <p14:tracePt t="66230" x="5092700" y="5537200"/>
          <p14:tracePt t="66236" x="5099050" y="5537200"/>
          <p14:tracePt t="66245" x="5111750" y="5537200"/>
          <p14:tracePt t="66261" x="5130800" y="5537200"/>
          <p14:tracePt t="66274" x="5143500" y="5537200"/>
          <p14:tracePt t="66293" x="5168900" y="5530850"/>
          <p14:tracePt t="66308" x="5194300" y="5530850"/>
          <p14:tracePt t="66325" x="5200650" y="5530850"/>
          <p14:tracePt t="66328" x="5207000" y="5530850"/>
          <p14:tracePt t="66341" x="5213350" y="5530850"/>
          <p14:tracePt t="66358" x="5219700" y="5530850"/>
          <p14:tracePt t="66378" x="5232400" y="5530850"/>
          <p14:tracePt t="66441" x="5238750" y="5530850"/>
          <p14:tracePt t="66447" x="5245100" y="5530850"/>
          <p14:tracePt t="66469" x="5251450" y="5530850"/>
          <p14:tracePt t="66477" x="5257800" y="5530850"/>
          <p14:tracePt t="66492" x="5264150" y="5530850"/>
          <p14:tracePt t="66508" x="5276850" y="5530850"/>
          <p14:tracePt t="66525" x="5327650" y="5530850"/>
          <p14:tracePt t="66540" x="5346700" y="5530850"/>
          <p14:tracePt t="66557" x="5372100" y="5518150"/>
          <p14:tracePt t="66574" x="5403850" y="5518150"/>
          <p14:tracePt t="66591" x="5429250" y="5518150"/>
          <p14:tracePt t="66608" x="5441950" y="5518150"/>
          <p14:tracePt t="66624" x="5448300" y="5518150"/>
          <p14:tracePt t="66640" x="5454650" y="5518150"/>
          <p14:tracePt t="66666" x="5461000" y="5518150"/>
          <p14:tracePt t="66848" x="5454650" y="5518150"/>
          <p14:tracePt t="66890" x="5454650" y="5511800"/>
          <p14:tracePt t="66932" x="5448300" y="5511800"/>
          <p14:tracePt t="66943" x="5441950" y="5511800"/>
          <p14:tracePt t="66967" x="5435600" y="5505450"/>
          <p14:tracePt t="66988" x="5429250" y="5505450"/>
          <p14:tracePt t="67003" x="5422900" y="5505450"/>
          <p14:tracePt t="67010" x="5416550" y="5505450"/>
          <p14:tracePt t="67031" x="5403850" y="5499100"/>
          <p14:tracePt t="67039" x="5384800" y="5499100"/>
          <p14:tracePt t="67056" x="5353050" y="5492750"/>
          <p14:tracePt t="67073" x="5245100" y="5480050"/>
          <p14:tracePt t="67089" x="5092700" y="5473700"/>
          <p14:tracePt t="67106" x="5016500" y="5473700"/>
          <p14:tracePt t="67122" x="4838700" y="5461000"/>
          <p14:tracePt t="67139" x="4762500" y="5461000"/>
          <p14:tracePt t="67157" x="4552950" y="5473700"/>
          <p14:tracePt t="67172" x="4502150" y="5473700"/>
          <p14:tracePt t="67188" x="4464050" y="5486400"/>
          <p14:tracePt t="67206" x="4381500" y="5499100"/>
          <p14:tracePt t="67221" x="4318000" y="5505450"/>
          <p14:tracePt t="67238" x="4298950" y="5505450"/>
          <p14:tracePt t="67255" x="4267200" y="5511800"/>
          <p14:tracePt t="67272" x="4235450" y="5524500"/>
          <p14:tracePt t="67288" x="4229100" y="5524500"/>
          <p14:tracePt t="67305" x="4210050" y="5524500"/>
          <p14:tracePt t="67321" x="4191000" y="5524500"/>
          <p14:tracePt t="67338" x="4178300" y="5524500"/>
          <p14:tracePt t="67355" x="4152900" y="5524500"/>
          <p14:tracePt t="67372" x="4140200" y="5530850"/>
          <p14:tracePt t="67388" x="4114800" y="5530850"/>
          <p14:tracePt t="67404" x="4102100" y="5530850"/>
          <p14:tracePt t="67421" x="4095750" y="5530850"/>
          <p14:tracePt t="67438" x="4070350" y="5530850"/>
          <p14:tracePt t="67454" x="4064000" y="5530850"/>
          <p14:tracePt t="67471" x="4057650" y="5530850"/>
          <p14:tracePt t="67487" x="4051300" y="5530850"/>
          <p14:tracePt t="67564" x="4044950" y="5530850"/>
          <p14:tracePt t="67599" x="4038600" y="5530850"/>
          <p14:tracePt t="67614" x="4032250" y="5530850"/>
          <p14:tracePt t="67623" x="4025900" y="5530850"/>
          <p14:tracePt t="67637" x="4019550" y="5530850"/>
          <p14:tracePt t="67653" x="4006850" y="5530850"/>
          <p14:tracePt t="67670" x="3981450" y="5530850"/>
          <p14:tracePt t="67687" x="3962400" y="5530850"/>
          <p14:tracePt t="67704" x="3930650" y="5530850"/>
          <p14:tracePt t="67720" x="3841750" y="5537200"/>
          <p14:tracePt t="67737" x="3816350" y="5537200"/>
          <p14:tracePt t="67754" x="3759200" y="5543550"/>
          <p14:tracePt t="67770" x="3740150" y="5549900"/>
          <p14:tracePt t="67786" x="3695700" y="5562600"/>
          <p14:tracePt t="67803" x="3663950" y="5568950"/>
          <p14:tracePt t="67820" x="3651250" y="5568950"/>
          <p14:tracePt t="67836" x="3632200" y="5575300"/>
          <p14:tracePt t="67853" x="3619500" y="5581650"/>
          <p14:tracePt t="67869" x="3613150" y="5581650"/>
          <p14:tracePt t="67887" x="3613150" y="5588000"/>
          <p14:tracePt t="67903" x="3594100" y="5594350"/>
          <p14:tracePt t="67919" x="3587750" y="5594350"/>
          <p14:tracePt t="67936" x="3581400" y="5594350"/>
          <p14:tracePt t="67952" x="3568700" y="5600700"/>
          <p14:tracePt t="67986" x="3556000" y="5600700"/>
          <p14:tracePt t="68002" x="3543300" y="5600700"/>
          <p14:tracePt t="68019" x="3536950" y="5600700"/>
          <p14:tracePt t="68036" x="3517900" y="5600700"/>
          <p14:tracePt t="68052" x="3511550" y="5600700"/>
          <p14:tracePt t="68070" x="3454400" y="5600700"/>
          <p14:tracePt t="68085" x="3441700" y="5594350"/>
          <p14:tracePt t="68101" x="3422650" y="5594350"/>
          <p14:tracePt t="68119" x="3390900" y="5581650"/>
          <p14:tracePt t="68136" x="3346450" y="5575300"/>
          <p14:tracePt t="68152" x="3327400" y="5568950"/>
          <p14:tracePt t="68169" x="3302000" y="5562600"/>
          <p14:tracePt t="68185" x="3276600" y="5556250"/>
          <p14:tracePt t="68202" x="3263900" y="5556250"/>
          <p14:tracePt t="68218" x="3251200" y="5549900"/>
          <p14:tracePt t="68235" x="3244850" y="5543550"/>
          <p14:tracePt t="68253" x="3238500" y="5543550"/>
          <p14:tracePt t="68284" x="3232150" y="5543550"/>
          <p14:tracePt t="68351" x="3225800" y="5543550"/>
          <p14:tracePt t="68653" x="3232150" y="5543550"/>
          <p14:tracePt t="68668" x="3238500" y="5543550"/>
          <p14:tracePt t="68674" x="3244850" y="5543550"/>
          <p14:tracePt t="68688" x="3251200" y="5543550"/>
          <p14:tracePt t="68699" x="3257550" y="5543550"/>
          <p14:tracePt t="68717" x="3295650" y="5543550"/>
          <p14:tracePt t="68733" x="3327400" y="5543550"/>
          <p14:tracePt t="68750" x="3384550" y="5543550"/>
          <p14:tracePt t="68767" x="3435350" y="5543550"/>
          <p14:tracePt t="68783" x="3460750" y="5543550"/>
          <p14:tracePt t="68800" x="3511550" y="5543550"/>
          <p14:tracePt t="68816" x="3562350" y="5537200"/>
          <p14:tracePt t="68833" x="3575050" y="5537200"/>
          <p14:tracePt t="68849" x="3606800" y="5530850"/>
          <p14:tracePt t="68866" x="3638550" y="5524500"/>
          <p14:tracePt t="68883" x="3651250" y="5524500"/>
          <p14:tracePt t="68899" x="3670300" y="5524500"/>
          <p14:tracePt t="68916" x="3676650" y="5518150"/>
          <p14:tracePt t="68955" x="3683000" y="5518150"/>
          <p14:tracePt t="69018" x="3683000" y="5511800"/>
          <p14:tracePt t="69067" x="3683000" y="5505450"/>
          <p14:tracePt t="69110" x="3683000" y="5499100"/>
          <p14:tracePt t="69158" x="3676650" y="5499100"/>
          <p14:tracePt t="69229" x="3670300" y="5492750"/>
          <p14:tracePt t="69257" x="3670300" y="5486400"/>
          <p14:tracePt t="69299" x="3663950" y="5486400"/>
          <p14:tracePt t="69334" x="3657600" y="5480050"/>
          <p14:tracePt t="69390" x="3657600" y="5473700"/>
          <p14:tracePt t="69439" x="3657600" y="5467350"/>
          <p14:tracePt t="69488" x="3657600" y="5461000"/>
          <p14:tracePt t="69615" x="3657600" y="5454650"/>
          <p14:tracePt t="69678" x="3663950" y="5448300"/>
          <p14:tracePt t="69769" x="3663950" y="5441950"/>
          <p14:tracePt t="69839" x="3670300" y="5441950"/>
          <p14:tracePt t="69930" x="3670300" y="5435600"/>
          <p14:tracePt t="70036" x="3670300" y="5429250"/>
          <p14:tracePt t="70338" x="3676650" y="5422900"/>
          <p14:tracePt t="70408" x="3676650" y="5416550"/>
          <p14:tracePt t="70422" x="3683000" y="5410200"/>
          <p14:tracePt t="70430" x="3689350" y="5403850"/>
          <p14:tracePt t="70445" x="3695700" y="5397500"/>
          <p14:tracePt t="70461" x="3714750" y="5372100"/>
          <p14:tracePt t="70479" x="3759200" y="5321300"/>
          <p14:tracePt t="70494" x="3797300" y="5270500"/>
          <p14:tracePt t="70510" x="3835400" y="5213350"/>
          <p14:tracePt t="70528" x="3987800" y="4984750"/>
          <p14:tracePt t="70544" x="4051300" y="4889500"/>
          <p14:tracePt t="70560" x="4102100" y="4781550"/>
          <p14:tracePt t="70577" x="4210050" y="4546600"/>
          <p14:tracePt t="70593" x="4311650" y="4305300"/>
          <p14:tracePt t="70610" x="4349750" y="4191000"/>
          <p14:tracePt t="70627" x="4394200" y="3981450"/>
          <p14:tracePt t="70643" x="4413250" y="3778250"/>
          <p14:tracePt t="70661" x="4425950" y="3587750"/>
          <p14:tracePt t="70676" x="4425950" y="3498850"/>
          <p14:tracePt t="70693" x="4400550" y="3327400"/>
          <p14:tracePt t="70710" x="4381500" y="3149600"/>
          <p14:tracePt t="70726" x="4362450" y="3067050"/>
          <p14:tracePt t="70743" x="4298950" y="2921000"/>
          <p14:tracePt t="70759" x="4279900" y="2857500"/>
          <p14:tracePt t="70776" x="4235450" y="2717800"/>
          <p14:tracePt t="70793" x="4203700" y="2654300"/>
          <p14:tracePt t="70809" x="4140200" y="2527300"/>
          <p14:tracePt t="70826" x="4057650" y="2374900"/>
          <p14:tracePt t="70843" x="3994150" y="2286000"/>
          <p14:tracePt t="70859" x="3968750" y="2254250"/>
          <p14:tracePt t="71224" x="3968750" y="2222500"/>
          <p14:tracePt t="71230" x="3968750" y="2184400"/>
          <p14:tracePt t="71244" x="3968750" y="2159000"/>
          <p14:tracePt t="71258" x="3956050" y="2127250"/>
          <p14:tracePt t="71274" x="3943350" y="2070100"/>
          <p14:tracePt t="71291" x="3930650" y="2044700"/>
          <p14:tracePt t="71308" x="3917950" y="2012950"/>
          <p14:tracePt t="71324" x="3898900" y="1987550"/>
          <p14:tracePt t="71341" x="3892550" y="1974850"/>
          <p14:tracePt t="71357" x="3867150" y="1936750"/>
          <p14:tracePt t="71374" x="3854450" y="1924050"/>
          <p14:tracePt t="71391" x="3835400" y="1905000"/>
          <p14:tracePt t="71408" x="3822700" y="1905000"/>
          <p14:tracePt t="71424" x="3816350" y="1892300"/>
          <p14:tracePt t="71441" x="3803650" y="1885950"/>
          <p14:tracePt t="71474" x="3797300" y="1879600"/>
          <p14:tracePt t="71491" x="3790950" y="1873250"/>
          <p14:tracePt t="71507" x="3784600" y="1873250"/>
          <p14:tracePt t="71524" x="3778250" y="1873250"/>
          <p14:tracePt t="71540" x="3759200" y="1866900"/>
          <p14:tracePt t="71557" x="3733800" y="1866900"/>
          <p14:tracePt t="71574" x="3702050" y="1866900"/>
          <p14:tracePt t="71590" x="3625850" y="1866900"/>
          <p14:tracePt t="71606" x="3498850" y="1866900"/>
          <p14:tracePt t="71624" x="3308350" y="1866900"/>
          <p14:tracePt t="71640" x="3219450" y="1866900"/>
          <p14:tracePt t="71657" x="3028950" y="1866900"/>
          <p14:tracePt t="71673" x="2889250" y="1866900"/>
          <p14:tracePt t="71690" x="2838450" y="1866900"/>
          <p14:tracePt t="71707" x="2768600" y="1860550"/>
          <p14:tracePt t="71723" x="2724150" y="1854200"/>
          <p14:tracePt t="71739" x="2711450" y="1854200"/>
          <p14:tracePt t="71756" x="2698750" y="1854200"/>
          <p14:tracePt t="71772" x="2679700" y="1860550"/>
          <p14:tracePt t="71789" x="2667000" y="1860550"/>
          <p14:tracePt t="71806" x="2660650" y="1866900"/>
          <p14:tracePt t="71822" x="2647950" y="1866900"/>
          <p14:tracePt t="71961" x="2647950" y="1860550"/>
          <p14:tracePt t="71974" x="2654300" y="1860550"/>
          <p14:tracePt t="71982" x="2660650" y="1860550"/>
          <p14:tracePt t="71996" x="2673350" y="1860550"/>
          <p14:tracePt t="72005" x="2692400" y="1854200"/>
          <p14:tracePt t="72021" x="2711450" y="1854200"/>
          <p14:tracePt t="72038" x="2825750" y="1835150"/>
          <p14:tracePt t="72055" x="3009900" y="1816100"/>
          <p14:tracePt t="72072" x="3111500" y="1803400"/>
          <p14:tracePt t="72088" x="3340100" y="1784350"/>
          <p14:tracePt t="72105" x="3454400" y="1771650"/>
          <p14:tracePt t="72122" x="3733800" y="1746250"/>
          <p14:tracePt t="72138" x="3810000" y="1746250"/>
          <p14:tracePt t="72154" x="3854450" y="1733550"/>
          <p14:tracePt t="72172" x="3924300" y="1720850"/>
          <p14:tracePt t="72188" x="3956050" y="1720850"/>
          <p14:tracePt t="72205" x="3962400" y="1720850"/>
          <p14:tracePt t="72221" x="3968750" y="1714500"/>
          <p14:tracePt t="72256" x="3962400" y="1714500"/>
          <p14:tracePt t="72283" x="3949700" y="1714500"/>
          <p14:tracePt t="72297" x="3949700" y="1720850"/>
          <p14:tracePt t="72319" x="3943350" y="1720850"/>
          <p14:tracePt t="72326" x="3937000" y="1720850"/>
          <p14:tracePt t="72337" x="3930650" y="1720850"/>
          <p14:tracePt t="72354" x="3911600" y="1720850"/>
          <p14:tracePt t="72370" x="3905250" y="1720850"/>
          <p14:tracePt t="72387" x="3873500" y="1720850"/>
          <p14:tracePt t="72404" x="3727450" y="1695450"/>
          <p14:tracePt t="72420" x="3644900" y="1682750"/>
          <p14:tracePt t="72424" x="3568700" y="1663700"/>
          <p14:tracePt t="72440" x="3467100" y="1663700"/>
          <p14:tracePt t="72453" x="3276600" y="1644650"/>
          <p14:tracePt t="72470" x="3187700" y="1644650"/>
          <p14:tracePt t="72487" x="3022600" y="1644650"/>
          <p14:tracePt t="72503" x="2933700" y="1651000"/>
          <p14:tracePt t="72520" x="2800350" y="1657350"/>
          <p14:tracePt t="72537" x="2698750" y="1663700"/>
          <p14:tracePt t="72553" x="2654300" y="1676400"/>
          <p14:tracePt t="72570" x="2603500" y="1682750"/>
          <p14:tracePt t="72587" x="2578100" y="1682750"/>
          <p14:tracePt t="72603" x="2571750" y="1682750"/>
          <p14:tracePt t="72620" x="2571750" y="1689100"/>
          <p14:tracePt t="72653" x="2565400" y="1695450"/>
          <p14:tracePt t="72719" x="2571750" y="1695450"/>
          <p14:tracePt t="72726" x="2584450" y="1695450"/>
          <p14:tracePt t="72736" x="2597150" y="1695450"/>
          <p14:tracePt t="72753" x="2616200" y="1695450"/>
          <p14:tracePt t="72769" x="2686050" y="1701800"/>
          <p14:tracePt t="72786" x="2749550" y="1708150"/>
          <p14:tracePt t="72803" x="2927350" y="1720850"/>
          <p14:tracePt t="72819" x="3168650" y="1727200"/>
          <p14:tracePt t="72835" x="3295650" y="1739900"/>
          <p14:tracePt t="72853" x="3524250" y="1739900"/>
          <p14:tracePt t="72869" x="3702050" y="1739900"/>
          <p14:tracePt t="72886" x="3778250" y="1739900"/>
          <p14:tracePt t="72903" x="3873500" y="1739900"/>
          <p14:tracePt t="72919" x="3911600" y="1727200"/>
          <p14:tracePt t="72936" x="3924300" y="1727200"/>
          <p14:tracePt t="72965" x="3924300" y="1720850"/>
          <p14:tracePt t="72986" x="3917950" y="1720850"/>
          <p14:tracePt t="73007" x="3911600" y="1720850"/>
          <p14:tracePt t="73021" x="3905250" y="1720850"/>
          <p14:tracePt t="73028" x="3892550" y="1720850"/>
          <p14:tracePt t="73038" x="3879850" y="1720850"/>
          <p14:tracePt t="73051" x="3860800" y="1720850"/>
          <p14:tracePt t="73068" x="3829050" y="1720850"/>
          <p14:tracePt t="73085" x="3721100" y="1720850"/>
          <p14:tracePt t="73102" x="3530600" y="1720850"/>
          <p14:tracePt t="73118" x="3416300" y="1720850"/>
          <p14:tracePt t="73135" x="3200400" y="1739900"/>
          <p14:tracePt t="73151" x="3009900" y="1746250"/>
          <p14:tracePt t="73169" x="2851150" y="1758950"/>
          <p14:tracePt t="73184" x="2800350" y="1758950"/>
          <p14:tracePt t="73201" x="2736850" y="1758950"/>
          <p14:tracePt t="73219" x="2711450" y="1758950"/>
          <p14:tracePt t="73251" x="2705100" y="1758950"/>
          <p14:tracePt t="73269" x="2705100" y="1765300"/>
          <p14:tracePt t="73284" x="2711450" y="1765300"/>
          <p14:tracePt t="73301" x="2730500" y="1765300"/>
          <p14:tracePt t="73318" x="2800350" y="1765300"/>
          <p14:tracePt t="73334" x="2863850" y="1765300"/>
          <p14:tracePt t="73352" x="3041650" y="1765300"/>
          <p14:tracePt t="73367" x="3155950" y="1765300"/>
          <p14:tracePt t="73384" x="3397250" y="1758950"/>
          <p14:tracePt t="73401" x="3625850" y="1746250"/>
          <p14:tracePt t="73417" x="3714750" y="1746250"/>
          <p14:tracePt t="73421" x="3790950" y="1746250"/>
          <p14:tracePt t="73434" x="3867150" y="1739900"/>
          <p14:tracePt t="73451" x="3956050" y="1739900"/>
          <p14:tracePt t="73467" x="3987800" y="1733550"/>
          <p14:tracePt t="73484" x="4019550" y="1727200"/>
          <p14:tracePt t="73526" x="4013200" y="1727200"/>
          <p14:tracePt t="73541" x="4006850" y="1727200"/>
          <p14:tracePt t="73550" x="4000500" y="1727200"/>
          <p14:tracePt t="73566" x="3994150" y="1727200"/>
          <p14:tracePt t="73583" x="3949700" y="1733550"/>
          <p14:tracePt t="73600" x="3848100" y="1733550"/>
          <p14:tracePt t="73616" x="3771900" y="1733550"/>
          <p14:tracePt t="73633" x="3581400" y="1733550"/>
          <p14:tracePt t="73650" x="3340100" y="1739900"/>
          <p14:tracePt t="73667" x="3124200" y="1765300"/>
          <p14:tracePt t="73682" x="3022600" y="1771650"/>
          <p14:tracePt t="73699" x="2933700" y="1771650"/>
          <p14:tracePt t="73717" x="2647950" y="1803400"/>
          <p14:tracePt t="73732" x="2584450" y="1809750"/>
          <p14:tracePt t="73749" x="2520950" y="1822450"/>
          <p14:tracePt t="73766" x="2451100" y="1835150"/>
          <p14:tracePt t="73783" x="2425700" y="1841500"/>
          <p14:tracePt t="73799" x="2419350" y="1841500"/>
          <p14:tracePt t="73816" x="2413000" y="1841500"/>
          <p14:tracePt t="73878" x="2419350" y="1841500"/>
          <p14:tracePt t="73927" x="2425700" y="1841500"/>
          <p14:tracePt t="73941" x="2432050" y="1841500"/>
          <p14:tracePt t="73949" x="2438400" y="1841500"/>
          <p14:tracePt t="73962" x="2444750" y="1841500"/>
          <p14:tracePt t="73969" x="2451100" y="1841500"/>
          <p14:tracePt t="73985" x="2457450" y="1841500"/>
          <p14:tracePt t="73998" x="2482850" y="1841500"/>
          <p14:tracePt t="74015" x="2495550" y="1841500"/>
          <p14:tracePt t="74032" x="2540000" y="1841500"/>
          <p14:tracePt t="74048" x="2559050" y="1835150"/>
          <p14:tracePt t="74065" x="2635250" y="1835150"/>
          <p14:tracePt t="74082" x="2724150" y="1835150"/>
          <p14:tracePt t="74098" x="2794000" y="1835150"/>
          <p14:tracePt t="74114" x="2946400" y="1828800"/>
          <p14:tracePt t="74131" x="3149600" y="1816100"/>
          <p14:tracePt t="74148" x="3263900" y="1809750"/>
          <p14:tracePt t="74165" x="3479800" y="1809750"/>
          <p14:tracePt t="74181" x="3644900" y="1797050"/>
          <p14:tracePt t="74197" x="3695700" y="1797050"/>
          <p14:tracePt t="74215" x="3765550" y="1797050"/>
          <p14:tracePt t="74231" x="3797300" y="1797050"/>
          <p14:tracePt t="74247" x="3803650" y="1797050"/>
          <p14:tracePt t="74264" x="3810000" y="1797050"/>
          <p14:tracePt t="74482" x="3803650" y="1797050"/>
          <p14:tracePt t="74496" x="3797300" y="1797050"/>
          <p14:tracePt t="74503" x="3790950" y="1797050"/>
          <p14:tracePt t="74517" x="3784600" y="1803400"/>
          <p14:tracePt t="74853" x="3867150" y="1803400"/>
          <p14:tracePt t="74860" x="4019550" y="1803400"/>
          <p14:tracePt t="74874" x="4178300" y="1803400"/>
          <p14:tracePt t="74882" x="4362450" y="1803400"/>
          <p14:tracePt t="74898" x="4533900" y="1828800"/>
          <p14:tracePt t="74912" x="4737100" y="1828800"/>
          <p14:tracePt t="74928" x="5213350" y="1816100"/>
          <p14:tracePt t="74945" x="5568950" y="1835150"/>
          <p14:tracePt t="74962" x="5721350" y="1835150"/>
          <p14:tracePt t="74978" x="5962650" y="1847850"/>
          <p14:tracePt t="74994" x="6159500" y="1879600"/>
          <p14:tracePt t="75011" x="6223000" y="1885950"/>
          <p14:tracePt t="75028" x="6350000" y="1898650"/>
          <p14:tracePt t="75045" x="6470650" y="1898650"/>
          <p14:tracePt t="75061" x="6521450" y="1905000"/>
          <p14:tracePt t="75078" x="6616700" y="1917700"/>
          <p14:tracePt t="75094" x="6673850" y="1911350"/>
          <p14:tracePt t="75111" x="6686550" y="1905000"/>
          <p14:tracePt t="75128" x="6718300" y="1898650"/>
          <p14:tracePt t="75144" x="6724650" y="1898650"/>
          <p14:tracePt t="75162" x="6737350" y="1892300"/>
          <p14:tracePt t="75274" x="6731000" y="1892300"/>
          <p14:tracePt t="75288" x="6731000" y="1885950"/>
          <p14:tracePt t="75296" x="6718300" y="1885950"/>
          <p14:tracePt t="75310" x="6711950" y="1885950"/>
          <p14:tracePt t="75327" x="6699250" y="1885950"/>
          <p14:tracePt t="75344" x="6635750" y="1885950"/>
          <p14:tracePt t="75360" x="6584950" y="1885950"/>
          <p14:tracePt t="75377" x="6445250" y="1905000"/>
          <p14:tracePt t="75394" x="6299200" y="1905000"/>
          <p14:tracePt t="75410" x="6261100" y="1905000"/>
          <p14:tracePt t="75427" x="6223000" y="1905000"/>
          <p14:tracePt t="75430" x="6191250" y="1905000"/>
          <p14:tracePt t="75443" x="6165850" y="1905000"/>
          <p14:tracePt t="75460" x="6159500" y="1905000"/>
          <p14:tracePt t="75499" x="6159500" y="1911350"/>
          <p14:tracePt t="75510" x="6165850" y="1911350"/>
          <p14:tracePt t="75527" x="6184900" y="1911350"/>
          <p14:tracePt t="75543" x="6216650" y="1905000"/>
          <p14:tracePt t="75560" x="6292850" y="1898650"/>
          <p14:tracePt t="75577" x="6432550" y="1879600"/>
          <p14:tracePt t="75593" x="6515100" y="1873250"/>
          <p14:tracePt t="75609" x="6667500" y="1847850"/>
          <p14:tracePt t="75626" x="6788150" y="1841500"/>
          <p14:tracePt t="75643" x="6813550" y="1835150"/>
          <p14:tracePt t="75659" x="6858000" y="1835150"/>
          <p14:tracePt t="75695" x="6858000" y="1828800"/>
          <p14:tracePt t="75717" x="6858000" y="1822450"/>
          <p14:tracePt t="75725" x="6845300" y="1822450"/>
          <p14:tracePt t="75742" x="6838950" y="1822450"/>
          <p14:tracePt t="75759" x="6819900" y="1816100"/>
          <p14:tracePt t="75775" x="6800850" y="1816100"/>
          <p14:tracePt t="75792" x="6750050" y="1816100"/>
          <p14:tracePt t="75808" x="6661150" y="1816100"/>
          <p14:tracePt t="75825" x="6610350" y="1816100"/>
          <p14:tracePt t="75843" x="6470650" y="1816100"/>
          <p14:tracePt t="75858" x="6324600" y="1822450"/>
          <p14:tracePt t="75875" x="6273800" y="1822450"/>
          <p14:tracePt t="75892" x="6216650" y="1822450"/>
          <p14:tracePt t="75909" x="6197600" y="1822450"/>
          <p14:tracePt t="75925" x="6197600" y="1828800"/>
          <p14:tracePt t="75955" x="6203950" y="1835150"/>
          <p14:tracePt t="75969" x="6210300" y="1835150"/>
          <p14:tracePt t="75978" x="6223000" y="1835150"/>
          <p14:tracePt t="75992" x="6254750" y="1835150"/>
          <p14:tracePt t="76009" x="6330950" y="1828800"/>
          <p14:tracePt t="76025" x="6457950" y="1828800"/>
          <p14:tracePt t="76041" x="6534150" y="1828800"/>
          <p14:tracePt t="76057" x="6610350" y="1828800"/>
          <p14:tracePt t="76075" x="6775450" y="1828800"/>
          <p14:tracePt t="76091" x="6807200" y="1828800"/>
          <p14:tracePt t="76108" x="6832600" y="1822450"/>
          <p14:tracePt t="76124" x="6858000" y="1822450"/>
          <p14:tracePt t="76141" x="6864350" y="1822450"/>
          <p14:tracePt t="76174" x="6864350" y="1809750"/>
          <p14:tracePt t="76229" x="6858000" y="1803400"/>
          <p14:tracePt t="76278" x="6851650" y="1803400"/>
          <p14:tracePt t="76306" x="6845300" y="1803400"/>
          <p14:tracePt t="76892" x="6826250" y="1803400"/>
          <p14:tracePt t="76899" x="6788150" y="1803400"/>
          <p14:tracePt t="76913" x="6762750" y="1803400"/>
          <p14:tracePt t="76922" x="6731000" y="1803400"/>
          <p14:tracePt t="76939" x="6692900" y="1803400"/>
          <p14:tracePt t="76955" x="6629400" y="1803400"/>
          <p14:tracePt t="76971" x="6572250" y="1803400"/>
          <p14:tracePt t="76988" x="6534150" y="1803400"/>
          <p14:tracePt t="77005" x="6483350" y="1803400"/>
          <p14:tracePt t="77021" x="6432550" y="1816100"/>
          <p14:tracePt t="77039" x="6413500" y="1822450"/>
          <p14:tracePt t="77055" x="6394450" y="1828800"/>
          <p14:tracePt t="77071" x="6381750" y="1828800"/>
          <p14:tracePt t="77131" x="6381750" y="1835150"/>
          <p14:tracePt t="77180" x="6381750" y="1841500"/>
          <p14:tracePt t="77201" x="6388100" y="1841500"/>
          <p14:tracePt t="77207" x="6388100" y="1847850"/>
          <p14:tracePt t="77229" x="6400800" y="1847850"/>
          <p14:tracePt t="77243" x="6407150" y="1847850"/>
          <p14:tracePt t="77264" x="6413500" y="1847850"/>
          <p14:tracePt t="77273" x="6419850" y="1847850"/>
          <p14:tracePt t="77287" x="6432550" y="1847850"/>
          <p14:tracePt t="77303" x="6477000" y="1854200"/>
          <p14:tracePt t="77321" x="6553200" y="1854200"/>
          <p14:tracePt t="77337" x="6604000" y="1854200"/>
          <p14:tracePt t="77353" x="6718300" y="1854200"/>
          <p14:tracePt t="77370" x="6851650" y="1854200"/>
          <p14:tracePt t="77387" x="6902450" y="1860550"/>
          <p14:tracePt t="77404" x="6927850" y="1860550"/>
          <p14:tracePt t="77420" x="7010400" y="1860550"/>
          <p14:tracePt t="77436" x="7023100" y="1860550"/>
          <p14:tracePt t="77440" x="7035800" y="1860550"/>
          <p14:tracePt t="77460" x="7042150" y="1860550"/>
          <p14:tracePt t="77510" x="7035800" y="1860550"/>
          <p14:tracePt t="77531" x="7029450" y="1860550"/>
          <p14:tracePt t="77552" x="7023100" y="1854200"/>
          <p14:tracePt t="77580" x="7016750" y="1847850"/>
          <p14:tracePt t="77615" x="7010400" y="1847850"/>
          <p14:tracePt t="77671" x="7004050" y="1847850"/>
          <p14:tracePt t="77692" x="6997700" y="1841500"/>
          <p14:tracePt t="77721" x="6991350" y="1841500"/>
          <p14:tracePt t="77755" x="6985000" y="1835150"/>
          <p14:tracePt t="77812" x="6978650" y="1835150"/>
          <p14:tracePt t="77952" x="6972300" y="1828800"/>
          <p14:tracePt t="78044" x="6965950" y="1828800"/>
          <p14:tracePt t="78065" x="6959600" y="1828800"/>
          <p14:tracePt t="78071" x="6953250" y="1828800"/>
          <p14:tracePt t="78093" x="6940550" y="1828800"/>
          <p14:tracePt t="78107" x="6934200" y="1828800"/>
          <p14:tracePt t="78120" x="6927850" y="1828800"/>
          <p14:tracePt t="78137" x="6908800" y="1822450"/>
          <p14:tracePt t="78150" x="6889750" y="1822450"/>
          <p14:tracePt t="78167" x="6826250" y="1822450"/>
          <p14:tracePt t="78184" x="6750050" y="1822450"/>
          <p14:tracePt t="78200" x="6692900" y="1822450"/>
          <p14:tracePt t="78217" x="6565900" y="1854200"/>
          <p14:tracePt t="78234" x="6432550" y="1879600"/>
          <p14:tracePt t="78250" x="6375400" y="1898650"/>
          <p14:tracePt t="78268" x="6242050" y="1949450"/>
          <p14:tracePt t="78284" x="6102350" y="2019300"/>
          <p14:tracePt t="78300" x="6019800" y="2070100"/>
          <p14:tracePt t="78318" x="5822950" y="2171700"/>
          <p14:tracePt t="78333" x="5575300" y="2324100"/>
          <p14:tracePt t="78350" x="5441950" y="2406650"/>
          <p14:tracePt t="78367" x="5156200" y="2603500"/>
          <p14:tracePt t="78383" x="4889500" y="2787650"/>
          <p14:tracePt t="78400" x="4794250" y="2870200"/>
          <p14:tracePt t="78416" x="4641850" y="3016250"/>
          <p14:tracePt t="78433" x="4578350" y="3073400"/>
          <p14:tracePt t="78436" x="4521200" y="3130550"/>
          <p14:tracePt t="78449" x="4470400" y="3194050"/>
          <p14:tracePt t="78466" x="4375150" y="3295650"/>
          <p14:tracePt t="78483" x="4349750" y="3340100"/>
          <p14:tracePt t="78501" x="4324350" y="3403600"/>
          <p14:tracePt t="78516" x="4324350" y="3429000"/>
          <p14:tracePt t="78533" x="4324350" y="3454400"/>
          <p14:tracePt t="78987" x="4318000" y="3454400"/>
          <p14:tracePt t="78993" x="4311650" y="3454400"/>
          <p14:tracePt t="79007" x="4305300" y="3454400"/>
          <p14:tracePt t="79017" x="4286250" y="3454400"/>
          <p14:tracePt t="79030" x="4273550" y="3460750"/>
          <p14:tracePt t="79048" x="4260850" y="3460750"/>
          <p14:tracePt t="79064" x="4203700" y="3492500"/>
          <p14:tracePt t="79081" x="4184650" y="3498850"/>
          <p14:tracePt t="79098" x="4152900" y="3505200"/>
          <p14:tracePt t="79113" x="4114800" y="3524250"/>
          <p14:tracePt t="79130" x="4070350" y="3549650"/>
          <p14:tracePt t="79148" x="4038600" y="3562350"/>
          <p14:tracePt t="79163" x="4013200" y="3562350"/>
          <p14:tracePt t="79180" x="3987800" y="3568700"/>
          <p14:tracePt t="79197" x="3975100" y="3575050"/>
          <p14:tracePt t="79213" x="3968750" y="3575050"/>
          <p14:tracePt t="79230" x="3956050" y="3575050"/>
          <p14:tracePt t="79247" x="3937000" y="3575050"/>
          <p14:tracePt t="79263" x="3930650" y="3581400"/>
          <p14:tracePt t="79280" x="3905250" y="3581400"/>
          <p14:tracePt t="79297" x="3873500" y="3581400"/>
          <p14:tracePt t="79313" x="3848100" y="3587750"/>
          <p14:tracePt t="79331" x="3790950" y="3594100"/>
          <p14:tracePt t="79346" x="3727450" y="3594100"/>
          <p14:tracePt t="79363" x="3683000" y="3600450"/>
          <p14:tracePt t="79380" x="3619500" y="3600450"/>
          <p14:tracePt t="79396" x="3587750" y="3600450"/>
          <p14:tracePt t="79415" x="3524250" y="3600450"/>
          <p14:tracePt t="79429" x="3505200" y="3594100"/>
          <p14:tracePt t="79446" x="3486150" y="3587750"/>
          <p14:tracePt t="79463" x="3448050" y="3568700"/>
          <p14:tracePt t="79479" x="3409950" y="3536950"/>
          <p14:tracePt t="79496" x="3384550" y="3530600"/>
          <p14:tracePt t="79513" x="3359150" y="3511550"/>
          <p14:tracePt t="79529" x="3333750" y="3498850"/>
          <p14:tracePt t="79546" x="3321050" y="3492500"/>
          <p14:tracePt t="79563" x="3308350" y="3486150"/>
          <p14:tracePt t="79579" x="3302000" y="3479800"/>
          <p14:tracePt t="79597" x="3289300" y="3479800"/>
          <p14:tracePt t="79629" x="3276600" y="3479800"/>
          <p14:tracePt t="79646" x="3270250" y="3479800"/>
          <p14:tracePt t="79678" x="3263900" y="3479800"/>
          <p14:tracePt t="79696" x="3251200" y="3498850"/>
          <p14:tracePt t="79712" x="3244850" y="3505200"/>
          <p14:tracePt t="79730" x="3232150" y="3536950"/>
          <p14:tracePt t="79745" x="3225800" y="3556000"/>
          <p14:tracePt t="79762" x="3219450" y="3625850"/>
          <p14:tracePt t="79779" x="3213100" y="3702050"/>
          <p14:tracePt t="79795" x="3213100" y="3740150"/>
          <p14:tracePt t="79812" x="3213100" y="3822700"/>
          <p14:tracePt t="79829" x="3213100" y="3892550"/>
          <p14:tracePt t="79844" x="3219450" y="3930650"/>
          <p14:tracePt t="79861" x="3244850" y="4000500"/>
          <p14:tracePt t="79878" x="3270250" y="4108450"/>
          <p14:tracePt t="79894" x="3282950" y="4178300"/>
          <p14:tracePt t="79911" x="3321050" y="4311650"/>
          <p14:tracePt t="79928" x="3359150" y="4445000"/>
          <p14:tracePt t="79945" x="3378200" y="4508500"/>
          <p14:tracePt t="79962" x="3397250" y="4629150"/>
          <p14:tracePt t="79977" x="3403600" y="4762500"/>
          <p14:tracePt t="79994" x="3403600" y="4838700"/>
          <p14:tracePt t="80012" x="3403600" y="4965700"/>
          <p14:tracePt t="80028" x="3403600" y="5029200"/>
          <p14:tracePt t="80045" x="3403600" y="5143500"/>
          <p14:tracePt t="80061" x="3403600" y="5213350"/>
          <p14:tracePt t="80077" x="3397250" y="5245100"/>
          <p14:tracePt t="80095" x="3390900" y="5289550"/>
          <p14:tracePt t="80110" x="3371850" y="5340350"/>
          <p14:tracePt t="80127" x="3365500" y="5365750"/>
          <p14:tracePt t="80144" x="3359150" y="5397500"/>
          <p14:tracePt t="80161" x="3340100" y="5422900"/>
          <p14:tracePt t="80177" x="3333750" y="5435600"/>
          <p14:tracePt t="80194" x="3314700" y="5467350"/>
          <p14:tracePt t="80210" x="3289300" y="5492750"/>
          <p14:tracePt t="80227" x="3276600" y="5505450"/>
          <p14:tracePt t="80244" x="3251200" y="5524500"/>
          <p14:tracePt t="80260" x="3225800" y="5543550"/>
          <p14:tracePt t="80277" x="3206750" y="5556250"/>
          <p14:tracePt t="80293" x="3206750" y="5562600"/>
          <p14:tracePt t="80310" x="3187700" y="5575300"/>
          <p14:tracePt t="80327" x="3168650" y="5581650"/>
          <p14:tracePt t="80343" x="3155950" y="5588000"/>
          <p14:tracePt t="80360" x="3149600" y="5588000"/>
          <p14:tracePt t="80377" x="3130550" y="5607050"/>
          <p14:tracePt t="80393" x="3124200" y="5607050"/>
          <p14:tracePt t="80409" x="3117850" y="5613400"/>
          <p14:tracePt t="80426" x="3111500" y="5619750"/>
          <p14:tracePt t="80460" x="3105150" y="5619750"/>
          <p14:tracePt t="80509" x="3105150" y="5626100"/>
          <p14:tracePt t="80761" x="3105150" y="5619750"/>
          <p14:tracePt t="80769" x="3111500" y="5613400"/>
          <p14:tracePt t="80783" x="3111500" y="5600700"/>
          <p14:tracePt t="80791" x="3124200" y="5588000"/>
          <p14:tracePt t="80808" x="3130550" y="5575300"/>
          <p14:tracePt t="80825" x="3155950" y="5549900"/>
          <p14:tracePt t="80841" x="3168650" y="5518150"/>
          <p14:tracePt t="80858" x="3175000" y="5505450"/>
          <p14:tracePt t="80875" x="3175000" y="5499100"/>
          <p14:tracePt t="80891" x="3181350" y="5492750"/>
          <p14:tracePt t="80979" x="3181350" y="5499100"/>
          <p14:tracePt t="80993" x="3175000" y="5499100"/>
          <p14:tracePt t="81009" x="3175000" y="5505450"/>
          <p14:tracePt t="81021" x="3168650" y="5511800"/>
          <p14:tracePt t="81028" x="3168650" y="5518150"/>
          <p14:tracePt t="81044" x="3168650" y="5524500"/>
          <p14:tracePt t="81064" x="3168650" y="5530850"/>
          <p14:tracePt t="81073" x="3168650" y="5537200"/>
          <p14:tracePt t="81113" x="3175000" y="5543550"/>
          <p14:tracePt t="81119" x="3181350" y="5543550"/>
          <p14:tracePt t="81134" x="3187700" y="5543550"/>
          <p14:tracePt t="81143" x="3213100" y="5549900"/>
          <p14:tracePt t="81157" x="3238500" y="5549900"/>
          <p14:tracePt t="81173" x="3352800" y="5562600"/>
          <p14:tracePt t="81190" x="3517900" y="5556250"/>
          <p14:tracePt t="81207" x="3606800" y="5556250"/>
          <p14:tracePt t="81223" x="3708400" y="5543550"/>
          <p14:tracePt t="81240" x="4006850" y="5524500"/>
          <p14:tracePt t="81257" x="4083050" y="5518150"/>
          <p14:tracePt t="81274" x="4235450" y="5499100"/>
          <p14:tracePt t="81290" x="4292600" y="5486400"/>
          <p14:tracePt t="81306" x="4387850" y="5473700"/>
          <p14:tracePt t="81323" x="4451350" y="5461000"/>
          <p14:tracePt t="81339" x="4495800" y="5454650"/>
          <p14:tracePt t="81356" x="4552950" y="5448300"/>
          <p14:tracePt t="81373" x="4603750" y="5448300"/>
          <p14:tracePt t="81389" x="4622800" y="5448300"/>
          <p14:tracePt t="81406" x="4654550" y="5448300"/>
          <p14:tracePt t="81422" x="4679950" y="5448300"/>
          <p14:tracePt t="81439" x="4686300" y="5448300"/>
          <p14:tracePt t="81456" x="4692650" y="5441950"/>
          <p14:tracePt t="81660" x="4686300" y="5448300"/>
          <p14:tracePt t="81681" x="4679950" y="5448300"/>
          <p14:tracePt t="81702" x="4673600" y="5454650"/>
          <p14:tracePt t="81730" x="4667250" y="5461000"/>
          <p14:tracePt t="81744" x="4667250" y="5467350"/>
          <p14:tracePt t="81751" x="4660900" y="5473700"/>
          <p14:tracePt t="81764" x="4660900" y="5486400"/>
          <p14:tracePt t="81774" x="4660900" y="5499100"/>
          <p14:tracePt t="81788" x="4641850" y="5511800"/>
          <p14:tracePt t="81805" x="4635500" y="5543550"/>
          <p14:tracePt t="81821" x="4622800" y="5581650"/>
          <p14:tracePt t="81838" x="4616450" y="5594350"/>
          <p14:tracePt t="81854" x="4610100" y="5594350"/>
          <p14:tracePt t="81871" x="4603750" y="5626100"/>
          <p14:tracePt t="81888" x="4603750" y="5632450"/>
          <p14:tracePt t="81926" x="4603750" y="5638800"/>
          <p14:tracePt t="81976" x="4603750" y="5645150"/>
          <p14:tracePt t="82004" x="4610100" y="5645150"/>
          <p14:tracePt t="82032" x="4616450" y="5645150"/>
          <p14:tracePt t="82067" x="4622800" y="5645150"/>
          <p14:tracePt t="82074" x="4622800" y="5651500"/>
          <p14:tracePt t="82087" x="4629150" y="5651500"/>
          <p14:tracePt t="82144" x="4641850" y="5651500"/>
          <p14:tracePt t="82151" x="4648200" y="5651500"/>
          <p14:tracePt t="82165" x="4654550" y="5651500"/>
          <p14:tracePt t="82173" x="4660900" y="5651500"/>
          <p14:tracePt t="82193" x="4673600" y="5657850"/>
          <p14:tracePt t="82214" x="4686300" y="5657850"/>
          <p14:tracePt t="82223" x="4711700" y="5664200"/>
          <p14:tracePt t="82237" x="4724400" y="5664200"/>
          <p14:tracePt t="82253" x="4743450" y="5664200"/>
          <p14:tracePt t="82270" x="4775200" y="5670550"/>
          <p14:tracePt t="82286" x="4813300" y="5670550"/>
          <p14:tracePt t="82303" x="4838700" y="5670550"/>
          <p14:tracePt t="82320" x="4870450" y="5670550"/>
          <p14:tracePt t="82336" x="4883150" y="5670550"/>
          <p14:tracePt t="82353" x="4889500" y="5670550"/>
          <p14:tracePt t="82369" x="4895850" y="5670550"/>
          <p14:tracePt t="82386" x="4902200" y="5670550"/>
          <p14:tracePt t="82614" x="4895850" y="5670550"/>
          <p14:tracePt t="82636" x="4889500" y="5670550"/>
          <p14:tracePt t="82642" x="4889500" y="5676900"/>
          <p14:tracePt t="83052" x="4902200" y="5676900"/>
          <p14:tracePt t="83068" x="4927600" y="5676900"/>
          <p14:tracePt t="83074" x="4933950" y="5676900"/>
          <p14:tracePt t="83088" x="4946650" y="5676900"/>
          <p14:tracePt t="83099" x="4972050" y="5676900"/>
          <p14:tracePt t="83117" x="4991100" y="5676900"/>
          <p14:tracePt t="83133" x="5003800" y="5676900"/>
          <p14:tracePt t="83151" x="5029200" y="5676900"/>
          <p14:tracePt t="83167" x="5054600" y="5676900"/>
          <p14:tracePt t="83183" x="5060950" y="5670550"/>
          <p14:tracePt t="83200" x="5086350" y="5670550"/>
          <p14:tracePt t="83216" x="5092700" y="5670550"/>
          <p14:tracePt t="83233" x="5099050" y="5670550"/>
          <p14:tracePt t="83250" x="5105400" y="5670550"/>
          <p14:tracePt t="83267" x="5111750" y="5670550"/>
          <p14:tracePt t="83300" x="5118100" y="5670550"/>
          <p14:tracePt t="83355" x="5124450" y="5664200"/>
          <p14:tracePt t="83439" x="5124450" y="5657850"/>
          <p14:tracePt t="83516" x="5124450" y="5651500"/>
          <p14:tracePt t="83558" x="5124450" y="5645150"/>
          <p14:tracePt t="83671" x="5124450" y="5638800"/>
          <p14:tracePt t="83727" x="5118100" y="5638800"/>
          <p14:tracePt t="83776" x="5111750" y="5638800"/>
          <p14:tracePt t="83860" x="5105400" y="5638800"/>
          <p14:tracePt t="84316" x="5099050" y="5638800"/>
          <p14:tracePt t="84358" x="5092700" y="5638800"/>
          <p14:tracePt t="84386" x="5086350" y="5638800"/>
          <p14:tracePt t="84407" x="5080000" y="5638800"/>
          <p14:tracePt t="84430" x="5073650" y="5638800"/>
          <p14:tracePt t="84456" x="5067300" y="5638800"/>
          <p14:tracePt t="84479" x="5060950" y="5638800"/>
          <p14:tracePt t="84526" x="5054600" y="5638800"/>
          <p14:tracePt t="84562" x="5048250" y="5638800"/>
          <p14:tracePt t="84583" x="5041900" y="5638800"/>
          <p14:tracePt t="84597" x="5035550" y="5632450"/>
          <p14:tracePt t="84618" x="5029200" y="5632450"/>
          <p14:tracePt t="84632" x="5022850" y="5632450"/>
          <p14:tracePt t="84639" x="5016500" y="5626100"/>
          <p14:tracePt t="84653" x="5010150" y="5626100"/>
          <p14:tracePt t="84662" x="4997450" y="5626100"/>
          <p14:tracePt t="84678" x="4978400" y="5619750"/>
          <p14:tracePt t="84695" x="4927600" y="5600700"/>
          <p14:tracePt t="84711" x="4864100" y="5588000"/>
          <p14:tracePt t="84728" x="4838700" y="5581650"/>
          <p14:tracePt t="84745" x="4787900" y="5568950"/>
          <p14:tracePt t="84761" x="4743450" y="5562600"/>
          <p14:tracePt t="84778" x="4730750" y="5556250"/>
          <p14:tracePt t="84794" x="4711700" y="5549900"/>
          <p14:tracePt t="84828" x="4705350" y="5549900"/>
          <p14:tracePt t="84871" x="4699000" y="5549900"/>
          <p14:tracePt t="84948" x="4699000" y="5543550"/>
          <p14:tracePt t="85916" x="4679950" y="5543550"/>
          <p14:tracePt t="85922" x="4667250" y="5543550"/>
          <p14:tracePt t="85936" x="4648200" y="5543550"/>
          <p14:tracePt t="85943" x="4635500" y="5543550"/>
          <p14:tracePt t="85958" x="4622800" y="5543550"/>
          <p14:tracePt t="85973" x="4597400" y="5543550"/>
          <p14:tracePt t="85989" x="4591050" y="5543550"/>
          <p14:tracePt t="86007" x="4565650" y="5537200"/>
          <p14:tracePt t="86024" x="4552950" y="5537200"/>
          <p14:tracePt t="86040" x="4533900" y="5537200"/>
          <p14:tracePt t="86057" x="4489450" y="5537200"/>
          <p14:tracePt t="86073" x="4470400" y="5537200"/>
          <p14:tracePt t="86090" x="4400550" y="5549900"/>
          <p14:tracePt t="86106" x="4318000" y="5568950"/>
          <p14:tracePt t="86123" x="4267200" y="5575300"/>
          <p14:tracePt t="86140" x="4171950" y="5588000"/>
          <p14:tracePt t="86156" x="4070350" y="5588000"/>
          <p14:tracePt t="86173" x="4006850" y="5588000"/>
          <p14:tracePt t="86189" x="3848100" y="5594350"/>
          <p14:tracePt t="86206" x="3683000" y="5607050"/>
          <p14:tracePt t="86224" x="3556000" y="5613400"/>
          <p14:tracePt t="86239" x="3505200" y="5613400"/>
          <p14:tracePt t="86256" x="3397250" y="5613400"/>
          <p14:tracePt t="86273" x="3295650" y="5613400"/>
          <p14:tracePt t="86289" x="3257550" y="5613400"/>
          <p14:tracePt t="86306" x="3175000" y="5613400"/>
          <p14:tracePt t="86323" x="3098800" y="5613400"/>
          <p14:tracePt t="86339" x="3079750" y="5613400"/>
          <p14:tracePt t="86356" x="3048000" y="5613400"/>
          <p14:tracePt t="86372" x="2997200" y="5613400"/>
          <p14:tracePt t="86389" x="2984500" y="5613400"/>
          <p14:tracePt t="86406" x="2971800" y="5613400"/>
          <p14:tracePt t="86422" x="2959100" y="5613400"/>
          <p14:tracePt t="86439" x="2940050" y="5613400"/>
          <p14:tracePt t="86456" x="2933700" y="5613400"/>
          <p14:tracePt t="86471" x="2927350" y="5613400"/>
          <p14:tracePt t="86488" x="2908300" y="5613400"/>
          <p14:tracePt t="86505" x="2901950" y="5613400"/>
          <p14:tracePt t="86533" x="2895600" y="5613400"/>
          <p14:tracePt t="86568" x="2889250" y="5613400"/>
          <p14:tracePt t="86827" x="2895600" y="5613400"/>
          <p14:tracePt t="86884" x="2901950" y="5607050"/>
          <p14:tracePt t="86898" x="2908300" y="5607050"/>
          <p14:tracePt t="86906" x="2908300" y="5600700"/>
          <p14:tracePt t="86921" x="2914650" y="5600700"/>
          <p14:tracePt t="86937" x="2927350" y="5594350"/>
          <p14:tracePt t="86954" x="2933700" y="5588000"/>
          <p14:tracePt t="86970" x="2952750" y="5575300"/>
          <p14:tracePt t="86987" x="2965450" y="5568950"/>
          <p14:tracePt t="86990" x="2990850" y="5562600"/>
          <p14:tracePt t="87003" x="3035300" y="5537200"/>
          <p14:tracePt t="87020" x="3048000" y="5524500"/>
          <p14:tracePt t="87037" x="3060700" y="5505450"/>
          <p14:tracePt t="87053" x="3079750" y="5486400"/>
          <p14:tracePt t="87070" x="3092450" y="5473700"/>
          <p14:tracePt t="87088" x="3098800" y="5461000"/>
          <p14:tracePt t="87119" x="3098800" y="5454650"/>
          <p14:tracePt t="87144" x="3092450" y="5454650"/>
          <p14:tracePt t="87165" x="3086100" y="5454650"/>
          <p14:tracePt t="87207" x="3079750" y="5454650"/>
          <p14:tracePt t="87235" x="3073400" y="5461000"/>
          <p14:tracePt t="87256" x="3073400" y="5467350"/>
          <p14:tracePt t="87284" x="3073400" y="5473700"/>
          <p14:tracePt t="87325" x="3073400" y="5480050"/>
          <p14:tracePt t="87354" x="3079750" y="5486400"/>
          <p14:tracePt t="87375" x="3086100" y="5492750"/>
          <p14:tracePt t="87417" x="3092450" y="5492750"/>
          <p14:tracePt t="87445" x="3098800" y="5492750"/>
          <p14:tracePt t="87466" x="3111500" y="5492750"/>
          <p14:tracePt t="87480" x="3117850" y="5492750"/>
          <p14:tracePt t="87488" x="3136900" y="5492750"/>
          <p14:tracePt t="87502" x="3149600" y="5492750"/>
          <p14:tracePt t="87518" x="3206750" y="5492750"/>
          <p14:tracePt t="87535" x="3225800" y="5486400"/>
          <p14:tracePt t="87552" x="3276600" y="5480050"/>
          <p14:tracePt t="87568" x="3314700" y="5467350"/>
          <p14:tracePt t="87585" x="3327400" y="5461000"/>
          <p14:tracePt t="87601" x="3333750" y="5454650"/>
          <p14:tracePt t="87635" x="3333750" y="5448300"/>
          <p14:tracePt t="87656" x="3327400" y="5448300"/>
          <p14:tracePt t="87671" x="3321050" y="5448300"/>
          <p14:tracePt t="87684" x="3314700" y="5448300"/>
          <p14:tracePt t="87701" x="3302000" y="5448300"/>
          <p14:tracePt t="87718" x="3289300" y="5448300"/>
          <p14:tracePt t="87734" x="3263900" y="5461000"/>
          <p14:tracePt t="87751" x="3238500" y="5473700"/>
          <p14:tracePt t="87768" x="3213100" y="5486400"/>
          <p14:tracePt t="87784" x="3206750" y="5492750"/>
          <p14:tracePt t="87801" x="3200400" y="5505450"/>
          <p14:tracePt t="87838" x="3200400" y="5511800"/>
          <p14:tracePt t="87858" x="3200400" y="5518150"/>
          <p14:tracePt t="87880" x="3206750" y="5518150"/>
          <p14:tracePt t="87901" x="3213100" y="5518150"/>
          <p14:tracePt t="87908" x="3219450" y="5518150"/>
          <p14:tracePt t="87917" x="3232150" y="5518150"/>
          <p14:tracePt t="87933" x="3244850" y="5518150"/>
          <p14:tracePt t="87951" x="3276600" y="5518150"/>
          <p14:tracePt t="87967" x="3295650" y="5518150"/>
          <p14:tracePt t="87983" x="3346450" y="5511800"/>
          <p14:tracePt t="88000" x="3397250" y="5499100"/>
          <p14:tracePt t="88016" x="3416300" y="5492750"/>
          <p14:tracePt t="88033" x="3448050" y="5480050"/>
          <p14:tracePt t="88050" x="3473450" y="5461000"/>
          <p14:tracePt t="88066" x="3479800" y="5461000"/>
          <p14:tracePt t="88083" x="3492500" y="5461000"/>
          <p14:tracePt t="88099" x="3498850" y="5461000"/>
          <p14:tracePt t="88463" x="3492500" y="5461000"/>
          <p14:tracePt t="88470" x="3486150" y="5461000"/>
          <p14:tracePt t="88490" x="3473450" y="5461000"/>
          <p14:tracePt t="88499" x="3454400" y="5461000"/>
          <p14:tracePt t="88514" x="3435350" y="5467350"/>
          <p14:tracePt t="88531" x="3416300" y="5467350"/>
          <p14:tracePt t="88548" x="3314700" y="5486400"/>
          <p14:tracePt t="88565" x="3276600" y="5486400"/>
          <p14:tracePt t="88582" x="3206750" y="5492750"/>
          <p14:tracePt t="88598" x="3181350" y="5499100"/>
          <p14:tracePt t="88614" x="3124200" y="5499100"/>
          <p14:tracePt t="88631" x="3092450" y="5499100"/>
          <p14:tracePt t="88647" x="3079750" y="5499100"/>
          <p14:tracePt t="88664" x="3067050" y="5499100"/>
          <p14:tracePt t="88681" x="3054350" y="5499100"/>
          <p14:tracePt t="88714" x="3048000" y="5499100"/>
          <p14:tracePt t="88758" x="3048000" y="5492750"/>
          <p14:tracePt t="88792" x="3041650" y="5492750"/>
          <p14:tracePt t="90371" x="3048000" y="5492750"/>
          <p14:tracePt t="90393" x="3054350" y="5499100"/>
          <p14:tracePt t="90414" x="3060700" y="5499100"/>
          <p14:tracePt t="90441" x="3067050" y="5505450"/>
          <p14:tracePt t="90462" x="3073400" y="5511800"/>
          <p14:tracePt t="90484" x="3079750" y="5518150"/>
          <p14:tracePt t="90505" x="3086100" y="5518150"/>
          <p14:tracePt t="90525" x="3098800" y="5524500"/>
          <p14:tracePt t="90532" x="3111500" y="5530850"/>
          <p14:tracePt t="90547" x="3130550" y="5543550"/>
          <p14:tracePt t="90557" x="3162300" y="5549900"/>
          <p14:tracePt t="90575" x="3238500" y="5568950"/>
          <p14:tracePt t="90591" x="3289300" y="5581650"/>
          <p14:tracePt t="90608" x="3397250" y="5600700"/>
          <p14:tracePt t="90624" x="3505200" y="5619750"/>
          <p14:tracePt t="90641" x="3556000" y="5619750"/>
          <p14:tracePt t="90658" x="3613150" y="5619750"/>
          <p14:tracePt t="90674" x="3651250" y="5619750"/>
          <p14:tracePt t="90690" x="3663950" y="5613400"/>
          <p14:tracePt t="90708" x="3676650" y="5613400"/>
          <p14:tracePt t="90743" x="3676650" y="5607050"/>
          <p14:tracePt t="90760" x="3670300" y="5600700"/>
          <p14:tracePt t="90785" x="3657600" y="5600700"/>
          <p14:tracePt t="90808" x="3651250" y="5600700"/>
          <p14:tracePt t="90813" x="3644900" y="5594350"/>
          <p14:tracePt t="90827" x="3638550" y="5594350"/>
          <p14:tracePt t="90848" x="3632200" y="5594350"/>
          <p14:tracePt t="90857" x="3625850" y="5594350"/>
          <p14:tracePt t="90877" x="3613150" y="5594350"/>
          <p14:tracePt t="90890" x="3606800" y="5594350"/>
          <p14:tracePt t="90907" x="3575050" y="5594350"/>
          <p14:tracePt t="90923" x="3556000" y="5594350"/>
          <p14:tracePt t="90940" x="3486150" y="5594350"/>
          <p14:tracePt t="90956" x="3409950" y="5594350"/>
          <p14:tracePt t="90973" x="3359150" y="5594350"/>
          <p14:tracePt t="90990" x="3289300" y="5594350"/>
          <p14:tracePt t="91006" x="3244850" y="5594350"/>
          <p14:tracePt t="91024" x="3219450" y="5594350"/>
          <p14:tracePt t="91039" x="3206750" y="5588000"/>
          <p14:tracePt t="91073" x="3194050" y="5588000"/>
          <p14:tracePt t="91227" x="3200400" y="5588000"/>
          <p14:tracePt t="91459" x="3206750" y="5588000"/>
          <p14:tracePt t="91466" x="3213100" y="5588000"/>
          <p14:tracePt t="91480" x="3238500" y="5588000"/>
          <p14:tracePt t="91488" x="3257550" y="5594350"/>
          <p14:tracePt t="91504" x="3295650" y="5600700"/>
          <p14:tracePt t="91521" x="3429000" y="5619750"/>
          <p14:tracePt t="91538" x="3594100" y="5632450"/>
          <p14:tracePt t="91554" x="3708400" y="5638800"/>
          <p14:tracePt t="91571" x="3937000" y="5638800"/>
          <p14:tracePt t="91587" x="4165600" y="5626100"/>
          <p14:tracePt t="91604" x="4267200" y="5626100"/>
          <p14:tracePt t="91621" x="4425950" y="5600700"/>
          <p14:tracePt t="91637" x="4527550" y="5581650"/>
          <p14:tracePt t="91654" x="4572000" y="5581650"/>
          <p14:tracePt t="91670" x="4622800" y="5549900"/>
          <p14:tracePt t="91687" x="4635500" y="5543550"/>
          <p14:tracePt t="91704" x="4673600" y="5524500"/>
          <p14:tracePt t="91720" x="4679950" y="5518150"/>
          <p14:tracePt t="91737" x="4692650" y="5518150"/>
          <p14:tracePt t="91754" x="4699000" y="5505450"/>
          <p14:tracePt t="91770" x="4705350" y="5505450"/>
          <p14:tracePt t="91787" x="4711700" y="5499100"/>
          <p14:tracePt t="91803" x="4724400" y="5492750"/>
          <p14:tracePt t="91820" x="4730750" y="5492750"/>
          <p14:tracePt t="91837" x="4737100" y="5492750"/>
          <p14:tracePt t="91880" x="4743450" y="5492750"/>
          <p14:tracePt t="92147" x="4749800" y="5492750"/>
          <p14:tracePt t="92161" x="4756150" y="5492750"/>
          <p14:tracePt t="92168" x="4762500" y="5492750"/>
          <p14:tracePt t="92181" x="4768850" y="5492750"/>
          <p14:tracePt t="92188" x="4775200" y="5492750"/>
          <p14:tracePt t="92203" x="4781550" y="5492750"/>
          <p14:tracePt t="92219" x="4819650" y="5492750"/>
          <p14:tracePt t="92235" x="4845050" y="5492750"/>
          <p14:tracePt t="92252" x="4908550" y="5492750"/>
          <p14:tracePt t="92268" x="4991100" y="5486400"/>
          <p14:tracePt t="92285" x="5029200" y="5486400"/>
          <p14:tracePt t="92302" x="5086350" y="5480050"/>
          <p14:tracePt t="92318" x="5111750" y="5480050"/>
          <p14:tracePt t="92336" x="5149850" y="5473700"/>
          <p14:tracePt t="92512" x="5143500" y="5473700"/>
          <p14:tracePt t="92617" x="5137150" y="5480050"/>
          <p14:tracePt t="92687" x="5130800" y="5480050"/>
          <p14:tracePt t="92750" x="5124450" y="5480050"/>
          <p14:tracePt t="92820" x="5118100" y="5480050"/>
          <p14:tracePt t="92932" x="5111750" y="5480050"/>
          <p14:tracePt t="93037" x="5105400" y="5480050"/>
          <p14:tracePt t="93080" x="5099050" y="5480050"/>
          <p14:tracePt t="93108" x="5092700" y="5480050"/>
          <p14:tracePt t="93143" x="5086350" y="5480050"/>
          <p14:tracePt t="93171" x="5080000" y="5480050"/>
          <p14:tracePt t="93220" x="5067300" y="5473700"/>
          <p14:tracePt t="93241" x="5054600" y="5467350"/>
          <p14:tracePt t="93249" x="5048250" y="5467350"/>
          <p14:tracePt t="93262" x="5041900" y="5461000"/>
          <p14:tracePt t="93269" x="5022850" y="5448300"/>
          <p14:tracePt t="93285" x="4991100" y="5441950"/>
          <p14:tracePt t="93298" x="4972050" y="5422900"/>
          <p14:tracePt t="93315" x="4870450" y="5365750"/>
          <p14:tracePt t="93332" x="4768850" y="5289550"/>
          <p14:tracePt t="93348" x="4699000" y="5251450"/>
          <p14:tracePt t="93365" x="4584700" y="5175250"/>
          <p14:tracePt t="93382" x="4483100" y="5111750"/>
          <p14:tracePt t="93398" x="4445000" y="5073650"/>
          <p14:tracePt t="93415" x="4368800" y="5016500"/>
          <p14:tracePt t="93431" x="4311650" y="4965700"/>
          <p14:tracePt t="93448" x="4286250" y="4933950"/>
          <p14:tracePt t="93465" x="4267200" y="4914900"/>
          <p14:tracePt t="93482" x="4222750" y="4857750"/>
          <p14:tracePt t="93498" x="4203700" y="4838700"/>
          <p14:tracePt t="93515" x="4152900" y="4800600"/>
          <p14:tracePt t="93531" x="4133850" y="4775200"/>
          <p14:tracePt t="93547" x="4076700" y="4737100"/>
          <p14:tracePt t="93551" x="4057650" y="4724400"/>
          <p14:tracePt t="93567" x="4038600" y="4718050"/>
          <p14:tracePt t="93581" x="4013200" y="4705350"/>
          <p14:tracePt t="93599" x="3968750" y="4692650"/>
          <p14:tracePt t="93614" x="3962400" y="4686300"/>
          <p14:tracePt t="93630" x="3949700" y="4686300"/>
          <p14:tracePt t="93648" x="3937000" y="4679950"/>
          <p14:tracePt t="93664" x="3911600" y="4679950"/>
          <p14:tracePt t="93680" x="3905250" y="4679950"/>
          <p14:tracePt t="93699" x="3879850" y="4686300"/>
          <p14:tracePt t="93713" x="3860800" y="4692650"/>
          <p14:tracePt t="93730" x="3841750" y="4699000"/>
          <p14:tracePt t="93747" x="3822700" y="4711700"/>
          <p14:tracePt t="93763" x="3810000" y="4718050"/>
          <p14:tracePt t="93781" x="3759200" y="4743450"/>
          <p14:tracePt t="93797" x="3733800" y="4756150"/>
          <p14:tracePt t="93813" x="3702050" y="4781550"/>
          <p14:tracePt t="93830" x="3676650" y="4800600"/>
          <p14:tracePt t="93846" x="3663950" y="4806950"/>
          <p14:tracePt t="93863" x="3657600" y="4813300"/>
          <p14:tracePt t="93881" x="3644900" y="4819650"/>
          <p14:tracePt t="93943" x="3651250" y="4819650"/>
          <p14:tracePt t="93964" x="3663950" y="4819650"/>
          <p14:tracePt t="93985" x="3676650" y="4819650"/>
          <p14:tracePt t="93992" x="3683000" y="4819650"/>
          <p14:tracePt t="94006" x="3702050" y="4819650"/>
          <p14:tracePt t="94015" x="3733800" y="4819650"/>
          <p14:tracePt t="94029" x="3759200" y="4832350"/>
          <p14:tracePt t="94046" x="3873500" y="4832350"/>
          <p14:tracePt t="94062" x="4006850" y="4832350"/>
          <p14:tracePt t="94079" x="4095750" y="4832350"/>
          <p14:tracePt t="94096" x="4248150" y="4832350"/>
          <p14:tracePt t="94112" x="4375150" y="4826000"/>
          <p14:tracePt t="94129" x="4438650" y="4826000"/>
          <p14:tracePt t="94147" x="4533900" y="4819650"/>
          <p14:tracePt t="94161" x="4572000" y="4819650"/>
          <p14:tracePt t="94178" x="4610100" y="4806950"/>
          <p14:tracePt t="94196" x="4660900" y="4800600"/>
          <p14:tracePt t="94211" x="4679950" y="4800600"/>
          <p14:tracePt t="94228" x="4692650" y="4800600"/>
          <p14:tracePt t="94245" x="4718050" y="4794250"/>
          <p14:tracePt t="94278" x="4724400" y="4794250"/>
          <p14:tracePt t="94329" x="4718050" y="4794250"/>
          <p14:tracePt t="94357" x="4711700" y="4794250"/>
          <p14:tracePt t="94363" x="4705350" y="4794250"/>
          <p14:tracePt t="94380" x="4692650" y="4794250"/>
          <p14:tracePt t="94394" x="4686300" y="4794250"/>
          <p14:tracePt t="94411" x="4667250" y="4794250"/>
          <p14:tracePt t="94428" x="4629150" y="4806950"/>
          <p14:tracePt t="94444" x="4578350" y="4806950"/>
          <p14:tracePt t="94461" x="4470400" y="4826000"/>
          <p14:tracePt t="94478" x="4305300" y="4845050"/>
          <p14:tracePt t="94494" x="4216400" y="4857750"/>
          <p14:tracePt t="94511" x="3981450" y="4889500"/>
          <p14:tracePt t="94527" x="3930650" y="4895850"/>
          <p14:tracePt t="94544" x="3892550" y="4895850"/>
          <p14:tracePt t="94561" x="3848100" y="4902200"/>
          <p14:tracePt t="94577" x="3829050" y="4908550"/>
          <p14:tracePt t="94610" x="3829050" y="4914900"/>
          <p14:tracePt t="94666" x="3835400" y="4914900"/>
          <p14:tracePt t="94673" x="3848100" y="4914900"/>
          <p14:tracePt t="94687" x="3860800" y="4914900"/>
          <p14:tracePt t="94696" x="3879850" y="4914900"/>
          <p14:tracePt t="94710" x="3911600" y="4908550"/>
          <p14:tracePt t="94727" x="4038600" y="4889500"/>
          <p14:tracePt t="94744" x="4235450" y="4857750"/>
          <p14:tracePt t="94760" x="4324350" y="4845050"/>
          <p14:tracePt t="94776" x="4425950" y="4838700"/>
          <p14:tracePt t="94793" x="4610100" y="4806950"/>
          <p14:tracePt t="94809" x="4673600" y="4787900"/>
          <p14:tracePt t="94827" x="4749800" y="4775200"/>
          <p14:tracePt t="94843" x="4838700" y="4749800"/>
          <p14:tracePt t="94859" x="4857750" y="4743450"/>
          <p14:tracePt t="94877" x="4876800" y="4737100"/>
          <p14:tracePt t="94912" x="4870450" y="4737100"/>
          <p14:tracePt t="94928" x="4864100" y="4737100"/>
          <p14:tracePt t="94942" x="4857750" y="4737100"/>
          <p14:tracePt t="94959" x="4851400" y="4737100"/>
          <p14:tracePt t="94975" x="4826000" y="4743450"/>
          <p14:tracePt t="94992" x="4800600" y="4749800"/>
          <p14:tracePt t="95010" x="4724400" y="4749800"/>
          <p14:tracePt t="95025" x="4578350" y="4781550"/>
          <p14:tracePt t="95043" x="4502150" y="4781550"/>
          <p14:tracePt t="95059" x="4324350" y="4800600"/>
          <p14:tracePt t="95076" x="4171950" y="4806950"/>
          <p14:tracePt t="95092" x="4102100" y="4819650"/>
          <p14:tracePt t="95109" x="4019550" y="4832350"/>
          <p14:tracePt t="95125" x="4000500" y="4845050"/>
          <p14:tracePt t="95143" x="3981450" y="4845050"/>
          <p14:tracePt t="95175" x="3981450" y="4851400"/>
          <p14:tracePt t="95192" x="3981450" y="4857750"/>
          <p14:tracePt t="95208" x="3981450" y="4864100"/>
          <p14:tracePt t="95225" x="3987800" y="4864100"/>
          <p14:tracePt t="95242" x="4013200" y="4864100"/>
          <p14:tracePt t="95258" x="4051300" y="4857750"/>
          <p14:tracePt t="95275" x="4089400" y="4857750"/>
          <p14:tracePt t="95291" x="4210050" y="4845050"/>
          <p14:tracePt t="95308" x="4349750" y="4838700"/>
          <p14:tracePt t="95325" x="4413250" y="4838700"/>
          <p14:tracePt t="95342" x="4546600" y="4826000"/>
          <p14:tracePt t="95358" x="4635500" y="4826000"/>
          <p14:tracePt t="95375" x="4679950" y="4832350"/>
          <p14:tracePt t="95391" x="4686300" y="4832350"/>
          <p14:tracePt t="95424" x="4692650" y="4832350"/>
          <p14:tracePt t="95480" x="4686300" y="4832350"/>
          <p14:tracePt t="95495" x="4679950" y="4832350"/>
          <p14:tracePt t="95502" x="4673600" y="4832350"/>
          <p14:tracePt t="95510" x="4667250" y="4832350"/>
          <p14:tracePt t="95524" x="4660900" y="4832350"/>
          <p14:tracePt t="95551" x="4654550" y="4832350"/>
          <p14:tracePt t="95565" x="4648200" y="4832350"/>
          <p14:tracePt t="95586" x="4635500" y="4832350"/>
          <p14:tracePt t="95608" x="4629150" y="4832350"/>
          <p14:tracePt t="95621" x="4622800" y="4832350"/>
          <p14:tracePt t="95628" x="4610100" y="4838700"/>
          <p14:tracePt t="95640" x="4591050" y="4845050"/>
          <p14:tracePt t="95657" x="4514850" y="4889500"/>
          <p14:tracePt t="95674" x="4470400" y="4927600"/>
          <p14:tracePt t="95692" x="4343400" y="5016500"/>
          <p14:tracePt t="95707" x="4229100" y="5099050"/>
          <p14:tracePt t="95724" x="4171950" y="5137150"/>
          <p14:tracePt t="95740" x="4089400" y="5213350"/>
          <p14:tracePt t="95758" x="4044950" y="5245100"/>
          <p14:tracePt t="95773" x="4038600" y="5257800"/>
          <p14:tracePt t="95790" x="4025900" y="5276850"/>
          <p14:tracePt t="95806" x="4025900" y="5283200"/>
          <p14:tracePt t="95823" x="4025900" y="5289550"/>
          <p14:tracePt t="95855" x="4038600" y="5295900"/>
          <p14:tracePt t="95862" x="4044950" y="5295900"/>
          <p14:tracePt t="95876" x="4051300" y="5295900"/>
          <p14:tracePt t="95890" x="4064000" y="5295900"/>
          <p14:tracePt t="95906" x="4076700" y="5295900"/>
          <p14:tracePt t="95924" x="4102100" y="5295900"/>
          <p14:tracePt t="95939" x="4140200" y="5295900"/>
          <p14:tracePt t="95956" x="4210050" y="5302250"/>
          <p14:tracePt t="95973" x="4235450" y="5302250"/>
          <p14:tracePt t="95990" x="4292600" y="5302250"/>
          <p14:tracePt t="96006" x="4337050" y="5308600"/>
          <p14:tracePt t="96022" x="4349750" y="5308600"/>
          <p14:tracePt t="96038" x="4356100" y="5308600"/>
          <p14:tracePt t="96055" x="4362450" y="5308600"/>
          <p14:tracePt t="96073" x="4368800" y="5302250"/>
          <p14:tracePt t="96093" x="4368800" y="5295900"/>
          <p14:tracePt t="96136" x="4368800" y="5289550"/>
          <p14:tracePt t="96156" x="4362450" y="5289550"/>
          <p14:tracePt t="96184" x="4362450" y="5283200"/>
          <p14:tracePt t="96199" x="4356100" y="5283200"/>
          <p14:tracePt t="96208" x="4356100" y="5276850"/>
          <p14:tracePt t="96222" x="4349750" y="5276850"/>
          <p14:tracePt t="96238" x="4343400" y="5270500"/>
          <p14:tracePt t="96255" x="4337050" y="5270500"/>
          <p14:tracePt t="96288" x="4324350" y="5264150"/>
          <p14:tracePt t="96321" x="4311650" y="5264150"/>
          <p14:tracePt t="96338" x="4298950" y="5264150"/>
          <p14:tracePt t="96354" x="4210050" y="5251450"/>
          <p14:tracePt t="96371" x="4165600" y="5251450"/>
          <p14:tracePt t="96388" x="4025900" y="5245100"/>
          <p14:tracePt t="96404" x="3949700" y="5245100"/>
          <p14:tracePt t="96421" x="3771900" y="5245100"/>
          <p14:tracePt t="96438" x="3581400" y="5245100"/>
          <p14:tracePt t="96454" x="3492500" y="5257800"/>
          <p14:tracePt t="96471" x="3321050" y="5276850"/>
          <p14:tracePt t="96487" x="3181350" y="5295900"/>
          <p14:tracePt t="96504" x="3111500" y="5302250"/>
          <p14:tracePt t="96521" x="2997200" y="5321300"/>
          <p14:tracePt t="96537" x="2863850" y="5340350"/>
          <p14:tracePt t="96554" x="2787650" y="5340350"/>
          <p14:tracePt t="96571" x="2679700" y="5353050"/>
          <p14:tracePt t="96587" x="2565400" y="5353050"/>
          <p14:tracePt t="96603" x="2514600" y="5353050"/>
          <p14:tracePt t="96607" x="2451100" y="5353050"/>
          <p14:tracePt t="96620" x="2387600" y="5359400"/>
          <p14:tracePt t="96637" x="2254250" y="5372100"/>
          <p14:tracePt t="96653" x="2190750" y="5372100"/>
          <p14:tracePt t="96670" x="2076450" y="5372100"/>
          <p14:tracePt t="96686" x="2000250" y="5372100"/>
          <p14:tracePt t="96704" x="1943100" y="5372100"/>
          <p14:tracePt t="96720" x="1866900" y="5372100"/>
          <p14:tracePt t="96736" x="1816100" y="5365750"/>
          <p14:tracePt t="96754" x="1758950" y="5365750"/>
          <p14:tracePt t="96769" x="1733550" y="5372100"/>
          <p14:tracePt t="96786" x="1701800" y="5372100"/>
          <p14:tracePt t="96803" x="1606550" y="5365750"/>
          <p14:tracePt t="96819" x="1587500" y="5365750"/>
          <p14:tracePt t="96836" x="1574800" y="5365750"/>
          <p14:tracePt t="96853" x="1568450" y="5365750"/>
          <p14:tracePt t="97521" x="1524000" y="5353050"/>
          <p14:tracePt t="97528" x="1460500" y="5346700"/>
          <p14:tracePt t="97542" x="1403350" y="5327650"/>
          <p14:tracePt t="97551" x="1352550" y="5327650"/>
          <p14:tracePt t="97567" x="1301750" y="5308600"/>
          <p14:tracePt t="97584" x="1231900" y="5302250"/>
          <p14:tracePt t="97600" x="1174750" y="5295900"/>
          <p14:tracePt t="97617" x="1155700" y="5295900"/>
          <p14:tracePt t="97620" x="1123950" y="5295900"/>
          <p14:tracePt t="97636" x="1104900" y="5295900"/>
          <p14:tracePt t="97650" x="1047750" y="5289550"/>
          <p14:tracePt t="97666" x="1016000" y="5289550"/>
          <p14:tracePt t="97683" x="971550" y="5289550"/>
          <p14:tracePt t="97700" x="939800" y="5289550"/>
          <p14:tracePt t="97716" x="876300" y="5289550"/>
          <p14:tracePt t="97733" x="806450" y="5289550"/>
          <p14:tracePt t="97749" x="774700" y="5289550"/>
          <p14:tracePt t="97766" x="704850" y="5283200"/>
          <p14:tracePt t="97783" x="660400" y="5276850"/>
          <p14:tracePt t="97799" x="635000" y="5276850"/>
          <p14:tracePt t="97816" x="615950" y="5276850"/>
          <p14:tracePt t="97832" x="603250" y="5276850"/>
          <p14:tracePt t="97865" x="596900" y="5276850"/>
          <p14:tracePt t="97915" x="590550" y="5270500"/>
          <p14:tracePt t="97921" x="577850" y="5270500"/>
          <p14:tracePt t="97932" x="571500" y="5270500"/>
          <p14:tracePt t="97949" x="558800" y="5270500"/>
          <p14:tracePt t="97965" x="546100" y="5264150"/>
          <p14:tracePt t="97982" x="533400" y="5264150"/>
          <p14:tracePt t="97999" x="488950" y="5257800"/>
          <p14:tracePt t="98015" x="457200" y="5257800"/>
          <p14:tracePt t="98032" x="438150" y="5257800"/>
          <p14:tracePt t="98049" x="400050" y="5251450"/>
          <p14:tracePt t="98065" x="374650" y="5245100"/>
          <p14:tracePt t="98083" x="361950" y="5245100"/>
          <p14:tracePt t="98125" x="361950" y="5238750"/>
          <p14:tracePt t="98134" x="361950" y="5232400"/>
          <p14:tracePt t="98148" x="374650" y="5232400"/>
          <p14:tracePt t="98165" x="387350" y="5226050"/>
          <p14:tracePt t="98182" x="450850" y="5219700"/>
          <p14:tracePt t="98198" x="501650" y="5219700"/>
          <p14:tracePt t="98214" x="679450" y="5219700"/>
          <p14:tracePt t="98232" x="946150" y="5219700"/>
          <p14:tracePt t="98248" x="1117600" y="5219700"/>
          <p14:tracePt t="98265" x="1308100" y="5232400"/>
          <p14:tracePt t="98281" x="1847850" y="5270500"/>
          <p14:tracePt t="98298" x="1987550" y="5283200"/>
          <p14:tracePt t="98315" x="2241550" y="5295900"/>
          <p14:tracePt t="98331" x="2355850" y="5302250"/>
          <p14:tracePt t="98347" x="2584450" y="5314950"/>
          <p14:tracePt t="98364" x="2787650" y="5314950"/>
          <p14:tracePt t="98381" x="2889250" y="5314950"/>
          <p14:tracePt t="98397" x="3054350" y="5321300"/>
          <p14:tracePt t="98414" x="3219450" y="5321300"/>
          <p14:tracePt t="98430" x="3282950" y="5321300"/>
          <p14:tracePt t="98448" x="3397250" y="5321300"/>
          <p14:tracePt t="98464" x="3524250" y="5321300"/>
          <p14:tracePt t="98480" x="3587750" y="5321300"/>
          <p14:tracePt t="98497" x="3721100" y="5321300"/>
          <p14:tracePt t="98513" x="3835400" y="5334000"/>
          <p14:tracePt t="98530" x="3879850" y="5340350"/>
          <p14:tracePt t="98547" x="3956050" y="5340350"/>
          <p14:tracePt t="98563" x="4019550" y="5340350"/>
          <p14:tracePt t="98580" x="4044950" y="5340350"/>
          <p14:tracePt t="98596" x="4083050" y="5340350"/>
          <p14:tracePt t="98613" x="4095750" y="5340350"/>
          <p14:tracePt t="98630" x="4121150" y="5334000"/>
          <p14:tracePt t="98633" x="4127500" y="5334000"/>
          <p14:tracePt t="98647" x="4133850" y="5327650"/>
          <p14:tracePt t="98663" x="4140200" y="5327650"/>
          <p14:tracePt t="98680" x="4152900" y="5321300"/>
          <p14:tracePt t="98696" x="4159250" y="5321300"/>
          <p14:tracePt t="98713" x="4165600" y="5321300"/>
          <p14:tracePt t="98729" x="4178300" y="5314950"/>
          <p14:tracePt t="98746" x="4184650" y="5308600"/>
          <p14:tracePt t="98763" x="4191000" y="5302250"/>
          <p14:tracePt t="98779" x="4203700" y="5302250"/>
          <p14:tracePt t="98796" x="4222750" y="5302250"/>
          <p14:tracePt t="98813" x="4248150" y="5302250"/>
          <p14:tracePt t="98829" x="4248150" y="5295900"/>
          <p14:tracePt t="98846" x="4260850" y="5295900"/>
          <p14:tracePt t="98863" x="4318000" y="5295900"/>
          <p14:tracePt t="98879" x="4337050" y="5289550"/>
          <p14:tracePt t="98896" x="4362450" y="5289550"/>
          <p14:tracePt t="98912" x="4432300" y="5289550"/>
          <p14:tracePt t="98929" x="4489450" y="5289550"/>
          <p14:tracePt t="98946" x="4514850" y="5289550"/>
          <p14:tracePt t="98962" x="4572000" y="5289550"/>
          <p14:tracePt t="98979" x="4597400" y="5289550"/>
          <p14:tracePt t="98996" x="4641850" y="5295900"/>
          <p14:tracePt t="99012" x="4667250" y="5302250"/>
          <p14:tracePt t="99028" x="4679950" y="5308600"/>
          <p14:tracePt t="99045" x="4705350" y="5314950"/>
          <p14:tracePt t="99062" x="4711700" y="5321300"/>
          <p14:tracePt t="99080" x="4718050" y="5327650"/>
          <p14:tracePt t="99095" x="4730750" y="5327650"/>
          <p14:tracePt t="99128" x="4737100" y="5334000"/>
          <p14:tracePt t="99144" x="4756150" y="5353050"/>
          <p14:tracePt t="99161" x="4762500" y="5353050"/>
          <p14:tracePt t="99165" x="4768850" y="5353050"/>
          <p14:tracePt t="101651" x="4762500" y="5353050"/>
          <p14:tracePt t="101664" x="4743450" y="5359400"/>
          <p14:tracePt t="101672" x="4724400" y="5372100"/>
          <p14:tracePt t="101688" x="4705350" y="5378450"/>
          <p14:tracePt t="101702" x="4641850" y="5397500"/>
          <p14:tracePt t="101719" x="4610100" y="5403850"/>
          <p14:tracePt t="101736" x="4540250" y="5429250"/>
          <p14:tracePt t="101752" x="4508500" y="5435600"/>
          <p14:tracePt t="101769" x="4438650" y="5461000"/>
          <p14:tracePt t="101785" x="4356100" y="5486400"/>
          <p14:tracePt t="101802" x="4324350" y="5492750"/>
          <p14:tracePt t="101819" x="4241800" y="5518150"/>
          <p14:tracePt t="101835" x="4146550" y="5537200"/>
          <p14:tracePt t="101852" x="4076700" y="5556250"/>
          <p14:tracePt t="101869" x="3968750" y="5575300"/>
          <p14:tracePt t="101885" x="3848100" y="5600700"/>
          <p14:tracePt t="101902" x="3797300" y="5613400"/>
          <p14:tracePt t="101918" x="3689350" y="5638800"/>
          <p14:tracePt t="101935" x="3594100" y="5664200"/>
          <p14:tracePt t="101952" x="3530600" y="5689600"/>
          <p14:tracePt t="101968" x="3492500" y="5695950"/>
          <p14:tracePt t="101985" x="3416300" y="5727700"/>
          <p14:tracePt t="102002" x="3352800" y="5759450"/>
          <p14:tracePt t="102018" x="3333750" y="5784850"/>
          <p14:tracePt t="102035" x="3289300" y="5810250"/>
          <p14:tracePt t="102051" x="3200400" y="5880100"/>
          <p14:tracePt t="102067" x="3155950" y="5918200"/>
          <p14:tracePt t="102085" x="3130550" y="5937250"/>
          <p14:tracePt t="102101" x="3054350" y="6007100"/>
          <p14:tracePt t="102117" x="2978150" y="6089650"/>
          <p14:tracePt t="102135" x="2895600" y="6184900"/>
          <p14:tracePt t="102151" x="2870200" y="6216650"/>
          <p14:tracePt t="102167" x="2806700" y="6305550"/>
          <p14:tracePt t="102184" x="2762250" y="6375400"/>
          <p14:tracePt t="102201" x="2743200" y="6407150"/>
          <p14:tracePt t="102949" x="2730500" y="6407150"/>
          <p14:tracePt t="102955" x="2717800" y="6394450"/>
          <p14:tracePt t="102970" x="2705100" y="6381750"/>
          <p14:tracePt t="102982" x="2679700" y="6375400"/>
          <p14:tracePt t="102998" x="2647950" y="6350000"/>
          <p14:tracePt t="103014" x="2616200" y="6337300"/>
          <p14:tracePt t="103031" x="2565400" y="6311900"/>
          <p14:tracePt t="103048" x="2470150" y="6267450"/>
          <p14:tracePt t="103064" x="2413000" y="6248400"/>
          <p14:tracePt t="103082" x="2292350" y="6216650"/>
          <p14:tracePt t="103097" x="2222500" y="6184900"/>
          <p14:tracePt t="103114" x="2152650" y="6165850"/>
          <p14:tracePt t="103131" x="2006600" y="6127750"/>
          <p14:tracePt t="103147" x="1930400" y="6108700"/>
          <p14:tracePt t="103164" x="1854200" y="6089650"/>
          <p14:tracePt t="103181" x="1676400" y="6038850"/>
          <p14:tracePt t="103197" x="1631950" y="6026150"/>
          <p14:tracePt t="103214" x="1581150" y="6000750"/>
          <p14:tracePt t="103231" x="1530350" y="5988050"/>
          <p14:tracePt t="103247" x="1511300" y="5981700"/>
          <p14:tracePt t="103265" x="1454150" y="5956300"/>
          <p14:tracePt t="103280" x="1435100" y="5949950"/>
          <p14:tracePt t="103297" x="1422400" y="5943600"/>
          <p14:tracePt t="103314" x="1397000" y="5930900"/>
          <p14:tracePt t="103330" x="1377950" y="5924550"/>
          <p14:tracePt t="103347" x="1371600" y="5924550"/>
          <p14:tracePt t="103363" x="1346200" y="5918200"/>
          <p14:tracePt t="103380" x="1327150" y="5905500"/>
          <p14:tracePt t="103397" x="1320800" y="5905500"/>
          <p14:tracePt t="103413" x="1301750" y="5899150"/>
          <p14:tracePt t="103430" x="1276350" y="5892800"/>
          <p14:tracePt t="103447" x="1244600" y="5892800"/>
          <p14:tracePt t="103463" x="1231900" y="5886450"/>
          <p14:tracePt t="103480" x="1200150" y="5886450"/>
          <p14:tracePt t="103498" x="1155700" y="5873750"/>
          <p14:tracePt t="103513" x="1143000" y="5873750"/>
          <p14:tracePt t="103531" x="1123950" y="5867400"/>
          <p14:tracePt t="103546" x="1085850" y="5867400"/>
          <p14:tracePt t="103562" x="1073150" y="5861050"/>
          <p14:tracePt t="103579" x="1066800" y="5861050"/>
          <p14:tracePt t="103596" x="1047750" y="5861050"/>
          <p14:tracePt t="103613" x="1035050" y="5854700"/>
          <p14:tracePt t="103630" x="1022350" y="5854700"/>
          <p14:tracePt t="103662" x="1016000" y="5854700"/>
          <p14:tracePt t="103770" x="1016000" y="5848350"/>
          <p14:tracePt t="103820" x="1022350" y="5848350"/>
          <p14:tracePt t="103847" x="1028700" y="5848350"/>
          <p14:tracePt t="103863" x="1035050" y="5848350"/>
          <p14:tracePt t="103897" x="1041400" y="5848350"/>
          <p14:tracePt t="103911" x="1047750" y="5848350"/>
          <p14:tracePt t="103939" x="1054100" y="5848350"/>
          <p14:tracePt t="103960" x="1060450" y="5848350"/>
          <p14:tracePt t="104002" x="1066800" y="5848350"/>
          <p14:tracePt t="104009" x="1073150" y="5848350"/>
          <p14:tracePt t="104058" x="1079500" y="5848350"/>
          <p14:tracePt t="104079" x="1085850" y="5848350"/>
          <p14:tracePt t="104100" x="1092200" y="5848350"/>
          <p14:tracePt t="104121" x="1098550" y="5854700"/>
          <p14:tracePt t="104142" x="1111250" y="5854700"/>
          <p14:tracePt t="104149" x="1111250" y="5861050"/>
          <p14:tracePt t="104164" x="1117600" y="5861050"/>
          <p14:tracePt t="104178" x="1143000" y="5873750"/>
          <p14:tracePt t="104194" x="1155700" y="5886450"/>
          <p14:tracePt t="104211" x="1181100" y="5899150"/>
          <p14:tracePt t="104214" x="1200150" y="5918200"/>
          <p14:tracePt t="104227" x="1225550" y="5924550"/>
          <p14:tracePt t="104243" x="1289050" y="5956300"/>
          <p14:tracePt t="104260" x="1301750" y="5962650"/>
          <p14:tracePt t="104277" x="1346200" y="5975350"/>
          <p14:tracePt t="104293" x="1365250" y="5988050"/>
          <p14:tracePt t="104311" x="1377950" y="5988050"/>
          <p14:tracePt t="104326" x="1377950" y="5994400"/>
          <p14:tracePt t="104360" x="1384300" y="5994400"/>
          <p14:tracePt t="104431" x="1377950" y="5994400"/>
          <p14:tracePt t="104451" x="1371600" y="5994400"/>
          <p14:tracePt t="104479" x="1365250" y="5988050"/>
          <p14:tracePt t="104500" x="1358900" y="5988050"/>
          <p14:tracePt t="104514" x="1352550" y="5988050"/>
          <p14:tracePt t="104550" x="1339850" y="5981700"/>
          <p14:tracePt t="104564" x="1333500" y="5981700"/>
          <p14:tracePt t="104585" x="1327150" y="5981700"/>
          <p14:tracePt t="104592" x="1320800" y="5981700"/>
          <p14:tracePt t="104599" x="1308100" y="5981700"/>
          <p14:tracePt t="104613" x="1295400" y="5975350"/>
          <p14:tracePt t="104625" x="1282700" y="5975350"/>
          <p14:tracePt t="104642" x="1238250" y="5969000"/>
          <p14:tracePt t="104659" x="1212850" y="5962650"/>
          <p14:tracePt t="104676" x="1168400" y="5962650"/>
          <p14:tracePt t="104692" x="1117600" y="5949950"/>
          <p14:tracePt t="104709" x="1098550" y="5949950"/>
          <p14:tracePt t="104712" x="1085850" y="5943600"/>
          <p14:tracePt t="104728" x="1066800" y="5943600"/>
          <p14:tracePt t="104742" x="1041400" y="5937250"/>
          <p14:tracePt t="104759" x="1035050" y="5937250"/>
          <p14:tracePt t="104776" x="1016000" y="5930900"/>
          <p14:tracePt t="104809" x="996950" y="5930900"/>
          <p14:tracePt t="104825" x="984250" y="5930900"/>
          <p14:tracePt t="104842" x="977900" y="5930900"/>
          <p14:tracePt t="104858" x="965200" y="5930900"/>
          <p14:tracePt t="104875" x="952500" y="5930900"/>
          <p14:tracePt t="104891" x="946150" y="5930900"/>
          <p14:tracePt t="104908" x="933450" y="5937250"/>
          <p14:tracePt t="104925" x="927100" y="5937250"/>
          <p14:tracePt t="104941" x="920750" y="5937250"/>
          <p14:tracePt t="104958" x="901700" y="5937250"/>
          <p14:tracePt t="104974" x="882650" y="5937250"/>
          <p14:tracePt t="104992" x="876300" y="5937250"/>
          <p14:tracePt t="105007" x="863600" y="5937250"/>
          <p14:tracePt t="105024" x="850900" y="5937250"/>
          <p14:tracePt t="105041" x="844550" y="5937250"/>
          <p14:tracePt t="105074" x="838200" y="5937250"/>
          <p14:tracePt t="105104" x="831850" y="5937250"/>
          <p14:tracePt t="105132" x="825500" y="5937250"/>
          <p14:tracePt t="105161" x="819150" y="5937250"/>
          <p14:tracePt t="105196" x="812800" y="5937250"/>
          <p14:tracePt t="105357" x="806450" y="5930900"/>
          <p14:tracePt t="107118" x="844550" y="5918200"/>
          <p14:tracePt t="107132" x="914400" y="5867400"/>
          <p14:tracePt t="107139" x="971550" y="5829300"/>
          <p14:tracePt t="107153" x="1054100" y="5765800"/>
          <p14:tracePt t="107168" x="1276350" y="5600700"/>
          <p14:tracePt t="107183" x="1384300" y="5499100"/>
          <p14:tracePt t="107200" x="1504950" y="5378450"/>
          <p14:tracePt t="107217" x="1873250" y="4978400"/>
          <p14:tracePt t="107233" x="2000250" y="4794250"/>
          <p14:tracePt t="107250" x="2139950" y="4629150"/>
          <p14:tracePt t="107267" x="2400300" y="4279900"/>
          <p14:tracePt t="107283" x="2571750" y="3956050"/>
          <p14:tracePt t="107300" x="2635250" y="3790950"/>
          <p14:tracePt t="107317" x="2730500" y="3479800"/>
          <p14:tracePt t="107333" x="2743200" y="3352800"/>
          <p14:tracePt t="107350" x="2755900" y="3009900"/>
          <p14:tracePt t="107383" x="2755900" y="2851150"/>
          <p14:tracePt t="107400" x="2711450" y="2533650"/>
          <p14:tracePt t="107416" x="2673350" y="2336800"/>
          <p14:tracePt t="107433" x="2616200" y="2127250"/>
          <p14:tracePt t="107449" x="2527300" y="1847850"/>
          <p14:tracePt t="107466" x="2508250" y="1790700"/>
          <p14:tracePt t="107484" x="2495550" y="1758950"/>
          <p14:tracePt t="107498" x="2482850" y="1727200"/>
          <p14:tracePt t="107516" x="2482850" y="1720850"/>
          <p14:tracePt t="107533" x="2476500" y="1714500"/>
          <p14:tracePt t="107549" x="2470150" y="1708150"/>
          <p14:tracePt t="107566" x="2457450" y="1682750"/>
          <p14:tracePt t="107582" x="2413000" y="1670050"/>
          <p14:tracePt t="107599" x="2362200" y="1657350"/>
          <p14:tracePt t="107616" x="2349500" y="1657350"/>
          <p14:tracePt t="108022" x="2362200" y="1657350"/>
          <p14:tracePt t="108029" x="2393950" y="1657350"/>
          <p14:tracePt t="108043" x="2413000" y="1670050"/>
          <p14:tracePt t="108050" x="2444750" y="1676400"/>
          <p14:tracePt t="108067" x="2463800" y="1695450"/>
          <p14:tracePt t="108080" x="2489200" y="1701800"/>
          <p14:tracePt t="108097" x="2520950" y="1720850"/>
          <p14:tracePt t="108114" x="2546350" y="1733550"/>
          <p14:tracePt t="108130" x="2559050" y="1739900"/>
          <p14:tracePt t="108147" x="2584450" y="1752600"/>
          <p14:tracePt t="108164" x="2603500" y="1778000"/>
          <p14:tracePt t="108180" x="2622550" y="1784350"/>
          <p14:tracePt t="108198" x="2654300" y="1797050"/>
          <p14:tracePt t="108213" x="2705100" y="1822450"/>
          <p14:tracePt t="108230" x="2724150" y="1841500"/>
          <p14:tracePt t="108247" x="2787650" y="1866900"/>
          <p14:tracePt t="108263" x="2838450" y="1885950"/>
          <p14:tracePt t="108279" x="2857500" y="1885950"/>
          <p14:tracePt t="108297" x="2889250" y="1892300"/>
          <p14:tracePt t="108313" x="2927350" y="1892300"/>
          <p14:tracePt t="108330" x="2933700" y="1892300"/>
          <p14:tracePt t="108346" x="2971800" y="1892300"/>
          <p14:tracePt t="108363" x="2990850" y="1892300"/>
          <p14:tracePt t="108380" x="3035300" y="1892300"/>
          <p14:tracePt t="108396" x="3060700" y="1892300"/>
          <p14:tracePt t="108412" x="3086100" y="1892300"/>
          <p14:tracePt t="108429" x="3155950" y="1879600"/>
          <p14:tracePt t="108446" x="3238500" y="1860550"/>
          <p14:tracePt t="108462" x="3282950" y="1847850"/>
          <p14:tracePt t="108479" x="3378200" y="1822450"/>
          <p14:tracePt t="108496" x="3486150" y="1790700"/>
          <p14:tracePt t="108512" x="3536950" y="1771650"/>
          <p14:tracePt t="108529" x="3638550" y="1727200"/>
          <p14:tracePt t="108545" x="3733800" y="1701800"/>
          <p14:tracePt t="108563" x="3790950" y="1695450"/>
          <p14:tracePt t="108578" x="3803650" y="1689100"/>
          <p14:tracePt t="108595" x="3848100" y="1682750"/>
          <p14:tracePt t="108612" x="3867150" y="1682750"/>
          <p14:tracePt t="108628" x="3873500" y="1682750"/>
          <p14:tracePt t="108696" x="3873500" y="1676400"/>
          <p14:tracePt t="108731" x="3867150" y="1670050"/>
          <p14:tracePt t="108746" x="3860800" y="1670050"/>
          <p14:tracePt t="108753" x="3854450" y="1670050"/>
          <p14:tracePt t="108766" x="3841750" y="1663700"/>
          <p14:tracePt t="108778" x="3822700" y="1663700"/>
          <p14:tracePt t="108795" x="3765550" y="1663700"/>
          <p14:tracePt t="108811" x="3714750" y="1663700"/>
          <p14:tracePt t="108828" x="3600450" y="1663700"/>
          <p14:tracePt t="108845" x="3479800" y="1670050"/>
          <p14:tracePt t="108861" x="3416300" y="1676400"/>
          <p14:tracePt t="108877" x="3333750" y="1682750"/>
          <p14:tracePt t="108894" x="3289300" y="1701800"/>
          <p14:tracePt t="108911" x="3276600" y="1708150"/>
          <p14:tracePt t="108928" x="3270250" y="1720850"/>
          <p14:tracePt t="108944" x="3276600" y="1733550"/>
          <p14:tracePt t="108961" x="3282950" y="1733550"/>
          <p14:tracePt t="108978" x="3308350" y="1739900"/>
          <p14:tracePt t="108994" x="3327400" y="1739900"/>
          <p14:tracePt t="109011" x="3397250" y="1758950"/>
          <p14:tracePt t="109027" x="3524250" y="1758950"/>
          <p14:tracePt t="109044" x="3606800" y="1758950"/>
          <p14:tracePt t="109061" x="3759200" y="1765300"/>
          <p14:tracePt t="109077" x="3886200" y="1765300"/>
          <p14:tracePt t="109094" x="3949700" y="1765300"/>
          <p14:tracePt t="109111" x="4057650" y="1746250"/>
          <p14:tracePt t="109127" x="4127500" y="1733550"/>
          <p14:tracePt t="109143" x="4140200" y="1727200"/>
          <p14:tracePt t="109160" x="4178300" y="1708150"/>
          <p14:tracePt t="109177" x="4191000" y="1695450"/>
          <p14:tracePt t="109216" x="4191000" y="1689100"/>
          <p14:tracePt t="109258" x="4191000" y="1682750"/>
          <p14:tracePt t="109286" x="4191000" y="1676400"/>
          <p14:tracePt t="109294" x="4184650" y="1676400"/>
          <p14:tracePt t="109307" x="4171950" y="1676400"/>
          <p14:tracePt t="109314" x="4159250" y="1676400"/>
          <p14:tracePt t="109329" x="4140200" y="1676400"/>
          <p14:tracePt t="109343" x="4121150" y="1676400"/>
          <p14:tracePt t="109359" x="4044950" y="1676400"/>
          <p14:tracePt t="109377" x="3911600" y="1695450"/>
          <p14:tracePt t="109392" x="3848100" y="1695450"/>
          <p14:tracePt t="109409" x="3727450" y="1714500"/>
          <p14:tracePt t="109427" x="3644900" y="1727200"/>
          <p14:tracePt t="109442" x="3619500" y="1727200"/>
          <p14:tracePt t="109459" x="3587750" y="1746250"/>
          <p14:tracePt t="109496" x="3587750" y="1752600"/>
          <p14:tracePt t="109509" x="3587750" y="1758950"/>
          <p14:tracePt t="109526" x="3600450" y="1758950"/>
          <p14:tracePt t="109542" x="3613150" y="1758950"/>
          <p14:tracePt t="109560" x="3670300" y="1758950"/>
          <p14:tracePt t="109576" x="3746500" y="1758950"/>
          <p14:tracePt t="109592" x="3797300" y="1758950"/>
          <p14:tracePt t="109609" x="3892550" y="1746250"/>
          <p14:tracePt t="109625" x="3930650" y="1746250"/>
          <p14:tracePt t="109642" x="3994150" y="1727200"/>
          <p14:tracePt t="109659" x="4038600" y="1714500"/>
          <p14:tracePt t="109676" x="4044950" y="1708150"/>
          <p14:tracePt t="109693" x="4051300" y="1708150"/>
          <p14:tracePt t="109777" x="4051300" y="1714500"/>
          <p14:tracePt t="110160" x="4121150" y="1714500"/>
          <p14:tracePt t="110167" x="4248150" y="1727200"/>
          <p14:tracePt t="110182" x="4425950" y="1739900"/>
          <p14:tracePt t="110190" x="4610100" y="1739900"/>
          <p14:tracePt t="110206" x="4756150" y="1758950"/>
          <p14:tracePt t="110224" x="5143500" y="1816100"/>
          <p14:tracePt t="110240" x="5480050" y="1847850"/>
          <p14:tracePt t="110256" x="5619750" y="1873250"/>
          <p14:tracePt t="110273" x="5835650" y="1885950"/>
          <p14:tracePt t="110289" x="6038850" y="1892300"/>
          <p14:tracePt t="110306" x="6127750" y="1892300"/>
          <p14:tracePt t="110323" x="6261100" y="1873250"/>
          <p14:tracePt t="110340" x="6369050" y="1841500"/>
          <p14:tracePt t="110357" x="6451600" y="1828800"/>
          <p14:tracePt t="110372" x="6483350" y="1822450"/>
          <p14:tracePt t="110389" x="6508750" y="1809750"/>
          <p14:tracePt t="110407" x="6616700" y="1778000"/>
          <p14:tracePt t="110423" x="6642100" y="1771650"/>
          <p14:tracePt t="110439" x="6673850" y="1771650"/>
          <p14:tracePt t="110456" x="6711950" y="1758950"/>
          <p14:tracePt t="110472" x="6756400" y="1739900"/>
          <p14:tracePt t="110489" x="6781800" y="1739900"/>
          <p14:tracePt t="110505" x="6832600" y="1733550"/>
          <p14:tracePt t="110522" x="6889750" y="1720850"/>
          <p14:tracePt t="110540" x="6959600" y="1714500"/>
          <p14:tracePt t="110555" x="6985000" y="1714500"/>
          <p14:tracePt t="110572" x="7042150" y="1714500"/>
          <p14:tracePt t="110589" x="7086600" y="1714500"/>
          <p14:tracePt t="110605" x="7105650" y="1714500"/>
          <p14:tracePt t="110622" x="7150100" y="1714500"/>
          <p14:tracePt t="110639" x="7188200" y="1714500"/>
          <p14:tracePt t="110655" x="7200900" y="1714500"/>
          <p14:tracePt t="110672" x="7219950" y="1714500"/>
          <p14:tracePt t="110688" x="7258050" y="1720850"/>
          <p14:tracePt t="110705" x="7264400" y="1720850"/>
          <p14:tracePt t="110722" x="7277100" y="1727200"/>
          <p14:tracePt t="110738" x="7283450" y="1727200"/>
          <p14:tracePt t="110754" x="7296150" y="1727200"/>
          <p14:tracePt t="110771" x="7315200" y="1733550"/>
          <p14:tracePt t="110788" x="7321550" y="1733550"/>
          <p14:tracePt t="110804" x="7327900" y="1739900"/>
          <p14:tracePt t="110821" x="7340600" y="1746250"/>
          <p14:tracePt t="110854" x="7346950" y="1746250"/>
          <p14:tracePt t="110918" x="7353300" y="1746250"/>
          <p14:tracePt t="112501" x="7251700" y="1746250"/>
          <p14:tracePt t="112517" x="7086600" y="1746250"/>
          <p14:tracePt t="112533" x="6985000" y="1746250"/>
          <p14:tracePt t="112550" x="6750050" y="1746250"/>
          <p14:tracePt t="112566" x="6451600" y="1752600"/>
          <p14:tracePt t="112582" x="6280150" y="1778000"/>
          <p14:tracePt t="112600" x="5905500" y="1841500"/>
          <p14:tracePt t="112617" x="5454650" y="1943100"/>
          <p14:tracePt t="112634" x="5067300" y="2038350"/>
          <p14:tracePt t="112650" x="4895850" y="2057400"/>
          <p14:tracePt t="112666" x="4724400" y="2095500"/>
          <p14:tracePt t="112683" x="4349750" y="2159000"/>
          <p14:tracePt t="112699" x="4273550" y="2159000"/>
          <p14:tracePt t="112716" x="4191000" y="2190750"/>
          <p14:tracePt t="112733" x="4025900" y="2209800"/>
          <p14:tracePt t="112749" x="3867150" y="2247900"/>
          <p14:tracePt t="112767" x="3740150" y="2266950"/>
          <p14:tracePt t="112784" x="3683000" y="2279650"/>
          <p14:tracePt t="112799" x="3613150" y="2292350"/>
          <p14:tracePt t="112801" x="3581400" y="2298700"/>
          <p14:tracePt t="112832" x="3524250" y="2317750"/>
          <p14:tracePt t="112848" x="3454400" y="2317750"/>
          <p14:tracePt t="112866" x="3397250" y="2336800"/>
          <p14:tracePt t="112881" x="3340100" y="2355850"/>
          <p14:tracePt t="112898" x="3232150" y="2393950"/>
          <p14:tracePt t="112916" x="3181350" y="2432050"/>
          <p14:tracePt t="112931" x="3175000" y="2451100"/>
          <p14:tracePt t="112949" x="3175000" y="2501900"/>
          <p14:tracePt t="113267" x="3130550" y="2527300"/>
          <p14:tracePt t="113274" x="3060700" y="2578100"/>
          <p14:tracePt t="113288" x="2978150" y="2635250"/>
          <p14:tracePt t="113298" x="2895600" y="2698750"/>
          <p14:tracePt t="113312" x="2813050" y="2774950"/>
          <p14:tracePt t="113329" x="2730500" y="2870200"/>
          <p14:tracePt t="113346" x="2470150" y="3155950"/>
          <p14:tracePt t="113362" x="2400300" y="3263900"/>
          <p14:tracePt t="113379" x="2190750" y="3530600"/>
          <p14:tracePt t="113395" x="2063750" y="3714750"/>
          <p14:tracePt t="113412" x="1809750" y="4076700"/>
          <p14:tracePt t="113429" x="1657350" y="4356100"/>
          <p14:tracePt t="113445" x="1606550" y="4445000"/>
          <p14:tracePt t="113462" x="1511300" y="4635500"/>
          <p14:tracePt t="113479" x="1441450" y="4806950"/>
          <p14:tracePt t="113495" x="1409700" y="4902200"/>
          <p14:tracePt t="113512" x="1358900" y="5060950"/>
          <p14:tracePt t="113528" x="1301750" y="5194300"/>
          <p14:tracePt t="113545" x="1270000" y="5251450"/>
          <p14:tracePt t="113562" x="1206500" y="5378450"/>
          <p14:tracePt t="113579" x="1136650" y="5499100"/>
          <p14:tracePt t="113595" x="1098550" y="5568950"/>
          <p14:tracePt t="113611" x="1022350" y="5695950"/>
          <p14:tracePt t="113628" x="965200" y="5784850"/>
          <p14:tracePt t="113645" x="952500" y="5816600"/>
          <p14:tracePt t="113661" x="927100" y="5892800"/>
          <p14:tracePt t="113678" x="920750" y="5930900"/>
          <p14:tracePt t="113695" x="914400" y="5956300"/>
          <p14:tracePt t="113710" x="914400" y="5962650"/>
          <p14:tracePt t="113728" x="920750" y="5988050"/>
          <p14:tracePt t="113745" x="927100" y="5988050"/>
          <p14:tracePt t="114059" x="927100" y="5969000"/>
          <p14:tracePt t="114066" x="927100" y="5937250"/>
          <p14:tracePt t="114080" x="927100" y="5911850"/>
          <p14:tracePt t="114094" x="933450" y="5880100"/>
          <p14:tracePt t="114110" x="965200" y="5810250"/>
          <p14:tracePt t="114126" x="990600" y="5772150"/>
          <p14:tracePt t="114143" x="1054100" y="5721350"/>
          <p14:tracePt t="114159" x="1130300" y="5689600"/>
          <p14:tracePt t="114176" x="1174750" y="5670550"/>
          <p14:tracePt t="114193" x="1301750" y="5657850"/>
          <p14:tracePt t="114209" x="1454150" y="5657850"/>
          <p14:tracePt t="114226" x="1568450" y="5645150"/>
          <p14:tracePt t="114242" x="1771650" y="5645150"/>
          <p14:tracePt t="114259" x="1885950" y="5645150"/>
          <p14:tracePt t="114276" x="2089150" y="5645150"/>
          <p14:tracePt t="114292" x="2279650" y="5645150"/>
          <p14:tracePt t="114309" x="2355850" y="5645150"/>
          <p14:tracePt t="114326" x="2489200" y="5657850"/>
          <p14:tracePt t="114342" x="2565400" y="5664200"/>
          <p14:tracePt t="114359" x="2597150" y="5664200"/>
          <p14:tracePt t="114375" x="2647950" y="5670550"/>
          <p14:tracePt t="114392" x="2679700" y="5670550"/>
          <p14:tracePt t="114409" x="2692400" y="5670550"/>
          <p14:tracePt t="114426" x="2717800" y="5670550"/>
          <p14:tracePt t="114442" x="2730500" y="5670550"/>
          <p14:tracePt t="114460" x="2743200" y="5670550"/>
          <p14:tracePt t="114509" x="2749550" y="5670550"/>
          <p14:tracePt t="114523" x="2755900" y="5670550"/>
          <p14:tracePt t="114530" x="2768600" y="5670550"/>
          <p14:tracePt t="114544" x="2787650" y="5670550"/>
          <p14:tracePt t="114558" x="2838450" y="5657850"/>
          <p14:tracePt t="114575" x="2889250" y="5657850"/>
          <p14:tracePt t="114591" x="2927350" y="5651500"/>
          <p14:tracePt t="114608" x="3035300" y="5645150"/>
          <p14:tracePt t="114625" x="3155950" y="5626100"/>
          <p14:tracePt t="114642" x="3251200" y="5600700"/>
          <p14:tracePt t="114658" x="3282950" y="5581650"/>
          <p14:tracePt t="114674" x="3321050" y="5568950"/>
          <p14:tracePt t="114691" x="3340100" y="5556250"/>
          <p14:tracePt t="114708" x="3346450" y="5556250"/>
          <p14:tracePt t="114724" x="3346450" y="5549900"/>
          <p14:tracePt t="114811" x="3340100" y="5549900"/>
          <p14:tracePt t="114838" x="3333750" y="5549900"/>
          <p14:tracePt t="114852" x="3327400" y="5556250"/>
          <p14:tracePt t="114875" x="3314700" y="5562600"/>
          <p14:tracePt t="114880" x="3308350" y="5562600"/>
          <p14:tracePt t="114895" x="3302000" y="5568950"/>
          <p14:tracePt t="114906" x="3289300" y="5575300"/>
          <p14:tracePt t="114923" x="3257550" y="5594350"/>
          <p14:tracePt t="114940" x="3238500" y="5607050"/>
          <p14:tracePt t="114958" x="3194050" y="5638800"/>
          <p14:tracePt t="114973" x="3168650" y="5657850"/>
          <p14:tracePt t="114990" x="3155950" y="5664200"/>
          <p14:tracePt t="115007" x="3136900" y="5676900"/>
          <p14:tracePt t="115023" x="3130550" y="5676900"/>
          <p14:tracePt t="115040" x="3130550" y="5683250"/>
          <p14:tracePt t="115057" x="3136900" y="5683250"/>
          <p14:tracePt t="115073" x="3168650" y="5683250"/>
          <p14:tracePt t="115090" x="3187700" y="5676900"/>
          <p14:tracePt t="115106" x="3257550" y="5664200"/>
          <p14:tracePt t="115123" x="3352800" y="5638800"/>
          <p14:tracePt t="115141" x="3435350" y="5613400"/>
          <p14:tracePt t="115156" x="3492500" y="5594350"/>
          <p14:tracePt t="115172" x="3511550" y="5588000"/>
          <p14:tracePt t="115190" x="3568700" y="5562600"/>
          <p14:tracePt t="115206" x="3575050" y="5562600"/>
          <p14:tracePt t="115222" x="3581400" y="5556250"/>
          <p14:tracePt t="115239" x="3581400" y="5549900"/>
          <p14:tracePt t="115281" x="3575050" y="5549900"/>
          <p14:tracePt t="115329" x="3568700" y="5549900"/>
          <p14:tracePt t="115365" x="3562350" y="5549900"/>
          <p14:tracePt t="115373" x="3556000" y="5543550"/>
          <p14:tracePt t="115414" x="3549650" y="5543550"/>
          <p14:tracePt t="115422" x="3536950" y="5543550"/>
          <p14:tracePt t="115435" x="3530600" y="5543550"/>
          <p14:tracePt t="115442" x="3511550" y="5543550"/>
          <p14:tracePt t="115458" x="3486150" y="5537200"/>
          <p14:tracePt t="115471" x="3390900" y="5518150"/>
          <p14:tracePt t="115488" x="3321050" y="5511800"/>
          <p14:tracePt t="115506" x="3130550" y="5480050"/>
          <p14:tracePt t="115521" x="3028950" y="5461000"/>
          <p14:tracePt t="115538" x="2794000" y="5384800"/>
          <p14:tracePt t="115555" x="2546350" y="5308600"/>
          <p14:tracePt t="115571" x="2413000" y="5251450"/>
          <p14:tracePt t="115588" x="2273300" y="5194300"/>
          <p14:tracePt t="115605" x="2057400" y="5086350"/>
          <p14:tracePt t="115621" x="1968500" y="5035550"/>
          <p14:tracePt t="115639" x="1816100" y="4946650"/>
          <p14:tracePt t="115654" x="1689100" y="4876800"/>
          <p14:tracePt t="115671" x="1619250" y="4851400"/>
          <p14:tracePt t="115688" x="1492250" y="4819650"/>
          <p14:tracePt t="115704" x="1346200" y="4800600"/>
          <p14:tracePt t="115721" x="1244600" y="4806950"/>
          <p14:tracePt t="115738" x="1035050" y="4845050"/>
          <p14:tracePt t="115754" x="825500" y="4921250"/>
          <p14:tracePt t="115771" x="736600" y="4972050"/>
          <p14:tracePt t="115787" x="558800" y="5073650"/>
          <p14:tracePt t="115804" x="488950" y="5137150"/>
          <p14:tracePt t="115822" x="298450" y="5429250"/>
          <p14:tracePt t="115837" x="247650" y="5524500"/>
          <p14:tracePt t="115854" x="203200" y="5619750"/>
          <p14:tracePt t="115871" x="127000" y="5746750"/>
          <p14:tracePt t="115887" x="101600" y="5816600"/>
          <p14:tracePt t="115903" x="95250" y="5848350"/>
          <p14:tracePt t="115920" x="101600" y="5911850"/>
          <p14:tracePt t="115937" x="127000" y="5943600"/>
          <p14:tracePt t="115953" x="146050" y="5962650"/>
          <p14:tracePt t="115970" x="190500" y="5994400"/>
          <p14:tracePt t="115986" x="228600" y="6007100"/>
          <p14:tracePt t="116004" x="273050" y="6007100"/>
          <p14:tracePt t="116020" x="292100" y="6007100"/>
          <p14:tracePt t="116036" x="317500" y="6007100"/>
          <p14:tracePt t="116054" x="349250" y="5981700"/>
          <p14:tracePt t="116069" x="368300" y="5969000"/>
          <p14:tracePt t="116086" x="387350" y="5943600"/>
          <p14:tracePt t="116103" x="431800" y="5848350"/>
          <p14:tracePt t="116119" x="450850" y="5810250"/>
          <p14:tracePt t="116136" x="469900" y="5753100"/>
          <p14:tracePt t="116152" x="495300" y="5632450"/>
          <p14:tracePt t="116169" x="514350" y="5511800"/>
          <p14:tracePt t="116187" x="527050" y="5397500"/>
          <p14:tracePt t="116202" x="533400" y="5353050"/>
          <p14:tracePt t="116219" x="533400" y="5302250"/>
          <p14:tracePt t="116236" x="533400" y="5276850"/>
          <p14:tracePt t="116252" x="533400" y="5270500"/>
          <p14:tracePt t="116299" x="527050" y="5270500"/>
          <p14:tracePt t="116313" x="520700" y="5276850"/>
          <p14:tracePt t="116327" x="520700" y="5283200"/>
          <p14:tracePt t="116336" x="520700" y="5302250"/>
          <p14:tracePt t="116351" x="514350" y="5321300"/>
          <p14:tracePt t="116369" x="514350" y="5410200"/>
          <p14:tracePt t="116385" x="514350" y="5568950"/>
          <p14:tracePt t="116402" x="514350" y="5657850"/>
          <p14:tracePt t="116419" x="501650" y="5822950"/>
          <p14:tracePt t="116434" x="495300" y="5899150"/>
          <p14:tracePt t="116451" x="488950" y="5994400"/>
          <p14:tracePt t="116468" x="488950" y="6026150"/>
          <p14:tracePt t="116484" x="488950" y="6032500"/>
          <p14:tracePt t="116502" x="488950" y="6038850"/>
          <p14:tracePt t="116538" x="488950" y="6032500"/>
          <p14:tracePt t="116552" x="488950" y="6019800"/>
          <p14:tracePt t="116568" x="495300" y="5988050"/>
          <p14:tracePt t="116585" x="508000" y="5949950"/>
          <p14:tracePt t="116601" x="514350" y="5842000"/>
          <p14:tracePt t="116617" x="533400" y="5689600"/>
          <p14:tracePt t="116634" x="552450" y="5607050"/>
          <p14:tracePt t="116651" x="565150" y="5480050"/>
          <p14:tracePt t="116668" x="571500" y="5384800"/>
          <p14:tracePt t="116685" x="571500" y="5308600"/>
          <p14:tracePt t="116701" x="577850" y="5264150"/>
          <p14:tracePt t="116717" x="577850" y="5245100"/>
          <p14:tracePt t="116734" x="577850" y="5207000"/>
          <p14:tracePt t="116750" x="577850" y="5200650"/>
          <p14:tracePt t="116804" x="577850" y="5207000"/>
          <p14:tracePt t="116818" x="577850" y="5213350"/>
          <p14:tracePt t="116826" x="577850" y="5226050"/>
          <p14:tracePt t="116840" x="571500" y="5238750"/>
          <p14:tracePt t="116850" x="571500" y="5257800"/>
          <p14:tracePt t="116868" x="558800" y="5334000"/>
          <p14:tracePt t="116884" x="552450" y="5403850"/>
          <p14:tracePt t="116900" x="539750" y="5530850"/>
          <p14:tracePt t="116917" x="520700" y="5683250"/>
          <p14:tracePt t="116933" x="514350" y="5740400"/>
          <p14:tracePt t="116950" x="495300" y="5822950"/>
          <p14:tracePt t="116967" x="488950" y="5854700"/>
          <p14:tracePt t="116983" x="488950" y="5867400"/>
          <p14:tracePt t="117000" x="482600" y="5873750"/>
          <p14:tracePt t="117029" x="482600" y="5867400"/>
          <p14:tracePt t="117036" x="488950" y="5861050"/>
          <p14:tracePt t="117052" x="488950" y="5848350"/>
          <p14:tracePt t="117066" x="495300" y="5829300"/>
          <p14:tracePt t="117083" x="514350" y="5759450"/>
          <p14:tracePt t="117100" x="527050" y="5638800"/>
          <p14:tracePt t="117116" x="527050" y="5562600"/>
          <p14:tracePt t="117132" x="527050" y="5422900"/>
          <p14:tracePt t="117149" x="527050" y="5308600"/>
          <p14:tracePt t="117166" x="539750" y="5251450"/>
          <p14:tracePt t="117182" x="546100" y="5187950"/>
          <p14:tracePt t="117199" x="546100" y="5168900"/>
          <p14:tracePt t="117215" x="546100" y="5162550"/>
          <p14:tracePt t="117261" x="546100" y="5168900"/>
          <p14:tracePt t="117269" x="539750" y="5168900"/>
          <p14:tracePt t="117289" x="539750" y="5181600"/>
          <p14:tracePt t="117298" x="539750" y="5194300"/>
          <p14:tracePt t="117315" x="539750" y="5207000"/>
          <p14:tracePt t="117332" x="539750" y="5276850"/>
          <p14:tracePt t="117348" x="539750" y="5314950"/>
          <p14:tracePt t="117366" x="539750" y="5416550"/>
          <p14:tracePt t="117381" x="539750" y="5505450"/>
          <p14:tracePt t="117398" x="533400" y="5537200"/>
          <p14:tracePt t="117415" x="533400" y="5568950"/>
          <p14:tracePt t="117432" x="533400" y="5588000"/>
          <p14:tracePt t="117479" x="533400" y="5581650"/>
          <p14:tracePt t="117493" x="533400" y="5575300"/>
          <p14:tracePt t="117501" x="539750" y="5562600"/>
          <p14:tracePt t="117515" x="539750" y="5543550"/>
          <p14:tracePt t="117531" x="546100" y="5492750"/>
          <p14:tracePt t="117549" x="546100" y="5416550"/>
          <p14:tracePt t="117564" x="546100" y="5353050"/>
          <p14:tracePt t="117581" x="546100" y="5251450"/>
          <p14:tracePt t="117598" x="552450" y="5168900"/>
          <p14:tracePt t="117614" x="552450" y="5143500"/>
          <p14:tracePt t="117631" x="552450" y="5130800"/>
          <p14:tracePt t="117648" x="552450" y="5105400"/>
          <p14:tracePt t="117710" x="552450" y="5111750"/>
          <p14:tracePt t="117717" x="552450" y="5118100"/>
          <p14:tracePt t="117733" x="552450" y="5130800"/>
          <p14:tracePt t="117753" x="552450" y="5149850"/>
          <p14:tracePt t="117763" x="552450" y="5168900"/>
          <p14:tracePt t="117780" x="546100" y="5251450"/>
          <p14:tracePt t="117797" x="546100" y="5314950"/>
          <p14:tracePt t="117813" x="546100" y="5454650"/>
          <p14:tracePt t="117830" x="546100" y="5581650"/>
          <p14:tracePt t="117847" x="546100" y="5632450"/>
          <p14:tracePt t="117864" x="552450" y="5702300"/>
          <p14:tracePt t="117880" x="552450" y="5740400"/>
          <p14:tracePt t="117913" x="552450" y="5746750"/>
          <p14:tracePt t="117963" x="552450" y="5734050"/>
          <p14:tracePt t="117970" x="552450" y="5721350"/>
          <p14:tracePt t="117983" x="552450" y="5689600"/>
          <p14:tracePt t="117996" x="552450" y="5664200"/>
          <p14:tracePt t="118013" x="552450" y="5537200"/>
          <p14:tracePt t="118029" x="546100" y="5461000"/>
          <p14:tracePt t="118046" x="533400" y="5283200"/>
          <p14:tracePt t="118062" x="533400" y="5137150"/>
          <p14:tracePt t="118080" x="527050" y="5086350"/>
          <p14:tracePt t="118096" x="527050" y="5029200"/>
          <p14:tracePt t="118113" x="527050" y="5003800"/>
          <p14:tracePt t="118129" x="527050" y="4997450"/>
          <p14:tracePt t="118146" x="527050" y="4991100"/>
          <p14:tracePt t="118173" x="520700" y="4991100"/>
          <p14:tracePt t="118182" x="520700" y="4997450"/>
          <p14:tracePt t="118196" x="520700" y="5003800"/>
          <p14:tracePt t="118212" x="520700" y="5016500"/>
          <p14:tracePt t="118229" x="520700" y="5022850"/>
          <p14:tracePt t="118245" x="514350" y="5048250"/>
          <p14:tracePt t="118261" x="514350" y="5073650"/>
          <p14:tracePt t="118279" x="495300" y="5168900"/>
          <p14:tracePt t="118294" x="495300" y="5207000"/>
          <p14:tracePt t="118312" x="488950" y="5264150"/>
          <p14:tracePt t="118328" x="488950" y="5321300"/>
          <p14:tracePt t="118345" x="482600" y="5353050"/>
          <p14:tracePt t="118362" x="482600" y="5365750"/>
          <p14:tracePt t="118365" x="482600" y="5372100"/>
          <p14:tracePt t="118385" x="482600" y="5378450"/>
          <p14:tracePt t="118455" x="482600" y="5372100"/>
          <p14:tracePt t="118462" x="488950" y="5365750"/>
          <p14:tracePt t="118476" x="488950" y="5359400"/>
          <p14:tracePt t="118483" x="488950" y="5346700"/>
          <p14:tracePt t="118494" x="488950" y="5334000"/>
          <p14:tracePt t="118511" x="495300" y="5295900"/>
          <p14:tracePt t="118528" x="495300" y="5264150"/>
          <p14:tracePt t="118545" x="501650" y="5226050"/>
          <p14:tracePt t="118561" x="508000" y="5118100"/>
          <p14:tracePt t="118577" x="508000" y="5080000"/>
          <p14:tracePt t="118596" x="514350" y="5035550"/>
          <p14:tracePt t="118611" x="514350" y="5016500"/>
          <p14:tracePt t="118627" x="514350" y="4997450"/>
          <p14:tracePt t="118714" x="514350" y="5003800"/>
          <p14:tracePt t="118722" x="514350" y="5010150"/>
          <p14:tracePt t="118735" x="514350" y="5016500"/>
          <p14:tracePt t="118744" x="514350" y="5029200"/>
          <p14:tracePt t="118760" x="514350" y="5035550"/>
          <p14:tracePt t="118777" x="508000" y="5067300"/>
          <p14:tracePt t="118793" x="508000" y="5111750"/>
          <p14:tracePt t="118810" x="501650" y="5137150"/>
          <p14:tracePt t="118827" x="501650" y="5175250"/>
          <p14:tracePt t="118843" x="495300" y="5207000"/>
          <p14:tracePt t="118860" x="495300" y="5219700"/>
          <p14:tracePt t="118863" x="495300" y="5226050"/>
          <p14:tracePt t="118878" x="495300" y="5232400"/>
          <p14:tracePt t="118974" x="495300" y="5226050"/>
          <p14:tracePt t="118981" x="495300" y="5219700"/>
          <p14:tracePt t="118995" x="495300" y="5213350"/>
          <p14:tracePt t="119023" x="495300" y="5207000"/>
          <p14:tracePt t="119037" x="495300" y="5194300"/>
          <p14:tracePt t="119045" x="495300" y="5181600"/>
          <p14:tracePt t="119059" x="495300" y="5162550"/>
          <p14:tracePt t="119076" x="495300" y="5111750"/>
          <p14:tracePt t="119093" x="495300" y="5086350"/>
          <p14:tracePt t="119110" x="495300" y="5029200"/>
          <p14:tracePt t="119126" x="495300" y="4978400"/>
          <p14:tracePt t="119143" x="495300" y="4940300"/>
          <p14:tracePt t="119159" x="495300" y="4927600"/>
          <p14:tracePt t="119175" x="495300" y="4921250"/>
          <p14:tracePt t="119192" x="495300" y="4908550"/>
          <p14:tracePt t="119225" x="488950" y="4914900"/>
          <p14:tracePt t="119242" x="488950" y="4921250"/>
          <p14:tracePt t="119258" x="482600" y="4946650"/>
          <p14:tracePt t="119275" x="482600" y="4965700"/>
          <p14:tracePt t="119291" x="463550" y="5003800"/>
          <p14:tracePt t="119308" x="463550" y="5086350"/>
          <p14:tracePt t="119326" x="450850" y="5168900"/>
          <p14:tracePt t="119341" x="438150" y="5207000"/>
          <p14:tracePt t="119358" x="438150" y="5257800"/>
          <p14:tracePt t="119375" x="431800" y="5283200"/>
          <p14:tracePt t="119391" x="431800" y="5289550"/>
          <p14:tracePt t="119408" x="431800" y="5295900"/>
          <p14:tracePt t="119466" x="431800" y="5289550"/>
          <p14:tracePt t="119473" x="431800" y="5283200"/>
          <p14:tracePt t="119487" x="431800" y="5276850"/>
          <p14:tracePt t="119494" x="431800" y="5257800"/>
          <p14:tracePt t="119510" x="431800" y="5251450"/>
          <p14:tracePt t="119524" x="425450" y="5219700"/>
          <p14:tracePt t="119541" x="425450" y="5200650"/>
          <p14:tracePt t="119558" x="425450" y="5156200"/>
          <p14:tracePt t="119574" x="425450" y="5130800"/>
          <p14:tracePt t="119591" x="425450" y="5092700"/>
          <p14:tracePt t="119607" x="425450" y="5060950"/>
          <p14:tracePt t="119624" x="425450" y="5048250"/>
          <p14:tracePt t="119641" x="425450" y="5029200"/>
          <p14:tracePt t="119657" x="425450" y="5010150"/>
          <p14:tracePt t="119691" x="425450" y="5003800"/>
          <p14:tracePt t="119719" x="425450" y="4997450"/>
          <p14:tracePt t="119796" x="425450" y="5003800"/>
          <p14:tracePt t="119845" x="419100" y="5010150"/>
          <p14:tracePt t="119866" x="419100" y="5016500"/>
          <p14:tracePt t="119880" x="419100" y="5022850"/>
          <p14:tracePt t="119887" x="412750" y="5029200"/>
          <p14:tracePt t="119893" x="412750" y="5035550"/>
          <p14:tracePt t="119910" x="412750" y="5041900"/>
          <p14:tracePt t="119929" x="412750" y="5054600"/>
          <p14:tracePt t="119939" x="406400" y="5067300"/>
          <p14:tracePt t="119956" x="406400" y="5080000"/>
          <p14:tracePt t="119973" x="400050" y="5105400"/>
          <p14:tracePt t="119990" x="393700" y="5124450"/>
          <p14:tracePt t="120007" x="393700" y="5137150"/>
          <p14:tracePt t="120038" x="393700" y="5143500"/>
          <p14:tracePt t="120076" x="387350" y="5143500"/>
          <p14:tracePt t="120105" x="387350" y="5137150"/>
          <p14:tracePt t="120119" x="387350" y="5124450"/>
          <p14:tracePt t="120126" x="387350" y="5118100"/>
          <p14:tracePt t="120141" x="387350" y="5099050"/>
          <p14:tracePt t="120155" x="387350" y="5080000"/>
          <p14:tracePt t="120172" x="387350" y="5022850"/>
          <p14:tracePt t="120190" x="381000" y="4953000"/>
          <p14:tracePt t="120206" x="381000" y="4927600"/>
          <p14:tracePt t="120223" x="381000" y="4876800"/>
          <p14:tracePt t="120239" x="374650" y="4845050"/>
          <p14:tracePt t="120255" x="374650" y="4832350"/>
          <p14:tracePt t="120272" x="374650" y="4826000"/>
          <p14:tracePt t="120358" x="374650" y="4838700"/>
          <p14:tracePt t="120379" x="374650" y="4851400"/>
          <p14:tracePt t="120385" x="374650" y="4857750"/>
          <p14:tracePt t="120400" x="374650" y="4876800"/>
          <p14:tracePt t="120407" x="374650" y="4883150"/>
          <p14:tracePt t="120423" x="374650" y="4914900"/>
          <p14:tracePt t="120438" x="374650" y="4940300"/>
          <p14:tracePt t="120455" x="374650" y="5010150"/>
          <p14:tracePt t="120471" x="381000" y="5092700"/>
          <p14:tracePt t="120487" x="393700" y="5130800"/>
          <p14:tracePt t="120505" x="393700" y="5213350"/>
          <p14:tracePt t="120521" x="400050" y="5270500"/>
          <p14:tracePt t="120538" x="400050" y="5289550"/>
          <p14:tracePt t="120554" x="406400" y="5308600"/>
          <p14:tracePt t="120570" x="406400" y="5321300"/>
          <p14:tracePt t="120666" x="406400" y="5314950"/>
          <p14:tracePt t="120688" x="406400" y="5308600"/>
          <p14:tracePt t="120709" x="406400" y="5302250"/>
          <p14:tracePt t="120723" x="406400" y="5295900"/>
          <p14:tracePt t="120729" x="406400" y="5289550"/>
          <p14:tracePt t="120751" x="406400" y="5283200"/>
          <p14:tracePt t="120758" x="406400" y="5270500"/>
          <p14:tracePt t="120773" x="406400" y="5257800"/>
          <p14:tracePt t="120787" x="406400" y="5232400"/>
          <p14:tracePt t="120803" x="406400" y="5213350"/>
          <p14:tracePt t="120820" x="406400" y="5200650"/>
          <p14:tracePt t="120837" x="400050" y="5168900"/>
          <p14:tracePt t="120853" x="400050" y="5149850"/>
          <p14:tracePt t="120870" x="400050" y="5137150"/>
          <p14:tracePt t="120886" x="400050" y="5130800"/>
          <p14:tracePt t="121667" x="400050" y="5168900"/>
          <p14:tracePt t="121674" x="400050" y="5219700"/>
          <p14:tracePt t="121688" x="393700" y="5276850"/>
          <p14:tracePt t="121700" x="387350" y="5302250"/>
          <p14:tracePt t="121717" x="381000" y="5372100"/>
          <p14:tracePt t="121733" x="381000" y="5403850"/>
          <p14:tracePt t="121750" x="368300" y="5454650"/>
          <p14:tracePt t="121767" x="361950" y="5480050"/>
          <p14:tracePt t="121783" x="361950" y="5486400"/>
          <p14:tracePt t="121800" x="361950" y="5505450"/>
          <p14:tracePt t="121816" x="355600" y="5530850"/>
          <p14:tracePt t="121833" x="355600" y="5537200"/>
          <p14:tracePt t="121850" x="355600" y="5549900"/>
          <p14:tracePt t="121866" x="355600" y="5556250"/>
          <p14:tracePt t="121883" x="355600" y="5575300"/>
          <p14:tracePt t="121886" x="355600" y="5581650"/>
          <p14:tracePt t="121901" x="355600" y="5594350"/>
          <p14:tracePt t="121916" x="355600" y="5600700"/>
          <p14:tracePt t="121933" x="355600" y="5613400"/>
          <p14:tracePt t="121949" x="355600" y="5626100"/>
          <p14:tracePt t="121966" x="355600" y="5632450"/>
          <p14:tracePt t="121983" x="355600" y="5638800"/>
          <p14:tracePt t="121999" x="355600" y="5645150"/>
          <p14:tracePt t="122025" x="361950" y="5645150"/>
          <p14:tracePt t="122039" x="361950" y="5651500"/>
          <p14:tracePt t="122060" x="361950" y="5657850"/>
          <p14:tracePt t="122068" x="361950" y="5664200"/>
          <p14:tracePt t="122083" x="361950" y="5670550"/>
          <p14:tracePt t="122099" x="361950" y="5683250"/>
          <p14:tracePt t="122116" x="361950" y="5689600"/>
          <p14:tracePt t="122131" x="368300" y="5727700"/>
          <p14:tracePt t="122149" x="368300" y="5746750"/>
          <p14:tracePt t="122166" x="368300" y="5797550"/>
          <p14:tracePt t="122181" x="368300" y="5816600"/>
          <p14:tracePt t="122198" x="368300" y="5842000"/>
          <p14:tracePt t="122215" x="374650" y="5854700"/>
          <p14:tracePt t="122231" x="374650" y="5867400"/>
          <p14:tracePt t="122306" x="381000" y="5867400"/>
          <p14:tracePt t="122327" x="381000" y="5861050"/>
          <p14:tracePt t="122349" x="387350" y="5861050"/>
          <p14:tracePt t="122362" x="387350" y="5854700"/>
          <p14:tracePt t="122369" x="387350" y="5848350"/>
          <p14:tracePt t="122381" x="387350" y="5842000"/>
          <p14:tracePt t="122398" x="393700" y="5816600"/>
          <p14:tracePt t="122414" x="400050" y="5803900"/>
          <p14:tracePt t="122431" x="400050" y="5791200"/>
          <p14:tracePt t="122448" x="412750" y="5759450"/>
          <p14:tracePt t="122464" x="419100" y="5746750"/>
          <p14:tracePt t="122573" x="419100" y="5753100"/>
          <p14:tracePt t="122587" x="419100" y="5759450"/>
          <p14:tracePt t="122601" x="419100" y="5765800"/>
          <p14:tracePt t="122608" x="419100" y="5772150"/>
          <p14:tracePt t="122622" x="419100" y="5784850"/>
          <p14:tracePt t="122630" x="412750" y="5797550"/>
          <p14:tracePt t="122650" x="406400" y="5810250"/>
          <p14:tracePt t="122664" x="406400" y="5822950"/>
          <p14:tracePt t="122680" x="406400" y="5835650"/>
          <p14:tracePt t="122713" x="406400" y="5842000"/>
          <p14:tracePt t="122741" x="406400" y="5835650"/>
          <p14:tracePt t="122749" x="406400" y="5822950"/>
          <p14:tracePt t="122763" x="412750" y="5810250"/>
          <p14:tracePt t="122779" x="412750" y="5791200"/>
          <p14:tracePt t="122796" x="419100" y="5721350"/>
          <p14:tracePt t="122813" x="425450" y="5594350"/>
          <p14:tracePt t="122829" x="438150" y="5518150"/>
          <p14:tracePt t="122846" x="444500" y="5384800"/>
          <p14:tracePt t="122862" x="444500" y="5257800"/>
          <p14:tracePt t="122879" x="444500" y="5194300"/>
          <p14:tracePt t="122883" x="444500" y="5156200"/>
          <p14:tracePt t="122896" x="444500" y="5118100"/>
          <p14:tracePt t="122912" x="444500" y="5054600"/>
          <p14:tracePt t="122929" x="444500" y="5035550"/>
          <p14:tracePt t="122946" x="438150" y="5016500"/>
          <p14:tracePt t="122962" x="438150" y="5003800"/>
          <p14:tracePt t="123043" x="438150" y="5010150"/>
          <p14:tracePt t="123064" x="438150" y="5022850"/>
          <p14:tracePt t="123071" x="438150" y="5029200"/>
          <p14:tracePt t="123081" x="438150" y="5041900"/>
          <p14:tracePt t="123095" x="438150" y="5060950"/>
          <p14:tracePt t="123112" x="425450" y="5086350"/>
          <p14:tracePt t="123128" x="412750" y="5181600"/>
          <p14:tracePt t="123145" x="400050" y="5327650"/>
          <p14:tracePt t="123162" x="393700" y="5480050"/>
          <p14:tracePt t="123179" x="381000" y="5556250"/>
          <p14:tracePt t="123195" x="374650" y="5695950"/>
          <p14:tracePt t="123212" x="361950" y="5803900"/>
          <p14:tracePt t="123228" x="361950" y="5842000"/>
          <p14:tracePt t="123245" x="361950" y="5886450"/>
          <p14:tracePt t="123261" x="361950" y="5899150"/>
          <p14:tracePt t="123294" x="361950" y="5905500"/>
          <p14:tracePt t="123331" x="374650" y="5905500"/>
          <p14:tracePt t="123373" x="374650" y="5899150"/>
          <p14:tracePt t="123380" x="381000" y="5892800"/>
          <p14:tracePt t="123395" x="387350" y="5880100"/>
          <p14:tracePt t="123411" x="387350" y="5867400"/>
          <p14:tracePt t="123427" x="393700" y="5835650"/>
          <p14:tracePt t="123444" x="412750" y="5765800"/>
          <p14:tracePt t="123461" x="412750" y="5727700"/>
          <p14:tracePt t="123478" x="419100" y="5607050"/>
          <p14:tracePt t="123494" x="419100" y="5492750"/>
          <p14:tracePt t="123510" x="425450" y="5435600"/>
          <p14:tracePt t="123527" x="438150" y="5334000"/>
          <p14:tracePt t="123544" x="438150" y="5270500"/>
          <p14:tracePt t="123560" x="438150" y="5251450"/>
          <p14:tracePt t="123578" x="438150" y="5226050"/>
          <p14:tracePt t="123640" x="438150" y="5232400"/>
          <p14:tracePt t="123654" x="431800" y="5245100"/>
          <p14:tracePt t="123662" x="425450" y="5257800"/>
          <p14:tracePt t="123677" x="419100" y="5276850"/>
          <p14:tracePt t="123693" x="400050" y="5321300"/>
          <p14:tracePt t="123711" x="374650" y="5518150"/>
          <p14:tracePt t="123726" x="361950" y="5594350"/>
          <p14:tracePt t="123742" x="355600" y="5670550"/>
          <p14:tracePt t="123760" x="355600" y="5784850"/>
          <p14:tracePt t="123776" x="349250" y="5854700"/>
          <p14:tracePt t="123793" x="349250" y="5873750"/>
          <p14:tracePt t="123810" x="349250" y="5899150"/>
          <p14:tracePt t="123907" x="349250" y="5886450"/>
          <p14:tracePt t="123913" x="355600" y="5873750"/>
          <p14:tracePt t="123926" x="355600" y="5861050"/>
          <p14:tracePt t="123943" x="361950" y="5810250"/>
          <p14:tracePt t="123959" x="374650" y="5772150"/>
          <p14:tracePt t="123975" x="381000" y="5727700"/>
          <p14:tracePt t="123992" x="406400" y="5581650"/>
          <p14:tracePt t="124009" x="419100" y="5530850"/>
          <p14:tracePt t="124026" x="431800" y="5422900"/>
          <p14:tracePt t="124042" x="450850" y="5378450"/>
          <p14:tracePt t="124058" x="457200" y="5308600"/>
          <p14:tracePt t="124075" x="463550" y="5270500"/>
          <p14:tracePt t="124092" x="476250" y="5245100"/>
          <p14:tracePt t="124108" x="482600" y="5213350"/>
          <p14:tracePt t="124126" x="495300" y="5181600"/>
          <p14:tracePt t="124142" x="501650" y="5162550"/>
          <p14:tracePt t="124158" x="514350" y="5118100"/>
          <p14:tracePt t="124175" x="539750" y="5080000"/>
          <p14:tracePt t="124191" x="558800" y="5054600"/>
          <p14:tracePt t="124208" x="615950" y="4984750"/>
          <p14:tracePt t="124225" x="692150" y="4883150"/>
          <p14:tracePt t="124242" x="755650" y="4813300"/>
          <p14:tracePt t="124258" x="901700" y="4635500"/>
          <p14:tracePt t="124274" x="1143000" y="4387850"/>
          <p14:tracePt t="124291" x="1263650" y="4267200"/>
          <p14:tracePt t="124308" x="1587500" y="3943350"/>
          <p14:tracePt t="124325" x="1758950" y="3790950"/>
          <p14:tracePt t="124341" x="2038350" y="3498850"/>
          <p14:tracePt t="124357" x="2266950" y="3257550"/>
          <p14:tracePt t="124374" x="2349500" y="3149600"/>
          <p14:tracePt t="124391" x="2520950" y="2863850"/>
          <p14:tracePt t="124407" x="2552700" y="2774950"/>
          <p14:tracePt t="124424" x="2603500" y="2660650"/>
          <p14:tracePt t="124442" x="2609850" y="2647950"/>
          <p14:tracePt t="124801" x="2641600" y="2635250"/>
          <p14:tracePt t="124807" x="2679700" y="2597150"/>
          <p14:tracePt t="124814" x="2730500" y="2571750"/>
          <p14:tracePt t="124829" x="2813050" y="2540000"/>
          <p14:tracePt t="124839" x="2895600" y="2508250"/>
          <p14:tracePt t="124855" x="2971800" y="2482850"/>
          <p14:tracePt t="124872" x="3155950" y="2432050"/>
          <p14:tracePt t="124889" x="3340100" y="2387600"/>
          <p14:tracePt t="124906" x="3492500" y="2362200"/>
          <p14:tracePt t="124922" x="3575050" y="2349500"/>
          <p14:tracePt t="124939" x="3638550" y="2349500"/>
          <p14:tracePt t="124956" x="3841750" y="2343150"/>
          <p14:tracePt t="124972" x="3924300" y="2330450"/>
          <p14:tracePt t="124989" x="3987800" y="2311400"/>
          <p14:tracePt t="125005" x="4095750" y="2305050"/>
          <p14:tracePt t="125022" x="4222750" y="2273300"/>
          <p14:tracePt t="125039" x="4343400" y="2247900"/>
          <p14:tracePt t="125055" x="4387850" y="2228850"/>
          <p14:tracePt t="125072" x="4476750" y="2197100"/>
          <p14:tracePt t="125089" x="4552950" y="2152650"/>
          <p14:tracePt t="125105" x="4572000" y="2127250"/>
          <p14:tracePt t="125121" x="4597400" y="2108200"/>
          <p14:tracePt t="125138" x="4635500" y="2051050"/>
          <p14:tracePt t="125155" x="4648200" y="2025650"/>
          <p14:tracePt t="125172" x="4660900" y="2000250"/>
          <p14:tracePt t="125188" x="4686300" y="1949450"/>
          <p14:tracePt t="125204" x="4692650" y="1911350"/>
          <p14:tracePt t="125222" x="4692650" y="1885950"/>
          <p14:tracePt t="125238" x="4692650" y="1873250"/>
          <p14:tracePt t="125254" x="4692650" y="1866900"/>
          <p14:tracePt t="125271" x="4692650" y="1847850"/>
          <p14:tracePt t="125304" x="4686300" y="1847850"/>
          <p14:tracePt t="125321" x="4679950" y="1835150"/>
          <p14:tracePt t="125354" x="4679950" y="1828800"/>
          <p14:tracePt t="125383" x="4673600" y="1822450"/>
          <p14:tracePt t="125390" x="4667250" y="1822450"/>
          <p14:tracePt t="125406" x="4667250" y="1816100"/>
          <p14:tracePt t="125420" x="4654550" y="1816100"/>
          <p14:tracePt t="125454" x="4641850" y="1816100"/>
          <p14:tracePt t="125470" x="4635500" y="1816100"/>
          <p14:tracePt t="125487" x="4616450" y="1816100"/>
          <p14:tracePt t="125504" x="4591050" y="1816100"/>
          <p14:tracePt t="125520" x="4559300" y="1816100"/>
          <p14:tracePt t="125538" x="4533900" y="1816100"/>
          <p14:tracePt t="125553" x="4521200" y="1816100"/>
          <p14:tracePt t="125570" x="4508500" y="1816100"/>
          <p14:tracePt t="125587" x="4489450" y="1809750"/>
          <p14:tracePt t="125603" x="4483100" y="1809750"/>
          <p14:tracePt t="125637" x="4476750" y="1803400"/>
          <p14:tracePt t="125653" x="4476750" y="1797050"/>
          <p14:tracePt t="125678" x="4476750" y="1790700"/>
          <p14:tracePt t="125713" x="4476750" y="1784350"/>
          <p14:tracePt t="125728" x="4476750" y="1778000"/>
          <p14:tracePt t="125748" x="4483100" y="1771650"/>
          <p14:tracePt t="125790" x="4483100" y="1765300"/>
          <p14:tracePt t="125797" x="4489450" y="1758950"/>
          <p14:tracePt t="125820" x="4489450" y="1752600"/>
          <p14:tracePt t="125840" x="4495800" y="1752600"/>
          <p14:tracePt t="125861" x="4502150" y="1746250"/>
          <p14:tracePt t="125882" x="4502150" y="1739900"/>
          <p14:tracePt t="125889" x="4508500" y="1739900"/>
          <p14:tracePt t="125924" x="4514850" y="1739900"/>
          <p14:tracePt t="125952" x="4521200" y="1739900"/>
          <p14:tracePt t="125959" x="4521200" y="1733550"/>
          <p14:tracePt t="126043" x="4508500" y="1733550"/>
          <p14:tracePt t="126051" x="4495800" y="1733550"/>
          <p14:tracePt t="126064" x="4489450" y="1739900"/>
          <p14:tracePt t="126071" x="4476750" y="1739900"/>
          <p14:tracePt t="126085" x="4457700" y="1746250"/>
          <p14:tracePt t="126101" x="4413250" y="1765300"/>
          <p14:tracePt t="126118" x="4394200" y="1771650"/>
          <p14:tracePt t="126135" x="4343400" y="1784350"/>
          <p14:tracePt t="126151" x="4305300" y="1790700"/>
          <p14:tracePt t="126168" x="4292600" y="1797050"/>
          <p14:tracePt t="126184" x="4273550" y="1803400"/>
          <p14:tracePt t="126201" x="4267200" y="1803400"/>
          <p14:tracePt t="126218" x="4254500" y="1803400"/>
          <p14:tracePt t="126251" x="4248150" y="1803400"/>
          <p14:tracePt t="126289" x="4248150" y="1809750"/>
          <p14:tracePt t="126380" x="4248150" y="1816100"/>
          <p14:tracePt t="126556" x="4248150" y="1822450"/>
          <p14:tracePt t="126612" x="4241800" y="1822450"/>
          <p14:tracePt t="126654" x="4241800" y="1828800"/>
          <p14:tracePt t="126703" x="4241800" y="1835150"/>
          <p14:tracePt t="126781" x="4248150" y="1835150"/>
          <p14:tracePt t="126801" x="4254500" y="1835150"/>
          <p14:tracePt t="126837" x="4260850" y="1835150"/>
          <p14:tracePt t="126872" x="4260850" y="1828800"/>
          <p14:tracePt t="126963" x="4254500" y="1828800"/>
          <p14:tracePt t="126977" x="4248150" y="1828800"/>
          <p14:tracePt t="126984" x="4241800" y="1828800"/>
          <p14:tracePt t="126998" x="4216400" y="1828800"/>
          <p14:tracePt t="127015" x="4159250" y="1828800"/>
          <p14:tracePt t="127032" x="4095750" y="1828800"/>
          <p14:tracePt t="127048" x="3956050" y="1828800"/>
          <p14:tracePt t="127065" x="3790950" y="1828800"/>
          <p14:tracePt t="127082" x="3625850" y="1828800"/>
          <p14:tracePt t="127098" x="3536950" y="1828800"/>
          <p14:tracePt t="127115" x="3454400" y="1816100"/>
          <p14:tracePt t="127132" x="3263900" y="1797050"/>
          <p14:tracePt t="127148" x="3206750" y="1790700"/>
          <p14:tracePt t="127164" x="3168650" y="1790700"/>
          <p14:tracePt t="127181" x="3098800" y="1784350"/>
          <p14:tracePt t="127197" x="3060700" y="1778000"/>
          <p14:tracePt t="127215" x="3035300" y="1778000"/>
          <p14:tracePt t="127231" x="3022600" y="1778000"/>
          <p14:tracePt t="127248" x="2997200" y="1778000"/>
          <p14:tracePt t="127265" x="2971800" y="1778000"/>
          <p14:tracePt t="127280" x="2952750" y="1778000"/>
          <p14:tracePt t="127297" x="2933700" y="1778000"/>
          <p14:tracePt t="127314" x="2901950" y="1784350"/>
          <p14:tracePt t="127331" x="2889250" y="1784350"/>
          <p14:tracePt t="127348" x="2863850" y="1790700"/>
          <p14:tracePt t="127363" x="2838450" y="1797050"/>
          <p14:tracePt t="127380" x="2832100" y="1797050"/>
          <p14:tracePt t="127397" x="2825750" y="1803400"/>
          <p14:tracePt t="127855" x="2832100" y="1797050"/>
          <p14:tracePt t="127869" x="2857500" y="1790700"/>
          <p14:tracePt t="127876" x="2870200" y="1784350"/>
          <p14:tracePt t="127890" x="2882900" y="1778000"/>
          <p14:tracePt t="127898" x="2901950" y="1771650"/>
          <p14:tracePt t="127912" x="2914650" y="1758950"/>
          <p14:tracePt t="127929" x="2946400" y="1746250"/>
          <p14:tracePt t="127947" x="2959100" y="1746250"/>
          <p14:tracePt t="128009" x="2952750" y="1752600"/>
          <p14:tracePt t="128030" x="2946400" y="1765300"/>
          <p14:tracePt t="128037" x="2933700" y="1771650"/>
          <p14:tracePt t="128045" x="2914650" y="1778000"/>
          <p14:tracePt t="128061" x="2895600" y="1790700"/>
          <p14:tracePt t="128078" x="2876550" y="1816100"/>
          <p14:tracePt t="128094" x="2800350" y="1854200"/>
          <p14:tracePt t="128111" x="2698750" y="1924050"/>
          <p14:tracePt t="128128" x="2635250" y="1949450"/>
          <p14:tracePt t="128144" x="2609850" y="1974850"/>
          <p14:tracePt t="128161" x="2571750" y="1993900"/>
          <p14:tracePt t="128178" x="2552700" y="2000250"/>
          <p14:tracePt t="128194" x="2546350" y="2000250"/>
          <p14:tracePt t="128211" x="2540000" y="2000250"/>
          <p14:tracePt t="128276" x="2540000" y="1993900"/>
          <p14:tracePt t="128290" x="2546350" y="1993900"/>
          <p14:tracePt t="128297" x="2546350" y="1987550"/>
          <p14:tracePt t="128313" x="2546350" y="1981200"/>
          <p14:tracePt t="128327" x="2546350" y="1962150"/>
          <p14:tracePt t="128343" x="2546350" y="1949450"/>
          <p14:tracePt t="128360" x="2546350" y="1917700"/>
          <p14:tracePt t="128377" x="2546350" y="1898650"/>
          <p14:tracePt t="128393" x="2540000" y="1854200"/>
          <p14:tracePt t="128410" x="2533650" y="1816100"/>
          <p14:tracePt t="128427" x="2533650" y="1803400"/>
          <p14:tracePt t="128430" x="2533650" y="1784350"/>
          <p14:tracePt t="128444" x="2533650" y="1778000"/>
          <p14:tracePt t="128460" x="2533650" y="1765300"/>
          <p14:tracePt t="128477" x="2533650" y="1758950"/>
          <p14:tracePt t="128493" x="2540000" y="1758950"/>
          <p14:tracePt t="128510" x="2552700" y="1758950"/>
          <p14:tracePt t="128526" x="2565400" y="1765300"/>
          <p14:tracePt t="128543" x="2597150" y="1778000"/>
          <p14:tracePt t="128560" x="2679700" y="1822450"/>
          <p14:tracePt t="128577" x="2794000" y="1892300"/>
          <p14:tracePt t="128593" x="2851150" y="1917700"/>
          <p14:tracePt t="128609" x="2952750" y="1993900"/>
          <p14:tracePt t="128627" x="3054350" y="2057400"/>
          <p14:tracePt t="128642" x="3098800" y="2082800"/>
          <p14:tracePt t="128659" x="3130550" y="2101850"/>
          <p14:tracePt t="128676" x="3187700" y="2127250"/>
          <p14:tracePt t="128692" x="3200400" y="2127250"/>
          <p14:tracePt t="128726" x="3213100" y="2127250"/>
          <p14:tracePt t="128742" x="3219450" y="2127250"/>
          <p14:tracePt t="128759" x="3225800" y="2127250"/>
          <p14:tracePt t="128775" x="3232150" y="2127250"/>
          <p14:tracePt t="128809" x="3232150" y="2120900"/>
          <p14:tracePt t="128830" x="3238500" y="2114550"/>
          <p14:tracePt t="128842" x="3251200" y="2114550"/>
          <p14:tracePt t="128859" x="3270250" y="2108200"/>
          <p14:tracePt t="128875" x="3289300" y="2108200"/>
          <p14:tracePt t="128892" x="3346450" y="2101850"/>
          <p14:tracePt t="128908" x="3441700" y="2082800"/>
          <p14:tracePt t="128925" x="3511550" y="2076450"/>
          <p14:tracePt t="128929" x="3575050" y="2063750"/>
          <p14:tracePt t="128944" x="3651250" y="2057400"/>
          <p14:tracePt t="128958" x="3822700" y="2032000"/>
          <p14:tracePt t="128975" x="3898900" y="2025650"/>
          <p14:tracePt t="128992" x="4038600" y="2006600"/>
          <p14:tracePt t="129008" x="4095750" y="1993900"/>
          <p14:tracePt t="129025" x="4171950" y="1987550"/>
          <p14:tracePt t="129042" x="4248150" y="1974850"/>
          <p14:tracePt t="129058" x="4267200" y="1955800"/>
          <p14:tracePt t="129074" x="4298950" y="1943100"/>
          <p14:tracePt t="129091" x="4324350" y="1936750"/>
          <p14:tracePt t="129107" x="4330700" y="1936750"/>
          <p14:tracePt t="129125" x="4343400" y="1930400"/>
          <p14:tracePt t="129210" x="4337050" y="1930400"/>
          <p14:tracePt t="129259" x="4330700" y="1930400"/>
          <p14:tracePt t="129280" x="4324350" y="1930400"/>
          <p14:tracePt t="129308" x="4318000" y="1930400"/>
          <p14:tracePt t="129329" x="4311650" y="1930400"/>
          <p14:tracePt t="129350" x="4305300" y="1930400"/>
          <p14:tracePt t="129371" x="4298950" y="1930400"/>
          <p14:tracePt t="129392" x="4292600" y="1930400"/>
          <p14:tracePt t="129399" x="4286250" y="1930400"/>
          <p14:tracePt t="129434" x="4273550" y="1930400"/>
          <p14:tracePt t="129441" x="4260850" y="1936750"/>
          <p14:tracePt t="129448" x="4248150" y="1936750"/>
          <p14:tracePt t="129462" x="4229100" y="1943100"/>
          <p14:tracePt t="129473" x="4203700" y="1943100"/>
          <p14:tracePt t="129490" x="4171950" y="1949450"/>
          <p14:tracePt t="129506" x="4159250" y="1949450"/>
          <p14:tracePt t="129523" x="4133850" y="1955800"/>
          <p14:tracePt t="129540" x="4121150" y="1962150"/>
          <p14:tracePt t="129582" x="4127500" y="1968500"/>
          <p14:tracePt t="129590" x="4133850" y="1968500"/>
          <p14:tracePt t="129606" x="4140200" y="1968500"/>
          <p14:tracePt t="129623" x="4146550" y="1968500"/>
          <p14:tracePt t="129639" x="4178300" y="1968500"/>
          <p14:tracePt t="129656" x="4216400" y="1968500"/>
          <p14:tracePt t="129673" x="4260850" y="1968500"/>
          <p14:tracePt t="129689" x="4286250" y="1968500"/>
          <p14:tracePt t="129705" x="4318000" y="1968500"/>
          <p14:tracePt t="129723" x="4343400" y="1962150"/>
          <p14:tracePt t="129758" x="4356100" y="1955800"/>
          <p14:tracePt t="129773" x="4362450" y="1955800"/>
          <p14:tracePt t="129820" x="4362450" y="1949450"/>
          <p14:tracePt t="129862" x="4356100" y="1949450"/>
          <p14:tracePt t="129869" x="4349750" y="1949450"/>
          <p14:tracePt t="129912" x="4343400" y="1943100"/>
          <p14:tracePt t="129933" x="4337050" y="1943100"/>
          <p14:tracePt t="129940" x="4330700" y="1943100"/>
          <p14:tracePt t="129961" x="4324350" y="1943100"/>
          <p14:tracePt t="129975" x="4318000" y="1943100"/>
          <p14:tracePt t="129982" x="4305300" y="1943100"/>
          <p14:tracePt t="129996" x="4298950" y="1943100"/>
          <p14:tracePt t="130005" x="4286250" y="1943100"/>
          <p14:tracePt t="130021" x="4260850" y="1943100"/>
          <p14:tracePt t="130038" x="4216400" y="1936750"/>
          <p14:tracePt t="130054" x="4178300" y="1936750"/>
          <p14:tracePt t="130071" x="4159250" y="1936750"/>
          <p14:tracePt t="130088" x="4140200" y="1936750"/>
          <p14:tracePt t="130105" x="4133850" y="1936750"/>
          <p14:tracePt t="130143" x="4140200" y="1936750"/>
          <p14:tracePt t="130154" x="4146550" y="1936750"/>
          <p14:tracePt t="130171" x="4171950" y="1936750"/>
          <p14:tracePt t="130187" x="4191000" y="1930400"/>
          <p14:tracePt t="130204" x="4216400" y="1924050"/>
          <p14:tracePt t="130221" x="4292600" y="1898650"/>
          <p14:tracePt t="130237" x="4324350" y="1892300"/>
          <p14:tracePt t="130254" x="4343400" y="1885950"/>
          <p14:tracePt t="130270" x="4375150" y="1879600"/>
          <p14:tracePt t="130287" x="4394200" y="1873250"/>
          <p14:tracePt t="130305" x="4400550" y="1873250"/>
          <p14:tracePt t="130347" x="4400550" y="1866900"/>
          <p14:tracePt t="130431" x="4394200" y="1866900"/>
          <p14:tracePt t="130523" x="4387850" y="1866900"/>
          <p14:tracePt t="130544" x="4381500" y="1866900"/>
          <p14:tracePt t="130558" x="4368800" y="1866900"/>
          <p14:tracePt t="130565" x="4362450" y="1866900"/>
          <p14:tracePt t="130572" x="4343400" y="1873250"/>
          <p14:tracePt t="130588" x="4305300" y="1879600"/>
          <p14:tracePt t="130603" x="4235450" y="1911350"/>
          <p14:tracePt t="130619" x="4000500" y="1993900"/>
          <p14:tracePt t="130636" x="3549650" y="2152650"/>
          <p14:tracePt t="130653" x="3251200" y="2286000"/>
          <p14:tracePt t="130669" x="2609850" y="2559050"/>
          <p14:tracePt t="130686" x="1962150" y="2863850"/>
          <p14:tracePt t="130702" x="1714500" y="3003550"/>
          <p14:tracePt t="130719" x="1282700" y="3238500"/>
          <p14:tracePt t="130736" x="1003300" y="3429000"/>
          <p14:tracePt t="130752" x="908050" y="3479800"/>
          <p14:tracePt t="130769" x="730250" y="3594100"/>
          <p14:tracePt t="130785" x="590550" y="3663950"/>
          <p14:tracePt t="130802" x="552450" y="3676650"/>
          <p14:tracePt t="130818" x="495300" y="3702050"/>
          <p14:tracePt t="130835" x="463550" y="3714750"/>
          <p14:tracePt t="130854" x="450850" y="3714750"/>
          <p14:tracePt t="130885" x="444500" y="3714750"/>
          <p14:tracePt t="130916" x="438150" y="3714750"/>
          <p14:tracePt t="130930" x="431800" y="3714750"/>
          <p14:tracePt t="130944" x="425450" y="3714750"/>
          <p14:tracePt t="131258" x="444500" y="3702050"/>
          <p14:tracePt t="131265" x="482600" y="3676650"/>
          <p14:tracePt t="131279" x="539750" y="3638550"/>
          <p14:tracePt t="131286" x="596900" y="3600450"/>
          <p14:tracePt t="131302" x="654050" y="3562350"/>
          <p14:tracePt t="131317" x="781050" y="3473450"/>
          <p14:tracePt t="131333" x="850900" y="3409950"/>
          <p14:tracePt t="131350" x="952500" y="3314700"/>
          <p14:tracePt t="131367" x="1003300" y="3270250"/>
          <p14:tracePt t="131384" x="1104900" y="3175000"/>
          <p14:tracePt t="131400" x="1187450" y="3105150"/>
          <p14:tracePt t="131416" x="1219200" y="3067050"/>
          <p14:tracePt t="131434" x="1276350" y="3022600"/>
          <p14:tracePt t="131450" x="1314450" y="2984500"/>
          <p14:tracePt t="131466" x="1333500" y="2978150"/>
          <p14:tracePt t="131483" x="1377950" y="2933700"/>
          <p14:tracePt t="131499" x="1422400" y="2914650"/>
          <p14:tracePt t="131516" x="1441450" y="2914650"/>
          <p14:tracePt t="131533" x="1498600" y="2895600"/>
          <p14:tracePt t="131549" x="1543050" y="2889250"/>
          <p14:tracePt t="131567" x="1581150" y="2889250"/>
          <p14:tracePt t="131582" x="1612900" y="2895600"/>
          <p14:tracePt t="131599" x="1663700" y="2914650"/>
          <p14:tracePt t="131616" x="1733550" y="2927350"/>
          <p14:tracePt t="131632" x="1758950" y="2927350"/>
          <p14:tracePt t="131649" x="1803400" y="2946400"/>
          <p14:tracePt t="131666" x="1962150" y="2965450"/>
          <p14:tracePt t="131682" x="2025650" y="2984500"/>
          <p14:tracePt t="131699" x="2101850" y="2984500"/>
          <p14:tracePt t="131715" x="2273300" y="3003550"/>
          <p14:tracePt t="131732" x="2463800" y="3028950"/>
          <p14:tracePt t="131749" x="2565400" y="3041650"/>
          <p14:tracePt t="131765" x="2781300" y="3041650"/>
          <p14:tracePt t="131782" x="2959100" y="3028950"/>
          <p14:tracePt t="131799" x="3105150" y="3009900"/>
          <p14:tracePt t="131815" x="3155950" y="3009900"/>
          <p14:tracePt t="131832" x="3194050" y="3009900"/>
          <p14:tracePt t="131848" x="3251200" y="3003550"/>
          <p14:tracePt t="131865" x="3251200" y="2997200"/>
          <p14:tracePt t="131898" x="3251200" y="2990850"/>
          <p14:tracePt t="131914" x="3238500" y="2984500"/>
          <p14:tracePt t="131932" x="3225800" y="2984500"/>
          <p14:tracePt t="131947" x="3219450" y="2984500"/>
          <p14:tracePt t="131964" x="3175000" y="2984500"/>
          <p14:tracePt t="131981" x="3073400" y="2997200"/>
          <p14:tracePt t="131997" x="2990850" y="3003550"/>
          <p14:tracePt t="132014" x="2914650" y="3016250"/>
          <p14:tracePt t="132031" x="2635250" y="3035300"/>
          <p14:tracePt t="132048" x="2546350" y="3035300"/>
          <p14:tracePt t="132064" x="2355850" y="3035300"/>
          <p14:tracePt t="132081" x="2190750" y="3035300"/>
          <p14:tracePt t="132097" x="2101850" y="3035300"/>
          <p14:tracePt t="132115" x="1917700" y="3048000"/>
          <p14:tracePt t="132130" x="1765300" y="3054350"/>
          <p14:tracePt t="132147" x="1701800" y="3067050"/>
          <p14:tracePt t="132164" x="1568450" y="3092450"/>
          <p14:tracePt t="132180" x="1485900" y="3111500"/>
          <p14:tracePt t="132197" x="1466850" y="3117850"/>
          <p14:tracePt t="132214" x="1422400" y="3130550"/>
          <p14:tracePt t="132230" x="1403350" y="3136900"/>
          <p14:tracePt t="132248" x="1397000" y="3143250"/>
          <p14:tracePt t="132280" x="1397000" y="3149600"/>
          <p14:tracePt t="132299" x="1397000" y="3155950"/>
          <p14:tracePt t="132318" x="1397000" y="3162300"/>
          <p14:tracePt t="132424" x="1397000" y="3168650"/>
          <p14:tracePt t="132437" x="1390650" y="3175000"/>
          <p14:tracePt t="132452" x="1390650" y="3181350"/>
          <p14:tracePt t="132473" x="1390650" y="3187700"/>
          <p14:tracePt t="132481" x="1390650" y="3200400"/>
          <p14:tracePt t="132501" x="1390650" y="3206750"/>
          <p14:tracePt t="132521" x="1390650" y="3213100"/>
          <p14:tracePt t="132550" x="1397000" y="3219450"/>
          <p14:tracePt t="132571" x="1403350" y="3225800"/>
          <p14:tracePt t="132578" x="1409700" y="3225800"/>
          <p14:tracePt t="132593" x="1422400" y="3232150"/>
          <p14:tracePt t="132599" x="1435100" y="3238500"/>
          <p14:tracePt t="132615" x="1454150" y="3251200"/>
          <p14:tracePt t="132629" x="1485900" y="3257550"/>
          <p14:tracePt t="132645" x="1581150" y="3282950"/>
          <p14:tracePt t="132663" x="1689100" y="3314700"/>
          <p14:tracePt t="132679" x="1746250" y="3333750"/>
          <p14:tracePt t="132696" x="1841500" y="3346450"/>
          <p14:tracePt t="132712" x="1930400" y="3359150"/>
          <p14:tracePt t="132728" x="1962150" y="3359150"/>
          <p14:tracePt t="132746" x="2006600" y="3359150"/>
          <p14:tracePt t="132762" x="2032000" y="3359150"/>
          <p14:tracePt t="132778" x="2038350" y="3359150"/>
          <p14:tracePt t="132796" x="2044700" y="3359150"/>
          <p14:tracePt t="132824" x="2051050" y="3359150"/>
          <p14:tracePt t="132880" x="2051050" y="3352800"/>
          <p14:tracePt t="132972" x="2057400" y="3346450"/>
          <p14:tracePt t="132993" x="2057400" y="3340100"/>
          <p14:tracePt t="133000" x="2063750" y="3340100"/>
          <p14:tracePt t="133014" x="2076450" y="3333750"/>
          <p14:tracePt t="133028" x="2089150" y="3327400"/>
          <p14:tracePt t="133044" x="2127250" y="3314700"/>
          <p14:tracePt t="133061" x="2152650" y="3302000"/>
          <p14:tracePt t="133077" x="2241550" y="3251200"/>
          <p14:tracePt t="133094" x="2292350" y="3213100"/>
          <p14:tracePt t="133111" x="2489200" y="3073400"/>
          <p14:tracePt t="133127" x="2559050" y="3009900"/>
          <p14:tracePt t="133144" x="2686050" y="2895600"/>
          <p14:tracePt t="133161" x="2800350" y="2762250"/>
          <p14:tracePt t="133177" x="2844800" y="2692400"/>
          <p14:tracePt t="133194" x="2889250" y="2622550"/>
          <p14:tracePt t="133210" x="2933700" y="2489200"/>
          <p14:tracePt t="133227" x="2965450" y="2355850"/>
          <p14:tracePt t="133243" x="2971800" y="2317750"/>
          <p14:tracePt t="133260" x="2978150" y="2235200"/>
          <p14:tracePt t="133277" x="2984500" y="2190750"/>
          <p14:tracePt t="133295" x="2997200" y="2165350"/>
          <p14:tracePt t="133310" x="2997200" y="2159000"/>
          <p14:tracePt t="133327" x="2997200" y="2152650"/>
          <p14:tracePt t="133343" x="2997200" y="2146300"/>
          <p14:tracePt t="133376" x="3003550" y="2133600"/>
          <p14:tracePt t="133394" x="3009900" y="2133600"/>
          <p14:tracePt t="133410" x="3009900" y="2127250"/>
          <p14:tracePt t="133426" x="3016250" y="2120900"/>
          <p14:tracePt t="133443" x="3016250" y="2114550"/>
          <p14:tracePt t="133476" x="3022600" y="2108200"/>
          <p14:tracePt t="133493" x="3028950" y="2095500"/>
          <p14:tracePt t="133509" x="3035300" y="2089150"/>
          <p14:tracePt t="133527" x="3035300" y="2082800"/>
          <p14:tracePt t="133554" x="3041650" y="2076450"/>
          <p14:tracePt t="133577" x="3048000" y="2063750"/>
          <p14:tracePt t="133596" x="3054350" y="2057400"/>
          <p14:tracePt t="133618" x="3060700" y="2051050"/>
          <p14:tracePt t="133625" x="3060700" y="2044700"/>
          <p14:tracePt t="133639" x="3073400" y="2044700"/>
          <p14:tracePt t="133646" x="3079750" y="2038350"/>
          <p14:tracePt t="133667" x="3092450" y="2032000"/>
          <p14:tracePt t="133676" x="3105150" y="2032000"/>
          <p14:tracePt t="133691" x="3117850" y="2025650"/>
          <p14:tracePt t="133709" x="3136900" y="2019300"/>
          <p14:tracePt t="133725" x="3155950" y="2019300"/>
          <p14:tracePt t="133758" x="3162300" y="2019300"/>
          <p14:tracePt t="133856" x="3162300" y="2012950"/>
          <p14:tracePt t="133899" x="3162300" y="2006600"/>
          <p14:tracePt t="133948" x="3162300" y="2000250"/>
          <p14:tracePt t="133983" x="3168650" y="2000250"/>
          <p14:tracePt t="134004" x="3175000" y="1993900"/>
          <p14:tracePt t="134018" x="3181350" y="1993900"/>
          <p14:tracePt t="134027" x="3181350" y="1987550"/>
          <p14:tracePt t="134041" x="3187700" y="1987550"/>
          <p14:tracePt t="134058" x="3194050" y="1987550"/>
          <p14:tracePt t="134075" x="3200400" y="1981200"/>
          <p14:tracePt t="134090" x="3213100" y="1974850"/>
          <p14:tracePt t="134107" x="3225800" y="1968500"/>
          <p14:tracePt t="134124" x="3263900" y="1955800"/>
          <p14:tracePt t="134141" x="3314700" y="1936750"/>
          <p14:tracePt t="134158" x="3359150" y="1924050"/>
          <p14:tracePt t="134173" x="3390900" y="1917700"/>
          <p14:tracePt t="134190" x="3409950" y="1911350"/>
          <p14:tracePt t="134207" x="3448050" y="1905000"/>
          <p14:tracePt t="134223" x="3460750" y="1905000"/>
          <p14:tracePt t="134240" x="3467100" y="1898650"/>
          <p14:tracePt t="134257" x="3473450" y="1898650"/>
          <p14:tracePt t="134327" x="3467100" y="1898650"/>
          <p14:tracePt t="134369" x="3460750" y="1898650"/>
          <p14:tracePt t="134785" x="3473450" y="1911350"/>
          <p14:tracePt t="134800" x="3492500" y="1924050"/>
          <p14:tracePt t="134808" x="3524250" y="1930400"/>
          <p14:tracePt t="134822" x="3556000" y="1949450"/>
          <p14:tracePt t="134838" x="3587750" y="1962150"/>
          <p14:tracePt t="134855" x="3638550" y="1987550"/>
          <p14:tracePt t="134871" x="3695700" y="2000250"/>
          <p14:tracePt t="134888" x="3727450" y="2006600"/>
          <p14:tracePt t="134905" x="3771900" y="2012950"/>
          <p14:tracePt t="134921" x="3816350" y="2019300"/>
          <p14:tracePt t="134938" x="3835400" y="2025650"/>
          <p14:tracePt t="134954" x="3886200" y="2025650"/>
          <p14:tracePt t="134971" x="3917950" y="2019300"/>
          <p14:tracePt t="134987" x="3937000" y="2019300"/>
          <p14:tracePt t="135004" x="3962400" y="2012950"/>
          <p14:tracePt t="135020" x="3975100" y="2012950"/>
          <p14:tracePt t="135037" x="3981450" y="2012950"/>
          <p14:tracePt t="135054" x="3994150" y="2012950"/>
          <p14:tracePt t="135070" x="3994150" y="2006600"/>
          <p14:tracePt t="135103" x="4000500" y="2006600"/>
          <p14:tracePt t="135138" x="4006850" y="2006600"/>
          <p14:tracePt t="135172" x="4013200" y="2006600"/>
          <p14:tracePt t="135193" x="4019550" y="2006600"/>
          <p14:tracePt t="135200" x="4025900" y="2006600"/>
          <p14:tracePt t="135206" x="4032250" y="2006600"/>
          <p14:tracePt t="135228" x="4038600" y="2006600"/>
          <p14:tracePt t="135242" x="4044950" y="2006600"/>
          <p14:tracePt t="135253" x="4051300" y="2000250"/>
          <p14:tracePt t="135270" x="4064000" y="1993900"/>
          <p14:tracePt t="135286" x="4070350" y="1993900"/>
          <p14:tracePt t="135303" x="4095750" y="1987550"/>
          <p14:tracePt t="135320" x="4133850" y="1974850"/>
          <p14:tracePt t="135336" x="4146550" y="1968500"/>
          <p14:tracePt t="135353" x="4152900" y="1968500"/>
          <p14:tracePt t="135370" x="4165600" y="1955800"/>
          <p14:tracePt t="135386" x="4171950" y="1955800"/>
          <p14:tracePt t="135403" x="4178300" y="1955800"/>
          <p14:tracePt t="135634" x="4171950" y="1955800"/>
          <p14:tracePt t="135691" x="4165600" y="1955800"/>
          <p14:tracePt t="135720" x="4159250" y="1955800"/>
          <p14:tracePt t="135741" x="4152900" y="1955800"/>
          <p14:tracePt t="135755" x="4146550" y="1955800"/>
          <p14:tracePt t="135761" x="4140200" y="1955800"/>
          <p14:tracePt t="135782" x="4133850" y="1955800"/>
          <p14:tracePt t="135804" x="4127500" y="1955800"/>
          <p14:tracePt t="135811" x="4114800" y="1955800"/>
          <p14:tracePt t="135825" x="4083050" y="1962150"/>
          <p14:tracePt t="135834" x="4064000" y="1968500"/>
          <p14:tracePt t="135851" x="4032250" y="1981200"/>
          <p14:tracePt t="135867" x="3937000" y="2019300"/>
          <p14:tracePt t="135884" x="3797300" y="2076450"/>
          <p14:tracePt t="135901" x="3721100" y="2108200"/>
          <p14:tracePt t="135917" x="3543300" y="2190750"/>
          <p14:tracePt t="135934" x="3371850" y="2279650"/>
          <p14:tracePt t="135952" x="3206750" y="2387600"/>
          <p14:tracePt t="135967" x="3162300" y="2419350"/>
          <p14:tracePt t="135984" x="3022600" y="2520950"/>
          <p14:tracePt t="136001" x="2908300" y="2609850"/>
          <p14:tracePt t="136017" x="2838450" y="2660650"/>
          <p14:tracePt t="136034" x="2781300" y="2705100"/>
          <p14:tracePt t="136037" x="2717800" y="2768600"/>
          <p14:tracePt t="136050" x="2578100" y="2908300"/>
          <p14:tracePt t="136067" x="2501900" y="2971800"/>
          <p14:tracePt t="136084" x="2393950" y="3111500"/>
          <p14:tracePt t="136100" x="2330450" y="3181350"/>
          <p14:tracePt t="136117" x="2235200" y="3289300"/>
          <p14:tracePt t="136134" x="2127250" y="3403600"/>
          <p14:tracePt t="136150" x="2070100" y="3460750"/>
          <p14:tracePt t="136167" x="1962150" y="3594100"/>
          <p14:tracePt t="136184" x="1892300" y="3670300"/>
          <p14:tracePt t="136200" x="1854200" y="3708400"/>
          <p14:tracePt t="136217" x="1816100" y="3759200"/>
          <p14:tracePt t="136233" x="1784350" y="3797300"/>
          <p14:tracePt t="136250" x="1765300" y="3816350"/>
          <p14:tracePt t="136267" x="1739900" y="3841750"/>
          <p14:tracePt t="136282" x="1714500" y="3854450"/>
          <p14:tracePt t="136299" x="1701800" y="3854450"/>
          <p14:tracePt t="136317" x="1682750" y="3854450"/>
          <p14:tracePt t="136333" x="1676400" y="3848100"/>
          <p14:tracePt t="136349" x="1676400" y="3841750"/>
          <p14:tracePt t="136366" x="1663700" y="3822700"/>
          <p14:tracePt t="136382" x="1657350" y="3797300"/>
          <p14:tracePt t="136399" x="1657350" y="3771900"/>
          <p14:tracePt t="136778" x="1638300" y="3771900"/>
          <p14:tracePt t="136785" x="1612900" y="3771900"/>
          <p14:tracePt t="136798" x="1587500" y="3771900"/>
          <p14:tracePt t="136815" x="1530350" y="3765550"/>
          <p14:tracePt t="136831" x="1498600" y="3765550"/>
          <p14:tracePt t="136849" x="1441450" y="3765550"/>
          <p14:tracePt t="136864" x="1384300" y="3759200"/>
          <p14:tracePt t="136881" x="1358900" y="3759200"/>
          <p14:tracePt t="136898" x="1301750" y="3759200"/>
          <p14:tracePt t="136915" x="1276350" y="3759200"/>
          <p14:tracePt t="136930" x="1238250" y="3746500"/>
          <p14:tracePt t="136947" x="1212850" y="3746500"/>
          <p14:tracePt t="136964" x="1193800" y="3740150"/>
          <p14:tracePt t="136982" x="1181100" y="3740150"/>
          <p14:tracePt t="136997" x="1174750" y="3740150"/>
          <p14:tracePt t="137073" x="1174750" y="3733800"/>
          <p14:tracePt t="137094" x="1181100" y="3733800"/>
          <p14:tracePt t="137108" x="1187450" y="3733800"/>
          <p14:tracePt t="137129" x="1193800" y="3733800"/>
          <p14:tracePt t="137135" x="1206500" y="3733800"/>
          <p14:tracePt t="137157" x="1225550" y="3733800"/>
          <p14:tracePt t="137166" x="1244600" y="3733800"/>
          <p14:tracePt t="137180" x="1276350" y="3733800"/>
          <p14:tracePt t="137196" x="1314450" y="3733800"/>
          <p14:tracePt t="137214" x="1422400" y="3721100"/>
          <p14:tracePt t="137230" x="1460500" y="3721100"/>
          <p14:tracePt t="137246" x="1498600" y="3721100"/>
          <p14:tracePt t="137263" x="1568450" y="3727450"/>
          <p14:tracePt t="137279" x="1619250" y="3727450"/>
          <p14:tracePt t="137296" x="1638300" y="3727450"/>
          <p14:tracePt t="137313" x="1663700" y="3727450"/>
          <p14:tracePt t="137330" x="1676400" y="3721100"/>
          <p14:tracePt t="137347" x="1682750" y="3721100"/>
          <p14:tracePt t="137379" x="1689100" y="3714750"/>
          <p14:tracePt t="137761" x="1695450" y="3714750"/>
          <p14:tracePt t="137775" x="1701800" y="3714750"/>
          <p14:tracePt t="137796" x="1708150" y="3714750"/>
          <p14:tracePt t="137831" x="1714500" y="3714750"/>
          <p14:tracePt t="137838" x="1720850" y="3714750"/>
          <p14:tracePt t="137867" x="1727200" y="3714750"/>
          <p14:tracePt t="137888" x="1739900" y="3714750"/>
          <p14:tracePt t="137909" x="1746250" y="3714750"/>
          <p14:tracePt t="137916" x="1752600" y="3714750"/>
          <p14:tracePt t="137951" x="1758950" y="3714750"/>
          <p14:tracePt t="137965" x="1765300" y="3714750"/>
          <p14:tracePt t="137979" x="1778000" y="3721100"/>
          <p14:tracePt t="137986" x="1784350" y="3721100"/>
          <p14:tracePt t="138000" x="1803400" y="3727450"/>
          <p14:tracePt t="138014" x="1822450" y="3727450"/>
          <p14:tracePt t="138028" x="1841500" y="3733800"/>
          <p14:tracePt t="138043" x="1860550" y="3733800"/>
          <p14:tracePt t="138060" x="1885950" y="3740150"/>
          <p14:tracePt t="138078" x="1936750" y="3746500"/>
          <p14:tracePt t="138093" x="1955800" y="3746500"/>
          <p14:tracePt t="138110" x="1974850" y="3746500"/>
          <p14:tracePt t="138127" x="2006600" y="3752850"/>
          <p14:tracePt t="138143" x="2012950" y="3752850"/>
          <p14:tracePt t="138160" x="2032000" y="3752850"/>
          <p14:tracePt t="138196" x="2038350" y="3752850"/>
          <p14:tracePt t="138209" x="2038350" y="3759200"/>
          <p14:tracePt t="138239" x="2044700" y="3759200"/>
          <p14:tracePt t="138266" x="2051050" y="3759200"/>
          <p14:tracePt t="138288" x="2057400" y="3759200"/>
          <p14:tracePt t="138302" x="2063750" y="3759200"/>
          <p14:tracePt t="138316" x="2070100" y="3759200"/>
          <p14:tracePt t="138326" x="2076450" y="3759200"/>
          <p14:tracePt t="138342" x="2095500" y="3765550"/>
          <p14:tracePt t="138359" x="2114550" y="3765550"/>
          <p14:tracePt t="138376" x="2159000" y="3765550"/>
          <p14:tracePt t="138393" x="2197100" y="3765550"/>
          <p14:tracePt t="138409" x="2254250" y="3765550"/>
          <p14:tracePt t="138425" x="2343150" y="3765550"/>
          <p14:tracePt t="138443" x="2393950" y="3765550"/>
          <p14:tracePt t="138459" x="2457450" y="3765550"/>
          <p14:tracePt t="138475" x="2508250" y="3765550"/>
          <p14:tracePt t="138492" x="2616200" y="3765550"/>
          <p14:tracePt t="138508" x="2654300" y="3765550"/>
          <p14:tracePt t="138525" x="2692400" y="3765550"/>
          <p14:tracePt t="138542" x="2762250" y="3765550"/>
          <p14:tracePt t="138558" x="2787650" y="3765550"/>
          <p14:tracePt t="138575" x="2819400" y="3765550"/>
          <p14:tracePt t="138591" x="2857500" y="3765550"/>
          <p14:tracePt t="138608" x="2876550" y="3759200"/>
          <p14:tracePt t="138626" x="2908300" y="3759200"/>
          <p14:tracePt t="138641" x="2933700" y="3759200"/>
          <p14:tracePt t="138658" x="2946400" y="3759200"/>
          <p14:tracePt t="138675" x="2971800" y="3746500"/>
          <p14:tracePt t="138691" x="2978150" y="3746500"/>
          <p14:tracePt t="138708" x="2978150" y="3740150"/>
          <p14:tracePt t="138725" x="2990850" y="3740150"/>
          <p14:tracePt t="138741" x="2997200" y="3740150"/>
          <p14:tracePt t="138779" x="2990850" y="3740150"/>
          <p14:tracePt t="138793" x="2984500" y="3740150"/>
          <p14:tracePt t="138815" x="2978150" y="3733800"/>
          <p14:tracePt t="138829" x="2971800" y="3733800"/>
          <p14:tracePt t="138843" x="2959100" y="3733800"/>
          <p14:tracePt t="138858" x="2940050" y="3733800"/>
          <p14:tracePt t="138871" x="2901950" y="3733800"/>
          <p14:tracePt t="138885" x="2851150" y="3733800"/>
          <p14:tracePt t="138893" x="2774950" y="3733800"/>
          <p14:tracePt t="138908" x="2686050" y="3733800"/>
          <p14:tracePt t="138924" x="2597150" y="3733800"/>
          <p14:tracePt t="138941" x="2374900" y="3752850"/>
          <p14:tracePt t="138957" x="2260600" y="3765550"/>
          <p14:tracePt t="138973" x="2146300" y="3771900"/>
          <p14:tracePt t="138990" x="1917700" y="3797300"/>
          <p14:tracePt t="139007" x="1701800" y="3835400"/>
          <p14:tracePt t="139023" x="1612900" y="3848100"/>
          <p14:tracePt t="139040" x="1371600" y="3905250"/>
          <p14:tracePt t="139056" x="1320800" y="3924300"/>
          <p14:tracePt t="139074" x="1263650" y="3949700"/>
          <p14:tracePt t="139089" x="1174750" y="3994150"/>
          <p14:tracePt t="139107" x="1111250" y="4038600"/>
          <p14:tracePt t="139124" x="1035050" y="4064000"/>
          <p14:tracePt t="139140" x="1016000" y="4070350"/>
          <p14:tracePt t="139156" x="990600" y="4083050"/>
          <p14:tracePt t="139173" x="971550" y="4095750"/>
          <p14:tracePt t="139189" x="958850" y="4102100"/>
          <p14:tracePt t="139206" x="952500" y="4108450"/>
          <p14:tracePt t="139454" x="958850" y="4108450"/>
          <p14:tracePt t="139496" x="965200" y="4108450"/>
          <p14:tracePt t="139523" x="971550" y="4108450"/>
          <p14:tracePt t="139531" x="977900" y="4108450"/>
          <p14:tracePt t="139594" x="984250" y="4108450"/>
          <p14:tracePt t="139601" x="990600" y="4108450"/>
          <p14:tracePt t="139615" x="996950" y="4108450"/>
          <p14:tracePt t="139624" x="1003300" y="4108450"/>
          <p14:tracePt t="139643" x="1016000" y="4108450"/>
          <p14:tracePt t="139658" x="1028700" y="4108450"/>
          <p14:tracePt t="139672" x="1060450" y="4108450"/>
          <p14:tracePt t="139688" x="1079500" y="4108450"/>
          <p14:tracePt t="139706" x="1104900" y="4108450"/>
          <p14:tracePt t="139720" x="1149350" y="4108450"/>
          <p14:tracePt t="139738" x="1200150" y="4108450"/>
          <p14:tracePt t="139756" x="1244600" y="4108450"/>
          <p14:tracePt t="139771" x="1263650" y="4108450"/>
          <p14:tracePt t="139787" x="1308100" y="4108450"/>
          <p14:tracePt t="139805" x="1333500" y="4108450"/>
          <p14:tracePt t="139821" x="1346200" y="4108450"/>
          <p14:tracePt t="139837" x="1365250" y="4108450"/>
          <p14:tracePt t="139854" x="1371600" y="4114800"/>
          <p14:tracePt t="139870" x="1377950" y="4114800"/>
          <p14:tracePt t="139887" x="1397000" y="4114800"/>
          <p14:tracePt t="139904" x="1409700" y="4114800"/>
          <p14:tracePt t="139921" x="1416050" y="4114800"/>
          <p14:tracePt t="139937" x="1422400" y="4114800"/>
          <p14:tracePt t="139953" x="1441450" y="4114800"/>
          <p14:tracePt t="139970" x="1447800" y="4114800"/>
          <p14:tracePt t="140022" x="1454150" y="4114800"/>
          <p14:tracePt t="140064" x="1460500" y="4114800"/>
          <p14:tracePt t="140085" x="1466850" y="4114800"/>
          <p14:tracePt t="140092" x="1473200" y="4114800"/>
          <p14:tracePt t="140134" x="1479550" y="4114800"/>
          <p14:tracePt t="140155" x="1485900" y="4114800"/>
          <p14:tracePt t="140183" x="1492250" y="4114800"/>
          <p14:tracePt t="140204" x="1498600" y="4114800"/>
          <p14:tracePt t="140253" x="1504950" y="4114800"/>
          <p14:tracePt t="140289" x="1511300" y="4114800"/>
          <p14:tracePt t="140296" x="1517650" y="4114800"/>
          <p14:tracePt t="140325" x="1524000" y="4114800"/>
          <p14:tracePt t="140366" x="1530350" y="4114800"/>
          <p14:tracePt t="140395" x="1536700" y="4114800"/>
          <p14:tracePt t="140416" x="1543050" y="4108450"/>
          <p14:tracePt t="140437" x="1549400" y="4108450"/>
          <p14:tracePt t="140465" x="1555750" y="4108450"/>
          <p14:tracePt t="140479" x="1562100" y="4108450"/>
          <p14:tracePt t="140507" x="1568450" y="4108450"/>
          <p14:tracePt t="140535" x="1574800" y="4108450"/>
          <p14:tracePt t="140556" x="1581150" y="4108450"/>
          <p14:tracePt t="140577" x="1587500" y="4108450"/>
          <p14:tracePt t="140605" x="1593850" y="4108450"/>
          <p14:tracePt t="140626" x="1600200" y="4108450"/>
          <p14:tracePt t="140655" x="1606550" y="4108450"/>
          <p14:tracePt t="140676" x="1612900" y="4108450"/>
          <p14:tracePt t="140690" x="1619250" y="4108450"/>
          <p14:tracePt t="140696" x="1625600" y="4108450"/>
          <p14:tracePt t="140711" x="1631950" y="4108450"/>
          <p14:tracePt t="140720" x="1638300" y="4108450"/>
          <p14:tracePt t="140734" x="1651000" y="4108450"/>
          <p14:tracePt t="140751" x="1689100" y="4108450"/>
          <p14:tracePt t="140768" x="1727200" y="4108450"/>
          <p14:tracePt t="140784" x="1746250" y="4108450"/>
          <p14:tracePt t="140801" x="1797050" y="4114800"/>
          <p14:tracePt t="140817" x="1847850" y="4114800"/>
          <p14:tracePt t="140834" x="1866900" y="4121150"/>
          <p14:tracePt t="140851" x="1917700" y="4127500"/>
          <p14:tracePt t="140867" x="1955800" y="4127500"/>
          <p14:tracePt t="140884" x="1974850" y="4127500"/>
          <p14:tracePt t="140900" x="2019300" y="4133850"/>
          <p14:tracePt t="140917" x="2044700" y="4133850"/>
          <p14:tracePt t="140933" x="2089150" y="4133850"/>
          <p14:tracePt t="140950" x="2120900" y="4133850"/>
          <p14:tracePt t="140967" x="2133600" y="4133850"/>
          <p14:tracePt t="140984" x="2159000" y="4133850"/>
          <p14:tracePt t="141000" x="2171700" y="4133850"/>
          <p14:tracePt t="141017" x="2178050" y="4133850"/>
          <p14:tracePt t="141034" x="2190750" y="4133850"/>
          <p14:tracePt t="141050" x="2203450" y="4133850"/>
          <p14:tracePt t="141083" x="2209800" y="4133850"/>
          <p14:tracePt t="141111" x="2216150" y="4133850"/>
          <p14:tracePt t="141160" x="2216150" y="4127500"/>
          <p14:tracePt t="141483" x="2222500" y="4121150"/>
          <p14:tracePt t="141490" x="2228850" y="4121150"/>
          <p14:tracePt t="141498" x="2235200" y="4121150"/>
          <p14:tracePt t="141514" x="2247900" y="4121150"/>
          <p14:tracePt t="141532" x="2260600" y="4114800"/>
          <p14:tracePt t="141548" x="2273300" y="4108450"/>
          <p14:tracePt t="141565" x="2317750" y="4102100"/>
          <p14:tracePt t="141568" x="2336800" y="4095750"/>
          <p14:tracePt t="141583" x="2355850" y="4095750"/>
          <p14:tracePt t="141598" x="2387600" y="4089400"/>
          <p14:tracePt t="141614" x="2438400" y="4076700"/>
          <p14:tracePt t="141631" x="2495550" y="4064000"/>
          <p14:tracePt t="141648" x="2514600" y="4057650"/>
          <p14:tracePt t="141665" x="2571750" y="4051300"/>
          <p14:tracePt t="141681" x="2622550" y="4044950"/>
          <p14:tracePt t="141697" x="2641600" y="4044950"/>
          <p14:tracePt t="141714" x="2679700" y="4044950"/>
          <p14:tracePt t="141731" x="2698750" y="4044950"/>
          <p14:tracePt t="141747" x="2711450" y="4038600"/>
          <p14:tracePt t="141764" x="2724150" y="4038600"/>
          <p14:tracePt t="141780" x="2736850" y="4038600"/>
          <p14:tracePt t="141981" x="2730500" y="4038600"/>
          <p14:tracePt t="141989" x="2724150" y="4038600"/>
          <p14:tracePt t="142010" x="2717800" y="4038600"/>
          <p14:tracePt t="142038" x="2711450" y="4038600"/>
          <p14:tracePt t="142410" x="2749550" y="4038600"/>
          <p14:tracePt t="142424" x="2819400" y="4038600"/>
          <p14:tracePt t="142431" x="2870200" y="4051300"/>
          <p14:tracePt t="142448" x="2921000" y="4051300"/>
          <p14:tracePt t="142461" x="2965450" y="4057650"/>
          <p14:tracePt t="142478" x="3067050" y="4076700"/>
          <p14:tracePt t="142495" x="3136900" y="4076700"/>
          <p14:tracePt t="142511" x="3168650" y="4076700"/>
          <p14:tracePt t="142528" x="3225800" y="4076700"/>
          <p14:tracePt t="142544" x="3282950" y="4076700"/>
          <p14:tracePt t="142561" x="3302000" y="4076700"/>
          <p14:tracePt t="142565" x="3327400" y="4076700"/>
          <p14:tracePt t="142578" x="3340100" y="4076700"/>
          <p14:tracePt t="142594" x="3352800" y="4076700"/>
          <p14:tracePt t="142611" x="3365500" y="4076700"/>
          <p14:tracePt t="142628" x="3378200" y="4076700"/>
          <p14:tracePt t="142644" x="3384550" y="4076700"/>
          <p14:tracePt t="142661" x="3390900" y="4076700"/>
          <p14:tracePt t="142694" x="3397250" y="4076700"/>
          <p14:tracePt t="142714" x="3403600" y="4076700"/>
          <p14:tracePt t="142733" x="3409950" y="4076700"/>
          <p14:tracePt t="142754" x="3416300" y="4076700"/>
          <p14:tracePt t="142775" x="3422650" y="4076700"/>
          <p14:tracePt t="142803" x="3429000" y="4076700"/>
          <p14:tracePt t="142824" x="3435350" y="4076700"/>
          <p14:tracePt t="142831" x="3441700" y="4076700"/>
          <p14:tracePt t="142846" x="3448050" y="4083050"/>
          <p14:tracePt t="142860" x="3454400" y="4083050"/>
          <p14:tracePt t="142877" x="3467100" y="4083050"/>
          <p14:tracePt t="142895" x="3486150" y="4083050"/>
          <p14:tracePt t="142911" x="3498850" y="4083050"/>
          <p14:tracePt t="142927" x="3530600" y="4083050"/>
          <p14:tracePt t="142944" x="3549650" y="4083050"/>
          <p14:tracePt t="142960" x="3562350" y="4083050"/>
          <p14:tracePt t="142977" x="3568700" y="4083050"/>
          <p14:tracePt t="142993" x="3575050" y="4083050"/>
          <p14:tracePt t="143829" x="3556000" y="4083050"/>
          <p14:tracePt t="143836" x="3517900" y="4083050"/>
          <p14:tracePt t="143850" x="3460750" y="4070350"/>
          <p14:tracePt t="143859" x="3397250" y="4064000"/>
          <p14:tracePt t="143874" x="3359150" y="4064000"/>
          <p14:tracePt t="143890" x="3238500" y="4057650"/>
          <p14:tracePt t="143907" x="3111500" y="4038600"/>
          <p14:tracePt t="143923" x="3048000" y="4038600"/>
          <p14:tracePt t="143940" x="2889250" y="4025900"/>
          <p14:tracePt t="143957" x="2711450" y="4006850"/>
          <p14:tracePt t="143973" x="2622550" y="3994150"/>
          <p14:tracePt t="143991" x="2476500" y="3975100"/>
          <p14:tracePt t="144006" x="2368550" y="3962400"/>
          <p14:tracePt t="144023" x="2349500" y="3956050"/>
          <p14:tracePt t="144040" x="2317750" y="3943350"/>
          <p14:tracePt t="144056" x="2305050" y="3943350"/>
          <p14:tracePt t="144073" x="2279650" y="3937000"/>
          <p14:tracePt t="144090" x="2260600" y="3937000"/>
          <p14:tracePt t="144106" x="2247900" y="3937000"/>
          <p14:tracePt t="144122" x="2228850" y="3937000"/>
          <p14:tracePt t="144139" x="2203450" y="3937000"/>
          <p14:tracePt t="144156" x="2190750" y="3937000"/>
          <p14:tracePt t="144173" x="2171700" y="3937000"/>
          <p14:tracePt t="144189" x="2152650" y="3943350"/>
          <p14:tracePt t="144206" x="2139950" y="3943350"/>
          <p14:tracePt t="144222" x="2133600" y="3943350"/>
          <p14:tracePt t="144239" x="2120900" y="3943350"/>
          <p14:tracePt t="144272" x="2114550" y="3943350"/>
          <p14:tracePt t="144531" x="2120900" y="3943350"/>
          <p14:tracePt t="144539" x="2127250" y="3943350"/>
          <p14:tracePt t="144552" x="2133600" y="3943350"/>
          <p14:tracePt t="144559" x="2146300" y="3943350"/>
          <p14:tracePt t="144571" x="2171700" y="3943350"/>
          <p14:tracePt t="144588" x="2241550" y="3930650"/>
          <p14:tracePt t="144604" x="2305050" y="3917950"/>
          <p14:tracePt t="144608" x="2368550" y="3911600"/>
          <p14:tracePt t="144624" x="2451100" y="3898900"/>
          <p14:tracePt t="144638" x="2628900" y="3873500"/>
          <p14:tracePt t="144654" x="2711450" y="3854450"/>
          <p14:tracePt t="144671" x="2800350" y="3841750"/>
          <p14:tracePt t="144687" x="2927350" y="3822700"/>
          <p14:tracePt t="144704" x="3022600" y="3822700"/>
          <p14:tracePt t="144721" x="3079750" y="3822700"/>
          <p14:tracePt t="144737" x="3092450" y="3822700"/>
          <p14:tracePt t="144753" x="3098800" y="3822700"/>
          <p14:tracePt t="144770" x="3105150" y="3822700"/>
          <p14:tracePt t="144812" x="3098800" y="3822700"/>
          <p14:tracePt t="144820" x="3092450" y="3829050"/>
          <p14:tracePt t="144836" x="3086100" y="3829050"/>
          <p14:tracePt t="144854" x="3067050" y="3829050"/>
          <p14:tracePt t="144869" x="3054350" y="3829050"/>
          <p14:tracePt t="144887" x="3041650" y="3829050"/>
          <p14:tracePt t="144904" x="2990850" y="3829050"/>
          <p14:tracePt t="144920" x="2876550" y="3822700"/>
          <p14:tracePt t="144936" x="2813050" y="3822700"/>
          <p14:tracePt t="144953" x="2673350" y="3816350"/>
          <p14:tracePt t="144970" x="2597150" y="3816350"/>
          <p14:tracePt t="144987" x="2489200" y="3816350"/>
          <p14:tracePt t="145003" x="2374900" y="3816350"/>
          <p14:tracePt t="145019" x="2336800" y="3816350"/>
          <p14:tracePt t="145036" x="2254250" y="3816350"/>
          <p14:tracePt t="145052" x="2203450" y="3822700"/>
          <p14:tracePt t="145069" x="2184400" y="3829050"/>
          <p14:tracePt t="145086" x="2171700" y="3829050"/>
          <p14:tracePt t="145102" x="2165350" y="3829050"/>
          <p14:tracePt t="145128" x="2159000" y="3835400"/>
          <p14:tracePt t="145339" x="2203450" y="3835400"/>
          <p14:tracePt t="145353" x="2279650" y="3835400"/>
          <p14:tracePt t="145359" x="2381250" y="3822700"/>
          <p14:tracePt t="145374" x="2508250" y="3810000"/>
          <p14:tracePt t="145384" x="2647950" y="3810000"/>
          <p14:tracePt t="145402" x="2914650" y="3803650"/>
          <p14:tracePt t="145418" x="3041650" y="3778250"/>
          <p14:tracePt t="145434" x="3257550" y="3759200"/>
          <p14:tracePt t="145452" x="3422650" y="3759200"/>
          <p14:tracePt t="145468" x="3467100" y="3752850"/>
          <p14:tracePt t="145484" x="3511550" y="3746500"/>
          <p14:tracePt t="145501" x="3530600" y="3746500"/>
          <p14:tracePt t="145543" x="3524250" y="3746500"/>
          <p14:tracePt t="145563" x="3517900" y="3746500"/>
          <p14:tracePt t="145585" x="3505200" y="3746500"/>
          <p14:tracePt t="145592" x="3498850" y="3746500"/>
          <p14:tracePt t="145606" x="3486150" y="3746500"/>
          <p14:tracePt t="145617" x="3473450" y="3752850"/>
          <p14:tracePt t="145634" x="3422650" y="3752850"/>
          <p14:tracePt t="145650" x="3384550" y="3752850"/>
          <p14:tracePt t="145667" x="3257550" y="3752850"/>
          <p14:tracePt t="145684" x="3079750" y="3752850"/>
          <p14:tracePt t="145700" x="2978150" y="3752850"/>
          <p14:tracePt t="145718" x="2787650" y="3771900"/>
          <p14:tracePt t="145733" x="2597150" y="3778250"/>
          <p14:tracePt t="145750" x="2520950" y="3790950"/>
          <p14:tracePt t="145767" x="2349500" y="3822700"/>
          <p14:tracePt t="145783" x="2203450" y="3848100"/>
          <p14:tracePt t="145800" x="2139950" y="3867150"/>
          <p14:tracePt t="145817" x="2051050" y="3892550"/>
          <p14:tracePt t="145833" x="2012950" y="3898900"/>
          <p14:tracePt t="145850" x="2006600" y="3905250"/>
          <p14:tracePt t="145867" x="1993900" y="3905250"/>
          <p14:tracePt t="145883" x="1993900" y="3911600"/>
          <p14:tracePt t="146315" x="1987550" y="3911600"/>
          <p14:tracePt t="146322" x="1981200" y="3917950"/>
          <p14:tracePt t="146336" x="1968500" y="3917950"/>
          <p14:tracePt t="146348" x="1955800" y="3924300"/>
          <p14:tracePt t="146365" x="1911350" y="3943350"/>
          <p14:tracePt t="146381" x="1892300" y="3949700"/>
          <p14:tracePt t="146398" x="1854200" y="3962400"/>
          <p14:tracePt t="146415" x="1828800" y="3987800"/>
          <p14:tracePt t="146432" x="1822450" y="3987800"/>
          <p14:tracePt t="146448" x="1816100" y="3994150"/>
          <p14:tracePt t="146464" x="1828800" y="4000500"/>
          <p14:tracePt t="146481" x="1841500" y="4000500"/>
          <p14:tracePt t="146498" x="1911350" y="4013200"/>
          <p14:tracePt t="146514" x="1974850" y="4013200"/>
          <p14:tracePt t="146531" x="2139950" y="4019550"/>
          <p14:tracePt t="146547" x="2355850" y="4019550"/>
          <p14:tracePt t="146564" x="2470150" y="4013200"/>
          <p14:tracePt t="146580" x="2698750" y="3994150"/>
          <p14:tracePt t="146597" x="2940050" y="3994150"/>
          <p14:tracePt t="146614" x="3054350" y="3994150"/>
          <p14:tracePt t="146631" x="3206750" y="3975100"/>
          <p14:tracePt t="146647" x="3302000" y="3956050"/>
          <p14:tracePt t="146664" x="3346450" y="3949700"/>
          <p14:tracePt t="146680" x="3403600" y="3924300"/>
          <p14:tracePt t="146697" x="3448050" y="3911600"/>
          <p14:tracePt t="146713" x="3467100" y="3911600"/>
          <p14:tracePt t="146731" x="3492500" y="3905250"/>
          <p14:tracePt t="146747" x="3505200" y="3905250"/>
          <p14:tracePt t="146765" x="3517900" y="3905250"/>
          <p14:tracePt t="146884" x="3511550" y="3905250"/>
          <p14:tracePt t="146919" x="3505200" y="3905250"/>
          <p14:tracePt t="146954" x="3498850" y="3905250"/>
          <p14:tracePt t="146975" x="3492500" y="3905250"/>
          <p14:tracePt t="146997" x="3486150" y="3898900"/>
          <p14:tracePt t="147025" x="3479800" y="3898900"/>
          <p14:tracePt t="147165" x="3473450" y="3898900"/>
          <p14:tracePt t="147200" x="3467100" y="3898900"/>
          <p14:tracePt t="147207" x="3460750" y="3898900"/>
          <p14:tracePt t="147777" x="3460750" y="3886200"/>
          <p14:tracePt t="147791" x="3460750" y="3873500"/>
          <p14:tracePt t="147798" x="3467100" y="3848100"/>
          <p14:tracePt t="147813" x="3486150" y="3822700"/>
          <p14:tracePt t="147827" x="3492500" y="3790950"/>
          <p14:tracePt t="147843" x="3517900" y="3708400"/>
          <p14:tracePt t="147860" x="3524250" y="3651250"/>
          <p14:tracePt t="147877" x="3543300" y="3536950"/>
          <p14:tracePt t="147893" x="3549650" y="3429000"/>
          <p14:tracePt t="147911" x="3549650" y="3263900"/>
          <p14:tracePt t="147926" x="3536950" y="3162300"/>
          <p14:tracePt t="147943" x="3517900" y="2952750"/>
          <p14:tracePt t="147960" x="3454400" y="2724150"/>
          <p14:tracePt t="147976" x="3409950" y="2590800"/>
          <p14:tracePt t="147992" x="3327400" y="2368550"/>
          <p14:tracePt t="148009" x="3232150" y="2146300"/>
          <p14:tracePt t="148026" x="3181350" y="2051050"/>
          <p14:tracePt t="148042" x="3136900" y="1962150"/>
          <p14:tracePt t="148059" x="3016250" y="1714500"/>
          <p14:tracePt t="148075" x="2997200" y="1663700"/>
          <p14:tracePt t="148093" x="2952750" y="1612900"/>
          <p14:tracePt t="148108" x="2933700" y="1593850"/>
          <p14:tracePt t="148125" x="2908300" y="1581150"/>
          <p14:tracePt t="148129" x="2901950" y="1574800"/>
          <p14:tracePt t="148145" x="2882900" y="1568450"/>
          <p14:tracePt t="148158" x="2882900" y="1562100"/>
          <p14:tracePt t="148175" x="2863850" y="1562100"/>
          <p14:tracePt t="148192" x="2838450" y="1562100"/>
          <p14:tracePt t="148208" x="2819400" y="1568450"/>
          <p14:tracePt t="148225" x="2768600" y="1587500"/>
          <p14:tracePt t="148242" x="2686050" y="1600200"/>
          <p14:tracePt t="148258" x="2628900" y="1619250"/>
          <p14:tracePt t="148275" x="2520950" y="1638300"/>
          <p14:tracePt t="148291" x="2413000" y="1676400"/>
          <p14:tracePt t="148308" x="2336800" y="1695450"/>
          <p14:tracePt t="148325" x="2184400" y="1765300"/>
          <p14:tracePt t="148341" x="2038350" y="1822450"/>
          <p14:tracePt t="148358" x="1962150" y="1841500"/>
          <p14:tracePt t="148375" x="1860550" y="1885950"/>
          <p14:tracePt t="148391" x="1828800" y="1905000"/>
          <p14:tracePt t="148408" x="1803400" y="1911350"/>
          <p14:tracePt t="148424" x="1790700" y="1917700"/>
          <p14:tracePt t="148441" x="1784350" y="1917700"/>
          <p14:tracePt t="148542" x="1790700" y="1917700"/>
          <p14:tracePt t="148564" x="1797050" y="1917700"/>
          <p14:tracePt t="148570" x="1803400" y="1917700"/>
          <p14:tracePt t="148585" x="1809750" y="1917700"/>
          <p14:tracePt t="148593" x="1816100" y="1917700"/>
          <p14:tracePt t="148607" x="1822450" y="1911350"/>
          <p14:tracePt t="148624" x="1847850" y="1905000"/>
          <p14:tracePt t="148641" x="1911350" y="1898650"/>
          <p14:tracePt t="148657" x="1962150" y="1898650"/>
          <p14:tracePt t="148673" x="2012950" y="1885950"/>
          <p14:tracePt t="148690" x="2266950" y="1879600"/>
          <p14:tracePt t="148707" x="2336800" y="1866900"/>
          <p14:tracePt t="148723" x="2400300" y="1866900"/>
          <p14:tracePt t="148740" x="2501900" y="1860550"/>
          <p14:tracePt t="148756" x="2571750" y="1847850"/>
          <p14:tracePt t="148774" x="2603500" y="1847850"/>
          <p14:tracePt t="148789" x="2609850" y="1847850"/>
          <p14:tracePt t="148806" x="2622550" y="1847850"/>
          <p14:tracePt t="148823" x="2628900" y="1847850"/>
          <p14:tracePt t="148887" x="2628900" y="1854200"/>
          <p14:tracePt t="148992" x="2635250" y="1854200"/>
          <p14:tracePt t="149013" x="2641600" y="1854200"/>
          <p14:tracePt t="149034" x="2647950" y="1854200"/>
          <p14:tracePt t="149056" x="2654300" y="1854200"/>
          <p14:tracePt t="149062" x="2660650" y="1854200"/>
          <p14:tracePt t="149076" x="2667000" y="1854200"/>
          <p14:tracePt t="149088" x="2673350" y="1854200"/>
          <p14:tracePt t="149105" x="2705100" y="1854200"/>
          <p14:tracePt t="149122" x="2730500" y="1860550"/>
          <p14:tracePt t="149139" x="2800350" y="1873250"/>
          <p14:tracePt t="149155" x="2876550" y="1873250"/>
          <p14:tracePt t="149172" x="2921000" y="1879600"/>
          <p14:tracePt t="149188" x="3009900" y="1879600"/>
          <p14:tracePt t="149204" x="3067050" y="1879600"/>
          <p14:tracePt t="149222" x="3098800" y="1879600"/>
          <p14:tracePt t="149238" x="3143250" y="1879600"/>
          <p14:tracePt t="149255" x="3162300" y="1879600"/>
          <p14:tracePt t="149273" x="3181350" y="1879600"/>
          <p14:tracePt t="149288" x="3187700" y="1879600"/>
          <p14:tracePt t="149322" x="3194050" y="1879600"/>
          <p14:tracePt t="149476" x="3187700" y="1879600"/>
          <p14:tracePt t="149483" x="3181350" y="1879600"/>
          <p14:tracePt t="149505" x="3175000" y="1879600"/>
          <p14:tracePt t="150007" x="3187700" y="1879600"/>
          <p14:tracePt t="150014" x="3206750" y="1879600"/>
          <p14:tracePt t="150028" x="3219450" y="1879600"/>
          <p14:tracePt t="150038" x="3238500" y="1879600"/>
          <p14:tracePt t="150052" x="3244850" y="1879600"/>
          <p14:tracePt t="150069" x="3257550" y="1879600"/>
          <p14:tracePt t="150086" x="3270250" y="1879600"/>
          <p14:tracePt t="150140" x="3276600" y="1879600"/>
          <p14:tracePt t="150456" x="3270250" y="1879600"/>
          <p14:tracePt t="150478" x="3263900" y="1879600"/>
          <p14:tracePt t="150505" x="3257550" y="1879600"/>
          <p14:tracePt t="150541" x="3251200" y="1879600"/>
          <p14:tracePt t="150576" x="3244850" y="1879600"/>
          <p14:tracePt t="150590" x="3238500" y="1879600"/>
          <p14:tracePt t="150611" x="3232150" y="1879600"/>
          <p14:tracePt t="150618" x="3225800" y="1879600"/>
          <p14:tracePt t="150632" x="3219450" y="1885950"/>
          <p14:tracePt t="150646" x="3213100" y="1885950"/>
          <p14:tracePt t="150668" x="3206750" y="1885950"/>
          <p14:tracePt t="150681" x="3200400" y="1885950"/>
          <p14:tracePt t="150688" x="3194050" y="1885950"/>
          <p14:tracePt t="150703" x="3187700" y="1885950"/>
          <p14:tracePt t="150737" x="3175000" y="1885950"/>
          <p14:tracePt t="150758" x="3168650" y="1885950"/>
          <p14:tracePt t="150786" x="3162300" y="1885950"/>
          <p14:tracePt t="150807" x="3155950" y="1885950"/>
          <p14:tracePt t="150829" x="3149600" y="1892300"/>
          <p14:tracePt t="150850" x="3143250" y="1892300"/>
          <p14:tracePt t="150857" x="3130550" y="1892300"/>
          <p14:tracePt t="150878" x="3117850" y="1892300"/>
          <p14:tracePt t="150892" x="3086100" y="1905000"/>
          <p14:tracePt t="150902" x="3054350" y="1930400"/>
          <p14:tracePt t="150915" x="2997200" y="1955800"/>
          <p14:tracePt t="150932" x="2870200" y="2025650"/>
          <p14:tracePt t="150949" x="2698750" y="2139950"/>
          <p14:tracePt t="150965" x="2590800" y="2209800"/>
          <p14:tracePt t="150982" x="2355850" y="2381250"/>
          <p14:tracePt t="150998" x="2101850" y="2597150"/>
          <p14:tracePt t="151015" x="1987550" y="2692400"/>
          <p14:tracePt t="151032" x="1784350" y="2876550"/>
          <p14:tracePt t="151048" x="1644650" y="3022600"/>
          <p14:tracePt t="151065" x="1581150" y="3073400"/>
          <p14:tracePt t="151082" x="1517650" y="3136900"/>
          <p14:tracePt t="151098" x="1498600" y="3162300"/>
          <p14:tracePt t="151115" x="1485900" y="3187700"/>
          <p14:tracePt t="151132" x="1485900" y="3219450"/>
          <p14:tracePt t="151148" x="1485900" y="3232150"/>
          <p14:tracePt t="151165" x="1485900" y="3257550"/>
          <p14:tracePt t="151181" x="1485900" y="3282950"/>
          <p14:tracePt t="151198" x="1485900" y="3295650"/>
          <p14:tracePt t="151201" x="1485900" y="3308350"/>
          <p14:tracePt t="151215" x="1485900" y="3314700"/>
          <p14:tracePt t="151231" x="1498600" y="3333750"/>
          <p14:tracePt t="151248" x="1498600" y="3346450"/>
          <p14:tracePt t="151264" x="1504950" y="3371850"/>
          <p14:tracePt t="151281" x="1504950" y="3384550"/>
          <p14:tracePt t="151298" x="1511300" y="3390900"/>
          <p14:tracePt t="151617" x="1485900" y="3460750"/>
          <p14:tracePt t="151624" x="1441450" y="3575050"/>
          <p14:tracePt t="151632" x="1377950" y="3695700"/>
          <p14:tracePt t="151647" x="1314450" y="3860800"/>
          <p14:tracePt t="151663" x="1162050" y="4178300"/>
          <p14:tracePt t="151680" x="965200" y="4572000"/>
          <p14:tracePt t="151696" x="857250" y="4749800"/>
          <p14:tracePt t="151713" x="749300" y="4908550"/>
          <p14:tracePt t="151716" x="654050" y="5041900"/>
          <p14:tracePt t="151730" x="488950" y="5295900"/>
          <p14:tracePt t="151746" x="438150" y="5391150"/>
          <p14:tracePt t="151763" x="406400" y="5448300"/>
          <p14:tracePt t="151779" x="355600" y="5575300"/>
          <p14:tracePt t="151796" x="349250" y="5600700"/>
          <p14:tracePt t="151814" x="349250" y="5619750"/>
          <p14:tracePt t="151829" x="342900" y="5638800"/>
          <p14:tracePt t="151846" x="342900" y="5664200"/>
          <p14:tracePt t="151863" x="342900" y="5670550"/>
          <p14:tracePt t="151895" x="342900" y="5676900"/>
          <p14:tracePt t="151954" x="342900" y="5683250"/>
          <p14:tracePt t="151989" x="349250" y="5683250"/>
          <p14:tracePt t="152024" x="355600" y="5683250"/>
          <p14:tracePt t="152073" x="361950" y="5676900"/>
          <p14:tracePt t="152116" x="361950" y="5670550"/>
          <p14:tracePt t="152129" x="368300" y="5664200"/>
          <p14:tracePt t="152151" x="368300" y="5657850"/>
          <p14:tracePt t="152165" x="374650" y="5651500"/>
          <p14:tracePt t="152172" x="374650" y="5638800"/>
          <p14:tracePt t="152186" x="381000" y="5632450"/>
          <p14:tracePt t="152194" x="381000" y="5619750"/>
          <p14:tracePt t="152211" x="387350" y="5607050"/>
          <p14:tracePt t="152228" x="393700" y="5575300"/>
          <p14:tracePt t="152245" x="400050" y="5524500"/>
          <p14:tracePt t="152261" x="406400" y="5499100"/>
          <p14:tracePt t="152277" x="412750" y="5448300"/>
          <p14:tracePt t="152294" x="425450" y="5397500"/>
          <p14:tracePt t="152311" x="431800" y="5372100"/>
          <p14:tracePt t="152327" x="438150" y="5321300"/>
          <p14:tracePt t="152344" x="444500" y="5302250"/>
          <p14:tracePt t="152362" x="444500" y="5264150"/>
          <p14:tracePt t="152377" x="450850" y="5251450"/>
          <p14:tracePt t="152394" x="457200" y="5245100"/>
          <p14:tracePt t="152411" x="457200" y="5238750"/>
          <p14:tracePt t="152427" x="463550" y="5238750"/>
          <p14:tracePt t="152460" x="469900" y="5245100"/>
          <p14:tracePt t="152478" x="476250" y="5257800"/>
          <p14:tracePt t="152496" x="488950" y="5270500"/>
          <p14:tracePt t="152510" x="488950" y="5283200"/>
          <p14:tracePt t="152527" x="514350" y="5334000"/>
          <p14:tracePt t="152544" x="546100" y="5410200"/>
          <p14:tracePt t="152560" x="552450" y="5461000"/>
          <p14:tracePt t="152577" x="571500" y="5568950"/>
          <p14:tracePt t="152593" x="577850" y="5689600"/>
          <p14:tracePt t="152610" x="577850" y="5727700"/>
          <p14:tracePt t="152627" x="577850" y="5765800"/>
          <p14:tracePt t="152643" x="577850" y="5854700"/>
          <p14:tracePt t="152660" x="577850" y="5873750"/>
          <p14:tracePt t="152678" x="571500" y="5886450"/>
          <p14:tracePt t="152692" x="571500" y="5892800"/>
          <p14:tracePt t="152709" x="571500" y="5899150"/>
          <p14:tracePt t="152825" x="571500" y="5892800"/>
          <p14:tracePt t="152853" x="571500" y="5886450"/>
          <p14:tracePt t="152873" x="577850" y="5880100"/>
          <p14:tracePt t="152895" x="584200" y="5873750"/>
          <p14:tracePt t="152910" x="590550" y="5873750"/>
          <p14:tracePt t="152916" x="596900" y="5867400"/>
          <p14:tracePt t="152925" x="603250" y="5867400"/>
          <p14:tracePt t="152942" x="609600" y="5861050"/>
          <p14:tracePt t="152959" x="654050" y="5835650"/>
          <p14:tracePt t="152975" x="692150" y="5829300"/>
          <p14:tracePt t="152992" x="800100" y="5810250"/>
          <p14:tracePt t="153008" x="984250" y="5784850"/>
          <p14:tracePt t="153025" x="1098550" y="5772150"/>
          <p14:tracePt t="153043" x="1365250" y="5759450"/>
          <p14:tracePt t="153058" x="1720850" y="5740400"/>
          <p14:tracePt t="153075" x="1905000" y="5727700"/>
          <p14:tracePt t="153092" x="2235200" y="5702300"/>
          <p14:tracePt t="153108" x="2527300" y="5670550"/>
          <p14:tracePt t="153125" x="2654300" y="5657850"/>
          <p14:tracePt t="153142" x="2857500" y="5626100"/>
          <p14:tracePt t="153158" x="3028950" y="5619750"/>
          <p14:tracePt t="153175" x="3079750" y="5607050"/>
          <p14:tracePt t="153191" x="3168650" y="5607050"/>
          <p14:tracePt t="153208" x="3225800" y="5607050"/>
          <p14:tracePt t="153225" x="3270250" y="5619750"/>
          <p14:tracePt t="153241" x="3289300" y="5619750"/>
          <p14:tracePt t="153258" x="3302000" y="5626100"/>
          <p14:tracePt t="153261" x="3308350" y="5626100"/>
          <p14:tracePt t="153275" x="3321050" y="5626100"/>
          <p14:tracePt t="153291" x="3327400" y="5626100"/>
          <p14:tracePt t="153401" x="3321050" y="5626100"/>
          <p14:tracePt t="153408" x="3314700" y="5626100"/>
          <p14:tracePt t="153429" x="3308350" y="5626100"/>
          <p14:tracePt t="153457" x="3302000" y="5626100"/>
          <p14:tracePt t="153485" x="3295650" y="5626100"/>
          <p14:tracePt t="153506" x="3289300" y="5626100"/>
          <p14:tracePt t="153526" x="3282950" y="5626100"/>
          <p14:tracePt t="153555" x="3276600" y="5626100"/>
          <p14:tracePt t="153569" x="3270250" y="5626100"/>
          <p14:tracePt t="153591" x="3263900" y="5626100"/>
          <p14:tracePt t="153612" x="3257550" y="5626100"/>
          <p14:tracePt t="153625" x="3251200" y="5626100"/>
          <p14:tracePt t="153647" x="3238500" y="5626100"/>
          <p14:tracePt t="153667" x="3232150" y="5626100"/>
          <p14:tracePt t="153688" x="3225800" y="5626100"/>
          <p14:tracePt t="153752" x="3219450" y="5626100"/>
          <p14:tracePt t="153780" x="3213100" y="5619750"/>
          <p14:tracePt t="153786" x="3213100" y="5613400"/>
          <p14:tracePt t="153850" x="3219450" y="5613400"/>
          <p14:tracePt t="153857" x="3219450" y="5607050"/>
          <p14:tracePt t="153878" x="3225800" y="5607050"/>
          <p14:tracePt t="153891" x="3232150" y="5607050"/>
          <p14:tracePt t="153899" x="3238500" y="5607050"/>
          <p14:tracePt t="153909" x="3251200" y="5607050"/>
          <p14:tracePt t="153922" x="3263900" y="5607050"/>
          <p14:tracePt t="153938" x="3282950" y="5613400"/>
          <p14:tracePt t="153955" x="3371850" y="5619750"/>
          <p14:tracePt t="153972" x="3517900" y="5651500"/>
          <p14:tracePt t="153989" x="3619500" y="5657850"/>
          <p14:tracePt t="154005" x="3835400" y="5689600"/>
          <p14:tracePt t="154022" x="4070350" y="5715000"/>
          <p14:tracePt t="154039" x="4165600" y="5715000"/>
          <p14:tracePt t="154055" x="4356100" y="5715000"/>
          <p14:tracePt t="154071" x="4489450" y="5708650"/>
          <p14:tracePt t="154089" x="4584700" y="5689600"/>
          <p14:tracePt t="154105" x="4610100" y="5683250"/>
          <p14:tracePt t="154121" x="4667250" y="5664200"/>
          <p14:tracePt t="154138" x="4692650" y="5651500"/>
          <p14:tracePt t="154154" x="4699000" y="5645150"/>
          <p14:tracePt t="154171" x="4699000" y="5638800"/>
          <p14:tracePt t="154188" x="4705350" y="5632450"/>
          <p14:tracePt t="154224" x="4711700" y="5626100"/>
          <p14:tracePt t="154257" x="4711700" y="5619750"/>
          <p14:tracePt t="154341" x="4711700" y="5613400"/>
          <p14:tracePt t="154384" x="4705350" y="5607050"/>
          <p14:tracePt t="154398" x="4705350" y="5600700"/>
          <p14:tracePt t="154412" x="4699000" y="5594350"/>
          <p14:tracePt t="154426" x="4692650" y="5581650"/>
          <p14:tracePt t="154436" x="4679950" y="5562600"/>
          <p14:tracePt t="154454" x="4660900" y="5530850"/>
          <p14:tracePt t="154470" x="4635500" y="5499100"/>
          <p14:tracePt t="154487" x="4559300" y="5384800"/>
          <p14:tracePt t="154503" x="4464050" y="5245100"/>
          <p14:tracePt t="154520" x="4400550" y="5175250"/>
          <p14:tracePt t="154538" x="4292600" y="5029200"/>
          <p14:tracePt t="154553" x="4171950" y="4902200"/>
          <p14:tracePt t="154570" x="4121150" y="4845050"/>
          <p14:tracePt t="154586" x="4025900" y="4737100"/>
          <p14:tracePt t="154602" x="3956050" y="4667250"/>
          <p14:tracePt t="154619" x="3937000" y="4654550"/>
          <p14:tracePt t="154637" x="3917950" y="4635500"/>
          <p14:tracePt t="154653" x="3917950" y="4629150"/>
          <p14:tracePt t="154686" x="3917950" y="4635500"/>
          <p14:tracePt t="154704" x="3924300" y="4641850"/>
          <p14:tracePt t="154719" x="3930650" y="4654550"/>
          <p14:tracePt t="154736" x="3975100" y="4692650"/>
          <p14:tracePt t="154752" x="4006850" y="4724400"/>
          <p14:tracePt t="154769" x="4070350" y="4775200"/>
          <p14:tracePt t="154786" x="4210050" y="4908550"/>
          <p14:tracePt t="154802" x="4387850" y="5054600"/>
          <p14:tracePt t="154820" x="4527550" y="5175250"/>
          <p14:tracePt t="154835" x="4591050" y="5226050"/>
          <p14:tracePt t="154852" x="4654550" y="5283200"/>
          <p14:tracePt t="154869" x="4686300" y="5308600"/>
          <p14:tracePt t="154885" x="4692650" y="5321300"/>
          <p14:tracePt t="154902" x="4699000" y="5321300"/>
          <p14:tracePt t="154981" x="4686300" y="5321300"/>
          <p14:tracePt t="154995" x="4686300" y="5314950"/>
          <p14:tracePt t="155016" x="4679950" y="5314950"/>
          <p14:tracePt t="155023" x="4673600" y="5308600"/>
          <p14:tracePt t="155038" x="4660900" y="5302250"/>
          <p14:tracePt t="155053" x="4654550" y="5289550"/>
          <p14:tracePt t="155068" x="4635500" y="5270500"/>
          <p14:tracePt t="155085" x="4603750" y="5251450"/>
          <p14:tracePt t="155101" x="4438650" y="5105400"/>
          <p14:tracePt t="155118" x="4368800" y="5048250"/>
          <p14:tracePt t="155135" x="4235450" y="4933950"/>
          <p14:tracePt t="155151" x="4191000" y="4889500"/>
          <p14:tracePt t="155168" x="4108450" y="4838700"/>
          <p14:tracePt t="155185" x="4076700" y="4813300"/>
          <p14:tracePt t="155201" x="4064000" y="4806950"/>
          <p14:tracePt t="155217" x="4057650" y="4800600"/>
          <p14:tracePt t="155255" x="4064000" y="4800600"/>
          <p14:tracePt t="155267" x="4070350" y="4806950"/>
          <p14:tracePt t="155284" x="4083050" y="4819650"/>
          <p14:tracePt t="155300" x="4102100" y="4832350"/>
          <p14:tracePt t="155318" x="4178300" y="4914900"/>
          <p14:tracePt t="155334" x="4311650" y="5035550"/>
          <p14:tracePt t="155350" x="4368800" y="5092700"/>
          <p14:tracePt t="155367" x="4502150" y="5232400"/>
          <p14:tracePt t="155384" x="4521200" y="5251450"/>
          <p14:tracePt t="155400" x="4540250" y="5270500"/>
          <p14:tracePt t="155417" x="4540250" y="5283200"/>
          <p14:tracePt t="155450" x="4533900" y="5283200"/>
          <p14:tracePt t="155467" x="4514850" y="5276850"/>
          <p14:tracePt t="155483" x="4489450" y="5270500"/>
          <p14:tracePt t="155500" x="4356100" y="5213350"/>
          <p14:tracePt t="155516" x="4241800" y="5162550"/>
          <p14:tracePt t="155533" x="3771900" y="5003800"/>
          <p14:tracePt t="155550" x="3143250" y="4787900"/>
          <p14:tracePt t="155566" x="2806700" y="4705350"/>
          <p14:tracePt t="155583" x="2241550" y="4546600"/>
          <p14:tracePt t="155599" x="1752600" y="4425950"/>
          <p14:tracePt t="155616" x="1460500" y="4337050"/>
          <p14:tracePt t="155633" x="1358900" y="4305300"/>
          <p14:tracePt t="155649" x="1200150" y="4273550"/>
          <p14:tracePt t="155666" x="1098550" y="4273550"/>
          <p14:tracePt t="155683" x="1016000" y="4273550"/>
          <p14:tracePt t="155699" x="971550" y="4292600"/>
          <p14:tracePt t="155716" x="933450" y="4292600"/>
          <p14:tracePt t="155732" x="844550" y="4318000"/>
          <p14:tracePt t="155749" x="812800" y="4330700"/>
          <p14:tracePt t="155766" x="781050" y="4349750"/>
          <p14:tracePt t="155782" x="692150" y="4400550"/>
          <p14:tracePt t="155799" x="577850" y="4489450"/>
          <p14:tracePt t="155817" x="450850" y="4597400"/>
          <p14:tracePt t="155832" x="374650" y="4654550"/>
          <p14:tracePt t="155848" x="285750" y="4749800"/>
          <p14:tracePt t="155866" x="222250" y="4838700"/>
          <p14:tracePt t="155882" x="203200" y="4870450"/>
          <p14:tracePt t="155898" x="196850" y="4940300"/>
          <p14:tracePt t="155915" x="209550" y="5022850"/>
          <p14:tracePt t="155932" x="215900" y="5054600"/>
          <p14:tracePt t="155948" x="234950" y="5111750"/>
          <p14:tracePt t="155964" x="266700" y="5168900"/>
          <p14:tracePt t="155981" x="285750" y="5194300"/>
          <p14:tracePt t="155999" x="304800" y="5226050"/>
          <p14:tracePt t="156014" x="311150" y="5245100"/>
          <p14:tracePt t="156031" x="317500" y="5245100"/>
          <p14:tracePt t="156083" x="323850" y="5245100"/>
          <p14:tracePt t="156125" x="330200" y="5245100"/>
          <p14:tracePt t="156147" x="330200" y="5238750"/>
          <p14:tracePt t="156153" x="330200" y="5232400"/>
          <p14:tracePt t="156245" x="330200" y="5238750"/>
          <p14:tracePt t="156259" x="330200" y="5245100"/>
          <p14:tracePt t="156267" x="330200" y="5251450"/>
          <p14:tracePt t="156282" x="330200" y="5264150"/>
          <p14:tracePt t="156297" x="330200" y="5314950"/>
          <p14:tracePt t="156313" x="330200" y="5365750"/>
          <p14:tracePt t="156330" x="323850" y="5480050"/>
          <p14:tracePt t="156347" x="311150" y="5556250"/>
          <p14:tracePt t="156364" x="304800" y="5753100"/>
          <p14:tracePt t="156380" x="292100" y="5803900"/>
          <p14:tracePt t="156397" x="292100" y="5842000"/>
          <p14:tracePt t="156414" x="285750" y="5905500"/>
          <p14:tracePt t="156430" x="285750" y="5924550"/>
          <p14:tracePt t="156446" x="285750" y="5937250"/>
          <p14:tracePt t="156463" x="285750" y="5949950"/>
          <p14:tracePt t="156480" x="298450" y="5949950"/>
          <p14:tracePt t="156497" x="298450" y="5943600"/>
          <p14:tracePt t="156513" x="304800" y="5937250"/>
          <p14:tracePt t="156530" x="317500" y="5918200"/>
          <p14:tracePt t="156547" x="349250" y="5867400"/>
          <p14:tracePt t="156563" x="361950" y="5835650"/>
          <p14:tracePt t="156579" x="393700" y="5715000"/>
          <p14:tracePt t="156596" x="419100" y="5568950"/>
          <p14:tracePt t="156613" x="438150" y="5486400"/>
          <p14:tracePt t="156629" x="450850" y="5422900"/>
          <p14:tracePt t="156646" x="488950" y="5213350"/>
          <p14:tracePt t="156662" x="495300" y="5149850"/>
          <p14:tracePt t="156679" x="514350" y="5105400"/>
          <p14:tracePt t="156696" x="520700" y="5048250"/>
          <p14:tracePt t="156712" x="533400" y="5010150"/>
          <p14:tracePt t="156730" x="533400" y="5003800"/>
          <p14:tracePt t="156746" x="533400" y="4997450"/>
          <p14:tracePt t="156779" x="533400" y="5010150"/>
          <p14:tracePt t="156795" x="527050" y="5016500"/>
          <p14:tracePt t="156799" x="527050" y="5029200"/>
          <p14:tracePt t="156812" x="520700" y="5041900"/>
          <p14:tracePt t="156828" x="508000" y="5080000"/>
          <p14:tracePt t="156845" x="501650" y="5105400"/>
          <p14:tracePt t="156863" x="482600" y="5200650"/>
          <p14:tracePt t="156878" x="463550" y="5384800"/>
          <p14:tracePt t="156895" x="444500" y="5486400"/>
          <p14:tracePt t="156912" x="406400" y="5683250"/>
          <p14:tracePt t="156928" x="393700" y="5835650"/>
          <p14:tracePt t="156945" x="387350" y="5873750"/>
          <p14:tracePt t="156962" x="368300" y="5937250"/>
          <p14:tracePt t="156978" x="368300" y="5949950"/>
          <p14:tracePt t="156995" x="368300" y="5956300"/>
          <p14:tracePt t="157028" x="374650" y="5956300"/>
          <p14:tracePt t="157045" x="387350" y="5956300"/>
          <p14:tracePt t="157062" x="393700" y="5949950"/>
          <p14:tracePt t="157077" x="400050" y="5937250"/>
          <p14:tracePt t="157094" x="412750" y="5892800"/>
          <p14:tracePt t="157111" x="431800" y="5822950"/>
          <p14:tracePt t="157128" x="444500" y="5759450"/>
          <p14:tracePt t="157145" x="476250" y="5600700"/>
          <p14:tracePt t="157161" x="501650" y="5454650"/>
          <p14:tracePt t="157178" x="514350" y="5378450"/>
          <p14:tracePt t="157194" x="520700" y="5283200"/>
          <p14:tracePt t="157210" x="527050" y="5232400"/>
          <p14:tracePt t="157228" x="527050" y="5213350"/>
          <p14:tracePt t="157244" x="527050" y="5207000"/>
          <p14:tracePt t="157312" x="520700" y="5207000"/>
          <p14:tracePt t="157319" x="520700" y="5219700"/>
          <p14:tracePt t="157333" x="520700" y="5226050"/>
          <p14:tracePt t="157343" x="520700" y="5232400"/>
          <p14:tracePt t="157360" x="514350" y="5251450"/>
          <p14:tracePt t="157377" x="495300" y="5295900"/>
          <p14:tracePt t="157393" x="488950" y="5384800"/>
          <p14:tracePt t="157411" x="469900" y="5530850"/>
          <p14:tracePt t="157426" x="469900" y="5607050"/>
          <p14:tracePt t="157443" x="463550" y="5721350"/>
          <p14:tracePt t="157460" x="463550" y="5778500"/>
          <p14:tracePt t="157476" x="463550" y="5791200"/>
          <p14:tracePt t="157493" x="463550" y="5803900"/>
          <p14:tracePt t="157510" x="463550" y="5810250"/>
          <p14:tracePt t="157526" x="469900" y="5810250"/>
          <p14:tracePt t="157543" x="476250" y="5803900"/>
          <p14:tracePt t="157559" x="482600" y="5759450"/>
          <p14:tracePt t="157576" x="488950" y="5727700"/>
          <p14:tracePt t="157594" x="508000" y="5613400"/>
          <p14:tracePt t="157610" x="520700" y="5518150"/>
          <p14:tracePt t="157626" x="527050" y="5327650"/>
          <p14:tracePt t="157643" x="527050" y="5149850"/>
          <p14:tracePt t="157659" x="527050" y="5086350"/>
          <p14:tracePt t="157676" x="527050" y="4984750"/>
          <p14:tracePt t="157693" x="533400" y="4953000"/>
          <p14:tracePt t="157709" x="533400" y="4946650"/>
          <p14:tracePt t="157755" x="533400" y="4959350"/>
          <p14:tracePt t="157761" x="533400" y="4965700"/>
          <p14:tracePt t="157775" x="527050" y="4972050"/>
          <p14:tracePt t="157792" x="520700" y="5022850"/>
          <p14:tracePt t="157809" x="520700" y="5067300"/>
          <p14:tracePt t="157825" x="508000" y="5200650"/>
          <p14:tracePt t="157842" x="508000" y="5391150"/>
          <p14:tracePt t="157858" x="508000" y="5492750"/>
          <p14:tracePt t="157875" x="508000" y="5670550"/>
          <p14:tracePt t="157892" x="508000" y="5734050"/>
          <p14:tracePt t="157909" x="508000" y="5835650"/>
          <p14:tracePt t="157925" x="508000" y="5848350"/>
          <p14:tracePt t="157941" x="508000" y="5854700"/>
          <p14:tracePt t="157958" x="514350" y="5854700"/>
          <p14:tracePt t="157975" x="520700" y="5842000"/>
          <p14:tracePt t="157991" x="520700" y="5835650"/>
          <p14:tracePt t="158008" x="533400" y="5810250"/>
          <p14:tracePt t="158025" x="546100" y="5753100"/>
          <p14:tracePt t="158041" x="546100" y="5702300"/>
          <p14:tracePt t="158058" x="565150" y="5518150"/>
          <p14:tracePt t="158074" x="577850" y="5314950"/>
          <p14:tracePt t="158092" x="584200" y="5175250"/>
          <p14:tracePt t="158108" x="584200" y="5124450"/>
          <p14:tracePt t="158124" x="584200" y="5073650"/>
          <p14:tracePt t="158141" x="584200" y="5054600"/>
          <p14:tracePt t="158183" x="577850" y="5054600"/>
          <p14:tracePt t="158193" x="577850" y="5060950"/>
          <p14:tracePt t="158207" x="577850" y="5067300"/>
          <p14:tracePt t="158223" x="571500" y="5067300"/>
          <p14:tracePt t="159183" x="635000" y="5060950"/>
          <p14:tracePt t="159197" x="723900" y="5029200"/>
          <p14:tracePt t="159206" x="869950" y="4991100"/>
          <p14:tracePt t="159220" x="1054100" y="4940300"/>
          <p14:tracePt t="159237" x="1238250" y="4889500"/>
          <p14:tracePt t="159254" x="1892300" y="4673600"/>
          <p14:tracePt t="159270" x="2127250" y="4603750"/>
          <p14:tracePt t="159287" x="2400300" y="4470400"/>
          <p14:tracePt t="159303" x="2990850" y="4210050"/>
          <p14:tracePt t="159320" x="3619500" y="3886200"/>
          <p14:tracePt t="159337" x="4248150" y="3562350"/>
          <p14:tracePt t="159353" x="4578350" y="3371850"/>
          <p14:tracePt t="159370" x="5124450" y="3098800"/>
          <p14:tracePt t="159387" x="5486400" y="2940050"/>
          <p14:tracePt t="159403" x="5638800" y="2851150"/>
          <p14:tracePt t="159419" x="5835650" y="2743200"/>
          <p14:tracePt t="159437" x="5988050" y="2667000"/>
          <p14:tracePt t="159453" x="6070600" y="2622550"/>
          <p14:tracePt t="159469" x="6140450" y="2578100"/>
          <p14:tracePt t="159486" x="6286500" y="2482850"/>
          <p14:tracePt t="159503" x="6305550" y="2463800"/>
          <p14:tracePt t="159520" x="6362700" y="2413000"/>
          <p14:tracePt t="159536" x="6388100" y="2381250"/>
          <p14:tracePt t="159552" x="6426200" y="2349500"/>
          <p14:tracePt t="159570" x="6451600" y="2305050"/>
          <p14:tracePt t="159586" x="6477000" y="2279650"/>
          <p14:tracePt t="159602" x="6496050" y="2222500"/>
          <p14:tracePt t="159619" x="6515100" y="2184400"/>
          <p14:tracePt t="159636" x="6521450" y="2165350"/>
          <p14:tracePt t="159652" x="6540500" y="2120900"/>
          <p14:tracePt t="159669" x="6553200" y="2082800"/>
          <p14:tracePt t="159685" x="6559550" y="2070100"/>
          <p14:tracePt t="159703" x="6572250" y="2025650"/>
          <p14:tracePt t="159718" x="6578600" y="1987550"/>
          <p14:tracePt t="159735" x="6584950" y="1974850"/>
          <p14:tracePt t="159752" x="6591300" y="1930400"/>
          <p14:tracePt t="159768" x="6597650" y="1911350"/>
          <p14:tracePt t="159785" x="6597650" y="1905000"/>
          <p14:tracePt t="159802" x="6597650" y="1892300"/>
          <p14:tracePt t="159818" x="6597650" y="1885950"/>
          <p14:tracePt t="159838" x="6597650" y="1879600"/>
          <p14:tracePt t="159913" x="6597650" y="1885950"/>
          <p14:tracePt t="160983" x="6616700" y="1943100"/>
          <p14:tracePt t="161000" x="6642100" y="2000250"/>
          <p14:tracePt t="161017" x="6686550" y="2108200"/>
          <p14:tracePt t="161033" x="6737350" y="2235200"/>
          <p14:tracePt t="161049" x="6743700" y="2298700"/>
          <p14:tracePt t="161066" x="6775450" y="2432050"/>
          <p14:tracePt t="161083" x="6794500" y="2559050"/>
          <p14:tracePt t="161099" x="6794500" y="2609850"/>
          <p14:tracePt t="161117" x="6794500" y="2667000"/>
          <p14:tracePt t="161131" x="6794500" y="2679700"/>
          <p14:tracePt t="161149" x="6788150" y="2705100"/>
          <p14:tracePt t="161199" x="6781800" y="2705100"/>
          <p14:tracePt t="161232" x="6769100" y="2705100"/>
          <p14:tracePt t="161249" x="6762750" y="2705100"/>
          <p14:tracePt t="161264" x="6743700" y="2705100"/>
          <p14:tracePt t="161282" x="6737350" y="2705100"/>
          <p14:tracePt t="161298" x="6718300" y="2705100"/>
          <p14:tracePt t="161315" x="6680200" y="2705100"/>
          <p14:tracePt t="161330" x="6667500" y="2711450"/>
          <p14:tracePt t="161348" x="6623050" y="2717800"/>
          <p14:tracePt t="161364" x="6553200" y="2724150"/>
          <p14:tracePt t="161381" x="6508750" y="2736850"/>
          <p14:tracePt t="161398" x="6426200" y="2762250"/>
          <p14:tracePt t="161415" x="6369050" y="2781300"/>
          <p14:tracePt t="161432" x="6242050" y="2838450"/>
          <p14:tracePt t="161448" x="6203950" y="2863850"/>
          <p14:tracePt t="161463" x="6172200" y="2889250"/>
          <p14:tracePt t="161481" x="6121400" y="2927350"/>
          <p14:tracePt t="161498" x="6076950" y="2965450"/>
          <p14:tracePt t="161514" x="6057900" y="2984500"/>
          <p14:tracePt t="161531" x="6019800" y="3028950"/>
          <p14:tracePt t="161547" x="5981700" y="3073400"/>
          <p14:tracePt t="161563" x="5918200" y="3124200"/>
          <p14:tracePt t="161580" x="5880100" y="3155950"/>
          <p14:tracePt t="161597" x="5835650" y="3206750"/>
          <p14:tracePt t="161615" x="5651500" y="3340100"/>
          <p14:tracePt t="161630" x="5492750" y="3460750"/>
          <p14:tracePt t="161647" x="5156200" y="3695700"/>
          <p14:tracePt t="161664" x="4781550" y="3886200"/>
          <p14:tracePt t="161679" x="4591050" y="3968750"/>
          <p14:tracePt t="161697" x="4400550" y="4038600"/>
          <p14:tracePt t="161714" x="4025900" y="4241800"/>
          <p14:tracePt t="161729" x="3943350" y="4305300"/>
          <p14:tracePt t="161745" x="3873500" y="4375150"/>
          <p14:tracePt t="161761" x="3765550" y="4495800"/>
          <p14:tracePt t="161778" x="3670300" y="4597400"/>
          <p14:tracePt t="161795" x="3619500" y="4711700"/>
          <p14:tracePt t="161811" x="3600450" y="4762500"/>
          <p14:tracePt t="161828" x="3575050" y="4870450"/>
          <p14:tracePt t="161845" x="3575050" y="4965700"/>
          <p14:tracePt t="161861" x="3575050" y="5010150"/>
          <p14:tracePt t="161877" x="3575050" y="5022850"/>
          <p14:tracePt t="161894" x="3581400" y="5035550"/>
          <p14:tracePt t="162211" x="3536950" y="5092700"/>
          <p14:tracePt t="162225" x="3460750" y="5175250"/>
          <p14:tracePt t="162232" x="3365500" y="5270500"/>
          <p14:tracePt t="162243" x="3257550" y="5372100"/>
          <p14:tracePt t="162260" x="3016250" y="5600700"/>
          <p14:tracePt t="162276" x="2921000" y="5695950"/>
          <p14:tracePt t="162293" x="2825750" y="5778500"/>
          <p14:tracePt t="162310" x="2578100" y="5975350"/>
          <p14:tracePt t="162326" x="2508250" y="6026150"/>
          <p14:tracePt t="162343" x="2438400" y="6064250"/>
          <p14:tracePt t="162346" x="2381250" y="6096000"/>
          <p14:tracePt t="162359" x="2317750" y="6115050"/>
          <p14:tracePt t="162376" x="2305050" y="6134100"/>
          <p14:tracePt t="162394" x="2292350" y="6134100"/>
          <p14:tracePt t="162470" x="2292350" y="6127750"/>
          <p14:tracePt t="162485" x="2292350" y="6121400"/>
          <p14:tracePt t="162493" x="2292350" y="6115050"/>
          <p14:tracePt t="162499" x="2292350" y="6102350"/>
          <p14:tracePt t="162513" x="2286000" y="6076950"/>
          <p14:tracePt t="162525" x="2286000" y="6038850"/>
          <p14:tracePt t="162542" x="2292350" y="5956300"/>
          <p14:tracePt t="162559" x="2298700" y="5911850"/>
          <p14:tracePt t="162576" x="2305050" y="5842000"/>
          <p14:tracePt t="162592" x="2324100" y="5778500"/>
          <p14:tracePt t="162608" x="2330450" y="5746750"/>
          <p14:tracePt t="162626" x="2343150" y="5664200"/>
          <p14:tracePt t="162642" x="2355850" y="5619750"/>
          <p14:tracePt t="162659" x="2368550" y="5537200"/>
          <p14:tracePt t="162675" x="2387600" y="5448300"/>
          <p14:tracePt t="162692" x="2393950" y="5403850"/>
          <p14:tracePt t="162708" x="2406650" y="5308600"/>
          <p14:tracePt t="162725" x="2419350" y="5270500"/>
          <p14:tracePt t="162741" x="2419350" y="5251450"/>
          <p14:tracePt t="162759" x="2432050" y="5232400"/>
          <p14:tracePt t="162775" x="2432050" y="5219700"/>
          <p14:tracePt t="162808" x="2432050" y="5226050"/>
          <p14:tracePt t="162825" x="2438400" y="5238750"/>
          <p14:tracePt t="162842" x="2438400" y="5251450"/>
          <p14:tracePt t="162845" x="2438400" y="5276850"/>
          <p14:tracePt t="162859" x="2444750" y="5302250"/>
          <p14:tracePt t="162874" x="2451100" y="5391150"/>
          <p14:tracePt t="162891" x="2451100" y="5467350"/>
          <p14:tracePt t="162907" x="2463800" y="5657850"/>
          <p14:tracePt t="162924" x="2463800" y="5734050"/>
          <p14:tracePt t="162941" x="2470150" y="5975350"/>
          <p14:tracePt t="162957" x="2470150" y="6032500"/>
          <p14:tracePt t="162974" x="2476500" y="6070600"/>
          <p14:tracePt t="162991" x="2476500" y="6121400"/>
          <p14:tracePt t="163007" x="2476500" y="6134100"/>
          <p14:tracePt t="163024" x="2476500" y="6140450"/>
          <p14:tracePt t="163075" x="2482850" y="6134100"/>
          <p14:tracePt t="163082" x="2482850" y="6127750"/>
          <p14:tracePt t="163096" x="2489200" y="6115050"/>
          <p14:tracePt t="163106" x="2489200" y="6102350"/>
          <p14:tracePt t="163124" x="2508250" y="6045200"/>
          <p14:tracePt t="163140" x="2514600" y="6000750"/>
          <p14:tracePt t="163157" x="2520950" y="5886450"/>
          <p14:tracePt t="163173" x="2533650" y="5740400"/>
          <p14:tracePt t="163190" x="2533650" y="5664200"/>
          <p14:tracePt t="163207" x="2533650" y="5600700"/>
          <p14:tracePt t="163223" x="2540000" y="5454650"/>
          <p14:tracePt t="163239" x="2540000" y="5429250"/>
          <p14:tracePt t="163257" x="2533650" y="5384800"/>
          <p14:tracePt t="163272" x="2533650" y="5378450"/>
          <p14:tracePt t="163349" x="2527300" y="5391150"/>
          <p14:tracePt t="163357" x="2527300" y="5403850"/>
          <p14:tracePt t="163363" x="2527300" y="5422900"/>
          <p14:tracePt t="163377" x="2520950" y="5454650"/>
          <p14:tracePt t="163389" x="2520950" y="5492750"/>
          <p14:tracePt t="163406" x="2501900" y="5613400"/>
          <p14:tracePt t="163422" x="2489200" y="5676900"/>
          <p14:tracePt t="163439" x="2482850" y="5822950"/>
          <p14:tracePt t="163455" x="2470150" y="5924550"/>
          <p14:tracePt t="163472" x="2463800" y="5956300"/>
          <p14:tracePt t="163489" x="2463800" y="5988050"/>
          <p14:tracePt t="163505" x="2457450" y="6007100"/>
          <p14:tracePt t="163545" x="2463800" y="6007100"/>
          <p14:tracePt t="163559" x="2463800" y="6000750"/>
          <p14:tracePt t="163571" x="2470150" y="5994400"/>
          <p14:tracePt t="163588" x="2476500" y="5949950"/>
          <p14:tracePt t="163605" x="2482850" y="5918200"/>
          <p14:tracePt t="163622" x="2508250" y="5784850"/>
          <p14:tracePt t="163638" x="2533650" y="5619750"/>
          <p14:tracePt t="163655" x="2540000" y="5530850"/>
          <p14:tracePt t="163672" x="2540000" y="5365750"/>
          <p14:tracePt t="163688" x="2540000" y="5257800"/>
          <p14:tracePt t="163704" x="2540000" y="5232400"/>
          <p14:tracePt t="163721" x="2540000" y="5181600"/>
          <p14:tracePt t="163738" x="2540000" y="5162550"/>
          <p14:tracePt t="163756" x="2540000" y="5156200"/>
          <p14:tracePt t="163939" x="2533650" y="5156200"/>
          <p14:tracePt t="163988" x="2533650" y="5162550"/>
          <p14:tracePt t="164030" x="2533650" y="5175250"/>
          <p14:tracePt t="164038" x="2533650" y="5181600"/>
          <p14:tracePt t="164058" x="2533650" y="5187950"/>
          <p14:tracePt t="164065" x="2533650" y="5200650"/>
          <p14:tracePt t="164079" x="2533650" y="5213350"/>
          <p14:tracePt t="164087" x="2533650" y="5232400"/>
          <p14:tracePt t="164103" x="2533650" y="5270500"/>
          <p14:tracePt t="164120" x="2546350" y="5295900"/>
          <p14:tracePt t="164136" x="2546350" y="5467350"/>
          <p14:tracePt t="164153" x="2546350" y="5530850"/>
          <p14:tracePt t="164171" x="2546350" y="5657850"/>
          <p14:tracePt t="164187" x="2546350" y="5695950"/>
          <p14:tracePt t="164203" x="2540000" y="5778500"/>
          <p14:tracePt t="164220" x="2533650" y="5829300"/>
          <p14:tracePt t="164236" x="2533650" y="5842000"/>
          <p14:tracePt t="164253" x="2533650" y="5848350"/>
          <p14:tracePt t="164270" x="2533650" y="5854700"/>
          <p14:tracePt t="165555" x="2565400" y="5842000"/>
          <p14:tracePt t="165562" x="2647950" y="5797550"/>
          <p14:tracePt t="165569" x="2724150" y="5759450"/>
          <p14:tracePt t="165585" x="2819400" y="5721350"/>
          <p14:tracePt t="165598" x="2959100" y="5651500"/>
          <p14:tracePt t="165615" x="3276600" y="5499100"/>
          <p14:tracePt t="165632" x="3498850" y="5378450"/>
          <p14:tracePt t="165648" x="4070350" y="5099050"/>
          <p14:tracePt t="165665" x="4629150" y="4775200"/>
          <p14:tracePt t="165682" x="5194300" y="4425950"/>
          <p14:tracePt t="165698" x="5448300" y="4267200"/>
          <p14:tracePt t="165714" x="5969000" y="3905250"/>
          <p14:tracePt t="165731" x="6203950" y="3752850"/>
          <p14:tracePt t="165748" x="6419850" y="3581400"/>
          <p14:tracePt t="165764" x="6737350" y="3346450"/>
          <p14:tracePt t="165781" x="6985000" y="3155950"/>
          <p14:tracePt t="165797" x="7150100" y="3022600"/>
          <p14:tracePt t="165816" x="7264400" y="2921000"/>
          <p14:tracePt t="165830" x="7321550" y="2882900"/>
          <p14:tracePt t="165847" x="7404100" y="2825750"/>
          <p14:tracePt t="165864" x="7461250" y="2774950"/>
          <p14:tracePt t="165880" x="7480300" y="2762250"/>
          <p14:tracePt t="165897" x="7524750" y="2736850"/>
          <p14:tracePt t="165914" x="7550150" y="2711450"/>
          <p14:tracePt t="165930" x="7562850" y="2698750"/>
          <p14:tracePt t="165947" x="7581900" y="2686050"/>
          <p14:tracePt t="165963" x="7594600" y="2679700"/>
          <p14:tracePt t="165980" x="7600950" y="2679700"/>
          <p14:tracePt t="166131" x="7600950" y="2686050"/>
          <p14:tracePt t="166152" x="7600950" y="2692400"/>
          <p14:tracePt t="166173" x="7600950" y="2698750"/>
          <p14:tracePt t="166187" x="7600950" y="2705100"/>
          <p14:tracePt t="166194" x="7600950" y="2711450"/>
          <p14:tracePt t="166215" x="7600950" y="2717800"/>
          <p14:tracePt t="166222" x="7600950" y="2730500"/>
          <p14:tracePt t="166236" x="7600950" y="2736850"/>
          <p14:tracePt t="166245" x="7600950" y="2749550"/>
          <p14:tracePt t="166262" x="7600950" y="2755900"/>
          <p14:tracePt t="166279" x="7600950" y="2787650"/>
          <p14:tracePt t="166296" x="7600950" y="2825750"/>
          <p14:tracePt t="166312" x="7600950" y="2844800"/>
          <p14:tracePt t="166329" x="7600950" y="2895600"/>
          <p14:tracePt t="166346" x="7581900" y="2940050"/>
          <p14:tracePt t="166363" x="7575550" y="2971800"/>
          <p14:tracePt t="166379" x="7569200" y="2990850"/>
          <p14:tracePt t="166396" x="7562850" y="2997200"/>
          <p14:tracePt t="166412" x="7562850" y="3009900"/>
          <p14:tracePt t="166433" x="7556500" y="3016250"/>
          <p14:tracePt t="166496" x="7550150" y="3016250"/>
          <p14:tracePt t="166818" x="7537450" y="3009900"/>
          <p14:tracePt t="166825" x="7524750" y="2978150"/>
          <p14:tracePt t="166839" x="7493000" y="2933700"/>
          <p14:tracePt t="166847" x="7454900" y="2876550"/>
          <p14:tracePt t="166861" x="7416800" y="2794000"/>
          <p14:tracePt t="166877" x="7302500" y="2616200"/>
          <p14:tracePt t="166894" x="7251700" y="2540000"/>
          <p14:tracePt t="166911" x="7150100" y="2406650"/>
          <p14:tracePt t="166927" x="7067550" y="2305050"/>
          <p14:tracePt t="166944" x="7035800" y="2273300"/>
          <p14:tracePt t="166960" x="6978650" y="2222500"/>
          <p14:tracePt t="166977" x="6921500" y="2184400"/>
          <p14:tracePt t="166994" x="6889750" y="2165350"/>
          <p14:tracePt t="167010" x="6870700" y="2159000"/>
          <p14:tracePt t="167027" x="6845300" y="2152650"/>
          <p14:tracePt t="167044" x="6775450" y="2133600"/>
          <p14:tracePt t="167060" x="6750050" y="2127250"/>
          <p14:tracePt t="167077" x="6724650" y="2127250"/>
          <p14:tracePt t="167093" x="6667500" y="2127250"/>
          <p14:tracePt t="167110" x="6578600" y="2120900"/>
          <p14:tracePt t="167126" x="6527800" y="2108200"/>
          <p14:tracePt t="167143" x="6432550" y="2095500"/>
          <p14:tracePt t="167160" x="6299200" y="2082800"/>
          <p14:tracePt t="167178" x="6159500" y="2063750"/>
          <p14:tracePt t="167193" x="6076950" y="2044700"/>
          <p14:tracePt t="167209" x="5943600" y="2019300"/>
          <p14:tracePt t="167227" x="5835650" y="1981200"/>
          <p14:tracePt t="167242" x="5784850" y="1968500"/>
          <p14:tracePt t="167259" x="5702300" y="1955800"/>
          <p14:tracePt t="167276" x="5651500" y="1930400"/>
          <p14:tracePt t="167292" x="5626100" y="1924050"/>
          <p14:tracePt t="167309" x="5607050" y="1924050"/>
          <p14:tracePt t="167326" x="5568950" y="1905000"/>
          <p14:tracePt t="167342" x="5562600" y="1898650"/>
          <p14:tracePt t="167360" x="5549900" y="1892300"/>
          <p14:tracePt t="167376" x="5543550" y="1892300"/>
          <p14:tracePt t="167392" x="5543550" y="1885950"/>
          <p14:tracePt t="167409" x="5537200" y="1879600"/>
          <p14:tracePt t="167837" x="5543550" y="1879600"/>
          <p14:tracePt t="167858" x="5549900" y="1879600"/>
          <p14:tracePt t="167872" x="5556250" y="1879600"/>
          <p14:tracePt t="167878" x="5562600" y="1879600"/>
          <p14:tracePt t="167890" x="5568950" y="1879600"/>
          <p14:tracePt t="167907" x="5575300" y="1879600"/>
          <p14:tracePt t="167924" x="5594350" y="1879600"/>
          <p14:tracePt t="167927" x="5626100" y="1879600"/>
          <p14:tracePt t="167957" x="5715000" y="1873250"/>
          <p14:tracePt t="167973" x="5740400" y="1873250"/>
          <p14:tracePt t="167990" x="5765800" y="1873250"/>
          <p14:tracePt t="168007" x="5822950" y="1873250"/>
          <p14:tracePt t="168023" x="5867400" y="1866900"/>
          <p14:tracePt t="168041" x="5892800" y="1866900"/>
          <p14:tracePt t="168056" x="5905500" y="1866900"/>
          <p14:tracePt t="168073" x="5918200" y="1866900"/>
          <p14:tracePt t="168090" x="5918200" y="1873250"/>
          <p14:tracePt t="168518" x="5911850" y="1873250"/>
          <p14:tracePt t="168539" x="5905500" y="1873250"/>
          <p14:tracePt t="168581" x="5899150" y="1873250"/>
          <p14:tracePt t="168589" x="5899150" y="1879600"/>
          <p14:tracePt t="168963" x="5873750" y="1879600"/>
          <p14:tracePt t="168971" x="5829300" y="1879600"/>
          <p14:tracePt t="168984" x="5772150" y="1879600"/>
          <p14:tracePt t="168992" x="5721350" y="1879600"/>
          <p14:tracePt t="169006" x="5670550" y="1879600"/>
          <p14:tracePt t="169020" x="5518150" y="1866900"/>
          <p14:tracePt t="169036" x="5441950" y="1866900"/>
          <p14:tracePt t="169053" x="5372100" y="1860550"/>
          <p14:tracePt t="169070" x="5245100" y="1847850"/>
          <p14:tracePt t="169086" x="5149850" y="1841500"/>
          <p14:tracePt t="169104" x="5105400" y="1841500"/>
          <p14:tracePt t="169119" x="5092700" y="1841500"/>
          <p14:tracePt t="169136" x="5073650" y="1835150"/>
          <p14:tracePt t="169153" x="5067300" y="1835150"/>
          <p14:tracePt t="169462" x="4953000" y="1797050"/>
          <p14:tracePt t="169476" x="4775200" y="1746250"/>
          <p14:tracePt t="169483" x="4610100" y="1682750"/>
          <p14:tracePt t="169490" x="4394200" y="1593850"/>
          <p14:tracePt t="169505" x="4197350" y="1511300"/>
          <p14:tracePt t="169518" x="4051300" y="1441450"/>
          <p14:tracePt t="169535" x="3797300" y="1301750"/>
          <p14:tracePt t="169551" x="3708400" y="1238250"/>
          <p14:tracePt t="169568" x="3530600" y="1123950"/>
          <p14:tracePt t="169584" x="3422650" y="1016000"/>
          <p14:tracePt t="169601" x="3397250" y="971550"/>
          <p14:tracePt t="169618" x="3365500" y="863600"/>
          <p14:tracePt t="170096" x="3365500" y="857250"/>
          <p14:tracePt t="170103" x="3365500" y="838200"/>
          <p14:tracePt t="170124" x="3365500" y="819150"/>
          <p14:tracePt t="170138" x="3365500" y="806450"/>
          <p14:tracePt t="170148" x="3365500" y="793750"/>
          <p14:tracePt t="170166" x="3365500" y="762000"/>
          <p14:tracePt t="170182" x="3365500" y="749300"/>
          <p14:tracePt t="170199" x="3378200" y="723900"/>
          <p14:tracePt t="170216" x="3384550" y="698500"/>
          <p14:tracePt t="170232" x="3390900" y="685800"/>
          <p14:tracePt t="170249" x="3397250" y="666750"/>
          <p14:tracePt t="170265" x="3397250" y="654050"/>
          <p14:tracePt t="170281" x="3403600" y="641350"/>
          <p14:tracePt t="170300" x="3409950" y="628650"/>
          <p14:tracePt t="170315" x="3416300" y="622300"/>
          <p14:tracePt t="170332" x="3422650" y="622300"/>
          <p14:tracePt t="170349" x="3429000" y="615950"/>
          <p14:tracePt t="170366" x="3435350" y="615950"/>
          <p14:tracePt t="170381" x="3441700" y="615950"/>
          <p14:tracePt t="170401" x="3448050" y="615950"/>
          <p14:tracePt t="170415" x="3454400" y="615950"/>
          <p14:tracePt t="170431" x="3467100" y="615950"/>
          <p14:tracePt t="170448" x="3492500" y="615950"/>
          <p14:tracePt t="170465" x="3511550" y="615950"/>
          <p14:tracePt t="170482" x="3568700" y="615950"/>
          <p14:tracePt t="170498" x="3644900" y="615950"/>
          <p14:tracePt t="170514" x="3683000" y="615950"/>
          <p14:tracePt t="170532" x="3765550" y="615950"/>
          <p14:tracePt t="170548" x="3822700" y="609600"/>
          <p14:tracePt t="170565" x="3841750" y="603250"/>
          <p14:tracePt t="170581" x="3873500" y="596900"/>
          <p14:tracePt t="170597" x="3898900" y="584200"/>
          <p14:tracePt t="170614" x="3905250" y="584200"/>
          <p14:tracePt t="170631" x="3917950" y="577850"/>
          <p14:tracePt t="170647" x="3917950" y="571500"/>
          <p14:tracePt t="170665" x="3924300" y="571500"/>
          <p14:tracePt t="170707" x="3930650" y="565150"/>
          <p14:tracePt t="170798" x="3937000" y="565150"/>
          <p14:tracePt t="170827" x="3937000" y="571500"/>
          <p14:tracePt t="170840" x="3937000" y="577850"/>
          <p14:tracePt t="170849" x="3943350" y="577850"/>
          <p14:tracePt t="170864" x="3943350" y="590550"/>
          <p14:tracePt t="170880" x="3956050" y="603250"/>
          <p14:tracePt t="170897" x="4032250" y="736600"/>
          <p14:tracePt t="170914" x="4070350" y="819150"/>
          <p14:tracePt t="170929" x="4121150" y="914400"/>
          <p14:tracePt t="170933" x="4184650" y="1003300"/>
          <p14:tracePt t="170947" x="4330700" y="1238250"/>
          <p14:tracePt t="170963" x="4419600" y="1365250"/>
          <p14:tracePt t="170980" x="4616450" y="1631950"/>
          <p14:tracePt t="170997" x="4705350" y="1746250"/>
          <p14:tracePt t="171013" x="4921250" y="2000250"/>
          <p14:tracePt t="171030" x="5048250" y="2120900"/>
          <p14:tracePt t="171046" x="5251450" y="2317750"/>
          <p14:tracePt t="171062" x="5372100" y="2425700"/>
          <p14:tracePt t="171080" x="5581650" y="2590800"/>
          <p14:tracePt t="171096" x="5746750" y="2711450"/>
          <p14:tracePt t="171113" x="5816600" y="2749550"/>
          <p14:tracePt t="171129" x="5911850" y="2806700"/>
          <p14:tracePt t="171146" x="5988050" y="2838450"/>
          <p14:tracePt t="171164" x="6038850" y="2863850"/>
          <p14:tracePt t="171179" x="6083300" y="2882900"/>
          <p14:tracePt t="171196" x="6102350" y="2895600"/>
          <p14:tracePt t="171213" x="6127750" y="2908300"/>
          <p14:tracePt t="171229" x="6153150" y="2914650"/>
          <p14:tracePt t="171245" x="6165850" y="2914650"/>
          <p14:tracePt t="171262" x="6178550" y="2921000"/>
          <p14:tracePt t="171278" x="6191250" y="2921000"/>
          <p14:tracePt t="171295" x="6203950" y="2921000"/>
          <p14:tracePt t="171329" x="6210300" y="2921000"/>
          <p14:tracePt t="171345" x="6216650" y="2921000"/>
          <p14:tracePt t="171361" x="6223000" y="2921000"/>
          <p14:tracePt t="171381" x="6229350" y="2921000"/>
          <p14:tracePt t="171398" x="6235700" y="2921000"/>
          <p14:tracePt t="171869" x="6229350" y="2901950"/>
          <p14:tracePt t="171883" x="6210300" y="2876550"/>
          <p14:tracePt t="171890" x="6197600" y="2832100"/>
          <p14:tracePt t="171903" x="6165850" y="2787650"/>
          <p14:tracePt t="171912" x="6127750" y="2730500"/>
          <p14:tracePt t="171927" x="6089650" y="2660650"/>
          <p14:tracePt t="171943" x="5988050" y="2520950"/>
          <p14:tracePt t="171960" x="5880100" y="2393950"/>
          <p14:tracePt t="171976" x="5842000" y="2336800"/>
          <p14:tracePt t="171993" x="5810250" y="2298700"/>
          <p14:tracePt t="172010" x="5740400" y="2222500"/>
          <p14:tracePt t="172026" x="5721350" y="2209800"/>
          <p14:tracePt t="172043" x="5702300" y="2184400"/>
          <p14:tracePt t="172059" x="5676900" y="2159000"/>
          <p14:tracePt t="172076" x="5651500" y="2133600"/>
          <p14:tracePt t="172093" x="5626100" y="2120900"/>
          <p14:tracePt t="172109" x="5613400" y="2114550"/>
          <p14:tracePt t="172126" x="5588000" y="2101850"/>
          <p14:tracePt t="172143" x="5568950" y="2095500"/>
          <p14:tracePt t="172159" x="5562600" y="2089150"/>
          <p14:tracePt t="172176" x="5543550" y="2076450"/>
          <p14:tracePt t="172192" x="5530850" y="2070100"/>
          <p14:tracePt t="172209" x="5524500" y="2063750"/>
          <p14:tracePt t="172225" x="5518150" y="2057400"/>
          <p14:tracePt t="172242" x="5511800" y="2057400"/>
          <p14:tracePt t="172258" x="5505450" y="2057400"/>
          <p14:tracePt t="172275" x="5499100" y="2057400"/>
          <p14:tracePt t="172291" x="5492750" y="2051050"/>
          <p14:tracePt t="172346" x="5486400" y="2051050"/>
          <p14:tracePt t="172381" x="5480050" y="2044700"/>
          <p14:tracePt t="172402" x="5473700" y="2038350"/>
          <p14:tracePt t="172431" x="5467350" y="2038350"/>
          <p14:tracePt t="172466" x="5467350" y="2032000"/>
          <p14:tracePt t="172557" x="5473700" y="2032000"/>
          <p14:tracePt t="172571" x="5480050" y="2032000"/>
          <p14:tracePt t="172592" x="5486400" y="2032000"/>
          <p14:tracePt t="172606" x="5492750" y="2032000"/>
          <p14:tracePt t="172613" x="5505450" y="2025650"/>
          <p14:tracePt t="172627" x="5524500" y="2025650"/>
          <p14:tracePt t="172641" x="5607050" y="2012950"/>
          <p14:tracePt t="172657" x="5676900" y="2000250"/>
          <p14:tracePt t="172674" x="5740400" y="1981200"/>
          <p14:tracePt t="172691" x="5899150" y="1943100"/>
          <p14:tracePt t="172707" x="6057900" y="1892300"/>
          <p14:tracePt t="172724" x="6140450" y="1860550"/>
          <p14:tracePt t="172740" x="6261100" y="1828800"/>
          <p14:tracePt t="172757" x="6330950" y="1803400"/>
          <p14:tracePt t="172775" x="6375400" y="1790700"/>
          <p14:tracePt t="172790" x="6388100" y="1778000"/>
          <p14:tracePt t="172807" x="6407150" y="1778000"/>
          <p14:tracePt t="172824" x="6413500" y="1778000"/>
          <p14:tracePt t="173738" x="6407150" y="1778000"/>
          <p14:tracePt t="173751" x="6388100" y="1784350"/>
          <p14:tracePt t="173757" x="6375400" y="1790700"/>
          <p14:tracePt t="173770" x="6362700" y="1790700"/>
          <p14:tracePt t="173787" x="6324600" y="1797050"/>
          <p14:tracePt t="173803" x="6305550" y="1803400"/>
          <p14:tracePt t="173821" x="6267450" y="1822450"/>
          <p14:tracePt t="173836" x="6210300" y="1828800"/>
          <p14:tracePt t="173853" x="6184900" y="1835150"/>
          <p14:tracePt t="173871" x="6127750" y="1841500"/>
          <p14:tracePt t="173887" x="6108700" y="1841500"/>
          <p14:tracePt t="173902" x="6076950" y="1847850"/>
          <p14:tracePt t="173919" x="6051550" y="1854200"/>
          <p14:tracePt t="173936" x="6038850" y="1860550"/>
          <p14:tracePt t="173953" x="6019800" y="1860550"/>
          <p14:tracePt t="173970" x="6007100" y="1860550"/>
          <p14:tracePt t="174003" x="5994400" y="1866900"/>
          <p14:tracePt t="174019" x="5988050" y="1866900"/>
          <p14:tracePt t="174052" x="5981700" y="1866900"/>
          <p14:tracePt t="174069" x="5975350" y="1866900"/>
          <p14:tracePt t="174089" x="5969000" y="1866900"/>
          <p14:tracePt t="174109" x="5969000" y="1873250"/>
          <p14:tracePt t="174119" x="5962650" y="1873250"/>
          <p14:tracePt t="174157" x="5956300" y="1873250"/>
          <p14:tracePt t="174171" x="5949950" y="1879600"/>
          <p14:tracePt t="174200" x="5943600" y="1879600"/>
          <p14:tracePt t="174228" x="5937250" y="1885950"/>
          <p14:tracePt t="174319" x="5937250" y="1892300"/>
          <p14:tracePt t="174340" x="5949950" y="1898650"/>
          <p14:tracePt t="174347" x="5962650" y="1898650"/>
          <p14:tracePt t="174361" x="5994400" y="1898650"/>
          <p14:tracePt t="174370" x="6013450" y="1898650"/>
          <p14:tracePt t="174384" x="6051550" y="1898650"/>
          <p14:tracePt t="174401" x="6159500" y="1917700"/>
          <p14:tracePt t="174418" x="6248400" y="1924050"/>
          <p14:tracePt t="174435" x="6292850" y="1936750"/>
          <p14:tracePt t="174451" x="6318250" y="1943100"/>
          <p14:tracePt t="174454" x="6350000" y="1943100"/>
          <p14:tracePt t="174468" x="6388100" y="1949450"/>
          <p14:tracePt t="174484" x="6394450" y="1949450"/>
          <p14:tracePt t="174502" x="6407150" y="1949450"/>
          <p14:tracePt t="174518" x="6413500" y="1955800"/>
          <p14:tracePt t="174534" x="6413500" y="1962150"/>
          <p14:tracePt t="174670" x="6413500" y="1968500"/>
          <p14:tracePt t="174691" x="6419850" y="1974850"/>
          <p14:tracePt t="174698" x="6419850" y="1981200"/>
          <p14:tracePt t="174712" x="6426200" y="1993900"/>
          <p14:tracePt t="174720" x="6426200" y="2000250"/>
          <p14:tracePt t="174737" x="6432550" y="2012950"/>
          <p14:tracePt t="174750" x="6464300" y="2063750"/>
          <p14:tracePt t="174766" x="6483350" y="2095500"/>
          <p14:tracePt t="174783" x="6521450" y="2159000"/>
          <p14:tracePt t="174799" x="6534150" y="2190750"/>
          <p14:tracePt t="174817" x="6565900" y="2254250"/>
          <p14:tracePt t="174833" x="6597650" y="2286000"/>
          <p14:tracePt t="174850" x="6604000" y="2298700"/>
          <p14:tracePt t="174867" x="6616700" y="2324100"/>
          <p14:tracePt t="174883" x="6623050" y="2330450"/>
          <p14:tracePt t="174899" x="6623050" y="2336800"/>
          <p14:tracePt t="174979" x="6629400" y="2336800"/>
          <p14:tracePt t="175028" x="6635750" y="2343150"/>
          <p14:tracePt t="175050" x="6642100" y="2349500"/>
          <p14:tracePt t="175071" x="6648450" y="2355850"/>
          <p14:tracePt t="175077" x="6654800" y="2362200"/>
          <p14:tracePt t="175091" x="6661150" y="2368550"/>
          <p14:tracePt t="175101" x="6673850" y="2374900"/>
          <p14:tracePt t="175115" x="6686550" y="2393950"/>
          <p14:tracePt t="175132" x="6699250" y="2413000"/>
          <p14:tracePt t="175149" x="6756400" y="2470150"/>
          <p14:tracePt t="175165" x="6826250" y="2540000"/>
          <p14:tracePt t="175182" x="6915150" y="2622550"/>
          <p14:tracePt t="175198" x="6965950" y="2667000"/>
          <p14:tracePt t="175215" x="7010400" y="2705100"/>
          <p14:tracePt t="175233" x="7092950" y="2774950"/>
          <p14:tracePt t="175248" x="7169150" y="2844800"/>
          <p14:tracePt t="175265" x="7194550" y="2870200"/>
          <p14:tracePt t="175281" x="7239000" y="2914650"/>
          <p14:tracePt t="175298" x="7264400" y="2940050"/>
          <p14:tracePt t="175315" x="7270750" y="2952750"/>
          <p14:tracePt t="175331" x="7289800" y="2978150"/>
          <p14:tracePt t="175348" x="7296150" y="2990850"/>
          <p14:tracePt t="175365" x="7302500" y="3009900"/>
          <p14:tracePt t="175380" x="7308850" y="3022600"/>
          <p14:tracePt t="175397" x="7308850" y="3028950"/>
          <p14:tracePt t="175415" x="7315200" y="3035300"/>
          <p14:tracePt t="175431" x="7315200" y="3048000"/>
          <p14:tracePt t="175447" x="7321550" y="3060700"/>
          <p14:tracePt t="175464" x="7321550" y="3073400"/>
          <p14:tracePt t="175481" x="7327900" y="3073400"/>
          <p14:tracePt t="175484" x="7327900" y="3092450"/>
          <p14:tracePt t="175497" x="7327900" y="3105150"/>
          <p14:tracePt t="175514" x="7327900" y="3117850"/>
          <p14:tracePt t="176898" x="7327900" y="3130550"/>
          <p14:tracePt t="176905" x="7327900" y="3149600"/>
          <p14:tracePt t="176919" x="7327900" y="3168650"/>
          <p14:tracePt t="176929" x="7327900" y="3200400"/>
          <p14:tracePt t="176942" x="7334250" y="3219450"/>
          <p14:tracePt t="176959" x="7340600" y="3257550"/>
          <p14:tracePt t="176976" x="7353300" y="3295650"/>
          <p14:tracePt t="176992" x="7359650" y="3308350"/>
          <p14:tracePt t="177009" x="7372350" y="3333750"/>
          <p14:tracePt t="177025" x="7404100" y="3365500"/>
          <p14:tracePt t="177042" x="7423150" y="3390900"/>
          <p14:tracePt t="177059" x="7480300" y="3441700"/>
          <p14:tracePt t="177076" x="7512050" y="3467100"/>
          <p14:tracePt t="177092" x="7575550" y="3505200"/>
          <p14:tracePt t="177109" x="7632700" y="3536950"/>
          <p14:tracePt t="177125" x="7651750" y="3549650"/>
          <p14:tracePt t="177142" x="7696200" y="3568700"/>
          <p14:tracePt t="177158" x="7721600" y="3594100"/>
          <p14:tracePt t="177175" x="7734300" y="3600450"/>
          <p14:tracePt t="177193" x="7747000" y="3613150"/>
          <p14:tracePt t="177208" x="7753350" y="3625850"/>
          <p14:tracePt t="177277" x="7759700" y="3625850"/>
          <p14:tracePt t="177326" x="7766050" y="3625850"/>
          <p14:tracePt t="177410" x="7772400" y="3625850"/>
          <p14:tracePt t="177502" x="7766050" y="3625850"/>
          <p14:tracePt t="177516" x="7759700" y="3625850"/>
          <p14:tracePt t="177586" x="7753350" y="3625850"/>
          <p14:tracePt t="177600" x="7747000" y="3625850"/>
          <p14:tracePt t="177610" x="7740650" y="3619500"/>
          <p14:tracePt t="177628" x="7734300" y="3619500"/>
          <p14:tracePt t="177643" x="7721600" y="3619500"/>
          <p14:tracePt t="177657" x="7696200" y="3619500"/>
          <p14:tracePt t="177673" x="7670800" y="3619500"/>
          <p14:tracePt t="177690" x="7639050" y="3613150"/>
          <p14:tracePt t="177707" x="7512050" y="3600450"/>
          <p14:tracePt t="177723" x="7308850" y="3594100"/>
          <p14:tracePt t="177741" x="6997700" y="3594100"/>
          <p14:tracePt t="177756" x="6781800" y="3600450"/>
          <p14:tracePt t="177773" x="6229350" y="3632200"/>
          <p14:tracePt t="177790" x="5594350" y="3676650"/>
          <p14:tracePt t="177806" x="5276850" y="3695700"/>
          <p14:tracePt t="177823" x="4622800" y="3708400"/>
          <p14:tracePt t="177840" x="4013200" y="3759200"/>
          <p14:tracePt t="177856" x="3721100" y="3771900"/>
          <p14:tracePt t="177873" x="3232150" y="3829050"/>
          <p14:tracePt t="177889" x="2787650" y="3898900"/>
          <p14:tracePt t="177906" x="2609850" y="3937000"/>
          <p14:tracePt t="177923" x="2305050" y="4006850"/>
          <p14:tracePt t="177939" x="2120900" y="4057650"/>
          <p14:tracePt t="177956" x="2070100" y="4076700"/>
          <p14:tracePt t="177972" x="1993900" y="4108450"/>
          <p14:tracePt t="177989" x="1968500" y="4121150"/>
          <p14:tracePt t="178008" x="1968500" y="4127500"/>
          <p14:tracePt t="178434" x="1981200" y="4127500"/>
          <p14:tracePt t="178441" x="2019300" y="4127500"/>
          <p14:tracePt t="178453" x="2057400" y="4127500"/>
          <p14:tracePt t="178470" x="2178050" y="4108450"/>
          <p14:tracePt t="178487" x="2241550" y="4102100"/>
          <p14:tracePt t="178504" x="2374900" y="4083050"/>
          <p14:tracePt t="178520" x="2495550" y="4064000"/>
          <p14:tracePt t="178537" x="2546350" y="4064000"/>
          <p14:tracePt t="178554" x="2609850" y="4064000"/>
          <p14:tracePt t="178570" x="2641600" y="4057650"/>
          <p14:tracePt t="178587" x="2679700" y="4057650"/>
          <p14:tracePt t="178603" x="2705100" y="4057650"/>
          <p14:tracePt t="178620" x="2717800" y="4057650"/>
          <p14:tracePt t="178637" x="2736850" y="4057650"/>
          <p14:tracePt t="178654" x="2743200" y="4057650"/>
          <p14:tracePt t="178687" x="2749550" y="4057650"/>
          <p14:tracePt t="178743" x="2749550" y="4051300"/>
          <p14:tracePt t="178750" x="2743200" y="4051300"/>
          <p14:tracePt t="178772" x="2736850" y="4051300"/>
          <p14:tracePt t="178787" x="2730500" y="4051300"/>
          <p14:tracePt t="178792" x="2724150" y="4051300"/>
          <p14:tracePt t="178802" x="2717800" y="4051300"/>
          <p14:tracePt t="178822" x="2711450" y="4051300"/>
          <p14:tracePt t="178836" x="2692400" y="4051300"/>
          <p14:tracePt t="178852" x="2673350" y="4051300"/>
          <p14:tracePt t="178870" x="2552700" y="4032250"/>
          <p14:tracePt t="178886" x="2501900" y="4025900"/>
          <p14:tracePt t="178902" x="2444750" y="4013200"/>
          <p14:tracePt t="178919" x="2330450" y="4006850"/>
          <p14:tracePt t="178935" x="2235200" y="4000500"/>
          <p14:tracePt t="178952" x="2209800" y="3987800"/>
          <p14:tracePt t="178969" x="2159000" y="3981450"/>
          <p14:tracePt t="178985" x="2133600" y="3981450"/>
          <p14:tracePt t="179004" x="2120900" y="3981450"/>
          <p14:tracePt t="179066" x="2127250" y="3981450"/>
          <p14:tracePt t="179073" x="2133600" y="3981450"/>
          <p14:tracePt t="179084" x="2146300" y="3981450"/>
          <p14:tracePt t="179102" x="2178050" y="3981450"/>
          <p14:tracePt t="179118" x="2222500" y="3981450"/>
          <p14:tracePt t="179135" x="2279650" y="3994150"/>
          <p14:tracePt t="179151" x="2546350" y="4019550"/>
          <p14:tracePt t="179168" x="2647950" y="4019550"/>
          <p14:tracePt t="179185" x="2851150" y="4032250"/>
          <p14:tracePt t="179201" x="2952750" y="4032250"/>
          <p14:tracePt t="179218" x="3092450" y="4032250"/>
          <p14:tracePt t="179235" x="3200400" y="4019550"/>
          <p14:tracePt t="179251" x="3232150" y="4019550"/>
          <p14:tracePt t="179268" x="3270250" y="4006850"/>
          <p14:tracePt t="179285" x="3282950" y="4006850"/>
          <p14:tracePt t="179301" x="3282950" y="4000500"/>
          <p14:tracePt t="179334" x="3276600" y="3994150"/>
          <p14:tracePt t="179368" x="3257550" y="3994150"/>
          <p14:tracePt t="179384" x="3200400" y="3994150"/>
          <p14:tracePt t="179400" x="3149600" y="3994150"/>
          <p14:tracePt t="179417" x="2997200" y="3987800"/>
          <p14:tracePt t="179434" x="2806700" y="3975100"/>
          <p14:tracePt t="179450" x="2692400" y="3956050"/>
          <p14:tracePt t="179467" x="2501900" y="3943350"/>
          <p14:tracePt t="179483" x="2419350" y="3937000"/>
          <p14:tracePt t="179501" x="2317750" y="3924300"/>
          <p14:tracePt t="179517" x="2260600" y="3924300"/>
          <p14:tracePt t="179533" x="2247900" y="3930650"/>
          <p14:tracePt t="179537" x="2222500" y="3937000"/>
          <p14:tracePt t="179558" x="2216150" y="3937000"/>
          <p14:tracePt t="179585" x="2216150" y="3943350"/>
          <p14:tracePt t="179614" x="2216150" y="3949700"/>
          <p14:tracePt t="179642" x="2228850" y="3949700"/>
          <p14:tracePt t="179656" x="2235200" y="3949700"/>
          <p14:tracePt t="179663" x="2254250" y="3949700"/>
          <p14:tracePt t="179676" x="2286000" y="3949700"/>
          <p14:tracePt t="179685" x="2330450" y="3956050"/>
          <p14:tracePt t="179700" x="2413000" y="3968750"/>
          <p14:tracePt t="179716" x="2628900" y="3987800"/>
          <p14:tracePt t="179733" x="2851150" y="3987800"/>
          <p14:tracePt t="179749" x="2965450" y="3987800"/>
          <p14:tracePt t="179766" x="3067050" y="3987800"/>
          <p14:tracePt t="179783" x="3263900" y="3987800"/>
          <p14:tracePt t="179799" x="3302000" y="3987800"/>
          <p14:tracePt t="179816" x="3333750" y="3987800"/>
          <p14:tracePt t="179832" x="3365500" y="3981450"/>
          <p14:tracePt t="179849" x="3371850" y="3981450"/>
          <p14:tracePt t="179866" x="3378200" y="3975100"/>
          <p14:tracePt t="179883" x="3378200" y="3968750"/>
          <p14:tracePt t="179958" x="3371850" y="3968750"/>
          <p14:tracePt t="179979" x="3365500" y="3968750"/>
          <p14:tracePt t="179986" x="3359150" y="3968750"/>
          <p14:tracePt t="179998" x="3352800" y="3968750"/>
          <p14:tracePt t="180015" x="3340100" y="3968750"/>
          <p14:tracePt t="180455" x="3435350" y="3968750"/>
          <p14:tracePt t="180469" x="3606800" y="3968750"/>
          <p14:tracePt t="180476" x="3816350" y="3968750"/>
          <p14:tracePt t="180490" x="4025900" y="3968750"/>
          <p14:tracePt t="180499" x="4286250" y="3968750"/>
          <p14:tracePt t="180513" x="4502150" y="3981450"/>
          <p14:tracePt t="180530" x="4851400" y="3975100"/>
          <p14:tracePt t="180547" x="5130800" y="3975100"/>
          <p14:tracePt t="180563" x="5270500" y="3962400"/>
          <p14:tracePt t="180580" x="5537200" y="3943350"/>
          <p14:tracePt t="180597" x="5816600" y="3924300"/>
          <p14:tracePt t="180613" x="5956300" y="3924300"/>
          <p14:tracePt t="180630" x="6184900" y="3924300"/>
          <p14:tracePt t="180647" x="6356350" y="3924300"/>
          <p14:tracePt t="180663" x="6413500" y="3924300"/>
          <p14:tracePt t="180680" x="6540500" y="3924300"/>
          <p14:tracePt t="180696" x="6591300" y="3911600"/>
          <p14:tracePt t="180713" x="6711950" y="3911600"/>
          <p14:tracePt t="180730" x="6788150" y="3911600"/>
          <p14:tracePt t="180746" x="6832600" y="3905250"/>
          <p14:tracePt t="180762" x="6896100" y="3905250"/>
          <p14:tracePt t="180779" x="6965950" y="3905250"/>
          <p14:tracePt t="180796" x="6991350" y="3905250"/>
          <p14:tracePt t="180813" x="7048500" y="3898900"/>
          <p14:tracePt t="180829" x="7092950" y="3892550"/>
          <p14:tracePt t="180845" x="7112000" y="3892550"/>
          <p14:tracePt t="180863" x="7150100" y="3892550"/>
          <p14:tracePt t="180879" x="7188200" y="3879850"/>
          <p14:tracePt t="180895" x="7194550" y="3879850"/>
          <p14:tracePt t="180912" x="7239000" y="3873500"/>
          <p14:tracePt t="180929" x="7264400" y="3867150"/>
          <p14:tracePt t="180947" x="7283450" y="3860800"/>
          <p14:tracePt t="180962" x="7296150" y="3860800"/>
          <p14:tracePt t="180996" x="7321550" y="3854450"/>
          <p14:tracePt t="181012" x="7327900" y="3854450"/>
          <p14:tracePt t="181029" x="7334250" y="3848100"/>
          <p14:tracePt t="181046" x="7340600" y="3848100"/>
          <p14:tracePt t="181062" x="7359650" y="3841750"/>
          <p14:tracePt t="181065" x="7366000" y="3835400"/>
          <p14:tracePt t="181081" x="7378700" y="3835400"/>
          <p14:tracePt t="181101" x="7391400" y="3835400"/>
          <p14:tracePt t="181111" x="7397750" y="3829050"/>
          <p14:tracePt t="181131" x="7410450" y="3829050"/>
          <p14:tracePt t="181145" x="7416800" y="3829050"/>
          <p14:tracePt t="181161" x="7429500" y="3829050"/>
          <p14:tracePt t="181178" x="7448550" y="3822700"/>
          <p14:tracePt t="181211" x="7461250" y="3822700"/>
          <p14:tracePt t="181312" x="7461250" y="3816350"/>
          <p14:tracePt t="181332" x="7454900" y="3816350"/>
          <p14:tracePt t="181346" x="7448550" y="3822700"/>
          <p14:tracePt t="181367" x="7435850" y="3829050"/>
          <p14:tracePt t="181382" x="7429500" y="3835400"/>
          <p14:tracePt t="181389" x="7416800" y="3841750"/>
          <p14:tracePt t="181403" x="7404100" y="3854450"/>
          <p14:tracePt t="181412" x="7385050" y="3860800"/>
          <p14:tracePt t="181426" x="7372350" y="3867150"/>
          <p14:tracePt t="181443" x="7340600" y="3886200"/>
          <p14:tracePt t="181460" x="7327900" y="3905250"/>
          <p14:tracePt t="181494" x="7321550" y="3917950"/>
          <p14:tracePt t="181529" x="7327900" y="3917950"/>
          <p14:tracePt t="181546" x="7340600" y="3917950"/>
          <p14:tracePt t="181560" x="7366000" y="3911600"/>
          <p14:tracePt t="181576" x="7397750" y="3905250"/>
          <p14:tracePt t="181593" x="7473950" y="3867150"/>
          <p14:tracePt t="181609" x="7524750" y="3854450"/>
          <p14:tracePt t="181627" x="7632700" y="3822700"/>
          <p14:tracePt t="181643" x="7677150" y="3797300"/>
          <p14:tracePt t="181659" x="7734300" y="3790950"/>
          <p14:tracePt t="181677" x="7797800" y="3759200"/>
          <p14:tracePt t="181692" x="7816850" y="3752850"/>
          <p14:tracePt t="181709" x="7835900" y="3746500"/>
          <p14:tracePt t="181726" x="7848600" y="3733800"/>
          <p14:tracePt t="181742" x="7854950" y="3733800"/>
          <p14:tracePt t="181810" x="7854950" y="3727450"/>
          <p14:tracePt t="181866" x="7848600" y="3721100"/>
          <p14:tracePt t="181873" x="7842250" y="3721100"/>
          <p14:tracePt t="181887" x="7835900" y="3721100"/>
          <p14:tracePt t="181895" x="7823200" y="3721100"/>
          <p14:tracePt t="181911" x="7810500" y="3727450"/>
          <p14:tracePt t="181925" x="7759700" y="3740150"/>
          <p14:tracePt t="181942" x="7734300" y="3759200"/>
          <p14:tracePt t="181958" x="7645400" y="3790950"/>
          <p14:tracePt t="181975" x="7550150" y="3829050"/>
          <p14:tracePt t="181993" x="7448550" y="3854450"/>
          <p14:tracePt t="182008" x="7416800" y="3867150"/>
          <p14:tracePt t="182025" x="7346950" y="3892550"/>
          <p14:tracePt t="182042" x="7296150" y="3917950"/>
          <p14:tracePt t="182058" x="7283450" y="3924300"/>
          <p14:tracePt t="182074" x="7258050" y="3930650"/>
          <p14:tracePt t="182091" x="7245350" y="3937000"/>
          <p14:tracePt t="182112" x="7239000" y="3937000"/>
          <p14:tracePt t="182182" x="7232650" y="3937000"/>
          <p14:tracePt t="182189" x="7219950" y="3943350"/>
          <p14:tracePt t="182196" x="7213600" y="3943350"/>
          <p14:tracePt t="182211" x="7200900" y="3943350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0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X.m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(); 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</a:t>
            </a:r>
            <a:r>
              <a:rPr lang="en-US" altLang="zh-TW" spc="-20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spc="-100" dirty="0">
                <a:solidFill>
                  <a:srgbClr val="FF0000"/>
                </a:solidFill>
              </a:rPr>
              <a:t>New </a:t>
            </a:r>
            <a:r>
              <a:rPr lang="en-US" altLang="zh-TW" dirty="0">
                <a:solidFill>
                  <a:srgbClr val="FF0000"/>
                </a:solidFill>
              </a:rPr>
              <a:t>instanc</a:t>
            </a:r>
            <a:r>
              <a:rPr lang="en-US" altLang="zh-TW" spc="-50" dirty="0">
                <a:solidFill>
                  <a:srgbClr val="FF0000"/>
                </a:solidFill>
              </a:rPr>
              <a:t>es now </a:t>
            </a:r>
            <a:r>
              <a:rPr lang="en-US" altLang="zh-TW" dirty="0">
                <a:solidFill>
                  <a:srgbClr val="FF0000"/>
                </a:solidFill>
              </a:rPr>
              <a:t>start with attr3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910961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5276088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297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33"/>
    </mc:Choice>
    <mc:Fallback xmlns="">
      <p:transition spd="slow" advTm="870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68" x="4508500" y="3759200"/>
          <p14:tracePt t="976" x="4476750" y="3752850"/>
          <p14:tracePt t="982" x="4438650" y="3752850"/>
          <p14:tracePt t="993" x="4394200" y="3740150"/>
          <p14:tracePt t="1009" x="4292600" y="3746500"/>
          <p14:tracePt t="1025" x="4051300" y="3752850"/>
          <p14:tracePt t="1042" x="3867150" y="3778250"/>
          <p14:tracePt t="1060" x="3606800" y="3867150"/>
          <p14:tracePt t="1075" x="3384550" y="3917950"/>
          <p14:tracePt t="1092" x="3187700" y="3994150"/>
          <p14:tracePt t="1109" x="2876550" y="4127500"/>
          <p14:tracePt t="1125" x="2692400" y="4254500"/>
          <p14:tracePt t="1142" x="2514600" y="4381500"/>
          <p14:tracePt t="1158" x="2273300" y="4584700"/>
          <p14:tracePt t="1175" x="2133600" y="4711700"/>
          <p14:tracePt t="1193" x="1911350" y="4895850"/>
          <p14:tracePt t="1208" x="1778000" y="5022850"/>
          <p14:tracePt t="1225" x="1644650" y="5156200"/>
          <p14:tracePt t="1229" x="1587500" y="5207000"/>
          <p14:tracePt t="1242" x="1492250" y="5321300"/>
          <p14:tracePt t="1258" x="1409700" y="5422900"/>
          <p14:tracePt t="1275" x="1352550" y="5518150"/>
          <p14:tracePt t="1291" x="1352550" y="5524500"/>
          <p14:tracePt t="1678" x="1346200" y="5549900"/>
          <p14:tracePt t="1685" x="1320800" y="5594350"/>
          <p14:tracePt t="1692" x="1301750" y="5638800"/>
          <p14:tracePt t="1707" x="1270000" y="5715000"/>
          <p14:tracePt t="1723" x="1244600" y="5797550"/>
          <p14:tracePt t="1727" x="1225550" y="5829300"/>
          <p14:tracePt t="1740" x="1212850" y="5873750"/>
          <p14:tracePt t="1757" x="1174750" y="5949950"/>
          <p14:tracePt t="1773" x="1168400" y="5988050"/>
          <p14:tracePt t="1790" x="1155700" y="6026150"/>
          <p14:tracePt t="1806" x="1155700" y="6051550"/>
          <p14:tracePt t="1823" x="1155700" y="6057900"/>
          <p14:tracePt t="1840" x="1155700" y="6064250"/>
          <p14:tracePt t="2071" x="1155700" y="6070600"/>
          <p14:tracePt t="2078" x="1155700" y="6076950"/>
          <p14:tracePt t="2088" x="1149350" y="6083300"/>
          <p14:tracePt t="2106" x="1136650" y="6108700"/>
          <p14:tracePt t="2121" x="1130300" y="6121400"/>
          <p14:tracePt t="2138" x="1130300" y="6127750"/>
          <p14:tracePt t="2155" x="1123950" y="6134100"/>
          <p14:tracePt t="2191" x="1123950" y="6140450"/>
          <p14:tracePt t="2281" x="1117600" y="6146800"/>
          <p14:tracePt t="2331" x="1117600" y="6153150"/>
          <p14:tracePt t="2359" x="1117600" y="6159500"/>
          <p14:tracePt t="2366" x="1111250" y="6159500"/>
          <p14:tracePt t="2388" x="1111250" y="6165850"/>
          <p14:tracePt t="2408" x="1111250" y="6172200"/>
          <p14:tracePt t="2435" x="1104900" y="6178550"/>
          <p14:tracePt t="2471" x="1104900" y="6184900"/>
          <p14:tracePt t="2506" x="1104900" y="6191250"/>
          <p14:tracePt t="2717" x="1111250" y="6191250"/>
          <p14:tracePt t="2759" x="1117600" y="6191250"/>
          <p14:tracePt t="2780" x="1123950" y="6191250"/>
          <p14:tracePt t="2801" x="1130300" y="6191250"/>
          <p14:tracePt t="2808" x="1136650" y="6191250"/>
          <p14:tracePt t="2819" x="1143000" y="6191250"/>
          <p14:tracePt t="2836" x="1168400" y="6191250"/>
          <p14:tracePt t="2852" x="1200150" y="6197600"/>
          <p14:tracePt t="2869" x="1250950" y="6210300"/>
          <p14:tracePt t="2886" x="1333500" y="6216650"/>
          <p14:tracePt t="2902" x="1377950" y="6223000"/>
          <p14:tracePt t="2920" x="1460500" y="6229350"/>
          <p14:tracePt t="2936" x="1524000" y="6229350"/>
          <p14:tracePt t="2952" x="1574800" y="6229350"/>
          <p14:tracePt t="2970" x="1644650" y="6229350"/>
          <p14:tracePt t="2985" x="1670050" y="6229350"/>
          <p14:tracePt t="3001" x="1689100" y="6229350"/>
          <p14:tracePt t="3019" x="1701800" y="6235700"/>
          <p14:tracePt t="3035" x="1708150" y="6235700"/>
          <p14:tracePt t="3089" x="1714500" y="6235700"/>
          <p14:tracePt t="3131" x="1708150" y="6235700"/>
          <p14:tracePt t="3153" x="1708150" y="6242050"/>
          <p14:tracePt t="3159" x="1701800" y="6242050"/>
          <p14:tracePt t="3173" x="1695450" y="6242050"/>
          <p14:tracePt t="3184" x="1689100" y="6242050"/>
          <p14:tracePt t="3201" x="1657350" y="6254750"/>
          <p14:tracePt t="3218" x="1612900" y="6267450"/>
          <p14:tracePt t="3235" x="1555750" y="6280150"/>
          <p14:tracePt t="3238" x="1524000" y="6286500"/>
          <p14:tracePt t="3251" x="1447800" y="6292850"/>
          <p14:tracePt t="3268" x="1365250" y="6311900"/>
          <p14:tracePt t="3285" x="1244600" y="6337300"/>
          <p14:tracePt t="3301" x="1174750" y="6343650"/>
          <p14:tracePt t="3317" x="1123950" y="6343650"/>
          <p14:tracePt t="3335" x="1085850" y="6343650"/>
          <p14:tracePt t="3367" x="1079500" y="6343650"/>
          <p14:tracePt t="3384" x="1073150" y="6343650"/>
          <p14:tracePt t="3454" x="1079500" y="6343650"/>
          <p14:tracePt t="3573" x="1079500" y="6337300"/>
          <p14:tracePt t="3650" x="1085850" y="6330950"/>
          <p14:tracePt t="4118" x="1117600" y="6286500"/>
          <p14:tracePt t="4124" x="1155700" y="6229350"/>
          <p14:tracePt t="4134" x="1193800" y="6146800"/>
          <p14:tracePt t="4148" x="1238250" y="6070600"/>
          <p14:tracePt t="4165" x="1289050" y="5988050"/>
          <p14:tracePt t="4181" x="1371600" y="5822950"/>
          <p14:tracePt t="4197" x="1441450" y="5626100"/>
          <p14:tracePt t="4216" x="1511300" y="5454650"/>
          <p14:tracePt t="4230" x="1543050" y="5365750"/>
          <p14:tracePt t="4248" x="1581150" y="5251450"/>
          <p14:tracePt t="4265" x="1612900" y="5187950"/>
          <p14:tracePt t="4281" x="1631950" y="5149850"/>
          <p14:tracePt t="4298" x="1644650" y="5105400"/>
          <p14:tracePt t="4315" x="1657350" y="5080000"/>
          <p14:tracePt t="4331" x="1663700" y="5060950"/>
          <p14:tracePt t="4347" x="1682750" y="5022850"/>
          <p14:tracePt t="4364" x="1695450" y="4997450"/>
          <p14:tracePt t="4399" x="1695450" y="4991100"/>
          <p14:tracePt t="4525" x="1689100" y="4991100"/>
          <p14:tracePt t="4539" x="1676400" y="4991100"/>
          <p14:tracePt t="4545" x="1663700" y="4991100"/>
          <p14:tracePt t="4553" x="1651000" y="4991100"/>
          <p14:tracePt t="4567" x="1638300" y="4991100"/>
          <p14:tracePt t="4580" x="1619250" y="4991100"/>
          <p14:tracePt t="4597" x="1581150" y="4991100"/>
          <p14:tracePt t="4613" x="1555750" y="4991100"/>
          <p14:tracePt t="4630" x="1498600" y="4991100"/>
          <p14:tracePt t="4646" x="1435100" y="4991100"/>
          <p14:tracePt t="4663" x="1403350" y="4991100"/>
          <p14:tracePt t="4680" x="1339850" y="4984750"/>
          <p14:tracePt t="4696" x="1295400" y="4972050"/>
          <p14:tracePt t="4715" x="1270000" y="4965700"/>
          <p14:tracePt t="4729" x="1263650" y="4965700"/>
          <p14:tracePt t="4746" x="1257300" y="4959350"/>
          <p14:tracePt t="4763" x="1250950" y="4953000"/>
          <p14:tracePt t="4855" x="1244600" y="4959350"/>
          <p14:tracePt t="4875" x="1238250" y="4959350"/>
          <p14:tracePt t="4890" x="1231900" y="4959350"/>
          <p14:tracePt t="4898" x="1225550" y="4959350"/>
          <p14:tracePt t="4912" x="1219200" y="4959350"/>
          <p14:tracePt t="4947" x="1212850" y="4959350"/>
          <p14:tracePt t="4995" x="1206500" y="4959350"/>
          <p14:tracePt t="5030" x="1200150" y="4959350"/>
          <p14:tracePt t="5044" x="1193800" y="4959350"/>
          <p14:tracePt t="5086" x="1187450" y="4959350"/>
          <p14:tracePt t="5127" x="1181100" y="4959350"/>
          <p14:tracePt t="5780" x="1181100" y="4972050"/>
          <p14:tracePt t="5787" x="1174750" y="5010150"/>
          <p14:tracePt t="5801" x="1174750" y="5035550"/>
          <p14:tracePt t="5809" x="1168400" y="5080000"/>
          <p14:tracePt t="5825" x="1168400" y="5118100"/>
          <p14:tracePt t="5843" x="1162050" y="5175250"/>
          <p14:tracePt t="5859" x="1162050" y="5232400"/>
          <p14:tracePt t="5875" x="1155700" y="5257800"/>
          <p14:tracePt t="5892" x="1143000" y="5321300"/>
          <p14:tracePt t="5909" x="1143000" y="5359400"/>
          <p14:tracePt t="5925" x="1136650" y="5378450"/>
          <p14:tracePt t="5942" x="1136650" y="5403850"/>
          <p14:tracePt t="5959" x="1130300" y="5403850"/>
          <p14:tracePt t="5976" x="1130300" y="5416550"/>
          <p14:tracePt t="6033" x="1130300" y="5422900"/>
          <p14:tracePt t="6320" x="1130300" y="5429250"/>
          <p14:tracePt t="6327" x="1130300" y="5441950"/>
          <p14:tracePt t="6343" x="1130300" y="5467350"/>
          <p14:tracePt t="6357" x="1130300" y="5480050"/>
          <p14:tracePt t="6374" x="1123950" y="5511800"/>
          <p14:tracePt t="6391" x="1123950" y="5537200"/>
          <p14:tracePt t="6407" x="1123950" y="5549900"/>
          <p14:tracePt t="6424" x="1123950" y="5556250"/>
          <p14:tracePt t="6440" x="1123950" y="5562600"/>
          <p14:tracePt t="6559" x="1123950" y="5568950"/>
          <p14:tracePt t="6706" x="1123950" y="5562600"/>
          <p14:tracePt t="7039" x="1117600" y="5575300"/>
          <p14:tracePt t="7052" x="1098550" y="5619750"/>
          <p14:tracePt t="7060" x="1085850" y="5645150"/>
          <p14:tracePt t="7075" x="1073150" y="5676900"/>
          <p14:tracePt t="7088" x="1054100" y="5753100"/>
          <p14:tracePt t="7104" x="1041400" y="5778500"/>
          <p14:tracePt t="7121" x="1035050" y="5810250"/>
          <p14:tracePt t="7138" x="1028700" y="5848350"/>
          <p14:tracePt t="7154" x="1022350" y="5899150"/>
          <p14:tracePt t="7171" x="1016000" y="5918200"/>
          <p14:tracePt t="7188" x="1016000" y="5969000"/>
          <p14:tracePt t="7204" x="1009650" y="6000750"/>
          <p14:tracePt t="7222" x="1003300" y="6038850"/>
          <p14:tracePt t="7237" x="996950" y="6057900"/>
          <p14:tracePt t="7254" x="996950" y="6083300"/>
          <p14:tracePt t="7271" x="990600" y="6108700"/>
          <p14:tracePt t="7287" x="990600" y="6121400"/>
          <p14:tracePt t="7290" x="984250" y="6121400"/>
          <p14:tracePt t="7320" x="977900" y="6140450"/>
          <p14:tracePt t="7337" x="977900" y="6146800"/>
          <p14:tracePt t="7354" x="971550" y="6153150"/>
          <p14:tracePt t="7370" x="971550" y="6159500"/>
          <p14:tracePt t="7387" x="965200" y="6159500"/>
          <p14:tracePt t="7446" x="965200" y="6165850"/>
          <p14:tracePt t="7523" x="965200" y="6172200"/>
          <p14:tracePt t="7614" x="965200" y="6178550"/>
          <p14:tracePt t="7643" x="971550" y="6184900"/>
          <p14:tracePt t="7663" x="977900" y="6191250"/>
          <p14:tracePt t="7684" x="984250" y="6197600"/>
          <p14:tracePt t="7713" x="990600" y="6203950"/>
          <p14:tracePt t="7762" x="990600" y="6210300"/>
          <p14:tracePt t="7783" x="996950" y="6210300"/>
          <p14:tracePt t="7804" x="1003300" y="6216650"/>
          <p14:tracePt t="7832" x="1009650" y="6223000"/>
          <p14:tracePt t="7867" x="1016000" y="6223000"/>
          <p14:tracePt t="7874" x="1016000" y="6229350"/>
          <p14:tracePt t="7923" x="1022350" y="6229350"/>
          <p14:tracePt t="8190" x="1028700" y="6229350"/>
          <p14:tracePt t="8216" x="1022350" y="6229350"/>
          <p14:tracePt t="9208" x="1035050" y="6229350"/>
          <p14:tracePt t="9215" x="1066800" y="6235700"/>
          <p14:tracePt t="9228" x="1092200" y="6235700"/>
          <p14:tracePt t="9236" x="1136650" y="6242050"/>
          <p14:tracePt t="9250" x="1162050" y="6242050"/>
          <p14:tracePt t="9264" x="1200150" y="6242050"/>
          <p14:tracePt t="9280" x="1295400" y="6248400"/>
          <p14:tracePt t="9297" x="1346200" y="6261100"/>
          <p14:tracePt t="9314" x="1485900" y="6261100"/>
          <p14:tracePt t="9330" x="1651000" y="6261100"/>
          <p14:tracePt t="9347" x="1739900" y="6267450"/>
          <p14:tracePt t="9363" x="1917700" y="6267450"/>
          <p14:tracePt t="9380" x="2120900" y="6267450"/>
          <p14:tracePt t="9397" x="2311400" y="6267450"/>
          <p14:tracePt t="9413" x="2400300" y="6267450"/>
          <p14:tracePt t="9430" x="2559050" y="6267450"/>
          <p14:tracePt t="9446" x="2698750" y="6254750"/>
          <p14:tracePt t="9463" x="2762250" y="6248400"/>
          <p14:tracePt t="9480" x="2838450" y="6248400"/>
          <p14:tracePt t="9496" x="2971800" y="6235700"/>
          <p14:tracePt t="9513" x="3003550" y="6235700"/>
          <p14:tracePt t="9530" x="3035300" y="6235700"/>
          <p14:tracePt t="9546" x="3054350" y="6235700"/>
          <p14:tracePt t="9563" x="3079750" y="6235700"/>
          <p14:tracePt t="9580" x="3092450" y="6235700"/>
          <p14:tracePt t="9596" x="3098800" y="6235700"/>
          <p14:tracePt t="9612" x="3117850" y="6235700"/>
          <p14:tracePt t="9629" x="3136900" y="6235700"/>
          <p14:tracePt t="9646" x="3143250" y="6235700"/>
          <p14:tracePt t="9662" x="3168650" y="6235700"/>
          <p14:tracePt t="9679" x="3206750" y="6229350"/>
          <p14:tracePt t="9713" x="3238500" y="6229350"/>
          <p14:tracePt t="9729" x="3270250" y="6229350"/>
          <p14:tracePt t="9745" x="3282950" y="6229350"/>
          <p14:tracePt t="9762" x="3295650" y="6223000"/>
          <p14:tracePt t="9778" x="3308350" y="6223000"/>
          <p14:tracePt t="9811" x="3314700" y="6223000"/>
          <p14:tracePt t="9909" x="3308350" y="6223000"/>
          <p14:tracePt t="9930" x="3302000" y="6223000"/>
          <p14:tracePt t="9937" x="3295650" y="6223000"/>
          <p14:tracePt t="9959" x="3289300" y="6223000"/>
          <p14:tracePt t="9973" x="3282950" y="6223000"/>
          <p14:tracePt t="9987" x="3263900" y="6223000"/>
          <p14:tracePt t="10001" x="3251200" y="6223000"/>
          <p14:tracePt t="10011" x="3225800" y="6223000"/>
          <p14:tracePt t="10028" x="3187700" y="6223000"/>
          <p14:tracePt t="10044" x="3168650" y="6223000"/>
          <p14:tracePt t="10061" x="3136900" y="6223000"/>
          <p14:tracePt t="10078" x="3105150" y="6229350"/>
          <p14:tracePt t="10094" x="3098800" y="6229350"/>
          <p14:tracePt t="10111" x="3086100" y="6229350"/>
          <p14:tracePt t="10127" x="3067050" y="6229350"/>
          <p14:tracePt t="10197" x="3060700" y="6229350"/>
          <p14:tracePt t="10309" x="3073400" y="6229350"/>
          <p14:tracePt t="10330" x="3079750" y="6229350"/>
          <p14:tracePt t="10337" x="3092450" y="6229350"/>
          <p14:tracePt t="10351" x="3098800" y="6229350"/>
          <p14:tracePt t="10360" x="3105150" y="6229350"/>
          <p14:tracePt t="10376" x="3117850" y="6229350"/>
          <p14:tracePt t="10394" x="3162300" y="6223000"/>
          <p14:tracePt t="10410" x="3219450" y="6216650"/>
          <p14:tracePt t="10426" x="3251200" y="6203950"/>
          <p14:tracePt t="10443" x="3308350" y="6197600"/>
          <p14:tracePt t="10459" x="3327400" y="6197600"/>
          <p14:tracePt t="10476" x="3359150" y="6191250"/>
          <p14:tracePt t="10493" x="3390900" y="6191250"/>
          <p14:tracePt t="10509" x="3397250" y="6191250"/>
          <p14:tracePt t="10527" x="3409950" y="6191250"/>
          <p14:tracePt t="10542" x="3416300" y="6191250"/>
          <p14:tracePt t="10605" x="3422650" y="6191250"/>
          <p14:tracePt t="10660" x="3429000" y="6191250"/>
          <p14:tracePt t="10675" x="3435350" y="6191250"/>
          <p14:tracePt t="10681" x="3441700" y="6197600"/>
          <p14:tracePt t="10691" x="3448050" y="6197600"/>
          <p14:tracePt t="10709" x="3454400" y="6203950"/>
          <p14:tracePt t="10726" x="3460750" y="6203950"/>
          <p14:tracePt t="10742" x="3473450" y="6203950"/>
          <p14:tracePt t="10759" x="3530600" y="6216650"/>
          <p14:tracePt t="10775" x="3549650" y="6223000"/>
          <p14:tracePt t="10792" x="3568700" y="6223000"/>
          <p14:tracePt t="10808" x="3619500" y="6223000"/>
          <p14:tracePt t="10825" x="3670300" y="6235700"/>
          <p14:tracePt t="10842" x="3689350" y="6235700"/>
          <p14:tracePt t="10858" x="3733800" y="6248400"/>
          <p14:tracePt t="10874" x="3771900" y="6254750"/>
          <p14:tracePt t="10892" x="3803650" y="6254750"/>
          <p14:tracePt t="10908" x="3816350" y="6254750"/>
          <p14:tracePt t="10925" x="3841750" y="6261100"/>
          <p14:tracePt t="10941" x="3867150" y="6261100"/>
          <p14:tracePt t="10958" x="3873500" y="6267450"/>
          <p14:tracePt t="10975" x="3892550" y="6267450"/>
          <p14:tracePt t="10991" x="3898900" y="6267450"/>
          <p14:tracePt t="11008" x="3905250" y="6267450"/>
          <p14:tracePt t="11025" x="3917950" y="6267450"/>
          <p14:tracePt t="11041" x="3924300" y="6267450"/>
          <p14:tracePt t="11057" x="3930650" y="6267450"/>
          <p14:tracePt t="11075" x="3937000" y="6267450"/>
          <p14:tracePt t="11102" x="3943350" y="6267450"/>
          <p14:tracePt t="11144" x="3949700" y="6267450"/>
          <p14:tracePt t="11151" x="3956050" y="6267450"/>
          <p14:tracePt t="11173" x="3956050" y="6261100"/>
          <p14:tracePt t="11180" x="3962400" y="6261100"/>
          <p14:tracePt t="11215" x="3968750" y="6261100"/>
          <p14:tracePt t="13700" x="3987800" y="6261100"/>
          <p14:tracePt t="13707" x="4025900" y="6261100"/>
          <p14:tracePt t="13721" x="4064000" y="6261100"/>
          <p14:tracePt t="13731" x="4114800" y="6248400"/>
          <p14:tracePt t="13749" x="4267200" y="6254750"/>
          <p14:tracePt t="13765" x="4343400" y="6254750"/>
          <p14:tracePt t="13781" x="4502150" y="6254750"/>
          <p14:tracePt t="13798" x="4692650" y="6261100"/>
          <p14:tracePt t="13814" x="4781550" y="6261100"/>
          <p14:tracePt t="13831" x="4921250" y="6261100"/>
          <p14:tracePt t="13848" x="4991100" y="6261100"/>
          <p14:tracePt t="13865" x="5003800" y="6261100"/>
          <p14:tracePt t="13897" x="5016500" y="6261100"/>
          <p14:tracePt t="14002" x="5010150" y="6267450"/>
          <p14:tracePt t="14093" x="5003800" y="6273800"/>
          <p14:tracePt t="14128" x="4997450" y="6273800"/>
          <p14:tracePt t="14149" x="4991100" y="6273800"/>
          <p14:tracePt t="14165" x="4984750" y="6273800"/>
          <p14:tracePt t="14170" x="4978400" y="6273800"/>
          <p14:tracePt t="14180" x="4965700" y="6273800"/>
          <p14:tracePt t="14200" x="4959350" y="6273800"/>
          <p14:tracePt t="14214" x="4946650" y="6273800"/>
          <p14:tracePt t="14230" x="4914900" y="6273800"/>
          <p14:tracePt t="14247" x="4864100" y="6273800"/>
          <p14:tracePt t="14263" x="4845050" y="6273800"/>
          <p14:tracePt t="14279" x="4826000" y="6273800"/>
          <p14:tracePt t="14297" x="4762500" y="6280150"/>
          <p14:tracePt t="14313" x="4756150" y="6280150"/>
          <p14:tracePt t="14329" x="4743450" y="6280150"/>
          <p14:tracePt t="14346" x="4730750" y="6280150"/>
          <p14:tracePt t="14367" x="4724400" y="6280150"/>
          <p14:tracePt t="14493" x="4730750" y="6280150"/>
          <p14:tracePt t="14500" x="4737100" y="6280150"/>
          <p14:tracePt t="14515" x="4743450" y="6280150"/>
          <p14:tracePt t="14528" x="4768850" y="6280150"/>
          <p14:tracePt t="14545" x="4787900" y="6280150"/>
          <p14:tracePt t="14563" x="4806950" y="6280150"/>
          <p14:tracePt t="14579" x="4889500" y="6273800"/>
          <p14:tracePt t="14595" x="4965700" y="6273800"/>
          <p14:tracePt t="14613" x="5054600" y="6273800"/>
          <p14:tracePt t="14628" x="5092700" y="6273800"/>
          <p14:tracePt t="14645" x="5175250" y="6273800"/>
          <p14:tracePt t="14662" x="5232400" y="6273800"/>
          <p14:tracePt t="14678" x="5251450" y="6273800"/>
          <p14:tracePt t="14695" x="5302250" y="6273800"/>
          <p14:tracePt t="14712" x="5334000" y="6273800"/>
          <p14:tracePt t="14728" x="5346700" y="6273800"/>
          <p14:tracePt t="14745" x="5378450" y="6273800"/>
          <p14:tracePt t="14761" x="5397500" y="6273800"/>
          <p14:tracePt t="14778" x="5403850" y="6280150"/>
          <p14:tracePt t="14810" x="5410200" y="6280150"/>
          <p14:tracePt t="14921" x="5403850" y="6280150"/>
          <p14:tracePt t="14941" x="5397500" y="6286500"/>
          <p14:tracePt t="14956" x="5391150" y="6286500"/>
          <p14:tracePt t="15403" x="5403850" y="6286500"/>
          <p14:tracePt t="15410" x="5422900" y="6292850"/>
          <p14:tracePt t="15425" x="5461000" y="6299200"/>
          <p14:tracePt t="15431" x="5492750" y="6299200"/>
          <p14:tracePt t="15446" x="5530850" y="6305550"/>
          <p14:tracePt t="15459" x="5568950" y="6305550"/>
          <p14:tracePt t="15475" x="5651500" y="6305550"/>
          <p14:tracePt t="15493" x="5689600" y="6305550"/>
          <p14:tracePt t="15509" x="5765800" y="6305550"/>
          <p14:tracePt t="15526" x="5861050" y="6305550"/>
          <p14:tracePt t="15542" x="5899150" y="6305550"/>
          <p14:tracePt t="15558" x="6019800" y="6286500"/>
          <p14:tracePt t="15575" x="6146800" y="6286500"/>
          <p14:tracePt t="15592" x="6248400" y="6280150"/>
          <p14:tracePt t="15609" x="6292850" y="6267450"/>
          <p14:tracePt t="15625" x="6388100" y="6261100"/>
          <p14:tracePt t="15643" x="6457950" y="6242050"/>
          <p14:tracePt t="15658" x="6496050" y="6242050"/>
          <p14:tracePt t="15675" x="6527800" y="6235700"/>
          <p14:tracePt t="15691" x="6635750" y="6223000"/>
          <p14:tracePt t="15708" x="6661150" y="6223000"/>
          <p14:tracePt t="15726" x="6724650" y="6210300"/>
          <p14:tracePt t="15741" x="6743700" y="6197600"/>
          <p14:tracePt t="15758" x="6800850" y="6184900"/>
          <p14:tracePt t="15775" x="6851650" y="6178550"/>
          <p14:tracePt t="15791" x="6870700" y="6172200"/>
          <p14:tracePt t="15808" x="6921500" y="6165850"/>
          <p14:tracePt t="15825" x="6953250" y="6165850"/>
          <p14:tracePt t="15841" x="6972300" y="6159500"/>
          <p14:tracePt t="15857" x="7010400" y="6159500"/>
          <p14:tracePt t="15875" x="7048500" y="6159500"/>
          <p14:tracePt t="15891" x="7061200" y="6159500"/>
          <p14:tracePt t="15908" x="7086600" y="6159500"/>
          <p14:tracePt t="15924" x="7099300" y="6159500"/>
          <p14:tracePt t="15941" x="7105650" y="6159500"/>
          <p14:tracePt t="15958" x="7124700" y="6159500"/>
          <p14:tracePt t="15974" x="7143750" y="6159500"/>
          <p14:tracePt t="16007" x="7162800" y="6159500"/>
          <p14:tracePt t="16024" x="7169150" y="6159500"/>
          <p14:tracePt t="16042" x="7181850" y="6159500"/>
          <p14:tracePt t="16057" x="7188200" y="6159500"/>
          <p14:tracePt t="16073" x="7194550" y="6159500"/>
          <p14:tracePt t="16090" x="7213600" y="6159500"/>
          <p14:tracePt t="16106" x="7226300" y="6159500"/>
          <p14:tracePt t="16124" x="7232650" y="6159500"/>
          <p14:tracePt t="16140" x="7251700" y="6159500"/>
          <p14:tracePt t="16157" x="7283450" y="6159500"/>
          <p14:tracePt t="16173" x="7296150" y="6159500"/>
          <p14:tracePt t="16190" x="7327900" y="6165850"/>
          <p14:tracePt t="16206" x="7378700" y="6165850"/>
          <p14:tracePt t="16223" x="7391400" y="6165850"/>
          <p14:tracePt t="16240" x="7423150" y="6172200"/>
          <p14:tracePt t="16256" x="7448550" y="6172200"/>
          <p14:tracePt t="16273" x="7473950" y="6172200"/>
          <p14:tracePt t="16289" x="7480300" y="6172200"/>
          <p14:tracePt t="16306" x="7486650" y="6172200"/>
          <p14:tracePt t="16323" x="7512050" y="6172200"/>
          <p14:tracePt t="16340" x="7518400" y="6172200"/>
          <p14:tracePt t="16357" x="7524750" y="6178550"/>
          <p14:tracePt t="16372" x="7531100" y="6178550"/>
          <p14:tracePt t="16389" x="7537450" y="6178550"/>
          <p14:tracePt t="16406" x="7543800" y="6178550"/>
          <p14:tracePt t="16428" x="7543800" y="6184900"/>
          <p14:tracePt t="16457" x="7550150" y="6184900"/>
          <p14:tracePt t="16491" x="7556500" y="6191250"/>
          <p14:tracePt t="16825" x="7588250" y="6197600"/>
          <p14:tracePt t="16839" x="7658100" y="6216650"/>
          <p14:tracePt t="16846" x="7721600" y="6235700"/>
          <p14:tracePt t="16860" x="7778750" y="6254750"/>
          <p14:tracePt t="16870" x="7842250" y="6261100"/>
          <p14:tracePt t="16888" x="7950200" y="6292850"/>
          <p14:tracePt t="16904" x="8001000" y="6292850"/>
          <p14:tracePt t="16921" x="8070850" y="6292850"/>
          <p14:tracePt t="16938" x="8121650" y="6292850"/>
          <p14:tracePt t="16954" x="8140700" y="6292850"/>
          <p14:tracePt t="16970" x="8178800" y="6292850"/>
          <p14:tracePt t="16987" x="8223250" y="6292850"/>
          <p14:tracePt t="17004" x="8235950" y="6292850"/>
          <p14:tracePt t="17021" x="8261350" y="6292850"/>
          <p14:tracePt t="17037" x="8280400" y="6292850"/>
          <p14:tracePt t="17053" x="8293100" y="6292850"/>
          <p14:tracePt t="17071" x="8312150" y="6286500"/>
          <p14:tracePt t="17086" x="8331200" y="6286500"/>
          <p14:tracePt t="17103" x="8343900" y="6286500"/>
          <p14:tracePt t="17120" x="8356600" y="6286500"/>
          <p14:tracePt t="17136" x="8369300" y="6286500"/>
          <p14:tracePt t="17153" x="8388350" y="6286500"/>
          <p14:tracePt t="17170" x="8407400" y="6286500"/>
          <p14:tracePt t="17186" x="8420100" y="6280150"/>
          <p14:tracePt t="17204" x="8432800" y="6280150"/>
          <p14:tracePt t="17219" x="8451850" y="6280150"/>
          <p14:tracePt t="17236" x="8464550" y="6280150"/>
          <p14:tracePt t="17253" x="8483600" y="6280150"/>
          <p14:tracePt t="17269" x="8509000" y="6286500"/>
          <p14:tracePt t="17286" x="8515350" y="6286500"/>
          <p14:tracePt t="17303" x="8540750" y="6286500"/>
          <p14:tracePt t="17319" x="8578850" y="6292850"/>
          <p14:tracePt t="17352" x="8597900" y="6292850"/>
          <p14:tracePt t="17369" x="8610600" y="6292850"/>
          <p14:tracePt t="17386" x="8616950" y="6292850"/>
          <p14:tracePt t="17471" x="8623300" y="6292850"/>
          <p14:tracePt t="17576" x="8629650" y="6292850"/>
          <p14:tracePt t="17611" x="8642350" y="6286500"/>
          <p14:tracePt t="17632" x="8648700" y="6286500"/>
          <p14:tracePt t="17639" x="8655050" y="6286500"/>
          <p14:tracePt t="17660" x="8661400" y="6286500"/>
          <p14:tracePt t="17681" x="8667750" y="6280150"/>
          <p14:tracePt t="17688" x="8674100" y="6280150"/>
          <p14:tracePt t="17710" x="8680450" y="6280150"/>
          <p14:tracePt t="17718" x="8686800" y="6280150"/>
          <p14:tracePt t="17738" x="8693150" y="6280150"/>
          <p14:tracePt t="17754" x="8699500" y="6280150"/>
          <p14:tracePt t="17822" x="8705850" y="6280150"/>
          <p14:tracePt t="17829" x="8712200" y="6280150"/>
          <p14:tracePt t="17850" x="8718550" y="6280150"/>
          <p14:tracePt t="17878" x="8718550" y="6273800"/>
          <p14:tracePt t="17898" x="8724900" y="6273800"/>
          <p14:tracePt t="17920" x="8731250" y="6273800"/>
          <p14:tracePt t="17927" x="8737600" y="6273800"/>
          <p14:tracePt t="17990" x="8743950" y="6267450"/>
          <p14:tracePt t="18011" x="8750300" y="6267450"/>
          <p14:tracePt t="18039" x="8756650" y="6267450"/>
          <p14:tracePt t="18060" x="8763000" y="6267450"/>
          <p14:tracePt t="18088" x="8769350" y="6267450"/>
          <p14:tracePt t="18124" x="8775700" y="6267450"/>
          <p14:tracePt t="18200" x="8782050" y="6267450"/>
          <p14:tracePt t="18264" x="8788400" y="6267450"/>
          <p14:tracePt t="18348" x="8788400" y="6261100"/>
          <p14:tracePt t="18411" x="8794750" y="6261100"/>
          <p14:tracePt t="18453" x="8794750" y="6254750"/>
          <p14:tracePt t="18481" x="8794750" y="6242050"/>
          <p14:tracePt t="18488" x="8794750" y="6235700"/>
          <p14:tracePt t="18502" x="8794750" y="6229350"/>
          <p14:tracePt t="18515" x="8794750" y="6223000"/>
          <p14:tracePt t="18531" x="8782050" y="6184900"/>
          <p14:tracePt t="18548" x="8763000" y="6146800"/>
          <p14:tracePt t="18565" x="8718550" y="6045200"/>
          <p14:tracePt t="18581" x="8642350" y="5905500"/>
          <p14:tracePt t="18600" x="8591550" y="5829300"/>
          <p14:tracePt t="18615" x="8502650" y="5689600"/>
          <p14:tracePt t="18631" x="8413750" y="5549900"/>
          <p14:tracePt t="18647" x="8375650" y="5505450"/>
          <p14:tracePt t="18665" x="8337550" y="5448300"/>
          <p14:tracePt t="18681" x="8324850" y="5435600"/>
          <p14:tracePt t="18699" x="8305800" y="5410200"/>
          <p14:tracePt t="18715" x="8299450" y="5403850"/>
          <p14:tracePt t="18748" x="8293100" y="5403850"/>
          <p14:tracePt t="20444" x="8248650" y="5397500"/>
          <p14:tracePt t="20459" x="8185150" y="5391150"/>
          <p14:tracePt t="20464" x="8121650" y="5391150"/>
          <p14:tracePt t="20479" x="8045450" y="5391150"/>
          <p14:tracePt t="20491" x="7969250" y="5391150"/>
          <p14:tracePt t="20508" x="7804150" y="5378450"/>
          <p14:tracePt t="20524" x="7708900" y="5365750"/>
          <p14:tracePt t="20542" x="7359650" y="5372100"/>
          <p14:tracePt t="20557" x="7232650" y="5384800"/>
          <p14:tracePt t="20574" x="7118350" y="5384800"/>
          <p14:tracePt t="20592" x="6877050" y="5403850"/>
          <p14:tracePt t="20608" x="6578600" y="5473700"/>
          <p14:tracePt t="20625" x="6451600" y="5505450"/>
          <p14:tracePt t="20641" x="6115050" y="5600700"/>
          <p14:tracePt t="20657" x="5753100" y="5708650"/>
          <p14:tracePt t="20674" x="5537200" y="5778500"/>
          <p14:tracePt t="20691" x="5226050" y="5873750"/>
          <p14:tracePt t="20707" x="4851400" y="5994400"/>
          <p14:tracePt t="20725" x="4552950" y="6102350"/>
          <p14:tracePt t="20741" x="4451350" y="6153150"/>
          <p14:tracePt t="20757" x="4356100" y="6197600"/>
          <p14:tracePt t="20774" x="4197350" y="6267450"/>
          <p14:tracePt t="20790" x="4184650" y="6286500"/>
          <p14:tracePt t="20807" x="4165600" y="6305550"/>
          <p14:tracePt t="21179" x="4089400" y="6292850"/>
          <p14:tracePt t="21193" x="3975100" y="6248400"/>
          <p14:tracePt t="21200" x="3822700" y="6203950"/>
          <p14:tracePt t="21209" x="3632200" y="6178550"/>
          <p14:tracePt t="21222" x="3378200" y="6134100"/>
          <p14:tracePt t="21239" x="3035300" y="6096000"/>
          <p14:tracePt t="21256" x="2584450" y="6102350"/>
          <p14:tracePt t="21272" x="2400300" y="6102350"/>
          <p14:tracePt t="21289" x="2241550" y="6102350"/>
          <p14:tracePt t="21305" x="1714500" y="6096000"/>
          <p14:tracePt t="21322" x="1555750" y="6096000"/>
          <p14:tracePt t="21339" x="1390650" y="6089650"/>
          <p14:tracePt t="21355" x="1123950" y="6089650"/>
          <p14:tracePt t="21372" x="876300" y="6089650"/>
          <p14:tracePt t="21389" x="774700" y="6102350"/>
          <p14:tracePt t="21405" x="615950" y="6108700"/>
          <p14:tracePt t="21421" x="488950" y="6108700"/>
          <p14:tracePt t="21439" x="400050" y="6108700"/>
          <p14:tracePt t="21455" x="368300" y="6108700"/>
          <p14:tracePt t="21472" x="336550" y="6108700"/>
          <p14:tracePt t="21488" x="311150" y="6108700"/>
          <p14:tracePt t="21505" x="298450" y="6108700"/>
          <p14:tracePt t="21523" x="285750" y="6108700"/>
          <p14:tracePt t="21538" x="273050" y="6108700"/>
          <p14:tracePt t="21572" x="266700" y="6108700"/>
          <p14:tracePt t="21588" x="266700" y="6115050"/>
          <p14:tracePt t="21605" x="260350" y="6121400"/>
          <p14:tracePt t="21621" x="247650" y="6146800"/>
          <p14:tracePt t="21637" x="228600" y="6178550"/>
          <p14:tracePt t="21654" x="215900" y="6197600"/>
          <p14:tracePt t="21671" x="203200" y="6235700"/>
          <p14:tracePt t="21687" x="196850" y="6248400"/>
          <p14:tracePt t="21705" x="184150" y="6280150"/>
          <p14:tracePt t="21720" x="177800" y="6305550"/>
          <p14:tracePt t="21737" x="177800" y="6318250"/>
          <p14:tracePt t="21754" x="177800" y="6337300"/>
          <p14:tracePt t="21770" x="177800" y="6350000"/>
          <p14:tracePt t="21804" x="177800" y="6362700"/>
          <p14:tracePt t="21820" x="190500" y="6381750"/>
          <p14:tracePt t="21837" x="203200" y="6388100"/>
          <p14:tracePt t="21854" x="222250" y="6400800"/>
          <p14:tracePt t="21870" x="254000" y="6413500"/>
          <p14:tracePt t="21887" x="285750" y="6419850"/>
          <p14:tracePt t="21903" x="323850" y="6438900"/>
          <p14:tracePt t="21920" x="349250" y="6445250"/>
          <p14:tracePt t="21937" x="400050" y="6464300"/>
          <p14:tracePt t="21952" x="412750" y="6470650"/>
          <p14:tracePt t="21970" x="425450" y="6470650"/>
          <p14:tracePt t="21986" x="438150" y="6470650"/>
          <p14:tracePt t="22020" x="444500" y="6470650"/>
          <p14:tracePt t="22077" x="450850" y="6470650"/>
          <p14:tracePt t="22098" x="457200" y="6470650"/>
          <p14:tracePt t="22112" x="463550" y="6470650"/>
          <p14:tracePt t="22122" x="476250" y="6470650"/>
          <p14:tracePt t="22136" x="482600" y="6464300"/>
          <p14:tracePt t="22153" x="508000" y="6457950"/>
          <p14:tracePt t="22169" x="539750" y="6445250"/>
          <p14:tracePt t="22185" x="558800" y="6438900"/>
          <p14:tracePt t="22203" x="584200" y="6432550"/>
          <p14:tracePt t="22219" x="628650" y="6426200"/>
          <p14:tracePt t="22235" x="641350" y="6426200"/>
          <p14:tracePt t="22253" x="647700" y="6419850"/>
          <p14:tracePt t="22269" x="654050" y="6419850"/>
          <p14:tracePt t="22285" x="660400" y="6419850"/>
          <p14:tracePt t="22589" x="666750" y="6419850"/>
          <p14:tracePt t="22603" x="673100" y="6419850"/>
          <p14:tracePt t="22610" x="685800" y="6426200"/>
          <p14:tracePt t="22624" x="698500" y="6432550"/>
          <p14:tracePt t="22634" x="717550" y="6432550"/>
          <p14:tracePt t="22651" x="749300" y="6451600"/>
          <p14:tracePt t="22668" x="844550" y="6477000"/>
          <p14:tracePt t="22684" x="952500" y="6502400"/>
          <p14:tracePt t="23067" x="2260600" y="6489700"/>
          <p14:tracePt t="23083" x="2279650" y="6457950"/>
          <p14:tracePt t="23099" x="2298700" y="6432550"/>
          <p14:tracePt t="23116" x="2305050" y="6413500"/>
          <p14:tracePt t="23132" x="2317750" y="6400800"/>
          <p14:tracePt t="23149" x="2317750" y="6388100"/>
          <p14:tracePt t="23166" x="2324100" y="6375400"/>
          <p14:tracePt t="23182" x="2324100" y="6369050"/>
          <p14:tracePt t="23199" x="2330450" y="6356350"/>
          <p14:tracePt t="23216" x="2330450" y="6350000"/>
          <p14:tracePt t="23232" x="2330450" y="6343650"/>
          <p14:tracePt t="23249" x="2330450" y="6337300"/>
          <p14:tracePt t="23265" x="2330450" y="6330950"/>
          <p14:tracePt t="23306" x="2336800" y="6324600"/>
          <p14:tracePt t="23354" x="2336800" y="6318250"/>
          <p14:tracePt t="23482" x="2336800" y="6324600"/>
          <p14:tracePt t="23495" x="2336800" y="6330950"/>
          <p14:tracePt t="23502" x="2336800" y="6337300"/>
          <p14:tracePt t="23518" x="2336800" y="6343650"/>
          <p14:tracePt t="23538" x="2336800" y="6350000"/>
          <p14:tracePt t="23551" x="2343150" y="6356350"/>
          <p14:tracePt t="23567" x="2349500" y="6362700"/>
          <p14:tracePt t="23581" x="2355850" y="6375400"/>
          <p14:tracePt t="23597" x="2381250" y="6400800"/>
          <p14:tracePt t="23615" x="2413000" y="6432550"/>
          <p14:tracePt t="23630" x="2438400" y="6445250"/>
          <p14:tracePt t="23647" x="2489200" y="6457950"/>
          <p14:tracePt t="23664" x="2546350" y="6464300"/>
          <p14:tracePt t="23680" x="2565400" y="6464300"/>
          <p14:tracePt t="23697" x="2609850" y="6451600"/>
          <p14:tracePt t="23714" x="2641600" y="6413500"/>
          <p14:tracePt t="23730" x="2647950" y="6400800"/>
          <p14:tracePt t="23748" x="2660650" y="6362700"/>
          <p14:tracePt t="23763" x="2654300" y="6324600"/>
          <p14:tracePt t="23780" x="2647950" y="6311900"/>
          <p14:tracePt t="23797" x="2622550" y="6286500"/>
          <p14:tracePt t="23813" x="2609850" y="6280150"/>
          <p14:tracePt t="23830" x="2565400" y="6273800"/>
          <p14:tracePt t="23847" x="2527300" y="6273800"/>
          <p14:tracePt t="23863" x="2508250" y="6273800"/>
          <p14:tracePt t="23881" x="2482850" y="6273800"/>
          <p14:tracePt t="23896" x="2470150" y="6286500"/>
          <p14:tracePt t="23913" x="2470150" y="6292850"/>
          <p14:tracePt t="23930" x="2463800" y="6299200"/>
          <p14:tracePt t="23946" x="2463800" y="6311900"/>
          <p14:tracePt t="23963" x="2476500" y="6324600"/>
          <p14:tracePt t="23980" x="2495550" y="6343650"/>
          <p14:tracePt t="23996" x="2527300" y="6362700"/>
          <p14:tracePt t="24012" x="2552700" y="6375400"/>
          <p14:tracePt t="24029" x="2609850" y="6400800"/>
          <p14:tracePt t="24046" x="2660650" y="6413500"/>
          <p14:tracePt t="24063" x="2698750" y="6413500"/>
          <p14:tracePt t="24079" x="2711450" y="6413500"/>
          <p14:tracePt t="24096" x="2724150" y="6413500"/>
          <p14:tracePt t="24113" x="2736850" y="6394450"/>
          <p14:tracePt t="24129" x="2736850" y="6381750"/>
          <p14:tracePt t="24145" x="2736850" y="6369050"/>
          <p14:tracePt t="24162" x="2717800" y="6343650"/>
          <p14:tracePt t="24179" x="2673350" y="6305550"/>
          <p14:tracePt t="24196" x="2641600" y="6286500"/>
          <p14:tracePt t="24212" x="2552700" y="6254750"/>
          <p14:tracePt t="24229" x="2482850" y="6248400"/>
          <p14:tracePt t="24246" x="2438400" y="6248400"/>
          <p14:tracePt t="24262" x="2413000" y="6248400"/>
          <p14:tracePt t="24278" x="2400300" y="6261100"/>
          <p14:tracePt t="24296" x="2387600" y="6286500"/>
          <p14:tracePt t="24312" x="2387600" y="6299200"/>
          <p14:tracePt t="24328" x="2387600" y="6324600"/>
          <p14:tracePt t="24345" x="2393950" y="6350000"/>
          <p14:tracePt t="24361" x="2393950" y="6362700"/>
          <p14:tracePt t="24378" x="2406650" y="6375400"/>
          <p14:tracePt t="24395" x="2457450" y="6426200"/>
          <p14:tracePt t="24411" x="2476500" y="6438900"/>
          <p14:tracePt t="24428" x="2508250" y="6451600"/>
          <p14:tracePt t="24445" x="2533650" y="6451600"/>
          <p14:tracePt t="24461" x="2552700" y="6451600"/>
          <p14:tracePt t="24478" x="2590800" y="6445250"/>
          <p14:tracePt t="24495" x="2597150" y="6438900"/>
          <p14:tracePt t="24512" x="2603500" y="6432550"/>
          <p14:tracePt t="24529" x="2603500" y="6426200"/>
          <p14:tracePt t="24544" x="2603500" y="6419850"/>
          <p14:tracePt t="24561" x="2597150" y="6400800"/>
          <p14:tracePt t="24577" x="2584450" y="6381750"/>
          <p14:tracePt t="24594" x="2571750" y="6369050"/>
          <p14:tracePt t="24611" x="2527300" y="6356350"/>
          <p14:tracePt t="24627" x="2476500" y="6350000"/>
          <p14:tracePt t="24643" x="2457450" y="6350000"/>
          <p14:tracePt t="24661" x="2425700" y="6350000"/>
          <p14:tracePt t="24677" x="2406650" y="6362700"/>
          <p14:tracePt t="24694" x="2400300" y="6369050"/>
          <p14:tracePt t="24711" x="2400300" y="6381750"/>
          <p14:tracePt t="24727" x="2400300" y="6388100"/>
          <p14:tracePt t="24744" x="2400300" y="6413500"/>
          <p14:tracePt t="24760" x="2425700" y="6438900"/>
          <p14:tracePt t="24777" x="2444750" y="6464300"/>
          <p14:tracePt t="24794" x="2495550" y="6489700"/>
          <p14:tracePt t="24810" x="2546350" y="6515100"/>
          <p14:tracePt t="24827" x="2565400" y="6527800"/>
          <p14:tracePt t="24843" x="2616200" y="6534150"/>
          <p14:tracePt t="24860" x="2647950" y="6527800"/>
          <p14:tracePt t="24876" x="2654300" y="6515100"/>
          <p14:tracePt t="24893" x="2660650" y="6489700"/>
          <p14:tracePt t="24910" x="2654300" y="6438900"/>
          <p14:tracePt t="24928" x="2635250" y="6388100"/>
          <p14:tracePt t="24942" x="2616200" y="6375400"/>
          <p14:tracePt t="24960" x="2597150" y="6356350"/>
          <p14:tracePt t="24977" x="2578100" y="6350000"/>
          <p14:tracePt t="24992" x="2546350" y="6350000"/>
          <p14:tracePt t="24996" x="2533650" y="6350000"/>
          <p14:tracePt t="25026" x="2495550" y="6350000"/>
          <p14:tracePt t="25043" x="2489200" y="6356350"/>
          <p14:tracePt t="25060" x="2482850" y="6362700"/>
          <p14:tracePt t="25076" x="2476500" y="6369050"/>
          <p14:tracePt t="25092" x="2476500" y="6381750"/>
          <p14:tracePt t="25110" x="2476500" y="6394450"/>
          <p14:tracePt t="25126" x="2476500" y="6407150"/>
          <p14:tracePt t="25142" x="2495550" y="6426200"/>
          <p14:tracePt t="25159" x="2533650" y="6451600"/>
          <p14:tracePt t="25175" x="2552700" y="6464300"/>
          <p14:tracePt t="25192" x="2609850" y="6489700"/>
          <p14:tracePt t="25209" x="2660650" y="6496050"/>
          <p14:tracePt t="25225" x="2679700" y="6496050"/>
          <p14:tracePt t="25242" x="2717800" y="6483350"/>
          <p14:tracePt t="25258" x="2724150" y="6445250"/>
          <p14:tracePt t="25275" x="2724150" y="6419850"/>
          <p14:tracePt t="25293" x="2692400" y="6375400"/>
          <p14:tracePt t="25308" x="2641600" y="6330950"/>
          <p14:tracePt t="25325" x="2609850" y="6311900"/>
          <p14:tracePt t="25342" x="2527300" y="6292850"/>
          <p14:tracePt t="25358" x="2495550" y="6292850"/>
          <p14:tracePt t="25375" x="2438400" y="6292850"/>
          <p14:tracePt t="25391" x="2400300" y="6305550"/>
          <p14:tracePt t="25408" x="2393950" y="6311900"/>
          <p14:tracePt t="25426" x="2374900" y="6311900"/>
          <p14:tracePt t="25441" x="2374900" y="6324600"/>
          <p14:tracePt t="25475" x="2387600" y="6337300"/>
          <p14:tracePt t="25491" x="2413000" y="6356350"/>
          <p14:tracePt t="25508" x="2432050" y="6369050"/>
          <p14:tracePt t="25524" x="2495550" y="6394450"/>
          <p14:tracePt t="25541" x="2552700" y="6407150"/>
          <p14:tracePt t="25559" x="2603500" y="6413500"/>
          <p14:tracePt t="25574" x="2622550" y="6413500"/>
          <p14:tracePt t="25591" x="2641600" y="6413500"/>
          <p14:tracePt t="25624" x="2641600" y="6400800"/>
          <p14:tracePt t="25643" x="2635250" y="6394450"/>
          <p14:tracePt t="25657" x="2616200" y="6381750"/>
          <p14:tracePt t="25674" x="2603500" y="6362700"/>
          <p14:tracePt t="25690" x="2590800" y="6362700"/>
          <p14:tracePt t="25707" x="2559050" y="6356350"/>
          <p14:tracePt t="25724" x="2520950" y="6356350"/>
          <p14:tracePt t="25740" x="2501900" y="6356350"/>
          <p14:tracePt t="25757" x="2463800" y="6362700"/>
          <p14:tracePt t="25774" x="2451100" y="6375400"/>
          <p14:tracePt t="25791" x="2451100" y="6388100"/>
          <p14:tracePt t="25806" x="2451100" y="6400800"/>
          <p14:tracePt t="25823" x="2457450" y="6419850"/>
          <p14:tracePt t="25840" x="2482850" y="6445250"/>
          <p14:tracePt t="25856" x="2501900" y="6457950"/>
          <p14:tracePt t="25873" x="2546350" y="6477000"/>
          <p14:tracePt t="25890" x="2590800" y="6483350"/>
          <p14:tracePt t="25906" x="2616200" y="6483350"/>
          <p14:tracePt t="25925" x="2660650" y="6483350"/>
          <p14:tracePt t="25939" x="2692400" y="6457950"/>
          <p14:tracePt t="25956" x="2698750" y="6445250"/>
          <p14:tracePt t="25975" x="2698750" y="6413500"/>
          <p14:tracePt t="25989" x="2698750" y="6394450"/>
          <p14:tracePt t="26006" x="2686050" y="6375400"/>
          <p14:tracePt t="26009" x="2679700" y="6356350"/>
          <p14:tracePt t="26025" x="2660650" y="6350000"/>
          <p14:tracePt t="26043" x="2647950" y="6350000"/>
          <p14:tracePt t="26056" x="2641600" y="6350000"/>
          <p14:tracePt t="26072" x="2616200" y="6350000"/>
          <p14:tracePt t="26089" x="2609850" y="6350000"/>
          <p14:tracePt t="26106" x="2603500" y="6350000"/>
          <p14:tracePt t="26123" x="2597150" y="6356350"/>
          <p14:tracePt t="26155" x="2584450" y="6369050"/>
          <p14:tracePt t="26172" x="2584450" y="6375400"/>
          <p14:tracePt t="26207" x="2584450" y="6381750"/>
          <p14:tracePt t="26232" x="2590800" y="6381750"/>
          <p14:tracePt t="26260" x="2597150" y="6381750"/>
          <p14:tracePt t="26282" x="2603500" y="6381750"/>
          <p14:tracePt t="26352" x="2603500" y="6375400"/>
          <p14:tracePt t="26373" x="2603500" y="6369050"/>
          <p14:tracePt t="26380" x="2597150" y="6369050"/>
          <p14:tracePt t="26401" x="2590800" y="6369050"/>
          <p14:tracePt t="26415" x="2584450" y="6369050"/>
          <p14:tracePt t="26429" x="2578100" y="6369050"/>
          <p14:tracePt t="26443" x="2571750" y="6369050"/>
          <p14:tracePt t="26472" x="2571750" y="6381750"/>
          <p14:tracePt t="26492" x="2565400" y="6381750"/>
          <p14:tracePt t="26499" x="2559050" y="6388100"/>
          <p14:tracePt t="26534" x="2559050" y="6394450"/>
          <p14:tracePt t="26563" x="2565400" y="6400800"/>
          <p14:tracePt t="26569" x="2565400" y="6407150"/>
          <p14:tracePt t="26604" x="2571750" y="6407150"/>
          <p14:tracePt t="26611" x="2578100" y="6407150"/>
          <p14:tracePt t="26633" x="2584450" y="6407150"/>
          <p14:tracePt t="26660" x="2590800" y="6407150"/>
          <p14:tracePt t="26675" x="2590800" y="6400800"/>
          <p14:tracePt t="26703" x="2590800" y="6394450"/>
          <p14:tracePt t="26731" x="2584450" y="6388100"/>
          <p14:tracePt t="26745" x="2578100" y="6388100"/>
          <p14:tracePt t="26752" x="2571750" y="6388100"/>
          <p14:tracePt t="26780" x="2565400" y="6388100"/>
          <p14:tracePt t="26794" x="2559050" y="6388100"/>
          <p14:tracePt t="26801" x="2552700" y="6388100"/>
          <p14:tracePt t="26822" x="2546350" y="6388100"/>
          <p14:tracePt t="26838" x="2540000" y="6388100"/>
          <p14:tracePt t="26850" x="2540000" y="6394450"/>
          <p14:tracePt t="26871" x="2540000" y="6400800"/>
          <p14:tracePt t="26892" x="2540000" y="6407150"/>
          <p14:tracePt t="26913" x="2540000" y="6413500"/>
          <p14:tracePt t="26942" x="2546350" y="6419850"/>
          <p14:tracePt t="26961" x="2552700" y="6419850"/>
          <p14:tracePt t="26983" x="2559050" y="6419850"/>
          <p14:tracePt t="27019" x="2565400" y="6426200"/>
          <p14:tracePt t="29242" x="2571750" y="6426200"/>
          <p14:tracePt t="29249" x="2597150" y="6419850"/>
          <p14:tracePt t="29261" x="2609850" y="6413500"/>
          <p14:tracePt t="29278" x="2647950" y="6394450"/>
          <p14:tracePt t="29295" x="2660650" y="6388100"/>
          <p14:tracePt t="29312" x="2698750" y="6362700"/>
          <p14:tracePt t="29328" x="2730500" y="6356350"/>
          <p14:tracePt t="29344" x="2743200" y="6350000"/>
          <p14:tracePt t="29361" x="2762250" y="6343650"/>
          <p14:tracePt t="29378" x="2781300" y="6337300"/>
          <p14:tracePt t="29394" x="2781300" y="6330950"/>
          <p14:tracePt t="29411" x="2806700" y="6324600"/>
          <p14:tracePt t="29427" x="2813050" y="6318250"/>
          <p14:tracePt t="29444" x="2838450" y="6311900"/>
          <p14:tracePt t="29461" x="2870200" y="6299200"/>
          <p14:tracePt t="29477" x="2882900" y="6292850"/>
          <p14:tracePt t="29495" x="2908300" y="6280150"/>
          <p14:tracePt t="29510" x="2946400" y="6267450"/>
          <p14:tracePt t="29527" x="2959100" y="6261100"/>
          <p14:tracePt t="29544" x="3003550" y="6235700"/>
          <p14:tracePt t="29560" x="3054350" y="6216650"/>
          <p14:tracePt t="29576" x="3073400" y="6203950"/>
          <p14:tracePt t="29594" x="3136900" y="6159500"/>
          <p14:tracePt t="29610" x="3206750" y="6102350"/>
          <p14:tracePt t="29627" x="3251200" y="6076950"/>
          <p14:tracePt t="29643" x="3327400" y="6000750"/>
          <p14:tracePt t="29659" x="3378200" y="5943600"/>
          <p14:tracePt t="29678" x="3549650" y="5734050"/>
          <p14:tracePt t="29693" x="3613150" y="5638800"/>
          <p14:tracePt t="29710" x="3676650" y="5543550"/>
          <p14:tracePt t="29727" x="3803650" y="5257800"/>
          <p14:tracePt t="29743" x="3937000" y="4883150"/>
          <p14:tracePt t="29759" x="4013200" y="4673600"/>
          <p14:tracePt t="29776" x="4083050" y="4203700"/>
          <p14:tracePt t="29793" x="4089400" y="3695700"/>
          <p14:tracePt t="29810" x="4076700" y="3454400"/>
          <p14:tracePt t="29826" x="4019550" y="3016250"/>
          <p14:tracePt t="29842" x="3962400" y="2692400"/>
          <p14:tracePt t="29859" x="3930650" y="2590800"/>
          <p14:tracePt t="29875" x="3898900" y="2482850"/>
          <p14:tracePt t="29892" x="3816350" y="2286000"/>
          <p14:tracePt t="29909" x="3689350" y="2133600"/>
          <p14:tracePt t="29926" x="3562350" y="2012950"/>
          <p14:tracePt t="29942" x="3536950" y="1968500"/>
          <p14:tracePt t="30293" x="3524250" y="1911350"/>
          <p14:tracePt t="30300" x="3479800" y="1828800"/>
          <p14:tracePt t="30314" x="3441700" y="1746250"/>
          <p14:tracePt t="30324" x="3390900" y="1657350"/>
          <p14:tracePt t="30341" x="3340100" y="1562100"/>
          <p14:tracePt t="30357" x="3232150" y="1384300"/>
          <p14:tracePt t="30374" x="3105150" y="1257300"/>
          <p14:tracePt t="30392" x="2984500" y="1123950"/>
          <p14:tracePt t="30407" x="2914650" y="1054100"/>
          <p14:tracePt t="30424" x="2768600" y="952500"/>
          <p14:tracePt t="30441" x="2635250" y="876300"/>
          <p14:tracePt t="30457" x="2578100" y="844550"/>
          <p14:tracePt t="30475" x="2463800" y="793750"/>
          <p14:tracePt t="30490" x="2387600" y="749300"/>
          <p14:tracePt t="30507" x="2355850" y="742950"/>
          <p14:tracePt t="30525" x="2292350" y="742950"/>
          <p14:tracePt t="30540" x="2260600" y="742950"/>
          <p14:tracePt t="30557" x="2197100" y="736600"/>
          <p14:tracePt t="30560" x="2152650" y="723900"/>
          <p14:tracePt t="30576" x="2127250" y="723900"/>
          <p14:tracePt t="30589" x="2095500" y="717550"/>
          <p14:tracePt t="30607" x="2032000" y="711200"/>
          <p14:tracePt t="30623" x="1949450" y="692150"/>
          <p14:tracePt t="30640" x="1917700" y="685800"/>
          <p14:tracePt t="30656" x="1854200" y="673100"/>
          <p14:tracePt t="30673" x="1797050" y="647700"/>
          <p14:tracePt t="30689" x="1765300" y="635000"/>
          <p14:tracePt t="30707" x="1701800" y="603250"/>
          <p14:tracePt t="30723" x="1625600" y="558800"/>
          <p14:tracePt t="30739" x="1581150" y="539750"/>
          <p14:tracePt t="30756" x="1492250" y="495300"/>
          <p14:tracePt t="30773" x="1403350" y="444500"/>
          <p14:tracePt t="30789" x="1371600" y="419100"/>
          <p14:tracePt t="30806" x="1339850" y="400050"/>
          <p14:tracePt t="30822" x="1333500" y="387350"/>
          <p14:tracePt t="30839" x="1320800" y="381000"/>
          <p14:tracePt t="30855" x="1320800" y="368300"/>
          <p14:tracePt t="30889" x="1320800" y="361950"/>
          <p14:tracePt t="30932" x="1327150" y="355600"/>
          <p14:tracePt t="30946" x="1327150" y="349250"/>
          <p14:tracePt t="30952" x="1333500" y="336550"/>
          <p14:tracePt t="30974" x="1339850" y="323850"/>
          <p14:tracePt t="30981" x="1339850" y="317500"/>
          <p14:tracePt t="30995" x="1346200" y="317500"/>
          <p14:tracePt t="31005" x="1352550" y="311150"/>
          <p14:tracePt t="31024" x="1358900" y="304800"/>
          <p14:tracePt t="31038" x="1358900" y="298450"/>
          <p14:tracePt t="31086" x="1365250" y="298450"/>
          <p14:tracePt t="31163" x="1365250" y="304800"/>
          <p14:tracePt t="31177" x="1365250" y="311150"/>
          <p14:tracePt t="31184" x="1365250" y="317500"/>
          <p14:tracePt t="31191" x="1358900" y="330200"/>
          <p14:tracePt t="31208" x="1346200" y="342900"/>
          <p14:tracePt t="31221" x="1333500" y="361950"/>
          <p14:tracePt t="31237" x="1308100" y="406400"/>
          <p14:tracePt t="31255" x="1289050" y="450850"/>
          <p14:tracePt t="31271" x="1263650" y="482600"/>
          <p14:tracePt t="31288" x="1244600" y="514350"/>
          <p14:tracePt t="31304" x="1231900" y="533400"/>
          <p14:tracePt t="31321" x="1219200" y="546100"/>
          <p14:tracePt t="31337" x="1212850" y="558800"/>
          <p14:tracePt t="31416" x="1219200" y="558800"/>
          <p14:tracePt t="31457" x="1225550" y="558800"/>
          <p14:tracePt t="31486" x="1231900" y="558800"/>
          <p14:tracePt t="31493" x="1238250" y="558800"/>
          <p14:tracePt t="31507" x="1244600" y="558800"/>
          <p14:tracePt t="31520" x="1257300" y="558800"/>
          <p14:tracePt t="31537" x="1314450" y="558800"/>
          <p14:tracePt t="31554" x="1352550" y="558800"/>
          <p14:tracePt t="31557" x="1403350" y="558800"/>
          <p14:tracePt t="31570" x="1466850" y="558800"/>
          <p14:tracePt t="31586" x="1657350" y="558800"/>
          <p14:tracePt t="31603" x="1758950" y="558800"/>
          <p14:tracePt t="31620" x="2012950" y="558800"/>
          <p14:tracePt t="31637" x="2292350" y="565150"/>
          <p14:tracePt t="31653" x="2425700" y="577850"/>
          <p14:tracePt t="31670" x="2692400" y="596900"/>
          <p14:tracePt t="31686" x="2946400" y="596900"/>
          <p14:tracePt t="31703" x="3048000" y="596900"/>
          <p14:tracePt t="31719" x="3225800" y="609600"/>
          <p14:tracePt t="31736" x="3302000" y="609600"/>
          <p14:tracePt t="31754" x="3486150" y="628650"/>
          <p14:tracePt t="31769" x="3536950" y="635000"/>
          <p14:tracePt t="31785" x="3581400" y="635000"/>
          <p14:tracePt t="31802" x="3663950" y="647700"/>
          <p14:tracePt t="31819" x="3714750" y="647700"/>
          <p14:tracePt t="31835" x="3746500" y="647700"/>
          <p14:tracePt t="31853" x="3778250" y="647700"/>
          <p14:tracePt t="31869" x="3822700" y="635000"/>
          <p14:tracePt t="31886" x="3854450" y="628650"/>
          <p14:tracePt t="31901" x="3860800" y="622300"/>
          <p14:tracePt t="31919" x="3886200" y="615950"/>
          <p14:tracePt t="31936" x="3911600" y="615950"/>
          <p14:tracePt t="31952" x="3917950" y="615950"/>
          <p14:tracePt t="31969" x="3930650" y="609600"/>
          <p14:tracePt t="31985" x="3930650" y="603250"/>
          <p14:tracePt t="32018" x="3930650" y="596900"/>
          <p14:tracePt t="32054" x="3930650" y="590550"/>
          <p14:tracePt t="32097" x="3924300" y="584200"/>
          <p14:tracePt t="32119" x="3917950" y="584200"/>
          <p14:tracePt t="32125" x="3911600" y="584200"/>
          <p14:tracePt t="32139" x="3892550" y="577850"/>
          <p14:tracePt t="32151" x="3867150" y="577850"/>
          <p14:tracePt t="32168" x="3759200" y="552450"/>
          <p14:tracePt t="32185" x="3702050" y="533400"/>
          <p14:tracePt t="32202" x="3511550" y="508000"/>
          <p14:tracePt t="32217" x="3270250" y="476250"/>
          <p14:tracePt t="32234" x="3143250" y="463550"/>
          <p14:tracePt t="32251" x="2914650" y="450850"/>
          <p14:tracePt t="32267" x="2698750" y="450850"/>
          <p14:tracePt t="32284" x="2584450" y="444500"/>
          <p14:tracePt t="32302" x="2368550" y="444500"/>
          <p14:tracePt t="32317" x="2139950" y="457200"/>
          <p14:tracePt t="32334" x="2051050" y="457200"/>
          <p14:tracePt t="32351" x="1860550" y="469900"/>
          <p14:tracePt t="32367" x="1784350" y="469900"/>
          <p14:tracePt t="32385" x="1536700" y="488950"/>
          <p14:tracePt t="32400" x="1460500" y="488950"/>
          <p14:tracePt t="32417" x="1384300" y="488950"/>
          <p14:tracePt t="32434" x="1282700" y="501650"/>
          <p14:tracePt t="32450" x="1187450" y="501650"/>
          <p14:tracePt t="32467" x="1162050" y="514350"/>
          <p14:tracePt t="32484" x="1111250" y="527050"/>
          <p14:tracePt t="32500" x="1060450" y="533400"/>
          <p14:tracePt t="32516" x="1028700" y="539750"/>
          <p14:tracePt t="32533" x="996950" y="546100"/>
          <p14:tracePt t="32550" x="971550" y="558800"/>
          <p14:tracePt t="32567" x="965200" y="558800"/>
          <p14:tracePt t="32588" x="958850" y="565150"/>
          <p14:tracePt t="32599" x="952500" y="565150"/>
          <p14:tracePt t="32638" x="952500" y="571500"/>
          <p14:tracePt t="32652" x="958850" y="571500"/>
          <p14:tracePt t="32667" x="971550" y="571500"/>
          <p14:tracePt t="32680" x="984250" y="571500"/>
          <p14:tracePt t="32687" x="1009650" y="571500"/>
          <p14:tracePt t="32702" x="1028700" y="571500"/>
          <p14:tracePt t="32716" x="1079500" y="571500"/>
          <p14:tracePt t="32732" x="1244600" y="571500"/>
          <p14:tracePt t="32750" x="1485900" y="571500"/>
          <p14:tracePt t="32766" x="1644650" y="565150"/>
          <p14:tracePt t="32782" x="2051050" y="527050"/>
          <p14:tracePt t="32799" x="2463800" y="469900"/>
          <p14:tracePt t="32815" x="2635250" y="444500"/>
          <p14:tracePt t="32832" x="2959100" y="387350"/>
          <p14:tracePt t="32849" x="3219450" y="330200"/>
          <p14:tracePt t="32865" x="3327400" y="311150"/>
          <p14:tracePt t="32882" x="3479800" y="285750"/>
          <p14:tracePt t="32898" x="3587750" y="266700"/>
          <p14:tracePt t="32915" x="3638550" y="266700"/>
          <p14:tracePt t="32932" x="3689350" y="266700"/>
          <p14:tracePt t="32948" x="3721100" y="266700"/>
          <p14:tracePt t="32965" x="3746500" y="273050"/>
          <p14:tracePt t="32982" x="3771900" y="279400"/>
          <p14:tracePt t="32998" x="3784600" y="285750"/>
          <p14:tracePt t="33015" x="3810000" y="298450"/>
          <p14:tracePt t="33031" x="3822700" y="304800"/>
          <p14:tracePt t="33066" x="3829050" y="304800"/>
          <p14:tracePt t="33122" x="3822700" y="304800"/>
          <p14:tracePt t="33129" x="3816350" y="304800"/>
          <p14:tracePt t="33150" x="3803650" y="304800"/>
          <p14:tracePt t="33156" x="3797300" y="304800"/>
          <p14:tracePt t="33171" x="3778250" y="298450"/>
          <p14:tracePt t="33181" x="3752850" y="298450"/>
          <p14:tracePt t="33197" x="3714750" y="292100"/>
          <p14:tracePt t="33214" x="3556000" y="273050"/>
          <p14:tracePt t="33231" x="3314700" y="241300"/>
          <p14:tracePt t="33249" x="3016250" y="209550"/>
          <p14:tracePt t="33264" x="2800350" y="196850"/>
          <p14:tracePt t="33280" x="2609850" y="184150"/>
          <p14:tracePt t="33298" x="2063750" y="184150"/>
          <p14:tracePt t="33314" x="1898650" y="184150"/>
          <p14:tracePt t="33330" x="1771650" y="209550"/>
          <p14:tracePt t="33347" x="1524000" y="260350"/>
          <p14:tracePt t="33364" x="1358900" y="311150"/>
          <p14:tracePt t="33381" x="1301750" y="330200"/>
          <p14:tracePt t="33396" x="1225550" y="361950"/>
          <p14:tracePt t="33413" x="1200150" y="374650"/>
          <p14:tracePt t="33431" x="1193800" y="381000"/>
          <p14:tracePt t="33473" x="1193800" y="387350"/>
          <p14:tracePt t="33483" x="1200150" y="387350"/>
          <p14:tracePt t="33496" x="1206500" y="387350"/>
          <p14:tracePt t="33514" x="1231900" y="387350"/>
          <p14:tracePt t="33530" x="1314450" y="400050"/>
          <p14:tracePt t="33546" x="1403350" y="412750"/>
          <p14:tracePt t="33563" x="1504950" y="431800"/>
          <p14:tracePt t="33579" x="2012950" y="508000"/>
          <p14:tracePt t="33596" x="2216150" y="546100"/>
          <p14:tracePt t="33614" x="2590800" y="571500"/>
          <p14:tracePt t="33629" x="2730500" y="584200"/>
          <p14:tracePt t="33646" x="2971800" y="603250"/>
          <p14:tracePt t="33663" x="3162300" y="596900"/>
          <p14:tracePt t="33679" x="3244850" y="596900"/>
          <p14:tracePt t="33696" x="3359150" y="590550"/>
          <p14:tracePt t="33712" x="3441700" y="584200"/>
          <p14:tracePt t="33729" x="3460750" y="571500"/>
          <p14:tracePt t="33746" x="3486150" y="571500"/>
          <p14:tracePt t="33762" x="3498850" y="571500"/>
          <p14:tracePt t="33779" x="3505200" y="571500"/>
          <p14:tracePt t="33812" x="3505200" y="577850"/>
          <p14:tracePt t="33832" x="3498850" y="584200"/>
          <p14:tracePt t="33847" x="3486150" y="584200"/>
          <p14:tracePt t="33862" x="3416300" y="590550"/>
          <p14:tracePt t="33879" x="3340100" y="590550"/>
          <p14:tracePt t="33895" x="3098800" y="577850"/>
          <p14:tracePt t="33912" x="2940050" y="552450"/>
          <p14:tracePt t="33929" x="2222500" y="527050"/>
          <p14:tracePt t="33945" x="2012950" y="514350"/>
          <p14:tracePt t="33961" x="1828800" y="514350"/>
          <p14:tracePt t="33978" x="1562100" y="514350"/>
          <p14:tracePt t="33995" x="1384300" y="527050"/>
          <p14:tracePt t="34011" x="1333500" y="533400"/>
          <p14:tracePt t="34028" x="1282700" y="539750"/>
          <p14:tracePt t="34045" x="1270000" y="539750"/>
          <p14:tracePt t="34077" x="1276350" y="539750"/>
          <p14:tracePt t="34095" x="1282700" y="539750"/>
          <p14:tracePt t="34112" x="1314450" y="539750"/>
          <p14:tracePt t="34128" x="1346200" y="552450"/>
          <p14:tracePt t="34144" x="1466850" y="565150"/>
          <p14:tracePt t="34161" x="1695450" y="622300"/>
          <p14:tracePt t="34177" x="1860550" y="641350"/>
          <p14:tracePt t="34194" x="2076450" y="673100"/>
          <p14:tracePt t="34211" x="2781300" y="742950"/>
          <p14:tracePt t="34228" x="3003550" y="768350"/>
          <p14:tracePt t="34245" x="3403600" y="781050"/>
          <p14:tracePt t="34260" x="3556000" y="781050"/>
          <p14:tracePt t="34277" x="3797300" y="768350"/>
          <p14:tracePt t="34294" x="3943350" y="749300"/>
          <p14:tracePt t="34310" x="3994150" y="730250"/>
          <p14:tracePt t="34327" x="4044950" y="717550"/>
          <p14:tracePt t="34344" x="4057650" y="704850"/>
          <p14:tracePt t="34360" x="4064000" y="698500"/>
          <p14:tracePt t="34377" x="4064000" y="692150"/>
          <p14:tracePt t="34394" x="4064000" y="685800"/>
          <p14:tracePt t="34427" x="4057650" y="679450"/>
          <p14:tracePt t="34443" x="4025900" y="673100"/>
          <p14:tracePt t="34460" x="3975100" y="660400"/>
          <p14:tracePt t="34477" x="3803650" y="628650"/>
          <p14:tracePt t="34493" x="3575050" y="584200"/>
          <p14:tracePt t="34509" x="3429000" y="565150"/>
          <p14:tracePt t="34527" x="3111500" y="552450"/>
          <p14:tracePt t="34543" x="2971800" y="539750"/>
          <p14:tracePt t="34561" x="2520950" y="584200"/>
          <p14:tracePt t="34576" x="2374900" y="603250"/>
          <p14:tracePt t="34593" x="2260600" y="615950"/>
          <p14:tracePt t="34596" x="2152650" y="622300"/>
          <p14:tracePt t="34610" x="2063750" y="654050"/>
          <p14:tracePt t="34626" x="1955800" y="679450"/>
          <p14:tracePt t="34643" x="1911350" y="692150"/>
          <p14:tracePt t="34660" x="1879600" y="698500"/>
          <p14:tracePt t="34676" x="1860550" y="704850"/>
          <p14:tracePt t="34722" x="1866900" y="704850"/>
          <p14:tracePt t="34736" x="1873250" y="704850"/>
          <p14:tracePt t="34745" x="1892300" y="704850"/>
          <p14:tracePt t="34759" x="1917700" y="704850"/>
          <p14:tracePt t="34776" x="2032000" y="711200"/>
          <p14:tracePt t="34792" x="2286000" y="723900"/>
          <p14:tracePt t="34808" x="2457450" y="723900"/>
          <p14:tracePt t="34825" x="2679700" y="749300"/>
          <p14:tracePt t="34842" x="3359150" y="749300"/>
          <p14:tracePt t="34858" x="3575050" y="730250"/>
          <p14:tracePt t="34875" x="3765550" y="717550"/>
          <p14:tracePt t="34892" x="4006850" y="692150"/>
          <p14:tracePt t="34908" x="4178300" y="654050"/>
          <p14:tracePt t="34926" x="4273550" y="628650"/>
          <p14:tracePt t="34941" x="4286250" y="622300"/>
          <p14:tracePt t="34958" x="4324350" y="609600"/>
          <p14:tracePt t="35025" x="4318000" y="609600"/>
          <p14:tracePt t="35066" x="4311650" y="609600"/>
          <p14:tracePt t="35116" x="4305300" y="609600"/>
          <p14:tracePt t="35907" x="4298950" y="609600"/>
          <p14:tracePt t="35915" x="4292600" y="622300"/>
          <p14:tracePt t="35929" x="4279900" y="635000"/>
          <p14:tracePt t="35938" x="4273550" y="641350"/>
          <p14:tracePt t="35954" x="4267200" y="647700"/>
          <p14:tracePt t="35971" x="4248150" y="685800"/>
          <p14:tracePt t="35988" x="4235450" y="717550"/>
          <p14:tracePt t="36005" x="4222750" y="742950"/>
          <p14:tracePt t="36021" x="4191000" y="781050"/>
          <p14:tracePt t="36038" x="4178300" y="825500"/>
          <p14:tracePt t="36055" x="4108450" y="946150"/>
          <p14:tracePt t="36071" x="4083050" y="990600"/>
          <p14:tracePt t="36088" x="4057650" y="1022350"/>
          <p14:tracePt t="36104" x="4013200" y="1098550"/>
          <p14:tracePt t="36121" x="3981450" y="1174750"/>
          <p14:tracePt t="36137" x="3962400" y="1200150"/>
          <p14:tracePt t="36141" x="3949700" y="1244600"/>
          <p14:tracePt t="36154" x="3930650" y="1276350"/>
          <p14:tracePt t="36171" x="3905250" y="1352550"/>
          <p14:tracePt t="36188" x="3892550" y="1403350"/>
          <p14:tracePt t="36204" x="3892550" y="1422400"/>
          <p14:tracePt t="36220" x="3892550" y="1447800"/>
          <p14:tracePt t="36238" x="3892550" y="1454150"/>
          <p14:tracePt t="36254" x="3892550" y="1460500"/>
          <p14:tracePt t="36270" x="3905250" y="1473200"/>
          <p14:tracePt t="36287" x="3911600" y="1485900"/>
          <p14:tracePt t="36304" x="3924300" y="1485900"/>
          <p14:tracePt t="36320" x="3937000" y="1498600"/>
          <p14:tracePt t="36337" x="3994150" y="1524000"/>
          <p14:tracePt t="36353" x="4019550" y="1536700"/>
          <p14:tracePt t="36371" x="4070350" y="1568450"/>
          <p14:tracePt t="36386" x="4102100" y="1587500"/>
          <p14:tracePt t="36403" x="4159250" y="1606550"/>
          <p14:tracePt t="36420" x="4222750" y="1631950"/>
          <p14:tracePt t="36436" x="4254500" y="1638300"/>
          <p14:tracePt t="36453" x="4311650" y="1651000"/>
          <p14:tracePt t="36470" x="4394200" y="1670050"/>
          <p14:tracePt t="36486" x="4438650" y="1676400"/>
          <p14:tracePt t="36503" x="4527550" y="1682750"/>
          <p14:tracePt t="36520" x="4597400" y="1695450"/>
          <p14:tracePt t="36536" x="4635500" y="1695450"/>
          <p14:tracePt t="36553" x="4705350" y="1708150"/>
          <p14:tracePt t="36569" x="4794250" y="1733550"/>
          <p14:tracePt t="36586" x="4832350" y="1739900"/>
          <p14:tracePt t="36603" x="4940300" y="1771650"/>
          <p14:tracePt t="36619" x="5073650" y="1797050"/>
          <p14:tracePt t="36636" x="5156200" y="1816100"/>
          <p14:tracePt t="36639" x="5219700" y="1816100"/>
          <p14:tracePt t="36653" x="5283200" y="1828800"/>
          <p14:tracePt t="36669" x="5359400" y="1835150"/>
          <p14:tracePt t="36686" x="5530850" y="1835150"/>
          <p14:tracePt t="36702" x="5581650" y="1835150"/>
          <p14:tracePt t="36719" x="5632450" y="1835150"/>
          <p14:tracePt t="36736" x="5708650" y="1835150"/>
          <p14:tracePt t="36752" x="5778500" y="1835150"/>
          <p14:tracePt t="36768" x="5797550" y="1835150"/>
          <p14:tracePt t="36785" x="5829300" y="1835150"/>
          <p14:tracePt t="36802" x="5848350" y="1835150"/>
          <p14:tracePt t="36818" x="5854700" y="1835150"/>
          <p14:tracePt t="36835" x="5861050" y="1835150"/>
          <p14:tracePt t="36911" x="5854700" y="1835150"/>
          <p14:tracePt t="36919" x="5848350" y="1835150"/>
          <p14:tracePt t="36940" x="5842000" y="1835150"/>
          <p14:tracePt t="36961" x="5835650" y="1835150"/>
          <p14:tracePt t="36969" x="5829300" y="1835150"/>
          <p14:tracePt t="36989" x="5810250" y="1835150"/>
          <p14:tracePt t="37003" x="5797550" y="1835150"/>
          <p14:tracePt t="37009" x="5778500" y="1835150"/>
          <p14:tracePt t="37023" x="5753100" y="1835150"/>
          <p14:tracePt t="37034" x="5715000" y="1841500"/>
          <p14:tracePt t="37052" x="5626100" y="1841500"/>
          <p14:tracePt t="37067" x="5588000" y="1841500"/>
          <p14:tracePt t="37084" x="5492750" y="1854200"/>
          <p14:tracePt t="37101" x="5441950" y="1854200"/>
          <p14:tracePt t="37117" x="5422900" y="1854200"/>
          <p14:tracePt t="37134" x="5397500" y="1854200"/>
          <p14:tracePt t="37178" x="5403850" y="1854200"/>
          <p14:tracePt t="37192" x="5422900" y="1854200"/>
          <p14:tracePt t="37200" x="5454650" y="1854200"/>
          <p14:tracePt t="37213" x="5492750" y="1860550"/>
          <p14:tracePt t="37220" x="5562600" y="1873250"/>
          <p14:tracePt t="37237" x="5638800" y="1892300"/>
          <p14:tracePt t="37250" x="5829300" y="1911350"/>
          <p14:tracePt t="37267" x="5949950" y="1930400"/>
          <p14:tracePt t="37284" x="6178550" y="1955800"/>
          <p14:tracePt t="37300" x="6280150" y="1955800"/>
          <p14:tracePt t="37316" x="6451600" y="1955800"/>
          <p14:tracePt t="37334" x="6559550" y="1943100"/>
          <p14:tracePt t="37350" x="6604000" y="1936750"/>
          <p14:tracePt t="37366" x="6642100" y="1917700"/>
          <p14:tracePt t="37383" x="6661150" y="1911350"/>
          <p14:tracePt t="37400" x="6661150" y="1905000"/>
          <p14:tracePt t="37417" x="6667500" y="1905000"/>
          <p14:tracePt t="37515" x="6661150" y="1905000"/>
          <p14:tracePt t="37522" x="6661150" y="1898650"/>
          <p14:tracePt t="37543" x="6654800" y="1898650"/>
          <p14:tracePt t="37552" x="6648450" y="1898650"/>
          <p14:tracePt t="37566" x="6629400" y="1892300"/>
          <p14:tracePt t="37582" x="6610350" y="1885950"/>
          <p14:tracePt t="37599" x="6445250" y="1847850"/>
          <p14:tracePt t="37616" x="6369050" y="1828800"/>
          <p14:tracePt t="37633" x="6273800" y="1809750"/>
          <p14:tracePt t="37650" x="6096000" y="1778000"/>
          <p14:tracePt t="37666" x="5930900" y="1771650"/>
          <p14:tracePt t="37684" x="5810250" y="1758950"/>
          <p14:tracePt t="37699" x="5772150" y="1758950"/>
          <p14:tracePt t="37715" x="5734050" y="1758950"/>
          <p14:tracePt t="37733" x="5715000" y="1758950"/>
          <p14:tracePt t="37749" x="5708650" y="1758950"/>
          <p14:tracePt t="37803" x="5715000" y="1758950"/>
          <p14:tracePt t="37810" x="5727700" y="1758950"/>
          <p14:tracePt t="37824" x="5753100" y="1765300"/>
          <p14:tracePt t="37833" x="5772150" y="1771650"/>
          <p14:tracePt t="37848" x="5810250" y="1778000"/>
          <p14:tracePt t="37867" x="5930900" y="1809750"/>
          <p14:tracePt t="37881" x="6102350" y="1841500"/>
          <p14:tracePt t="37898" x="6191250" y="1860550"/>
          <p14:tracePt t="37915" x="6362700" y="1885950"/>
          <p14:tracePt t="37931" x="6426200" y="1885950"/>
          <p14:tracePt t="37948" x="6515100" y="1885950"/>
          <p14:tracePt t="37965" x="6553200" y="1873250"/>
          <p14:tracePt t="37981" x="6559550" y="1873250"/>
          <p14:tracePt t="37998" x="6559550" y="1866900"/>
          <p14:tracePt t="38014" x="6559550" y="1860550"/>
          <p14:tracePt t="38047" x="6553200" y="1860550"/>
          <p14:tracePt t="38064" x="6502400" y="1854200"/>
          <p14:tracePt t="38081" x="6451600" y="1847850"/>
          <p14:tracePt t="38098" x="6305550" y="1828800"/>
          <p14:tracePt t="38114" x="6102350" y="1797050"/>
          <p14:tracePt t="38130" x="5988050" y="1778000"/>
          <p14:tracePt t="38148" x="5746750" y="1765300"/>
          <p14:tracePt t="38164" x="5568950" y="1752600"/>
          <p14:tracePt t="38182" x="5473700" y="1758950"/>
          <p14:tracePt t="38197" x="5448300" y="1765300"/>
          <p14:tracePt t="38213" x="5422900" y="1765300"/>
          <p14:tracePt t="38232" x="5416550" y="1765300"/>
          <p14:tracePt t="38263" x="5410200" y="1771650"/>
          <p14:tracePt t="38288" x="5410200" y="1778000"/>
          <p14:tracePt t="38296" x="5416550" y="1778000"/>
          <p14:tracePt t="38316" x="5429250" y="1778000"/>
          <p14:tracePt t="38330" x="5461000" y="1790700"/>
          <p14:tracePt t="38346" x="5543550" y="1809750"/>
          <p14:tracePt t="38364" x="5626100" y="1835150"/>
          <p14:tracePt t="38380" x="5829300" y="1873250"/>
          <p14:tracePt t="38396" x="6070600" y="1885950"/>
          <p14:tracePt t="38413" x="6261100" y="1885950"/>
          <p14:tracePt t="38429" x="6337300" y="1873250"/>
          <p14:tracePt t="38446" x="6445250" y="1841500"/>
          <p14:tracePt t="38464" x="6483350" y="1822450"/>
          <p14:tracePt t="38480" x="6489700" y="1816100"/>
          <p14:tracePt t="38496" x="6496050" y="1809750"/>
          <p14:tracePt t="38596" x="6496050" y="1816100"/>
          <p14:tracePt t="39649" x="6483350" y="1854200"/>
          <p14:tracePt t="39656" x="6470650" y="1892300"/>
          <p14:tracePt t="39670" x="6451600" y="1949450"/>
          <p14:tracePt t="39678" x="6432550" y="2025650"/>
          <p14:tracePt t="39694" x="6426200" y="2108200"/>
          <p14:tracePt t="39708" x="6394450" y="2336800"/>
          <p14:tracePt t="39725" x="6369050" y="2463800"/>
          <p14:tracePt t="39742" x="6337300" y="2730500"/>
          <p14:tracePt t="39758" x="6299200" y="2908300"/>
          <p14:tracePt t="39776" x="6191250" y="3556000"/>
          <p14:tracePt t="39792" x="6146800" y="3803650"/>
          <p14:tracePt t="39808" x="6115050" y="4076700"/>
          <p14:tracePt t="39825" x="6000750" y="4559300"/>
          <p14:tracePt t="39841" x="5867400" y="5054600"/>
          <p14:tracePt t="39858" x="5822950" y="5302250"/>
          <p14:tracePt t="39875" x="5727700" y="5683250"/>
          <p14:tracePt t="39891" x="5651500" y="5943600"/>
          <p14:tracePt t="39908" x="5581650" y="6121400"/>
          <p14:tracePt t="39924" x="5549900" y="6197600"/>
          <p14:tracePt t="39941" x="5505450" y="6311900"/>
          <p14:tracePt t="39957" x="5461000" y="6388100"/>
          <p14:tracePt t="39974" x="5441950" y="6432550"/>
          <p14:tracePt t="39991" x="5416550" y="6489700"/>
          <p14:tracePt t="40007" x="5384800" y="6546850"/>
          <p14:tracePt t="40024" x="5372100" y="6565900"/>
          <p14:tracePt t="40041" x="5314950" y="6642100"/>
          <p14:tracePt t="40057" x="5295900" y="6661150"/>
          <p14:tracePt t="40074" x="5276850" y="6686550"/>
          <p14:tracePt t="40091" x="5232400" y="6711950"/>
          <p14:tracePt t="40107" x="5181600" y="6724650"/>
          <p14:tracePt t="40124" x="5162550" y="6737350"/>
          <p14:tracePt t="40140" x="5118100" y="6743700"/>
          <p14:tracePt t="40157" x="5105400" y="6743700"/>
          <p14:tracePt t="40245" x="5105400" y="6737350"/>
          <p14:tracePt t="40259" x="5105400" y="6731000"/>
          <p14:tracePt t="40265" x="5105400" y="6724650"/>
          <p14:tracePt t="40276" x="5111750" y="6718300"/>
          <p14:tracePt t="40289" x="5118100" y="6711950"/>
          <p14:tracePt t="40306" x="5124450" y="6711950"/>
          <p14:tracePt t="40323" x="5137150" y="6692900"/>
          <p14:tracePt t="40339" x="5162550" y="6673850"/>
          <p14:tracePt t="40357" x="5187950" y="6635750"/>
          <p14:tracePt t="40373" x="5207000" y="6623050"/>
          <p14:tracePt t="40389" x="5264150" y="6584950"/>
          <p14:tracePt t="40407" x="5308600" y="6540500"/>
          <p14:tracePt t="40423" x="5327650" y="6527800"/>
          <p14:tracePt t="40439" x="5372100" y="6483350"/>
          <p14:tracePt t="40456" x="5416550" y="6457950"/>
          <p14:tracePt t="40472" x="5422900" y="6451600"/>
          <p14:tracePt t="40489" x="5429250" y="6438900"/>
          <p14:tracePt t="40506" x="5429250" y="6432550"/>
          <p14:tracePt t="40568" x="5429250" y="6426200"/>
          <p14:tracePt t="45118" x="5429250" y="6413500"/>
          <p14:tracePt t="45132" x="5435600" y="6394450"/>
          <p14:tracePt t="45140" x="5448300" y="6375400"/>
          <p14:tracePt t="45147" x="5461000" y="6343650"/>
          <p14:tracePt t="45173" x="5473700" y="6299200"/>
          <p14:tracePt t="45189" x="5486400" y="6254750"/>
          <p14:tracePt t="45206" x="5492750" y="6229350"/>
          <p14:tracePt t="45223" x="5511800" y="6178550"/>
          <p14:tracePt t="45240" x="5518150" y="6115050"/>
          <p14:tracePt t="45256" x="5518150" y="6070600"/>
          <p14:tracePt t="45273" x="5518150" y="5994400"/>
          <p14:tracePt t="45289" x="5518150" y="5899150"/>
          <p14:tracePt t="45306" x="5505450" y="5848350"/>
          <p14:tracePt t="45322" x="5499100" y="5746750"/>
          <p14:tracePt t="45339" x="5486400" y="5689600"/>
          <p14:tracePt t="45357" x="5480050" y="5518150"/>
          <p14:tracePt t="45372" x="5480050" y="5454650"/>
          <p14:tracePt t="45389" x="5480050" y="5403850"/>
          <p14:tracePt t="45406" x="5461000" y="5257800"/>
          <p14:tracePt t="45422" x="5454650" y="5207000"/>
          <p14:tracePt t="45439" x="5454650" y="5175250"/>
          <p14:tracePt t="45455" x="5448300" y="5111750"/>
          <p14:tracePt t="45472" x="5429250" y="5029200"/>
          <p14:tracePt t="45489" x="5422900" y="4946650"/>
          <p14:tracePt t="45505" x="5422900" y="4908550"/>
          <p14:tracePt t="45522" x="5416550" y="4826000"/>
          <p14:tracePt t="45539" x="5403850" y="4756150"/>
          <p14:tracePt t="45555" x="5397500" y="4730750"/>
          <p14:tracePt t="45572" x="5391150" y="4673600"/>
          <p14:tracePt t="45589" x="5384800" y="4635500"/>
          <p14:tracePt t="45605" x="5378450" y="4616450"/>
          <p14:tracePt t="45621" x="5378450" y="4603750"/>
          <p14:tracePt t="45638" x="5365750" y="4552950"/>
          <p14:tracePt t="45655" x="5359400" y="4540250"/>
          <p14:tracePt t="45673" x="5353050" y="4521200"/>
          <p14:tracePt t="45688" x="5353050" y="4508500"/>
          <p14:tracePt t="45704" x="5346700" y="4495800"/>
          <p14:tracePt t="45721" x="5346700" y="4489450"/>
          <p14:tracePt t="45792" x="5340350" y="4489450"/>
          <p14:tracePt t="46394" x="5346700" y="4464050"/>
          <p14:tracePt t="46403" x="5365750" y="4419600"/>
          <p14:tracePt t="46409" x="5384800" y="4368800"/>
          <p14:tracePt t="46423" x="5391150" y="4324350"/>
          <p14:tracePt t="46435" x="5410200" y="4279900"/>
          <p14:tracePt t="46452" x="5435600" y="4184650"/>
          <p14:tracePt t="46468" x="5441950" y="4121150"/>
          <p14:tracePt t="46486" x="5454650" y="3994150"/>
          <p14:tracePt t="46501" x="5448300" y="3860800"/>
          <p14:tracePt t="46518" x="5441950" y="3797300"/>
          <p14:tracePt t="46536" x="5416550" y="3676650"/>
          <p14:tracePt t="46551" x="5372100" y="3530600"/>
          <p14:tracePt t="46568" x="5346700" y="3460750"/>
          <p14:tracePt t="46585" x="5314950" y="3314700"/>
          <p14:tracePt t="46601" x="5289550" y="3238500"/>
          <p14:tracePt t="46618" x="5226050" y="3092450"/>
          <p14:tracePt t="46635" x="5162550" y="2965450"/>
          <p14:tracePt t="46651" x="5124450" y="2908300"/>
          <p14:tracePt t="46669" x="5022850" y="2743200"/>
          <p14:tracePt t="46684" x="4921250" y="2616200"/>
          <p14:tracePt t="46701" x="4864100" y="2552700"/>
          <p14:tracePt t="46718" x="4730750" y="2425700"/>
          <p14:tracePt t="46734" x="4565650" y="2298700"/>
          <p14:tracePt t="46751" x="4495800" y="2247900"/>
          <p14:tracePt t="46754" x="4425950" y="2190750"/>
          <p14:tracePt t="46767" x="4368800" y="2152650"/>
          <p14:tracePt t="46784" x="4254500" y="2076450"/>
          <p14:tracePt t="46801" x="4210050" y="2038350"/>
          <p14:tracePt t="46817" x="4114800" y="1974850"/>
          <p14:tracePt t="46834" x="4019550" y="1917700"/>
          <p14:tracePt t="46851" x="3905250" y="1854200"/>
          <p14:tracePt t="46867" x="3835400" y="1816100"/>
          <p14:tracePt t="46883" x="3765550" y="1784350"/>
          <p14:tracePt t="46901" x="3581400" y="1689100"/>
          <p14:tracePt t="46917" x="3536950" y="1663700"/>
          <p14:tracePt t="46933" x="3486150" y="1638300"/>
          <p14:tracePt t="46950" x="3397250" y="1593850"/>
          <p14:tracePt t="46967" x="3321050" y="1568450"/>
          <p14:tracePt t="46985" x="3263900" y="1543050"/>
          <p14:tracePt t="47000" x="3244850" y="1536700"/>
          <p14:tracePt t="47016" x="3200400" y="1524000"/>
          <p14:tracePt t="47034" x="3175000" y="1511300"/>
          <p14:tracePt t="47050" x="3168650" y="1498600"/>
          <p14:tracePt t="47066" x="3149600" y="1492250"/>
          <p14:tracePt t="47083" x="3143250" y="1479550"/>
          <p14:tracePt t="47099" x="3136900" y="1479550"/>
          <p14:tracePt t="47116" x="3136900" y="1473200"/>
          <p14:tracePt t="47153" x="3136900" y="1466850"/>
          <p14:tracePt t="47828" x="3136900" y="1454150"/>
          <p14:tracePt t="47835" x="3136900" y="1441450"/>
          <p14:tracePt t="47850" x="3143250" y="1422400"/>
          <p14:tracePt t="47864" x="3168650" y="1390650"/>
          <p14:tracePt t="47880" x="3175000" y="1377950"/>
          <p14:tracePt t="47897" x="3187700" y="1371600"/>
          <p14:tracePt t="47913" x="3200400" y="1346200"/>
          <p14:tracePt t="47930" x="3206750" y="1333500"/>
          <p14:tracePt t="47963" x="3206750" y="1327150"/>
          <p14:tracePt t="47998" x="3213100" y="1320800"/>
          <p14:tracePt t="48277" x="3219450" y="1320800"/>
          <p14:tracePt t="48298" x="3225800" y="1320800"/>
          <p14:tracePt t="48305" x="3238500" y="1320800"/>
          <p14:tracePt t="48319" x="3244850" y="1320800"/>
          <p14:tracePt t="48328" x="3257550" y="1320800"/>
          <p14:tracePt t="48345" x="3276600" y="1320800"/>
          <p14:tracePt t="48362" x="3333750" y="1320800"/>
          <p14:tracePt t="48378" x="3422650" y="1333500"/>
          <p14:tracePt t="48395" x="3473450" y="1333500"/>
          <p14:tracePt t="48412" x="3568700" y="1339850"/>
          <p14:tracePt t="48428" x="3625850" y="1339850"/>
          <p14:tracePt t="48446" x="3663950" y="1339850"/>
          <p14:tracePt t="48461" x="3670300" y="1339850"/>
          <p14:tracePt t="48478" x="3676650" y="1339850"/>
          <p14:tracePt t="48495" x="3683000" y="1339850"/>
          <p14:tracePt t="48558" x="3676650" y="1339850"/>
          <p14:tracePt t="48565" x="3670300" y="1339850"/>
          <p14:tracePt t="48581" x="3663950" y="1339850"/>
          <p14:tracePt t="48594" x="3651250" y="1339850"/>
          <p14:tracePt t="48611" x="3632200" y="1339850"/>
          <p14:tracePt t="48628" x="3594100" y="1339850"/>
          <p14:tracePt t="48644" x="3568700" y="1339850"/>
          <p14:tracePt t="48661" x="3511550" y="1333500"/>
          <p14:tracePt t="48678" x="3454400" y="1333500"/>
          <p14:tracePt t="48694" x="3435350" y="1333500"/>
          <p14:tracePt t="48711" x="3384550" y="1339850"/>
          <p14:tracePt t="48727" x="3340100" y="1371600"/>
          <p14:tracePt t="48744" x="3321050" y="1384300"/>
          <p14:tracePt t="48761" x="3308350" y="1403350"/>
          <p14:tracePt t="50911" x="3321050" y="1397000"/>
          <p14:tracePt t="50926" x="3365500" y="1377950"/>
          <p14:tracePt t="50932" x="3384550" y="1365250"/>
          <p14:tracePt t="50946" x="3422650" y="1346200"/>
          <p14:tracePt t="50956" x="3454400" y="1333500"/>
          <p14:tracePt t="50969" x="3479800" y="1327150"/>
          <p14:tracePt t="50986" x="3530600" y="1314450"/>
          <p14:tracePt t="51003" x="3568700" y="1301750"/>
          <p14:tracePt t="51019" x="3581400" y="1301750"/>
          <p14:tracePt t="51036" x="3594100" y="1301750"/>
          <p14:tracePt t="51053" x="3613150" y="1301750"/>
          <p14:tracePt t="51255" x="3613150" y="1308100"/>
          <p14:tracePt t="51375" x="3606800" y="1314450"/>
          <p14:tracePt t="51424" x="3600450" y="1320800"/>
          <p14:tracePt t="51906" x="3600450" y="1327150"/>
          <p14:tracePt t="51913" x="3606800" y="1333500"/>
          <p14:tracePt t="51927" x="3613150" y="1346200"/>
          <p14:tracePt t="51936" x="3625850" y="1358900"/>
          <p14:tracePt t="51952" x="3638550" y="1365250"/>
          <p14:tracePt t="51966" x="3651250" y="1371600"/>
          <p14:tracePt t="51983" x="3683000" y="1397000"/>
          <p14:tracePt t="51999" x="3721100" y="1416050"/>
          <p14:tracePt t="52016" x="3740150" y="1416050"/>
          <p14:tracePt t="52033" x="3790950" y="1422400"/>
          <p14:tracePt t="52049" x="3848100" y="1422400"/>
          <p14:tracePt t="52066" x="3873500" y="1422400"/>
          <p14:tracePt t="52082" x="3924300" y="1422400"/>
          <p14:tracePt t="52099" x="3975100" y="1416050"/>
          <p14:tracePt t="52115" x="4000500" y="1409700"/>
          <p14:tracePt t="52132" x="4038600" y="1397000"/>
          <p14:tracePt t="52151" x="4070350" y="1390650"/>
          <p14:tracePt t="52167" x="4089400" y="1377950"/>
          <p14:tracePt t="52198" x="4095750" y="1377950"/>
          <p14:tracePt t="52229" x="4095750" y="1371600"/>
          <p14:tracePt t="52595" x="4102100" y="1371600"/>
          <p14:tracePt t="52869" x="4108450" y="1365250"/>
          <p14:tracePt t="52883" x="4108450" y="1346200"/>
          <p14:tracePt t="52889" x="4114800" y="1339850"/>
          <p14:tracePt t="52899" x="4121150" y="1333500"/>
          <p14:tracePt t="52912" x="4127500" y="1320800"/>
          <p14:tracePt t="52929" x="4133850" y="1314450"/>
          <p14:tracePt t="52946" x="4133850" y="1301750"/>
          <p14:tracePt t="52962" x="4133850" y="1289050"/>
          <p14:tracePt t="52979" x="4140200" y="1289050"/>
          <p14:tracePt t="52996" x="4140200" y="1282700"/>
          <p14:tracePt t="53013" x="4140200" y="1276350"/>
          <p14:tracePt t="53031" x="4140200" y="1270000"/>
          <p14:tracePt t="53045" x="4140200" y="1263650"/>
          <p14:tracePt t="53062" x="4133850" y="1250950"/>
          <p14:tracePt t="53079" x="4114800" y="1219200"/>
          <p14:tracePt t="53095" x="4095750" y="1193800"/>
          <p14:tracePt t="53112" x="4057650" y="1123950"/>
          <p14:tracePt t="53129" x="3994150" y="1035050"/>
          <p14:tracePt t="53145" x="3949700" y="984250"/>
          <p14:tracePt t="53161" x="3898900" y="927100"/>
          <p14:tracePt t="53179" x="3683000" y="736600"/>
          <p14:tracePt t="53195" x="3600450" y="660400"/>
          <p14:tracePt t="53213" x="3422650" y="527050"/>
          <p14:tracePt t="53229" x="3340100" y="463550"/>
          <p14:tracePt t="53245" x="3155950" y="361950"/>
          <p14:tracePt t="53262" x="2978150" y="279400"/>
          <p14:tracePt t="53278" x="2889250" y="234950"/>
          <p14:tracePt t="53295" x="2743200" y="190500"/>
          <p14:tracePt t="53311" x="2597150" y="158750"/>
          <p14:tracePt t="53328" x="2533650" y="152400"/>
          <p14:tracePt t="53345" x="2400300" y="120650"/>
          <p14:tracePt t="53361" x="2279650" y="95250"/>
          <p14:tracePt t="53378" x="2222500" y="82550"/>
          <p14:tracePt t="53395" x="2139950" y="69850"/>
          <p14:tracePt t="53411" x="2095500" y="44450"/>
          <p14:tracePt t="53427" x="2076450" y="38100"/>
          <p14:tracePt t="53444" x="2044700" y="25400"/>
          <p14:tracePt t="53461" x="2019300" y="12700"/>
          <p14:tracePt t="53477" x="2006600" y="12700"/>
          <p14:tracePt t="53494" x="1993900" y="6350"/>
          <p14:tracePt t="53511" x="1987550" y="6350"/>
          <p14:tracePt t="53549" x="1981200" y="6350"/>
          <p14:tracePt t="53591" x="1974850" y="6350"/>
          <p14:tracePt t="53620" x="1974850" y="12700"/>
          <p14:tracePt t="53654" x="1974850" y="19050"/>
          <p14:tracePt t="53669" x="1968500" y="19050"/>
          <p14:tracePt t="53683" x="1962150" y="25400"/>
          <p14:tracePt t="53690" x="1955800" y="25400"/>
          <p14:tracePt t="53704" x="1943100" y="31750"/>
          <p14:tracePt t="53713" x="1936750" y="44450"/>
          <p14:tracePt t="53726" x="1924050" y="50800"/>
          <p14:tracePt t="53743" x="1879600" y="82550"/>
          <p14:tracePt t="53760" x="1847850" y="107950"/>
          <p14:tracePt t="53776" x="1822450" y="120650"/>
          <p14:tracePt t="53793" x="1790700" y="152400"/>
          <p14:tracePt t="53809" x="1771650" y="165100"/>
          <p14:tracePt t="53826" x="1765300" y="171450"/>
          <p14:tracePt t="53843" x="1758950" y="171450"/>
          <p14:tracePt t="53859" x="1752600" y="177800"/>
          <p14:tracePt t="53900" x="1752600" y="184150"/>
          <p14:tracePt t="57332" x="1752600" y="190500"/>
          <p14:tracePt t="57347" x="1752600" y="196850"/>
          <p14:tracePt t="57354" x="1752600" y="203200"/>
          <p14:tracePt t="57367" x="1752600" y="215900"/>
          <p14:tracePt t="57384" x="1746250" y="215900"/>
          <p14:tracePt t="57402" x="1746250" y="222250"/>
          <p14:tracePt t="57445" x="1746250" y="228600"/>
          <p14:tracePt t="57487" x="1746250" y="234950"/>
          <p14:tracePt t="57493" x="1746250" y="241300"/>
          <p14:tracePt t="57508" x="1739900" y="241300"/>
          <p14:tracePt t="57516" x="1739900" y="247650"/>
          <p14:tracePt t="57530" x="1739900" y="254000"/>
          <p14:tracePt t="57546" x="1739900" y="260350"/>
          <p14:tracePt t="57566" x="1733550" y="266700"/>
          <p14:tracePt t="57580" x="1733550" y="273050"/>
          <p14:tracePt t="57596" x="1733550" y="285750"/>
          <p14:tracePt t="57613" x="1727200" y="304800"/>
          <p14:tracePt t="57630" x="1727200" y="323850"/>
          <p14:tracePt t="57646" x="1727200" y="342900"/>
          <p14:tracePt t="57663" x="1733550" y="425450"/>
          <p14:tracePt t="57679" x="1739900" y="463550"/>
          <p14:tracePt t="57697" x="1758950" y="533400"/>
          <p14:tracePt t="57713" x="1784350" y="565150"/>
          <p14:tracePt t="57729" x="1828800" y="641350"/>
          <p14:tracePt t="57746" x="1860550" y="685800"/>
          <p14:tracePt t="57763" x="1936750" y="793750"/>
          <p14:tracePt t="57779" x="2038350" y="920750"/>
          <p14:tracePt t="57796" x="2146300" y="1060450"/>
          <p14:tracePt t="57812" x="2209800" y="1143000"/>
          <p14:tracePt t="57816" x="2279650" y="1200150"/>
          <p14:tracePt t="57829" x="2362200" y="1276350"/>
          <p14:tracePt t="57846" x="2540000" y="1409700"/>
          <p14:tracePt t="57862" x="2660650" y="1466850"/>
          <p14:tracePt t="57879" x="2895600" y="1574800"/>
          <p14:tracePt t="57895" x="3168650" y="1676400"/>
          <p14:tracePt t="57912" x="3340100" y="1758950"/>
          <p14:tracePt t="57929" x="3702050" y="1847850"/>
          <p14:tracePt t="57945" x="4076700" y="1924050"/>
          <p14:tracePt t="57962" x="4279900" y="1962150"/>
          <p14:tracePt t="57979" x="4610100" y="2000250"/>
          <p14:tracePt t="57995" x="4794250" y="2025650"/>
          <p14:tracePt t="58012" x="5105400" y="2057400"/>
          <p14:tracePt t="58028" x="5321300" y="2070100"/>
          <p14:tracePt t="58045" x="5410200" y="2070100"/>
          <p14:tracePt t="58062" x="5575300" y="2063750"/>
          <p14:tracePt t="58078" x="5689600" y="2057400"/>
          <p14:tracePt t="58095" x="5734050" y="2051050"/>
          <p14:tracePt t="58112" x="5803900" y="2038350"/>
          <p14:tracePt t="58128" x="5861050" y="2025650"/>
          <p14:tracePt t="58144" x="5886450" y="2025650"/>
          <p14:tracePt t="58161" x="5924550" y="2012950"/>
          <p14:tracePt t="58178" x="5949950" y="2006600"/>
          <p14:tracePt t="58196" x="5975350" y="2000250"/>
          <p14:tracePt t="58211" x="5988050" y="2000250"/>
          <p14:tracePt t="58228" x="5994400" y="1993900"/>
          <p14:tracePt t="58245" x="6000750" y="1993900"/>
          <p14:tracePt t="58260" x="6000750" y="1987550"/>
          <p14:tracePt t="58294" x="6007100" y="1981200"/>
          <p14:tracePt t="58315" x="6007100" y="1974850"/>
          <p14:tracePt t="58357" x="5994400" y="1968500"/>
          <p14:tracePt t="58364" x="5975350" y="1968500"/>
          <p14:tracePt t="58380" x="5943600" y="1962150"/>
          <p14:tracePt t="58394" x="5905500" y="1955800"/>
          <p14:tracePt t="58410" x="5765800" y="1955800"/>
          <p14:tracePt t="58427" x="5568950" y="1924050"/>
          <p14:tracePt t="58444" x="5467350" y="1917700"/>
          <p14:tracePt t="58461" x="5321300" y="1885950"/>
          <p14:tracePt t="58477" x="5238750" y="1879600"/>
          <p14:tracePt t="58493" x="5232400" y="1879600"/>
          <p14:tracePt t="58510" x="5226050" y="1879600"/>
          <p14:tracePt t="58527" x="5232400" y="1879600"/>
          <p14:tracePt t="58543" x="5245100" y="1879600"/>
          <p14:tracePt t="58561" x="5321300" y="1879600"/>
          <p14:tracePt t="58576" x="5480050" y="1879600"/>
          <p14:tracePt t="58593" x="5581650" y="1879600"/>
          <p14:tracePt t="58610" x="5784850" y="1905000"/>
          <p14:tracePt t="58626" x="5899150" y="1911350"/>
          <p14:tracePt t="58643" x="6089650" y="1930400"/>
          <p14:tracePt t="58661" x="6223000" y="1943100"/>
          <p14:tracePt t="58676" x="6273800" y="1943100"/>
          <p14:tracePt t="58693" x="6311900" y="1943100"/>
          <p14:tracePt t="58709" x="6324600" y="1943100"/>
          <p14:tracePt t="58743" x="6318250" y="1943100"/>
          <p14:tracePt t="58759" x="6311900" y="1943100"/>
          <p14:tracePt t="58775" x="6299200" y="1949450"/>
          <p14:tracePt t="58793" x="6254750" y="1949450"/>
          <p14:tracePt t="58809" x="6140450" y="1949450"/>
          <p14:tracePt t="58825" x="6064250" y="1949450"/>
          <p14:tracePt t="58829" x="5988050" y="1949450"/>
          <p14:tracePt t="58843" x="5911850" y="1955800"/>
          <p14:tracePt t="58859" x="5765800" y="1955800"/>
          <p14:tracePt t="58876" x="5708650" y="1955800"/>
          <p14:tracePt t="58892" x="5689600" y="1955800"/>
          <p14:tracePt t="58942" x="5702300" y="1955800"/>
          <p14:tracePt t="58959" x="5715000" y="1955800"/>
          <p14:tracePt t="58975" x="5746750" y="1955800"/>
          <p14:tracePt t="58992" x="5810250" y="1955800"/>
          <p14:tracePt t="59008" x="5861050" y="1955800"/>
          <p14:tracePt t="59025" x="5969000" y="1949450"/>
          <p14:tracePt t="59041" x="6076950" y="1930400"/>
          <p14:tracePt t="59059" x="6140450" y="1911350"/>
          <p14:tracePt t="59075" x="6153150" y="1911350"/>
          <p14:tracePt t="59091" x="6165850" y="1905000"/>
          <p14:tracePt t="59136" x="6159500" y="1905000"/>
          <p14:tracePt t="59150" x="6146800" y="1905000"/>
          <p14:tracePt t="59158" x="6121400" y="1911350"/>
          <p14:tracePt t="59175" x="6096000" y="1917700"/>
          <p14:tracePt t="59193" x="6013450" y="1936750"/>
          <p14:tracePt t="59208" x="5892800" y="1949450"/>
          <p14:tracePt t="59224" x="5835650" y="1968500"/>
          <p14:tracePt t="59242" x="5765800" y="1987550"/>
          <p14:tracePt t="59257" x="5746750" y="1993900"/>
          <p14:tracePt t="59274" x="5721350" y="1993900"/>
          <p14:tracePt t="59291" x="5721350" y="2000250"/>
          <p14:tracePt t="59312" x="5734050" y="2000250"/>
          <p14:tracePt t="59324" x="5753100" y="2000250"/>
          <p14:tracePt t="59341" x="5835650" y="1993900"/>
          <p14:tracePt t="59357" x="5886450" y="1981200"/>
          <p14:tracePt t="59374" x="6026150" y="1974850"/>
          <p14:tracePt t="59390" x="6172200" y="1955800"/>
          <p14:tracePt t="59408" x="6223000" y="1943100"/>
          <p14:tracePt t="59424" x="6286500" y="1930400"/>
          <p14:tracePt t="59439" x="6305550" y="1924050"/>
          <p14:tracePt t="59457" x="6311900" y="1924050"/>
          <p14:tracePt t="59473" x="6311900" y="1917700"/>
          <p14:tracePt t="59490" x="6318250" y="1911350"/>
          <p14:tracePt t="59510" x="6305550" y="1911350"/>
          <p14:tracePt t="59524" x="6292850" y="1911350"/>
          <p14:tracePt t="59540" x="6267450" y="1911350"/>
          <p14:tracePt t="59557" x="6159500" y="1917700"/>
          <p14:tracePt t="59573" x="6115050" y="1924050"/>
          <p14:tracePt t="59590" x="6064250" y="1924050"/>
          <p14:tracePt t="59607" x="6007100" y="1930400"/>
          <p14:tracePt t="59623" x="5975350" y="1930400"/>
          <p14:tracePt t="59639" x="5962650" y="1930400"/>
          <p14:tracePt t="59684" x="5969000" y="1930400"/>
          <p14:tracePt t="59693" x="5981700" y="1930400"/>
          <p14:tracePt t="59706" x="5994400" y="1924050"/>
          <p14:tracePt t="59723" x="6032500" y="1905000"/>
          <p14:tracePt t="59740" x="6096000" y="1879600"/>
          <p14:tracePt t="59756" x="6115050" y="1866900"/>
          <p14:tracePt t="59772" x="6140450" y="1854200"/>
          <p14:tracePt t="59789" x="6153150" y="1841500"/>
          <p14:tracePt t="59806" x="6159500" y="1841500"/>
          <p14:tracePt t="59839" x="6115050" y="1841500"/>
          <p14:tracePt t="59855" x="6083300" y="1847850"/>
          <p14:tracePt t="59872" x="6051550" y="1860550"/>
          <p14:tracePt t="59876" x="6013450" y="1873250"/>
          <p14:tracePt t="59889" x="5956300" y="1892300"/>
          <p14:tracePt t="59905" x="5880100" y="1924050"/>
          <p14:tracePt t="59922" x="5842000" y="1943100"/>
          <p14:tracePt t="59938" x="5835650" y="1943100"/>
          <p14:tracePt t="59955" x="5822950" y="1943100"/>
          <p14:tracePt t="59988" x="5829300" y="1943100"/>
          <p14:tracePt t="60005" x="5848350" y="1936750"/>
          <p14:tracePt t="60022" x="5886450" y="1911350"/>
          <p14:tracePt t="60038" x="5911850" y="1898650"/>
          <p14:tracePt t="60056" x="5962650" y="1866900"/>
          <p14:tracePt t="60071" x="6007100" y="1847850"/>
          <p14:tracePt t="60088" x="6019800" y="1841500"/>
          <p14:tracePt t="60105" x="6032500" y="1828800"/>
          <p14:tracePt t="60121" x="6038850" y="1828800"/>
          <p14:tracePt t="60224" x="6038850" y="1822450"/>
          <p14:tracePt t="60301" x="6038850" y="1828800"/>
          <p14:tracePt t="60995" x="6026150" y="1828800"/>
          <p14:tracePt t="61003" x="6013450" y="1828800"/>
          <p14:tracePt t="61016" x="5994400" y="1822450"/>
          <p14:tracePt t="61023" x="5969000" y="1809750"/>
          <p14:tracePt t="61038" x="5937250" y="1790700"/>
          <p14:tracePt t="61051" x="5905500" y="1778000"/>
          <p14:tracePt t="61068" x="5829300" y="1727200"/>
          <p14:tracePt t="61085" x="5740400" y="1682750"/>
          <p14:tracePt t="61101" x="5689600" y="1651000"/>
          <p14:tracePt t="61118" x="5562600" y="1587500"/>
          <p14:tracePt t="61135" x="5429250" y="1536700"/>
          <p14:tracePt t="61151" x="5372100" y="1517650"/>
          <p14:tracePt t="61167" x="5289550" y="1492250"/>
          <p14:tracePt t="61185" x="5238750" y="1485900"/>
          <p14:tracePt t="61201" x="5226050" y="1485900"/>
          <p14:tracePt t="61217" x="5200650" y="1479550"/>
          <p14:tracePt t="61234" x="5168900" y="1473200"/>
          <p14:tracePt t="61250" x="5149850" y="1473200"/>
          <p14:tracePt t="61268" x="5137150" y="1473200"/>
          <p14:tracePt t="61283" x="5054600" y="1473200"/>
          <p14:tracePt t="61300" x="5016500" y="1473200"/>
          <p14:tracePt t="61317" x="4965700" y="1473200"/>
          <p14:tracePt t="61334" x="4851400" y="1466850"/>
          <p14:tracePt t="61350" x="4718050" y="1454150"/>
          <p14:tracePt t="61367" x="4565650" y="1454150"/>
          <p14:tracePt t="61383" x="4489450" y="1460500"/>
          <p14:tracePt t="61400" x="4324350" y="1466850"/>
          <p14:tracePt t="61417" x="4146550" y="1466850"/>
          <p14:tracePt t="61433" x="4083050" y="1479550"/>
          <p14:tracePt t="61451" x="3937000" y="1485900"/>
          <p14:tracePt t="61466" x="3822700" y="1498600"/>
          <p14:tracePt t="61483" x="3752850" y="1504950"/>
          <p14:tracePt t="61501" x="3657600" y="1511300"/>
          <p14:tracePt t="61516" x="3657600" y="1517650"/>
          <p14:tracePt t="61533" x="3651250" y="1517650"/>
          <p14:tracePt t="61965" x="3632200" y="1524000"/>
          <p14:tracePt t="61978" x="3606800" y="1524000"/>
          <p14:tracePt t="61985" x="3581400" y="1530350"/>
          <p14:tracePt t="62001" x="3568700" y="1536700"/>
          <p14:tracePt t="62014" x="3549650" y="1536700"/>
          <p14:tracePt t="62031" x="3530600" y="1549400"/>
          <p14:tracePt t="62049" x="3505200" y="1562100"/>
          <p14:tracePt t="62064" x="3498850" y="1568450"/>
          <p14:tracePt t="62081" x="3486150" y="1587500"/>
          <p14:tracePt t="62098" x="3473450" y="1593850"/>
          <p14:tracePt t="62114" x="3467100" y="1600200"/>
          <p14:tracePt t="62131" x="3454400" y="1606550"/>
          <p14:tracePt t="62147" x="3448050" y="1606550"/>
          <p14:tracePt t="62181" x="3441700" y="1612900"/>
          <p14:tracePt t="62421" x="3448050" y="1600200"/>
          <p14:tracePt t="62427" x="3460750" y="1593850"/>
          <p14:tracePt t="62442" x="3467100" y="1581150"/>
          <p14:tracePt t="62449" x="3479800" y="1568450"/>
          <p14:tracePt t="62464" x="3498850" y="1549400"/>
          <p14:tracePt t="62480" x="3524250" y="1517650"/>
          <p14:tracePt t="62497" x="3536950" y="1504950"/>
          <p14:tracePt t="62513" x="3562350" y="1479550"/>
          <p14:tracePt t="62529" x="3594100" y="1441450"/>
          <p14:tracePt t="62547" x="3613150" y="1428750"/>
          <p14:tracePt t="62563" x="3625850" y="1422400"/>
          <p14:tracePt t="62580" x="3632200" y="1409700"/>
          <p14:tracePt t="62596" x="3644900" y="1390650"/>
          <p14:tracePt t="62612" x="3651250" y="1390650"/>
          <p14:tracePt t="62629" x="3657600" y="1384300"/>
          <p14:tracePt t="62645" x="3663950" y="1371600"/>
          <p14:tracePt t="62663" x="3670300" y="1371600"/>
          <p14:tracePt t="62695" x="3670300" y="1365250"/>
          <p14:tracePt t="62723" x="3670300" y="1358900"/>
          <p14:tracePt t="62737" x="3670300" y="1352550"/>
          <p14:tracePt t="62751" x="3670300" y="1346200"/>
          <p14:tracePt t="62772" x="3676650" y="1339850"/>
          <p14:tracePt t="62800" x="3676650" y="1333500"/>
          <p14:tracePt t="62807" x="3676650" y="1327150"/>
          <p14:tracePt t="62829" x="3676650" y="1320800"/>
          <p14:tracePt t="62842" x="3676650" y="1308100"/>
          <p14:tracePt t="62849" x="3670300" y="1295400"/>
          <p14:tracePt t="62865" x="3663950" y="1276350"/>
          <p14:tracePt t="62878" x="3632200" y="1200150"/>
          <p14:tracePt t="62895" x="3613150" y="1155700"/>
          <p14:tracePt t="62912" x="3549650" y="1041400"/>
          <p14:tracePt t="62928" x="3511550" y="977900"/>
          <p14:tracePt t="62945" x="3397250" y="812800"/>
          <p14:tracePt t="62962" x="3251200" y="641350"/>
          <p14:tracePt t="62978" x="3168650" y="558800"/>
          <p14:tracePt t="62995" x="3022600" y="419100"/>
          <p14:tracePt t="63012" x="2857500" y="304800"/>
          <p14:tracePt t="63027" x="2774950" y="254000"/>
          <p14:tracePt t="63045" x="2590800" y="158750"/>
          <p14:tracePt t="63061" x="2368550" y="76200"/>
          <p14:tracePt t="63077" x="2260600" y="31750"/>
          <p14:tracePt t="63095" x="2044700" y="0"/>
          <p14:tracePt t="63111" x="1860550" y="0"/>
          <p14:tracePt t="63127" x="1778000" y="0"/>
          <p14:tracePt t="63144" x="1619250" y="0"/>
          <p14:tracePt t="63160" x="1517650" y="0"/>
          <p14:tracePt t="63177" x="1473200" y="0"/>
          <p14:tracePt t="63194" x="1416050" y="0"/>
          <p14:tracePt t="63211" x="1403350" y="0"/>
          <p14:tracePt t="63228" x="1390650" y="0"/>
          <p14:tracePt t="63291" x="1390650" y="6350"/>
          <p14:tracePt t="63298" x="1390650" y="12700"/>
          <p14:tracePt t="63319" x="1390650" y="19050"/>
          <p14:tracePt t="63460" x="1397000" y="25400"/>
          <p14:tracePt t="63502" x="1403350" y="31750"/>
          <p14:tracePt t="63530" x="1403350" y="38100"/>
          <p14:tracePt t="63572" x="1403350" y="44450"/>
          <p14:tracePt t="63579" x="1409700" y="44450"/>
          <p14:tracePt t="63600" x="1416050" y="50800"/>
          <p14:tracePt t="63621" x="1416050" y="57150"/>
          <p14:tracePt t="63635" x="1422400" y="57150"/>
          <p14:tracePt t="63645" x="1428750" y="63500"/>
          <p14:tracePt t="63663" x="1435100" y="69850"/>
          <p14:tracePt t="63675" x="1441450" y="76200"/>
          <p14:tracePt t="63692" x="1447800" y="95250"/>
          <p14:tracePt t="63709" x="1466850" y="114300"/>
          <p14:tracePt t="63726" x="1492250" y="152400"/>
          <p14:tracePt t="63742" x="1536700" y="190500"/>
          <p14:tracePt t="63758" x="1562100" y="228600"/>
          <p14:tracePt t="63776" x="1638300" y="298450"/>
          <p14:tracePt t="63792" x="1727200" y="387350"/>
          <p14:tracePt t="63808" x="1758950" y="438150"/>
          <p14:tracePt t="63825" x="1854200" y="520700"/>
          <p14:tracePt t="63842" x="1892300" y="565150"/>
          <p14:tracePt t="63858" x="1993900" y="647700"/>
          <p14:tracePt t="63875" x="2089150" y="736600"/>
          <p14:tracePt t="63891" x="2133600" y="762000"/>
          <p14:tracePt t="63909" x="2197100" y="812800"/>
          <p14:tracePt t="63924" x="2254250" y="850900"/>
          <p14:tracePt t="63941" x="2273300" y="863600"/>
          <p14:tracePt t="63958" x="2298700" y="876300"/>
          <p14:tracePt t="63974" x="2324100" y="882650"/>
          <p14:tracePt t="63991" x="2330450" y="882650"/>
          <p14:tracePt t="64008" x="2349500" y="889000"/>
          <p14:tracePt t="64024" x="2355850" y="889000"/>
          <p14:tracePt t="64134" x="2362200" y="882650"/>
          <p14:tracePt t="64162" x="2362200" y="876300"/>
          <p14:tracePt t="64176" x="2362200" y="869950"/>
          <p14:tracePt t="64191" x="2362200" y="857250"/>
          <p14:tracePt t="64204" x="2362200" y="850900"/>
          <p14:tracePt t="64211" x="2362200" y="844550"/>
          <p14:tracePt t="64227" x="2362200" y="825500"/>
          <p14:tracePt t="64240" x="2349500" y="793750"/>
          <p14:tracePt t="64257" x="2311400" y="711200"/>
          <p14:tracePt t="64274" x="2266950" y="609600"/>
          <p14:tracePt t="64290" x="2228850" y="552450"/>
          <p14:tracePt t="64306" x="2146300" y="438150"/>
          <p14:tracePt t="64324" x="2057400" y="349250"/>
          <p14:tracePt t="64340" x="2012950" y="298450"/>
          <p14:tracePt t="64356" x="1924050" y="234950"/>
          <p14:tracePt t="64373" x="1835150" y="171450"/>
          <p14:tracePt t="64390" x="1778000" y="152400"/>
          <p14:tracePt t="64393" x="1746250" y="139700"/>
          <p14:tracePt t="64409" x="1708150" y="133350"/>
          <p14:tracePt t="64423" x="1644650" y="107950"/>
          <p14:tracePt t="64439" x="1612900" y="101600"/>
          <p14:tracePt t="64457" x="1581150" y="95250"/>
          <p14:tracePt t="64473" x="1568450" y="88900"/>
          <p14:tracePt t="64489" x="1549400" y="88900"/>
          <p14:tracePt t="64506" x="1543050" y="82550"/>
          <p14:tracePt t="64548" x="1536700" y="82550"/>
          <p14:tracePt t="64646" x="1530350" y="82550"/>
          <p14:tracePt t="64703" x="1530350" y="88900"/>
          <p14:tracePt t="64787" x="1530350" y="95250"/>
          <p14:tracePt t="64857" x="1530350" y="101600"/>
          <p14:tracePt t="65299" x="1530350" y="107950"/>
          <p14:tracePt t="65305" x="1536700" y="107950"/>
          <p14:tracePt t="65322" x="1536700" y="114300"/>
          <p14:tracePt t="65336" x="1555750" y="133350"/>
          <p14:tracePt t="65353" x="1568450" y="146050"/>
          <p14:tracePt t="65370" x="1625600" y="203200"/>
          <p14:tracePt t="65386" x="1676400" y="247650"/>
          <p14:tracePt t="65389" x="1733550" y="298450"/>
          <p14:tracePt t="65403" x="1790700" y="355600"/>
          <p14:tracePt t="65420" x="1936750" y="476250"/>
          <p14:tracePt t="65436" x="1993900" y="539750"/>
          <p14:tracePt t="65453" x="2108200" y="635000"/>
          <p14:tracePt t="65470" x="2190750" y="698500"/>
          <p14:tracePt t="65485" x="2209800" y="717550"/>
          <p14:tracePt t="65503" x="2247900" y="736600"/>
          <p14:tracePt t="65519" x="2254250" y="742950"/>
          <p14:tracePt t="65728" x="2247900" y="742950"/>
          <p14:tracePt t="65748" x="2241550" y="730250"/>
          <p14:tracePt t="65755" x="2235200" y="730250"/>
          <p14:tracePt t="65771" x="2228850" y="730250"/>
          <p14:tracePt t="65785" x="2222500" y="717550"/>
          <p14:tracePt t="65801" x="2178050" y="679450"/>
          <p14:tracePt t="65819" x="2108200" y="609600"/>
          <p14:tracePt t="65835" x="2063750" y="571500"/>
          <p14:tracePt t="65851" x="1962150" y="501650"/>
          <p14:tracePt t="65868" x="1879600" y="425450"/>
          <p14:tracePt t="65885" x="1835150" y="400050"/>
          <p14:tracePt t="65888" x="1803400" y="387350"/>
          <p14:tracePt t="65901" x="1771650" y="361950"/>
          <p14:tracePt t="65918" x="1733550" y="336550"/>
          <p14:tracePt t="65934" x="1720850" y="336550"/>
          <p14:tracePt t="65951" x="1689100" y="323850"/>
          <p14:tracePt t="65968" x="1682750" y="323850"/>
          <p14:tracePt t="66001" x="1676400" y="323850"/>
          <p14:tracePt t="66057" x="1682750" y="323850"/>
          <p14:tracePt t="66071" x="1695450" y="323850"/>
          <p14:tracePt t="66078" x="1714500" y="323850"/>
          <p14:tracePt t="66092" x="1739900" y="336550"/>
          <p14:tracePt t="66101" x="1784350" y="349250"/>
          <p14:tracePt t="66117" x="1854200" y="368300"/>
          <p14:tracePt t="66134" x="2051050" y="444500"/>
          <p14:tracePt t="66150" x="2317750" y="533400"/>
          <p14:tracePt t="66167" x="2501900" y="596900"/>
          <p14:tracePt t="66184" x="2952750" y="742950"/>
          <p14:tracePt t="66200" x="3365500" y="869950"/>
          <p14:tracePt t="66216" x="3549650" y="920750"/>
          <p14:tracePt t="66234" x="3841750" y="977900"/>
          <p14:tracePt t="66250" x="4000500" y="1016000"/>
          <p14:tracePt t="66266" x="4064000" y="1028700"/>
          <p14:tracePt t="66283" x="4127500" y="1035050"/>
          <p14:tracePt t="66300" x="4140200" y="1041400"/>
          <p14:tracePt t="66317" x="4152900" y="1041400"/>
          <p14:tracePt t="66359" x="4146550" y="1041400"/>
          <p14:tracePt t="66387" x="4140200" y="1041400"/>
          <p14:tracePt t="66401" x="4127500" y="1035050"/>
          <p14:tracePt t="66408" x="4114800" y="1028700"/>
          <p14:tracePt t="66422" x="4083050" y="1022350"/>
          <p14:tracePt t="66433" x="4038600" y="1003300"/>
          <p14:tracePt t="66451" x="3905250" y="958850"/>
          <p14:tracePt t="66465" x="3810000" y="914400"/>
          <p14:tracePt t="66483" x="3543300" y="825500"/>
          <p14:tracePt t="66501" x="3232150" y="730250"/>
          <p14:tracePt t="66516" x="3073400" y="679450"/>
          <p14:tracePt t="66532" x="2825750" y="615950"/>
          <p14:tracePt t="66549" x="2590800" y="552450"/>
          <p14:tracePt t="66565" x="2501900" y="527050"/>
          <p14:tracePt t="66583" x="2419350" y="501650"/>
          <p14:tracePt t="66599" x="2292350" y="476250"/>
          <p14:tracePt t="66616" x="2279650" y="469900"/>
          <p14:tracePt t="66633" x="2266950" y="463550"/>
          <p14:tracePt t="66668" x="2273300" y="463550"/>
          <p14:tracePt t="66685" x="2279650" y="463550"/>
          <p14:tracePt t="66699" x="2292350" y="469900"/>
          <p14:tracePt t="66715" x="2362200" y="476250"/>
          <p14:tracePt t="66733" x="2495550" y="508000"/>
          <p14:tracePt t="66748" x="2571750" y="533400"/>
          <p14:tracePt t="66765" x="2768600" y="565150"/>
          <p14:tracePt t="66781" x="2959100" y="584200"/>
          <p14:tracePt t="66798" x="3035300" y="596900"/>
          <p14:tracePt t="66815" x="3155950" y="603250"/>
          <p14:tracePt t="66831" x="3206750" y="603250"/>
          <p14:tracePt t="66848" x="3213100" y="603250"/>
          <p14:tracePt t="66893" x="3206750" y="603250"/>
          <p14:tracePt t="66901" x="3200400" y="603250"/>
          <p14:tracePt t="66916" x="3194050" y="603250"/>
          <p14:tracePt t="66931" x="3181350" y="603250"/>
          <p14:tracePt t="66947" x="3124200" y="603250"/>
          <p14:tracePt t="66964" x="3035300" y="609600"/>
          <p14:tracePt t="66981" x="2978150" y="622300"/>
          <p14:tracePt t="66998" x="2889250" y="628650"/>
          <p14:tracePt t="67014" x="2819400" y="641350"/>
          <p14:tracePt t="67031" x="2800350" y="641350"/>
          <p14:tracePt t="67048" x="2762250" y="635000"/>
          <p14:tracePt t="67064" x="2755900" y="635000"/>
          <p14:tracePt t="67103" x="2768600" y="635000"/>
          <p14:tracePt t="67113" x="2787650" y="635000"/>
          <p14:tracePt t="67131" x="2813050" y="635000"/>
          <p14:tracePt t="67146" x="2914650" y="647700"/>
          <p14:tracePt t="67164" x="3092450" y="647700"/>
          <p14:tracePt t="67181" x="3321050" y="641350"/>
          <p14:tracePt t="67196" x="3422650" y="641350"/>
          <p14:tracePt t="67213" x="3524250" y="641350"/>
          <p14:tracePt t="67230" x="3695700" y="615950"/>
          <p14:tracePt t="67247" x="3714750" y="615950"/>
          <p14:tracePt t="67263" x="3733800" y="615950"/>
          <p14:tracePt t="67280" x="3740150" y="609600"/>
          <p14:tracePt t="67314" x="3733800" y="609600"/>
          <p14:tracePt t="67335" x="3727450" y="609600"/>
          <p14:tracePt t="67342" x="3721100" y="609600"/>
          <p14:tracePt t="67356" x="3708400" y="609600"/>
          <p14:tracePt t="67366" x="3695700" y="609600"/>
          <p14:tracePt t="67379" x="3663950" y="615950"/>
          <p14:tracePt t="67396" x="3606800" y="622300"/>
          <p14:tracePt t="67413" x="3517900" y="622300"/>
          <p14:tracePt t="67429" x="3460750" y="635000"/>
          <p14:tracePt t="67446" x="3371850" y="641350"/>
          <p14:tracePt t="67463" x="3321050" y="647700"/>
          <p14:tracePt t="67479" x="3302000" y="647700"/>
          <p14:tracePt t="67496" x="3289300" y="660400"/>
          <p14:tracePt t="67532" x="3295650" y="660400"/>
          <p14:tracePt t="67549" x="3308350" y="660400"/>
          <p14:tracePt t="67562" x="3340100" y="660400"/>
          <p14:tracePt t="67579" x="3448050" y="647700"/>
          <p14:tracePt t="67595" x="3587750" y="641350"/>
          <p14:tracePt t="67612" x="3676650" y="628650"/>
          <p14:tracePt t="67628" x="3835400" y="603250"/>
          <p14:tracePt t="67645" x="3917950" y="584200"/>
          <p14:tracePt t="67662" x="3943350" y="577850"/>
          <p14:tracePt t="67679" x="3962400" y="565150"/>
          <p14:tracePt t="67695" x="3968750" y="565150"/>
          <p14:tracePt t="67729" x="3962400" y="565150"/>
          <p14:tracePt t="67745" x="3930650" y="565150"/>
          <p14:tracePt t="67761" x="3917950" y="565150"/>
          <p14:tracePt t="67778" x="3810000" y="571500"/>
          <p14:tracePt t="67795" x="3644900" y="571500"/>
          <p14:tracePt t="67812" x="3435350" y="571500"/>
          <p14:tracePt t="67828" x="3321050" y="571500"/>
          <p14:tracePt t="67844" x="3105150" y="590550"/>
          <p14:tracePt t="67862" x="2959100" y="609600"/>
          <p14:tracePt t="67878" x="2908300" y="622300"/>
          <p14:tracePt t="67894" x="2863850" y="628650"/>
          <p14:tracePt t="67911" x="2825750" y="628650"/>
          <p14:tracePt t="67927" x="2813050" y="628650"/>
          <p14:tracePt t="67944" x="2806700" y="628650"/>
          <p14:tracePt t="68002" x="2800350" y="628650"/>
          <p14:tracePt t="68023" x="2794000" y="635000"/>
          <p14:tracePt t="68037" x="2794000" y="641350"/>
          <p14:tracePt t="68058" x="2794000" y="654050"/>
          <p14:tracePt t="68065" x="2794000" y="660400"/>
          <p14:tracePt t="68077" x="2794000" y="673100"/>
          <p14:tracePt t="68094" x="2794000" y="704850"/>
          <p14:tracePt t="68110" x="2794000" y="736600"/>
          <p14:tracePt t="68127" x="2794000" y="762000"/>
          <p14:tracePt t="68144" x="2800350" y="857250"/>
          <p14:tracePt t="68160" x="2800350" y="895350"/>
          <p14:tracePt t="68177" x="2806700" y="952500"/>
          <p14:tracePt t="68193" x="2806700" y="984250"/>
          <p14:tracePt t="68210" x="2806700" y="1041400"/>
          <p14:tracePt t="68227" x="2794000" y="1111250"/>
          <p14:tracePt t="68243" x="2794000" y="1136650"/>
          <p14:tracePt t="68260" x="2794000" y="1193800"/>
          <p14:tracePt t="68276" x="2794000" y="1250950"/>
          <p14:tracePt t="68293" x="2794000" y="1282700"/>
          <p14:tracePt t="68309" x="2794000" y="1339850"/>
          <p14:tracePt t="68326" x="2794000" y="1384300"/>
          <p14:tracePt t="68343" x="2794000" y="1409700"/>
          <p14:tracePt t="68360" x="2813050" y="1447800"/>
          <p14:tracePt t="68376" x="2813050" y="1466850"/>
          <p14:tracePt t="68409" x="2813050" y="1473200"/>
          <p14:tracePt t="68437" x="2819400" y="1473200"/>
          <p14:tracePt t="68486" x="2825750" y="1466850"/>
          <p14:tracePt t="68494" x="2825750" y="1454150"/>
          <p14:tracePt t="68508" x="2832100" y="1447800"/>
          <p14:tracePt t="68514" x="2838450" y="1435100"/>
          <p14:tracePt t="68529" x="2838450" y="1409700"/>
          <p14:tracePt t="68543" x="2863850" y="1327150"/>
          <p14:tracePt t="68559" x="2870200" y="1270000"/>
          <p14:tracePt t="68575" x="2870200" y="1206500"/>
          <p14:tracePt t="68592" x="2882900" y="1092200"/>
          <p14:tracePt t="68608" x="2863850" y="984250"/>
          <p14:tracePt t="68625" x="2832100" y="914400"/>
          <p14:tracePt t="68642" x="2730500" y="774700"/>
          <p14:tracePt t="68658" x="2597150" y="641350"/>
          <p14:tracePt t="68676" x="2444750" y="495300"/>
          <p14:tracePt t="68691" x="2374900" y="450850"/>
          <p14:tracePt t="68708" x="2235200" y="349250"/>
          <p14:tracePt t="68725" x="2095500" y="279400"/>
          <p14:tracePt t="68741" x="2044700" y="254000"/>
          <p14:tracePt t="68758" x="2000250" y="234950"/>
          <p14:tracePt t="68775" x="1917700" y="196850"/>
          <p14:tracePt t="68791" x="1905000" y="196850"/>
          <p14:tracePt t="68808" x="1898650" y="190500"/>
          <p14:tracePt t="68825" x="1892300" y="190500"/>
          <p14:tracePt t="69520" x="1885950" y="215900"/>
          <p14:tracePt t="69527" x="1885950" y="266700"/>
          <p14:tracePt t="69542" x="1885950" y="342900"/>
          <p14:tracePt t="69556" x="1873250" y="425450"/>
          <p14:tracePt t="69572" x="1892300" y="628650"/>
          <p14:tracePt t="69590" x="1936750" y="889000"/>
          <p14:tracePt t="69605" x="2000250" y="1079500"/>
          <p14:tracePt t="69622" x="2184400" y="1581150"/>
          <p14:tracePt t="69639" x="2444750" y="2266950"/>
          <p14:tracePt t="69655" x="2622550" y="2667000"/>
          <p14:tracePt t="69672" x="2959100" y="3390900"/>
          <p14:tracePt t="69689" x="3244850" y="4032250"/>
          <p14:tracePt t="69705" x="3390900" y="4311650"/>
          <p14:tracePt t="69721" x="3683000" y="4838700"/>
          <p14:tracePt t="69738" x="3962400" y="5257800"/>
          <p14:tracePt t="69754" x="4127500" y="5448300"/>
          <p14:tracePt t="69772" x="4337050" y="5759450"/>
          <p14:tracePt t="69788" x="4400550" y="5867400"/>
          <p14:tracePt t="69805" x="4489450" y="6038850"/>
          <p14:tracePt t="69821" x="4540250" y="6096000"/>
          <p14:tracePt t="69837" x="4572000" y="6172200"/>
          <p14:tracePt t="69854" x="4597400" y="6223000"/>
          <p14:tracePt t="69871" x="4597400" y="6267450"/>
          <p14:tracePt t="69887" x="4597400" y="6273800"/>
          <p14:tracePt t="69904" x="4597400" y="6280150"/>
          <p14:tracePt t="69937" x="4597400" y="6292850"/>
          <p14:tracePt t="69954" x="4584700" y="6299200"/>
          <p14:tracePt t="69970" x="4572000" y="6330950"/>
          <p14:tracePt t="69987" x="4572000" y="6362700"/>
          <p14:tracePt t="70004" x="4559300" y="6413500"/>
          <p14:tracePt t="70020" x="4533900" y="6496050"/>
          <p14:tracePt t="70038" x="4527550" y="6521450"/>
          <p14:tracePt t="70054" x="4508500" y="6572250"/>
          <p14:tracePt t="70071" x="4502150" y="6604000"/>
          <p14:tracePt t="70087" x="4495800" y="6629400"/>
          <p14:tracePt t="70104" x="4483100" y="6648450"/>
          <p14:tracePt t="70120" x="4483100" y="6654800"/>
          <p14:tracePt t="70137" x="4470400" y="6661150"/>
          <p14:tracePt t="70153" x="4445000" y="6661150"/>
          <p14:tracePt t="70170" x="4432300" y="6661150"/>
          <p14:tracePt t="70187" x="4375150" y="6654800"/>
          <p14:tracePt t="70203" x="4292600" y="6642100"/>
          <p14:tracePt t="70220" x="4235450" y="6623050"/>
          <p14:tracePt t="70237" x="4114800" y="6584950"/>
          <p14:tracePt t="70253" x="4000500" y="6527800"/>
          <p14:tracePt t="70269" x="3956050" y="6515100"/>
          <p14:tracePt t="70286" x="3892550" y="6470650"/>
          <p14:tracePt t="70303" x="3841750" y="6438900"/>
          <p14:tracePt t="70320" x="3803650" y="6407150"/>
          <p14:tracePt t="70336" x="3784600" y="6394450"/>
          <p14:tracePt t="70353" x="3759200" y="6362700"/>
          <p14:tracePt t="70369" x="3683000" y="6299200"/>
          <p14:tracePt t="70385" x="3638550" y="6280150"/>
          <p14:tracePt t="70402" x="3606800" y="6267450"/>
          <p14:tracePt t="70419" x="3536950" y="6235700"/>
          <p14:tracePt t="70435" x="3460750" y="6203950"/>
          <p14:tracePt t="70453" x="3397250" y="6178550"/>
          <p14:tracePt t="70469" x="3378200" y="6172200"/>
          <p14:tracePt t="70485" x="3346450" y="6153150"/>
          <p14:tracePt t="70503" x="3327400" y="6146800"/>
          <p14:tracePt t="70519" x="3321050" y="6140450"/>
          <p14:tracePt t="70535" x="3314700" y="6134100"/>
          <p14:tracePt t="70565" x="3308350" y="6134100"/>
          <p14:tracePt t="70783" x="3295650" y="6134100"/>
          <p14:tracePt t="70790" x="3289300" y="6134100"/>
          <p14:tracePt t="70804" x="3282950" y="6134100"/>
          <p14:tracePt t="70818" x="3263900" y="6140450"/>
          <p14:tracePt t="70834" x="3232150" y="6140450"/>
          <p14:tracePt t="70851" x="3219450" y="6146800"/>
          <p14:tracePt t="70868" x="3194050" y="6153150"/>
          <p14:tracePt t="70884" x="3168650" y="6159500"/>
          <p14:tracePt t="70901" x="3162300" y="6165850"/>
          <p14:tracePt t="70917" x="3149600" y="6165850"/>
          <p14:tracePt t="70934" x="3143250" y="6172200"/>
          <p14:tracePt t="71001" x="3136900" y="6178550"/>
          <p14:tracePt t="71212" x="3130550" y="6178550"/>
          <p14:tracePt t="71226" x="3124200" y="6178550"/>
          <p14:tracePt t="71235" x="3117850" y="6178550"/>
          <p14:tracePt t="71249" x="3105150" y="6178550"/>
          <p14:tracePt t="71269" x="3092450" y="6172200"/>
          <p14:tracePt t="71283" x="3041650" y="6159500"/>
          <p14:tracePt t="71299" x="2997200" y="6146800"/>
          <p14:tracePt t="71317" x="2889250" y="6121400"/>
          <p14:tracePt t="71332" x="2813050" y="6108700"/>
          <p14:tracePt t="71349" x="2654300" y="6089650"/>
          <p14:tracePt t="71367" x="2501900" y="6070600"/>
          <p14:tracePt t="71382" x="2425700" y="6070600"/>
          <p14:tracePt t="71399" x="2273300" y="6064250"/>
          <p14:tracePt t="71416" x="2139950" y="6064250"/>
          <p14:tracePt t="71432" x="2089150" y="6064250"/>
          <p14:tracePt t="71449" x="1981200" y="6076950"/>
          <p14:tracePt t="71465" x="1905000" y="6076950"/>
          <p14:tracePt t="71482" x="1873250" y="6076950"/>
          <p14:tracePt t="71498" x="1841500" y="6076950"/>
          <p14:tracePt t="71515" x="1828800" y="6076950"/>
          <p14:tracePt t="71531" x="1822450" y="6076950"/>
          <p14:tracePt t="71549" x="1816100" y="6076950"/>
          <p14:tracePt t="71725" x="1822450" y="6076950"/>
          <p14:tracePt t="71738" x="1828800" y="6076950"/>
          <p14:tracePt t="71745" x="1841500" y="6076950"/>
          <p14:tracePt t="71759" x="1854200" y="6083300"/>
          <p14:tracePt t="71767" x="1898650" y="6089650"/>
          <p14:tracePt t="71780" x="1936750" y="6096000"/>
          <p14:tracePt t="71797" x="2070100" y="6127750"/>
          <p14:tracePt t="71814" x="2146300" y="6134100"/>
          <p14:tracePt t="71831" x="2317750" y="6178550"/>
          <p14:tracePt t="71847" x="2463800" y="6197600"/>
          <p14:tracePt t="71865" x="2501900" y="6203950"/>
          <p14:tracePt t="71880" x="2565400" y="6210300"/>
          <p14:tracePt t="71897" x="2584450" y="6210300"/>
          <p14:tracePt t="71914" x="2616200" y="6216650"/>
          <p14:tracePt t="72286" x="2628900" y="6216650"/>
          <p14:tracePt t="72300" x="2635250" y="6216650"/>
          <p14:tracePt t="72306" x="2641600" y="6216650"/>
          <p14:tracePt t="72321" x="2654300" y="6216650"/>
          <p14:tracePt t="72329" x="2667000" y="6210300"/>
          <p14:tracePt t="72345" x="2679700" y="6210300"/>
          <p14:tracePt t="72363" x="2711450" y="6197600"/>
          <p14:tracePt t="72379" x="2736850" y="6191250"/>
          <p14:tracePt t="72395" x="2749550" y="6191250"/>
          <p14:tracePt t="72412" x="2774950" y="6184900"/>
          <p14:tracePt t="72428" x="2787650" y="6184900"/>
          <p14:tracePt t="72462" x="2794000" y="6184900"/>
          <p14:tracePt t="72510" x="2800350" y="6184900"/>
          <p14:tracePt t="72567" x="2806700" y="6184900"/>
          <p14:tracePt t="72657" x="2813050" y="6184900"/>
          <p14:tracePt t="72721" x="2819400" y="6184900"/>
          <p14:tracePt t="72883" x="2825750" y="6184900"/>
          <p14:tracePt t="73128" x="2825750" y="6178550"/>
          <p14:tracePt t="73170" x="2838450" y="6178550"/>
          <p14:tracePt t="73191" x="2851150" y="6178550"/>
          <p14:tracePt t="73197" x="2857500" y="6178550"/>
          <p14:tracePt t="73212" x="2863850" y="6178550"/>
          <p14:tracePt t="73226" x="2876550" y="6178550"/>
          <p14:tracePt t="73243" x="2908300" y="6172200"/>
          <p14:tracePt t="73259" x="2927350" y="6172200"/>
          <p14:tracePt t="73275" x="2984500" y="6159500"/>
          <p14:tracePt t="73292" x="3035300" y="6140450"/>
          <p14:tracePt t="73309" x="3067050" y="6134100"/>
          <p14:tracePt t="73325" x="3098800" y="6127750"/>
          <p14:tracePt t="73342" x="3130550" y="6115050"/>
          <p14:tracePt t="73360" x="3168650" y="6102350"/>
          <p14:tracePt t="73375" x="3187700" y="6102350"/>
          <p14:tracePt t="73392" x="3213100" y="6089650"/>
          <p14:tracePt t="73409" x="3244850" y="6083300"/>
          <p14:tracePt t="73426" x="3257550" y="6076950"/>
          <p14:tracePt t="73442" x="3276600" y="6064250"/>
          <p14:tracePt t="73458" x="3314700" y="6045200"/>
          <p14:tracePt t="73475" x="3333750" y="6026150"/>
          <p14:tracePt t="73492" x="3346450" y="6013450"/>
          <p14:tracePt t="73508" x="3397250" y="5981700"/>
          <p14:tracePt t="73525" x="3448050" y="5956300"/>
          <p14:tracePt t="73544" x="3505200" y="5930900"/>
          <p14:tracePt t="73558" x="3524250" y="5918200"/>
          <p14:tracePt t="73575" x="3575050" y="5880100"/>
          <p14:tracePt t="73592" x="3644900" y="5829300"/>
          <p14:tracePt t="73608" x="3676650" y="5797550"/>
          <p14:tracePt t="73625" x="3778250" y="5702300"/>
          <p14:tracePt t="73642" x="3924300" y="5556250"/>
          <p14:tracePt t="73659" x="3994150" y="5473700"/>
          <p14:tracePt t="73675" x="4210050" y="5187950"/>
          <p14:tracePt t="73691" x="4432300" y="4806950"/>
          <p14:tracePt t="73707" x="4540250" y="4565650"/>
          <p14:tracePt t="73725" x="4692650" y="4044950"/>
          <p14:tracePt t="73741" x="4781550" y="3568700"/>
          <p14:tracePt t="73757" x="4781550" y="3308350"/>
          <p14:tracePt t="73774" x="4730750" y="2844800"/>
          <p14:tracePt t="73790" x="4673600" y="2616200"/>
          <p14:tracePt t="73807" x="4489450" y="2108200"/>
          <p14:tracePt t="73824" x="4216400" y="1651000"/>
          <p14:tracePt t="73840" x="4083050" y="1447800"/>
          <p14:tracePt t="73858" x="3886200" y="1174750"/>
          <p14:tracePt t="73874" x="3714750" y="996950"/>
          <p14:tracePt t="73890" x="3613150" y="882650"/>
          <p14:tracePt t="73907" x="3365500" y="679450"/>
          <p14:tracePt t="73925" x="3162300" y="520700"/>
          <p14:tracePt t="73940" x="3054350" y="431800"/>
          <p14:tracePt t="73957" x="2901950" y="317500"/>
          <p14:tracePt t="73973" x="2800350" y="254000"/>
          <p14:tracePt t="73990" x="2762250" y="228600"/>
          <p14:tracePt t="74006" x="2730500" y="209550"/>
          <p14:tracePt t="74023" x="2717800" y="209550"/>
          <p14:tracePt t="74146" x="2717800" y="215900"/>
          <p14:tracePt t="74152" x="2717800" y="222250"/>
          <p14:tracePt t="75676" x="2717800" y="228600"/>
          <p14:tracePt t="75690" x="2717800" y="234950"/>
          <p14:tracePt t="75696" x="2717800" y="241300"/>
          <p14:tracePt t="75704" x="2717800" y="254000"/>
          <p14:tracePt t="75720" x="2717800" y="266700"/>
          <p14:tracePt t="75734" x="2717800" y="285750"/>
          <p14:tracePt t="75750" x="2717800" y="304800"/>
          <p14:tracePt t="75768" x="2717800" y="336550"/>
          <p14:tracePt t="75784" x="2717800" y="349250"/>
          <p14:tracePt t="75800" x="2717800" y="374650"/>
          <p14:tracePt t="75817" x="2717800" y="400050"/>
          <p14:tracePt t="75834" x="2717800" y="406400"/>
          <p14:tracePt t="75850" x="2717800" y="425450"/>
          <p14:tracePt t="75867" x="2717800" y="444500"/>
          <p14:tracePt t="75883" x="2717800" y="450850"/>
          <p14:tracePt t="75900" x="2717800" y="457200"/>
          <p14:tracePt t="75951" x="2717800" y="463550"/>
          <p14:tracePt t="76020" x="2724150" y="469900"/>
          <p14:tracePt t="76083" x="2736850" y="469900"/>
          <p14:tracePt t="76118" x="2749550" y="463550"/>
          <p14:tracePt t="76124" x="2749550" y="457200"/>
          <p14:tracePt t="76139" x="2755900" y="457200"/>
          <p14:tracePt t="76148" x="2762250" y="450850"/>
          <p14:tracePt t="76165" x="2768600" y="450850"/>
          <p14:tracePt t="76182" x="2781300" y="438150"/>
          <p14:tracePt t="76199" x="2806700" y="419100"/>
          <p14:tracePt t="76216" x="2838450" y="387350"/>
          <p14:tracePt t="76232" x="2857500" y="368300"/>
          <p14:tracePt t="76249" x="2876550" y="355600"/>
          <p14:tracePt t="76266" x="2901950" y="323850"/>
          <p14:tracePt t="76282" x="2901950" y="317500"/>
          <p14:tracePt t="76299" x="2901950" y="311150"/>
          <p14:tracePt t="76315" x="2908300" y="304800"/>
          <p14:tracePt t="76568" x="2908300" y="311150"/>
          <p14:tracePt t="76589" x="2901950" y="317500"/>
          <p14:tracePt t="76603" x="2901950" y="323850"/>
          <p14:tracePt t="76610" x="2901950" y="330200"/>
          <p14:tracePt t="76632" x="2901950" y="336550"/>
          <p14:tracePt t="76637" x="2901950" y="349250"/>
          <p14:tracePt t="76652" x="2901950" y="361950"/>
          <p14:tracePt t="76664" x="2908300" y="393700"/>
          <p14:tracePt t="76681" x="2921000" y="450850"/>
          <p14:tracePt t="76697" x="2940050" y="508000"/>
          <p14:tracePt t="76714" x="2978150" y="641350"/>
          <p14:tracePt t="76730" x="3041650" y="825500"/>
          <p14:tracePt t="76747" x="3073400" y="939800"/>
          <p14:tracePt t="76764" x="3136900" y="1200150"/>
          <p14:tracePt t="76780" x="3194050" y="1517650"/>
          <p14:tracePt t="76797" x="3232150" y="1714500"/>
          <p14:tracePt t="76814" x="3289300" y="2159000"/>
          <p14:tracePt t="76830" x="3327400" y="2590800"/>
          <p14:tracePt t="76847" x="3340100" y="2781300"/>
          <p14:tracePt t="76863" x="3365500" y="3181350"/>
          <p14:tracePt t="76880" x="3365500" y="3365500"/>
          <p14:tracePt t="76897" x="3378200" y="3714750"/>
          <p14:tracePt t="76914" x="3378200" y="4032250"/>
          <p14:tracePt t="76930" x="3365500" y="4171950"/>
          <p14:tracePt t="76947" x="3321050" y="4508500"/>
          <p14:tracePt t="76963" x="3302000" y="4584700"/>
          <p14:tracePt t="76979" x="3282950" y="4667250"/>
          <p14:tracePt t="76996" x="3257550" y="4819650"/>
          <p14:tracePt t="77013" x="3225800" y="4927600"/>
          <p14:tracePt t="77030" x="3206750" y="4984750"/>
          <p14:tracePt t="77045" x="3175000" y="5080000"/>
          <p14:tracePt t="77062" x="3149600" y="5181600"/>
          <p14:tracePt t="77080" x="3130550" y="5226050"/>
          <p14:tracePt t="77096" x="3124200" y="5238750"/>
          <p14:tracePt t="77113" x="3117850" y="5283200"/>
          <p14:tracePt t="77130" x="3105150" y="5308600"/>
          <p14:tracePt t="77146" x="3098800" y="5321300"/>
          <p14:tracePt t="77162" x="3098800" y="5327650"/>
          <p14:tracePt t="77179" x="3086100" y="5340350"/>
          <p14:tracePt t="77212" x="3086100" y="5346700"/>
          <p14:tracePt t="77452" x="3092450" y="5346700"/>
          <p14:tracePt t="77480" x="3098800" y="5346700"/>
          <p14:tracePt t="77496" x="3105150" y="5346700"/>
          <p14:tracePt t="77501" x="3111500" y="5340350"/>
          <p14:tracePt t="77511" x="3124200" y="5340350"/>
          <p14:tracePt t="77531" x="3143250" y="5334000"/>
          <p14:tracePt t="77545" x="3168650" y="5334000"/>
          <p14:tracePt t="77561" x="3194050" y="5334000"/>
          <p14:tracePt t="77579" x="3295650" y="5314950"/>
          <p14:tracePt t="77594" x="3416300" y="5308600"/>
          <p14:tracePt t="77610" x="3479800" y="5289550"/>
          <p14:tracePt t="77628" x="3575050" y="5276850"/>
          <p14:tracePt t="77644" x="3644900" y="5264150"/>
          <p14:tracePt t="77661" x="3663950" y="5264150"/>
          <p14:tracePt t="77677" x="3689350" y="5251450"/>
          <p14:tracePt t="77694" x="3702050" y="5245100"/>
          <p14:tracePt t="77727" x="3708400" y="5238750"/>
          <p14:tracePt t="77845" x="3708400" y="5232400"/>
          <p14:tracePt t="77874" x="3702050" y="5232400"/>
          <p14:tracePt t="77901" x="3689350" y="5232400"/>
          <p14:tracePt t="77915" x="3683000" y="5232400"/>
          <p14:tracePt t="77930" x="3663950" y="5232400"/>
          <p14:tracePt t="77944" x="3644900" y="5232400"/>
          <p14:tracePt t="77951" x="3606800" y="5232400"/>
          <p14:tracePt t="77965" x="3549650" y="5232400"/>
          <p14:tracePt t="77976" x="3486150" y="5232400"/>
          <p14:tracePt t="77993" x="3321050" y="5232400"/>
          <p14:tracePt t="78009" x="3219450" y="5245100"/>
          <p14:tracePt t="78026" x="3003550" y="5245100"/>
          <p14:tracePt t="78043" x="2813050" y="5264150"/>
          <p14:tracePt t="78059" x="2724150" y="5270500"/>
          <p14:tracePt t="78076" x="2635250" y="5283200"/>
          <p14:tracePt t="78092" x="2432050" y="5321300"/>
          <p14:tracePt t="78109" x="2381250" y="5327650"/>
          <p14:tracePt t="78126" x="2298700" y="5340350"/>
          <p14:tracePt t="78142" x="2279650" y="5340350"/>
          <p14:tracePt t="78159" x="2247900" y="5340350"/>
          <p14:tracePt t="78176" x="2241550" y="5346700"/>
          <p14:tracePt t="78192" x="2235200" y="5346700"/>
          <p14:tracePt t="78226" x="2228850" y="5346700"/>
          <p14:tracePt t="78358" x="2222500" y="5353050"/>
          <p14:tracePt t="78393" x="2222500" y="5359400"/>
          <p14:tracePt t="78407" x="2216150" y="5365750"/>
          <p14:tracePt t="78414" x="2209800" y="5372100"/>
          <p14:tracePt t="78428" x="2203450" y="5378450"/>
          <p14:tracePt t="78441" x="2197100" y="5384800"/>
          <p14:tracePt t="78458" x="2178050" y="5397500"/>
          <p14:tracePt t="78474" x="2165350" y="5410200"/>
          <p14:tracePt t="78491" x="2146300" y="5441950"/>
          <p14:tracePt t="78507" x="2120900" y="5467350"/>
          <p14:tracePt t="78524" x="2114550" y="5480050"/>
          <p14:tracePt t="78541" x="2095500" y="5505450"/>
          <p14:tracePt t="78557" x="2076450" y="5524500"/>
          <p14:tracePt t="78574" x="2070100" y="5530850"/>
          <p14:tracePt t="78591" x="2057400" y="5537200"/>
          <p14:tracePt t="78607" x="2057400" y="5543550"/>
          <p14:tracePt t="78627" x="2057400" y="5549900"/>
          <p14:tracePt t="78688" x="2063750" y="5549900"/>
          <p14:tracePt t="78695" x="2070100" y="5556250"/>
          <p14:tracePt t="78710" x="2076450" y="5556250"/>
          <p14:tracePt t="78724" x="2082800" y="5556250"/>
          <p14:tracePt t="78740" x="2089150" y="5556250"/>
          <p14:tracePt t="78757" x="2101850" y="5556250"/>
          <p14:tracePt t="78773" x="2133600" y="5556250"/>
          <p14:tracePt t="78790" x="2159000" y="5556250"/>
          <p14:tracePt t="78807" x="2184400" y="5556250"/>
          <p14:tracePt t="78823" x="2190750" y="5556250"/>
          <p14:tracePt t="78840" x="2197100" y="5549900"/>
          <p14:tracePt t="78857" x="2197100" y="5543550"/>
          <p14:tracePt t="78873" x="2197100" y="5537200"/>
          <p14:tracePt t="78889" x="2197100" y="5524500"/>
          <p14:tracePt t="78906" x="2190750" y="5505450"/>
          <p14:tracePt t="78923" x="2178050" y="5492750"/>
          <p14:tracePt t="78940" x="2159000" y="5467350"/>
          <p14:tracePt t="78955" x="2127250" y="5441950"/>
          <p14:tracePt t="78973" x="2120900" y="5429250"/>
          <p14:tracePt t="78990" x="2101850" y="5410200"/>
          <p14:tracePt t="79006" x="2101850" y="5397500"/>
          <p14:tracePt t="79039" x="2095500" y="5397500"/>
          <p14:tracePt t="79095" x="2089150" y="5391150"/>
          <p14:tracePt t="79144" x="2095500" y="5391150"/>
          <p14:tracePt t="79165" x="2108200" y="5391150"/>
          <p14:tracePt t="79179" x="2114550" y="5397500"/>
          <p14:tracePt t="79186" x="2127250" y="5403850"/>
          <p14:tracePt t="79200" x="2146300" y="5410200"/>
          <p14:tracePt t="79208" x="2171700" y="5416550"/>
          <p14:tracePt t="79222" x="2184400" y="5422900"/>
          <p14:tracePt t="79238" x="2222500" y="5448300"/>
          <p14:tracePt t="79255" x="2247900" y="5461000"/>
          <p14:tracePt t="79272" x="2273300" y="5486400"/>
          <p14:tracePt t="79288" x="2305050" y="5537200"/>
          <p14:tracePt t="79306" x="2324100" y="5613400"/>
          <p14:tracePt t="79321" x="2343150" y="5645150"/>
          <p14:tracePt t="79338" x="2349500" y="5683250"/>
          <p14:tracePt t="79355" x="2374900" y="5784850"/>
          <p14:tracePt t="79371" x="2381250" y="5797550"/>
          <p14:tracePt t="79388" x="2387600" y="5810250"/>
          <p14:tracePt t="79405" x="2387600" y="5822950"/>
          <p14:tracePt t="79488" x="2393950" y="5829300"/>
          <p14:tracePt t="79558" x="2400300" y="5829300"/>
          <p14:tracePt t="79649" x="2406650" y="5829300"/>
          <p14:tracePt t="79980" x="2406650" y="5835650"/>
          <p14:tracePt t="80001" x="2406650" y="5842000"/>
          <p14:tracePt t="80007" x="2413000" y="5848350"/>
          <p14:tracePt t="80022" x="2419350" y="5861050"/>
          <p14:tracePt t="80036" x="2432050" y="5886450"/>
          <p14:tracePt t="80052" x="2463800" y="5937250"/>
          <p14:tracePt t="80069" x="2482850" y="5969000"/>
          <p14:tracePt t="80086" x="2540000" y="6045200"/>
          <p14:tracePt t="80102" x="2571750" y="6102350"/>
          <p14:tracePt t="80120" x="2597150" y="6134100"/>
          <p14:tracePt t="80135" x="2609850" y="6153150"/>
          <p14:tracePt t="80152" x="2622550" y="6165850"/>
          <p14:tracePt t="80169" x="2628900" y="6172200"/>
          <p14:tracePt t="80239" x="2628900" y="6178550"/>
          <p14:tracePt t="80359" x="2635250" y="6178550"/>
          <p14:tracePt t="80408" x="2641600" y="6178550"/>
          <p14:tracePt t="80443" x="2647950" y="6178550"/>
          <p14:tracePt t="80450" x="2660650" y="6178550"/>
          <p14:tracePt t="80457" x="2673350" y="6178550"/>
          <p14:tracePt t="80471" x="2686050" y="6178550"/>
          <p14:tracePt t="80484" x="2711450" y="6178550"/>
          <p14:tracePt t="80501" x="2806700" y="6159500"/>
          <p14:tracePt t="80517" x="2857500" y="6153150"/>
          <p14:tracePt t="80535" x="2990850" y="6127750"/>
          <p14:tracePt t="80551" x="3111500" y="6096000"/>
          <p14:tracePt t="80567" x="3168650" y="6076950"/>
          <p14:tracePt t="80584" x="3244850" y="6051550"/>
          <p14:tracePt t="80600" x="3270250" y="6045200"/>
          <p14:tracePt t="80617" x="3289300" y="6038850"/>
          <p14:tracePt t="80633" x="3295650" y="6038850"/>
          <p14:tracePt t="80682" x="3289300" y="6038850"/>
          <p14:tracePt t="80688" x="3282950" y="6045200"/>
          <p14:tracePt t="80710" x="3270250" y="6051550"/>
          <p14:tracePt t="80724" x="3257550" y="6057900"/>
          <p14:tracePt t="80733" x="3232150" y="6057900"/>
          <p14:tracePt t="80750" x="3213100" y="6070600"/>
          <p14:tracePt t="80767" x="3117850" y="6108700"/>
          <p14:tracePt t="80783" x="2984500" y="6146800"/>
          <p14:tracePt t="80800" x="2908300" y="6165850"/>
          <p14:tracePt t="80816" x="2774950" y="6191250"/>
          <p14:tracePt t="80833" x="2686050" y="6229350"/>
          <p14:tracePt t="80851" x="2635250" y="6242050"/>
          <p14:tracePt t="80866" x="2622550" y="6248400"/>
          <p14:tracePt t="80883" x="2609850" y="6261100"/>
          <p14:tracePt t="80900" x="2609850" y="6273800"/>
          <p14:tracePt t="80916" x="2603500" y="6273800"/>
          <p14:tracePt t="80933" x="2603500" y="6280150"/>
          <p14:tracePt t="80990" x="2603500" y="6286500"/>
          <p14:tracePt t="81018" x="2609850" y="6286500"/>
          <p14:tracePt t="81033" x="2616200" y="6286500"/>
          <p14:tracePt t="81039" x="2628900" y="6286500"/>
          <p14:tracePt t="81053" x="2641600" y="6286500"/>
          <p14:tracePt t="81065" x="2667000" y="6286500"/>
          <p14:tracePt t="81082" x="2736850" y="6273800"/>
          <p14:tracePt t="81098" x="2794000" y="6254750"/>
          <p14:tracePt t="81116" x="2914650" y="6216650"/>
          <p14:tracePt t="81132" x="3009900" y="6191250"/>
          <p14:tracePt t="81148" x="3054350" y="6184900"/>
          <p14:tracePt t="81166" x="3098800" y="6165850"/>
          <p14:tracePt t="81182" x="3124200" y="6159500"/>
          <p14:tracePt t="81264" x="3117850" y="6159500"/>
          <p14:tracePt t="81271" x="3105150" y="6165850"/>
          <p14:tracePt t="81285" x="3092450" y="6178550"/>
          <p14:tracePt t="81298" x="3073400" y="6184900"/>
          <p14:tracePt t="81315" x="2997200" y="6210300"/>
          <p14:tracePt t="81331" x="2952750" y="6229350"/>
          <p14:tracePt t="81348" x="2870200" y="6261100"/>
          <p14:tracePt t="81364" x="2806700" y="6286500"/>
          <p14:tracePt t="81381" x="2787650" y="6292850"/>
          <p14:tracePt t="81398" x="2762250" y="6299200"/>
          <p14:tracePt t="81414" x="2749550" y="6299200"/>
          <p14:tracePt t="81447" x="2749550" y="6280150"/>
          <p14:tracePt t="81464" x="2755900" y="6242050"/>
          <p14:tracePt t="81482" x="2768600" y="6178550"/>
          <p14:tracePt t="81497" x="2774950" y="6153150"/>
          <p14:tracePt t="81514" x="2787650" y="6108700"/>
          <p14:tracePt t="81531" x="2806700" y="6000750"/>
          <p14:tracePt t="81547" x="2806700" y="5956300"/>
          <p14:tracePt t="81564" x="2806700" y="5937250"/>
          <p14:tracePt t="81580" x="2800350" y="5873750"/>
          <p14:tracePt t="81597" x="2774950" y="5816600"/>
          <p14:tracePt t="81614" x="2749550" y="5797550"/>
          <p14:tracePt t="81630" x="2705100" y="5753100"/>
          <p14:tracePt t="81646" x="2654300" y="5721350"/>
          <p14:tracePt t="81665" x="2609850" y="5702300"/>
          <p14:tracePt t="81680" x="2590800" y="5695950"/>
          <p14:tracePt t="81696" x="2546350" y="5683250"/>
          <p14:tracePt t="81714" x="2514600" y="5683250"/>
          <p14:tracePt t="81730" x="2495550" y="5683250"/>
          <p14:tracePt t="81746" x="2470150" y="5683250"/>
          <p14:tracePt t="81763" x="2463800" y="5683250"/>
          <p14:tracePt t="81779" x="2457450" y="5683250"/>
          <p14:tracePt t="81796" x="2451100" y="5683250"/>
          <p14:tracePt t="81882" x="2463800" y="5683250"/>
          <p14:tracePt t="81897" x="2470150" y="5683250"/>
          <p14:tracePt t="81903" x="2489200" y="5695950"/>
          <p14:tracePt t="81917" x="2508250" y="5702300"/>
          <p14:tracePt t="81929" x="2546350" y="5715000"/>
          <p14:tracePt t="81946" x="2667000" y="5753100"/>
          <p14:tracePt t="81962" x="2762250" y="5772150"/>
          <p14:tracePt t="81979" x="2959100" y="5835650"/>
          <p14:tracePt t="81995" x="3124200" y="5873750"/>
          <p14:tracePt t="82012" x="3206750" y="5905500"/>
          <p14:tracePt t="82029" x="3302000" y="5930900"/>
          <p14:tracePt t="82045" x="3346450" y="5943600"/>
          <p14:tracePt t="82062" x="3352800" y="5949950"/>
          <p14:tracePt t="82079" x="3359150" y="5962650"/>
          <p14:tracePt t="82111" x="3359150" y="5969000"/>
          <p14:tracePt t="82128" x="3340100" y="5975350"/>
          <p14:tracePt t="82145" x="3327400" y="5981700"/>
          <p14:tracePt t="82163" x="3213100" y="6000750"/>
          <p14:tracePt t="82178" x="3136900" y="6013450"/>
          <p14:tracePt t="82195" x="3060700" y="6019800"/>
          <p14:tracePt t="82212" x="2882900" y="6019800"/>
          <p14:tracePt t="82228" x="2736850" y="6007100"/>
          <p14:tracePt t="82245" x="2698750" y="6000750"/>
          <p14:tracePt t="82261" x="2641600" y="5981700"/>
          <p14:tracePt t="82278" x="2616200" y="5969000"/>
          <p14:tracePt t="82295" x="2609850" y="5969000"/>
          <p14:tracePt t="82345" x="2616200" y="5969000"/>
          <p14:tracePt t="82359" x="2628900" y="5969000"/>
          <p14:tracePt t="82366" x="2641600" y="5969000"/>
          <p14:tracePt t="82377" x="2660650" y="5975350"/>
          <p14:tracePt t="82395" x="2755900" y="5988050"/>
          <p14:tracePt t="82410" x="2819400" y="6000750"/>
          <p14:tracePt t="82427" x="2901950" y="6019800"/>
          <p14:tracePt t="82444" x="3073400" y="6057900"/>
          <p14:tracePt t="82460" x="3105150" y="6064250"/>
          <p14:tracePt t="82477" x="3124200" y="6070600"/>
          <p14:tracePt t="82494" x="3143250" y="6076950"/>
          <p14:tracePt t="82584" x="3130550" y="6083300"/>
          <p14:tracePt t="82598" x="3124200" y="6089650"/>
          <p14:tracePt t="82604" x="3117850" y="6089650"/>
          <p14:tracePt t="82619" x="3111500" y="6089650"/>
          <p14:tracePt t="82627" x="3086100" y="6108700"/>
          <p14:tracePt t="82643" x="3067050" y="6121400"/>
          <p14:tracePt t="82660" x="2978150" y="6165850"/>
          <p14:tracePt t="82676" x="2844800" y="6235700"/>
          <p14:tracePt t="82693" x="2774950" y="6261100"/>
          <p14:tracePt t="82711" x="2641600" y="6330950"/>
          <p14:tracePt t="82726" x="2476500" y="6400800"/>
          <p14:tracePt t="82743" x="2393950" y="6438900"/>
          <p14:tracePt t="82760" x="2260600" y="6502400"/>
          <p14:tracePt t="82776" x="2171700" y="6534150"/>
          <p14:tracePt t="82793" x="2152650" y="6540500"/>
          <p14:tracePt t="83194" x="2222500" y="6540500"/>
          <p14:tracePt t="83210" x="2260600" y="6527800"/>
          <p14:tracePt t="83224" x="2317750" y="6521450"/>
          <p14:tracePt t="83241" x="2419350" y="6502400"/>
          <p14:tracePt t="83258" x="2520950" y="6477000"/>
          <p14:tracePt t="83275" x="2559050" y="6470650"/>
          <p14:tracePt t="83291" x="2622550" y="6445250"/>
          <p14:tracePt t="83308" x="2654300" y="6438900"/>
          <p14:tracePt t="83324" x="2660650" y="6438900"/>
          <p14:tracePt t="83341" x="2673350" y="6432550"/>
          <p14:tracePt t="83357" x="2679700" y="6432550"/>
          <p14:tracePt t="83630" x="2673350" y="6426200"/>
          <p14:tracePt t="83651" x="2667000" y="6426200"/>
          <p14:tracePt t="83658" x="2660650" y="6426200"/>
          <p14:tracePt t="83665" x="2654300" y="6419850"/>
          <p14:tracePt t="83678" x="2641600" y="6419850"/>
          <p14:tracePt t="83689" x="2635250" y="6419850"/>
          <p14:tracePt t="83707" x="2597150" y="6413500"/>
          <p14:tracePt t="83723" x="2571750" y="6413500"/>
          <p14:tracePt t="83739" x="2552700" y="6413500"/>
          <p14:tracePt t="83756" x="2463800" y="6407150"/>
          <p14:tracePt t="83773" x="2438400" y="6407150"/>
          <p14:tracePt t="83789" x="2413000" y="6407150"/>
          <p14:tracePt t="83806" x="2393950" y="6407150"/>
          <p14:tracePt t="83823" x="2374900" y="6407150"/>
          <p14:tracePt t="83855" x="2368550" y="6407150"/>
          <p14:tracePt t="83872" x="2374900" y="6407150"/>
          <p14:tracePt t="83889" x="2381250" y="6407150"/>
          <p14:tracePt t="83905" x="2413000" y="6407150"/>
          <p14:tracePt t="83922" x="2470150" y="6407150"/>
          <p14:tracePt t="83939" x="2546350" y="6407150"/>
          <p14:tracePt t="83955" x="2597150" y="6407150"/>
          <p14:tracePt t="83972" x="2717800" y="6407150"/>
          <p14:tracePt t="83989" x="2806700" y="6394450"/>
          <p14:tracePt t="84006" x="2838450" y="6394450"/>
          <p14:tracePt t="84023" x="2870200" y="6388100"/>
          <p14:tracePt t="84038" x="2882900" y="6388100"/>
          <p14:tracePt t="84100" x="2876550" y="6388100"/>
          <p14:tracePt t="84107" x="2870200" y="6388100"/>
          <p14:tracePt t="84124" x="2863850" y="6388100"/>
          <p14:tracePt t="84138" x="2857500" y="6388100"/>
          <p14:tracePt t="84154" x="2819400" y="6394450"/>
          <p14:tracePt t="84158" x="2800350" y="6394450"/>
          <p14:tracePt t="84172" x="2774950" y="6400800"/>
          <p14:tracePt t="84188" x="2743200" y="6400800"/>
          <p14:tracePt t="84205" x="2692400" y="6400800"/>
          <p14:tracePt t="84221" x="2654300" y="6394450"/>
          <p14:tracePt t="84238" x="2647950" y="6394450"/>
          <p14:tracePt t="84255" x="2641600" y="6394450"/>
          <p14:tracePt t="84271" x="2635250" y="6394450"/>
          <p14:tracePt t="84291" x="2635250" y="6388100"/>
          <p14:tracePt t="84304" x="2647950" y="6388100"/>
          <p14:tracePt t="84321" x="2679700" y="6388100"/>
          <p14:tracePt t="84338" x="2711450" y="6388100"/>
          <p14:tracePt t="84354" x="2774950" y="6388100"/>
          <p14:tracePt t="84370" x="2813050" y="6388100"/>
          <p14:tracePt t="84388" x="2882900" y="6381750"/>
          <p14:tracePt t="84404" x="2895600" y="6375400"/>
          <p14:tracePt t="84421" x="2901950" y="6375400"/>
          <p14:tracePt t="84454" x="2863850" y="6375400"/>
          <p14:tracePt t="84470" x="2832100" y="6375400"/>
          <p14:tracePt t="84487" x="2743200" y="6381750"/>
          <p14:tracePt t="84504" x="2628900" y="6381750"/>
          <p14:tracePt t="84521" x="2520950" y="6394450"/>
          <p14:tracePt t="84537" x="2482850" y="6394450"/>
          <p14:tracePt t="84553" x="2432050" y="6394450"/>
          <p14:tracePt t="84571" x="2419350" y="6394450"/>
          <p14:tracePt t="84612" x="2425700" y="6394450"/>
          <p14:tracePt t="84622" x="2444750" y="6394450"/>
          <p14:tracePt t="84636" x="2476500" y="6388100"/>
          <p14:tracePt t="84653" x="2508250" y="6388100"/>
          <p14:tracePt t="84670" x="2635250" y="6381750"/>
          <p14:tracePt t="84686" x="2673350" y="6381750"/>
          <p14:tracePt t="84704" x="2724150" y="6369050"/>
          <p14:tracePt t="84719" x="2736850" y="6369050"/>
          <p14:tracePt t="84736" x="2749550" y="6369050"/>
          <p14:tracePt t="84781" x="2736850" y="6369050"/>
          <p14:tracePt t="84795" x="2724150" y="6369050"/>
          <p14:tracePt t="84805" x="2711450" y="6369050"/>
          <p14:tracePt t="84819" x="2698750" y="6369050"/>
          <p14:tracePt t="84836" x="2686050" y="6369050"/>
          <p14:tracePt t="84852" x="2673350" y="6369050"/>
          <p14:tracePt t="84914" x="2679700" y="6369050"/>
          <p14:tracePt t="84921" x="2686050" y="6369050"/>
          <p14:tracePt t="84942" x="2698750" y="6369050"/>
          <p14:tracePt t="84951" x="2730500" y="6369050"/>
          <p14:tracePt t="84968" x="2755900" y="6369050"/>
          <p14:tracePt t="84985" x="2844800" y="6369050"/>
          <p14:tracePt t="85002" x="2921000" y="6362700"/>
          <p14:tracePt t="85018" x="3067050" y="6350000"/>
          <p14:tracePt t="85034" x="3194050" y="6343650"/>
          <p14:tracePt t="85051" x="3244850" y="6330950"/>
          <p14:tracePt t="85069" x="3314700" y="6324600"/>
          <p14:tracePt t="85085" x="3359150" y="6318250"/>
          <p14:tracePt t="85101" x="3371850" y="6318250"/>
          <p14:tracePt t="85118" x="3384550" y="6318250"/>
          <p14:tracePt t="85181" x="3384550" y="6311900"/>
          <p14:tracePt t="85223" x="3397250" y="6311900"/>
          <p14:tracePt t="85230" x="3403600" y="6311900"/>
          <p14:tracePt t="85244" x="3409950" y="6311900"/>
          <p14:tracePt t="85253" x="3422650" y="6305550"/>
          <p14:tracePt t="85267" x="3441700" y="6305550"/>
          <p14:tracePt t="85284" x="3473450" y="6299200"/>
          <p14:tracePt t="85301" x="3556000" y="6286500"/>
          <p14:tracePt t="85317" x="3708400" y="6261100"/>
          <p14:tracePt t="85334" x="3803650" y="6242050"/>
          <p14:tracePt t="85350" x="3994150" y="6216650"/>
          <p14:tracePt t="85367" x="4203700" y="6159500"/>
          <p14:tracePt t="85385" x="4400550" y="6102350"/>
          <p14:tracePt t="85401" x="4502150" y="6070600"/>
          <p14:tracePt t="85417" x="4724400" y="5981700"/>
          <p14:tracePt t="85434" x="4933950" y="5924550"/>
          <p14:tracePt t="85450" x="5022850" y="5892800"/>
          <p14:tracePt t="85467" x="5207000" y="5829300"/>
          <p14:tracePt t="85484" x="5391150" y="5765800"/>
          <p14:tracePt t="85501" x="5486400" y="5734050"/>
          <p14:tracePt t="85517" x="5575300" y="5708650"/>
          <p14:tracePt t="85533" x="5803900" y="5638800"/>
          <p14:tracePt t="85550" x="5861050" y="5607050"/>
          <p14:tracePt t="85568" x="5918200" y="5575300"/>
          <p14:tracePt t="85583" x="5943600" y="5556250"/>
        </p14:tracePtLst>
      </p14:laserTraceLst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13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is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000000"/>
                </a:solidFill>
                <a:latin typeface="Lucida Console" panose="020B0609040504020204" pitchFamily="49" charset="0"/>
              </a:rPr>
              <a:t>True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();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  <a:r>
              <a:rPr lang="en-US" altLang="zh-TW" dirty="0">
                <a:solidFill>
                  <a:srgbClr val="FF0000"/>
                </a:solidFill>
                <a:latin typeface="Arial"/>
              </a:rPr>
              <a:t>#If a really is b, then a’s attr1 will change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rgbClr val="FF0000"/>
                </a:solidFill>
                <a:latin typeface="Arial"/>
              </a:rPr>
              <a:t>#a.attr1 has changed to -10. So a really is b.</a:t>
            </a: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285232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5910961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686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056"/>
    </mc:Choice>
    <mc:Fallback xmlns="">
      <p:transition spd="slow" advTm="79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84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</p:bldLst>
  </p:timing>
  <p:extLst>
    <p:ext uri="{3A86A75C-4F4B-4683-9AE1-C65F6400EC91}">
      <p14:laserTraceLst xmlns:p14="http://schemas.microsoft.com/office/powerpoint/2010/main">
        <p14:tracePtLst>
          <p14:tracePt t="2500" x="5892800" y="5518150"/>
          <p14:tracePt t="2514" x="5810250" y="5467350"/>
          <p14:tracePt t="2522" x="5715000" y="5416550"/>
          <p14:tracePt t="2536" x="5613400" y="5384800"/>
          <p14:tracePt t="2544" x="5518150" y="5340350"/>
          <p14:tracePt t="2558" x="5441950" y="5321300"/>
          <p14:tracePt t="2575" x="5257800" y="5283200"/>
          <p14:tracePt t="2592" x="5054600" y="5251450"/>
          <p14:tracePt t="2608" x="4927600" y="5226050"/>
          <p14:tracePt t="2625" x="4610100" y="5168900"/>
          <p14:tracePt t="2641" x="4159250" y="5086350"/>
          <p14:tracePt t="2658" x="3911600" y="5054600"/>
          <p14:tracePt t="2675" x="3448050" y="4997450"/>
          <p14:tracePt t="2691" x="3041650" y="4972050"/>
          <p14:tracePt t="2708" x="2908300" y="4972050"/>
          <p14:tracePt t="2725" x="2667000" y="4972050"/>
          <p14:tracePt t="2741" x="2489200" y="4978400"/>
          <p14:tracePt t="2757" x="2393950" y="4997450"/>
          <p14:tracePt t="2775" x="2254250" y="5029200"/>
          <p14:tracePt t="2791" x="2197100" y="5041900"/>
          <p14:tracePt t="2809" x="2044700" y="5105400"/>
          <p14:tracePt t="2824" x="1987550" y="5149850"/>
          <p14:tracePt t="2840" x="1930400" y="5175250"/>
          <p14:tracePt t="2857" x="1765300" y="5245100"/>
          <p14:tracePt t="2874" x="1593850" y="5327650"/>
          <p14:tracePt t="2891" x="1492250" y="5359400"/>
          <p14:tracePt t="2909" x="1282700" y="5441950"/>
          <p14:tracePt t="2923" x="1060450" y="5486400"/>
          <p14:tracePt t="2940" x="958850" y="5492750"/>
          <p14:tracePt t="2957" x="749300" y="5537200"/>
          <p14:tracePt t="2973" x="635000" y="5556250"/>
          <p14:tracePt t="2990" x="596900" y="5556250"/>
          <p14:tracePt t="3007" x="546100" y="5556250"/>
          <p14:tracePt t="3023" x="520700" y="5549900"/>
          <p14:tracePt t="3040" x="514350" y="5549900"/>
          <p14:tracePt t="3483" x="527050" y="5543550"/>
          <p14:tracePt t="3490" x="546100" y="5537200"/>
          <p14:tracePt t="3506" x="565150" y="5518150"/>
          <p14:tracePt t="3511" x="590550" y="5511800"/>
          <p14:tracePt t="3525" x="609600" y="5505450"/>
          <p14:tracePt t="3538" x="641350" y="5499100"/>
          <p14:tracePt t="3555" x="698500" y="5473700"/>
          <p14:tracePt t="3572" x="742950" y="5467350"/>
          <p14:tracePt t="3589" x="812800" y="5441950"/>
          <p14:tracePt t="3605" x="882650" y="5429250"/>
          <p14:tracePt t="3621" x="908050" y="5416550"/>
          <p14:tracePt t="3638" x="958850" y="5391150"/>
          <p14:tracePt t="3654" x="996950" y="5378450"/>
          <p14:tracePt t="3671" x="1022350" y="5365750"/>
          <p14:tracePt t="3688" x="1047750" y="5353050"/>
          <p14:tracePt t="3704" x="1079500" y="5346700"/>
          <p14:tracePt t="3721" x="1098550" y="5340350"/>
          <p14:tracePt t="3738" x="1123950" y="5327650"/>
          <p14:tracePt t="3754" x="1149350" y="5314950"/>
          <p14:tracePt t="3772" x="1187450" y="5302250"/>
          <p14:tracePt t="3787" x="1200150" y="5295900"/>
          <p14:tracePt t="3804" x="1212850" y="5289550"/>
          <p14:tracePt t="3821" x="1238250" y="5283200"/>
          <p14:tracePt t="3837" x="1263650" y="5276850"/>
          <p14:tracePt t="3854" x="1276350" y="5264150"/>
          <p14:tracePt t="3870" x="1301750" y="5251450"/>
          <p14:tracePt t="3887" x="1333500" y="5238750"/>
          <p14:tracePt t="3904" x="1346200" y="5232400"/>
          <p14:tracePt t="3920" x="1365250" y="5219700"/>
          <p14:tracePt t="3937" x="1377950" y="5213350"/>
          <p14:tracePt t="3954" x="1384300" y="5207000"/>
          <p14:tracePt t="3970" x="1390650" y="5207000"/>
          <p14:tracePt t="3986" x="1397000" y="5207000"/>
          <p14:tracePt t="4004" x="1409700" y="5207000"/>
          <p14:tracePt t="4036" x="1409700" y="5200650"/>
          <p14:tracePt t="4053" x="1416050" y="5200650"/>
          <p14:tracePt t="4074" x="1422400" y="5194300"/>
          <p14:tracePt t="4109" x="1422400" y="5187950"/>
          <p14:tracePt t="4116" x="1428750" y="5187950"/>
          <p14:tracePt t="4123" x="1428750" y="5181600"/>
          <p14:tracePt t="4158" x="1435100" y="5175250"/>
          <p14:tracePt t="4179" x="1441450" y="5175250"/>
          <p14:tracePt t="4193" x="1441450" y="5168900"/>
          <p14:tracePt t="4213" x="1447800" y="5168900"/>
          <p14:tracePt t="4249" x="1454150" y="5162550"/>
          <p14:tracePt t="4277" x="1460500" y="5162550"/>
          <p14:tracePt t="4298" x="1460500" y="5156200"/>
          <p14:tracePt t="4326" x="1460500" y="5149850"/>
          <p14:tracePt t="4333" x="1466850" y="5149850"/>
          <p14:tracePt t="4425" x="1473200" y="5143500"/>
          <p14:tracePt t="4544" x="1479550" y="5137150"/>
          <p14:tracePt t="4678" x="1473200" y="5137150"/>
          <p14:tracePt t="4705" x="1466850" y="5137150"/>
          <p14:tracePt t="4790" x="1460500" y="5137150"/>
          <p14:tracePt t="4825" x="1454150" y="5137150"/>
          <p14:tracePt t="4846" x="1447800" y="5130800"/>
          <p14:tracePt t="4867" x="1441450" y="5130800"/>
          <p14:tracePt t="4888" x="1428750" y="5124450"/>
          <p14:tracePt t="4909" x="1422400" y="5118100"/>
          <p14:tracePt t="4930" x="1416050" y="5118100"/>
          <p14:tracePt t="4937" x="1409700" y="5111750"/>
          <p14:tracePt t="4953" x="1397000" y="5111750"/>
          <p14:tracePt t="4966" x="1377950" y="5099050"/>
          <p14:tracePt t="4983" x="1365250" y="5092700"/>
          <p14:tracePt t="5001" x="1339850" y="5086350"/>
          <p14:tracePt t="5016" x="1333500" y="5080000"/>
          <p14:tracePt t="5033" x="1314450" y="5073650"/>
          <p14:tracePt t="5050" x="1301750" y="5073650"/>
          <p14:tracePt t="5083" x="1295400" y="5067300"/>
          <p14:tracePt t="5099" x="1282700" y="5060950"/>
          <p14:tracePt t="5116" x="1282700" y="5054600"/>
          <p14:tracePt t="5133" x="1270000" y="5048250"/>
          <p14:tracePt t="5149" x="1231900" y="5029200"/>
          <p14:tracePt t="5166" x="1212850" y="5016500"/>
          <p14:tracePt t="5183" x="1162050" y="4984750"/>
          <p14:tracePt t="5199" x="1111250" y="4953000"/>
          <p14:tracePt t="5216" x="1085850" y="4940300"/>
          <p14:tracePt t="5232" x="1054100" y="4927600"/>
          <p14:tracePt t="5249" x="1035050" y="4914900"/>
          <p14:tracePt t="5267" x="1016000" y="4908550"/>
          <p14:tracePt t="5288" x="1016000" y="4902200"/>
          <p14:tracePt t="5372" x="1016000" y="4908550"/>
          <p14:tracePt t="5386" x="1022350" y="4908550"/>
          <p14:tracePt t="5407" x="1035050" y="4914900"/>
          <p14:tracePt t="5421" x="1041400" y="4914900"/>
          <p14:tracePt t="5428" x="1047750" y="4914900"/>
          <p14:tracePt t="5442" x="1066800" y="4921250"/>
          <p14:tracePt t="5451" x="1085850" y="4927600"/>
          <p14:tracePt t="5465" x="1104900" y="4927600"/>
          <p14:tracePt t="5481" x="1187450" y="4953000"/>
          <p14:tracePt t="5499" x="1295400" y="4978400"/>
          <p14:tracePt t="5514" x="1352550" y="4997450"/>
          <p14:tracePt t="5531" x="1473200" y="5022850"/>
          <p14:tracePt t="5548" x="1574800" y="5041900"/>
          <p14:tracePt t="5565" x="1619250" y="5054600"/>
          <p14:tracePt t="5581" x="1657350" y="5054600"/>
          <p14:tracePt t="5598" x="1733550" y="5060950"/>
          <p14:tracePt t="5614" x="1746250" y="5067300"/>
          <p14:tracePt t="5632" x="1765300" y="5067300"/>
          <p14:tracePt t="5648" x="1771650" y="5073650"/>
          <p14:tracePt t="5665" x="1778000" y="5073650"/>
          <p14:tracePt t="5697" x="1784350" y="5073650"/>
          <p14:tracePt t="5713" x="1790700" y="5073650"/>
          <p14:tracePt t="7175" x="1809750" y="5067300"/>
          <p14:tracePt t="7182" x="1822450" y="5060950"/>
          <p14:tracePt t="7197" x="1847850" y="5060950"/>
          <p14:tracePt t="7208" x="1885950" y="5060950"/>
          <p14:tracePt t="7226" x="1930400" y="5060950"/>
          <p14:tracePt t="7242" x="1955800" y="5060950"/>
          <p14:tracePt t="7259" x="2000250" y="5054600"/>
          <p14:tracePt t="7276" x="2044700" y="5054600"/>
          <p14:tracePt t="7292" x="2063750" y="5054600"/>
          <p14:tracePt t="7309" x="2095500" y="5054600"/>
          <p14:tracePt t="7325" x="2120900" y="5054600"/>
          <p14:tracePt t="7342" x="2139950" y="5054600"/>
          <p14:tracePt t="7359" x="2159000" y="5048250"/>
          <p14:tracePt t="7375" x="2178050" y="5048250"/>
          <p14:tracePt t="7408" x="2184400" y="5048250"/>
          <p14:tracePt t="7425" x="2197100" y="5048250"/>
          <p14:tracePt t="7441" x="2203450" y="5048250"/>
          <p14:tracePt t="7478" x="2209800" y="5048250"/>
          <p14:tracePt t="7513" x="2216150" y="5048250"/>
          <p14:tracePt t="7675" x="2222500" y="5048250"/>
          <p14:tracePt t="7717" x="2228850" y="5048250"/>
          <p14:tracePt t="7745" x="2241550" y="5048250"/>
          <p14:tracePt t="7758" x="2247900" y="5048250"/>
          <p14:tracePt t="7766" x="2254250" y="5054600"/>
          <p14:tracePt t="7786" x="2260600" y="5054600"/>
          <p14:tracePt t="7808" x="2266950" y="5054600"/>
          <p14:tracePt t="7815" x="2273300" y="5054600"/>
          <p14:tracePt t="7829" x="2279650" y="5054600"/>
          <p14:tracePt t="7843" x="2286000" y="5054600"/>
          <p14:tracePt t="7864" x="2292350" y="5054600"/>
          <p14:tracePt t="7913" x="2292350" y="5060950"/>
          <p14:tracePt t="7948" x="2298700" y="5060950"/>
          <p14:tracePt t="7955" x="2305050" y="5060950"/>
          <p14:tracePt t="8026" x="2311400" y="5060950"/>
          <p14:tracePt t="9601" x="2305050" y="5060950"/>
          <p14:tracePt t="9608" x="2292350" y="5067300"/>
          <p14:tracePt t="9622" x="2273300" y="5073650"/>
          <p14:tracePt t="9634" x="2254250" y="5092700"/>
          <p14:tracePt t="9650" x="2209800" y="5111750"/>
          <p14:tracePt t="9667" x="2190750" y="5118100"/>
          <p14:tracePt t="9684" x="2139950" y="5137150"/>
          <p14:tracePt t="9700" x="2089150" y="5143500"/>
          <p14:tracePt t="9717" x="2057400" y="5149850"/>
          <p14:tracePt t="9734" x="2000250" y="5168900"/>
          <p14:tracePt t="9750" x="1936750" y="5194300"/>
          <p14:tracePt t="9767" x="1892300" y="5200650"/>
          <p14:tracePt t="9784" x="1847850" y="5213350"/>
          <p14:tracePt t="9800" x="1816100" y="5213350"/>
          <p14:tracePt t="9803" x="1790700" y="5213350"/>
          <p14:tracePt t="9819" x="1739900" y="5213350"/>
          <p14:tracePt t="9833" x="1720850" y="5213350"/>
          <p14:tracePt t="9849" x="1695450" y="5213350"/>
          <p14:tracePt t="9867" x="1657350" y="5213350"/>
          <p14:tracePt t="9883" x="1619250" y="5213350"/>
          <p14:tracePt t="9899" x="1593850" y="5213350"/>
          <p14:tracePt t="9917" x="1555750" y="5207000"/>
          <p14:tracePt t="9933" x="1530350" y="5194300"/>
          <p14:tracePt t="9949" x="1511300" y="5194300"/>
          <p14:tracePt t="9966" x="1485900" y="5187950"/>
          <p14:tracePt t="9982" x="1473200" y="5181600"/>
          <p14:tracePt t="9999" x="1466850" y="5181600"/>
          <p14:tracePt t="10017" x="1454150" y="5181600"/>
          <p14:tracePt t="10032" x="1441450" y="5168900"/>
          <p14:tracePt t="10049" x="1428750" y="5162550"/>
          <p14:tracePt t="10065" x="1416050" y="5156200"/>
          <p14:tracePt t="10082" x="1403350" y="5156200"/>
          <p14:tracePt t="10099" x="1352550" y="5143500"/>
          <p14:tracePt t="10115" x="1327150" y="5137150"/>
          <p14:tracePt t="10132" x="1301750" y="5124450"/>
          <p14:tracePt t="10149" x="1250950" y="5105400"/>
          <p14:tracePt t="10165" x="1187450" y="5092700"/>
          <p14:tracePt t="10182" x="1168400" y="5086350"/>
          <p14:tracePt t="10198" x="1136650" y="5080000"/>
          <p14:tracePt t="10215" x="1111250" y="5067300"/>
          <p14:tracePt t="10233" x="1098550" y="5060950"/>
          <p14:tracePt t="10248" x="1092200" y="5060950"/>
          <p14:tracePt t="10302" x="1085850" y="5054600"/>
          <p14:tracePt t="10372" x="1085850" y="5048250"/>
          <p14:tracePt t="10696" x="1092200" y="5048250"/>
          <p14:tracePt t="10731" x="1092200" y="5054600"/>
          <p14:tracePt t="10773" x="1098550" y="5054600"/>
          <p14:tracePt t="10815" x="1104900" y="5054600"/>
          <p14:tracePt t="10857" x="1111250" y="5054600"/>
          <p14:tracePt t="10864" x="1117600" y="5060950"/>
          <p14:tracePt t="10892" x="1123950" y="5060950"/>
          <p14:tracePt t="10906" x="1130300" y="5060950"/>
          <p14:tracePt t="10915" x="1136650" y="5060950"/>
          <p14:tracePt t="10929" x="1149350" y="5060950"/>
          <p14:tracePt t="10946" x="1187450" y="5067300"/>
          <p14:tracePt t="10963" x="1231900" y="5073650"/>
          <p14:tracePt t="10979" x="1257300" y="5073650"/>
          <p14:tracePt t="10996" x="1295400" y="5073650"/>
          <p14:tracePt t="11012" x="1384300" y="5073650"/>
          <p14:tracePt t="11028" x="1409700" y="5073650"/>
          <p14:tracePt t="11047" x="1460500" y="5073650"/>
          <p14:tracePt t="11062" x="1479550" y="5073650"/>
          <p14:tracePt t="11079" x="1517650" y="5073650"/>
          <p14:tracePt t="11096" x="1536700" y="5073650"/>
          <p14:tracePt t="11112" x="1543050" y="5073650"/>
          <p14:tracePt t="11129" x="1562100" y="5073650"/>
          <p14:tracePt t="11163" x="1568450" y="5073650"/>
          <p14:tracePt t="11826" x="1574800" y="5073650"/>
          <p14:tracePt t="11841" x="1568450" y="5073650"/>
          <p14:tracePt t="12285" x="1581150" y="5080000"/>
          <p14:tracePt t="12299" x="1619250" y="5092700"/>
          <p14:tracePt t="12306" x="1663700" y="5111750"/>
          <p14:tracePt t="12320" x="1720850" y="5130800"/>
          <p14:tracePt t="12328" x="1765300" y="5156200"/>
          <p14:tracePt t="12343" x="1828800" y="5168900"/>
          <p14:tracePt t="12358" x="1955800" y="5213350"/>
          <p14:tracePt t="12374" x="2032000" y="5226050"/>
          <p14:tracePt t="12391" x="2165350" y="5251450"/>
          <p14:tracePt t="12407" x="2228850" y="5270500"/>
          <p14:tracePt t="12424" x="2374900" y="5289550"/>
          <p14:tracePt t="12441" x="2540000" y="5302250"/>
          <p14:tracePt t="12457" x="2616200" y="5302250"/>
          <p14:tracePt t="12474" x="2781300" y="5302250"/>
          <p14:tracePt t="12490" x="2889250" y="5289550"/>
          <p14:tracePt t="12507" x="2952750" y="5276850"/>
          <p14:tracePt t="12524" x="3060700" y="5270500"/>
          <p14:tracePt t="12540" x="3143250" y="5251450"/>
          <p14:tracePt t="12557" x="3194050" y="5245100"/>
          <p14:tracePt t="12574" x="3263900" y="5238750"/>
          <p14:tracePt t="12590" x="3314700" y="5238750"/>
          <p14:tracePt t="12608" x="3365500" y="5238750"/>
          <p14:tracePt t="12623" x="3384550" y="5238750"/>
          <p14:tracePt t="12640" x="3422650" y="5226050"/>
          <p14:tracePt t="12657" x="3460750" y="5219700"/>
          <p14:tracePt t="12673" x="3479800" y="5213350"/>
          <p14:tracePt t="12690" x="3498850" y="5200650"/>
          <p14:tracePt t="12707" x="3556000" y="5181600"/>
          <p14:tracePt t="12723" x="3575050" y="5175250"/>
          <p14:tracePt t="12740" x="3587750" y="5168900"/>
          <p14:tracePt t="12756" x="3613150" y="5143500"/>
          <p14:tracePt t="12773" x="3632200" y="5143500"/>
          <p14:tracePt t="12790" x="3638550" y="5130800"/>
          <p14:tracePt t="12806" x="3644900" y="5124450"/>
          <p14:tracePt t="12823" x="3651250" y="5124450"/>
          <p14:tracePt t="12840" x="3651250" y="5118100"/>
          <p14:tracePt t="12873" x="3657600" y="5111750"/>
          <p14:tracePt t="12890" x="3663950" y="5111750"/>
          <p14:tracePt t="12910" x="3663950" y="5105400"/>
          <p14:tracePt t="12938" x="3670300" y="5099050"/>
          <p14:tracePt t="12959" x="3670300" y="5092700"/>
          <p14:tracePt t="12980" x="3670300" y="5086350"/>
          <p14:tracePt t="12987" x="3676650" y="5086350"/>
          <p14:tracePt t="13008" x="3676650" y="5080000"/>
          <p14:tracePt t="13029" x="3676650" y="5073650"/>
          <p14:tracePt t="13057" x="3683000" y="5073650"/>
          <p14:tracePt t="13113" x="3683000" y="5067300"/>
          <p14:tracePt t="13120" x="3683000" y="5060950"/>
          <p14:tracePt t="13162" x="3683000" y="5054600"/>
          <p14:tracePt t="13212" x="3683000" y="5048250"/>
          <p14:tracePt t="13359" x="3689350" y="5048250"/>
          <p14:tracePt t="13393" x="3695700" y="5048250"/>
          <p14:tracePt t="13401" x="3708400" y="5048250"/>
          <p14:tracePt t="13408" x="3714750" y="5048250"/>
          <p14:tracePt t="13424" x="3727450" y="5048250"/>
          <p14:tracePt t="13437" x="3746500" y="5048250"/>
          <p14:tracePt t="13454" x="3797300" y="5048250"/>
          <p14:tracePt t="13471" x="3873500" y="5048250"/>
          <p14:tracePt t="13487" x="3911600" y="5048250"/>
          <p14:tracePt t="13504" x="3987800" y="5048250"/>
          <p14:tracePt t="13521" x="4057650" y="5048250"/>
          <p14:tracePt t="13537" x="4089400" y="5048250"/>
          <p14:tracePt t="13553" x="4127500" y="5048250"/>
          <p14:tracePt t="13570" x="4159250" y="5048250"/>
          <p14:tracePt t="13587" x="4171950" y="5048250"/>
          <p14:tracePt t="13604" x="4178300" y="5048250"/>
          <p14:tracePt t="13620" x="4184650" y="5048250"/>
          <p14:tracePt t="15027" x="4108450" y="5054600"/>
          <p14:tracePt t="15042" x="3981450" y="5067300"/>
          <p14:tracePt t="15051" x="3867150" y="5080000"/>
          <p14:tracePt t="15065" x="3740150" y="5099050"/>
          <p14:tracePt t="15082" x="3486150" y="5149850"/>
          <p14:tracePt t="15098" x="3213100" y="5181600"/>
          <p14:tracePt t="15115" x="3098800" y="5194300"/>
          <p14:tracePt t="15131" x="2870200" y="5257800"/>
          <p14:tracePt t="15148" x="2673350" y="5321300"/>
          <p14:tracePt t="15164" x="2559050" y="5353050"/>
          <p14:tracePt t="15182" x="2324100" y="5403850"/>
          <p14:tracePt t="15198" x="2152650" y="5435600"/>
          <p14:tracePt t="15214" x="2101850" y="5441950"/>
          <p14:tracePt t="15231" x="1981200" y="5473700"/>
          <p14:tracePt t="15248" x="1930400" y="5473700"/>
          <p14:tracePt t="15264" x="1835150" y="5480050"/>
          <p14:tracePt t="15281" x="1752600" y="5486400"/>
          <p14:tracePt t="15297" x="1727200" y="5486400"/>
          <p14:tracePt t="15314" x="1670050" y="5492750"/>
          <p14:tracePt t="15330" x="1619250" y="5492750"/>
          <p14:tracePt t="15347" x="1600200" y="5486400"/>
          <p14:tracePt t="15364" x="1555750" y="5486400"/>
          <p14:tracePt t="15380" x="1511300" y="5480050"/>
          <p14:tracePt t="15397" x="1479550" y="5480050"/>
          <p14:tracePt t="15414" x="1422400" y="5473700"/>
          <p14:tracePt t="15430" x="1371600" y="5454650"/>
          <p14:tracePt t="15447" x="1352550" y="5454650"/>
          <p14:tracePt t="15464" x="1308100" y="5448300"/>
          <p14:tracePt t="15480" x="1276350" y="5448300"/>
          <p14:tracePt t="15498" x="1250950" y="5448300"/>
          <p14:tracePt t="15530" x="1244600" y="5448300"/>
          <p14:tracePt t="15547" x="1219200" y="5441950"/>
          <p14:tracePt t="15563" x="1212850" y="5441950"/>
          <p14:tracePt t="15596" x="1193800" y="5441950"/>
          <p14:tracePt t="15613" x="1181100" y="5441950"/>
          <p14:tracePt t="15630" x="1174750" y="5441950"/>
          <p14:tracePt t="15646" x="1168400" y="5441950"/>
          <p14:tracePt t="15663" x="1149350" y="5441950"/>
          <p14:tracePt t="15680" x="1130300" y="5441950"/>
          <p14:tracePt t="15696" x="1117600" y="5435600"/>
          <p14:tracePt t="15713" x="1092200" y="5429250"/>
          <p14:tracePt t="15729" x="1054100" y="5416550"/>
          <p14:tracePt t="15746" x="1028700" y="5410200"/>
          <p14:tracePt t="15763" x="984250" y="5397500"/>
          <p14:tracePt t="15779" x="939800" y="5384800"/>
          <p14:tracePt t="15796" x="927100" y="5384800"/>
          <p14:tracePt t="15813" x="895350" y="5372100"/>
          <p14:tracePt t="15829" x="876300" y="5365750"/>
          <p14:tracePt t="15845" x="869950" y="5359400"/>
          <p14:tracePt t="15863" x="850900" y="5353050"/>
          <p14:tracePt t="15879" x="850900" y="5346700"/>
          <p14:tracePt t="15895" x="844550" y="5340350"/>
          <p14:tracePt t="15912" x="838200" y="5340350"/>
          <p14:tracePt t="15928" x="831850" y="5340350"/>
          <p14:tracePt t="15961" x="825500" y="5340350"/>
          <p14:tracePt t="16024" x="825500" y="5334000"/>
          <p14:tracePt t="16080" x="819150" y="5334000"/>
          <p14:tracePt t="16479" x="825500" y="5334000"/>
          <p14:tracePt t="16670" x="831850" y="5334000"/>
          <p14:tracePt t="16733" x="838200" y="5334000"/>
          <p14:tracePt t="16761" x="844550" y="5334000"/>
          <p14:tracePt t="16810" x="857250" y="5334000"/>
          <p14:tracePt t="16831" x="863600" y="5334000"/>
          <p14:tracePt t="16845" x="869950" y="5334000"/>
          <p14:tracePt t="16852" x="869950" y="5340350"/>
          <p14:tracePt t="16866" x="876300" y="5340350"/>
          <p14:tracePt t="16875" x="889000" y="5340350"/>
          <p14:tracePt t="16892" x="901700" y="5346700"/>
          <p14:tracePt t="16909" x="927100" y="5346700"/>
          <p14:tracePt t="16925" x="958850" y="5359400"/>
          <p14:tracePt t="16943" x="996950" y="5372100"/>
          <p14:tracePt t="16958" x="1022350" y="5372100"/>
          <p14:tracePt t="16975" x="1054100" y="5378450"/>
          <p14:tracePt t="16993" x="1079500" y="5384800"/>
          <p14:tracePt t="17009" x="1085850" y="5384800"/>
          <p14:tracePt t="17025" x="1098550" y="5384800"/>
          <p14:tracePt t="17042" x="1104900" y="5384800"/>
          <p14:tracePt t="17058" x="1111250" y="5384800"/>
          <p14:tracePt t="17091" x="1117600" y="5378450"/>
          <p14:tracePt t="17126" x="1123950" y="5372100"/>
          <p14:tracePt t="17132" x="1130300" y="5372100"/>
          <p14:tracePt t="17252" x="1136650" y="5365750"/>
          <p14:tracePt t="17371" x="1143000" y="5359400"/>
          <p14:tracePt t="17596" x="1155700" y="5359400"/>
          <p14:tracePt t="17602" x="1162050" y="5359400"/>
          <p14:tracePt t="17617" x="1174750" y="5359400"/>
          <p14:tracePt t="17625" x="1187450" y="5359400"/>
          <p14:tracePt t="17640" x="1206500" y="5359400"/>
          <p14:tracePt t="17656" x="1257300" y="5372100"/>
          <p14:tracePt t="17673" x="1320800" y="5372100"/>
          <p14:tracePt t="17689" x="1358900" y="5372100"/>
          <p14:tracePt t="17706" x="1390650" y="5372100"/>
          <p14:tracePt t="17723" x="1460500" y="5378450"/>
          <p14:tracePt t="17739" x="1479550" y="5378450"/>
          <p14:tracePt t="17757" x="1504950" y="5378450"/>
          <p14:tracePt t="17772" x="1511300" y="5378450"/>
          <p14:tracePt t="17789" x="1517650" y="5378450"/>
          <p14:tracePt t="17898" x="1524000" y="5372100"/>
          <p14:tracePt t="17968" x="1524000" y="5365750"/>
          <p14:tracePt t="18297" x="1536700" y="5365750"/>
          <p14:tracePt t="18305" x="1543050" y="5365750"/>
          <p14:tracePt t="18319" x="1555750" y="5365750"/>
          <p14:tracePt t="18326" x="1562100" y="5365750"/>
          <p14:tracePt t="18340" x="1587500" y="5365750"/>
          <p14:tracePt t="18354" x="1638300" y="5359400"/>
          <p14:tracePt t="18370" x="1676400" y="5359400"/>
          <p14:tracePt t="18387" x="1701800" y="5359400"/>
          <p14:tracePt t="18390" x="1739900" y="5353050"/>
          <p14:tracePt t="18403" x="1771650" y="5353050"/>
          <p14:tracePt t="18420" x="1822450" y="5353050"/>
          <p14:tracePt t="18437" x="1841500" y="5346700"/>
          <p14:tracePt t="18453" x="1866900" y="5340350"/>
          <p14:tracePt t="18470" x="1885950" y="5340350"/>
          <p14:tracePt t="18486" x="1892300" y="5340350"/>
          <p14:tracePt t="18503" x="1905000" y="5340350"/>
          <p14:tracePt t="18519" x="1917700" y="5340350"/>
          <p14:tracePt t="18537" x="1924050" y="5340350"/>
          <p14:tracePt t="18570" x="1930400" y="5340350"/>
          <p14:tracePt t="18589" x="1936750" y="5340350"/>
          <p14:tracePt t="18607" x="1943100" y="5340350"/>
          <p14:tracePt t="18635" x="1949450" y="5340350"/>
          <p14:tracePt t="18656" x="1955800" y="5340350"/>
          <p14:tracePt t="18698" x="1962150" y="5340350"/>
          <p14:tracePt t="18704" x="1962150" y="5334000"/>
          <p14:tracePt t="18740" x="1968500" y="5334000"/>
          <p14:tracePt t="19678" x="1981200" y="5334000"/>
          <p14:tracePt t="19692" x="2000250" y="5334000"/>
          <p14:tracePt t="19701" x="2025650" y="5334000"/>
          <p14:tracePt t="19715" x="2044700" y="5340350"/>
          <p14:tracePt t="19732" x="2063750" y="5340350"/>
          <p14:tracePt t="19749" x="2133600" y="5346700"/>
          <p14:tracePt t="19765" x="2165350" y="5346700"/>
          <p14:tracePt t="19784" x="2197100" y="5346700"/>
          <p14:tracePt t="19798" x="2216150" y="5346700"/>
          <p14:tracePt t="19815" x="2235200" y="5346700"/>
          <p14:tracePt t="19833" x="2260600" y="5346700"/>
          <p14:tracePt t="19865" x="2279650" y="5340350"/>
          <p14:tracePt t="19882" x="2292350" y="5340350"/>
          <p14:tracePt t="19898" x="2298700" y="5334000"/>
          <p14:tracePt t="19914" x="2305050" y="5334000"/>
          <p14:tracePt t="19931" x="2311400" y="5334000"/>
          <p14:tracePt t="19948" x="2317750" y="5334000"/>
          <p14:tracePt t="19965" x="2324100" y="5334000"/>
          <p14:tracePt t="19982" x="2330450" y="5334000"/>
          <p14:tracePt t="19998" x="2336800" y="5334000"/>
          <p14:tracePt t="20022" x="2343150" y="5334000"/>
          <p14:tracePt t="20030" x="2349500" y="5334000"/>
          <p14:tracePt t="20047" x="2355850" y="5334000"/>
          <p14:tracePt t="20064" x="2374900" y="5334000"/>
          <p14:tracePt t="20081" x="2381250" y="5334000"/>
          <p14:tracePt t="20098" x="2419350" y="5327650"/>
          <p14:tracePt t="20114" x="2457450" y="5327650"/>
          <p14:tracePt t="20131" x="2476500" y="5327650"/>
          <p14:tracePt t="20148" x="2514600" y="5321300"/>
          <p14:tracePt t="20164" x="2546350" y="5321300"/>
          <p14:tracePt t="20180" x="2559050" y="5314950"/>
          <p14:tracePt t="20198" x="2578100" y="5314950"/>
          <p14:tracePt t="20234" x="2584450" y="5314950"/>
          <p14:tracePt t="20275" x="2590800" y="5308600"/>
          <p14:tracePt t="20675" x="2597150" y="5308600"/>
          <p14:tracePt t="20681" x="2609850" y="5308600"/>
          <p14:tracePt t="20698" x="2628900" y="5308600"/>
          <p14:tracePt t="20712" x="2667000" y="5308600"/>
          <p14:tracePt t="20729" x="2781300" y="5321300"/>
          <p14:tracePt t="20746" x="2940050" y="5340350"/>
          <p14:tracePt t="20762" x="3028950" y="5340350"/>
          <p14:tracePt t="20779" x="3194050" y="5340350"/>
          <p14:tracePt t="20795" x="3321050" y="5340350"/>
          <p14:tracePt t="20812" x="3371850" y="5340350"/>
          <p14:tracePt t="20829" x="3441700" y="5340350"/>
          <p14:tracePt t="20846" x="3492500" y="5334000"/>
          <p14:tracePt t="20862" x="3505200" y="5334000"/>
          <p14:tracePt t="20878" x="3524250" y="5327650"/>
          <p14:tracePt t="20895" x="3530600" y="5321300"/>
          <p14:tracePt t="20928" x="3536950" y="5321300"/>
          <p14:tracePt t="20983" x="3536950" y="5314950"/>
          <p14:tracePt t="21032" x="3543300" y="5308600"/>
          <p14:tracePt t="21054" x="3549650" y="5308600"/>
          <p14:tracePt t="21075" x="3562350" y="5308600"/>
          <p14:tracePt t="21082" x="3568700" y="5308600"/>
          <p14:tracePt t="21097" x="3581400" y="5302250"/>
          <p14:tracePt t="21111" x="3600450" y="5302250"/>
          <p14:tracePt t="21127" x="3663950" y="5295900"/>
          <p14:tracePt t="21146" x="3784600" y="5289550"/>
          <p14:tracePt t="21160" x="3860800" y="5289550"/>
          <p14:tracePt t="21177" x="4038600" y="5264150"/>
          <p14:tracePt t="21194" x="4203700" y="5257800"/>
          <p14:tracePt t="21210" x="4286250" y="5245100"/>
          <p14:tracePt t="21227" x="4425950" y="5238750"/>
          <p14:tracePt t="21244" x="4533900" y="5226050"/>
          <p14:tracePt t="21260" x="4559300" y="5219700"/>
          <p14:tracePt t="21277" x="4591050" y="5213350"/>
          <p14:tracePt t="21293" x="4641850" y="5213350"/>
          <p14:tracePt t="21310" x="4648200" y="5213350"/>
          <p14:tracePt t="21327" x="4660900" y="5207000"/>
          <p14:tracePt t="21566" x="4673600" y="5200650"/>
          <p14:tracePt t="21573" x="4686300" y="5200650"/>
          <p14:tracePt t="21587" x="4692650" y="5200650"/>
          <p14:tracePt t="21595" x="4718050" y="5194300"/>
          <p14:tracePt t="21610" x="4737100" y="5194300"/>
          <p14:tracePt t="21625" x="4768850" y="5187950"/>
          <p14:tracePt t="21643" x="4806950" y="5187950"/>
          <p14:tracePt t="21659" x="4845050" y="5181600"/>
          <p14:tracePt t="21676" x="4851400" y="5181600"/>
          <p14:tracePt t="21692" x="4870450" y="5175250"/>
          <p14:tracePt t="21709" x="4876800" y="5175250"/>
          <p14:tracePt t="21777" x="4876800" y="5168900"/>
          <p14:tracePt t="21783" x="4870450" y="5168900"/>
          <p14:tracePt t="21826" x="4864100" y="5168900"/>
          <p14:tracePt t="21847" x="4857750" y="5168900"/>
          <p14:tracePt t="21875" x="4857750" y="5162550"/>
          <p14:tracePt t="22428" x="4902200" y="5162550"/>
          <p14:tracePt t="22442" x="4965700" y="5168900"/>
          <p14:tracePt t="22449" x="5041900" y="5168900"/>
          <p14:tracePt t="22458" x="5143500" y="5162550"/>
          <p14:tracePt t="22472" x="5270500" y="5162550"/>
          <p14:tracePt t="22490" x="5537200" y="5149850"/>
          <p14:tracePt t="22506" x="5651500" y="5143500"/>
          <p14:tracePt t="22522" x="5829300" y="5124450"/>
          <p14:tracePt t="22540" x="5937250" y="5105400"/>
          <p14:tracePt t="22556" x="5975350" y="5105400"/>
          <p14:tracePt t="22572" x="6007100" y="5099050"/>
          <p14:tracePt t="22589" x="6019800" y="5099050"/>
          <p14:tracePt t="22606" x="6026150" y="5099050"/>
          <p14:tracePt t="22639" x="6026150" y="5092700"/>
          <p14:tracePt t="22655" x="6019800" y="5086350"/>
          <p14:tracePt t="22673" x="6013450" y="5080000"/>
          <p14:tracePt t="22708" x="6013450" y="5067300"/>
          <p14:tracePt t="22722" x="6013450" y="5054600"/>
          <p14:tracePt t="24725" x="6000750" y="5054600"/>
          <p14:tracePt t="24732" x="5981700" y="5060950"/>
          <p14:tracePt t="24746" x="5962650" y="5060950"/>
          <p14:tracePt t="24753" x="5937250" y="5067300"/>
          <p14:tracePt t="24768" x="5918200" y="5067300"/>
          <p14:tracePt t="24782" x="5867400" y="5080000"/>
          <p14:tracePt t="24798" x="5848350" y="5086350"/>
          <p14:tracePt t="24815" x="5810250" y="5092700"/>
          <p14:tracePt t="24831" x="5753100" y="5111750"/>
          <p14:tracePt t="24848" x="5676900" y="5130800"/>
          <p14:tracePt t="24865" x="5632450" y="5149850"/>
          <p14:tracePt t="24881" x="5524500" y="5175250"/>
          <p14:tracePt t="24898" x="5416550" y="5232400"/>
          <p14:tracePt t="24915" x="5289550" y="5308600"/>
          <p14:tracePt t="24931" x="5219700" y="5353050"/>
          <p14:tracePt t="24947" x="5105400" y="5410200"/>
          <p14:tracePt t="24964" x="4978400" y="5473700"/>
          <p14:tracePt t="24981" x="4914900" y="5505450"/>
          <p14:tracePt t="24997" x="4762500" y="5581650"/>
          <p14:tracePt t="25014" x="4616450" y="5632450"/>
          <p14:tracePt t="25030" x="4533900" y="5664200"/>
          <p14:tracePt t="25047" x="4457700" y="5695950"/>
          <p14:tracePt t="25063" x="4248150" y="5734050"/>
          <p14:tracePt t="25080" x="4178300" y="5740400"/>
          <p14:tracePt t="25098" x="4064000" y="5746750"/>
          <p14:tracePt t="25113" x="3994150" y="5759450"/>
          <p14:tracePt t="25130" x="3867150" y="5753100"/>
          <p14:tracePt t="25147" x="3752850" y="5753100"/>
          <p14:tracePt t="25163" x="3689350" y="5746750"/>
          <p14:tracePt t="25180" x="3479800" y="5727700"/>
          <p14:tracePt t="25196" x="3276600" y="5695950"/>
          <p14:tracePt t="25213" x="3175000" y="5683250"/>
          <p14:tracePt t="25230" x="3003550" y="5657850"/>
          <p14:tracePt t="25246" x="2851150" y="5626100"/>
          <p14:tracePt t="25263" x="2755900" y="5613400"/>
          <p14:tracePt t="25280" x="2603500" y="5594350"/>
          <p14:tracePt t="25296" x="2495550" y="5581650"/>
          <p14:tracePt t="25312" x="2438400" y="5562600"/>
          <p14:tracePt t="25329" x="2362200" y="5549900"/>
          <p14:tracePt t="25346" x="2305050" y="5543550"/>
          <p14:tracePt t="25363" x="2286000" y="5537200"/>
          <p14:tracePt t="25379" x="2247900" y="5473700"/>
          <p14:tracePt t="25750" x="2178050" y="5473700"/>
          <p14:tracePt t="25757" x="2114550" y="5473700"/>
          <p14:tracePt t="25764" x="2038350" y="5467350"/>
          <p14:tracePt t="25781" x="1962150" y="5467350"/>
          <p14:tracePt t="25794" x="1873250" y="5454650"/>
          <p14:tracePt t="25812" x="1708150" y="5448300"/>
          <p14:tracePt t="25828" x="1543050" y="5448300"/>
          <p14:tracePt t="25844" x="1479550" y="5448300"/>
          <p14:tracePt t="25861" x="1409700" y="5448300"/>
          <p14:tracePt t="25877" x="1358900" y="5448300"/>
          <p14:tracePt t="25895" x="1320800" y="5448300"/>
          <p14:tracePt t="25911" x="1250950" y="5448300"/>
          <p14:tracePt t="25927" x="1174750" y="5448300"/>
          <p14:tracePt t="25944" x="1136650" y="5448300"/>
          <p14:tracePt t="25961" x="1054100" y="5454650"/>
          <p14:tracePt t="25977" x="984250" y="5461000"/>
          <p14:tracePt t="25994" x="965200" y="5461000"/>
          <p14:tracePt t="26011" x="933450" y="5461000"/>
          <p14:tracePt t="26027" x="927100" y="5461000"/>
          <p14:tracePt t="26044" x="914400" y="5461000"/>
          <p14:tracePt t="26060" x="914400" y="5467350"/>
          <p14:tracePt t="26170" x="914400" y="5473700"/>
          <p14:tracePt t="26297" x="914400" y="5480050"/>
          <p14:tracePt t="26318" x="920750" y="5480050"/>
          <p14:tracePt t="26326" x="927100" y="5486400"/>
          <p14:tracePt t="26339" x="933450" y="5486400"/>
          <p14:tracePt t="26347" x="939800" y="5492750"/>
          <p14:tracePt t="26362" x="946150" y="5492750"/>
          <p14:tracePt t="26376" x="965200" y="5499100"/>
          <p14:tracePt t="26393" x="1003300" y="5511800"/>
          <p14:tracePt t="26410" x="1066800" y="5524500"/>
          <p14:tracePt t="26426" x="1092200" y="5524500"/>
          <p14:tracePt t="26442" x="1149350" y="5543550"/>
          <p14:tracePt t="26459" x="1200150" y="5556250"/>
          <p14:tracePt t="26475" x="1212850" y="5556250"/>
          <p14:tracePt t="26492" x="1238250" y="5562600"/>
          <p14:tracePt t="26509" x="1250950" y="5562600"/>
          <p14:tracePt t="26543" x="1257300" y="5562600"/>
          <p14:tracePt t="26572" x="1263650" y="5562600"/>
          <p14:tracePt t="26641" x="1270000" y="5562600"/>
          <p14:tracePt t="26740" x="1276350" y="5562600"/>
          <p14:tracePt t="26747" x="1282700" y="5562600"/>
          <p14:tracePt t="26761" x="1289050" y="5562600"/>
          <p14:tracePt t="26775" x="1295400" y="5562600"/>
          <p14:tracePt t="26791" x="1320800" y="5562600"/>
          <p14:tracePt t="26808" x="1339850" y="5562600"/>
          <p14:tracePt t="26825" x="1397000" y="5562600"/>
          <p14:tracePt t="26841" x="1485900" y="5562600"/>
          <p14:tracePt t="26860" x="1600200" y="5562600"/>
          <p14:tracePt t="26874" x="1644650" y="5562600"/>
          <p14:tracePt t="26890" x="1720850" y="5562600"/>
          <p14:tracePt t="26908" x="1778000" y="5562600"/>
          <p14:tracePt t="26924" x="1803400" y="5562600"/>
          <p14:tracePt t="26941" x="1816100" y="5562600"/>
          <p14:tracePt t="26944" x="1828800" y="5556250"/>
          <p14:tracePt t="26960" x="1835150" y="5556250"/>
          <p14:tracePt t="26973" x="1841500" y="5556250"/>
          <p14:tracePt t="27063" x="1835150" y="5556250"/>
          <p14:tracePt t="27098" x="1828800" y="5556250"/>
          <p14:tracePt t="27112" x="1822450" y="5556250"/>
          <p14:tracePt t="27119" x="1809750" y="5556250"/>
          <p14:tracePt t="27133" x="1797050" y="5556250"/>
          <p14:tracePt t="27142" x="1771650" y="5556250"/>
          <p14:tracePt t="27156" x="1739900" y="5556250"/>
          <p14:tracePt t="27173" x="1638300" y="5537200"/>
          <p14:tracePt t="27190" x="1498600" y="5530850"/>
          <p14:tracePt t="27206" x="1416050" y="5518150"/>
          <p14:tracePt t="27223" x="1352550" y="5518150"/>
          <p14:tracePt t="27239" x="1174750" y="5511800"/>
          <p14:tracePt t="27256" x="1143000" y="5511800"/>
          <p14:tracePt t="27273" x="1092200" y="5511800"/>
          <p14:tracePt t="27289" x="1085850" y="5511800"/>
          <p14:tracePt t="27306" x="1073150" y="5505450"/>
          <p14:tracePt t="27323" x="1066800" y="5505450"/>
          <p14:tracePt t="27379" x="1073150" y="5505450"/>
          <p14:tracePt t="27392" x="1079500" y="5505450"/>
          <p14:tracePt t="27414" x="1092200" y="5505450"/>
          <p14:tracePt t="27420" x="1111250" y="5505450"/>
          <p14:tracePt t="27435" x="1136650" y="5505450"/>
          <p14:tracePt t="27441" x="1162050" y="5505450"/>
          <p14:tracePt t="27456" x="1193800" y="5511800"/>
          <p14:tracePt t="27472" x="1295400" y="5518150"/>
          <p14:tracePt t="27489" x="1365250" y="5530850"/>
          <p14:tracePt t="27505" x="1517650" y="5537200"/>
          <p14:tracePt t="27522" x="1670050" y="5537200"/>
          <p14:tracePt t="27538" x="1733550" y="5537200"/>
          <p14:tracePt t="27555" x="1828800" y="5537200"/>
          <p14:tracePt t="27572" x="1866900" y="5537200"/>
          <p14:tracePt t="27589" x="1917700" y="5543550"/>
          <p14:tracePt t="27605" x="1930400" y="5543550"/>
          <p14:tracePt t="27621" x="1936750" y="5543550"/>
          <p14:tracePt t="27638" x="1949450" y="5543550"/>
          <p14:tracePt t="27821" x="1943100" y="5543550"/>
          <p14:tracePt t="27842" x="1936750" y="5543550"/>
          <p14:tracePt t="27863" x="1930400" y="5543550"/>
          <p14:tracePt t="27870" x="1924050" y="5543550"/>
          <p14:tracePt t="27884" x="1917700" y="5543550"/>
          <p14:tracePt t="27905" x="1898650" y="5543550"/>
          <p14:tracePt t="27911" x="1866900" y="5543550"/>
          <p14:tracePt t="27925" x="1828800" y="5543550"/>
          <p14:tracePt t="27937" x="1778000" y="5543550"/>
          <p14:tracePt t="27955" x="1638300" y="5543550"/>
          <p14:tracePt t="27970" x="1562100" y="5543550"/>
          <p14:tracePt t="27987" x="1409700" y="5549900"/>
          <p14:tracePt t="28004" x="1282700" y="5549900"/>
          <p14:tracePt t="28020" x="1225550" y="5549900"/>
          <p14:tracePt t="28037" x="1181100" y="5556250"/>
          <p14:tracePt t="28053" x="1143000" y="5556250"/>
          <p14:tracePt t="28087" x="1130300" y="5556250"/>
          <p14:tracePt t="28193" x="1130300" y="5562600"/>
          <p14:tracePt t="28256" x="1123950" y="5568950"/>
          <p14:tracePt t="28277" x="1117600" y="5575300"/>
          <p14:tracePt t="28284" x="1111250" y="5581650"/>
          <p14:tracePt t="28291" x="1104900" y="5588000"/>
          <p14:tracePt t="28312" x="1098550" y="5600700"/>
          <p14:tracePt t="28326" x="1092200" y="5613400"/>
          <p14:tracePt t="28335" x="1079500" y="5626100"/>
          <p14:tracePt t="28356" x="1054100" y="5664200"/>
          <p14:tracePt t="28368" x="1035050" y="5683250"/>
          <p14:tracePt t="28386" x="996950" y="5727700"/>
          <p14:tracePt t="28404" x="958850" y="5765800"/>
          <p14:tracePt t="28418" x="946150" y="5772150"/>
          <p14:tracePt t="28435" x="927100" y="5797550"/>
          <p14:tracePt t="28452" x="920750" y="5803900"/>
          <p14:tracePt t="28455" x="908050" y="5810250"/>
          <p14:tracePt t="28473" x="901700" y="5816600"/>
          <p14:tracePt t="28494" x="901700" y="5822950"/>
          <p14:tracePt t="28705" x="895350" y="5822950"/>
          <p14:tracePt t="28936" x="901700" y="5822950"/>
          <p14:tracePt t="29477" x="939800" y="5822950"/>
          <p14:tracePt t="29484" x="1003300" y="5822950"/>
          <p14:tracePt t="29501" x="1066800" y="5835650"/>
          <p14:tracePt t="29515" x="1143000" y="5842000"/>
          <p14:tracePt t="29532" x="1346200" y="5842000"/>
          <p14:tracePt t="29548" x="1574800" y="5842000"/>
          <p14:tracePt t="29565" x="1676400" y="5842000"/>
          <p14:tracePt t="29582" x="1854200" y="5842000"/>
          <p14:tracePt t="29598" x="1993900" y="5842000"/>
          <p14:tracePt t="29615" x="2051050" y="5842000"/>
          <p14:tracePt t="29631" x="2120900" y="5842000"/>
          <p14:tracePt t="29648" x="2152650" y="5829300"/>
          <p14:tracePt t="29664" x="2165350" y="5822950"/>
          <p14:tracePt t="29681" x="2171700" y="5822950"/>
          <p14:tracePt t="29717" x="2171700" y="5816600"/>
          <p14:tracePt t="29736" x="2165350" y="5816600"/>
          <p14:tracePt t="29786" x="2165350" y="5803900"/>
          <p14:tracePt t="30712" x="2146300" y="5803900"/>
          <p14:tracePt t="30719" x="2133600" y="5803900"/>
          <p14:tracePt t="30733" x="2114550" y="5810250"/>
          <p14:tracePt t="30744" x="2082800" y="5816600"/>
          <p14:tracePt t="30761" x="2019300" y="5848350"/>
          <p14:tracePt t="30777" x="2006600" y="5861050"/>
          <p14:tracePt t="30794" x="1955800" y="5892800"/>
          <p14:tracePt t="30811" x="1911350" y="5911850"/>
          <p14:tracePt t="30827" x="1892300" y="5930900"/>
          <p14:tracePt t="30844" x="1828800" y="5949950"/>
          <p14:tracePt t="30860" x="1758950" y="5988050"/>
          <p14:tracePt t="30877" x="1714500" y="6013450"/>
          <p14:tracePt t="30894" x="1638300" y="6038850"/>
          <p14:tracePt t="30910" x="1549400" y="6076950"/>
          <p14:tracePt t="30926" x="1524000" y="6096000"/>
          <p14:tracePt t="30944" x="1466850" y="6140450"/>
          <p14:tracePt t="30960" x="1409700" y="6178550"/>
          <p14:tracePt t="30977" x="1390650" y="6197600"/>
          <p14:tracePt t="30993" x="1339850" y="6223000"/>
          <p14:tracePt t="31010" x="1327150" y="6229350"/>
          <p14:tracePt t="31027" x="1301750" y="6248400"/>
          <p14:tracePt t="31043" x="1282700" y="6261100"/>
          <p14:tracePt t="31060" x="1270000" y="6261100"/>
          <p14:tracePt t="31077" x="1257300" y="6267450"/>
          <p14:tracePt t="31093" x="1244600" y="6267450"/>
          <p14:tracePt t="31109" x="1244600" y="6273800"/>
          <p14:tracePt t="31126" x="1231900" y="6280150"/>
          <p14:tracePt t="31143" x="1219200" y="6280150"/>
          <p14:tracePt t="31176" x="1212850" y="6280150"/>
          <p14:tracePt t="31192" x="1206500" y="6280150"/>
          <p14:tracePt t="31224" x="1200150" y="6280150"/>
          <p14:tracePt t="31239" x="1193800" y="6280150"/>
          <p14:tracePt t="31885" x="1200150" y="6280150"/>
          <p14:tracePt t="31913" x="1200150" y="6273800"/>
          <p14:tracePt t="31920" x="1206500" y="6267450"/>
          <p14:tracePt t="31935" x="1212850" y="6261100"/>
          <p14:tracePt t="31943" x="1219200" y="6261100"/>
          <p14:tracePt t="31957" x="1225550" y="6261100"/>
          <p14:tracePt t="31973" x="1231900" y="6254750"/>
          <p14:tracePt t="31990" x="1238250" y="6242050"/>
          <p14:tracePt t="32023" x="1238250" y="6235700"/>
          <p14:tracePt t="32040" x="1244600" y="6229350"/>
          <p14:tracePt t="32056" x="1250950" y="6229350"/>
          <p14:tracePt t="32073" x="1257300" y="6229350"/>
          <p14:tracePt t="32096" x="1263650" y="6223000"/>
          <p14:tracePt t="32117" x="1270000" y="6223000"/>
          <p14:tracePt t="32145" x="1276350" y="6223000"/>
          <p14:tracePt t="32173" x="1276350" y="6216650"/>
          <p14:tracePt t="32201" x="1282700" y="6216650"/>
          <p14:tracePt t="32236" x="1289050" y="6216650"/>
          <p14:tracePt t="32356" x="1295400" y="6216650"/>
          <p14:tracePt t="32433" x="1301750" y="6216650"/>
          <p14:tracePt t="32517" x="1308100" y="6216650"/>
          <p14:tracePt t="32594" x="1314450" y="6216650"/>
          <p14:tracePt t="32763" x="1320800" y="6216650"/>
          <p14:tracePt t="34158" x="1333500" y="6216650"/>
          <p14:tracePt t="34167" x="1339850" y="6216650"/>
          <p14:tracePt t="34180" x="1352550" y="6216650"/>
          <p14:tracePt t="34187" x="1365250" y="6216650"/>
          <p14:tracePt t="34202" x="1384300" y="6216650"/>
          <p14:tracePt t="34216" x="1397000" y="6210300"/>
          <p14:tracePt t="34232" x="1441450" y="6191250"/>
          <p14:tracePt t="34249" x="1454150" y="6184900"/>
          <p14:tracePt t="34265" x="1466850" y="6165850"/>
          <p14:tracePt t="34282" x="1473200" y="6146800"/>
          <p14:tracePt t="34299" x="1479550" y="6146800"/>
          <p14:tracePt t="34315" x="1473200" y="6134100"/>
          <p14:tracePt t="34332" x="1466850" y="6108700"/>
          <p14:tracePt t="34349" x="1428750" y="6089650"/>
          <p14:tracePt t="34365" x="1397000" y="6070600"/>
          <p14:tracePt t="34381" x="1339850" y="6051550"/>
          <p14:tracePt t="34398" x="1257300" y="6032500"/>
          <p14:tracePt t="34415" x="1219200" y="6032500"/>
          <p14:tracePt t="34432" x="1174750" y="6026150"/>
          <p14:tracePt t="34448" x="1085850" y="6032500"/>
          <p14:tracePt t="34464" x="1066800" y="6038850"/>
          <p14:tracePt t="34482" x="1035050" y="6051550"/>
          <p14:tracePt t="34498" x="1035050" y="6057900"/>
          <p14:tracePt t="34514" x="1022350" y="6064250"/>
          <p14:tracePt t="34518" x="1022350" y="6070600"/>
          <p14:tracePt t="34539" x="1016000" y="6076950"/>
          <p14:tracePt t="34580" x="1028700" y="6076950"/>
          <p14:tracePt t="34587" x="1041400" y="6083300"/>
          <p14:tracePt t="34601" x="1047750" y="6089650"/>
          <p14:tracePt t="34613" x="1060450" y="6096000"/>
          <p14:tracePt t="34631" x="1117600" y="6121400"/>
          <p14:tracePt t="34648" x="1174750" y="6140450"/>
          <p14:tracePt t="34665" x="1308100" y="6178550"/>
          <p14:tracePt t="34681" x="1447800" y="6197600"/>
          <p14:tracePt t="34697" x="1517650" y="6203950"/>
          <p14:tracePt t="34714" x="1644650" y="6216650"/>
          <p14:tracePt t="34730" x="1727200" y="6216650"/>
          <p14:tracePt t="34747" x="1746250" y="6216650"/>
          <p14:tracePt t="34764" x="1765300" y="6203950"/>
          <p14:tracePt t="34780" x="1765300" y="6197600"/>
          <p14:tracePt t="34797" x="1771650" y="6191250"/>
          <p14:tracePt t="34830" x="1771650" y="6184900"/>
          <p14:tracePt t="34854" x="1765300" y="6184900"/>
          <p14:tracePt t="34868" x="1758950" y="6184900"/>
          <p14:tracePt t="34939" x="1752600" y="6191250"/>
          <p14:tracePt t="34974" x="1746250" y="6197600"/>
          <p14:tracePt t="34995" x="1746250" y="6203950"/>
          <p14:tracePt t="35415" x="1765300" y="6178550"/>
          <p14:tracePt t="35422" x="1816100" y="6121400"/>
          <p14:tracePt t="35436" x="1873250" y="6064250"/>
          <p14:tracePt t="35444" x="1924050" y="6007100"/>
          <p14:tracePt t="35461" x="1981200" y="5924550"/>
          <p14:tracePt t="35478" x="2133600" y="5740400"/>
          <p14:tracePt t="35494" x="2317750" y="5537200"/>
          <p14:tracePt t="35511" x="2406650" y="5422900"/>
          <p14:tracePt t="35514" x="2489200" y="5327650"/>
          <p14:tracePt t="35528" x="2565400" y="5232400"/>
          <p14:tracePt t="35544" x="2705100" y="5022850"/>
          <p14:tracePt t="35561" x="2768600" y="4914900"/>
          <p14:tracePt t="35577" x="2927350" y="4660900"/>
          <p14:tracePt t="35594" x="3079750" y="4413250"/>
          <p14:tracePt t="35612" x="3219450" y="4184650"/>
          <p14:tracePt t="35627" x="3276600" y="4076700"/>
          <p14:tracePt t="35644" x="3327400" y="3994150"/>
          <p14:tracePt t="35661" x="3409950" y="3803650"/>
          <p14:tracePt t="35677" x="3429000" y="3759200"/>
          <p14:tracePt t="35694" x="3448050" y="3708400"/>
          <p14:tracePt t="35711" x="3486150" y="3606800"/>
          <p14:tracePt t="35726" x="3511550" y="3524250"/>
          <p14:tracePt t="35744" x="3511550" y="3498850"/>
          <p14:tracePt t="35760" x="3517900" y="3448050"/>
          <p14:tracePt t="35777" x="3524250" y="3416300"/>
          <p14:tracePt t="35794" x="3530600" y="3378200"/>
          <p14:tracePt t="35810" x="3530600" y="3365500"/>
          <p14:tracePt t="35846" x="3524250" y="3365500"/>
          <p14:tracePt t="35864" x="3517900" y="3371850"/>
          <p14:tracePt t="35876" x="3511550" y="3384550"/>
          <p14:tracePt t="35893" x="3498850" y="3384550"/>
          <p14:tracePt t="36255" x="3498850" y="3340100"/>
          <p14:tracePt t="36262" x="3498850" y="3263900"/>
          <p14:tracePt t="36278" x="3498850" y="3206750"/>
          <p14:tracePt t="36291" x="3498850" y="3143250"/>
          <p14:tracePt t="36308" x="3498850" y="3016250"/>
          <p14:tracePt t="36325" x="3473450" y="2921000"/>
          <p14:tracePt t="36342" x="3454400" y="2876550"/>
          <p14:tracePt t="36358" x="3422650" y="2800350"/>
          <p14:tracePt t="36375" x="3397250" y="2730500"/>
          <p14:tracePt t="36391" x="3390900" y="2698750"/>
          <p14:tracePt t="36408" x="3371850" y="2628900"/>
          <p14:tracePt t="36425" x="3365500" y="2571750"/>
          <p14:tracePt t="36441" x="3359150" y="2546350"/>
          <p14:tracePt t="36459" x="3359150" y="2514600"/>
          <p14:tracePt t="36475" x="3359150" y="2495550"/>
          <p14:tracePt t="36508" x="3352800" y="2482850"/>
          <p14:tracePt t="36524" x="3352800" y="2476500"/>
          <p14:tracePt t="36558" x="3352800" y="2470150"/>
          <p14:tracePt t="36612" x="3346450" y="2470150"/>
          <p14:tracePt t="36655" x="3346450" y="2463800"/>
          <p14:tracePt t="36740" x="3346450" y="2457450"/>
          <p14:tracePt t="36810" x="3346450" y="2451100"/>
          <p14:tracePt t="37020" x="3352800" y="2451100"/>
          <p14:tracePt t="37049" x="3352800" y="2457450"/>
          <p14:tracePt t="37090" x="3352800" y="2463800"/>
          <p14:tracePt t="37126" x="3359150" y="2470150"/>
          <p14:tracePt t="37168" x="3359150" y="2476500"/>
          <p14:tracePt t="37210" x="3359150" y="2482850"/>
          <p14:tracePt t="37287" x="3359150" y="2489200"/>
          <p14:tracePt t="37315" x="3359150" y="2495550"/>
          <p14:tracePt t="37357" x="3365500" y="2501900"/>
          <p14:tracePt t="37399" x="3371850" y="2501900"/>
          <p14:tracePt t="37427" x="3378200" y="2508250"/>
          <p14:tracePt t="37441" x="3378200" y="2514600"/>
          <p14:tracePt t="37449" x="3384550" y="2520950"/>
          <p14:tracePt t="37457" x="3390900" y="2520950"/>
          <p14:tracePt t="37476" x="3397250" y="2527300"/>
          <p14:tracePt t="37490" x="3403600" y="2546350"/>
          <p14:tracePt t="37504" x="3416300" y="2559050"/>
          <p14:tracePt t="37520" x="3441700" y="2590800"/>
          <p14:tracePt t="37537" x="3454400" y="2603500"/>
          <p14:tracePt t="37554" x="3479800" y="2647950"/>
          <p14:tracePt t="37570" x="3511550" y="2686050"/>
          <p14:tracePt t="37587" x="3530600" y="2705100"/>
          <p14:tracePt t="37604" x="3556000" y="2730500"/>
          <p14:tracePt t="37620" x="3581400" y="2755900"/>
          <p14:tracePt t="37638" x="3587750" y="2768600"/>
          <p14:tracePt t="37653" x="3606800" y="2781300"/>
          <p14:tracePt t="37670" x="3619500" y="2781300"/>
          <p14:tracePt t="37687" x="3632200" y="2781300"/>
          <p14:tracePt t="37720" x="3638550" y="2781300"/>
          <p14:tracePt t="37736" x="3651250" y="2781300"/>
          <p14:tracePt t="37753" x="3657600" y="2781300"/>
          <p14:tracePt t="37770" x="3670300" y="2781300"/>
          <p14:tracePt t="37787" x="3676650" y="2781300"/>
          <p14:tracePt t="37803" x="3683000" y="2781300"/>
          <p14:tracePt t="37820" x="3695700" y="2781300"/>
          <p14:tracePt t="37836" x="3708400" y="2781300"/>
          <p14:tracePt t="37852" x="3714750" y="2781300"/>
          <p14:tracePt t="37870" x="3733800" y="2787650"/>
          <p14:tracePt t="37903" x="3740150" y="2787650"/>
          <p14:tracePt t="37921" x="3746500" y="2787650"/>
          <p14:tracePt t="37968" x="3752850" y="2787650"/>
          <p14:tracePt t="37989" x="3759200" y="2787650"/>
          <p14:tracePt t="38010" x="3765550" y="2787650"/>
          <p14:tracePt t="38017" x="3765550" y="2794000"/>
          <p14:tracePt t="38038" x="3771900" y="2794000"/>
          <p14:tracePt t="38059" x="3778250" y="2794000"/>
          <p14:tracePt t="38080" x="3784600" y="2794000"/>
          <p14:tracePt t="38129" x="3790950" y="2794000"/>
          <p14:tracePt t="38151" x="3790950" y="2800350"/>
          <p14:tracePt t="38157" x="3797300" y="2800350"/>
          <p14:tracePt t="38179" x="3803650" y="2800350"/>
          <p14:tracePt t="38213" x="3810000" y="2800350"/>
          <p14:tracePt t="38290" x="3810000" y="2806700"/>
          <p14:tracePt t="38396" x="3803650" y="2806700"/>
          <p14:tracePt t="38431" x="3803650" y="2800350"/>
          <p14:tracePt t="38916" x="3797300" y="2800350"/>
          <p14:tracePt t="38922" x="3790950" y="2800350"/>
          <p14:tracePt t="38944" x="3784600" y="2800350"/>
          <p14:tracePt t="38952" x="3771900" y="2806700"/>
          <p14:tracePt t="38972" x="3765550" y="2806700"/>
          <p14:tracePt t="38993" x="3759200" y="2806700"/>
          <p14:tracePt t="39021" x="3752850" y="2806700"/>
          <p14:tracePt t="39091" x="3752850" y="2813050"/>
          <p14:tracePt t="39161" x="3746500" y="2819400"/>
          <p14:tracePt t="39407" x="3740150" y="2819400"/>
          <p14:tracePt t="39415" x="3733800" y="2819400"/>
          <p14:tracePt t="39421" x="3721100" y="2825750"/>
          <p14:tracePt t="39435" x="3714750" y="2825750"/>
          <p14:tracePt t="39448" x="3708400" y="2825750"/>
          <p14:tracePt t="39464" x="3702050" y="2825750"/>
          <p14:tracePt t="39480" x="3695700" y="2832100"/>
          <p14:tracePt t="39498" x="3683000" y="2832100"/>
          <p14:tracePt t="39530" x="3676650" y="2832100"/>
          <p14:tracePt t="39561" x="3670300" y="2838450"/>
          <p14:tracePt t="39582" x="3663950" y="2838450"/>
          <p14:tracePt t="39674" x="3657600" y="2838450"/>
          <p14:tracePt t="39688" x="3651250" y="2838450"/>
          <p14:tracePt t="39694" x="3644900" y="2838450"/>
          <p14:tracePt t="39702" x="3638550" y="2838450"/>
          <p14:tracePt t="39723" x="3632200" y="2832100"/>
          <p14:tracePt t="40259" x="3625850" y="2838450"/>
          <p14:tracePt t="40266" x="3625850" y="2844800"/>
          <p14:tracePt t="40277" x="3619500" y="2851150"/>
          <p14:tracePt t="40295" x="3600450" y="2870200"/>
          <p14:tracePt t="40312" x="3587750" y="2876550"/>
          <p14:tracePt t="40328" x="3575050" y="2882900"/>
          <p14:tracePt t="40345" x="3536950" y="2895600"/>
          <p14:tracePt t="40361" x="3517900" y="2908300"/>
          <p14:tracePt t="40379" x="3460750" y="2908300"/>
          <p14:tracePt t="40394" x="3429000" y="2908300"/>
          <p14:tracePt t="40411" x="3352800" y="2901950"/>
          <p14:tracePt t="40428" x="3257550" y="2870200"/>
          <p14:tracePt t="40444" x="3200400" y="2851150"/>
          <p14:tracePt t="40461" x="3092450" y="2800350"/>
          <p14:tracePt t="40478" x="3003550" y="2755900"/>
          <p14:tracePt t="40494" x="2959100" y="2743200"/>
          <p14:tracePt t="40511" x="2895600" y="2711450"/>
          <p14:tracePt t="40527" x="2844800" y="2686050"/>
          <p14:tracePt t="40543" x="2813050" y="2673350"/>
          <p14:tracePt t="40561" x="2749550" y="2641600"/>
          <p14:tracePt t="40577" x="2673350" y="2597150"/>
          <p14:tracePt t="40593" x="2654300" y="2578100"/>
          <p14:tracePt t="40610" x="2584450" y="2533650"/>
          <p14:tracePt t="40626" x="2540000" y="2482850"/>
          <p14:tracePt t="40643" x="2527300" y="2451100"/>
          <p14:tracePt t="40660" x="2489200" y="2406650"/>
          <p14:tracePt t="40676" x="2476500" y="2393950"/>
          <p14:tracePt t="40694" x="2438400" y="2362200"/>
          <p14:tracePt t="40710" x="2438400" y="2355850"/>
          <p14:tracePt t="40726" x="2438400" y="2349500"/>
          <p14:tracePt t="40743" x="2432050" y="2349500"/>
          <p14:tracePt t="40759" x="2432050" y="2343150"/>
          <p14:tracePt t="40800" x="2425700" y="2336800"/>
          <p14:tracePt t="40849" x="2413000" y="2336800"/>
          <p14:tracePt t="40856" x="2406650" y="2324100"/>
          <p14:tracePt t="40870" x="2393950" y="2317750"/>
          <p14:tracePt t="40879" x="2387600" y="2317750"/>
          <p14:tracePt t="40893" x="2374900" y="2305050"/>
          <p14:tracePt t="40909" x="2324100" y="2273300"/>
          <p14:tracePt t="40926" x="2273300" y="2235200"/>
          <p14:tracePt t="40942" x="2228850" y="2209800"/>
          <p14:tracePt t="40959" x="2209800" y="2190750"/>
          <p14:tracePt t="40976" x="2133600" y="2139950"/>
          <p14:tracePt t="40992" x="2108200" y="2127250"/>
          <p14:tracePt t="41009" x="2089150" y="2108200"/>
          <p14:tracePt t="41025" x="2070100" y="2095500"/>
          <p14:tracePt t="41042" x="2057400" y="2089150"/>
          <p14:tracePt t="41059" x="2051050" y="2089150"/>
          <p14:tracePt t="41158" x="2051050" y="2095500"/>
          <p14:tracePt t="41221" x="2051050" y="2101850"/>
          <p14:tracePt t="41326" x="2044700" y="2101850"/>
          <p14:tracePt t="41368" x="2044700" y="2095500"/>
          <p14:tracePt t="41382" x="2038350" y="2089150"/>
          <p14:tracePt t="41396" x="2032000" y="2076450"/>
          <p14:tracePt t="41410" x="2025650" y="2063750"/>
          <p14:tracePt t="41417" x="2012950" y="2038350"/>
          <p14:tracePt t="41431" x="2000250" y="2000250"/>
          <p14:tracePt t="41440" x="1987550" y="1949450"/>
          <p14:tracePt t="41456" x="1968500" y="1905000"/>
          <p14:tracePt t="41474" x="1930400" y="1771650"/>
          <p14:tracePt t="41490" x="1898650" y="1651000"/>
          <p14:tracePt t="41507" x="1885950" y="1606550"/>
          <p14:tracePt t="41523" x="1866900" y="1543050"/>
          <p14:tracePt t="41540" x="1860550" y="1511300"/>
          <p14:tracePt t="41557" x="1860550" y="1504950"/>
          <p14:tracePt t="41573" x="1860550" y="1498600"/>
          <p14:tracePt t="41608" x="1866900" y="1498600"/>
          <p14:tracePt t="41628" x="1873250" y="1498600"/>
          <p14:tracePt t="41649" x="1873250" y="1504950"/>
          <p14:tracePt t="41670" x="1879600" y="1511300"/>
          <p14:tracePt t="41676" x="1885950" y="1517650"/>
          <p14:tracePt t="41698" x="1892300" y="1524000"/>
          <p14:tracePt t="41712" x="1898650" y="1530350"/>
          <p14:tracePt t="41723" x="1911350" y="1530350"/>
          <p14:tracePt t="41741" x="1955800" y="1555750"/>
          <p14:tracePt t="41756" x="1993900" y="1568450"/>
          <p14:tracePt t="41772" x="2076450" y="1593850"/>
          <p14:tracePt t="41790" x="2184400" y="1612900"/>
          <p14:tracePt t="41806" x="2247900" y="1612900"/>
          <p14:tracePt t="41822" x="2368550" y="1619250"/>
          <p14:tracePt t="41839" x="2470150" y="1619250"/>
          <p14:tracePt t="41856" x="2520950" y="1619250"/>
          <p14:tracePt t="41872" x="2578100" y="1619250"/>
          <p14:tracePt t="41889" x="2724150" y="1593850"/>
          <p14:tracePt t="41906" x="2762250" y="1587500"/>
          <p14:tracePt t="41923" x="2851150" y="1562100"/>
          <p14:tracePt t="41939" x="2876550" y="1549400"/>
          <p14:tracePt t="41955" x="2927350" y="1536700"/>
          <p14:tracePt t="41972" x="2959100" y="1536700"/>
          <p14:tracePt t="41988" x="2965450" y="1536700"/>
          <p14:tracePt t="42005" x="2984500" y="1536700"/>
          <p14:tracePt t="42022" x="2990850" y="1536700"/>
          <p14:tracePt t="42038" x="2997200" y="1536700"/>
          <p14:tracePt t="42055" x="3003550" y="1543050"/>
          <p14:tracePt t="42071" x="3003550" y="1549400"/>
          <p14:tracePt t="42088" x="3009900" y="1555750"/>
          <p14:tracePt t="42105" x="3022600" y="1562100"/>
          <p14:tracePt t="42121" x="3035300" y="1568450"/>
          <p14:tracePt t="42138" x="3041650" y="1574800"/>
          <p14:tracePt t="42155" x="3054350" y="1587500"/>
          <p14:tracePt t="42171" x="3092450" y="1606550"/>
          <p14:tracePt t="42188" x="3117850" y="1619250"/>
          <p14:tracePt t="42205" x="3206750" y="1657350"/>
          <p14:tracePt t="42221" x="3276600" y="1682750"/>
          <p14:tracePt t="42238" x="3511550" y="1727200"/>
          <p14:tracePt t="42254" x="3600450" y="1746250"/>
          <p14:tracePt t="42271" x="3663950" y="1752600"/>
          <p14:tracePt t="42288" x="3797300" y="1771650"/>
          <p14:tracePt t="42304" x="3892550" y="1778000"/>
          <p14:tracePt t="42321" x="3911600" y="1778000"/>
          <p14:tracePt t="42337" x="3930650" y="1784350"/>
          <p14:tracePt t="42354" x="3937000" y="1790700"/>
          <p14:tracePt t="42393" x="3930650" y="1790700"/>
          <p14:tracePt t="42403" x="3924300" y="1790700"/>
          <p14:tracePt t="42421" x="3911600" y="1790700"/>
          <p14:tracePt t="42437" x="3905250" y="1790700"/>
          <p14:tracePt t="42454" x="3886200" y="1797050"/>
          <p14:tracePt t="42471" x="3848100" y="1809750"/>
          <p14:tracePt t="42487" x="3835400" y="1816100"/>
          <p14:tracePt t="42506" x="3797300" y="1841500"/>
          <p14:tracePt t="42520" x="3733800" y="1854200"/>
          <p14:tracePt t="42536" x="3702050" y="1873250"/>
          <p14:tracePt t="42553" x="3683000" y="1879600"/>
          <p14:tracePt t="42570" x="3638550" y="1892300"/>
          <p14:tracePt t="42586" x="3613150" y="1892300"/>
          <p14:tracePt t="42590" x="3613150" y="1898650"/>
          <p14:tracePt t="42625" x="3625850" y="1898650"/>
          <p14:tracePt t="42632" x="3638550" y="1892300"/>
          <p14:tracePt t="42646" x="3670300" y="1892300"/>
          <p14:tracePt t="42655" x="3708400" y="1892300"/>
          <p14:tracePt t="42669" x="3771900" y="1879600"/>
          <p14:tracePt t="42686" x="3924300" y="1885950"/>
          <p14:tracePt t="42703" x="4127500" y="1892300"/>
          <p14:tracePt t="42719" x="4203700" y="1892300"/>
          <p14:tracePt t="42737" x="4324350" y="1892300"/>
          <p14:tracePt t="42753" x="4368800" y="1892300"/>
          <p14:tracePt t="42769" x="4375150" y="1892300"/>
          <p14:tracePt t="42821" x="4368800" y="1892300"/>
          <p14:tracePt t="42842" x="4362450" y="1892300"/>
          <p14:tracePt t="42856" x="4356100" y="1898650"/>
          <p14:tracePt t="42863" x="4337050" y="1898650"/>
          <p14:tracePt t="42878" x="4324350" y="1898650"/>
          <p14:tracePt t="42892" x="4305300" y="1905000"/>
          <p14:tracePt t="42902" x="4273550" y="1905000"/>
          <p14:tracePt t="42919" x="4216400" y="1917700"/>
          <p14:tracePt t="42936" x="4184650" y="1924050"/>
          <p14:tracePt t="42952" x="4159250" y="1924050"/>
          <p14:tracePt t="42969" x="4114800" y="1930400"/>
          <p14:tracePt t="42985" x="4102100" y="1930400"/>
          <p14:tracePt t="43018" x="4095750" y="1930400"/>
          <p14:tracePt t="43046" x="4095750" y="1924050"/>
          <p14:tracePt t="43055" x="4108450" y="1924050"/>
          <p14:tracePt t="43068" x="4140200" y="1924050"/>
          <p14:tracePt t="43085" x="4165600" y="1924050"/>
          <p14:tracePt t="43088" x="4191000" y="1917700"/>
          <p14:tracePt t="43102" x="4222750" y="1917700"/>
          <p14:tracePt t="43118" x="4298950" y="1911350"/>
          <p14:tracePt t="43134" x="4330700" y="1905000"/>
          <p14:tracePt t="43152" x="4400550" y="1879600"/>
          <p14:tracePt t="43168" x="4413250" y="1879600"/>
          <p14:tracePt t="43185" x="4419600" y="1873250"/>
          <p14:tracePt t="43221" x="4419600" y="1866900"/>
          <p14:tracePt t="43243" x="4413250" y="1866900"/>
          <p14:tracePt t="43264" x="4406900" y="1866900"/>
          <p14:tracePt t="43327" x="4400550" y="1866900"/>
          <p14:tracePt t="43355" x="4394200" y="1873250"/>
          <p14:tracePt t="43361" x="4387850" y="1873250"/>
          <p14:tracePt t="43376" x="4381500" y="1873250"/>
          <p14:tracePt t="43384" x="4375150" y="1873250"/>
          <p14:tracePt t="43401" x="4362450" y="1873250"/>
          <p14:tracePt t="43420" x="4343400" y="1873250"/>
          <p14:tracePt t="43433" x="4292600" y="1873250"/>
          <p14:tracePt t="43450" x="4273550" y="1873250"/>
          <p14:tracePt t="43468" x="4216400" y="1873250"/>
          <p14:tracePt t="43484" x="4197350" y="1873250"/>
          <p14:tracePt t="43501" x="4159250" y="1873250"/>
          <p14:tracePt t="43517" x="4146550" y="1873250"/>
          <p14:tracePt t="43533" x="4140200" y="1873250"/>
          <p14:tracePt t="43566" x="4140200" y="1866900"/>
          <p14:tracePt t="43628" x="4146550" y="1866900"/>
          <p14:tracePt t="43727" x="4140200" y="1866900"/>
          <p14:tracePt t="43748" x="4127500" y="1866900"/>
          <p14:tracePt t="43755" x="4114800" y="1866900"/>
          <p14:tracePt t="43769" x="4102100" y="1866900"/>
          <p14:tracePt t="43783" x="4064000" y="1866900"/>
          <p14:tracePt t="43799" x="4032250" y="1866900"/>
          <p14:tracePt t="43816" x="3987800" y="1866900"/>
          <p14:tracePt t="43832" x="3841750" y="1854200"/>
          <p14:tracePt t="43849" x="3689350" y="1854200"/>
          <p14:tracePt t="43865" x="3613150" y="1854200"/>
          <p14:tracePt t="43882" x="3473450" y="1860550"/>
          <p14:tracePt t="43898" x="3365500" y="1866900"/>
          <p14:tracePt t="43916" x="3314700" y="1873250"/>
          <p14:tracePt t="43932" x="3232150" y="1892300"/>
          <p14:tracePt t="43948" x="3168650" y="1898650"/>
          <p14:tracePt t="43966" x="3143250" y="1905000"/>
          <p14:tracePt t="43982" x="3130550" y="1905000"/>
          <p14:tracePt t="43998" x="3124200" y="1905000"/>
          <p14:tracePt t="44668" x="3130550" y="1905000"/>
          <p14:tracePt t="44689" x="3136900" y="1905000"/>
          <p14:tracePt t="44697" x="3143250" y="1905000"/>
          <p14:tracePt t="44710" x="3149600" y="1905000"/>
          <p14:tracePt t="44716" x="3162300" y="1905000"/>
          <p14:tracePt t="44732" x="3181350" y="1905000"/>
          <p14:tracePt t="44746" x="3206750" y="1905000"/>
          <p14:tracePt t="44762" x="3257550" y="1911350"/>
          <p14:tracePt t="44780" x="3460750" y="1930400"/>
          <p14:tracePt t="44795" x="3619500" y="1943100"/>
          <p14:tracePt t="44812" x="3816350" y="1968500"/>
          <p14:tracePt t="44829" x="4241800" y="1993900"/>
          <p14:tracePt t="44845" x="4406900" y="2006600"/>
          <p14:tracePt t="44862" x="4546600" y="2006600"/>
          <p14:tracePt t="44878" x="4775200" y="2006600"/>
          <p14:tracePt t="44895" x="4864100" y="2006600"/>
          <p14:tracePt t="44912" x="4914900" y="2006600"/>
          <p14:tracePt t="44928" x="4997450" y="1987550"/>
          <p14:tracePt t="44945" x="5016500" y="1987550"/>
          <p14:tracePt t="44962" x="5067300" y="1974850"/>
          <p14:tracePt t="44978" x="5124450" y="1974850"/>
          <p14:tracePt t="44995" x="5156200" y="1968500"/>
          <p14:tracePt t="45011" x="5232400" y="1968500"/>
          <p14:tracePt t="45028" x="5340350" y="1968500"/>
          <p14:tracePt t="45045" x="5416550" y="1968500"/>
          <p14:tracePt t="45061" x="5530850" y="1974850"/>
          <p14:tracePt t="45078" x="5842000" y="1993900"/>
          <p14:tracePt t="45094" x="6057900" y="2006600"/>
          <p14:tracePt t="45111" x="6273800" y="2019300"/>
          <p14:tracePt t="45128" x="6756400" y="2063750"/>
          <p14:tracePt t="45144" x="6921500" y="2076450"/>
          <p14:tracePt t="45161" x="7270750" y="2089150"/>
          <p14:tracePt t="45177" x="7385050" y="2101850"/>
          <p14:tracePt t="45194" x="7473950" y="2101850"/>
          <p14:tracePt t="45211" x="7613650" y="2089150"/>
          <p14:tracePt t="45227" x="7683500" y="2057400"/>
          <p14:tracePt t="45244" x="7791450" y="2012950"/>
          <p14:tracePt t="45261" x="7829550" y="1987550"/>
          <p14:tracePt t="45279" x="7880350" y="1949450"/>
          <p14:tracePt t="45293" x="7893050" y="1936750"/>
          <p14:tracePt t="45310" x="7912100" y="1924050"/>
          <p14:tracePt t="45328" x="7918450" y="1911350"/>
          <p14:tracePt t="45343" x="7924800" y="1905000"/>
          <p14:tracePt t="45360" x="7924800" y="1898650"/>
          <p14:tracePt t="45377" x="7937500" y="1892300"/>
          <p14:tracePt t="45393" x="7943850" y="1885950"/>
          <p14:tracePt t="45410" x="7950200" y="1879600"/>
          <p14:tracePt t="45427" x="7956550" y="1873250"/>
          <p14:tracePt t="45742" x="7918450" y="1873250"/>
          <p14:tracePt t="45749" x="7880350" y="1873250"/>
          <p14:tracePt t="45763" x="7842250" y="1873250"/>
          <p14:tracePt t="45776" x="7791450" y="1873250"/>
          <p14:tracePt t="45792" x="7734300" y="1873250"/>
          <p14:tracePt t="45809" x="7708900" y="1873250"/>
          <p14:tracePt t="45826" x="7677150" y="1866900"/>
          <p14:tracePt t="45842" x="7658100" y="1866900"/>
          <p14:tracePt t="45859" x="7645400" y="1860550"/>
          <p14:tracePt t="45875" x="7632700" y="1860550"/>
          <p14:tracePt t="45892" x="7613650" y="1860550"/>
          <p14:tracePt t="45908" x="7607300" y="1860550"/>
          <p14:tracePt t="45925" x="7588250" y="1860550"/>
          <p14:tracePt t="45942" x="7562850" y="1860550"/>
          <p14:tracePt t="45959" x="7505700" y="1854200"/>
          <p14:tracePt t="45974" x="7473950" y="1847850"/>
          <p14:tracePt t="45991" x="7435850" y="1847850"/>
          <p14:tracePt t="46009" x="7334250" y="1847850"/>
          <p14:tracePt t="46024" x="7200900" y="1835150"/>
          <p14:tracePt t="46041" x="7137400" y="1828800"/>
          <p14:tracePt t="46058" x="7016750" y="1816100"/>
          <p14:tracePt t="46076" x="6902450" y="1816100"/>
          <p14:tracePt t="46091" x="6851650" y="1809750"/>
          <p14:tracePt t="46108" x="6743700" y="1809750"/>
          <p14:tracePt t="46124" x="6654800" y="1809750"/>
          <p14:tracePt t="46143" x="6565900" y="1803400"/>
          <p14:tracePt t="46158" x="6534150" y="1803400"/>
          <p14:tracePt t="46174" x="6483350" y="1803400"/>
          <p14:tracePt t="46191" x="6451600" y="1803400"/>
          <p14:tracePt t="46207" x="6432550" y="1803400"/>
          <p14:tracePt t="46224" x="6426200" y="1803400"/>
          <p14:tracePt t="46241" x="6394450" y="1803400"/>
          <p14:tracePt t="46274" x="6388100" y="1809750"/>
          <p14:tracePt t="46291" x="6381750" y="1809750"/>
          <p14:tracePt t="46486" x="6388100" y="1809750"/>
          <p14:tracePt t="46492" x="6400800" y="1809750"/>
          <p14:tracePt t="46509" x="6419850" y="1809750"/>
          <p14:tracePt t="46523" x="6521450" y="1809750"/>
          <p14:tracePt t="46539" x="6584950" y="1809750"/>
          <p14:tracePt t="46556" x="6775450" y="1803400"/>
          <p14:tracePt t="46573" x="6877050" y="1790700"/>
          <p14:tracePt t="46590" x="7080250" y="1790700"/>
          <p14:tracePt t="46607" x="7245350" y="1790700"/>
          <p14:tracePt t="46623" x="7308850" y="1784350"/>
          <p14:tracePt t="46640" x="7397750" y="1784350"/>
          <p14:tracePt t="46656" x="7454900" y="1784350"/>
          <p14:tracePt t="46672" x="7473950" y="1778000"/>
          <p14:tracePt t="46675" x="7480300" y="1778000"/>
          <p14:tracePt t="46689" x="7493000" y="1778000"/>
          <p14:tracePt t="46745" x="7499350" y="1778000"/>
          <p14:tracePt t="46893" x="7505700" y="1778000"/>
          <p14:tracePt t="46914" x="7512050" y="1778000"/>
          <p14:tracePt t="46935" x="7518400" y="1778000"/>
          <p14:tracePt t="46949" x="7524750" y="1778000"/>
          <p14:tracePt t="46977" x="7531100" y="1778000"/>
          <p14:tracePt t="46991" x="7537450" y="1778000"/>
          <p14:tracePt t="46999" x="7550150" y="1778000"/>
          <p14:tracePt t="47012" x="7556500" y="1778000"/>
          <p14:tracePt t="47027" x="7569200" y="1778000"/>
          <p14:tracePt t="47037" x="7581900" y="1778000"/>
          <p14:tracePt t="47055" x="7600950" y="1778000"/>
          <p14:tracePt t="47071" x="7613650" y="1778000"/>
          <p14:tracePt t="47087" x="7632700" y="1778000"/>
          <p14:tracePt t="47104" x="7639050" y="1778000"/>
          <p14:tracePt t="47121" x="7645400" y="1778000"/>
          <p14:tracePt t="47181" x="7639050" y="1778000"/>
          <p14:tracePt t="47209" x="7626350" y="1778000"/>
          <p14:tracePt t="47216" x="7613650" y="1778000"/>
          <p14:tracePt t="47230" x="7600950" y="1778000"/>
          <p14:tracePt t="47240" x="7581900" y="1778000"/>
          <p14:tracePt t="47253" x="7550150" y="1784350"/>
          <p14:tracePt t="47270" x="7499350" y="1790700"/>
          <p14:tracePt t="47287" x="7461250" y="1797050"/>
          <p14:tracePt t="47303" x="7442200" y="1797050"/>
          <p14:tracePt t="47321" x="7416800" y="1797050"/>
          <p14:tracePt t="47336" x="7397750" y="1803400"/>
          <p14:tracePt t="47377" x="7397750" y="1809750"/>
          <p14:tracePt t="47399" x="7410450" y="1809750"/>
          <p14:tracePt t="47421" x="7423150" y="1809750"/>
          <p14:tracePt t="47427" x="7435850" y="1816100"/>
          <p14:tracePt t="47436" x="7448550" y="1816100"/>
          <p14:tracePt t="47453" x="7480300" y="1816100"/>
          <p14:tracePt t="47470" x="7518400" y="1822450"/>
          <p14:tracePt t="47486" x="7550150" y="1822450"/>
          <p14:tracePt t="47503" x="7588250" y="1822450"/>
          <p14:tracePt t="47519" x="7613650" y="1822450"/>
          <p14:tracePt t="47536" x="7626350" y="1822450"/>
          <p14:tracePt t="47553" x="7632700" y="1822450"/>
          <p14:tracePt t="47616" x="7632700" y="1816100"/>
          <p14:tracePt t="47644" x="7626350" y="1816100"/>
          <p14:tracePt t="47657" x="7620000" y="1816100"/>
          <p14:tracePt t="47686" x="7613650" y="1816100"/>
          <p14:tracePt t="47700" x="7607300" y="1816100"/>
          <p14:tracePt t="47707" x="7600950" y="1816100"/>
          <p14:tracePt t="47718" x="7588250" y="1816100"/>
          <p14:tracePt t="47736" x="7550150" y="1822450"/>
          <p14:tracePt t="47752" x="7524750" y="1822450"/>
          <p14:tracePt t="47768" x="7505700" y="1828800"/>
          <p14:tracePt t="47785" x="7442200" y="1847850"/>
          <p14:tracePt t="47802" x="7423150" y="1847850"/>
          <p14:tracePt t="47818" x="7410450" y="1847850"/>
          <p14:tracePt t="47835" x="7391400" y="1854200"/>
          <p14:tracePt t="47851" x="7385050" y="1854200"/>
          <p14:tracePt t="47869" x="7385050" y="1860550"/>
          <p14:tracePt t="47967" x="7391400" y="1860550"/>
          <p14:tracePt t="47981" x="7397750" y="1860550"/>
          <p14:tracePt t="47995" x="7404100" y="1860550"/>
          <p14:tracePt t="48009" x="7416800" y="1860550"/>
          <p14:tracePt t="48018" x="7423150" y="1860550"/>
          <p14:tracePt t="48034" x="7429500" y="1860550"/>
          <p14:tracePt t="48051" x="7473950" y="1860550"/>
          <p14:tracePt t="48067" x="7493000" y="1860550"/>
          <p14:tracePt t="48084" x="7531100" y="1860550"/>
          <p14:tracePt t="48101" x="7575550" y="1854200"/>
          <p14:tracePt t="48117" x="7588250" y="1854200"/>
          <p14:tracePt t="48134" x="7613650" y="1854200"/>
          <p14:tracePt t="48150" x="7620000" y="1854200"/>
          <p14:tracePt t="48909" x="7607300" y="1854200"/>
          <p14:tracePt t="48923" x="7594600" y="1854200"/>
          <p14:tracePt t="48931" x="7562850" y="1854200"/>
          <p14:tracePt t="48944" x="7543800" y="1854200"/>
          <p14:tracePt t="48951" x="7518400" y="1854200"/>
          <p14:tracePt t="48965" x="7486650" y="1854200"/>
          <p14:tracePt t="48981" x="7423150" y="1854200"/>
          <p14:tracePt t="48997" x="7391400" y="1860550"/>
          <p14:tracePt t="49015" x="7334250" y="1860550"/>
          <p14:tracePt t="49031" x="7296150" y="1866900"/>
          <p14:tracePt t="49048" x="7283450" y="1866900"/>
          <p14:tracePt t="49064" x="7264400" y="1873250"/>
          <p14:tracePt t="49080" x="7258050" y="1873250"/>
          <p14:tracePt t="49097" x="7251700" y="1879600"/>
          <p14:tracePt t="49113" x="7245350" y="1879600"/>
          <p14:tracePt t="49141" x="7245350" y="1885950"/>
          <p14:tracePt t="49211" x="7251700" y="1885950"/>
          <p14:tracePt t="49232" x="7264400" y="1885950"/>
          <p14:tracePt t="49253" x="7277100" y="1885950"/>
          <p14:tracePt t="49281" x="7289800" y="1885950"/>
          <p14:tracePt t="49294" x="7302500" y="1879600"/>
          <p14:tracePt t="49302" x="7327900" y="1879600"/>
          <p14:tracePt t="49313" x="7346950" y="1873250"/>
          <p14:tracePt t="49330" x="7385050" y="1866900"/>
          <p14:tracePt t="49347" x="7410450" y="1860550"/>
          <p14:tracePt t="49363" x="7429500" y="1854200"/>
          <p14:tracePt t="49380" x="7467600" y="1854200"/>
          <p14:tracePt t="49396" x="7473950" y="1854200"/>
          <p14:tracePt t="49429" x="7480300" y="1854200"/>
          <p14:tracePt t="49702" x="7473950" y="1854200"/>
          <p14:tracePt t="49716" x="7467600" y="1854200"/>
          <p14:tracePt t="49723" x="7461250" y="1854200"/>
          <p14:tracePt t="49737" x="7448550" y="1854200"/>
          <p14:tracePt t="49751" x="7429500" y="1866900"/>
          <p14:tracePt t="49765" x="7404100" y="1873250"/>
          <p14:tracePt t="49781" x="7366000" y="1885950"/>
          <p14:tracePt t="49795" x="7296150" y="1917700"/>
          <p14:tracePt t="49811" x="7099300" y="1987550"/>
          <p14:tracePt t="49828" x="6775450" y="2114550"/>
          <p14:tracePt t="49845" x="6311900" y="2324100"/>
          <p14:tracePt t="49861" x="6070600" y="2432050"/>
          <p14:tracePt t="49878" x="5518150" y="2724150"/>
          <p14:tracePt t="49895" x="4978400" y="3048000"/>
          <p14:tracePt t="49913" x="4724400" y="3206750"/>
          <p14:tracePt t="49928" x="4203700" y="3562350"/>
          <p14:tracePt t="49944" x="3797300" y="3911600"/>
          <p14:tracePt t="49962" x="3448050" y="4241800"/>
          <p14:tracePt t="49977" x="3276600" y="4413250"/>
          <p14:tracePt t="49994" x="3041650" y="4673600"/>
          <p14:tracePt t="50012" x="2914650" y="4838700"/>
          <p14:tracePt t="50028" x="2889250" y="4883150"/>
          <p14:tracePt t="50044" x="2870200" y="4933950"/>
          <p14:tracePt t="50563" x="2895600" y="4940300"/>
          <p14:tracePt t="50577" x="2921000" y="4959350"/>
          <p14:tracePt t="50584" x="2946400" y="4972050"/>
          <p14:tracePt t="50598" x="2978150" y="4991100"/>
          <p14:tracePt t="50608" x="3035300" y="5003800"/>
          <p14:tracePt t="50626" x="3117850" y="5029200"/>
          <p14:tracePt t="50642" x="3162300" y="5048250"/>
          <p14:tracePt t="50658" x="3244850" y="5073650"/>
          <p14:tracePt t="50676" x="3321050" y="5111750"/>
          <p14:tracePt t="50692" x="3352800" y="5124450"/>
          <p14:tracePt t="50695" x="3390900" y="5130800"/>
          <p14:tracePt t="50708" x="3422650" y="5149850"/>
          <p14:tracePt t="50725" x="3486150" y="5168900"/>
          <p14:tracePt t="50742" x="3517900" y="5181600"/>
          <p14:tracePt t="50759" x="3536950" y="5187950"/>
          <p14:tracePt t="50775" x="3575050" y="5194300"/>
          <p14:tracePt t="50791" x="3581400" y="5194300"/>
          <p14:tracePt t="51019" x="3594100" y="5194300"/>
          <p14:tracePt t="51026" x="3600450" y="5194300"/>
          <p14:tracePt t="51043" x="3606800" y="5194300"/>
          <p14:tracePt t="51057" x="3657600" y="5194300"/>
          <p14:tracePt t="51074" x="3676650" y="5194300"/>
          <p14:tracePt t="51090" x="3733800" y="5194300"/>
          <p14:tracePt t="51107" x="3752850" y="5194300"/>
          <p14:tracePt t="51125" x="3816350" y="5200650"/>
          <p14:tracePt t="51140" x="3829050" y="5200650"/>
          <p14:tracePt t="51157" x="3835400" y="5200650"/>
          <p14:tracePt t="51174" x="3848100" y="5200650"/>
          <p14:tracePt t="51265" x="3841750" y="5200650"/>
          <p14:tracePt t="51286" x="3835400" y="5194300"/>
          <p14:tracePt t="51299" x="3829050" y="5194300"/>
          <p14:tracePt t="51309" x="3822700" y="5194300"/>
          <p14:tracePt t="51328" x="3816350" y="5194300"/>
          <p14:tracePt t="51339" x="3803650" y="5194300"/>
          <p14:tracePt t="51357" x="3746500" y="5194300"/>
          <p14:tracePt t="51373" x="3695700" y="5194300"/>
          <p14:tracePt t="51389" x="3632200" y="5194300"/>
          <p14:tracePt t="51406" x="3371850" y="5207000"/>
          <p14:tracePt t="51422" x="3270250" y="5213350"/>
          <p14:tracePt t="51440" x="3155950" y="5213350"/>
          <p14:tracePt t="51456" x="2921000" y="5226050"/>
          <p14:tracePt t="51472" x="2692400" y="5226050"/>
          <p14:tracePt t="51490" x="2514600" y="5226050"/>
          <p14:tracePt t="51505" x="2425700" y="5226050"/>
          <p14:tracePt t="51522" x="2260600" y="5226050"/>
          <p14:tracePt t="51539" x="2114550" y="5213350"/>
          <p14:tracePt t="51555" x="2051050" y="5207000"/>
          <p14:tracePt t="51572" x="1917700" y="5187950"/>
          <p14:tracePt t="51589" x="1809750" y="5149850"/>
          <p14:tracePt t="51605" x="1778000" y="5130800"/>
          <p14:tracePt t="51622" x="1727200" y="5124450"/>
          <p14:tracePt t="51638" x="1682750" y="5118100"/>
          <p14:tracePt t="51655" x="1670050" y="5118100"/>
          <p14:tracePt t="51672" x="1638300" y="5111750"/>
          <p14:tracePt t="51688" x="1606550" y="5099050"/>
          <p14:tracePt t="51705" x="1581150" y="5099050"/>
          <p14:tracePt t="51722" x="1549400" y="5092700"/>
          <p14:tracePt t="51738" x="1536700" y="5086350"/>
          <p14:tracePt t="51754" x="1517650" y="5080000"/>
          <p14:tracePt t="51771" x="1511300" y="5073650"/>
          <p14:tracePt t="51812" x="1511300" y="5067300"/>
          <p14:tracePt t="51819" x="1511300" y="5060950"/>
          <p14:tracePt t="51911" x="1504950" y="5060950"/>
          <p14:tracePt t="52030" x="1498600" y="5067300"/>
          <p14:tracePt t="52073" x="1492250" y="5073650"/>
          <p14:tracePt t="52094" x="1479550" y="5073650"/>
          <p14:tracePt t="52100" x="1473200" y="5073650"/>
          <p14:tracePt t="52122" x="1466850" y="5073650"/>
          <p14:tracePt t="52129" x="1460500" y="5073650"/>
          <p14:tracePt t="52143" x="1447800" y="5073650"/>
          <p14:tracePt t="52153" x="1441450" y="5073650"/>
          <p14:tracePt t="52171" x="1409700" y="5073650"/>
          <p14:tracePt t="52186" x="1397000" y="5073650"/>
          <p14:tracePt t="52203" x="1365250" y="5073650"/>
          <p14:tracePt t="52220" x="1346200" y="5073650"/>
          <p14:tracePt t="52236" x="1339850" y="5073650"/>
          <p14:tracePt t="52253" x="1333500" y="5073650"/>
          <p14:tracePt t="52270" x="1327150" y="5086350"/>
          <p14:tracePt t="52304" x="1320800" y="5086350"/>
          <p14:tracePt t="52766" x="1308100" y="5086350"/>
          <p14:tracePt t="52772" x="1289050" y="5086350"/>
          <p14:tracePt t="52785" x="1270000" y="5080000"/>
          <p14:tracePt t="52801" x="1225550" y="5073650"/>
          <p14:tracePt t="52818" x="1212850" y="5073650"/>
          <p14:tracePt t="52834" x="1200150" y="5067300"/>
          <p14:tracePt t="52851" x="1168400" y="5054600"/>
          <p14:tracePt t="52868" x="1162050" y="5048250"/>
          <p14:tracePt t="52885" x="1149350" y="5035550"/>
          <p14:tracePt t="52901" x="1143000" y="5035550"/>
          <p14:tracePt t="52918" x="1130300" y="5029200"/>
          <p14:tracePt t="52934" x="1123950" y="5022850"/>
          <p14:tracePt t="52951" x="1117600" y="5016500"/>
          <p14:tracePt t="52967" x="1117600" y="5010150"/>
          <p14:tracePt t="53032" x="1111250" y="5003800"/>
          <p14:tracePt t="53116" x="1111250" y="4997450"/>
          <p14:tracePt t="53194" x="1104900" y="4997450"/>
          <p14:tracePt t="53502" x="1111250" y="4997450"/>
          <p14:tracePt t="53643" x="1117600" y="4991100"/>
          <p14:tracePt t="53727" x="1123950" y="4991100"/>
          <p14:tracePt t="53804" x="1130300" y="4984750"/>
          <p14:tracePt t="53924" x="1136650" y="4984750"/>
          <p14:tracePt t="54310" x="1143000" y="4984750"/>
          <p14:tracePt t="54338" x="1149350" y="4984750"/>
          <p14:tracePt t="54395" x="1155700" y="4984750"/>
          <p14:tracePt t="54430" x="1162050" y="4984750"/>
          <p14:tracePt t="54465" x="1168400" y="4984750"/>
          <p14:tracePt t="54486" x="1174750" y="4984750"/>
          <p14:tracePt t="54506" x="1181100" y="4984750"/>
          <p14:tracePt t="54535" x="1187450" y="4984750"/>
          <p14:tracePt t="54619" x="1193800" y="4984750"/>
          <p14:tracePt t="54626" x="1200150" y="4984750"/>
          <p14:tracePt t="54668" x="1206500" y="4984750"/>
          <p14:tracePt t="54710" x="1212850" y="4984750"/>
          <p14:tracePt t="54717" x="1219200" y="4984750"/>
          <p14:tracePt t="54738" x="1225550" y="4984750"/>
          <p14:tracePt t="54748" x="1244600" y="4984750"/>
          <p14:tracePt t="54761" x="1263650" y="4984750"/>
          <p14:tracePt t="54777" x="1301750" y="4984750"/>
          <p14:tracePt t="54795" x="1460500" y="4965700"/>
          <p14:tracePt t="54811" x="1720850" y="4908550"/>
          <p14:tracePt t="54827" x="1930400" y="4857750"/>
          <p14:tracePt t="54844" x="2425700" y="4705350"/>
          <p14:tracePt t="54860" x="2933700" y="4489450"/>
          <p14:tracePt t="54877" x="3213100" y="4343400"/>
          <p14:tracePt t="54894" x="3676650" y="4032250"/>
          <p14:tracePt t="54910" x="4013200" y="3740150"/>
          <p14:tracePt t="54928" x="4216400" y="3486150"/>
          <p14:tracePt t="54944" x="4292600" y="3384550"/>
          <p14:tracePt t="54960" x="4337050" y="3276600"/>
          <p14:tracePt t="54978" x="4400550" y="3079750"/>
          <p14:tracePt t="54993" x="4400550" y="3003550"/>
          <p14:tracePt t="55010" x="4400550" y="2838450"/>
          <p14:tracePt t="55027" x="4387850" y="2698750"/>
          <p14:tracePt t="55043" x="4356100" y="2578100"/>
          <p14:tracePt t="55060" x="4337050" y="2520950"/>
          <p14:tracePt t="55076" x="4311650" y="2425700"/>
          <p14:tracePt t="55093" x="4298950" y="2362200"/>
          <p14:tracePt t="55111" x="4292600" y="2317750"/>
          <p14:tracePt t="55126" x="4286250" y="2286000"/>
          <p14:tracePt t="55143" x="4260850" y="2235200"/>
          <p14:tracePt t="55160" x="4248150" y="2184400"/>
          <p14:tracePt t="55176" x="4235450" y="2165350"/>
          <p14:tracePt t="55180" x="4222750" y="2152650"/>
          <p14:tracePt t="55193" x="4203700" y="2127250"/>
          <p14:tracePt t="55210" x="4191000" y="2114550"/>
          <p14:tracePt t="55226" x="4127500" y="2070100"/>
          <p14:tracePt t="55243" x="4083050" y="2038350"/>
          <p14:tracePt t="55260" x="3879850" y="1955800"/>
          <p14:tracePt t="55276" x="3810000" y="1930400"/>
          <p14:tracePt t="55293" x="3663950" y="1892300"/>
          <p14:tracePt t="55309" x="3556000" y="1860550"/>
          <p14:tracePt t="55326" x="3511550" y="1841500"/>
          <p14:tracePt t="55343" x="3435350" y="1841500"/>
          <p14:tracePt t="55359" x="3409950" y="1841500"/>
          <p14:tracePt t="55376" x="3365500" y="1841500"/>
          <p14:tracePt t="55392" x="3333750" y="1854200"/>
          <p14:tracePt t="55409" x="3308350" y="1860550"/>
          <p14:tracePt t="55426" x="3276600" y="1885950"/>
          <p14:tracePt t="55442" x="3225800" y="1898650"/>
          <p14:tracePt t="55459" x="3200400" y="1905000"/>
          <p14:tracePt t="55476" x="3124200" y="1924050"/>
          <p14:tracePt t="55492" x="3054350" y="1943100"/>
          <p14:tracePt t="55508" x="3022600" y="1962150"/>
          <p14:tracePt t="55525" x="2971800" y="1974850"/>
          <p14:tracePt t="55542" x="2940050" y="1987550"/>
          <p14:tracePt t="55559" x="2927350" y="1987550"/>
          <p14:tracePt t="55575" x="2914650" y="1993900"/>
          <p14:tracePt t="55623" x="2921000" y="1987550"/>
          <p14:tracePt t="55630" x="2933700" y="1987550"/>
          <p14:tracePt t="55644" x="2952750" y="1987550"/>
          <p14:tracePt t="55660" x="3028950" y="1981200"/>
          <p14:tracePt t="55675" x="3117850" y="1981200"/>
          <p14:tracePt t="55678" x="3219450" y="1981200"/>
          <p14:tracePt t="55694" x="3346450" y="1981200"/>
          <p14:tracePt t="55708" x="3486150" y="1981200"/>
          <p14:tracePt t="55724" x="3765550" y="1987550"/>
          <p14:tracePt t="55741" x="3886200" y="1987550"/>
          <p14:tracePt t="55758" x="4064000" y="1987550"/>
          <p14:tracePt t="55774" x="4121150" y="1981200"/>
          <p14:tracePt t="55792" x="4159250" y="1981200"/>
          <p14:tracePt t="55807" x="4165600" y="1981200"/>
          <p14:tracePt t="55848" x="4159250" y="1981200"/>
          <p14:tracePt t="55869" x="4152900" y="1981200"/>
          <p14:tracePt t="55877" x="4133850" y="1981200"/>
          <p14:tracePt t="55891" x="4114800" y="1968500"/>
          <p14:tracePt t="55907" x="4044950" y="1962150"/>
          <p14:tracePt t="55924" x="3981450" y="1955800"/>
          <p14:tracePt t="55940" x="3721100" y="1936750"/>
          <p14:tracePt t="55957" x="3632200" y="1936750"/>
          <p14:tracePt t="55975" x="3454400" y="1924050"/>
          <p14:tracePt t="55990" x="3352800" y="1924050"/>
          <p14:tracePt t="56007" x="3187700" y="1911350"/>
          <p14:tracePt t="56023" x="3067050" y="1905000"/>
          <p14:tracePt t="56040" x="3016250" y="1905000"/>
          <p14:tracePt t="56057" x="2971800" y="1905000"/>
          <p14:tracePt t="56074" x="2946400" y="1898650"/>
          <p14:tracePt t="56107" x="2940050" y="1892300"/>
          <p14:tracePt t="56139" x="2946400" y="1892300"/>
          <p14:tracePt t="56157" x="2952750" y="1892300"/>
          <p14:tracePt t="56173" x="2984500" y="1885950"/>
          <p14:tracePt t="56190" x="3016250" y="1879600"/>
          <p14:tracePt t="56193" x="3054350" y="1879600"/>
          <p14:tracePt t="56209" x="3117850" y="1879600"/>
          <p14:tracePt t="56223" x="3308350" y="1866900"/>
          <p14:tracePt t="56239" x="3409950" y="1860550"/>
          <p14:tracePt t="56256" x="3625850" y="1847850"/>
          <p14:tracePt t="56272" x="3727450" y="1847850"/>
          <p14:tracePt t="56291" x="3886200" y="1835150"/>
          <p14:tracePt t="56306" x="3911600" y="1828800"/>
          <p14:tracePt t="56322" x="3917950" y="1828800"/>
          <p14:tracePt t="56339" x="3917950" y="1822450"/>
          <p14:tracePt t="56355" x="3911600" y="1816100"/>
          <p14:tracePt t="56372" x="3905250" y="1816100"/>
          <p14:tracePt t="56389" x="3886200" y="1816100"/>
          <p14:tracePt t="56406" x="3841750" y="1816100"/>
          <p14:tracePt t="56424" x="3727450" y="1797050"/>
          <p14:tracePt t="56439" x="3632200" y="1784350"/>
          <p14:tracePt t="56455" x="3416300" y="1778000"/>
          <p14:tracePt t="56472" x="3200400" y="1765300"/>
          <p14:tracePt t="56488" x="3086100" y="1765300"/>
          <p14:tracePt t="56505" x="2946400" y="1771650"/>
          <p14:tracePt t="56522" x="2863850" y="1784350"/>
          <p14:tracePt t="56538" x="2844800" y="1790700"/>
          <p14:tracePt t="56555" x="2832100" y="1797050"/>
          <p14:tracePt t="56571" x="2825750" y="1797050"/>
          <p14:tracePt t="56592" x="2825750" y="1803400"/>
          <p14:tracePt t="56634" x="2832100" y="1803400"/>
          <p14:tracePt t="56641" x="2838450" y="1803400"/>
          <p14:tracePt t="56657" x="2851150" y="1803400"/>
          <p14:tracePt t="56671" x="2882900" y="1803400"/>
          <p14:tracePt t="56687" x="2984500" y="1816100"/>
          <p14:tracePt t="56705" x="3168650" y="1841500"/>
          <p14:tracePt t="56721" x="3276600" y="1841500"/>
          <p14:tracePt t="56738" x="3460750" y="1854200"/>
          <p14:tracePt t="56754" x="3587750" y="1854200"/>
          <p14:tracePt t="56771" x="3613150" y="1854200"/>
          <p14:tracePt t="56788" x="3632200" y="1854200"/>
          <p14:tracePt t="56824" x="3625850" y="1854200"/>
          <p14:tracePt t="56845" x="3619500" y="1860550"/>
          <p14:tracePt t="56854" x="3606800" y="1860550"/>
          <p14:tracePt t="56870" x="3587750" y="1860550"/>
          <p14:tracePt t="56887" x="3524250" y="1866900"/>
          <p14:tracePt t="56904" x="3473450" y="1866900"/>
          <p14:tracePt t="56920" x="3308350" y="1860550"/>
          <p14:tracePt t="56937" x="3117850" y="1860550"/>
          <p14:tracePt t="56953" x="3028950" y="1866900"/>
          <p14:tracePt t="56970" x="2901950" y="1873250"/>
          <p14:tracePt t="56986" x="2838450" y="1885950"/>
          <p14:tracePt t="57003" x="2825750" y="1885950"/>
          <p14:tracePt t="57020" x="2813050" y="1892300"/>
          <p14:tracePt t="57076" x="2819400" y="1898650"/>
          <p14:tracePt t="57083" x="2825750" y="1898650"/>
          <p14:tracePt t="57098" x="2844800" y="1905000"/>
          <p14:tracePt t="57106" x="2876550" y="1911350"/>
          <p14:tracePt t="57120" x="2914650" y="1930400"/>
          <p14:tracePt t="57136" x="3028950" y="1974850"/>
          <p14:tracePt t="57154" x="3162300" y="2038350"/>
          <p14:tracePt t="57169" x="3219450" y="2057400"/>
          <p14:tracePt t="57186" x="3251200" y="2070100"/>
          <p14:tracePt t="57896" x="3200400" y="2120900"/>
          <p14:tracePt t="57910" x="3143250" y="2165350"/>
          <p14:tracePt t="57919" x="3054350" y="2254250"/>
          <p14:tracePt t="57933" x="2971800" y="2336800"/>
          <p14:tracePt t="57950" x="2768600" y="2584450"/>
          <p14:tracePt t="57967" x="2647950" y="2743200"/>
          <p14:tracePt t="57983" x="2393950" y="3136900"/>
          <p14:tracePt t="58001" x="2266950" y="3384550"/>
          <p14:tracePt t="58016" x="1924050" y="4146550"/>
          <p14:tracePt t="58033" x="1822450" y="4362450"/>
          <p14:tracePt t="58050" x="1593850" y="4832350"/>
          <p14:tracePt t="58066" x="1504950" y="5048250"/>
          <p14:tracePt t="58083" x="1346200" y="5410200"/>
          <p14:tracePt t="58100" x="1238250" y="5734050"/>
          <p14:tracePt t="58116" x="1174750" y="5873750"/>
          <p14:tracePt t="58133" x="1085850" y="6076950"/>
          <p14:tracePt t="58149" x="1003300" y="6235700"/>
          <p14:tracePt t="58166" x="971550" y="6305550"/>
          <p14:tracePt t="58183" x="920750" y="6445250"/>
          <p14:tracePt t="58200" x="920750" y="6464300"/>
          <p14:tracePt t="58216" x="920750" y="6477000"/>
          <p14:tracePt t="58233" x="933450" y="6502400"/>
          <p14:tracePt t="58703" x="971550" y="6451600"/>
          <p14:tracePt t="58710" x="1003300" y="6407150"/>
          <p14:tracePt t="58717" x="1016000" y="6362700"/>
          <p14:tracePt t="58733" x="1047750" y="6318250"/>
          <p14:tracePt t="58747" x="1073150" y="6261100"/>
          <p14:tracePt t="58765" x="1130300" y="6134100"/>
          <p14:tracePt t="58781" x="1187450" y="5975350"/>
          <p14:tracePt t="58797" x="1212850" y="5899150"/>
          <p14:tracePt t="58814" x="1257300" y="5759450"/>
          <p14:tracePt t="58830" x="1295400" y="5664200"/>
          <p14:tracePt t="58847" x="1301750" y="5632450"/>
          <p14:tracePt t="58865" x="1308100" y="5600700"/>
          <p14:tracePt t="58880" x="1308100" y="5575300"/>
          <p14:tracePt t="58897" x="1308100" y="5562600"/>
          <p14:tracePt t="58914" x="1308100" y="5556250"/>
          <p14:tracePt t="58930" x="1308100" y="5537200"/>
          <p14:tracePt t="58947" x="1308100" y="5530850"/>
          <p14:tracePt t="58964" x="1301750" y="5518150"/>
          <p14:tracePt t="58979" x="1295400" y="5518150"/>
          <p14:tracePt t="58997" x="1289050" y="5518150"/>
          <p14:tracePt t="59013" x="1289050" y="5511800"/>
          <p14:tracePt t="59030" x="1289050" y="5505450"/>
          <p14:tracePt t="59047" x="1282700" y="5492750"/>
          <p14:tracePt t="59063" x="1276350" y="5473700"/>
          <p14:tracePt t="59081" x="1270000" y="5473700"/>
          <p14:tracePt t="59097" x="1263650" y="5467350"/>
          <p14:tracePt t="59113" x="1250950" y="5454650"/>
          <p14:tracePt t="59129" x="1250950" y="5448300"/>
          <p14:tracePt t="59163" x="1244600" y="5441950"/>
          <p14:tracePt t="59202" x="1238250" y="5441950"/>
          <p14:tracePt t="59230" x="1231900" y="5441950"/>
          <p14:tracePt t="59251" x="1225550" y="5454650"/>
          <p14:tracePt t="59272" x="1219200" y="5461000"/>
          <p14:tracePt t="59280" x="1212850" y="5461000"/>
          <p14:tracePt t="59293" x="1206500" y="5461000"/>
          <p14:tracePt t="59300" x="1206500" y="5467350"/>
          <p14:tracePt t="59315" x="1200150" y="5467350"/>
          <p14:tracePt t="59328" x="1193800" y="5467350"/>
          <p14:tracePt t="59345" x="1174750" y="5486400"/>
          <p14:tracePt t="59362" x="1168400" y="5492750"/>
          <p14:tracePt t="59379" x="1136650" y="5511800"/>
          <p14:tracePt t="59397" x="1117600" y="5530850"/>
          <p14:tracePt t="59413" x="1098550" y="5543550"/>
          <p14:tracePt t="59428" x="1092200" y="5549900"/>
          <p14:tracePt t="59445" x="1085850" y="5549900"/>
          <p14:tracePt t="59462" x="1079500" y="5556250"/>
          <p14:tracePt t="59495" x="1079500" y="5562600"/>
          <p14:tracePt t="59834" x="1085850" y="5562600"/>
          <p14:tracePt t="59981" x="1092200" y="5562600"/>
          <p14:tracePt t="60472" x="1098550" y="5562600"/>
          <p14:tracePt t="60486" x="1104900" y="5562600"/>
          <p14:tracePt t="60494" x="1117600" y="5562600"/>
          <p14:tracePt t="60510" x="1130300" y="5562600"/>
          <p14:tracePt t="60524" x="1143000" y="5562600"/>
          <p14:tracePt t="60541" x="1181100" y="5562600"/>
          <p14:tracePt t="60558" x="1250950" y="5562600"/>
          <p14:tracePt t="60574" x="1301750" y="5562600"/>
          <p14:tracePt t="60591" x="1403350" y="5575300"/>
          <p14:tracePt t="60607" x="1536700" y="5575300"/>
          <p14:tracePt t="60624" x="1587500" y="5575300"/>
          <p14:tracePt t="60641" x="1701800" y="5568950"/>
          <p14:tracePt t="60657" x="1797050" y="5562600"/>
          <p14:tracePt t="60674" x="1835150" y="5562600"/>
          <p14:tracePt t="60690" x="1892300" y="5562600"/>
          <p14:tracePt t="60707" x="1943100" y="5562600"/>
          <p14:tracePt t="60725" x="1968500" y="5556250"/>
          <p14:tracePt t="60740" x="1981200" y="5556250"/>
          <p14:tracePt t="60757" x="1987550" y="5549900"/>
          <p14:tracePt t="60774" x="1993900" y="5549900"/>
          <p14:tracePt t="60844" x="1993900" y="5543550"/>
          <p14:tracePt t="60866" x="1987550" y="5543550"/>
          <p14:tracePt t="60894" x="1981200" y="5543550"/>
          <p14:tracePt t="60914" x="1974850" y="5543550"/>
          <p14:tracePt t="60929" x="1968500" y="5543550"/>
          <p14:tracePt t="60935" x="1962150" y="5543550"/>
          <p14:tracePt t="60958" x="1943100" y="5543550"/>
          <p14:tracePt t="60964" x="1930400" y="5543550"/>
          <p14:tracePt t="60977" x="1892300" y="5543550"/>
          <p14:tracePt t="60989" x="1854200" y="5543550"/>
          <p14:tracePt t="61006" x="1727200" y="5556250"/>
          <p14:tracePt t="61022" x="1651000" y="5556250"/>
          <p14:tracePt t="61039" x="1473200" y="5556250"/>
          <p14:tracePt t="61056" x="1320800" y="5556250"/>
          <p14:tracePt t="61072" x="1244600" y="5556250"/>
          <p14:tracePt t="61090" x="1136650" y="5556250"/>
          <p14:tracePt t="61106" x="1073150" y="5556250"/>
          <p14:tracePt t="61122" x="1054100" y="5556250"/>
          <p14:tracePt t="61139" x="1028700" y="5556250"/>
          <p14:tracePt t="61155" x="1022350" y="5556250"/>
          <p14:tracePt t="61172" x="1009650" y="5562600"/>
          <p14:tracePt t="61245" x="1016000" y="5562600"/>
          <p14:tracePt t="61259" x="1022350" y="5562600"/>
          <p14:tracePt t="61265" x="1028700" y="5562600"/>
          <p14:tracePt t="61280" x="1041400" y="5562600"/>
          <p14:tracePt t="61288" x="1066800" y="5562600"/>
          <p14:tracePt t="61305" x="1085850" y="5562600"/>
          <p14:tracePt t="61322" x="1187450" y="5562600"/>
          <p14:tracePt t="61338" x="1314450" y="5575300"/>
          <p14:tracePt t="61355" x="1390650" y="5575300"/>
          <p14:tracePt t="61372" x="1543050" y="5575300"/>
          <p14:tracePt t="61388" x="1670050" y="5568950"/>
          <p14:tracePt t="61405" x="1739900" y="5562600"/>
          <p14:tracePt t="61421" x="1816100" y="5556250"/>
          <p14:tracePt t="61438" x="1847850" y="5556250"/>
          <p14:tracePt t="61455" x="1892300" y="5556250"/>
          <p14:tracePt t="61471" x="1898650" y="5556250"/>
          <p14:tracePt t="61488" x="1905000" y="5556250"/>
          <p14:tracePt t="61520" x="1905000" y="5549900"/>
          <p14:tracePt t="61547" x="1905000" y="5543550"/>
          <p14:tracePt t="61561" x="1898650" y="5543550"/>
          <p14:tracePt t="61582" x="1892300" y="5543550"/>
          <p14:tracePt t="61596" x="1885950" y="5543550"/>
          <p14:tracePt t="61610" x="1866900" y="5543550"/>
          <p14:tracePt t="61620" x="1854200" y="5543550"/>
          <p14:tracePt t="61638" x="1809750" y="5537200"/>
          <p14:tracePt t="61654" x="1784350" y="5530850"/>
          <p14:tracePt t="61670" x="1676400" y="5518150"/>
          <p14:tracePt t="61687" x="1549400" y="5511800"/>
          <p14:tracePt t="61704" x="1498600" y="5511800"/>
          <p14:tracePt t="61707" x="1435100" y="5511800"/>
          <p14:tracePt t="61737" x="1301750" y="5499100"/>
          <p14:tracePt t="61753" x="1263650" y="5499100"/>
          <p14:tracePt t="61770" x="1250950" y="5499100"/>
          <p14:tracePt t="61787" x="1219200" y="5499100"/>
          <p14:tracePt t="61803" x="1206500" y="5499100"/>
          <p14:tracePt t="61820" x="1200150" y="5499100"/>
          <p14:tracePt t="61891" x="1206500" y="5499100"/>
          <p14:tracePt t="61912" x="1219200" y="5499100"/>
          <p14:tracePt t="61919" x="1225550" y="5499100"/>
          <p14:tracePt t="61933" x="1244600" y="5499100"/>
          <p14:tracePt t="61940" x="1250950" y="5499100"/>
          <p14:tracePt t="61953" x="1282700" y="5499100"/>
          <p14:tracePt t="61970" x="1377950" y="5511800"/>
          <p14:tracePt t="61986" x="1441450" y="5511800"/>
          <p14:tracePt t="62003" x="1581150" y="5511800"/>
          <p14:tracePt t="62019" x="1720850" y="5511800"/>
          <p14:tracePt t="62036" x="1771650" y="5511800"/>
          <p14:tracePt t="62053" x="1879600" y="5505450"/>
          <p14:tracePt t="62070" x="1905000" y="5505450"/>
          <p14:tracePt t="62087" x="1955800" y="5499100"/>
          <p14:tracePt t="62119" x="1962150" y="5499100"/>
          <p14:tracePt t="62150" x="1955800" y="5499100"/>
          <p14:tracePt t="62157" x="1949450" y="5505450"/>
          <p14:tracePt t="62172" x="1943100" y="5505450"/>
          <p14:tracePt t="62186" x="1930400" y="5505450"/>
          <p14:tracePt t="62202" x="1898650" y="5511800"/>
          <p14:tracePt t="62219" x="1866900" y="5518150"/>
          <p14:tracePt t="62236" x="1790700" y="5524500"/>
          <p14:tracePt t="62252" x="1651000" y="5537200"/>
          <p14:tracePt t="62271" x="1485900" y="5530850"/>
          <p14:tracePt t="62286" x="1416050" y="5530850"/>
          <p14:tracePt t="62303" x="1314450" y="5530850"/>
          <p14:tracePt t="62319" x="1250950" y="5524500"/>
          <p14:tracePt t="62335" x="1231900" y="5524500"/>
          <p14:tracePt t="62351" x="1219200" y="5524500"/>
          <p14:tracePt t="62369" x="1206500" y="5524500"/>
          <p14:tracePt t="62480" x="1212850" y="5524500"/>
          <p14:tracePt t="62494" x="1225550" y="5524500"/>
          <p14:tracePt t="62503" x="1244600" y="5524500"/>
          <p14:tracePt t="62518" x="1276350" y="5530850"/>
          <p14:tracePt t="62534" x="1377950" y="5543550"/>
          <p14:tracePt t="62551" x="1555750" y="5549900"/>
          <p14:tracePt t="62567" x="1663700" y="5562600"/>
          <p14:tracePt t="62584" x="1866900" y="5568950"/>
          <p14:tracePt t="62601" x="2032000" y="5581650"/>
          <p14:tracePt t="62618" x="2095500" y="5581650"/>
          <p14:tracePt t="62635" x="2159000" y="5568950"/>
          <p14:tracePt t="62650" x="2190750" y="5562600"/>
          <p14:tracePt t="62667" x="2197100" y="5562600"/>
          <p14:tracePt t="62712" x="2190750" y="5562600"/>
          <p14:tracePt t="62720" x="2184400" y="5562600"/>
          <p14:tracePt t="62735" x="2171700" y="5562600"/>
          <p14:tracePt t="62750" x="2152650" y="5562600"/>
          <p14:tracePt t="62767" x="2070100" y="5543550"/>
          <p14:tracePt t="62783" x="1930400" y="5524500"/>
          <p14:tracePt t="62800" x="1835150" y="5511800"/>
          <p14:tracePt t="62817" x="1644650" y="5505450"/>
          <p14:tracePt t="62833" x="1479550" y="5492750"/>
          <p14:tracePt t="62850" x="1403350" y="5492750"/>
          <p14:tracePt t="62867" x="1320800" y="5486400"/>
          <p14:tracePt t="62883" x="1289050" y="5480050"/>
          <p14:tracePt t="62900" x="1282700" y="5473700"/>
          <p14:tracePt t="62917" x="1276350" y="5473700"/>
          <p14:tracePt t="62965" x="1282700" y="5467350"/>
          <p14:tracePt t="62972" x="1289050" y="5467350"/>
          <p14:tracePt t="62986" x="1301750" y="5467350"/>
          <p14:tracePt t="63001" x="1346200" y="5467350"/>
          <p14:tracePt t="63016" x="1384300" y="5467350"/>
          <p14:tracePt t="63033" x="1454150" y="5467350"/>
          <p14:tracePt t="63049" x="1631950" y="5461000"/>
          <p14:tracePt t="63066" x="1847850" y="5448300"/>
          <p14:tracePt t="63082" x="1949450" y="5448300"/>
          <p14:tracePt t="63099" x="2101850" y="5448300"/>
          <p14:tracePt t="63116" x="2184400" y="5467350"/>
          <p14:tracePt t="63133" x="2203450" y="5467350"/>
          <p14:tracePt t="63149" x="2216150" y="5467350"/>
          <p14:tracePt t="63211" x="2203450" y="5467350"/>
          <p14:tracePt t="63225" x="2197100" y="5461000"/>
          <p14:tracePt t="63234" x="2190750" y="5454650"/>
          <p14:tracePt t="63260" x="2184400" y="5454650"/>
          <p14:tracePt t="63836" x="2228850" y="5486400"/>
          <p14:tracePt t="63842" x="2324100" y="5549900"/>
          <p14:tracePt t="63856" x="2432050" y="5613400"/>
          <p14:tracePt t="63866" x="2540000" y="5683250"/>
          <p14:tracePt t="63879" x="2660650" y="5753100"/>
          <p14:tracePt t="63896" x="2768600" y="5816600"/>
          <p14:tracePt t="63913" x="3086100" y="5988050"/>
          <p14:tracePt t="63929" x="3200400" y="6038850"/>
          <p14:tracePt t="63946" x="3340100" y="6108700"/>
          <p14:tracePt t="63963" x="3549650" y="6223000"/>
          <p14:tracePt t="63979" x="3740150" y="6337300"/>
          <p14:tracePt t="63996" x="3822700" y="6369050"/>
          <p14:tracePt t="64012" x="3968750" y="6432550"/>
          <p14:tracePt t="64029" x="4064000" y="6464300"/>
          <p14:tracePt t="64046" x="4114800" y="6489700"/>
          <p14:tracePt t="64062" x="4140200" y="6489700"/>
          <p14:tracePt t="64079" x="4159250" y="6496050"/>
          <p14:tracePt t="64096" x="4178300" y="6496050"/>
          <p14:tracePt t="64112" x="4191000" y="6489700"/>
          <p14:tracePt t="64129" x="4210050" y="6483350"/>
          <p14:tracePt t="64145" x="4235450" y="6470650"/>
          <p14:tracePt t="64162" x="4241800" y="6464300"/>
          <p14:tracePt t="64179" x="4267200" y="6445250"/>
          <p14:tracePt t="64195" x="4298950" y="6426200"/>
          <p14:tracePt t="64212" x="4305300" y="6419850"/>
          <p14:tracePt t="64229" x="4330700" y="6400800"/>
          <p14:tracePt t="64245" x="4343400" y="6394450"/>
          <p14:tracePt t="64261" x="4362450" y="6375400"/>
          <p14:tracePt t="64278" x="4381500" y="6362700"/>
          <p14:tracePt t="64295" x="4387850" y="6356350"/>
          <p14:tracePt t="64312" x="4400550" y="6343650"/>
          <p14:tracePt t="64328" x="4419600" y="6330950"/>
          <p14:tracePt t="64345" x="4425950" y="6330950"/>
          <p14:tracePt t="64362" x="4438650" y="6318250"/>
          <p14:tracePt t="64378" x="4451350" y="6305550"/>
          <p14:tracePt t="64394" x="4451350" y="6299200"/>
          <p14:tracePt t="64411" x="4464050" y="6286500"/>
          <p14:tracePt t="64427" x="4476750" y="6286500"/>
          <p14:tracePt t="64444" x="4483100" y="6280150"/>
          <p14:tracePt t="64461" x="4508500" y="6267450"/>
          <p14:tracePt t="64477" x="4559300" y="6242050"/>
          <p14:tracePt t="64494" x="4584700" y="6229350"/>
          <p14:tracePt t="64510" x="4686300" y="6203950"/>
          <p14:tracePt t="64527" x="4749800" y="6191250"/>
          <p14:tracePt t="64544" x="4984750" y="6165850"/>
          <p14:tracePt t="64560" x="5060950" y="6165850"/>
          <p14:tracePt t="64577" x="5137150" y="6165850"/>
          <p14:tracePt t="64594" x="5302250" y="6165850"/>
          <p14:tracePt t="64610" x="5429250" y="6165850"/>
          <p14:tracePt t="64627" x="5480050" y="6165850"/>
          <p14:tracePt t="64644" x="5562600" y="6165850"/>
          <p14:tracePt t="64660" x="5613400" y="6165850"/>
          <p14:tracePt t="64693" x="5632450" y="6165850"/>
          <p14:tracePt t="64710" x="5645150" y="6165850"/>
          <p14:tracePt t="64727" x="5651500" y="6165850"/>
          <p14:tracePt t="64825" x="5645150" y="6165850"/>
          <p14:tracePt t="65290" x="5657850" y="6172200"/>
          <p14:tracePt t="65297" x="5689600" y="6178550"/>
          <p14:tracePt t="65312" x="5727700" y="6197600"/>
          <p14:tracePt t="65326" x="5784850" y="6216650"/>
          <p14:tracePt t="65341" x="5899150" y="6216650"/>
          <p14:tracePt t="65358" x="5969000" y="6223000"/>
          <p14:tracePt t="65375" x="6108700" y="6242050"/>
          <p14:tracePt t="65391" x="6229350" y="6254750"/>
          <p14:tracePt t="65407" x="6292850" y="6248400"/>
          <p14:tracePt t="65424" x="6400800" y="6223000"/>
          <p14:tracePt t="65441" x="6470650" y="6210300"/>
          <p14:tracePt t="65457" x="6489700" y="6203950"/>
          <p14:tracePt t="65474" x="6515100" y="6191250"/>
          <p14:tracePt t="65491" x="6540500" y="6178550"/>
          <p14:tracePt t="65524" x="6553200" y="6178550"/>
          <p14:tracePt t="65540" x="6559550" y="6178550"/>
          <p14:tracePt t="65859" x="6565900" y="6178550"/>
          <p14:tracePt t="65874" x="6578600" y="6178550"/>
          <p14:tracePt t="65881" x="6591300" y="6178550"/>
          <p14:tracePt t="65894" x="6610350" y="6178550"/>
          <p14:tracePt t="65906" x="6629400" y="6178550"/>
          <p14:tracePt t="65924" x="6686550" y="6172200"/>
          <p14:tracePt t="65939" x="6718300" y="6172200"/>
          <p14:tracePt t="65956" x="6788150" y="6165850"/>
          <p14:tracePt t="65972" x="6851650" y="6159500"/>
          <p14:tracePt t="65989" x="6883400" y="6153150"/>
          <p14:tracePt t="66006" x="6940550" y="6146800"/>
          <p14:tracePt t="66023" x="6978650" y="6146800"/>
          <p14:tracePt t="66039" x="7010400" y="6140450"/>
          <p14:tracePt t="66056" x="7042150" y="6140450"/>
          <p14:tracePt t="66072" x="7073900" y="6140450"/>
          <p14:tracePt t="66088" x="7086600" y="6140450"/>
          <p14:tracePt t="66106" x="7105650" y="6140450"/>
          <p14:tracePt t="66122" x="7124700" y="6140450"/>
          <p14:tracePt t="66139" x="7131050" y="6140450"/>
          <p14:tracePt t="66155" x="7143750" y="6140450"/>
          <p14:tracePt t="66171" x="7150100" y="6140450"/>
          <p14:tracePt t="66188" x="7162800" y="6140450"/>
          <p14:tracePt t="66205" x="7175500" y="6140450"/>
          <p14:tracePt t="66222" x="7181850" y="6140450"/>
          <p14:tracePt t="66239" x="7194550" y="6140450"/>
          <p14:tracePt t="66254" x="7200900" y="6140450"/>
          <p14:tracePt t="66288" x="7207250" y="6140450"/>
          <p14:tracePt t="66304" x="7213600" y="6134100"/>
          <p14:tracePt t="66330" x="7219950" y="6134100"/>
          <p14:tracePt t="66351" x="7226300" y="6134100"/>
          <p14:tracePt t="66372" x="7232650" y="6134100"/>
          <p14:tracePt t="66393" x="7239000" y="6134100"/>
          <p14:tracePt t="66413" x="7245350" y="6134100"/>
          <p14:tracePt t="66422" x="7251700" y="6134100"/>
          <p14:tracePt t="66456" x="7258050" y="6134100"/>
          <p14:tracePt t="66463" x="7264400" y="6134100"/>
          <p14:tracePt t="66485" x="7277100" y="6134100"/>
          <p14:tracePt t="66492" x="7283450" y="6127750"/>
          <p14:tracePt t="66507" x="7289800" y="6127750"/>
          <p14:tracePt t="66520" x="7296150" y="6127750"/>
          <p14:tracePt t="66537" x="7334250" y="6127750"/>
          <p14:tracePt t="66555" x="7372350" y="6134100"/>
          <p14:tracePt t="66570" x="7391400" y="6140450"/>
          <p14:tracePt t="66587" x="7435850" y="6140450"/>
          <p14:tracePt t="66604" x="7467600" y="6140450"/>
          <p14:tracePt t="66620" x="7486650" y="6140450"/>
          <p14:tracePt t="66636" x="7518400" y="6146800"/>
          <p14:tracePt t="66654" x="7556500" y="6146800"/>
          <p14:tracePt t="66670" x="7569200" y="6153150"/>
          <p14:tracePt t="66686" x="7588250" y="6153150"/>
          <p14:tracePt t="66703" x="7632700" y="6159500"/>
          <p14:tracePt t="66720" x="7651750" y="6159500"/>
          <p14:tracePt t="66737" x="7702550" y="6159500"/>
          <p14:tracePt t="66753" x="7766050" y="6159500"/>
          <p14:tracePt t="66769" x="7785100" y="6159500"/>
          <p14:tracePt t="66787" x="7848600" y="6172200"/>
          <p14:tracePt t="66803" x="7874000" y="6178550"/>
          <p14:tracePt t="66819" x="7918450" y="6178550"/>
          <p14:tracePt t="66836" x="7956550" y="6184900"/>
          <p14:tracePt t="66852" x="7962900" y="6184900"/>
          <p14:tracePt t="66870" x="7981950" y="6184900"/>
          <p14:tracePt t="66886" x="7988300" y="6184900"/>
          <p14:tracePt t="66920" x="7994650" y="6184900"/>
          <p14:tracePt t="66955" x="7994650" y="6178550"/>
          <p14:tracePt t="66983" x="7994650" y="6172200"/>
          <p14:tracePt t="67025" x="7994650" y="6165850"/>
          <p14:tracePt t="67075" x="8001000" y="6165850"/>
          <p14:tracePt t="67096" x="8007350" y="6165850"/>
          <p14:tracePt t="67166" x="8013700" y="6159500"/>
          <p14:tracePt t="67215" x="8013700" y="6146800"/>
          <p14:tracePt t="67229" x="8007350" y="6140450"/>
          <p14:tracePt t="67237" x="8001000" y="6134100"/>
          <p14:tracePt t="67250" x="7988300" y="6127750"/>
          <p14:tracePt t="67268" x="7937500" y="6083300"/>
          <p14:tracePt t="67285" x="7829550" y="6007100"/>
          <p14:tracePt t="67300" x="7734300" y="5943600"/>
          <p14:tracePt t="67318" x="7524750" y="5829300"/>
          <p14:tracePt t="67334" x="7251700" y="5727700"/>
          <p14:tracePt t="67351" x="7092950" y="5676900"/>
          <p14:tracePt t="67368" x="6743700" y="5600700"/>
          <p14:tracePt t="67383" x="6394450" y="5594350"/>
          <p14:tracePt t="67401" x="6203950" y="5600700"/>
          <p14:tracePt t="67417" x="5791200" y="5651500"/>
          <p14:tracePt t="67434" x="5334000" y="5753100"/>
          <p14:tracePt t="67451" x="5099050" y="5822950"/>
          <p14:tracePt t="67467" x="4603750" y="5975350"/>
          <p14:tracePt t="67484" x="4165600" y="6089650"/>
          <p14:tracePt t="67500" x="3911600" y="6146800"/>
          <p14:tracePt t="67517" x="3479800" y="6248400"/>
          <p14:tracePt t="67533" x="3073400" y="6343650"/>
          <p14:tracePt t="67551" x="2794000" y="6407150"/>
          <p14:tracePt t="67567" x="2660650" y="6432550"/>
          <p14:tracePt t="67583" x="2546350" y="6464300"/>
          <p14:tracePt t="67600" x="2184400" y="6559550"/>
          <p14:tracePt t="67617" x="2095500" y="6578600"/>
          <p14:tracePt t="68049" x="971550" y="6343650"/>
          <p14:tracePt t="68065" x="971550" y="6299200"/>
          <p14:tracePt t="68082" x="971550" y="6280150"/>
          <p14:tracePt t="68098" x="971550" y="6242050"/>
          <p14:tracePt t="68115" x="971550" y="6210300"/>
          <p14:tracePt t="68131" x="971550" y="6197600"/>
          <p14:tracePt t="68148" x="971550" y="6178550"/>
          <p14:tracePt t="68165" x="971550" y="6165850"/>
          <p14:tracePt t="68182" x="977900" y="6165850"/>
          <p14:tracePt t="68198" x="990600" y="6159500"/>
          <p14:tracePt t="68215" x="990600" y="6153150"/>
          <p14:tracePt t="68247" x="996950" y="6146800"/>
          <p14:tracePt t="68288" x="1003300" y="6146800"/>
          <p14:tracePt t="68429" x="1009650" y="6153150"/>
          <p14:tracePt t="68436" x="1009650" y="6159500"/>
          <p14:tracePt t="68446" x="1016000" y="6159500"/>
          <p14:tracePt t="68466" x="1022350" y="6165850"/>
          <p14:tracePt t="68484" x="1028700" y="6172200"/>
          <p14:tracePt t="68500" x="1035050" y="6172200"/>
          <p14:tracePt t="68513" x="1035050" y="6178550"/>
          <p14:tracePt t="68530" x="1041400" y="6184900"/>
          <p14:tracePt t="68550" x="1047750" y="6191250"/>
          <p14:tracePt t="68569" x="1054100" y="6191250"/>
          <p14:tracePt t="68580" x="1060450" y="6191250"/>
          <p14:tracePt t="68599" x="1066800" y="6197600"/>
          <p14:tracePt t="68613" x="1073150" y="6197600"/>
          <p14:tracePt t="68629" x="1079500" y="6197600"/>
          <p14:tracePt t="68647" x="1098550" y="6197600"/>
          <p14:tracePt t="68663" x="1111250" y="6197600"/>
          <p14:tracePt t="68680" x="1143000" y="6197600"/>
          <p14:tracePt t="68696" x="1187450" y="6197600"/>
          <p14:tracePt t="68713" x="1212850" y="6197600"/>
          <p14:tracePt t="68729" x="1282700" y="6197600"/>
          <p14:tracePt t="68746" x="1346200" y="6197600"/>
          <p14:tracePt t="68762" x="1377950" y="6197600"/>
          <p14:tracePt t="68780" x="1428750" y="6197600"/>
          <p14:tracePt t="68796" x="1466850" y="6210300"/>
          <p14:tracePt t="68812" x="1485900" y="6210300"/>
          <p14:tracePt t="68829" x="1498600" y="6210300"/>
          <p14:tracePt t="68846" x="1504950" y="6210300"/>
          <p14:tracePt t="68862" x="1511300" y="6210300"/>
          <p14:tracePt t="68906" x="1517650" y="6210300"/>
          <p14:tracePt t="69187" x="1593850" y="6223000"/>
          <p14:tracePt t="69201" x="1708150" y="6235700"/>
          <p14:tracePt t="69208" x="1835150" y="6254750"/>
          <p14:tracePt t="69215" x="1962150" y="6267450"/>
          <p14:tracePt t="69231" x="2089150" y="6273800"/>
          <p14:tracePt t="69244" x="2216150" y="6286500"/>
          <p14:tracePt t="69261" x="2419350" y="6299200"/>
          <p14:tracePt t="69278" x="2571750" y="6292850"/>
          <p14:tracePt t="69294" x="2628900" y="6286500"/>
          <p14:tracePt t="69311" x="2698750" y="6267450"/>
          <p14:tracePt t="69328" x="2743200" y="6254750"/>
          <p14:tracePt t="69344" x="2755900" y="6254750"/>
          <p14:tracePt t="69361" x="2762250" y="6242050"/>
          <p14:tracePt t="69377" x="2774950" y="6235700"/>
          <p14:tracePt t="69394" x="2781300" y="6235700"/>
          <p14:tracePt t="69428" x="2787650" y="6229350"/>
          <p14:tracePt t="69461" x="2794000" y="6223000"/>
          <p14:tracePt t="69477" x="2800350" y="6216650"/>
          <p14:tracePt t="69493" x="2813050" y="6216650"/>
          <p14:tracePt t="69512" x="2819400" y="6216650"/>
          <p14:tracePt t="69527" x="2825750" y="6216650"/>
          <p14:tracePt t="69545" x="2825750" y="6210300"/>
          <p14:tracePt t="69561" x="2832100" y="6210300"/>
          <p14:tracePt t="69587" x="2838450" y="6203950"/>
          <p14:tracePt t="69622" x="2844800" y="6203950"/>
          <p14:tracePt t="69629" x="2851150" y="6203950"/>
          <p14:tracePt t="69651" x="2857500" y="6203950"/>
          <p14:tracePt t="69659" x="2857500" y="6197600"/>
          <p14:tracePt t="69676" x="2863850" y="6197600"/>
          <p14:tracePt t="69693" x="2870200" y="6197600"/>
          <p14:tracePt t="69709" x="2882900" y="6197600"/>
          <p14:tracePt t="69726" x="2895600" y="6197600"/>
          <p14:tracePt t="69743" x="2933700" y="6191250"/>
          <p14:tracePt t="69759" x="2965450" y="6191250"/>
          <p14:tracePt t="69777" x="3079750" y="6184900"/>
          <p14:tracePt t="69792" x="3143250" y="6184900"/>
          <p14:tracePt t="69809" x="3213100" y="6178550"/>
          <p14:tracePt t="69826" x="3340100" y="6178550"/>
          <p14:tracePt t="69842" x="3429000" y="6178550"/>
          <p14:tracePt t="69846" x="3467100" y="6178550"/>
          <p14:tracePt t="69876" x="3517900" y="6178550"/>
          <p14:tracePt t="69892" x="3543300" y="6178550"/>
          <p14:tracePt t="69909" x="3549650" y="6172200"/>
          <p14:tracePt t="69952" x="3556000" y="6165850"/>
          <p14:tracePt t="69981" x="3556000" y="6159500"/>
          <p14:tracePt t="70058" x="3556000" y="6153150"/>
          <p14:tracePt t="70121" x="3562350" y="6153150"/>
          <p14:tracePt t="70128" x="3568700" y="6153150"/>
          <p14:tracePt t="70144" x="3575050" y="6146800"/>
          <p14:tracePt t="70158" x="3587750" y="6146800"/>
          <p14:tracePt t="70174" x="3619500" y="6134100"/>
          <p14:tracePt t="70191" x="3695700" y="6102350"/>
          <p14:tracePt t="70207" x="3746500" y="6076950"/>
          <p14:tracePt t="70224" x="3810000" y="6038850"/>
          <p14:tracePt t="70241" x="3956050" y="5969000"/>
          <p14:tracePt t="70257" x="4025900" y="5918200"/>
          <p14:tracePt t="70275" x="4095750" y="5867400"/>
          <p14:tracePt t="70291" x="4318000" y="5683250"/>
          <p14:tracePt t="70314" x="4451350" y="5588000"/>
          <p14:tracePt t="70325" x="4508500" y="5537200"/>
          <p14:tracePt t="70341" x="4572000" y="5480050"/>
          <p14:tracePt t="70357" x="4603750" y="5461000"/>
          <p14:tracePt t="70360" x="4622800" y="5441950"/>
          <p14:tracePt t="70376" x="4635500" y="5435600"/>
          <p14:tracePt t="70390" x="4635500" y="5429250"/>
          <p14:tracePt t="70407" x="4660900" y="5410200"/>
          <p14:tracePt t="70424" x="4686300" y="5403850"/>
          <p14:tracePt t="70440" x="4699000" y="5403850"/>
          <p14:tracePt t="71456" x="4679950" y="5403850"/>
          <p14:tracePt t="71463" x="4648200" y="5403850"/>
          <p14:tracePt t="71477" x="4622800" y="5403850"/>
          <p14:tracePt t="71487" x="4591050" y="5403850"/>
          <p14:tracePt t="71502" x="4552950" y="5403850"/>
          <p14:tracePt t="71520" x="4451350" y="5422900"/>
          <p14:tracePt t="71536" x="4330700" y="5429250"/>
          <p14:tracePt t="71553" x="4279900" y="5441950"/>
          <p14:tracePt t="71569" x="4108450" y="5461000"/>
          <p14:tracePt t="71587" x="3905250" y="5480050"/>
          <p14:tracePt t="71603" x="3790950" y="5499100"/>
          <p14:tracePt t="71619" x="3536950" y="5524500"/>
          <p14:tracePt t="71636" x="3409950" y="5530850"/>
          <p14:tracePt t="71653" x="3143250" y="5556250"/>
          <p14:tracePt t="71669" x="3016250" y="5575300"/>
          <p14:tracePt t="71686" x="2711450" y="5619750"/>
          <p14:tracePt t="71703" x="2457450" y="5664200"/>
          <p14:tracePt t="71719" x="2235200" y="5708650"/>
          <p14:tracePt t="71736" x="2133600" y="5715000"/>
          <p14:tracePt t="71752" x="1968500" y="5746750"/>
          <p14:tracePt t="71769" x="1860550" y="5772150"/>
          <p14:tracePt t="71787" x="1771650" y="5810250"/>
          <p14:tracePt t="71802" x="1727200" y="5822950"/>
          <p14:tracePt t="71819" x="1657350" y="5848350"/>
          <p14:tracePt t="71835" x="1593850" y="5880100"/>
          <p14:tracePt t="71852" x="1568450" y="5886450"/>
          <p14:tracePt t="71868" x="1504950" y="5899150"/>
          <p14:tracePt t="71886" x="1447800" y="5924550"/>
          <p14:tracePt t="71902" x="1416050" y="5930900"/>
          <p14:tracePt t="71919" x="1365250" y="5943600"/>
          <p14:tracePt t="71934" x="1320800" y="5969000"/>
          <p14:tracePt t="71952" x="1301750" y="5975350"/>
          <p14:tracePt t="71969" x="1276350" y="5988050"/>
          <p14:tracePt t="71985" x="1257300" y="5994400"/>
          <p14:tracePt t="72002" x="1238250" y="6007100"/>
          <p14:tracePt t="72019" x="1231900" y="6019800"/>
          <p14:tracePt t="72034" x="1225550" y="6019800"/>
          <p14:tracePt t="72109" x="1219200" y="6019800"/>
          <p14:tracePt t="72144" x="1219200" y="6013450"/>
          <p14:tracePt t="72656" x="1212850" y="6019800"/>
          <p14:tracePt t="72671" x="1200150" y="6026150"/>
          <p14:tracePt t="72678" x="1174750" y="6032500"/>
          <p14:tracePt t="72692" x="1168400" y="6038850"/>
          <p14:tracePt t="72701" x="1155700" y="6051550"/>
          <p14:tracePt t="72716" x="1143000" y="6057900"/>
          <p14:tracePt t="72732" x="1136650" y="6064250"/>
          <p14:tracePt t="72749" x="1130300" y="6070600"/>
          <p14:tracePt t="72766" x="1123950" y="6070600"/>
          <p14:tracePt t="72783" x="1111250" y="6083300"/>
          <p14:tracePt t="72798" x="1104900" y="6083300"/>
          <p14:tracePt t="72832" x="1104900" y="6089650"/>
          <p14:tracePt t="72909" x="1098550" y="6089650"/>
          <p14:tracePt t="73008" x="1092200" y="6089650"/>
          <p14:tracePt t="73071" x="1085850" y="6089650"/>
          <p14:tracePt t="73078" x="1079500" y="6096000"/>
          <p14:tracePt t="73092" x="1073150" y="6102350"/>
          <p14:tracePt t="73101" x="1066800" y="6102350"/>
          <p14:tracePt t="73120" x="1054100" y="6102350"/>
          <p14:tracePt t="73130" x="1047750" y="6108700"/>
          <p14:tracePt t="73149" x="1022350" y="6121400"/>
          <p14:tracePt t="73164" x="1003300" y="6134100"/>
          <p14:tracePt t="73181" x="990600" y="6146800"/>
          <p14:tracePt t="73198" x="939800" y="6159500"/>
          <p14:tracePt t="73214" x="927100" y="6165850"/>
          <p14:tracePt t="73230" x="920750" y="6172200"/>
          <p14:tracePt t="73247" x="914400" y="6172200"/>
          <p14:tracePt t="73264" x="901700" y="6172200"/>
          <p14:tracePt t="73297" x="895350" y="6172200"/>
          <p14:tracePt t="74883" x="901700" y="6172200"/>
          <p14:tracePt t="74953" x="908050" y="6172200"/>
          <p14:tracePt t="75065" x="914400" y="6165850"/>
          <p14:tracePt t="75114" x="920750" y="6165850"/>
          <p14:tracePt t="75205" x="927100" y="6165850"/>
          <p14:tracePt t="75620" x="933450" y="6165850"/>
          <p14:tracePt t="75627" x="939800" y="6165850"/>
          <p14:tracePt t="75648" x="952500" y="6165850"/>
          <p14:tracePt t="75669" x="965200" y="6165850"/>
          <p14:tracePt t="75676" x="990600" y="6172200"/>
          <p14:tracePt t="75691" x="1028700" y="6178550"/>
          <p14:tracePt t="75705" x="1092200" y="6184900"/>
          <p14:tracePt t="75722" x="1289050" y="6229350"/>
          <p14:tracePt t="75740" x="1600200" y="6311900"/>
          <p14:tracePt t="75756" x="1809750" y="6381750"/>
          <p14:tracePt t="75772" x="2311400" y="6546850"/>
          <p14:tracePt t="75789" x="2813050" y="6711950"/>
          <p14:tracePt t="75805" x="3022600" y="6788150"/>
          <p14:tracePt t="75822" x="3422650" y="6851650"/>
          <p14:tracePt t="75839" x="3708400" y="6851650"/>
          <p14:tracePt t="75855" x="3822700" y="6851650"/>
          <p14:tracePt t="75872" x="4032250" y="6851650"/>
          <p14:tracePt t="75888" x="4184650" y="6851650"/>
          <p14:tracePt t="75905" x="4248150" y="6851650"/>
          <p14:tracePt t="75922" x="4343400" y="6851650"/>
          <p14:tracePt t="75938" x="4413250" y="6845300"/>
          <p14:tracePt t="75955" x="4445000" y="6826250"/>
          <p14:tracePt t="75971" x="4489450" y="6819900"/>
          <p14:tracePt t="75987" x="4514850" y="6819900"/>
          <p14:tracePt t="76004" x="4559300" y="6813550"/>
          <p14:tracePt t="76021" x="4597400" y="6813550"/>
          <p14:tracePt t="76037" x="4616450" y="6813550"/>
          <p14:tracePt t="76055" x="4641850" y="6819900"/>
          <p14:tracePt t="76072" x="4660900" y="6832600"/>
          <p14:tracePt t="76087" x="4679950" y="6832600"/>
          <p14:tracePt t="76104" x="4705350" y="6851650"/>
          <p14:tracePt t="76120" x="4724400" y="6851650"/>
          <p14:tracePt t="76137" x="4737100" y="6851650"/>
          <p14:tracePt t="76154" x="4762500" y="6851650"/>
          <p14:tracePt t="76171" x="4768850" y="6851650"/>
          <p14:tracePt t="76187" x="4775200" y="6851650"/>
          <p14:tracePt t="76204" x="4781550" y="6851650"/>
          <p14:tracePt t="76220" x="4787900" y="6851650"/>
          <p14:tracePt t="76280" x="4787900" y="6845300"/>
          <p14:tracePt t="76308" x="4787900" y="6838950"/>
          <p14:tracePt t="76350" x="4781550" y="6832600"/>
          <p14:tracePt t="76378" x="4775200" y="6826250"/>
          <p14:tracePt t="76420" x="4768850" y="6826250"/>
          <p14:tracePt t="76470" x="4762500" y="6819900"/>
          <p14:tracePt t="76498" x="4756150" y="6813550"/>
          <p14:tracePt t="76610" x="4756150" y="6807200"/>
          <p14:tracePt t="76659" x="4749800" y="6813550"/>
          <p14:tracePt t="76694" x="4743450" y="6813550"/>
          <p14:tracePt t="77113" x="4781550" y="6813550"/>
          <p14:tracePt t="77119" x="4857750" y="6794500"/>
          <p14:tracePt t="77136" x="4940300" y="6762750"/>
          <p14:tracePt t="77150" x="5029200" y="6756400"/>
          <p14:tracePt t="77167" x="5238750" y="6724650"/>
          <p14:tracePt t="77184" x="5403850" y="6705600"/>
          <p14:tracePt t="77200" x="5480050" y="6705600"/>
          <p14:tracePt t="77217" x="5594350" y="6705600"/>
          <p14:tracePt t="77233" x="5664200" y="6711950"/>
          <p14:tracePt t="77250" x="5695950" y="6718300"/>
          <p14:tracePt t="77267" x="5715000" y="6718300"/>
          <p14:tracePt t="77283" x="5727700" y="6724650"/>
          <p14:tracePt t="77576" x="5734050" y="6724650"/>
          <p14:tracePt t="77583" x="5740400" y="6724650"/>
          <p14:tracePt t="77597" x="5753100" y="6724650"/>
          <p14:tracePt t="77604" x="5765800" y="6724650"/>
          <p14:tracePt t="77615" x="5784850" y="6724650"/>
          <p14:tracePt t="77632" x="5861050" y="6724650"/>
          <p14:tracePt t="77648" x="5937250" y="6737350"/>
          <p14:tracePt t="77665" x="6013450" y="6737350"/>
          <p14:tracePt t="77682" x="6273800" y="6743700"/>
          <p14:tracePt t="77698" x="6350000" y="6743700"/>
          <p14:tracePt t="77715" x="6413500" y="6743700"/>
          <p14:tracePt t="77732" x="6515100" y="6756400"/>
          <p14:tracePt t="77748" x="6584950" y="6756400"/>
          <p14:tracePt t="77766" x="6635750" y="6756400"/>
          <p14:tracePt t="77781" x="6654800" y="6762750"/>
          <p14:tracePt t="77798" x="6680200" y="6769100"/>
          <p14:tracePt t="77815" x="6705600" y="6769100"/>
          <p14:tracePt t="77831" x="6711950" y="6769100"/>
          <p14:tracePt t="77848" x="6731000" y="6769100"/>
          <p14:tracePt t="77864" x="6756400" y="6769100"/>
          <p14:tracePt t="77881" x="6769100" y="6769100"/>
          <p14:tracePt t="77898" x="6794500" y="6769100"/>
          <p14:tracePt t="77915" x="6838950" y="6769100"/>
          <p14:tracePt t="77931" x="6864350" y="6762750"/>
          <p14:tracePt t="77948" x="6921500" y="6762750"/>
          <p14:tracePt t="77964" x="6978650" y="6762750"/>
          <p14:tracePt t="77981" x="7016750" y="6762750"/>
          <p14:tracePt t="77998" x="7073900" y="6762750"/>
          <p14:tracePt t="78014" x="7105650" y="6750050"/>
          <p14:tracePt t="78031" x="7137400" y="6743700"/>
          <p14:tracePt t="78047" x="7169150" y="6737350"/>
          <p14:tracePt t="78063" x="7181850" y="6737350"/>
          <p14:tracePt t="78081" x="7200900" y="6731000"/>
          <p14:tracePt t="78097" x="7213600" y="6718300"/>
          <p14:tracePt t="78113" x="7226300" y="6711950"/>
          <p14:tracePt t="78131" x="7226300" y="6692900"/>
          <p14:tracePt t="78147" x="7239000" y="6667500"/>
          <p14:tracePt t="78163" x="7239000" y="6661150"/>
          <p14:tracePt t="78180" x="7245350" y="6610350"/>
          <p14:tracePt t="78197" x="7258050" y="6527800"/>
          <p14:tracePt t="78213" x="7258050" y="6477000"/>
          <p14:tracePt t="78230" x="7258050" y="6324600"/>
          <p14:tracePt t="78246" x="7251700" y="6248400"/>
          <p14:tracePt t="78263" x="7239000" y="6172200"/>
          <p14:tracePt t="78280" x="7169150" y="5988050"/>
          <p14:tracePt t="78297" x="7048500" y="5746750"/>
          <p14:tracePt t="78314" x="6889750" y="5467350"/>
          <p14:tracePt t="78329" x="6826250" y="5365750"/>
          <p14:tracePt t="78346" x="6718300" y="5219700"/>
          <p14:tracePt t="78363" x="6648450" y="5149850"/>
          <p14:tracePt t="78379" x="6635750" y="5118100"/>
          <p14:tracePt t="78412" x="6616700" y="5118100"/>
        </p14:tracePtLst>
      </p14:laserTraceLst>
    </p:ext>
  </p:extLs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3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is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000000"/>
                </a:solidFill>
                <a:latin typeface="Lucida Console" panose="020B0609040504020204" pitchFamily="49" charset="0"/>
              </a:rPr>
              <a:t>True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b="1" dirty="0">
                <a:solidFill>
                  <a:srgbClr val="7030A0"/>
                </a:solidFill>
              </a:rPr>
              <a:t> ☺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";</a:t>
            </a: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b="1" dirty="0">
                <a:solidFill>
                  <a:srgbClr val="7030A0"/>
                </a:solidFill>
              </a:rPr>
              <a:t>☺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5285232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5910961"/>
            <a:ext cx="762000" cy="413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endParaRPr lang="en-US" altLang="zh-TW" dirty="0">
              <a:solidFill>
                <a:srgbClr val="FF9797"/>
              </a:solidFill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307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558"/>
    </mc:Choice>
    <mc:Fallback xmlns="">
      <p:transition spd="slow" advTm="535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</p:bldLst>
  </p:timing>
  <p:extLst>
    <p:ext uri="{3A86A75C-4F4B-4683-9AE1-C65F6400EC91}">
      <p14:laserTraceLst xmlns:p14="http://schemas.microsoft.com/office/powerpoint/2010/main">
        <p14:tracePtLst>
          <p14:tracePt t="1562" x="6546850" y="5111750"/>
          <p14:tracePt t="1576" x="6464300" y="5099050"/>
          <p14:tracePt t="1583" x="6362700" y="5086350"/>
          <p14:tracePt t="1591" x="6235700" y="5067300"/>
          <p14:tracePt t="1608" x="6096000" y="5048250"/>
          <p14:tracePt t="1625" x="5778500" y="4997450"/>
          <p14:tracePt t="1642" x="5632450" y="4978400"/>
          <p14:tracePt t="1658" x="5238750" y="4921250"/>
          <p14:tracePt t="1675" x="4921250" y="4876800"/>
          <p14:tracePt t="1691" x="4800600" y="4876800"/>
          <p14:tracePt t="1708" x="4546600" y="4883150"/>
          <p14:tracePt t="1725" x="4279900" y="4883150"/>
          <p14:tracePt t="1741" x="4165600" y="4889500"/>
          <p14:tracePt t="1758" x="3898900" y="4914900"/>
          <p14:tracePt t="1774" x="3613150" y="4946650"/>
          <p14:tracePt t="1791" x="3467100" y="4972050"/>
          <p14:tracePt t="1808" x="3175000" y="5016500"/>
          <p14:tracePt t="1824" x="2946400" y="5054600"/>
          <p14:tracePt t="1841" x="2832100" y="5080000"/>
          <p14:tracePt t="1857" x="2609850" y="5105400"/>
          <p14:tracePt t="1874" x="2419350" y="5156200"/>
          <p14:tracePt t="1891" x="2247900" y="5181600"/>
          <p14:tracePt t="1907" x="2171700" y="5181600"/>
          <p14:tracePt t="1924" x="1981200" y="5200650"/>
          <p14:tracePt t="1941" x="1816100" y="5194300"/>
          <p14:tracePt t="1957" x="1771650" y="5187950"/>
          <p14:tracePt t="1974" x="1733550" y="5181600"/>
          <p14:tracePt t="1990" x="1638300" y="5143500"/>
          <p14:tracePt t="2007" x="1644650" y="5137150"/>
          <p14:tracePt t="2024" x="1689100" y="5130800"/>
          <p14:tracePt t="2040" x="1714500" y="5130800"/>
          <p14:tracePt t="2515" x="1708150" y="5130800"/>
          <p14:tracePt t="2523" x="1695450" y="5130800"/>
          <p14:tracePt t="2537" x="1682750" y="5124450"/>
          <p14:tracePt t="2543" x="1663700" y="5111750"/>
          <p14:tracePt t="2558" x="1644650" y="5105400"/>
          <p14:tracePt t="2572" x="1619250" y="5099050"/>
          <p14:tracePt t="2588" x="1568450" y="5086350"/>
          <p14:tracePt t="2606" x="1543050" y="5080000"/>
          <p14:tracePt t="2622" x="1492250" y="5060950"/>
          <p14:tracePt t="2638" x="1460500" y="5054600"/>
          <p14:tracePt t="2656" x="1441450" y="5048250"/>
          <p14:tracePt t="2671" x="1435100" y="5048250"/>
          <p14:tracePt t="2688" x="1422400" y="5048250"/>
          <p14:tracePt t="2705" x="1416050" y="5041900"/>
          <p14:tracePt t="2721" x="1409700" y="5041900"/>
          <p14:tracePt t="2738" x="1397000" y="5041900"/>
          <p14:tracePt t="2754" x="1390650" y="5035550"/>
          <p14:tracePt t="2771" x="1384300" y="5035550"/>
          <p14:tracePt t="2788" x="1377950" y="5035550"/>
          <p14:tracePt t="2839" x="1371600" y="5035550"/>
          <p14:tracePt t="2866" x="1365250" y="5035550"/>
          <p14:tracePt t="2943" x="1358900" y="5035550"/>
          <p14:tracePt t="2964" x="1352550" y="5035550"/>
          <p14:tracePt t="2979" x="1346200" y="5035550"/>
          <p14:tracePt t="3000" x="1339850" y="5035550"/>
          <p14:tracePt t="3013" x="1333500" y="5035550"/>
          <p14:tracePt t="3028" x="1327150" y="5035550"/>
          <p14:tracePt t="3037" x="1320800" y="5035550"/>
          <p14:tracePt t="3057" x="1314450" y="5035550"/>
          <p14:tracePt t="3071" x="1308100" y="5035550"/>
          <p14:tracePt t="3086" x="1301750" y="5035550"/>
          <p14:tracePt t="3119" x="1295400" y="5035550"/>
          <p14:tracePt t="3147" x="1289050" y="5035550"/>
          <p14:tracePt t="3154" x="1282700" y="5035550"/>
          <p14:tracePt t="3175" x="1276350" y="5035550"/>
          <p14:tracePt t="3196" x="1270000" y="5035550"/>
          <p14:tracePt t="3224" x="1270000" y="5041900"/>
          <p14:tracePt t="3259" x="1263650" y="5041900"/>
          <p14:tracePt t="3286" x="1257300" y="5048250"/>
          <p14:tracePt t="3294" x="1250950" y="5048250"/>
          <p14:tracePt t="3315" x="1244600" y="5054600"/>
          <p14:tracePt t="3337" x="1231900" y="5060950"/>
          <p14:tracePt t="3350" x="1225550" y="5067300"/>
          <p14:tracePt t="3887" x="1231900" y="5054600"/>
          <p14:tracePt t="3901" x="1257300" y="5029200"/>
          <p14:tracePt t="3908" x="1276350" y="5016500"/>
          <p14:tracePt t="3922" x="1308100" y="4991100"/>
          <p14:tracePt t="3933" x="1333500" y="4972050"/>
          <p14:tracePt t="3950" x="1384300" y="4927600"/>
          <p14:tracePt t="3967" x="1416050" y="4902200"/>
          <p14:tracePt t="3984" x="1460500" y="4876800"/>
          <p14:tracePt t="4000" x="1492250" y="4864100"/>
          <p14:tracePt t="4017" x="1504950" y="4857750"/>
          <p14:tracePt t="4034" x="1530350" y="4851400"/>
          <p14:tracePt t="4050" x="1568450" y="4851400"/>
          <p14:tracePt t="4069" x="1581150" y="4851400"/>
          <p14:tracePt t="4084" x="1600200" y="4851400"/>
          <p14:tracePt t="4099" x="1619250" y="4851400"/>
          <p14:tracePt t="4116" x="1631950" y="4851400"/>
          <p14:tracePt t="4133" x="1663700" y="4851400"/>
          <p14:tracePt t="4149" x="1695450" y="4851400"/>
          <p14:tracePt t="4167" x="1708150" y="4851400"/>
          <p14:tracePt t="4183" x="1752600" y="4851400"/>
          <p14:tracePt t="4199" x="1771650" y="4857750"/>
          <p14:tracePt t="4217" x="1835150" y="4857750"/>
          <p14:tracePt t="4233" x="1860550" y="4857750"/>
          <p14:tracePt t="4249" x="1879600" y="4864100"/>
          <p14:tracePt t="4266" x="1930400" y="4864100"/>
          <p14:tracePt t="4283" x="1974850" y="4876800"/>
          <p14:tracePt t="4299" x="1993900" y="4876800"/>
          <p14:tracePt t="4316" x="2032000" y="4883150"/>
          <p14:tracePt t="4332" x="2076450" y="4895850"/>
          <p14:tracePt t="4349" x="2127250" y="4902200"/>
          <p14:tracePt t="4365" x="2146300" y="4902200"/>
          <p14:tracePt t="4382" x="2178050" y="4914900"/>
          <p14:tracePt t="4399" x="2203450" y="4921250"/>
          <p14:tracePt t="4415" x="2216150" y="4927600"/>
          <p14:tracePt t="4432" x="2228850" y="4933950"/>
          <p14:tracePt t="4449" x="2235200" y="4933950"/>
          <p14:tracePt t="4485" x="2241550" y="4940300"/>
          <p14:tracePt t="4539" x="2235200" y="4940300"/>
          <p14:tracePt t="4553" x="2228850" y="4940300"/>
          <p14:tracePt t="4560" x="2222500" y="4940300"/>
          <p14:tracePt t="4568" x="2216150" y="4940300"/>
          <p14:tracePt t="4588" x="2203450" y="4940300"/>
          <p14:tracePt t="4602" x="2171700" y="4946650"/>
          <p14:tracePt t="4614" x="2133600" y="4953000"/>
          <p14:tracePt t="4631" x="2012950" y="4965700"/>
          <p14:tracePt t="4648" x="1936750" y="4984750"/>
          <p14:tracePt t="4665" x="1727200" y="5003800"/>
          <p14:tracePt t="4681" x="1524000" y="5035550"/>
          <p14:tracePt t="4698" x="1435100" y="5041900"/>
          <p14:tracePt t="4715" x="1276350" y="5073650"/>
          <p14:tracePt t="4731" x="1187450" y="5086350"/>
          <p14:tracePt t="4747" x="1162050" y="5092700"/>
          <p14:tracePt t="4764" x="1130300" y="5092700"/>
          <p14:tracePt t="4781" x="1123950" y="5092700"/>
          <p14:tracePt t="4797" x="1117600" y="5092700"/>
          <p14:tracePt t="4911" x="1123950" y="5092700"/>
          <p14:tracePt t="4939" x="1130300" y="5092700"/>
          <p14:tracePt t="4960" x="1136650" y="5092700"/>
          <p14:tracePt t="4974" x="1149350" y="5092700"/>
          <p14:tracePt t="4983" x="1155700" y="5092700"/>
          <p14:tracePt t="4997" x="1168400" y="5092700"/>
          <p14:tracePt t="5013" x="1225550" y="5080000"/>
          <p14:tracePt t="5030" x="1333500" y="5067300"/>
          <p14:tracePt t="5046" x="1409700" y="5054600"/>
          <p14:tracePt t="5063" x="1581150" y="5022850"/>
          <p14:tracePt t="5080" x="1758950" y="4997450"/>
          <p14:tracePt t="5096" x="1835150" y="4972050"/>
          <p14:tracePt t="5113" x="1905000" y="4953000"/>
          <p14:tracePt t="5130" x="2057400" y="4921250"/>
          <p14:tracePt t="5146" x="2076450" y="4914900"/>
          <p14:tracePt t="5163" x="2101850" y="4908550"/>
          <p14:tracePt t="5179" x="2108200" y="4902200"/>
          <p14:tracePt t="5241" x="2101850" y="4902200"/>
          <p14:tracePt t="5262" x="2095500" y="4902200"/>
          <p14:tracePt t="5283" x="2089150" y="4902200"/>
          <p14:tracePt t="5289" x="2082800" y="4902200"/>
          <p14:tracePt t="5311" x="2070100" y="4902200"/>
          <p14:tracePt t="5325" x="2063750" y="4902200"/>
          <p14:tracePt t="5332" x="2051050" y="4902200"/>
          <p14:tracePt t="5346" x="2032000" y="4902200"/>
          <p14:tracePt t="5362" x="1974850" y="4902200"/>
          <p14:tracePt t="5379" x="1924050" y="4902200"/>
          <p14:tracePt t="5396" x="1809750" y="4914900"/>
          <p14:tracePt t="5412" x="1663700" y="4921250"/>
          <p14:tracePt t="5428" x="1587500" y="4921250"/>
          <p14:tracePt t="5445" x="1460500" y="4933950"/>
          <p14:tracePt t="5462" x="1409700" y="4933950"/>
          <p14:tracePt t="5479" x="1327150" y="4946650"/>
          <p14:tracePt t="5495" x="1301750" y="4946650"/>
          <p14:tracePt t="5511" x="1295400" y="4953000"/>
          <p14:tracePt t="5528" x="1289050" y="4953000"/>
          <p14:tracePt t="5562" x="1282700" y="4953000"/>
          <p14:tracePt t="5690" x="1289050" y="4953000"/>
          <p14:tracePt t="5725" x="1295400" y="4946650"/>
          <p14:tracePt t="5732" x="1301750" y="4946650"/>
          <p14:tracePt t="5752" x="1308100" y="4946650"/>
          <p14:tracePt t="5774" x="1314450" y="4946650"/>
          <p14:tracePt t="5781" x="1314450" y="4940300"/>
          <p14:tracePt t="5797" x="1320800" y="4940300"/>
          <p14:tracePt t="5810" x="1327150" y="4940300"/>
          <p14:tracePt t="5827" x="1346200" y="4940300"/>
          <p14:tracePt t="5845" x="1377950" y="4940300"/>
          <p14:tracePt t="5860" x="1397000" y="4940300"/>
          <p14:tracePt t="5877" x="1466850" y="4933950"/>
          <p14:tracePt t="5894" x="1524000" y="4927600"/>
          <p14:tracePt t="5910" x="1549400" y="4927600"/>
          <p14:tracePt t="5927" x="1593850" y="4921250"/>
          <p14:tracePt t="5943" x="1619250" y="4914900"/>
          <p14:tracePt t="5960" x="1625600" y="4914900"/>
          <p14:tracePt t="5976" x="1631950" y="4914900"/>
          <p14:tracePt t="6034" x="1625600" y="4914900"/>
          <p14:tracePt t="6062" x="1619250" y="4914900"/>
          <p14:tracePt t="6083" x="1612900" y="4914900"/>
          <p14:tracePt t="6104" x="1606550" y="4914900"/>
          <p14:tracePt t="6133" x="1600200" y="4914900"/>
          <p14:tracePt t="6154" x="1593850" y="4914900"/>
          <p14:tracePt t="6167" x="1587500" y="4914900"/>
          <p14:tracePt t="6182" x="1581150" y="4914900"/>
          <p14:tracePt t="6203" x="1574800" y="4914900"/>
          <p14:tracePt t="6223" x="1568450" y="4914900"/>
          <p14:tracePt t="6252" x="1562100" y="4914900"/>
          <p14:tracePt t="6287" x="1568450" y="4914900"/>
          <p14:tracePt t="6294" x="1574800" y="4914900"/>
          <p14:tracePt t="6308" x="1581150" y="4914900"/>
          <p14:tracePt t="6315" x="1593850" y="4914900"/>
          <p14:tracePt t="6325" x="1612900" y="4914900"/>
          <p14:tracePt t="6342" x="1651000" y="4921250"/>
          <p14:tracePt t="6359" x="1771650" y="4933950"/>
          <p14:tracePt t="6376" x="1847850" y="4933950"/>
          <p14:tracePt t="6393" x="2101850" y="4933950"/>
          <p14:tracePt t="6408" x="2178050" y="4933950"/>
          <p14:tracePt t="6425" x="2254250" y="4933950"/>
          <p14:tracePt t="6442" x="2368550" y="4921250"/>
          <p14:tracePt t="6458" x="2432050" y="4914900"/>
          <p14:tracePt t="6477" x="2463800" y="4908550"/>
          <p14:tracePt t="6492" x="2476500" y="4908550"/>
          <p14:tracePt t="6508" x="2482850" y="4908550"/>
          <p14:tracePt t="6541" x="2476500" y="4908550"/>
          <p14:tracePt t="6558" x="2470150" y="4908550"/>
          <p14:tracePt t="6575" x="2457450" y="4908550"/>
          <p14:tracePt t="6591" x="2451100" y="4908550"/>
          <p14:tracePt t="6608" x="2444750" y="4908550"/>
          <p14:tracePt t="6624" x="2419350" y="4908550"/>
          <p14:tracePt t="6641" x="2406650" y="4908550"/>
          <p14:tracePt t="6658" x="2387600" y="4908550"/>
          <p14:tracePt t="6674" x="2279650" y="4908550"/>
          <p14:tracePt t="6691" x="2228850" y="4908550"/>
          <p14:tracePt t="6708" x="2127250" y="4908550"/>
          <p14:tracePt t="6724" x="2076450" y="4908550"/>
          <p14:tracePt t="6740" x="1968500" y="4908550"/>
          <p14:tracePt t="6758" x="1892300" y="4921250"/>
          <p14:tracePt t="6774" x="1860550" y="4921250"/>
          <p14:tracePt t="6791" x="1803400" y="4927600"/>
          <p14:tracePt t="6807" x="1752600" y="4927600"/>
          <p14:tracePt t="6824" x="1733550" y="4933950"/>
          <p14:tracePt t="6841" x="1682750" y="4940300"/>
          <p14:tracePt t="6856" x="1651000" y="4946650"/>
          <p14:tracePt t="6874" x="1638300" y="4953000"/>
          <p14:tracePt t="6891" x="1625600" y="4959350"/>
          <p14:tracePt t="6907" x="1619250" y="4959350"/>
          <p14:tracePt t="6975" x="1625600" y="4959350"/>
          <p14:tracePt t="6989" x="1631950" y="4959350"/>
          <p14:tracePt t="6996" x="1638300" y="4959350"/>
          <p14:tracePt t="7010" x="1651000" y="4959350"/>
          <p14:tracePt t="7023" x="1663700" y="4959350"/>
          <p14:tracePt t="7039" x="1727200" y="4959350"/>
          <p14:tracePt t="7056" x="1778000" y="4959350"/>
          <p14:tracePt t="7060" x="1835150" y="4953000"/>
          <p14:tracePt t="7073" x="1911350" y="4940300"/>
          <p14:tracePt t="7089" x="2082800" y="4921250"/>
          <p14:tracePt t="7106" x="2159000" y="4908550"/>
          <p14:tracePt t="7123" x="2273300" y="4902200"/>
          <p14:tracePt t="7139" x="2330450" y="4895850"/>
          <p14:tracePt t="7156" x="2355850" y="4889500"/>
          <p14:tracePt t="7172" x="2374900" y="4889500"/>
          <p14:tracePt t="7255" x="2368550" y="4889500"/>
          <p14:tracePt t="7277" x="2362200" y="4889500"/>
          <p14:tracePt t="7291" x="2355850" y="4889500"/>
          <p14:tracePt t="7298" x="2343150" y="4889500"/>
          <p14:tracePt t="7306" x="2330450" y="4889500"/>
          <p14:tracePt t="7322" x="2317750" y="4889500"/>
          <p14:tracePt t="7339" x="2298700" y="4902200"/>
          <p14:tracePt t="7355" x="2247900" y="4908550"/>
          <p14:tracePt t="7372" x="2190750" y="4914900"/>
          <p14:tracePt t="7389" x="2133600" y="4927600"/>
          <p14:tracePt t="7405" x="2101850" y="4933950"/>
          <p14:tracePt t="7422" x="2057400" y="4940300"/>
          <p14:tracePt t="7439" x="2006600" y="4959350"/>
          <p14:tracePt t="7455" x="1974850" y="4965700"/>
          <p14:tracePt t="7471" x="1924050" y="4978400"/>
          <p14:tracePt t="7488" x="1873250" y="4991100"/>
          <p14:tracePt t="7505" x="1854200" y="4997450"/>
          <p14:tracePt t="7522" x="1797050" y="5010150"/>
          <p14:tracePt t="7537" x="1752600" y="5016500"/>
          <p14:tracePt t="7555" x="1727200" y="5016500"/>
          <p14:tracePt t="7558" x="1714500" y="5022850"/>
          <p14:tracePt t="7574" x="1695450" y="5022850"/>
          <p14:tracePt t="7588" x="1663700" y="5022850"/>
          <p14:tracePt t="7604" x="1644650" y="5022850"/>
          <p14:tracePt t="7621" x="1612900" y="5022850"/>
          <p14:tracePt t="7637" x="1600200" y="5022850"/>
          <p14:tracePt t="7654" x="1562100" y="5016500"/>
          <p14:tracePt t="7671" x="1504950" y="5003800"/>
          <p14:tracePt t="7687" x="1485900" y="5003800"/>
          <p14:tracePt t="7705" x="1435100" y="4991100"/>
          <p14:tracePt t="7720" x="1390650" y="4984750"/>
          <p14:tracePt t="7737" x="1365250" y="4984750"/>
          <p14:tracePt t="7754" x="1314450" y="4972050"/>
          <p14:tracePt t="7770" x="1282700" y="4972050"/>
          <p14:tracePt t="7787" x="1263650" y="4972050"/>
          <p14:tracePt t="7804" x="1231900" y="4965700"/>
          <p14:tracePt t="7820" x="1225550" y="4965700"/>
          <p14:tracePt t="7839" x="1212850" y="4965700"/>
          <p14:tracePt t="8470" x="1187450" y="5016500"/>
          <p14:tracePt t="8485" x="1168400" y="5060950"/>
          <p14:tracePt t="8502" x="1143000" y="5105400"/>
          <p14:tracePt t="8520" x="1066800" y="5238750"/>
          <p14:tracePt t="8535" x="1047750" y="5270500"/>
          <p14:tracePt t="8551" x="1028700" y="5302250"/>
          <p14:tracePt t="8569" x="990600" y="5353050"/>
          <p14:tracePt t="8585" x="971550" y="5391150"/>
          <p14:tracePt t="8588" x="952500" y="5403850"/>
          <p14:tracePt t="8604" x="946150" y="5416550"/>
          <p14:tracePt t="8617" x="927100" y="5422900"/>
          <p14:tracePt t="8634" x="920750" y="5435600"/>
          <p14:tracePt t="8652" x="914400" y="5441950"/>
          <p14:tracePt t="8667" x="908050" y="5441950"/>
          <p14:tracePt t="8722" x="908050" y="5448300"/>
          <p14:tracePt t="8728" x="901700" y="5454650"/>
          <p14:tracePt t="8743" x="901700" y="5461000"/>
          <p14:tracePt t="8751" x="901700" y="5467350"/>
          <p14:tracePt t="8767" x="895350" y="5480050"/>
          <p14:tracePt t="8783" x="889000" y="5486400"/>
          <p14:tracePt t="8800" x="882650" y="5511800"/>
          <p14:tracePt t="8817" x="876300" y="5530850"/>
          <p14:tracePt t="8834" x="869950" y="5549900"/>
          <p14:tracePt t="8850" x="863600" y="5562600"/>
          <p14:tracePt t="8867" x="850900" y="5581650"/>
          <p14:tracePt t="8883" x="850900" y="5588000"/>
          <p14:tracePt t="8925" x="850900" y="5594350"/>
          <p14:tracePt t="9024" x="850900" y="5588000"/>
          <p14:tracePt t="9030" x="850900" y="5581650"/>
          <p14:tracePt t="9045" x="857250" y="5575300"/>
          <p14:tracePt t="9052" x="857250" y="5568950"/>
          <p14:tracePt t="9067" x="857250" y="5562600"/>
          <p14:tracePt t="9082" x="863600" y="5549900"/>
          <p14:tracePt t="9099" x="869950" y="5537200"/>
          <p14:tracePt t="9103" x="889000" y="5511800"/>
          <p14:tracePt t="9116" x="895350" y="5499100"/>
          <p14:tracePt t="9132" x="901700" y="5480050"/>
          <p14:tracePt t="9150" x="933450" y="5429250"/>
          <p14:tracePt t="9166" x="939800" y="5416550"/>
          <p14:tracePt t="9182" x="946150" y="5410200"/>
          <p14:tracePt t="9199" x="952500" y="5403850"/>
          <p14:tracePt t="9215" x="958850" y="5397500"/>
          <p14:tracePt t="9235" x="965200" y="5391150"/>
          <p14:tracePt t="9283" x="965200" y="5384800"/>
          <p14:tracePt t="9501" x="971550" y="5378450"/>
          <p14:tracePt t="9516" x="977900" y="5378450"/>
          <p14:tracePt t="9522" x="996950" y="5365750"/>
          <p14:tracePt t="9536" x="1009650" y="5359400"/>
          <p14:tracePt t="9547" x="1035050" y="5346700"/>
          <p14:tracePt t="9565" x="1092200" y="5314950"/>
          <p14:tracePt t="9581" x="1123950" y="5289550"/>
          <p14:tracePt t="9599" x="1168400" y="5257800"/>
          <p14:tracePt t="9614" x="1225550" y="5207000"/>
          <p14:tracePt t="9631" x="1244600" y="5194300"/>
          <p14:tracePt t="9647" x="1282700" y="5168900"/>
          <p14:tracePt t="9664" x="1314450" y="5137150"/>
          <p14:tracePt t="9681" x="1333500" y="5124450"/>
          <p14:tracePt t="9699" x="1333500" y="5111750"/>
          <p14:tracePt t="9714" x="1346200" y="5105400"/>
          <p14:tracePt t="9730" x="1352550" y="5105400"/>
          <p14:tracePt t="9763" x="1358900" y="5105400"/>
          <p14:tracePt t="9781" x="1371600" y="5099050"/>
          <p14:tracePt t="9797" x="1390650" y="5092700"/>
          <p14:tracePt t="9814" x="1416050" y="5086350"/>
          <p14:tracePt t="9831" x="1485900" y="5067300"/>
          <p14:tracePt t="9846" x="1619250" y="5041900"/>
          <p14:tracePt t="9863" x="1708150" y="5029200"/>
          <p14:tracePt t="9880" x="1873250" y="5010150"/>
          <p14:tracePt t="9897" x="2032000" y="4997450"/>
          <p14:tracePt t="9915" x="2095500" y="4991100"/>
          <p14:tracePt t="9930" x="2165350" y="4991100"/>
          <p14:tracePt t="9946" x="2184400" y="4984750"/>
          <p14:tracePt t="9963" x="2203450" y="4984750"/>
          <p14:tracePt t="9979" x="2222500" y="4978400"/>
          <p14:tracePt t="9996" x="2228850" y="4978400"/>
          <p14:tracePt t="10029" x="2228850" y="4984750"/>
          <p14:tracePt t="10046" x="2228850" y="4991100"/>
          <p14:tracePt t="10063" x="2222500" y="4991100"/>
          <p14:tracePt t="10078" x="2216150" y="4991100"/>
          <p14:tracePt t="10096" x="2203450" y="5003800"/>
          <p14:tracePt t="10113" x="2203450" y="5022850"/>
          <p14:tracePt t="15221" x="2203450" y="5035550"/>
          <p14:tracePt t="15229" x="2197100" y="5060950"/>
          <p14:tracePt t="15242" x="2197100" y="5086350"/>
          <p14:tracePt t="15249" x="2190750" y="5105400"/>
          <p14:tracePt t="15261" x="2190750" y="5124450"/>
          <p14:tracePt t="15278" x="2190750" y="5156200"/>
          <p14:tracePt t="15294" x="2190750" y="5168900"/>
          <p14:tracePt t="15313" x="2190750" y="5181600"/>
          <p14:tracePt t="15327" x="2190750" y="5187950"/>
          <p14:tracePt t="15344" x="2190750" y="5194300"/>
          <p14:tracePt t="15382" x="2209800" y="5207000"/>
          <p14:tracePt t="15393" x="2222500" y="5207000"/>
          <p14:tracePt t="15411" x="2273300" y="5219700"/>
          <p14:tracePt t="15427" x="2298700" y="5219700"/>
          <p14:tracePt t="15444" x="2406650" y="5232400"/>
          <p14:tracePt t="15461" x="2533650" y="5245100"/>
          <p14:tracePt t="15477" x="2597150" y="5245100"/>
          <p14:tracePt t="15494" x="2717800" y="5238750"/>
          <p14:tracePt t="15510" x="2851150" y="5213350"/>
          <p14:tracePt t="15527" x="2901950" y="5207000"/>
          <p14:tracePt t="15544" x="2990850" y="5168900"/>
          <p14:tracePt t="15560" x="3041650" y="5143500"/>
          <p14:tracePt t="15577" x="3054350" y="5137150"/>
          <p14:tracePt t="15594" x="3073400" y="5130800"/>
          <p14:tracePt t="15610" x="3079750" y="5130800"/>
          <p14:tracePt t="15656" x="3073400" y="5130800"/>
          <p14:tracePt t="16492" x="3048000" y="5130800"/>
          <p14:tracePt t="16499" x="3016250" y="5137150"/>
          <p14:tracePt t="16513" x="2984500" y="5149850"/>
          <p14:tracePt t="16523" x="2959100" y="5156200"/>
          <p14:tracePt t="16540" x="2914650" y="5175250"/>
          <p14:tracePt t="16557" x="2838450" y="5200650"/>
          <p14:tracePt t="16573" x="2768600" y="5232400"/>
          <p14:tracePt t="16590" x="2692400" y="5257800"/>
          <p14:tracePt t="16606" x="2647950" y="5276850"/>
          <p14:tracePt t="16623" x="2622550" y="5276850"/>
          <p14:tracePt t="16640" x="2533650" y="5289550"/>
          <p14:tracePt t="16657" x="2501900" y="5295900"/>
          <p14:tracePt t="16660" x="2476500" y="5295900"/>
          <p14:tracePt t="16676" x="2451100" y="5302250"/>
          <p14:tracePt t="16690" x="2413000" y="5314950"/>
          <p14:tracePt t="16706" x="2343150" y="5334000"/>
          <p14:tracePt t="16725" x="2254250" y="5359400"/>
          <p14:tracePt t="16739" x="2203450" y="5372100"/>
          <p14:tracePt t="16756" x="2082800" y="5410200"/>
          <p14:tracePt t="16773" x="2000250" y="5429250"/>
          <p14:tracePt t="16790" x="1854200" y="5480050"/>
          <p14:tracePt t="16806" x="1682750" y="5530850"/>
          <p14:tracePt t="16823" x="1524000" y="5568950"/>
          <p14:tracePt t="16839" x="1447800" y="5588000"/>
          <p14:tracePt t="16856" x="1289050" y="5626100"/>
          <p14:tracePt t="16873" x="1168400" y="5651500"/>
          <p14:tracePt t="16889" x="1104900" y="5664200"/>
          <p14:tracePt t="16907" x="996950" y="5689600"/>
          <p14:tracePt t="16922" x="889000" y="5702300"/>
          <p14:tracePt t="16938" x="838200" y="5702300"/>
          <p14:tracePt t="16956" x="755650" y="5715000"/>
          <p14:tracePt t="16972" x="730250" y="5715000"/>
          <p14:tracePt t="16989" x="685800" y="5715000"/>
          <p14:tracePt t="17005" x="647700" y="5721350"/>
          <p14:tracePt t="17022" x="622300" y="5727700"/>
          <p14:tracePt t="17040" x="596900" y="5740400"/>
          <p14:tracePt t="17055" x="571500" y="5746750"/>
          <p14:tracePt t="17072" x="558800" y="5753100"/>
          <p14:tracePt t="17089" x="552450" y="5759450"/>
          <p14:tracePt t="17105" x="546100" y="5759450"/>
          <p14:tracePt t="17131" x="539750" y="5759450"/>
          <p14:tracePt t="17236" x="546100" y="5765800"/>
          <p14:tracePt t="17264" x="552450" y="5765800"/>
          <p14:tracePt t="17272" x="558800" y="5765800"/>
          <p14:tracePt t="17285" x="565150" y="5765800"/>
          <p14:tracePt t="17292" x="571500" y="5765800"/>
          <p14:tracePt t="17307" x="577850" y="5765800"/>
          <p14:tracePt t="17321" x="584200" y="5765800"/>
          <p14:tracePt t="17338" x="622300" y="5765800"/>
          <p14:tracePt t="17354" x="647700" y="5765800"/>
          <p14:tracePt t="17371" x="698500" y="5759450"/>
          <p14:tracePt t="17387" x="755650" y="5753100"/>
          <p14:tracePt t="17404" x="806450" y="5753100"/>
          <p14:tracePt t="17420" x="819150" y="5746750"/>
          <p14:tracePt t="17437" x="850900" y="5746750"/>
          <p14:tracePt t="17454" x="869950" y="5740400"/>
          <p14:tracePt t="17486" x="876300" y="5740400"/>
          <p14:tracePt t="17506" x="882650" y="5740400"/>
          <p14:tracePt t="17545" x="889000" y="5740400"/>
          <p14:tracePt t="17573" x="895350" y="5740400"/>
          <p14:tracePt t="17593" x="908050" y="5740400"/>
          <p14:tracePt t="17615" x="914400" y="5740400"/>
          <p14:tracePt t="17622" x="927100" y="5740400"/>
          <p14:tracePt t="17639" x="939800" y="5740400"/>
          <p14:tracePt t="17653" x="958850" y="5740400"/>
          <p14:tracePt t="17670" x="1003300" y="5740400"/>
          <p14:tracePt t="17686" x="1047750" y="5740400"/>
          <p14:tracePt t="17703" x="1073150" y="5740400"/>
          <p14:tracePt t="17720" x="1104900" y="5740400"/>
          <p14:tracePt t="17736" x="1123950" y="5746750"/>
          <p14:tracePt t="17753" x="1130300" y="5746750"/>
          <p14:tracePt t="17770" x="1136650" y="5746750"/>
          <p14:tracePt t="17798" x="1143000" y="5746750"/>
          <p14:tracePt t="18015" x="1155700" y="5746750"/>
          <p14:tracePt t="18030" x="1168400" y="5746750"/>
          <p14:tracePt t="18037" x="1187450" y="5746750"/>
          <p14:tracePt t="18052" x="1206500" y="5753100"/>
          <p14:tracePt t="18068" x="1301750" y="5765800"/>
          <p14:tracePt t="18086" x="1428750" y="5772150"/>
          <p14:tracePt t="18101" x="1492250" y="5784850"/>
          <p14:tracePt t="18118" x="1600200" y="5791200"/>
          <p14:tracePt t="18135" x="1657350" y="5791200"/>
          <p14:tracePt t="18151" x="1682750" y="5797550"/>
          <p14:tracePt t="18168" x="1695450" y="5797550"/>
          <p14:tracePt t="18184" x="1708150" y="5797550"/>
          <p14:tracePt t="18201" x="1714500" y="5797550"/>
          <p14:tracePt t="18296" x="1708150" y="5797550"/>
          <p14:tracePt t="18359" x="1701800" y="5797550"/>
          <p14:tracePt t="18381" x="1695450" y="5797550"/>
          <p14:tracePt t="18387" x="1689100" y="5791200"/>
          <p14:tracePt t="18409" x="1682750" y="5791200"/>
          <p14:tracePt t="18416" x="1670050" y="5784850"/>
          <p14:tracePt t="18433" x="1663700" y="5784850"/>
          <p14:tracePt t="18451" x="1619250" y="5772150"/>
          <p14:tracePt t="18467" x="1536700" y="5759450"/>
          <p14:tracePt t="18483" x="1485900" y="5746750"/>
          <p14:tracePt t="18500" x="1365250" y="5721350"/>
          <p14:tracePt t="18516" x="1295400" y="5708650"/>
          <p14:tracePt t="18533" x="1187450" y="5695950"/>
          <p14:tracePt t="18550" x="1098550" y="5676900"/>
          <p14:tracePt t="18566" x="1066800" y="5670550"/>
          <p14:tracePt t="18584" x="1009650" y="5657850"/>
          <p14:tracePt t="18599" x="965200" y="5651500"/>
          <p14:tracePt t="18616" x="946150" y="5651500"/>
          <p14:tracePt t="18633" x="920750" y="5645150"/>
          <p14:tracePt t="18649" x="901700" y="5645150"/>
          <p14:tracePt t="18683" x="895350" y="5645150"/>
          <p14:tracePt t="18956" x="889000" y="5645150"/>
          <p14:tracePt t="18970" x="882650" y="5645150"/>
          <p14:tracePt t="18977" x="876300" y="5645150"/>
          <p14:tracePt t="18991" x="857250" y="5645150"/>
          <p14:tracePt t="19001" x="850900" y="5645150"/>
          <p14:tracePt t="19014" x="838200" y="5645150"/>
          <p14:tracePt t="19031" x="787400" y="5645150"/>
          <p14:tracePt t="19048" x="730250" y="5645150"/>
          <p14:tracePt t="19065" x="698500" y="5651500"/>
          <p14:tracePt t="19083" x="654050" y="5657850"/>
          <p14:tracePt t="19098" x="628650" y="5670550"/>
          <p14:tracePt t="19132" x="622300" y="5670550"/>
          <p14:tracePt t="19148" x="615950" y="5670550"/>
          <p14:tracePt t="19209" x="622300" y="5670550"/>
          <p14:tracePt t="19229" x="628650" y="5670550"/>
          <p14:tracePt t="19236" x="641350" y="5676900"/>
          <p14:tracePt t="19250" x="654050" y="5676900"/>
          <p14:tracePt t="19265" x="685800" y="5676900"/>
          <p14:tracePt t="19280" x="762000" y="5689600"/>
          <p14:tracePt t="19297" x="812800" y="5689600"/>
          <p14:tracePt t="19314" x="920750" y="5695950"/>
          <p14:tracePt t="19330" x="1009650" y="5702300"/>
          <p14:tracePt t="19347" x="1041400" y="5702300"/>
          <p14:tracePt t="19364" x="1085850" y="5702300"/>
          <p14:tracePt t="19380" x="1111250" y="5702300"/>
          <p14:tracePt t="19397" x="1117600" y="5702300"/>
          <p14:tracePt t="19414" x="1123950" y="5708650"/>
          <p14:tracePt t="19430" x="1130300" y="5708650"/>
          <p14:tracePt t="19539" x="1136650" y="5708650"/>
          <p14:tracePt t="19574" x="1143000" y="5708650"/>
          <p14:tracePt t="19581" x="1149350" y="5708650"/>
          <p14:tracePt t="19587" x="1168400" y="5708650"/>
          <p14:tracePt t="19602" x="1200150" y="5695950"/>
          <p14:tracePt t="19614" x="1270000" y="5676900"/>
          <p14:tracePt t="19630" x="1466850" y="5600700"/>
          <p14:tracePt t="19647" x="1631950" y="5543550"/>
          <p14:tracePt t="19663" x="2089150" y="5283200"/>
          <p14:tracePt t="19680" x="2654300" y="4914900"/>
          <p14:tracePt t="19696" x="2940050" y="4737100"/>
          <p14:tracePt t="19713" x="3206750" y="4495800"/>
          <p14:tracePt t="19729" x="3797300" y="3797300"/>
          <p14:tracePt t="19746" x="3956050" y="3562350"/>
          <p14:tracePt t="19764" x="4114800" y="3200400"/>
          <p14:tracePt t="19779" x="4165600" y="3098800"/>
          <p14:tracePt t="19796" x="4229100" y="2940050"/>
          <p14:tracePt t="19813" x="4241800" y="2908300"/>
          <p14:tracePt t="19829" x="4260850" y="2857500"/>
          <p14:tracePt t="19845" x="4260850" y="2851150"/>
          <p14:tracePt t="19862" x="4260850" y="2838450"/>
          <p14:tracePt t="19932" x="4260850" y="2832100"/>
          <p14:tracePt t="19960" x="4260850" y="2825750"/>
          <p14:tracePt t="19974" x="4267200" y="2825750"/>
          <p14:tracePt t="19981" x="4273550" y="2825750"/>
          <p14:tracePt t="19997" x="4279900" y="2819400"/>
          <p14:tracePt t="20011" x="4286250" y="2813050"/>
          <p14:tracePt t="20028" x="4298950" y="2806700"/>
          <p14:tracePt t="20045" x="4318000" y="2787650"/>
          <p14:tracePt t="20061" x="4330700" y="2774950"/>
          <p14:tracePt t="20078" x="4349750" y="2768600"/>
          <p14:tracePt t="20095" x="4387850" y="2743200"/>
          <p14:tracePt t="20111" x="4406900" y="2730500"/>
          <p14:tracePt t="20129" x="4476750" y="2717800"/>
          <p14:tracePt t="20144" x="4521200" y="2705100"/>
          <p14:tracePt t="20161" x="4572000" y="2705100"/>
          <p14:tracePt t="20178" x="4737100" y="2705100"/>
          <p14:tracePt t="20194" x="4838700" y="2705100"/>
          <p14:tracePt t="20214" x="4953000" y="2705100"/>
          <p14:tracePt t="20228" x="5067300" y="2705100"/>
          <p14:tracePt t="20244" x="5200650" y="2705100"/>
          <p14:tracePt t="20261" x="5359400" y="2705100"/>
          <p14:tracePt t="20277" x="5632450" y="2705100"/>
          <p14:tracePt t="20294" x="5746750" y="2698750"/>
          <p14:tracePt t="20311" x="5918200" y="2679700"/>
          <p14:tracePt t="20327" x="5956300" y="2667000"/>
          <p14:tracePt t="20344" x="5994400" y="2667000"/>
          <p14:tracePt t="20360" x="6038850" y="2667000"/>
          <p14:tracePt t="20393" x="6045200" y="2660650"/>
          <p14:tracePt t="20444" x="6038850" y="2660650"/>
          <p14:tracePt t="20472" x="6026150" y="2660650"/>
          <p14:tracePt t="20494" x="6019800" y="2660650"/>
          <p14:tracePt t="20521" x="6007100" y="2660650"/>
          <p14:tracePt t="20528" x="5988050" y="2660650"/>
          <p14:tracePt t="20542" x="5949950" y="2660650"/>
          <p14:tracePt t="20556" x="5899150" y="2660650"/>
          <p14:tracePt t="20570" x="5816600" y="2679700"/>
          <p14:tracePt t="20585" x="5715000" y="2711450"/>
          <p14:tracePt t="20599" x="5568950" y="2730500"/>
          <p14:tracePt t="20609" x="5340350" y="2794000"/>
          <p14:tracePt t="20626" x="4781550" y="2997200"/>
          <p14:tracePt t="20643" x="4533900" y="3136900"/>
          <p14:tracePt t="20659" x="4051300" y="3416300"/>
          <p14:tracePt t="20676" x="3663950" y="3676650"/>
          <p14:tracePt t="20693" x="3479800" y="3790950"/>
          <p14:tracePt t="20696" x="3340100" y="3905250"/>
          <p14:tracePt t="20709" x="3219450" y="4025900"/>
          <p14:tracePt t="20726" x="2971800" y="4273550"/>
          <p14:tracePt t="20743" x="2851150" y="4394200"/>
          <p14:tracePt t="20760" x="2679700" y="4572000"/>
          <p14:tracePt t="20775" x="2533650" y="4737100"/>
          <p14:tracePt t="20792" x="2476500" y="4800600"/>
          <p14:tracePt t="20809" x="2387600" y="4953000"/>
          <p14:tracePt t="20826" x="2260600" y="5118100"/>
          <p14:tracePt t="20842" x="2209800" y="5187950"/>
          <p14:tracePt t="20859" x="2127250" y="5289550"/>
          <p14:tracePt t="20875" x="2070100" y="5346700"/>
          <p14:tracePt t="20892" x="2044700" y="5372100"/>
          <p14:tracePt t="20908" x="2019300" y="5403850"/>
          <p14:tracePt t="20925" x="2006600" y="5410200"/>
          <p14:tracePt t="20942" x="2006600" y="5416550"/>
          <p14:tracePt t="20985" x="2012950" y="5416550"/>
          <p14:tracePt t="21104" x="2006600" y="5416550"/>
          <p14:tracePt t="21111" x="2000250" y="5422900"/>
          <p14:tracePt t="21127" x="1981200" y="5429250"/>
          <p14:tracePt t="21141" x="1962150" y="5441950"/>
          <p14:tracePt t="21157" x="1885950" y="5486400"/>
          <p14:tracePt t="21174" x="1771650" y="5568950"/>
          <p14:tracePt t="21190" x="1689100" y="5613400"/>
          <p14:tracePt t="21194" x="1619250" y="5657850"/>
          <p14:tracePt t="21207" x="1549400" y="5702300"/>
          <p14:tracePt t="21224" x="1473200" y="5759450"/>
          <p14:tracePt t="21240" x="1441450" y="5778500"/>
          <p14:tracePt t="21257" x="1416050" y="5797550"/>
          <p14:tracePt t="21274" x="1409700" y="5803900"/>
          <p14:tracePt t="21308" x="1409700" y="5810250"/>
          <p14:tracePt t="21343" x="1416050" y="5810250"/>
          <p14:tracePt t="21358" x="1428750" y="5816600"/>
          <p14:tracePt t="21363" x="1447800" y="5816600"/>
          <p14:tracePt t="21377" x="1479550" y="5829300"/>
          <p14:tracePt t="21390" x="1504950" y="5829300"/>
          <p14:tracePt t="21407" x="1600200" y="5848350"/>
          <p14:tracePt t="21423" x="1657350" y="5861050"/>
          <p14:tracePt t="21440" x="1758950" y="5867400"/>
          <p14:tracePt t="21456" x="1860550" y="5867400"/>
          <p14:tracePt t="21473" x="1905000" y="5867400"/>
          <p14:tracePt t="21491" x="1987550" y="5861050"/>
          <p14:tracePt t="21506" x="2025650" y="5842000"/>
          <p14:tracePt t="21523" x="2120900" y="5778500"/>
          <p14:tracePt t="21540" x="2241550" y="5638800"/>
          <p14:tracePt t="21556" x="2381250" y="5403850"/>
          <p14:tracePt t="21573" x="2508250" y="5219700"/>
          <p14:tracePt t="21589" x="2800350" y="4692650"/>
          <p14:tracePt t="21606" x="2940050" y="4438650"/>
          <p14:tracePt t="21623" x="3270250" y="3657600"/>
          <p14:tracePt t="21639" x="3346450" y="3486150"/>
          <p14:tracePt t="21656" x="3378200" y="3371850"/>
          <p14:tracePt t="21673" x="3422650" y="3263900"/>
          <p14:tracePt t="21689" x="3435350" y="3232150"/>
          <p14:tracePt t="21848" x="3435350" y="3225800"/>
          <p14:tracePt t="21856" x="3435350" y="3219450"/>
          <p14:tracePt t="21876" x="3441700" y="3219450"/>
          <p14:tracePt t="21890" x="3448050" y="3213100"/>
          <p14:tracePt t="21897" x="3460750" y="3213100"/>
          <p14:tracePt t="21905" x="3473450" y="3206750"/>
          <p14:tracePt t="21921" x="3479800" y="3200400"/>
          <p14:tracePt t="21939" x="3505200" y="3194050"/>
          <p14:tracePt t="21954" x="3600450" y="3175000"/>
          <p14:tracePt t="21971" x="3771900" y="3149600"/>
          <p14:tracePt t="21989" x="4000500" y="3117850"/>
          <p14:tracePt t="22005" x="4127500" y="3117850"/>
          <p14:tracePt t="22021" x="4362450" y="3117850"/>
          <p14:tracePt t="22038" x="4476750" y="3117850"/>
          <p14:tracePt t="22054" x="4641850" y="3117850"/>
          <p14:tracePt t="22072" x="4711700" y="3117850"/>
          <p14:tracePt t="22088" x="4775200" y="3117850"/>
          <p14:tracePt t="22104" x="4781550" y="3117850"/>
          <p14:tracePt t="22121" x="4787900" y="3117850"/>
          <p14:tracePt t="22172" x="4781550" y="3117850"/>
          <p14:tracePt t="22185" x="4768850" y="3124200"/>
          <p14:tracePt t="22206" x="4762500" y="3124200"/>
          <p14:tracePt t="22213" x="4762500" y="3130550"/>
          <p14:tracePt t="22227" x="4749800" y="3130550"/>
          <p14:tracePt t="22237" x="4724400" y="3143250"/>
          <p14:tracePt t="22255" x="4667250" y="3175000"/>
          <p14:tracePt t="22270" x="4540250" y="3244850"/>
          <p14:tracePt t="22287" x="4470400" y="3302000"/>
          <p14:tracePt t="22304" x="4311650" y="3448050"/>
          <p14:tracePt t="22320" x="4146550" y="3619500"/>
          <p14:tracePt t="22337" x="4064000" y="3714750"/>
          <p14:tracePt t="22354" x="3911600" y="3917950"/>
          <p14:tracePt t="22369" x="3778250" y="4095750"/>
          <p14:tracePt t="22387" x="3714750" y="4203700"/>
          <p14:tracePt t="22403" x="3619500" y="4362450"/>
          <p14:tracePt t="22420" x="3556000" y="4464050"/>
          <p14:tracePt t="22437" x="3530600" y="4495800"/>
          <p14:tracePt t="22453" x="3486150" y="4552950"/>
          <p14:tracePt t="22470" x="3460750" y="4578350"/>
          <p14:tracePt t="22487" x="3454400" y="4597400"/>
          <p14:tracePt t="22519" x="3448050" y="4597400"/>
          <p14:tracePt t="22571" x="3441700" y="4597400"/>
          <p14:tracePt t="22627" x="3435350" y="4591050"/>
          <p14:tracePt t="22648" x="3429000" y="4591050"/>
          <p14:tracePt t="22662" x="3416300" y="4597400"/>
          <p14:tracePt t="22672" x="3397250" y="4597400"/>
          <p14:tracePt t="22686" x="3378200" y="4610100"/>
          <p14:tracePt t="22702" x="3302000" y="4648200"/>
          <p14:tracePt t="22719" x="3155950" y="4718050"/>
          <p14:tracePt t="22735" x="3060700" y="4781550"/>
          <p14:tracePt t="22752" x="2857500" y="4914900"/>
          <p14:tracePt t="22769" x="2628900" y="5111750"/>
          <p14:tracePt t="22785" x="2533650" y="5207000"/>
          <p14:tracePt t="22802" x="2368550" y="5429250"/>
          <p14:tracePt t="22818" x="2254250" y="5626100"/>
          <p14:tracePt t="22835" x="2222500" y="5708650"/>
          <p14:tracePt t="22852" x="2197100" y="5803900"/>
          <p14:tracePt t="22869" x="2197100" y="5829300"/>
          <p14:tracePt t="22885" x="2203450" y="5873750"/>
          <p14:tracePt t="22902" x="2247900" y="5905500"/>
          <p14:tracePt t="22918" x="2292350" y="5911850"/>
          <p14:tracePt t="22935" x="2381250" y="5918200"/>
          <p14:tracePt t="22951" x="2489200" y="5930900"/>
          <p14:tracePt t="22968" x="2552700" y="5930900"/>
          <p14:tracePt t="22985" x="2667000" y="5930900"/>
          <p14:tracePt t="23002" x="2800350" y="5924550"/>
          <p14:tracePt t="23017" x="2851150" y="5918200"/>
          <p14:tracePt t="23034" x="2959100" y="5899150"/>
          <p14:tracePt t="23051" x="3067050" y="5880100"/>
          <p14:tracePt t="23067" x="3105150" y="5873750"/>
          <p14:tracePt t="23084" x="3213100" y="5848350"/>
          <p14:tracePt t="23101" x="3333750" y="5835650"/>
          <p14:tracePt t="23119" x="3511550" y="5816600"/>
          <p14:tracePt t="23134" x="3613150" y="5816600"/>
          <p14:tracePt t="23150" x="3714750" y="5810250"/>
          <p14:tracePt t="23168" x="4070350" y="5778500"/>
          <p14:tracePt t="23184" x="4171950" y="5753100"/>
          <p14:tracePt t="23201" x="4273550" y="5746750"/>
          <p14:tracePt t="23204" x="4356100" y="5727700"/>
          <p14:tracePt t="23217" x="4419600" y="5715000"/>
          <p14:tracePt t="23234" x="4495800" y="5689600"/>
          <p14:tracePt t="23250" x="4508500" y="5676900"/>
          <p14:tracePt t="23267" x="4521200" y="5657850"/>
          <p14:tracePt t="23283" x="4521200" y="5651500"/>
          <p14:tracePt t="23301" x="4514850" y="5645150"/>
          <p14:tracePt t="23317" x="4489450" y="5619750"/>
          <p14:tracePt t="23334" x="4457700" y="5588000"/>
          <p14:tracePt t="23350" x="4343400" y="5448300"/>
          <p14:tracePt t="23366" x="4191000" y="5270500"/>
          <p14:tracePt t="23383" x="4076700" y="5105400"/>
          <p14:tracePt t="23400" x="3873500" y="4749800"/>
          <p14:tracePt t="23416" x="3733800" y="4502150"/>
          <p14:tracePt t="23434" x="3695700" y="4400550"/>
          <p14:tracePt t="23450" x="3663950" y="4140200"/>
          <p14:tracePt t="23466" x="3663950" y="4076700"/>
          <p14:tracePt t="23484" x="3683000" y="3930650"/>
          <p14:tracePt t="23499" x="3695700" y="3867150"/>
          <p14:tracePt t="23516" x="3708400" y="3689350"/>
          <p14:tracePt t="23533" x="3714750" y="3524250"/>
          <p14:tracePt t="23550" x="3714750" y="3460750"/>
          <p14:tracePt t="23566" x="3714750" y="3409950"/>
          <p14:tracePt t="23582" x="3714750" y="3397250"/>
          <p14:tracePt t="23599" x="3702050" y="3403600"/>
          <p14:tracePt t="23616" x="3683000" y="3429000"/>
          <p14:tracePt t="23633" x="3581400" y="3486150"/>
          <p14:tracePt t="23650" x="3498850" y="3543300"/>
          <p14:tracePt t="23666" x="3282950" y="3740150"/>
          <p14:tracePt t="23682" x="2990850" y="4070350"/>
          <p14:tracePt t="23699" x="2800350" y="4311650"/>
          <p14:tracePt t="23716" x="2381250" y="4845050"/>
          <p14:tracePt t="23732" x="2165350" y="5111750"/>
          <p14:tracePt t="23750" x="1543050" y="5816600"/>
          <p14:tracePt t="23765" x="1390650" y="5962650"/>
          <p14:tracePt t="23782" x="1257300" y="6064250"/>
          <p14:tracePt t="23799" x="1060450" y="6223000"/>
          <p14:tracePt t="23815" x="1016000" y="6248400"/>
          <p14:tracePt t="23832" x="984250" y="6273800"/>
          <p14:tracePt t="23849" x="939800" y="6273800"/>
          <p14:tracePt t="23865" x="908050" y="6267450"/>
          <p14:tracePt t="23881" x="889000" y="6248400"/>
          <p14:tracePt t="23898" x="844550" y="6216650"/>
          <p14:tracePt t="23915" x="768350" y="6165850"/>
          <p14:tracePt t="23931" x="723900" y="6134100"/>
          <p14:tracePt t="23948" x="647700" y="6096000"/>
          <p14:tracePt t="23964" x="596900" y="6064250"/>
          <p14:tracePt t="23982" x="558800" y="6051550"/>
          <p14:tracePt t="24014" x="546100" y="6051550"/>
          <p14:tracePt t="24073" x="558800" y="6051550"/>
          <p14:tracePt t="24081" x="577850" y="6051550"/>
          <p14:tracePt t="24094" x="615950" y="6057900"/>
          <p14:tracePt t="24101" x="679450" y="6057900"/>
          <p14:tracePt t="24117" x="793750" y="6076950"/>
          <p14:tracePt t="24130" x="939800" y="6102350"/>
          <p14:tracePt t="24147" x="1504950" y="6159500"/>
          <p14:tracePt t="24165" x="2216150" y="6229350"/>
          <p14:tracePt t="24180" x="2590800" y="6261100"/>
          <p14:tracePt t="24197" x="3194050" y="6292850"/>
          <p14:tracePt t="24214" x="3594100" y="6286500"/>
          <p14:tracePt t="24230" x="3708400" y="6280150"/>
          <p14:tracePt t="24233" x="3810000" y="6254750"/>
          <p14:tracePt t="24247" x="3879850" y="6248400"/>
          <p14:tracePt t="24264" x="3962400" y="6229350"/>
          <p14:tracePt t="24280" x="3981450" y="6223000"/>
          <p14:tracePt t="24297" x="4000500" y="6210300"/>
          <p14:tracePt t="24466" x="4000500" y="6203950"/>
          <p14:tracePt t="24558" x="3994150" y="6197600"/>
          <p14:tracePt t="24572" x="3987800" y="6197600"/>
          <p14:tracePt t="24607" x="3987800" y="6191250"/>
          <p14:tracePt t="24684" x="3981450" y="6184900"/>
          <p14:tracePt t="24720" x="3981450" y="6178550"/>
          <p14:tracePt t="24740" x="3987800" y="6178550"/>
          <p14:tracePt t="24747" x="3994150" y="6172200"/>
          <p14:tracePt t="24768" x="4000500" y="6165850"/>
          <p14:tracePt t="24775" x="4006850" y="6165850"/>
          <p14:tracePt t="24782" x="4025900" y="6153150"/>
          <p14:tracePt t="24798" x="4044950" y="6134100"/>
          <p14:tracePt t="24811" x="4064000" y="6121400"/>
          <p14:tracePt t="24828" x="4121150" y="6076950"/>
          <p14:tracePt t="24846" x="4184650" y="6026150"/>
          <p14:tracePt t="24861" x="4222750" y="6000750"/>
          <p14:tracePt t="24878" x="4273550" y="5962650"/>
          <p14:tracePt t="24895" x="4298950" y="5937250"/>
          <p14:tracePt t="24911" x="4324350" y="5924550"/>
          <p14:tracePt t="24928" x="4337050" y="5911850"/>
          <p14:tracePt t="24944" x="4349750" y="5892800"/>
          <p14:tracePt t="24961" x="4356100" y="5886450"/>
          <p14:tracePt t="24978" x="4362450" y="5880100"/>
          <p14:tracePt t="24994" x="4387850" y="5848350"/>
          <p14:tracePt t="25011" x="4400550" y="5842000"/>
          <p14:tracePt t="25028" x="4419600" y="5816600"/>
          <p14:tracePt t="25044" x="4432300" y="5797550"/>
          <p14:tracePt t="25061" x="4470400" y="5759450"/>
          <p14:tracePt t="25078" x="4502150" y="5721350"/>
          <p14:tracePt t="25094" x="4527550" y="5708650"/>
          <p14:tracePt t="25111" x="4540250" y="5695950"/>
          <p14:tracePt t="25127" x="4584700" y="5676900"/>
          <p14:tracePt t="25144" x="4597400" y="5664200"/>
          <p14:tracePt t="25161" x="4622800" y="5638800"/>
          <p14:tracePt t="25177" x="4635500" y="5632450"/>
          <p14:tracePt t="25194" x="4654550" y="5626100"/>
          <p14:tracePt t="25226" x="4660900" y="5626100"/>
          <p14:tracePt t="25252" x="4667250" y="5626100"/>
          <p14:tracePt t="25379" x="4673600" y="5626100"/>
          <p14:tracePt t="25399" x="4679950" y="5626100"/>
          <p14:tracePt t="25406" x="4686300" y="5626100"/>
          <p14:tracePt t="25421" x="4699000" y="5619750"/>
          <p14:tracePt t="25429" x="4705350" y="5619750"/>
          <p14:tracePt t="25443" x="4718050" y="5619750"/>
          <p14:tracePt t="25459" x="4756150" y="5613400"/>
          <p14:tracePt t="25476" x="4787900" y="5613400"/>
          <p14:tracePt t="25492" x="4857750" y="5600700"/>
          <p14:tracePt t="25509" x="4921250" y="5594350"/>
          <p14:tracePt t="25526" x="4991100" y="5588000"/>
          <p14:tracePt t="25542" x="5035550" y="5575300"/>
          <p14:tracePt t="25559" x="5092700" y="5575300"/>
          <p14:tracePt t="25576" x="5124450" y="5568950"/>
          <p14:tracePt t="25592" x="5143500" y="5568950"/>
          <p14:tracePt t="25608" x="5156200" y="5568950"/>
          <p14:tracePt t="25625" x="5194300" y="5568950"/>
          <p14:tracePt t="25642" x="5200650" y="5556250"/>
          <p14:tracePt t="25658" x="5219700" y="5543550"/>
          <p14:tracePt t="26695" x="5200650" y="5543550"/>
          <p14:tracePt t="26702" x="5156200" y="5543550"/>
          <p14:tracePt t="26716" x="5092700" y="5556250"/>
          <p14:tracePt t="26725" x="5029200" y="5575300"/>
          <p14:tracePt t="26738" x="4959350" y="5581650"/>
          <p14:tracePt t="26755" x="4826000" y="5613400"/>
          <p14:tracePt t="26772" x="4667250" y="5657850"/>
          <p14:tracePt t="26788" x="4565650" y="5683250"/>
          <p14:tracePt t="26805" x="4337050" y="5721350"/>
          <p14:tracePt t="26822" x="4102100" y="5765800"/>
          <p14:tracePt t="26838" x="3987800" y="5778500"/>
          <p14:tracePt t="26856" x="3759200" y="5810250"/>
          <p14:tracePt t="26871" x="3543300" y="5829300"/>
          <p14:tracePt t="26888" x="3441700" y="5835650"/>
          <p14:tracePt t="26905" x="3270250" y="5867400"/>
          <p14:tracePt t="26921" x="3105150" y="5899150"/>
          <p14:tracePt t="26937" x="3022600" y="5918200"/>
          <p14:tracePt t="26955" x="2889250" y="5943600"/>
          <p14:tracePt t="26971" x="2736850" y="5988050"/>
          <p14:tracePt t="26987" x="2654300" y="6013450"/>
          <p14:tracePt t="27004" x="2508250" y="6057900"/>
          <p14:tracePt t="27020" x="2444750" y="6064250"/>
          <p14:tracePt t="27037" x="2298700" y="6102350"/>
          <p14:tracePt t="27054" x="2139950" y="6134100"/>
          <p14:tracePt t="27070" x="2057400" y="6172200"/>
          <p14:tracePt t="27087" x="1917700" y="6203950"/>
          <p14:tracePt t="27103" x="1822450" y="6223000"/>
          <p14:tracePt t="27120" x="1790700" y="6223000"/>
          <p14:tracePt t="27137" x="1771650" y="6229350"/>
          <p14:tracePt t="27154" x="1765300" y="6216650"/>
          <p14:tracePt t="27170" x="1765300" y="6210300"/>
          <p14:tracePt t="27186" x="1765300" y="6197600"/>
          <p14:tracePt t="27746" x="1771650" y="6191250"/>
          <p14:tracePt t="27753" x="1784350" y="6178550"/>
          <p14:tracePt t="27759" x="1809750" y="6159500"/>
          <p14:tracePt t="27774" x="1822450" y="6134100"/>
          <p14:tracePt t="27784" x="1841500" y="6115050"/>
          <p14:tracePt t="27800" x="1879600" y="6089650"/>
          <p14:tracePt t="27818" x="1924050" y="6045200"/>
          <p14:tracePt t="27834" x="1974850" y="6007100"/>
          <p14:tracePt t="27852" x="2025650" y="5975350"/>
          <p14:tracePt t="27867" x="2051050" y="5962650"/>
          <p14:tracePt t="27884" x="2070100" y="5949950"/>
          <p14:tracePt t="27901" x="2114550" y="5918200"/>
          <p14:tracePt t="27917" x="2146300" y="5873750"/>
          <p14:tracePt t="27935" x="2171700" y="5854700"/>
          <p14:tracePt t="27950" x="2222500" y="5778500"/>
          <p14:tracePt t="27967" x="2298700" y="5651500"/>
          <p14:tracePt t="27984" x="2393950" y="5448300"/>
          <p14:tracePt t="28000" x="2451100" y="5314950"/>
          <p14:tracePt t="28017" x="2597150" y="4933950"/>
          <p14:tracePt t="28034" x="2755900" y="4508500"/>
          <p14:tracePt t="28050" x="2813050" y="4279900"/>
          <p14:tracePt t="28067" x="2908300" y="3841750"/>
          <p14:tracePt t="28084" x="2933700" y="3441700"/>
          <p14:tracePt t="28100" x="2933700" y="3282950"/>
          <p14:tracePt t="28117" x="2933700" y="3143250"/>
          <p14:tracePt t="28133" x="2901950" y="2927350"/>
          <p14:tracePt t="28150" x="2882900" y="2844800"/>
          <p14:tracePt t="28167" x="2851150" y="2730500"/>
          <p14:tracePt t="28183" x="2844800" y="2686050"/>
          <p14:tracePt t="28200" x="2819400" y="2603500"/>
          <p14:tracePt t="28217" x="2787650" y="2546350"/>
          <p14:tracePt t="28233" x="2774950" y="2527300"/>
          <p14:tracePt t="28250" x="2749550" y="2457450"/>
          <p14:tracePt t="28266" x="2717800" y="2393950"/>
          <p14:tracePt t="28283" x="2711450" y="2374900"/>
          <p14:tracePt t="28286" x="2705100" y="2343150"/>
          <p14:tracePt t="28299" x="2698750" y="2317750"/>
          <p14:tracePt t="28316" x="2692400" y="2260600"/>
          <p14:tracePt t="28333" x="2686050" y="2235200"/>
          <p14:tracePt t="28350" x="2673350" y="2184400"/>
          <p14:tracePt t="28366" x="2647950" y="2133600"/>
          <p14:tracePt t="28383" x="2641600" y="2114550"/>
          <p14:tracePt t="28399" x="2609850" y="2063750"/>
          <p14:tracePt t="28415" x="2590800" y="2032000"/>
          <p14:tracePt t="28433" x="2578100" y="2012950"/>
          <p14:tracePt t="28449" x="2559050" y="1987550"/>
          <p14:tracePt t="28465" x="2533650" y="1968500"/>
          <p14:tracePt t="28483" x="2476500" y="1917700"/>
          <p14:tracePt t="28498" x="2463800" y="1905000"/>
          <p14:tracePt t="28515" x="2444750" y="1892300"/>
          <p14:tracePt t="28533" x="2425700" y="1873250"/>
          <p14:tracePt t="28549" x="2406650" y="1854200"/>
          <p14:tracePt t="28565" x="2393950" y="1847850"/>
          <p14:tracePt t="28582" x="2387600" y="1841500"/>
          <p14:tracePt t="28598" x="2381250" y="1835150"/>
          <p14:tracePt t="28631" x="2374900" y="1835150"/>
          <p14:tracePt t="28750" x="2374900" y="1828800"/>
          <p14:tracePt t="28855" x="2374900" y="1822450"/>
          <p14:tracePt t="29340" x="2387600" y="1822450"/>
          <p14:tracePt t="29347" x="2400300" y="1822450"/>
          <p14:tracePt t="29360" x="2432050" y="1822450"/>
          <p14:tracePt t="29368" x="2470150" y="1822450"/>
          <p14:tracePt t="29382" x="2508250" y="1816100"/>
          <p14:tracePt t="29396" x="2628900" y="1803400"/>
          <p14:tracePt t="29413" x="2679700" y="1797050"/>
          <p14:tracePt t="29429" x="2762250" y="1778000"/>
          <p14:tracePt t="29446" x="2901950" y="1758950"/>
          <p14:tracePt t="29462" x="3048000" y="1746250"/>
          <p14:tracePt t="29478" x="3111500" y="1739900"/>
          <p14:tracePt t="29495" x="3213100" y="1739900"/>
          <p14:tracePt t="29512" x="3282950" y="1727200"/>
          <p14:tracePt t="29529" x="3314700" y="1727200"/>
          <p14:tracePt t="29545" x="3321050" y="1727200"/>
          <p14:tracePt t="29562" x="3327400" y="1727200"/>
          <p14:tracePt t="29599" x="3333750" y="1720850"/>
          <p14:tracePt t="29670" x="3321050" y="1720850"/>
          <p14:tracePt t="29676" x="3314700" y="1720850"/>
          <p14:tracePt t="29697" x="3295650" y="1727200"/>
          <p14:tracePt t="29712" x="3282950" y="1733550"/>
          <p14:tracePt t="29719" x="3263900" y="1739900"/>
          <p14:tracePt t="29733" x="3238500" y="1758950"/>
          <p14:tracePt t="29744" x="3213100" y="1765300"/>
          <p14:tracePt t="29761" x="3155950" y="1797050"/>
          <p14:tracePt t="29778" x="3130550" y="1803400"/>
          <p14:tracePt t="29794" x="3098800" y="1822450"/>
          <p14:tracePt t="29811" x="3079750" y="1841500"/>
          <p14:tracePt t="29828" x="3073400" y="1847850"/>
          <p14:tracePt t="29845" x="3086100" y="1854200"/>
          <p14:tracePt t="29860" x="3143250" y="1866900"/>
          <p14:tracePt t="29877" x="3206750" y="1866900"/>
          <p14:tracePt t="29894" x="3390900" y="1879600"/>
          <p14:tracePt t="29911" x="3632200" y="1911350"/>
          <p14:tracePt t="29928" x="3746500" y="1917700"/>
          <p14:tracePt t="29944" x="3975100" y="1930400"/>
          <p14:tracePt t="29960" x="4152900" y="1924050"/>
          <p14:tracePt t="29977" x="4203700" y="1917700"/>
          <p14:tracePt t="29994" x="4267200" y="1917700"/>
          <p14:tracePt t="30010" x="4273550" y="1917700"/>
          <p14:tracePt t="30028" x="4286250" y="1911350"/>
          <p14:tracePt t="30044" x="4286250" y="1905000"/>
          <p14:tracePt t="30077" x="4286250" y="1898650"/>
          <p14:tracePt t="30111" x="4279900" y="1898650"/>
          <p14:tracePt t="30119" x="4273550" y="1892300"/>
          <p14:tracePt t="30133" x="4260850" y="1892300"/>
          <p14:tracePt t="30143" x="4241800" y="1892300"/>
          <p14:tracePt t="30161" x="4184650" y="1885950"/>
          <p14:tracePt t="30176" x="4140200" y="1879600"/>
          <p14:tracePt t="30193" x="4025900" y="1879600"/>
          <p14:tracePt t="30211" x="3898900" y="1885950"/>
          <p14:tracePt t="30226" x="3841750" y="1885950"/>
          <p14:tracePt t="30243" x="3740150" y="1885950"/>
          <p14:tracePt t="30260" x="3683000" y="1892300"/>
          <p14:tracePt t="30276" x="3670300" y="1892300"/>
          <p14:tracePt t="30292" x="3663950" y="1898650"/>
          <p14:tracePt t="30296" x="3657600" y="1898650"/>
          <p14:tracePt t="30310" x="3651250" y="1898650"/>
          <p14:tracePt t="30344" x="3644900" y="1898650"/>
          <p14:tracePt t="30372" x="3651250" y="1898650"/>
          <p14:tracePt t="30393" x="3663950" y="1898650"/>
          <p14:tracePt t="30400" x="3676650" y="1898650"/>
          <p14:tracePt t="30414" x="3695700" y="1898650"/>
          <p14:tracePt t="30425" x="3727450" y="1898650"/>
          <p14:tracePt t="30442" x="3829050" y="1898650"/>
          <p14:tracePt t="30458" x="3879850" y="1898650"/>
          <p14:tracePt t="30475" x="4006850" y="1898650"/>
          <p14:tracePt t="30492" x="4108450" y="1898650"/>
          <p14:tracePt t="30508" x="4152900" y="1892300"/>
          <p14:tracePt t="30525" x="4184650" y="1885950"/>
          <p14:tracePt t="30541" x="4203700" y="1885950"/>
          <p14:tracePt t="30577" x="4203700" y="1879600"/>
          <p14:tracePt t="30610" x="4203700" y="1873250"/>
          <p14:tracePt t="30631" x="4191000" y="1873250"/>
          <p14:tracePt t="30645" x="4178300" y="1866900"/>
          <p14:tracePt t="30653" x="4165600" y="1866900"/>
          <p14:tracePt t="30661" x="4146550" y="1866900"/>
          <p14:tracePt t="30675" x="4114800" y="1866900"/>
          <p14:tracePt t="30691" x="4064000" y="1847850"/>
          <p14:tracePt t="30708" x="4044950" y="1841500"/>
          <p14:tracePt t="31206" x="4025900" y="1841500"/>
          <p14:tracePt t="31213" x="4006850" y="1847850"/>
          <p14:tracePt t="31227" x="3975100" y="1866900"/>
          <p14:tracePt t="31239" x="3949700" y="1879600"/>
          <p14:tracePt t="31256" x="3892550" y="1943100"/>
          <p14:tracePt t="31272" x="3867150" y="1981200"/>
          <p14:tracePt t="31289" x="3790950" y="2095500"/>
          <p14:tracePt t="31305" x="3702050" y="2241550"/>
          <p14:tracePt t="31322" x="3651250" y="2349500"/>
          <p14:tracePt t="31339" x="3543300" y="2584450"/>
          <p14:tracePt t="31355" x="3397250" y="2895600"/>
          <p14:tracePt t="31372" x="3308350" y="3041650"/>
          <p14:tracePt t="31389" x="3117850" y="3390900"/>
          <p14:tracePt t="31405" x="3016250" y="3549650"/>
          <p14:tracePt t="31422" x="2755900" y="3937000"/>
          <p14:tracePt t="31439" x="2495550" y="4330700"/>
          <p14:tracePt t="31455" x="2317750" y="4629150"/>
          <p14:tracePt t="31472" x="2146300" y="4908550"/>
          <p14:tracePt t="31488" x="2089150" y="5003800"/>
          <p14:tracePt t="31505" x="2032000" y="5099050"/>
          <p14:tracePt t="31522" x="1885950" y="5378450"/>
          <p14:tracePt t="31538" x="1860550" y="5448300"/>
          <p14:tracePt t="31555" x="1841500" y="5505450"/>
          <p14:tracePt t="31572" x="1790700" y="5588000"/>
          <p14:tracePt t="31588" x="1790700" y="5607050"/>
          <p14:tracePt t="31605" x="1784350" y="5626100"/>
          <p14:tracePt t="31621" x="1803400" y="5651500"/>
          <p14:tracePt t="31966" x="1803400" y="5689600"/>
          <p14:tracePt t="31973" x="1797050" y="5740400"/>
          <p14:tracePt t="31989" x="1790700" y="5784850"/>
          <p14:tracePt t="32003" x="1790700" y="5810250"/>
          <p14:tracePt t="32020" x="1778000" y="5873750"/>
          <p14:tracePt t="32037" x="1765300" y="5911850"/>
          <p14:tracePt t="32053" x="1752600" y="5930900"/>
          <p14:tracePt t="32070" x="1746250" y="5969000"/>
          <p14:tracePt t="32087" x="1739900" y="5975350"/>
          <p14:tracePt t="32103" x="1739900" y="5988050"/>
          <p14:tracePt t="32120" x="1733550" y="5994400"/>
          <p14:tracePt t="32136" x="1727200" y="6000750"/>
          <p14:tracePt t="32172" x="1727200" y="6007100"/>
          <p14:tracePt t="32186" x="1720850" y="6013450"/>
          <p14:tracePt t="32247" x="1714500" y="6013450"/>
          <p14:tracePt t="32254" x="1708150" y="6019800"/>
          <p14:tracePt t="32275" x="1701800" y="6026150"/>
          <p14:tracePt t="32289" x="1695450" y="6032500"/>
          <p14:tracePt t="32296" x="1689100" y="6038850"/>
          <p14:tracePt t="32310" x="1676400" y="6045200"/>
          <p14:tracePt t="32318" x="1670050" y="6045200"/>
          <p14:tracePt t="32335" x="1657350" y="6051550"/>
          <p14:tracePt t="32352" x="1625600" y="6064250"/>
          <p14:tracePt t="32369" x="1606550" y="6070600"/>
          <p14:tracePt t="32385" x="1593850" y="6076950"/>
          <p14:tracePt t="32402" x="1581150" y="6076950"/>
          <p14:tracePt t="32418" x="1568450" y="6083300"/>
          <p14:tracePt t="32464" x="1562100" y="6089650"/>
          <p14:tracePt t="32479" x="1555750" y="6089650"/>
          <p14:tracePt t="32500" x="1549400" y="6089650"/>
          <p14:tracePt t="32507" x="1543050" y="6089650"/>
          <p14:tracePt t="32522" x="1530350" y="6089650"/>
          <p14:tracePt t="32535" x="1479550" y="6108700"/>
          <p14:tracePt t="32551" x="1460500" y="6121400"/>
          <p14:tracePt t="32568" x="1422400" y="6140450"/>
          <p14:tracePt t="32585" x="1339850" y="6153150"/>
          <p14:tracePt t="32602" x="1250950" y="6178550"/>
          <p14:tracePt t="32619" x="1206500" y="6191250"/>
          <p14:tracePt t="32634" x="1181100" y="6197600"/>
          <p14:tracePt t="32651" x="1155700" y="6197600"/>
          <p14:tracePt t="32669" x="1136650" y="6203950"/>
          <p14:tracePt t="33026" x="1143000" y="6203950"/>
          <p14:tracePt t="33040" x="1174750" y="6216650"/>
          <p14:tracePt t="33047" x="1225550" y="6223000"/>
          <p14:tracePt t="33061" x="1282700" y="6229350"/>
          <p14:tracePt t="33070" x="1358900" y="6229350"/>
          <p14:tracePt t="33085" x="1435100" y="6242050"/>
          <p14:tracePt t="33099" x="1587500" y="6242050"/>
          <p14:tracePt t="33116" x="1663700" y="6242050"/>
          <p14:tracePt t="33133" x="1784350" y="6242050"/>
          <p14:tracePt t="33149" x="1835150" y="6242050"/>
          <p14:tracePt t="33167" x="1936750" y="6229350"/>
          <p14:tracePt t="33182" x="1968500" y="6223000"/>
          <p14:tracePt t="33199" x="1987550" y="6223000"/>
          <p14:tracePt t="33216" x="2012950" y="6216650"/>
          <p14:tracePt t="33233" x="2044700" y="6210300"/>
          <p14:tracePt t="33249" x="2051050" y="6210300"/>
          <p14:tracePt t="33267" x="2070100" y="6210300"/>
          <p14:tracePt t="33282" x="2089150" y="6210300"/>
          <p14:tracePt t="33315" x="2101850" y="6210300"/>
          <p14:tracePt t="33332" x="2114550" y="6203950"/>
          <p14:tracePt t="33350" x="2120900" y="6203950"/>
          <p14:tracePt t="33419" x="2127250" y="6203950"/>
          <p14:tracePt t="33539" x="2120900" y="6203950"/>
          <p14:tracePt t="33560" x="2114550" y="6203950"/>
          <p14:tracePt t="33574" x="2108200" y="6203950"/>
          <p14:tracePt t="33583" x="2101850" y="6203950"/>
          <p14:tracePt t="33598" x="2095500" y="6203950"/>
          <p14:tracePt t="33614" x="2057400" y="6197600"/>
          <p14:tracePt t="33631" x="1974850" y="6178550"/>
          <p14:tracePt t="33647" x="1924050" y="6178550"/>
          <p14:tracePt t="33665" x="1803400" y="6159500"/>
          <p14:tracePt t="33681" x="1651000" y="6140450"/>
          <p14:tracePt t="33697" x="1555750" y="6134100"/>
          <p14:tracePt t="33714" x="1416050" y="6121400"/>
          <p14:tracePt t="33731" x="1289050" y="6121400"/>
          <p14:tracePt t="33747" x="1231900" y="6115050"/>
          <p14:tracePt t="33764" x="1168400" y="6115050"/>
          <p14:tracePt t="33780" x="1149350" y="6115050"/>
          <p14:tracePt t="33798" x="1123950" y="6108700"/>
          <p14:tracePt t="33814" x="1117600" y="6108700"/>
          <p14:tracePt t="33830" x="1111250" y="6108700"/>
          <p14:tracePt t="33861" x="1104900" y="6108700"/>
          <p14:tracePt t="34121" x="1111250" y="6108700"/>
          <p14:tracePt t="34136" x="1136650" y="6108700"/>
          <p14:tracePt t="34143" x="1181100" y="6096000"/>
          <p14:tracePt t="34149" x="1231900" y="6096000"/>
          <p14:tracePt t="34165" x="1282700" y="6096000"/>
          <p14:tracePt t="34179" x="1346200" y="6096000"/>
          <p14:tracePt t="34196" x="1485900" y="6096000"/>
          <p14:tracePt t="34213" x="1612900" y="6096000"/>
          <p14:tracePt t="34229" x="1657350" y="6089650"/>
          <p14:tracePt t="34245" x="1714500" y="6089650"/>
          <p14:tracePt t="34262" x="1739900" y="6089650"/>
          <p14:tracePt t="34279" x="1752600" y="6089650"/>
          <p14:tracePt t="34295" x="1758950" y="6089650"/>
          <p14:tracePt t="34328" x="1765300" y="6089650"/>
          <p14:tracePt t="34402" x="1765300" y="6083300"/>
          <p14:tracePt t="34557" x="1765300" y="6076950"/>
          <p14:tracePt t="34563" x="1758950" y="6076950"/>
          <p14:tracePt t="34592" x="1752600" y="6064250"/>
          <p14:tracePt t="34606" x="1752600" y="6051550"/>
          <p14:tracePt t="34614" x="1746250" y="6038850"/>
          <p14:tracePt t="34630" x="1733550" y="6013450"/>
          <p14:tracePt t="34644" x="1701800" y="5930900"/>
          <p14:tracePt t="34661" x="1663700" y="5861050"/>
          <p14:tracePt t="34677" x="1581150" y="5708650"/>
          <p14:tracePt t="34694" x="1549400" y="5632450"/>
          <p14:tracePt t="34711" x="1447800" y="5461000"/>
          <p14:tracePt t="34727" x="1422400" y="5429250"/>
          <p14:tracePt t="34744" x="1403350" y="5397500"/>
          <p14:tracePt t="34761" x="1384300" y="5359400"/>
          <p14:tracePt t="34777" x="1377950" y="5353050"/>
          <p14:tracePt t="34824" x="1371600" y="5353050"/>
          <p14:tracePt t="34943" x="1371600" y="5359400"/>
          <p14:tracePt t="34978" x="1365250" y="5365750"/>
          <p14:tracePt t="34985" x="1358900" y="5372100"/>
          <p14:tracePt t="34993" x="1358900" y="5378450"/>
          <p14:tracePt t="35010" x="1352550" y="5384800"/>
          <p14:tracePt t="35027" x="1339850" y="5397500"/>
          <p14:tracePt t="35043" x="1327150" y="5410200"/>
          <p14:tracePt t="35059" x="1295400" y="5454650"/>
          <p14:tracePt t="35076" x="1244600" y="5524500"/>
          <p14:tracePt t="35093" x="1206500" y="5556250"/>
          <p14:tracePt t="35109" x="1155700" y="5632450"/>
          <p14:tracePt t="35126" x="1117600" y="5689600"/>
          <p14:tracePt t="35143" x="1098550" y="5708650"/>
          <p14:tracePt t="35159" x="1079500" y="5746750"/>
          <p14:tracePt t="35175" x="1066800" y="5753100"/>
          <p14:tracePt t="35192" x="1066800" y="5759450"/>
          <p14:tracePt t="35209" x="1066800" y="5772150"/>
          <p14:tracePt t="35406" x="1066800" y="5778500"/>
          <p14:tracePt t="35427" x="1073150" y="5784850"/>
          <p14:tracePt t="35434" x="1073150" y="5791200"/>
          <p14:tracePt t="35455" x="1073150" y="5797550"/>
          <p14:tracePt t="35469" x="1079500" y="5803900"/>
          <p14:tracePt t="35478" x="1085850" y="5810250"/>
          <p14:tracePt t="35491" x="1085850" y="5816600"/>
          <p14:tracePt t="35508" x="1104900" y="5848350"/>
          <p14:tracePt t="35524" x="1111250" y="5867400"/>
          <p14:tracePt t="35541" x="1143000" y="5918200"/>
          <p14:tracePt t="35558" x="1187450" y="5994400"/>
          <p14:tracePt t="35575" x="1225550" y="6070600"/>
          <p14:tracePt t="35591" x="1244600" y="6096000"/>
          <p14:tracePt t="35607" x="1257300" y="6127750"/>
          <p14:tracePt t="35624" x="1301750" y="6172200"/>
          <p14:tracePt t="35641" x="1301750" y="6178550"/>
          <p14:tracePt t="35657" x="1308100" y="6184900"/>
          <p14:tracePt t="35674" x="1314450" y="6191250"/>
          <p14:tracePt t="35690" x="1320800" y="6191250"/>
          <p14:tracePt t="35708" x="1327150" y="6191250"/>
          <p14:tracePt t="35724" x="1333500" y="6191250"/>
          <p14:tracePt t="35740" x="1346200" y="6191250"/>
          <p14:tracePt t="35760" x="1352550" y="6191250"/>
          <p14:tracePt t="35773" x="1365250" y="6191250"/>
          <p14:tracePt t="35790" x="1390650" y="6191250"/>
          <p14:tracePt t="35807" x="1416050" y="6191250"/>
          <p14:tracePt t="35824" x="1479550" y="6184900"/>
          <p14:tracePt t="35840" x="1504950" y="6178550"/>
          <p14:tracePt t="35857" x="1574800" y="6178550"/>
          <p14:tracePt t="35873" x="1600200" y="6165850"/>
          <p14:tracePt t="35892" x="1631950" y="6165850"/>
          <p14:tracePt t="35907" x="1689100" y="6159500"/>
          <p14:tracePt t="35924" x="1720850" y="6159500"/>
          <p14:tracePt t="35940" x="1765300" y="6153150"/>
          <p14:tracePt t="35956" x="1790700" y="6153150"/>
          <p14:tracePt t="35973" x="1803400" y="6146800"/>
          <p14:tracePt t="35990" x="1835150" y="6146800"/>
          <p14:tracePt t="36006" x="1847850" y="6146800"/>
          <p14:tracePt t="36024" x="1860550" y="6146800"/>
          <p14:tracePt t="36039" x="1892300" y="6140450"/>
          <p14:tracePt t="36056" x="1911350" y="6140450"/>
          <p14:tracePt t="36073" x="1955800" y="6134100"/>
          <p14:tracePt t="36089" x="1974850" y="6134100"/>
          <p14:tracePt t="36106" x="2000250" y="6127750"/>
          <p14:tracePt t="36124" x="2044700" y="6121400"/>
          <p14:tracePt t="36139" x="2082800" y="6115050"/>
          <p14:tracePt t="36156" x="2089150" y="6108700"/>
          <p14:tracePt t="36172" x="2101850" y="6102350"/>
          <p14:tracePt t="36189" x="2108200" y="6102350"/>
          <p14:tracePt t="36220" x="2101850" y="6102350"/>
          <p14:tracePt t="36242" x="2095500" y="6096000"/>
          <p14:tracePt t="36248" x="2089150" y="6096000"/>
          <p14:tracePt t="36270" x="2082800" y="6096000"/>
          <p14:tracePt t="36277" x="2076450" y="6096000"/>
          <p14:tracePt t="36292" x="2063750" y="6096000"/>
          <p14:tracePt t="36305" x="2044700" y="6096000"/>
          <p14:tracePt t="36322" x="1987550" y="6096000"/>
          <p14:tracePt t="36338" x="1949450" y="6096000"/>
          <p14:tracePt t="36355" x="1828800" y="6096000"/>
          <p14:tracePt t="36371" x="1714500" y="6096000"/>
          <p14:tracePt t="36389" x="1625600" y="6096000"/>
          <p14:tracePt t="36405" x="1600200" y="6096000"/>
          <p14:tracePt t="36422" x="1562100" y="6089650"/>
          <p14:tracePt t="36439" x="1543050" y="6089650"/>
          <p14:tracePt t="36455" x="1536700" y="6083300"/>
          <p14:tracePt t="36501" x="1543050" y="6083300"/>
          <p14:tracePt t="36508" x="1549400" y="6083300"/>
          <p14:tracePt t="36524" x="1562100" y="6076950"/>
          <p14:tracePt t="36538" x="1593850" y="6076950"/>
          <p14:tracePt t="36554" x="1612900" y="6076950"/>
          <p14:tracePt t="36572" x="1676400" y="6076950"/>
          <p14:tracePt t="36587" x="1714500" y="6076950"/>
          <p14:tracePt t="36604" x="1841500" y="6083300"/>
          <p14:tracePt t="36621" x="1962150" y="6096000"/>
          <p14:tracePt t="36637" x="2000250" y="6096000"/>
          <p14:tracePt t="36654" x="2051050" y="6096000"/>
          <p14:tracePt t="36671" x="2063750" y="6096000"/>
          <p14:tracePt t="36687" x="2070100" y="6096000"/>
          <p14:tracePt t="36704" x="2076450" y="6096000"/>
          <p14:tracePt t="36782" x="2070100" y="6096000"/>
          <p14:tracePt t="36789" x="2070100" y="6102350"/>
          <p14:tracePt t="36958" x="2070100" y="6108700"/>
          <p14:tracePt t="37014" x="2076450" y="6108700"/>
          <p14:tracePt t="37119" x="2070100" y="6108700"/>
          <p14:tracePt t="37140" x="2057400" y="6108700"/>
          <p14:tracePt t="37155" x="2051050" y="6102350"/>
          <p14:tracePt t="37161" x="2038350" y="6102350"/>
          <p14:tracePt t="37171" x="2019300" y="6102350"/>
          <p14:tracePt t="37185" x="1981200" y="6096000"/>
          <p14:tracePt t="37202" x="1936750" y="6083300"/>
          <p14:tracePt t="37218" x="1816100" y="6070600"/>
          <p14:tracePt t="37235" x="1701800" y="6051550"/>
          <p14:tracePt t="37253" x="1606550" y="6032500"/>
          <p14:tracePt t="37268" x="1568450" y="6032500"/>
          <p14:tracePt t="37285" x="1517650" y="6026150"/>
          <p14:tracePt t="37302" x="1492250" y="6019800"/>
          <p14:tracePt t="37318" x="1485900" y="6019800"/>
          <p14:tracePt t="37335" x="1473200" y="6019800"/>
          <p14:tracePt t="37393" x="1466850" y="6013450"/>
          <p14:tracePt t="37470" x="1460500" y="6013450"/>
          <p14:tracePt t="37491" x="1454150" y="6013450"/>
          <p14:tracePt t="37506" x="1454150" y="6007100"/>
          <p14:tracePt t="37512" x="1441450" y="6007100"/>
          <p14:tracePt t="37521" x="1428750" y="6000750"/>
          <p14:tracePt t="37534" x="1416050" y="6000750"/>
          <p14:tracePt t="37551" x="1403350" y="5994400"/>
          <p14:tracePt t="37568" x="1358900" y="5981700"/>
          <p14:tracePt t="37584" x="1327150" y="5969000"/>
          <p14:tracePt t="37600" x="1308100" y="5962650"/>
          <p14:tracePt t="37618" x="1282700" y="5956300"/>
          <p14:tracePt t="37634" x="1270000" y="5943600"/>
          <p14:tracePt t="37650" x="1263650" y="5943600"/>
          <p14:tracePt t="37667" x="1257300" y="5943600"/>
          <p14:tracePt t="37723" x="1250950" y="5943600"/>
          <p14:tracePt t="37793" x="1250950" y="5937250"/>
          <p14:tracePt t="37835" x="1244600" y="5930900"/>
          <p14:tracePt t="37856" x="1238250" y="5924550"/>
          <p14:tracePt t="37863" x="1231900" y="5924550"/>
          <p14:tracePt t="37870" x="1219200" y="5924550"/>
          <p14:tracePt t="37886" x="1212850" y="5918200"/>
          <p14:tracePt t="37900" x="1193800" y="5911850"/>
          <p14:tracePt t="37916" x="1155700" y="5905500"/>
          <p14:tracePt t="37933" x="1092200" y="5892800"/>
          <p14:tracePt t="37949" x="1066800" y="5892800"/>
          <p14:tracePt t="37966" x="1009650" y="5886450"/>
          <p14:tracePt t="37983" x="965200" y="5880100"/>
          <p14:tracePt t="37999" x="946150" y="5880100"/>
          <p14:tracePt t="38016" x="920750" y="5880100"/>
          <p14:tracePt t="38032" x="901700" y="5880100"/>
          <p14:tracePt t="38144" x="895350" y="5880100"/>
          <p14:tracePt t="38172" x="889000" y="5880100"/>
          <p14:tracePt t="38193" x="882650" y="5880100"/>
          <p14:tracePt t="38214" x="876300" y="5880100"/>
          <p14:tracePt t="38221" x="869950" y="5873750"/>
          <p14:tracePt t="38243" x="863600" y="5873750"/>
          <p14:tracePt t="38263" x="857250" y="5873750"/>
          <p14:tracePt t="38285" x="850900" y="5873750"/>
          <p14:tracePt t="38291" x="844550" y="5873750"/>
          <p14:tracePt t="38312" x="838200" y="5873750"/>
          <p14:tracePt t="38334" x="825500" y="5867400"/>
          <p14:tracePt t="38361" x="819150" y="5861050"/>
          <p14:tracePt t="38383" x="812800" y="5854700"/>
          <p14:tracePt t="38397" x="806450" y="5854700"/>
          <p14:tracePt t="38404" x="800100" y="5848350"/>
          <p14:tracePt t="38418" x="793750" y="5848350"/>
          <p14:tracePt t="38431" x="781050" y="5842000"/>
          <p14:tracePt t="38434" x="768350" y="5835650"/>
          <p14:tracePt t="38448" x="749300" y="5816600"/>
          <p14:tracePt t="38464" x="736600" y="5810250"/>
          <p14:tracePt t="38481" x="711200" y="5791200"/>
          <p14:tracePt t="38497" x="679450" y="5778500"/>
          <p14:tracePt t="38514" x="673100" y="5772150"/>
          <p14:tracePt t="38531" x="660400" y="5765800"/>
          <p14:tracePt t="38547" x="654050" y="5765800"/>
          <p14:tracePt t="38580" x="647700" y="5759450"/>
          <p14:tracePt t="38643" x="641350" y="5759450"/>
          <p14:tracePt t="39155" x="647700" y="5759450"/>
          <p14:tracePt t="39169" x="666750" y="5759450"/>
          <p14:tracePt t="39176" x="692150" y="5759450"/>
          <p14:tracePt t="39190" x="730250" y="5765800"/>
          <p14:tracePt t="39198" x="781050" y="5772150"/>
          <p14:tracePt t="39212" x="857250" y="5784850"/>
          <p14:tracePt t="39229" x="1066800" y="5816600"/>
          <p14:tracePt t="39246" x="1308100" y="5848350"/>
          <p14:tracePt t="39261" x="1422400" y="5867400"/>
          <p14:tracePt t="39278" x="1670050" y="5911850"/>
          <p14:tracePt t="39295" x="1873250" y="5943600"/>
          <p14:tracePt t="39311" x="1962150" y="5949950"/>
          <p14:tracePt t="39328" x="2051050" y="5962650"/>
          <p14:tracePt t="39345" x="2171700" y="5969000"/>
          <p14:tracePt t="39361" x="2203450" y="5975350"/>
          <p14:tracePt t="39378" x="2222500" y="5981700"/>
          <p14:tracePt t="39395" x="2247900" y="5988050"/>
          <p14:tracePt t="39411" x="2266950" y="5988050"/>
          <p14:tracePt t="39429" x="2286000" y="5988050"/>
          <p14:tracePt t="39444" x="2292350" y="5988050"/>
          <p14:tracePt t="39461" x="2311400" y="5994400"/>
          <p14:tracePt t="39478" x="2330450" y="5994400"/>
          <p14:tracePt t="39494" x="2343150" y="6000750"/>
          <p14:tracePt t="39511" x="2374900" y="6007100"/>
          <p14:tracePt t="39528" x="2425700" y="6013450"/>
          <p14:tracePt t="39544" x="2444750" y="6026150"/>
          <p14:tracePt t="39561" x="2514600" y="6032500"/>
          <p14:tracePt t="39578" x="2584450" y="6038850"/>
          <p14:tracePt t="39594" x="2609850" y="6038850"/>
          <p14:tracePt t="39611" x="2667000" y="6038850"/>
          <p14:tracePt t="39627" x="2717800" y="6038850"/>
          <p14:tracePt t="39644" x="2736850" y="6032500"/>
          <p14:tracePt t="39661" x="2768600" y="6032500"/>
          <p14:tracePt t="39677" x="2781300" y="6032500"/>
          <p14:tracePt t="39693" x="2800350" y="6032500"/>
          <p14:tracePt t="39710" x="2813050" y="6032500"/>
          <p14:tracePt t="39751" x="2819400" y="6032500"/>
          <p14:tracePt t="39836" x="2825750" y="6026150"/>
          <p14:tracePt t="39947" x="2832100" y="6026150"/>
          <p14:tracePt t="40745" x="2844800" y="6026150"/>
          <p14:tracePt t="40752" x="2876550" y="6032500"/>
          <p14:tracePt t="40759" x="2901950" y="6032500"/>
          <p14:tracePt t="40776" x="2940050" y="6038850"/>
          <p14:tracePt t="40790" x="2997200" y="6051550"/>
          <p14:tracePt t="40806" x="3098800" y="6057900"/>
          <p14:tracePt t="40823" x="3194050" y="6076950"/>
          <p14:tracePt t="40839" x="3244850" y="6076950"/>
          <p14:tracePt t="40857" x="3352800" y="6083300"/>
          <p14:tracePt t="40873" x="3467100" y="6089650"/>
          <p14:tracePt t="40889" x="3536950" y="6102350"/>
          <p14:tracePt t="40906" x="3663950" y="6102350"/>
          <p14:tracePt t="40923" x="3752850" y="6102350"/>
          <p14:tracePt t="40939" x="3797300" y="6102350"/>
          <p14:tracePt t="40942" x="3822700" y="6102350"/>
          <p14:tracePt t="40958" x="3841750" y="6102350"/>
          <p14:tracePt t="40972" x="3879850" y="6102350"/>
          <p14:tracePt t="40990" x="3886200" y="6102350"/>
          <p14:tracePt t="41006" x="3905250" y="6102350"/>
          <p14:tracePt t="41022" x="3911600" y="6102350"/>
          <p14:tracePt t="41039" x="3924300" y="6096000"/>
          <p14:tracePt t="41072" x="3930650" y="6096000"/>
          <p14:tracePt t="41173" x="3924300" y="6096000"/>
          <p14:tracePt t="41180" x="3917950" y="6096000"/>
          <p14:tracePt t="41201" x="3911600" y="6096000"/>
          <p14:tracePt t="41223" x="3905250" y="6096000"/>
          <p14:tracePt t="41250" x="3898900" y="6096000"/>
          <p14:tracePt t="41272" x="3898900" y="6102350"/>
          <p14:tracePt t="41285" x="3892550" y="6102350"/>
          <p14:tracePt t="41292" x="3886200" y="6102350"/>
          <p14:tracePt t="41308" x="3873500" y="6102350"/>
          <p14:tracePt t="41321" x="3841750" y="6108700"/>
          <p14:tracePt t="41337" x="3810000" y="6108700"/>
          <p14:tracePt t="41356" x="3714750" y="6121400"/>
          <p14:tracePt t="41371" x="3644900" y="6127750"/>
          <p14:tracePt t="41387" x="3505200" y="6140450"/>
          <p14:tracePt t="41405" x="3327400" y="6159500"/>
          <p14:tracePt t="41421" x="3251200" y="6159500"/>
          <p14:tracePt t="41437" x="3105150" y="6165850"/>
          <p14:tracePt t="41454" x="2990850" y="6178550"/>
          <p14:tracePt t="41470" x="2940050" y="6178550"/>
          <p14:tracePt t="41487" x="2844800" y="6178550"/>
          <p14:tracePt t="41504" x="2787650" y="6178550"/>
          <p14:tracePt t="41520" x="2774950" y="6178550"/>
          <p14:tracePt t="41537" x="2749550" y="6172200"/>
          <p14:tracePt t="41554" x="2730500" y="6172200"/>
          <p14:tracePt t="41570" x="2724150" y="6165850"/>
          <p14:tracePt t="41587" x="2711450" y="6165850"/>
          <p14:tracePt t="41604" x="2705100" y="6159500"/>
          <p14:tracePt t="41620" x="2698750" y="6159500"/>
          <p14:tracePt t="41637" x="2686050" y="6159500"/>
          <p14:tracePt t="41653" x="2673350" y="6159500"/>
          <p14:tracePt t="41670" x="2660650" y="6159500"/>
          <p14:tracePt t="41686" x="2641600" y="6159500"/>
          <p14:tracePt t="41703" x="2622550" y="6159500"/>
          <p14:tracePt t="41720" x="2565400" y="6165850"/>
          <p14:tracePt t="41736" x="2508250" y="6165850"/>
          <p14:tracePt t="41753" x="2470150" y="6165850"/>
          <p14:tracePt t="41770" x="2387600" y="6172200"/>
          <p14:tracePt t="41786" x="2311400" y="6172200"/>
          <p14:tracePt t="41803" x="2266950" y="6184900"/>
          <p14:tracePt t="41819" x="2184400" y="6184900"/>
          <p14:tracePt t="41836" x="2108200" y="6184900"/>
          <p14:tracePt t="41854" x="2051050" y="6184900"/>
          <p14:tracePt t="41869" x="2019300" y="6172200"/>
          <p14:tracePt t="41886" x="1968500" y="6165850"/>
          <p14:tracePt t="41904" x="1911350" y="6159500"/>
          <p14:tracePt t="41919" x="1885950" y="6153150"/>
          <p14:tracePt t="41936" x="1854200" y="6153150"/>
          <p14:tracePt t="41939" x="1835150" y="6153150"/>
          <p14:tracePt t="41952" x="1790700" y="6146800"/>
          <p14:tracePt t="41969" x="1771650" y="6140450"/>
          <p14:tracePt t="41985" x="1758950" y="6140450"/>
          <p14:tracePt t="42002" x="1739900" y="6134100"/>
          <p14:tracePt t="42019" x="1727200" y="6134100"/>
          <p14:tracePt t="42296" x="1727200" y="6140450"/>
          <p14:tracePt t="42317" x="1739900" y="6140450"/>
          <p14:tracePt t="42324" x="1746250" y="6140450"/>
          <p14:tracePt t="42338" x="1758950" y="6140450"/>
          <p14:tracePt t="42351" x="1771650" y="6140450"/>
          <p14:tracePt t="42367" x="1822450" y="6153150"/>
          <p14:tracePt t="42384" x="1847850" y="6153150"/>
          <p14:tracePt t="42401" x="1936750" y="6153150"/>
          <p14:tracePt t="42417" x="2012950" y="6153150"/>
          <p14:tracePt t="42434" x="2044700" y="6153150"/>
          <p14:tracePt t="42438" x="2063750" y="6153150"/>
          <p14:tracePt t="42451" x="2082800" y="6153150"/>
          <p14:tracePt t="42467" x="2108200" y="6153150"/>
          <p14:tracePt t="42484" x="2114550" y="6153150"/>
          <p14:tracePt t="42577" x="2108200" y="6153150"/>
          <p14:tracePt t="42584" x="2095500" y="6153150"/>
          <p14:tracePt t="42598" x="2089150" y="6153150"/>
          <p14:tracePt t="42605" x="2063750" y="6153150"/>
          <p14:tracePt t="42620" x="2038350" y="6153150"/>
          <p14:tracePt t="42634" x="2000250" y="6153150"/>
          <p14:tracePt t="42650" x="1911350" y="6153150"/>
          <p14:tracePt t="42666" x="1866900" y="6153150"/>
          <p14:tracePt t="42683" x="1790700" y="6153150"/>
          <p14:tracePt t="42700" x="1733550" y="6153150"/>
          <p14:tracePt t="42718" x="1701800" y="6153150"/>
          <p14:tracePt t="42733" x="1689100" y="6146800"/>
          <p14:tracePt t="42750" x="1682750" y="6146800"/>
          <p14:tracePt t="42767" x="1676400" y="6146800"/>
          <p14:tracePt t="42858" x="1682750" y="6146800"/>
          <p14:tracePt t="42864" x="1689100" y="6146800"/>
          <p14:tracePt t="42879" x="1701800" y="6146800"/>
          <p14:tracePt t="42886" x="1708150" y="6146800"/>
          <p14:tracePt t="42901" x="1733550" y="6153150"/>
          <p14:tracePt t="42916" x="1758950" y="6159500"/>
          <p14:tracePt t="42932" x="1854200" y="6165850"/>
          <p14:tracePt t="42936" x="1930400" y="6178550"/>
          <p14:tracePt t="42951" x="1993900" y="6178550"/>
          <p14:tracePt t="42965" x="2076450" y="6184900"/>
          <p14:tracePt t="42982" x="2216150" y="6184900"/>
          <p14:tracePt t="42999" x="2330450" y="6184900"/>
          <p14:tracePt t="43015" x="2374900" y="6172200"/>
          <p14:tracePt t="43032" x="2432050" y="6165850"/>
          <p14:tracePt t="43049" x="2463800" y="6159500"/>
          <p14:tracePt t="43066" x="2470150" y="6159500"/>
          <p14:tracePt t="43082" x="2482850" y="6153150"/>
          <p14:tracePt t="43567" x="2533650" y="6159500"/>
          <p14:tracePt t="43581" x="2622550" y="6172200"/>
          <p14:tracePt t="43588" x="2730500" y="6191250"/>
          <p14:tracePt t="43602" x="2857500" y="6210300"/>
          <p14:tracePt t="43613" x="2971800" y="6223000"/>
          <p14:tracePt t="43630" x="3213100" y="6242050"/>
          <p14:tracePt t="43646" x="3327400" y="6254750"/>
          <p14:tracePt t="43663" x="3492500" y="6248400"/>
          <p14:tracePt t="43680" x="3625850" y="6242050"/>
          <p14:tracePt t="43696" x="3676650" y="6229350"/>
          <p14:tracePt t="43713" x="3733800" y="6216650"/>
          <p14:tracePt t="43729" x="3790950" y="6203950"/>
          <p14:tracePt t="43746" x="3810000" y="6197600"/>
          <p14:tracePt t="43764" x="3835400" y="6184900"/>
          <p14:tracePt t="43779" x="3860800" y="6172200"/>
          <p14:tracePt t="43796" x="3867150" y="6165850"/>
          <p14:tracePt t="43813" x="3879850" y="6153150"/>
          <p14:tracePt t="43829" x="3886200" y="6146800"/>
          <p14:tracePt t="43846" x="3898900" y="6134100"/>
          <p14:tracePt t="43879" x="3905250" y="6134100"/>
          <p14:tracePt t="43895" x="3917950" y="6134100"/>
          <p14:tracePt t="43918" x="3924300" y="6134100"/>
          <p14:tracePt t="43932" x="3924300" y="6127750"/>
          <p14:tracePt t="43946" x="3930650" y="6127750"/>
          <p14:tracePt t="43962" x="3943350" y="6127750"/>
          <p14:tracePt t="43995" x="3949700" y="6121400"/>
          <p14:tracePt t="44012" x="3956050" y="6121400"/>
          <p14:tracePt t="44031" x="3962400" y="6121400"/>
          <p14:tracePt t="44045" x="3968750" y="6115050"/>
          <p14:tracePt t="44062" x="3994150" y="6115050"/>
          <p14:tracePt t="44079" x="4051300" y="6108700"/>
          <p14:tracePt t="44095" x="4095750" y="6102350"/>
          <p14:tracePt t="44112" x="4146550" y="6102350"/>
          <p14:tracePt t="44129" x="4349750" y="6089650"/>
          <p14:tracePt t="44144" x="4425950" y="6089650"/>
          <p14:tracePt t="44161" x="4489450" y="6089650"/>
          <p14:tracePt t="44178" x="4616450" y="6089650"/>
          <p14:tracePt t="44194" x="4724400" y="6089650"/>
          <p14:tracePt t="44211" x="4775200" y="6083300"/>
          <p14:tracePt t="44228" x="4832350" y="6076950"/>
          <p14:tracePt t="44244" x="4864100" y="6076950"/>
          <p14:tracePt t="44262" x="4889500" y="6076950"/>
          <p14:tracePt t="44277" x="4902200" y="6076950"/>
          <p14:tracePt t="44294" x="4908550" y="6070600"/>
          <p14:tracePt t="44311" x="4914900" y="6070600"/>
          <p14:tracePt t="44362" x="4921250" y="6064250"/>
          <p14:tracePt t="44704" x="4914900" y="6064250"/>
          <p14:tracePt t="44733" x="4908550" y="6064250"/>
          <p14:tracePt t="44831" x="4902200" y="6070600"/>
          <p14:tracePt t="44901" x="4895850" y="6070600"/>
          <p14:tracePt t="44964" x="4889500" y="6070600"/>
          <p14:tracePt t="45006" x="4883150" y="6070600"/>
          <p14:tracePt t="45013" x="4876800" y="6070600"/>
          <p14:tracePt t="47091" x="4857750" y="6070600"/>
          <p14:tracePt t="47100" x="4838700" y="6064250"/>
          <p14:tracePt t="47118" x="4781550" y="6026150"/>
          <p14:tracePt t="47134" x="4762500" y="6007100"/>
          <p14:tracePt t="47151" x="4686300" y="5949950"/>
          <p14:tracePt t="47168" x="4622800" y="5911850"/>
          <p14:tracePt t="47184" x="4591050" y="5905500"/>
          <p14:tracePt t="47201" x="4521200" y="5867400"/>
          <p14:tracePt t="47217" x="4406900" y="5835650"/>
          <p14:tracePt t="47234" x="4368800" y="5816600"/>
          <p14:tracePt t="47251" x="4241800" y="5778500"/>
          <p14:tracePt t="47267" x="4178300" y="5772150"/>
          <p14:tracePt t="47284" x="4057650" y="5753100"/>
          <p14:tracePt t="47301" x="3905250" y="5734050"/>
          <p14:tracePt t="47317" x="3841750" y="5721350"/>
          <p14:tracePt t="47334" x="3721100" y="5702300"/>
          <p14:tracePt t="47351" x="3625850" y="5689600"/>
          <p14:tracePt t="47367" x="3568700" y="5676900"/>
          <p14:tracePt t="47384" x="3486150" y="5664200"/>
          <p14:tracePt t="47400" x="3346450" y="5645150"/>
          <p14:tracePt t="47417" x="3257550" y="5645150"/>
          <p14:tracePt t="47433" x="3054350" y="5632450"/>
          <p14:tracePt t="47450" x="2863850" y="5632450"/>
          <p14:tracePt t="47466" x="2762250" y="5638800"/>
          <p14:tracePt t="47483" x="2559050" y="5645150"/>
          <p14:tracePt t="47500" x="2381250" y="5645150"/>
          <p14:tracePt t="47518" x="2241550" y="5645150"/>
          <p14:tracePt t="47533" x="2178050" y="5645150"/>
          <p14:tracePt t="47549" x="2108200" y="5664200"/>
          <p14:tracePt t="47567" x="1936750" y="5695950"/>
          <p14:tracePt t="47583" x="1873250" y="5689600"/>
          <p14:tracePt t="47599" x="1828800" y="5689600"/>
          <p14:tracePt t="47616" x="1752600" y="5683250"/>
          <p14:tracePt t="47633" x="1701800" y="5676900"/>
          <p14:tracePt t="47650" x="1670050" y="5664200"/>
          <p14:tracePt t="47666" x="1625600" y="5657850"/>
          <p14:tracePt t="47682" x="1574800" y="5670550"/>
          <p14:tracePt t="47700" x="1524000" y="5683250"/>
          <p14:tracePt t="47715" x="1485900" y="5683250"/>
          <p14:tracePt t="47732" x="1416050" y="5695950"/>
          <p14:tracePt t="47749" x="1327150" y="5721350"/>
          <p14:tracePt t="47765" x="1276350" y="5740400"/>
          <p14:tracePt t="47782" x="1187450" y="5765800"/>
          <p14:tracePt t="47799" x="1117600" y="5797550"/>
          <p14:tracePt t="47815" x="1085850" y="5810250"/>
          <p14:tracePt t="47832" x="1054100" y="5822950"/>
          <p14:tracePt t="47849" x="952500" y="5861050"/>
          <p14:tracePt t="47865" x="920750" y="5880100"/>
          <p14:tracePt t="47882" x="857250" y="5892800"/>
          <p14:tracePt t="47898" x="838200" y="5899150"/>
          <p14:tracePt t="47915" x="812800" y="5911850"/>
          <p14:tracePt t="47932" x="793750" y="5918200"/>
          <p14:tracePt t="47948" x="781050" y="5918200"/>
          <p14:tracePt t="47965" x="774700" y="5930900"/>
          <p14:tracePt t="47981" x="762000" y="5943600"/>
          <p14:tracePt t="47998" x="749300" y="5949950"/>
          <p14:tracePt t="48001" x="742950" y="5956300"/>
          <p14:tracePt t="48015" x="736600" y="5962650"/>
          <p14:tracePt t="48031" x="730250" y="5969000"/>
          <p14:tracePt t="48048" x="723900" y="5975350"/>
          <p14:tracePt t="48065" x="717550" y="5981700"/>
          <p14:tracePt t="48081" x="711200" y="5988050"/>
          <p14:tracePt t="48116" x="711200" y="5994400"/>
          <p14:tracePt t="48149" x="704850" y="5994400"/>
          <p14:tracePt t="48184" x="704850" y="6000750"/>
          <p14:tracePt t="48240" x="698500" y="6000750"/>
          <p14:tracePt t="48311" x="704850" y="6000750"/>
          <p14:tracePt t="48325" x="711200" y="6000750"/>
          <p14:tracePt t="48332" x="717550" y="6000750"/>
          <p14:tracePt t="48347" x="723900" y="6000750"/>
          <p14:tracePt t="48363" x="730250" y="6000750"/>
          <p14:tracePt t="48381" x="755650" y="5988050"/>
          <p14:tracePt t="48397" x="768350" y="5981700"/>
          <p14:tracePt t="48414" x="806450" y="5956300"/>
          <p14:tracePt t="48430" x="857250" y="5937250"/>
          <p14:tracePt t="48446" x="889000" y="5924550"/>
          <p14:tracePt t="48463" x="920750" y="5899150"/>
          <p14:tracePt t="48480" x="1079500" y="5816600"/>
          <p14:tracePt t="48496" x="1143000" y="5784850"/>
          <p14:tracePt t="48500" x="1212850" y="5746750"/>
          <p14:tracePt t="48516" x="1295400" y="5715000"/>
          <p14:tracePt t="48530" x="1384300" y="5683250"/>
          <p14:tracePt t="48546" x="1593850" y="5619750"/>
          <p14:tracePt t="48564" x="1778000" y="5568950"/>
          <p14:tracePt t="48579" x="1866900" y="5537200"/>
          <p14:tracePt t="48596" x="2063750" y="5499100"/>
          <p14:tracePt t="48613" x="2273300" y="5461000"/>
          <p14:tracePt t="48629" x="2374900" y="5435600"/>
          <p14:tracePt t="48646" x="2546350" y="5397500"/>
          <p14:tracePt t="48662" x="2673350" y="5378450"/>
          <p14:tracePt t="48679" x="2743200" y="5372100"/>
          <p14:tracePt t="48696" x="2857500" y="5340350"/>
          <p14:tracePt t="48712" x="2946400" y="5327650"/>
          <p14:tracePt t="48729" x="2965450" y="5314950"/>
          <p14:tracePt t="48746" x="3003550" y="5308600"/>
          <p14:tracePt t="48763" x="3035300" y="5308600"/>
          <p14:tracePt t="48782" x="3048000" y="5308600"/>
          <p14:tracePt t="48796" x="3054350" y="5308600"/>
          <p14:tracePt t="49075" x="3054350" y="5314950"/>
          <p14:tracePt t="49083" x="3054350" y="5321300"/>
          <p14:tracePt t="49112" x="3060700" y="5327650"/>
          <p14:tracePt t="49125" x="3067050" y="5334000"/>
          <p14:tracePt t="49131" x="3067050" y="5340350"/>
          <p14:tracePt t="49147" x="3073400" y="5346700"/>
          <p14:tracePt t="49161" x="3073400" y="5359400"/>
          <p14:tracePt t="49177" x="3092450" y="5384800"/>
          <p14:tracePt t="49195" x="3117850" y="5448300"/>
          <p14:tracePt t="49210" x="3136900" y="5467350"/>
          <p14:tracePt t="49227" x="3175000" y="5530850"/>
          <p14:tracePt t="49244" x="3213100" y="5588000"/>
          <p14:tracePt t="49261" x="3225800" y="5607050"/>
          <p14:tracePt t="49278" x="3270250" y="5651500"/>
          <p14:tracePt t="49294" x="3302000" y="5689600"/>
          <p14:tracePt t="49310" x="3314700" y="5702300"/>
          <p14:tracePt t="49327" x="3333750" y="5727700"/>
          <p14:tracePt t="49344" x="3346450" y="5740400"/>
          <p14:tracePt t="49360" x="3346450" y="5746750"/>
          <p14:tracePt t="49412" x="3333750" y="5753100"/>
          <p14:tracePt t="49428" x="3333750" y="5759450"/>
          <p14:tracePt t="49433" x="3321050" y="5759450"/>
          <p14:tracePt t="49447" x="3308350" y="5765800"/>
          <p14:tracePt t="49460" x="3295650" y="5772150"/>
          <p14:tracePt t="49477" x="3251200" y="5803900"/>
          <p14:tracePt t="49493" x="3219450" y="5810250"/>
          <p14:tracePt t="49511" x="3136900" y="5848350"/>
          <p14:tracePt t="49526" x="3035300" y="5892800"/>
          <p14:tracePt t="49543" x="2965450" y="5918200"/>
          <p14:tracePt t="49560" x="2857500" y="5956300"/>
          <p14:tracePt t="49576" x="2762250" y="5981700"/>
          <p14:tracePt t="49592" x="2717800" y="5994400"/>
          <p14:tracePt t="49610" x="2660650" y="6013450"/>
          <p14:tracePt t="49626" x="2635250" y="6019800"/>
          <p14:tracePt t="49642" x="2628900" y="6026150"/>
          <p14:tracePt t="49659" x="2609850" y="6032500"/>
          <p14:tracePt t="49675" x="2597150" y="6032500"/>
          <p14:tracePt t="49693" x="2590800" y="6032500"/>
          <p14:tracePt t="49708" x="2584450" y="6038850"/>
          <p14:tracePt t="49756" x="2578100" y="6038850"/>
          <p14:tracePt t="49875" x="2578100" y="6045200"/>
          <p14:tracePt t="49924" x="2578100" y="6051550"/>
          <p14:tracePt t="49973" x="2584450" y="6051550"/>
          <p14:tracePt t="50016" x="2590800" y="6051550"/>
          <p14:tracePt t="50514" x="2590800" y="6057900"/>
          <p14:tracePt t="50576" x="2597150" y="6057900"/>
          <p14:tracePt t="50583" x="2603500" y="6057900"/>
          <p14:tracePt t="50626" x="2609850" y="6057900"/>
          <p14:tracePt t="50696" x="2616200" y="6057900"/>
          <p14:tracePt t="50717" x="2628900" y="6064250"/>
          <p14:tracePt t="50724" x="2635250" y="6064250"/>
          <p14:tracePt t="50745" x="2647950" y="6064250"/>
          <p14:tracePt t="50759" x="2673350" y="6070600"/>
          <p14:tracePt t="50771" x="2698750" y="6070600"/>
          <p14:tracePt t="50789" x="2768600" y="6089650"/>
          <p14:tracePt t="50805" x="2825750" y="6096000"/>
          <p14:tracePt t="50822" x="2952750" y="6115050"/>
          <p14:tracePt t="50838" x="3111500" y="6146800"/>
          <p14:tracePt t="50855" x="3200400" y="6153150"/>
          <p14:tracePt t="50872" x="3371850" y="6184900"/>
          <p14:tracePt t="50888" x="3536950" y="6203950"/>
          <p14:tracePt t="50905" x="3625850" y="6216650"/>
          <p14:tracePt t="50921" x="3746500" y="6223000"/>
          <p14:tracePt t="50938" x="3841750" y="6242050"/>
          <p14:tracePt t="50954" x="3892550" y="6242050"/>
          <p14:tracePt t="50971" x="3949700" y="6254750"/>
          <p14:tracePt t="50988" x="3981450" y="6261100"/>
          <p14:tracePt t="51005" x="4032250" y="6261100"/>
          <p14:tracePt t="51021" x="4044950" y="6267450"/>
          <p14:tracePt t="51037" x="4057650" y="6267450"/>
          <p14:tracePt t="51041" x="4070350" y="6267450"/>
          <p14:tracePt t="51054" x="4076700" y="6267450"/>
          <p14:tracePt t="51070" x="4089400" y="6267450"/>
          <p14:tracePt t="51215" x="4089400" y="6261100"/>
          <p14:tracePt t="51286" x="4089400" y="6254750"/>
          <p14:tracePt t="51510" x="4089400" y="6248400"/>
          <p14:tracePt t="51770" x="4089400" y="6242050"/>
          <p14:tracePt t="51777" x="4083050" y="6242050"/>
          <p14:tracePt t="51791" x="4076700" y="6235700"/>
          <p14:tracePt t="51801" x="4070350" y="6235700"/>
          <p14:tracePt t="51819" x="4051300" y="6216650"/>
          <p14:tracePt t="51835" x="4032250" y="6203950"/>
          <p14:tracePt t="51851" x="3943350" y="6146800"/>
          <p14:tracePt t="51868" x="3790950" y="6064250"/>
          <p14:tracePt t="51885" x="3689350" y="6019800"/>
          <p14:tracePt t="51901" x="3581400" y="5981700"/>
          <p14:tracePt t="51918" x="3206750" y="5848350"/>
          <p14:tracePt t="51934" x="3054350" y="5816600"/>
          <p14:tracePt t="51953" x="2794000" y="5753100"/>
          <p14:tracePt t="51967" x="2679700" y="5727700"/>
          <p14:tracePt t="51984" x="2457450" y="5676900"/>
          <p14:tracePt t="52002" x="2279650" y="5657850"/>
          <p14:tracePt t="52017" x="2203450" y="5638800"/>
          <p14:tracePt t="52034" x="2070100" y="5607050"/>
          <p14:tracePt t="52051" x="1981200" y="5588000"/>
          <p14:tracePt t="52067" x="1949450" y="5568950"/>
          <p14:tracePt t="52085" x="1911350" y="5549900"/>
          <p14:tracePt t="52100" x="1892300" y="5543550"/>
          <p14:tracePt t="52117" x="1885950" y="5530850"/>
          <p14:tracePt t="52134" x="1860550" y="5505450"/>
          <p14:tracePt t="52150" x="1835150" y="5480050"/>
          <p14:tracePt t="52167" x="1828800" y="5467350"/>
          <p14:tracePt t="52184" x="1797050" y="5435600"/>
          <p14:tracePt t="52200" x="1771650" y="5403850"/>
          <p14:tracePt t="52217" x="1765300" y="5391150"/>
          <p14:tracePt t="52234" x="1765300" y="5378450"/>
          <p14:tracePt t="52250" x="1765300" y="5372100"/>
          <p14:tracePt t="52267" x="1771650" y="5359400"/>
          <p14:tracePt t="52283" x="1809750" y="5346700"/>
          <p14:tracePt t="52300" x="1854200" y="5327650"/>
          <p14:tracePt t="52317" x="1993900" y="5308600"/>
          <p14:tracePt t="52333" x="2222500" y="5289550"/>
          <p14:tracePt t="52350" x="2381250" y="5276850"/>
          <p14:tracePt t="52366" x="2736850" y="5251450"/>
          <p14:tracePt t="52383" x="3092450" y="5219700"/>
          <p14:tracePt t="52400" x="3232150" y="5207000"/>
          <p14:tracePt t="52416" x="3429000" y="5187950"/>
          <p14:tracePt t="52433" x="3524250" y="5168900"/>
          <p14:tracePt t="52450" x="3556000" y="5162550"/>
          <p14:tracePt t="52482" x="3562350" y="5162550"/>
          <p14:tracePt t="52501" x="3562350" y="5156200"/>
          <p14:tracePt t="52534" x="3556000" y="5156200"/>
          <p14:tracePt t="52632" x="3556000" y="5149850"/>
          <p14:tracePt t="52661" x="3562350" y="5149850"/>
          <p14:tracePt t="52683" x="3568700" y="5149850"/>
          <p14:tracePt t="52703" x="3575050" y="5149850"/>
          <p14:tracePt t="52710" x="3587750" y="5149850"/>
          <p14:tracePt t="52724" x="3600450" y="5137150"/>
          <p14:tracePt t="52733" x="3619500" y="5137150"/>
          <p14:tracePt t="52748" x="3651250" y="5130800"/>
          <p14:tracePt t="52765" x="3784600" y="5111750"/>
          <p14:tracePt t="52781" x="3975100" y="5086350"/>
          <p14:tracePt t="52798" x="4089400" y="5073650"/>
          <p14:tracePt t="52815" x="4305300" y="5054600"/>
          <p14:tracePt t="52831" x="4483100" y="5041900"/>
          <p14:tracePt t="52848" x="4565650" y="5035550"/>
          <p14:tracePt t="52865" x="4654550" y="5022850"/>
          <p14:tracePt t="52881" x="4673600" y="5022850"/>
          <p14:tracePt t="52898" x="4705350" y="5016500"/>
          <p14:tracePt t="52914" x="4711700" y="5016500"/>
          <p14:tracePt t="52970" x="4711700" y="5010150"/>
          <p14:tracePt t="53033" x="4705350" y="5010150"/>
          <p14:tracePt t="53061" x="4699000" y="5010150"/>
          <p14:tracePt t="53068" x="4699000" y="5016500"/>
        </p14:tracePtLst>
      </p14:laserTraceLst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703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__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__(self):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m(self):</a:t>
            </a:r>
          </a:p>
          <a:p>
            <a:pPr>
              <a:lnSpc>
                <a:spcPct val="85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(self):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"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self.attr2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3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try:</a:t>
            </a:r>
          </a:p>
          <a:p>
            <a:pPr>
              <a:lnSpc>
                <a:spcPct val="7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,end=" ")</a:t>
            </a:r>
          </a:p>
          <a:p>
            <a:pPr>
              <a:lnSpc>
                <a:spcPct val="84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except: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print("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NO",end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=" ")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print(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=Scope();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=0;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.m();</a:t>
            </a:r>
            <a:r>
              <a:rPr lang="en-US" altLang="zh-TW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.prt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-10 20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20 30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DAA100"/>
                </a:solidFill>
                <a:latin typeface="Lucida Console" panose="020B0609040504020204" pitchFamily="49" charset="0"/>
              </a:rPr>
              <a:t>local </a:t>
            </a:r>
            <a:r>
              <a:rPr lang="en-US" altLang="zh-TW" b="1" dirty="0" err="1">
                <a:solidFill>
                  <a:srgbClr val="DAA100"/>
                </a:solidFill>
                <a:latin typeface="Lucida Console" panose="020B0609040504020204" pitchFamily="49" charset="0"/>
              </a:rPr>
              <a:t>local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print(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a.attr1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a.attr3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dirty="0">
                <a:solidFill>
                  <a:srgbClr val="FF0000"/>
                </a:solidFill>
                <a:latin typeface="Arial"/>
              </a:rPr>
              <a:t>#t</a:t>
            </a:r>
            <a:r>
              <a:rPr lang="en-US" altLang="zh-TW" spc="-20" dirty="0">
                <a:solidFill>
                  <a:srgbClr val="FF0000"/>
                </a:solidFill>
                <a:latin typeface="Arial"/>
              </a:rPr>
              <a:t>his</a:t>
            </a:r>
            <a:r>
              <a:rPr lang="en-US" altLang="zh-TW" sz="2000" spc="-2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altLang="zh-TW" spc="-20" dirty="0">
                <a:solidFill>
                  <a:srgbClr val="FF0000"/>
                </a:solidFill>
                <a:latin typeface="Arial"/>
              </a:rPr>
              <a:t>makes</a:t>
            </a:r>
            <a:r>
              <a:rPr lang="en-US" altLang="zh-TW" sz="20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altLang="zh-TW" spc="-20" dirty="0">
                <a:solidFill>
                  <a:srgbClr val="FF0000"/>
                </a:solidFill>
                <a:latin typeface="Arial"/>
              </a:rPr>
              <a:t>sense: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-10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20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30</a:t>
            </a:r>
            <a:endParaRPr lang="en-US" altLang="zh-TW" b="1" dirty="0">
              <a:solidFill>
                <a:srgbClr val="DAA1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7030A0"/>
                </a:solidFill>
                <a:latin typeface="Lucida Console" panose="020B0609040504020204" pitchFamily="49" charset="0"/>
              </a:rPr>
              <a:t>del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a.attr1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Scope.attr4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99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b.attr4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+=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</a:p>
          <a:p>
            <a:pPr>
              <a:lnSpc>
                <a:spcPct val="87000"/>
              </a:lnSpc>
            </a:pPr>
            <a:r>
              <a:rPr lang="en-US" altLang="zh-TW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 print(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a.attr4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b.attr4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dirty="0">
                <a:solidFill>
                  <a:srgbClr val="FF0000"/>
                </a:solidFill>
              </a:rPr>
              <a:t>#Try to guess this:</a:t>
            </a:r>
          </a:p>
          <a:p>
            <a:pPr>
              <a:lnSpc>
                <a:spcPct val="87000"/>
              </a:lnSpc>
            </a:pPr>
            <a:r>
              <a:rPr lang="en-US" altLang="zh-TW" b="1" dirty="0">
                <a:solidFill>
                  <a:srgbClr val="006600"/>
                </a:solidFill>
                <a:latin typeface="Lucida Console" panose="020B0609040504020204" pitchFamily="49" charset="0"/>
              </a:rPr>
              <a:t>1 99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 100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556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375"/>
    </mc:Choice>
    <mc:Fallback xmlns="">
      <p:transition spd="slow" advTm="269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84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84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4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43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43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43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944" x="3975100" y="5162550"/>
          <p14:tracePt t="2951" x="3968750" y="5162550"/>
          <p14:tracePt t="2958" x="3962400" y="5162550"/>
          <p14:tracePt t="2972" x="3956050" y="5162550"/>
          <p14:tracePt t="2985" x="3956050" y="5168900"/>
          <p14:tracePt t="3001" x="3937000" y="5175250"/>
          <p14:tracePt t="3018" x="3924300" y="5181600"/>
          <p14:tracePt t="3035" x="3911600" y="5194300"/>
          <p14:tracePt t="3051" x="3892550" y="5207000"/>
          <p14:tracePt t="3068" x="3867150" y="5219700"/>
          <p14:tracePt t="3084" x="3835400" y="5232400"/>
          <p14:tracePt t="3101" x="3810000" y="5245100"/>
          <p14:tracePt t="3118" x="3784600" y="5270500"/>
          <p14:tracePt t="3134" x="3746500" y="5295900"/>
          <p14:tracePt t="3151" x="3721100" y="5314950"/>
          <p14:tracePt t="3169" x="3670300" y="5346700"/>
          <p14:tracePt t="3184" x="3644900" y="5359400"/>
          <p14:tracePt t="3201" x="3613150" y="5372100"/>
          <p14:tracePt t="3218" x="3581400" y="5391150"/>
          <p14:tracePt t="3234" x="3562350" y="5403850"/>
          <p14:tracePt t="3251" x="3543300" y="5410200"/>
          <p14:tracePt t="3267" x="3511550" y="5422900"/>
          <p14:tracePt t="3284" x="3486150" y="5429250"/>
          <p14:tracePt t="3302" x="3454400" y="5435600"/>
          <p14:tracePt t="3317" x="3409950" y="5448300"/>
          <p14:tracePt t="3334" x="3371850" y="5448300"/>
          <p14:tracePt t="3351" x="3308350" y="5448300"/>
          <p14:tracePt t="3367" x="3270250" y="5448300"/>
          <p14:tracePt t="3384" x="3225800" y="5448300"/>
          <p14:tracePt t="3400" x="3162300" y="5435600"/>
          <p14:tracePt t="3417" x="3117850" y="5429250"/>
          <p14:tracePt t="3435" x="3048000" y="5416550"/>
          <p14:tracePt t="3450" x="2978150" y="5391150"/>
          <p14:tracePt t="3467" x="2914650" y="5384800"/>
          <p14:tracePt t="3484" x="2825750" y="5359400"/>
          <p14:tracePt t="3500" x="2774950" y="5353050"/>
          <p14:tracePt t="3516" x="2705100" y="5340350"/>
          <p14:tracePt t="3533" x="2597150" y="5321300"/>
          <p14:tracePt t="3550" x="2514600" y="5308600"/>
          <p14:tracePt t="3566" x="2419350" y="5289550"/>
          <p14:tracePt t="3583" x="2298700" y="5270500"/>
          <p14:tracePt t="3600" x="2228850" y="5257800"/>
          <p14:tracePt t="3617" x="2152650" y="5251450"/>
          <p14:tracePt t="3633" x="2082800" y="5251450"/>
          <p14:tracePt t="3649" x="2025650" y="5238750"/>
          <p14:tracePt t="3666" x="1943100" y="5219700"/>
          <p14:tracePt t="3683" x="1885950" y="5213350"/>
          <p14:tracePt t="3699" x="1847850" y="5187950"/>
          <p14:tracePt t="3716" x="1803400" y="5181600"/>
          <p14:tracePt t="3732" x="1784350" y="5175250"/>
          <p14:tracePt t="3749" x="1778000" y="5175250"/>
          <p14:tracePt t="3766" x="1771650" y="5175250"/>
          <p14:tracePt t="3799" x="1765300" y="5175250"/>
          <p14:tracePt t="4191" x="1752600" y="5175250"/>
          <p14:tracePt t="4199" x="1739900" y="5175250"/>
          <p14:tracePt t="4205" x="1720850" y="5175250"/>
          <p14:tracePt t="4214" x="1708150" y="5175250"/>
          <p14:tracePt t="4231" x="1670050" y="5175250"/>
          <p14:tracePt t="4248" x="1606550" y="5175250"/>
          <p14:tracePt t="4264" x="1574800" y="5175250"/>
          <p14:tracePt t="4283" x="1504950" y="5156200"/>
          <p14:tracePt t="4297" x="1460500" y="5149850"/>
          <p14:tracePt t="4314" x="1422400" y="5143500"/>
          <p14:tracePt t="4331" x="1365250" y="5137150"/>
          <p14:tracePt t="4346" x="1339850" y="5130800"/>
          <p14:tracePt t="4364" x="1308100" y="5124450"/>
          <p14:tracePt t="4381" x="1276350" y="5118100"/>
          <p14:tracePt t="4397" x="1244600" y="5111750"/>
          <p14:tracePt t="4413" x="1219200" y="5105400"/>
          <p14:tracePt t="4430" x="1187450" y="5105400"/>
          <p14:tracePt t="4447" x="1168400" y="5105400"/>
          <p14:tracePt t="4463" x="1149350" y="5099050"/>
          <p14:tracePt t="4480" x="1130300" y="5092700"/>
          <p14:tracePt t="4496" x="1123950" y="5086350"/>
          <p14:tracePt t="4514" x="1111250" y="5073650"/>
          <p14:tracePt t="4530" x="1104900" y="5073650"/>
          <p14:tracePt t="4563" x="1098550" y="5067300"/>
          <p14:tracePt t="4579" x="1098550" y="5060950"/>
          <p14:tracePt t="4596" x="1098550" y="5054600"/>
          <p14:tracePt t="4619" x="1098550" y="5048250"/>
          <p14:tracePt t="4851" x="1104900" y="5048250"/>
          <p14:tracePt t="4864" x="1111250" y="5048250"/>
          <p14:tracePt t="4871" x="1123950" y="5048250"/>
          <p14:tracePt t="4881" x="1130300" y="5048250"/>
          <p14:tracePt t="4895" x="1168400" y="5048250"/>
          <p14:tracePt t="4912" x="1206500" y="5054600"/>
          <p14:tracePt t="4928" x="1295400" y="5073650"/>
          <p14:tracePt t="4945" x="1377950" y="5086350"/>
          <p14:tracePt t="4962" x="1568450" y="5137150"/>
          <p14:tracePt t="4979" x="1689100" y="5162550"/>
          <p14:tracePt t="4995" x="1816100" y="5181600"/>
          <p14:tracePt t="5012" x="1987550" y="5200650"/>
          <p14:tracePt t="5028" x="2114550" y="5200650"/>
          <p14:tracePt t="5045" x="2222500" y="5200650"/>
          <p14:tracePt t="5062" x="2343150" y="5187950"/>
          <p14:tracePt t="5078" x="2400300" y="5181600"/>
          <p14:tracePt t="5095" x="2470150" y="5175250"/>
          <p14:tracePt t="5111" x="2540000" y="5175250"/>
          <p14:tracePt t="5127" x="2578100" y="5168900"/>
          <p14:tracePt t="5145" x="2622550" y="5162550"/>
          <p14:tracePt t="5161" x="2647950" y="5162550"/>
          <p14:tracePt t="5178" x="2667000" y="5162550"/>
          <p14:tracePt t="5195" x="2686050" y="5149850"/>
          <p14:tracePt t="5211" x="2705100" y="5149850"/>
          <p14:tracePt t="5227" x="2711450" y="5149850"/>
          <p14:tracePt t="5244" x="2730500" y="5149850"/>
          <p14:tracePt t="5260" x="2736850" y="5143500"/>
          <p14:tracePt t="5278" x="2743200" y="5143500"/>
          <p14:tracePt t="5294" x="2755900" y="5143500"/>
          <p14:tracePt t="5334" x="2762250" y="5137150"/>
          <p14:tracePt t="5405" x="2762250" y="5130800"/>
          <p14:tracePt t="5475" x="2762250" y="5124450"/>
          <p14:tracePt t="5530" x="2768600" y="5124450"/>
          <p14:tracePt t="5601" x="2774950" y="5118100"/>
          <p14:tracePt t="5636" x="2781300" y="5118100"/>
          <p14:tracePt t="5650" x="2794000" y="5118100"/>
          <p14:tracePt t="5665" x="2800350" y="5111750"/>
          <p14:tracePt t="5671" x="2806700" y="5105400"/>
          <p14:tracePt t="5685" x="2813050" y="5105400"/>
          <p14:tracePt t="5695" x="2819400" y="5099050"/>
          <p14:tracePt t="5708" x="2832100" y="5092700"/>
          <p14:tracePt t="5726" x="2857500" y="5080000"/>
          <p14:tracePt t="5742" x="2882900" y="5067300"/>
          <p14:tracePt t="5759" x="2901950" y="5054600"/>
          <p14:tracePt t="5777" x="2914650" y="5041900"/>
          <p14:tracePt t="5792" x="2933700" y="5035550"/>
          <p14:tracePt t="5903" x="2933700" y="5029200"/>
          <p14:tracePt t="5917" x="2921000" y="5029200"/>
          <p14:tracePt t="5923" x="2914650" y="5022850"/>
          <p14:tracePt t="5931" x="2908300" y="5022850"/>
          <p14:tracePt t="5945" x="2889250" y="5016500"/>
          <p14:tracePt t="5958" x="2863850" y="5010150"/>
          <p14:tracePt t="5975" x="2781300" y="4984750"/>
          <p14:tracePt t="5991" x="2711450" y="4972050"/>
          <p14:tracePt t="6008" x="2565400" y="4933950"/>
          <p14:tracePt t="6025" x="2387600" y="4902200"/>
          <p14:tracePt t="6041" x="2298700" y="4895850"/>
          <p14:tracePt t="6058" x="2127250" y="4876800"/>
          <p14:tracePt t="6074" x="1962150" y="4864100"/>
          <p14:tracePt t="6091" x="1885950" y="4864100"/>
          <p14:tracePt t="6108" x="1758950" y="4864100"/>
          <p14:tracePt t="6124" x="1714500" y="4864100"/>
          <p14:tracePt t="6141" x="1606550" y="4883150"/>
          <p14:tracePt t="6157" x="1574800" y="4889500"/>
          <p14:tracePt t="6174" x="1555750" y="4895850"/>
          <p14:tracePt t="6191" x="1504950" y="4895850"/>
          <p14:tracePt t="6207" x="1473200" y="4902200"/>
          <p14:tracePt t="6224" x="1454150" y="4902200"/>
          <p14:tracePt t="6240" x="1422400" y="4902200"/>
          <p14:tracePt t="6257" x="1390650" y="4902200"/>
          <p14:tracePt t="6275" x="1365250" y="4908550"/>
          <p14:tracePt t="6290" x="1352550" y="4908550"/>
          <p14:tracePt t="6307" x="1333500" y="4908550"/>
          <p14:tracePt t="6324" x="1320800" y="4908550"/>
          <p14:tracePt t="6356" x="1314450" y="4908550"/>
          <p14:tracePt t="6394" x="1308100" y="4908550"/>
          <p14:tracePt t="6485" x="1308100" y="4914900"/>
          <p14:tracePt t="6507" x="1314450" y="4914900"/>
          <p14:tracePt t="6513" x="1320800" y="4914900"/>
          <p14:tracePt t="6527" x="1333500" y="4914900"/>
          <p14:tracePt t="6539" x="1352550" y="4914900"/>
          <p14:tracePt t="6556" x="1428750" y="4921250"/>
          <p14:tracePt t="6574" x="1600200" y="4933950"/>
          <p14:tracePt t="6589" x="1714500" y="4946650"/>
          <p14:tracePt t="6606" x="1981200" y="4946650"/>
          <p14:tracePt t="6623" x="2247900" y="4953000"/>
          <p14:tracePt t="6639" x="2368550" y="4953000"/>
          <p14:tracePt t="6656" x="2571750" y="4953000"/>
          <p14:tracePt t="6672" x="2717800" y="4940300"/>
          <p14:tracePt t="6689" x="2755900" y="4940300"/>
          <p14:tracePt t="6706" x="2806700" y="4933950"/>
          <p14:tracePt t="6722" x="2832100" y="4933950"/>
          <p14:tracePt t="6738" x="2844800" y="4933950"/>
          <p14:tracePt t="6889" x="2838450" y="4933950"/>
          <p14:tracePt t="6910" x="2832100" y="4933950"/>
          <p14:tracePt t="6931" x="2825750" y="4933950"/>
          <p14:tracePt t="6945" x="2819400" y="4933950"/>
          <p14:tracePt t="6952" x="2806700" y="4933950"/>
          <p14:tracePt t="6959" x="2800350" y="4933950"/>
          <p14:tracePt t="6974" x="2787650" y="4933950"/>
          <p14:tracePt t="6988" x="2762250" y="4927600"/>
          <p14:tracePt t="7004" x="2660650" y="4927600"/>
          <p14:tracePt t="7022" x="2482850" y="4914900"/>
          <p14:tracePt t="7038" x="2381250" y="4908550"/>
          <p14:tracePt t="7054" x="2152650" y="4895850"/>
          <p14:tracePt t="7072" x="1936750" y="4889500"/>
          <p14:tracePt t="7087" x="1847850" y="4889500"/>
          <p14:tracePt t="7104" x="1720850" y="4876800"/>
          <p14:tracePt t="7121" x="1638300" y="4870450"/>
          <p14:tracePt t="7137" x="1619250" y="4870450"/>
          <p14:tracePt t="7154" x="1606550" y="4870450"/>
          <p14:tracePt t="7170" x="1593850" y="4870450"/>
          <p14:tracePt t="7233" x="1600200" y="4870450"/>
          <p14:tracePt t="7239" x="1606550" y="4870450"/>
          <p14:tracePt t="7256" x="1612900" y="4864100"/>
          <p14:tracePt t="7270" x="1625600" y="4864100"/>
          <p14:tracePt t="7287" x="1670050" y="4864100"/>
          <p14:tracePt t="7304" x="1746250" y="4864100"/>
          <p14:tracePt t="7320" x="1809750" y="4864100"/>
          <p14:tracePt t="7337" x="1949450" y="4864100"/>
          <p14:tracePt t="7353" x="2127250" y="4864100"/>
          <p14:tracePt t="7370" x="2216150" y="4864100"/>
          <p14:tracePt t="7387" x="2381250" y="4864100"/>
          <p14:tracePt t="7403" x="2514600" y="4864100"/>
          <p14:tracePt t="7420" x="2565400" y="4851400"/>
          <p14:tracePt t="7437" x="2635250" y="4851400"/>
          <p14:tracePt t="7453" x="2667000" y="4845050"/>
          <p14:tracePt t="7470" x="2686050" y="4845050"/>
          <p14:tracePt t="7486" x="2705100" y="4845050"/>
          <p14:tracePt t="7503" x="2717800" y="4845050"/>
          <p14:tracePt t="7520" x="2724150" y="4845050"/>
          <p14:tracePt t="7536" x="2730500" y="4845050"/>
          <p14:tracePt t="7913" x="2724150" y="4845050"/>
          <p14:tracePt t="7941" x="2717800" y="4845050"/>
          <p14:tracePt t="8394" x="2730500" y="4857750"/>
          <p14:tracePt t="8408" x="2755900" y="4876800"/>
          <p14:tracePt t="8414" x="2781300" y="4889500"/>
          <p14:tracePt t="8429" x="2819400" y="4902200"/>
          <p14:tracePt t="8436" x="2863850" y="4921250"/>
          <p14:tracePt t="8450" x="2908300" y="4940300"/>
          <p14:tracePt t="8466" x="3003550" y="4972050"/>
          <p14:tracePt t="8483" x="3048000" y="4984750"/>
          <p14:tracePt t="8500" x="3155950" y="4997450"/>
          <p14:tracePt t="8516" x="3257550" y="5016500"/>
          <p14:tracePt t="8532" x="3314700" y="5029200"/>
          <p14:tracePt t="8549" x="3390900" y="5029200"/>
          <p14:tracePt t="8566" x="3422650" y="5029200"/>
          <p14:tracePt t="8584" x="3505200" y="5035550"/>
          <p14:tracePt t="8599" x="3536950" y="5035550"/>
          <p14:tracePt t="8616" x="3556000" y="5041900"/>
          <p14:tracePt t="8632" x="3606800" y="5041900"/>
          <p14:tracePt t="8649" x="3651250" y="5048250"/>
          <p14:tracePt t="8665" x="3683000" y="5054600"/>
          <p14:tracePt t="8682" x="3733800" y="5060950"/>
          <p14:tracePt t="8699" x="3784600" y="5073650"/>
          <p14:tracePt t="8717" x="3835400" y="5086350"/>
          <p14:tracePt t="8732" x="3873500" y="5086350"/>
          <p14:tracePt t="8748" x="3930650" y="5092700"/>
          <p14:tracePt t="8766" x="3987800" y="5092700"/>
          <p14:tracePt t="8782" x="4013200" y="5092700"/>
          <p14:tracePt t="8798" x="4070350" y="5092700"/>
          <p14:tracePt t="8815" x="4140200" y="5092700"/>
          <p14:tracePt t="8832" x="4178300" y="5092700"/>
          <p14:tracePt t="8848" x="4203700" y="5092700"/>
          <p14:tracePt t="8865" x="4298950" y="5092700"/>
          <p14:tracePt t="8881" x="4343400" y="5080000"/>
          <p14:tracePt t="8899" x="4387850" y="5073650"/>
          <p14:tracePt t="8915" x="4419600" y="5073650"/>
          <p14:tracePt t="8932" x="4451350" y="5067300"/>
          <p14:tracePt t="8948" x="4489450" y="5067300"/>
          <p14:tracePt t="8965" x="4502150" y="5067300"/>
          <p14:tracePt t="8981" x="4527550" y="5054600"/>
          <p14:tracePt t="8998" x="4552950" y="5048250"/>
          <p14:tracePt t="9014" x="4565650" y="5048250"/>
          <p14:tracePt t="9032" x="4591050" y="5041900"/>
          <p14:tracePt t="9047" x="4603750" y="5035550"/>
          <p14:tracePt t="9064" x="4629150" y="5029200"/>
          <p14:tracePt t="9081" x="4641850" y="5022850"/>
          <p14:tracePt t="9097" x="4667250" y="5010150"/>
          <p14:tracePt t="9114" x="4692650" y="5003800"/>
          <p14:tracePt t="9131" x="4724400" y="4997450"/>
          <p14:tracePt t="9147" x="4743450" y="4991100"/>
          <p14:tracePt t="9164" x="4775200" y="4978400"/>
          <p14:tracePt t="9180" x="4794250" y="4972050"/>
          <p14:tracePt t="9214" x="4800600" y="4965700"/>
          <p14:tracePt t="10519" x="4806950" y="4965700"/>
          <p14:tracePt t="10561" x="4813300" y="4972050"/>
          <p14:tracePt t="10603" x="4819650" y="4972050"/>
          <p14:tracePt t="10638" x="4819650" y="4978400"/>
          <p14:tracePt t="10659" x="4826000" y="4984750"/>
          <p14:tracePt t="10680" x="4832350" y="4991100"/>
          <p14:tracePt t="10694" x="4838700" y="4991100"/>
          <p14:tracePt t="10709" x="4845050" y="4997450"/>
          <p14:tracePt t="10729" x="4851400" y="4997450"/>
          <p14:tracePt t="10743" x="4851400" y="5003800"/>
          <p14:tracePt t="10764" x="4857750" y="5003800"/>
          <p14:tracePt t="10779" x="4864100" y="5003800"/>
          <p14:tracePt t="10793" x="4870450" y="5003800"/>
          <p14:tracePt t="10799" x="4876800" y="5003800"/>
          <p14:tracePt t="10821" x="4883150" y="5003800"/>
          <p14:tracePt t="10834" x="4889500" y="5003800"/>
          <p14:tracePt t="10862" x="4895850" y="5010150"/>
          <p14:tracePt t="10891" x="4902200" y="5010150"/>
          <p14:tracePt t="10905" x="4908550" y="5010150"/>
          <p14:tracePt t="10919" x="4914900" y="5010150"/>
          <p14:tracePt t="10940" x="4921250" y="5010150"/>
          <p14:tracePt t="10982" x="4927600" y="5010150"/>
          <p14:tracePt t="11031" x="4933950" y="5010150"/>
          <p14:tracePt t="11059" x="4940300" y="5010150"/>
          <p14:tracePt t="11080" x="4946650" y="5010150"/>
          <p14:tracePt t="11115" x="4953000" y="5003800"/>
          <p14:tracePt t="11234" x="4959350" y="5003800"/>
          <p14:tracePt t="11290" x="4965700" y="5003800"/>
          <p14:tracePt t="11403" x="4972050" y="5003800"/>
          <p14:tracePt t="11431" x="4978400" y="5003800"/>
          <p14:tracePt t="11473" x="4984750" y="5003800"/>
          <p14:tracePt t="11501" x="4997450" y="5003800"/>
          <p14:tracePt t="11515" x="5003800" y="5003800"/>
          <p14:tracePt t="11536" x="5010150" y="5003800"/>
          <p14:tracePt t="11543" x="5022850" y="5003800"/>
          <p14:tracePt t="11555" x="5035550" y="5003800"/>
          <p14:tracePt t="11572" x="5060950" y="4997450"/>
          <p14:tracePt t="11588" x="5080000" y="4997450"/>
          <p14:tracePt t="11606" x="5111750" y="4991100"/>
          <p14:tracePt t="11621" x="5137150" y="4991100"/>
          <p14:tracePt t="11639" x="5143500" y="4991100"/>
          <p14:tracePt t="11656" x="5162550" y="4991100"/>
          <p14:tracePt t="11671" x="5168900" y="4991100"/>
          <p14:tracePt t="11782" x="5168900" y="4984750"/>
          <p14:tracePt t="11802" x="5162550" y="4984750"/>
          <p14:tracePt t="11824" x="5156200" y="4984750"/>
          <p14:tracePt t="11831" x="5149850" y="4991100"/>
          <p14:tracePt t="12245" x="5156200" y="4991100"/>
          <p14:tracePt t="12252" x="5187950" y="4991100"/>
          <p14:tracePt t="12266" x="5194300" y="4991100"/>
          <p14:tracePt t="12273" x="5219700" y="4991100"/>
          <p14:tracePt t="12289" x="5238750" y="4991100"/>
          <p14:tracePt t="12303" x="5251450" y="4991100"/>
          <p14:tracePt t="12319" x="5289550" y="4991100"/>
          <p14:tracePt t="12336" x="5334000" y="4991100"/>
          <p14:tracePt t="12353" x="5353050" y="4991100"/>
          <p14:tracePt t="12370" x="5391150" y="4991100"/>
          <p14:tracePt t="12386" x="5422900" y="4991100"/>
          <p14:tracePt t="12402" x="5435600" y="4991100"/>
          <p14:tracePt t="12419" x="5454650" y="4991100"/>
          <p14:tracePt t="12436" x="5473700" y="4991100"/>
          <p14:tracePt t="12452" x="5480050" y="4991100"/>
          <p14:tracePt t="12469" x="5486400" y="4991100"/>
          <p14:tracePt t="12486" x="5499100" y="4997450"/>
          <p14:tracePt t="12504" x="5505450" y="4997450"/>
          <p14:tracePt t="12519" x="5518150" y="4997450"/>
          <p14:tracePt t="12535" x="5524500" y="4997450"/>
          <p14:tracePt t="12552" x="5530850" y="5003800"/>
          <p14:tracePt t="12569" x="5549900" y="5003800"/>
          <p14:tracePt t="12586" x="5556250" y="5003800"/>
          <p14:tracePt t="12603" x="5588000" y="5003800"/>
          <p14:tracePt t="12618" x="5600700" y="5003800"/>
          <p14:tracePt t="12635" x="5613400" y="5003800"/>
          <p14:tracePt t="12652" x="5645150" y="5003800"/>
          <p14:tracePt t="12668" x="5689600" y="5003800"/>
          <p14:tracePt t="12685" x="5702300" y="5003800"/>
          <p14:tracePt t="12702" x="5734050" y="5003800"/>
          <p14:tracePt t="12718" x="5746750" y="5003800"/>
          <p14:tracePt t="12751" x="5759450" y="5003800"/>
          <p14:tracePt t="12768" x="5765800" y="5003800"/>
          <p14:tracePt t="12786" x="5778500" y="5003800"/>
          <p14:tracePt t="12818" x="5784850" y="5003800"/>
          <p14:tracePt t="12876" x="5791200" y="5003800"/>
          <p14:tracePt t="12904" x="5797550" y="5003800"/>
          <p14:tracePt t="12925" x="5803900" y="5003800"/>
          <p14:tracePt t="12968" x="5810250" y="5003800"/>
          <p14:tracePt t="13038" x="5816600" y="5003800"/>
          <p14:tracePt t="13325" x="5810250" y="5003800"/>
          <p14:tracePt t="13388" x="5803900" y="5003800"/>
          <p14:tracePt t="13508" x="5797550" y="5003800"/>
          <p14:tracePt t="14146" x="5791200" y="5003800"/>
          <p14:tracePt t="14217" x="5791200" y="5010150"/>
          <p14:tracePt t="14273" x="5784850" y="5010150"/>
          <p14:tracePt t="14329" x="5778500" y="5016500"/>
          <p14:tracePt t="14371" x="5772150" y="5016500"/>
          <p14:tracePt t="14427" x="5765800" y="5016500"/>
          <p14:tracePt t="17284" x="5759450" y="5016500"/>
          <p14:tracePt t="17298" x="5753100" y="5016500"/>
          <p14:tracePt t="17305" x="5753100" y="5022850"/>
          <p14:tracePt t="17322" x="5740400" y="5022850"/>
          <p14:tracePt t="17335" x="5721350" y="5029200"/>
          <p14:tracePt t="17354" x="5715000" y="5029200"/>
          <p14:tracePt t="17356" x="5708650" y="5029200"/>
          <p14:tracePt t="17371" x="5702300" y="5029200"/>
          <p14:tracePt t="17385" x="5695950" y="5029200"/>
          <p14:tracePt t="17403" x="5664200" y="5029200"/>
          <p14:tracePt t="17418" x="5651500" y="5035550"/>
          <p14:tracePt t="17435" x="5645150" y="5035550"/>
          <p14:tracePt t="17453" x="5632450" y="5035550"/>
          <p14:tracePt t="17468" x="5613400" y="5035550"/>
          <p14:tracePt t="17485" x="5600700" y="5035550"/>
          <p14:tracePt t="17502" x="5588000" y="5035550"/>
          <p14:tracePt t="17518" x="5568950" y="5035550"/>
          <p14:tracePt t="17535" x="5562600" y="5035550"/>
          <p14:tracePt t="17551" x="5537200" y="5035550"/>
          <p14:tracePt t="17568" x="5518150" y="5035550"/>
          <p14:tracePt t="17585" x="5499100" y="5035550"/>
          <p14:tracePt t="17601" x="5486400" y="5035550"/>
          <p14:tracePt t="17618" x="5461000" y="5035550"/>
          <p14:tracePt t="17635" x="5435600" y="5035550"/>
          <p14:tracePt t="17651" x="5429250" y="5035550"/>
          <p14:tracePt t="17668" x="5416550" y="5035550"/>
          <p14:tracePt t="17684" x="5397500" y="5035550"/>
          <p14:tracePt t="17700" x="5391150" y="5035550"/>
          <p14:tracePt t="17717" x="5384800" y="5035550"/>
          <p14:tracePt t="17734" x="5365750" y="5035550"/>
          <p14:tracePt t="17750" x="5365750" y="5029200"/>
          <p14:tracePt t="17768" x="5353050" y="5029200"/>
          <p14:tracePt t="17784" x="5340350" y="5029200"/>
          <p14:tracePt t="17800" x="5327650" y="5022850"/>
          <p14:tracePt t="17817" x="5308600" y="5022850"/>
          <p14:tracePt t="17834" x="5295900" y="5022850"/>
          <p14:tracePt t="17850" x="5270500" y="5022850"/>
          <p14:tracePt t="17867" x="5238750" y="5022850"/>
          <p14:tracePt t="17884" x="5219700" y="5022850"/>
          <p14:tracePt t="17901" x="5181600" y="5022850"/>
          <p14:tracePt t="17917" x="5149850" y="5022850"/>
          <p14:tracePt t="17934" x="5124450" y="5022850"/>
          <p14:tracePt t="17950" x="5099050" y="5016500"/>
          <p14:tracePt t="17966" x="5080000" y="5016500"/>
          <p14:tracePt t="17983" x="5060950" y="5016500"/>
          <p14:tracePt t="18000" x="5048250" y="5016500"/>
          <p14:tracePt t="18016" x="5035550" y="5016500"/>
          <p14:tracePt t="18034" x="5003800" y="5016500"/>
          <p14:tracePt t="18050" x="4978400" y="5016500"/>
          <p14:tracePt t="18066" x="4965700" y="5016500"/>
          <p14:tracePt t="18083" x="4933950" y="5010150"/>
          <p14:tracePt t="18099" x="4914900" y="5010150"/>
          <p14:tracePt t="18116" x="4902200" y="5010150"/>
          <p14:tracePt t="18133" x="4883150" y="5003800"/>
          <p14:tracePt t="18149" x="4864100" y="5003800"/>
          <p14:tracePt t="18182" x="4851400" y="5003800"/>
          <p14:tracePt t="18199" x="4845050" y="5003800"/>
          <p14:tracePt t="18232" x="4838700" y="5003800"/>
          <p14:tracePt t="18267" x="4832350" y="5003800"/>
          <p14:tracePt t="18329" x="4826000" y="5003800"/>
          <p14:tracePt t="18539" x="4838700" y="5003800"/>
          <p14:tracePt t="18546" x="4857750" y="4997450"/>
          <p14:tracePt t="18561" x="4876800" y="4997450"/>
          <p14:tracePt t="18568" x="4914900" y="4997450"/>
          <p14:tracePt t="18584" x="4965700" y="4997450"/>
          <p14:tracePt t="18597" x="5067300" y="4997450"/>
          <p14:tracePt t="18614" x="5137150" y="4997450"/>
          <p14:tracePt t="18631" x="5251450" y="4997450"/>
          <p14:tracePt t="18647" x="5302250" y="4997450"/>
          <p14:tracePt t="18664" x="5391150" y="4997450"/>
          <p14:tracePt t="18681" x="5461000" y="5003800"/>
          <p14:tracePt t="18697" x="5492750" y="5010150"/>
          <p14:tracePt t="18714" x="5524500" y="5010150"/>
          <p14:tracePt t="18730" x="5549900" y="5010150"/>
          <p14:tracePt t="18747" x="5562600" y="5010150"/>
          <p14:tracePt t="18764" x="5575300" y="5010150"/>
          <p14:tracePt t="18780" x="5588000" y="5010150"/>
          <p14:tracePt t="18797" x="5594350" y="5010150"/>
          <p14:tracePt t="18813" x="5600700" y="5010150"/>
          <p14:tracePt t="18830" x="5607050" y="5010150"/>
          <p14:tracePt t="18850" x="5613400" y="5010150"/>
          <p14:tracePt t="18863" x="5619750" y="5010150"/>
          <p14:tracePt t="18880" x="5626100" y="5010150"/>
          <p14:tracePt t="18939" x="5632450" y="5010150"/>
          <p14:tracePt t="18967" x="5638800" y="5010150"/>
          <p14:tracePt t="19002" x="5645150" y="5003800"/>
          <p14:tracePt t="19262" x="5638800" y="5003800"/>
          <p14:tracePt t="19290" x="5632450" y="5010150"/>
          <p14:tracePt t="20014" x="5638800" y="5010150"/>
          <p14:tracePt t="20020" x="5651500" y="5010150"/>
          <p14:tracePt t="20041" x="5657850" y="5010150"/>
          <p14:tracePt t="20048" x="5670550" y="5010150"/>
          <p14:tracePt t="20070" x="5676900" y="5016500"/>
          <p14:tracePt t="20084" x="5683250" y="5016500"/>
          <p14:tracePt t="20111" x="5689600" y="5016500"/>
          <p14:tracePt t="20189" x="5695950" y="5022850"/>
          <p14:tracePt t="20280" x="5702300" y="5022850"/>
          <p14:tracePt t="20294" x="5708650" y="5022850"/>
          <p14:tracePt t="20301" x="5715000" y="5022850"/>
          <p14:tracePt t="20315" x="5721350" y="5022850"/>
          <p14:tracePt t="20325" x="5727700" y="5022850"/>
          <p14:tracePt t="20343" x="5746750" y="5022850"/>
          <p14:tracePt t="20358" x="5759450" y="5022850"/>
          <p14:tracePt t="20375" x="5810250" y="5029200"/>
          <p14:tracePt t="20392" x="5867400" y="5035550"/>
          <p14:tracePt t="20408" x="5899150" y="5041900"/>
          <p14:tracePt t="20425" x="5969000" y="5048250"/>
          <p14:tracePt t="20442" x="6038850" y="5067300"/>
          <p14:tracePt t="20458" x="6076950" y="5067300"/>
          <p14:tracePt t="20475" x="6159500" y="5073650"/>
          <p14:tracePt t="20491" x="6216650" y="5073650"/>
          <p14:tracePt t="20508" x="6235700" y="5080000"/>
          <p14:tracePt t="20525" x="6286500" y="5080000"/>
          <p14:tracePt t="20541" x="6324600" y="5080000"/>
          <p14:tracePt t="20557" x="6343650" y="5080000"/>
          <p14:tracePt t="20575" x="6369050" y="5080000"/>
          <p14:tracePt t="20591" x="6394450" y="5073650"/>
          <p14:tracePt t="20607" x="6407150" y="5073650"/>
          <p14:tracePt t="20624" x="6426200" y="5067300"/>
          <p14:tracePt t="20641" x="6438900" y="5067300"/>
          <p14:tracePt t="20659" x="6451600" y="5060950"/>
          <p14:tracePt t="20674" x="6464300" y="5054600"/>
          <p14:tracePt t="20690" x="6470650" y="5054600"/>
          <p14:tracePt t="20707" x="6477000" y="5054600"/>
          <p14:tracePt t="20740" x="6483350" y="5054600"/>
          <p14:tracePt t="20792" x="6483350" y="5048250"/>
          <p14:tracePt t="20855" x="6489700" y="5048250"/>
          <p14:tracePt t="20890" x="6496050" y="5048250"/>
          <p14:tracePt t="20925" x="6496050" y="5041900"/>
          <p14:tracePt t="20953" x="6502400" y="5041900"/>
          <p14:tracePt t="20960" x="6515100" y="5041900"/>
          <p14:tracePt t="20981" x="6527800" y="5035550"/>
          <p14:tracePt t="20995" x="6534150" y="5035550"/>
          <p14:tracePt t="21006" x="6540500" y="5035550"/>
          <p14:tracePt t="21023" x="6553200" y="5035550"/>
          <p14:tracePt t="21039" x="6565900" y="5035550"/>
          <p14:tracePt t="21056" x="6591300" y="5029200"/>
          <p14:tracePt t="21073" x="6610350" y="5029200"/>
          <p14:tracePt t="21089" x="6623050" y="5029200"/>
          <p14:tracePt t="21106" x="6635750" y="5029200"/>
          <p14:tracePt t="21122" x="6642100" y="5029200"/>
          <p14:tracePt t="21402" x="6648450" y="5029200"/>
          <p14:tracePt t="21451" x="6654800" y="5029200"/>
          <p14:tracePt t="21472" x="6661150" y="5029200"/>
          <p14:tracePt t="21493" x="6667500" y="5029200"/>
          <p14:tracePt t="21507" x="6673850" y="5029200"/>
          <p14:tracePt t="21513" x="6680200" y="5029200"/>
          <p14:tracePt t="21523" x="6686550" y="5029200"/>
          <p14:tracePt t="21538" x="6692900" y="5029200"/>
          <p14:tracePt t="21554" x="6705600" y="5029200"/>
          <p14:tracePt t="21571" x="6737350" y="5029200"/>
          <p14:tracePt t="21587" x="6769100" y="5035550"/>
          <p14:tracePt t="21606" x="6819900" y="5041900"/>
          <p14:tracePt t="21620" x="6838950" y="5041900"/>
          <p14:tracePt t="21637" x="6877050" y="5041900"/>
          <p14:tracePt t="21655" x="6902450" y="5048250"/>
          <p14:tracePt t="21670" x="6908800" y="5048250"/>
          <p14:tracePt t="21687" x="6921500" y="5048250"/>
          <p14:tracePt t="21704" x="6934200" y="5048250"/>
          <p14:tracePt t="21720" x="6940550" y="5048250"/>
          <p14:tracePt t="21737" x="6946900" y="5048250"/>
          <p14:tracePt t="21774" x="6953250" y="5048250"/>
          <p14:tracePt t="21794" x="6959600" y="5048250"/>
          <p14:tracePt t="21836" x="6965950" y="5048250"/>
          <p14:tracePt t="21872" x="6972300" y="5041900"/>
          <p14:tracePt t="21893" x="6978650" y="5041900"/>
          <p14:tracePt t="23088" x="6978650" y="5029200"/>
          <p14:tracePt t="23095" x="6972300" y="5010150"/>
          <p14:tracePt t="23109" x="6965950" y="4978400"/>
          <p14:tracePt t="23118" x="6953250" y="4953000"/>
          <p14:tracePt t="23131" x="6940550" y="4908550"/>
          <p14:tracePt t="23149" x="6902450" y="4800600"/>
          <p14:tracePt t="23165" x="6845300" y="4686300"/>
          <p14:tracePt t="23182" x="6819900" y="4616450"/>
          <p14:tracePt t="23201" x="6750050" y="4483100"/>
          <p14:tracePt t="23215" x="6661150" y="4356100"/>
          <p14:tracePt t="23232" x="6623050" y="4286250"/>
          <p14:tracePt t="23249" x="6521450" y="4152900"/>
          <p14:tracePt t="23265" x="6457950" y="4070350"/>
          <p14:tracePt t="23282" x="6337300" y="3905250"/>
          <p14:tracePt t="23299" x="6184900" y="3714750"/>
          <p14:tracePt t="23314" x="6083300" y="3606800"/>
          <p14:tracePt t="23331" x="5892800" y="3409950"/>
          <p14:tracePt t="23348" x="5689600" y="3225800"/>
          <p14:tracePt t="23365" x="5600700" y="3143250"/>
          <p14:tracePt t="23381" x="5403850" y="3003550"/>
          <p14:tracePt t="23398" x="5213350" y="2882900"/>
          <p14:tracePt t="23415" x="5118100" y="2819400"/>
          <p14:tracePt t="23431" x="4946650" y="2724150"/>
          <p14:tracePt t="23447" x="4781550" y="2603500"/>
          <p14:tracePt t="23464" x="4711700" y="2559050"/>
          <p14:tracePt t="23481" x="4546600" y="2482850"/>
          <p14:tracePt t="23498" x="4400550" y="2419350"/>
          <p14:tracePt t="23514" x="4343400" y="2393950"/>
          <p14:tracePt t="23531" x="4229100" y="2336800"/>
          <p14:tracePt t="23547" x="4184650" y="2317750"/>
          <p14:tracePt t="23565" x="4108450" y="2279650"/>
          <p14:tracePt t="23580" x="4076700" y="2266950"/>
          <p14:tracePt t="23597" x="4051300" y="2260600"/>
          <p14:tracePt t="23614" x="4013200" y="2241550"/>
          <p14:tracePt t="23630" x="3968750" y="2222500"/>
          <p14:tracePt t="23647" x="3949700" y="2209800"/>
          <p14:tracePt t="23664" x="3924300" y="2197100"/>
          <p14:tracePt t="23680" x="3898900" y="2190750"/>
          <p14:tracePt t="23698" x="3879850" y="2184400"/>
          <p14:tracePt t="23714" x="3873500" y="2184400"/>
          <p14:tracePt t="23796" x="3873500" y="2178050"/>
          <p14:tracePt t="23838" x="3867150" y="2171700"/>
          <p14:tracePt t="23880" x="3867150" y="2165350"/>
          <p14:tracePt t="23909" x="3867150" y="2159000"/>
          <p14:tracePt t="23915" x="3860800" y="2146300"/>
          <p14:tracePt t="23932" x="3860800" y="2139950"/>
          <p14:tracePt t="23951" x="3854450" y="2133600"/>
          <p14:tracePt t="23963" x="3854450" y="2127250"/>
          <p14:tracePt t="23979" x="3848100" y="2101850"/>
          <p14:tracePt t="23996" x="3841750" y="2082800"/>
          <p14:tracePt t="24013" x="3835400" y="2051050"/>
          <p14:tracePt t="24029" x="3829050" y="2012950"/>
          <p14:tracePt t="24046" x="3822700" y="2000250"/>
          <p14:tracePt t="24063" x="3822700" y="1974850"/>
          <p14:tracePt t="24079" x="3822700" y="1962150"/>
          <p14:tracePt t="24112" x="3829050" y="1949450"/>
          <p14:tracePt t="24129" x="3848100" y="1949450"/>
          <p14:tracePt t="24147" x="3867150" y="1949450"/>
          <p14:tracePt t="24162" x="3886200" y="1949450"/>
          <p14:tracePt t="24178" x="3898900" y="1943100"/>
          <p14:tracePt t="24196" x="3975100" y="1936750"/>
          <p14:tracePt t="24211" x="4006850" y="1930400"/>
          <p14:tracePt t="24228" x="4044950" y="1917700"/>
          <p14:tracePt t="24246" x="4108450" y="1905000"/>
          <p14:tracePt t="24262" x="4178300" y="1892300"/>
          <p14:tracePt t="24278" x="4203700" y="1879600"/>
          <p14:tracePt t="24295" x="4248150" y="1866900"/>
          <p14:tracePt t="24311" x="4279900" y="1854200"/>
          <p14:tracePt t="24328" x="4286250" y="1854200"/>
          <p14:tracePt t="24344" x="4292600" y="1847850"/>
          <p14:tracePt t="24392" x="4286250" y="1847850"/>
          <p14:tracePt t="24399" x="4279900" y="1847850"/>
          <p14:tracePt t="24421" x="4273550" y="1847850"/>
          <p14:tracePt t="24430" x="4260850" y="1847850"/>
          <p14:tracePt t="24444" x="4241800" y="1847850"/>
          <p14:tracePt t="24461" x="4203700" y="1841500"/>
          <p14:tracePt t="24478" x="4114800" y="1828800"/>
          <p14:tracePt t="24494" x="4057650" y="1816100"/>
          <p14:tracePt t="24511" x="3981450" y="1809750"/>
          <p14:tracePt t="24527" x="3740150" y="1784350"/>
          <p14:tracePt t="24544" x="3651250" y="1778000"/>
          <p14:tracePt t="24561" x="3467100" y="1758950"/>
          <p14:tracePt t="24577" x="3378200" y="1746250"/>
          <p14:tracePt t="24594" x="3225800" y="1727200"/>
          <p14:tracePt t="24610" x="3130550" y="1708150"/>
          <p14:tracePt t="24627" x="3086100" y="1701800"/>
          <p14:tracePt t="24644" x="3054350" y="1701800"/>
          <p14:tracePt t="24660" x="3041650" y="1701800"/>
          <p14:tracePt t="24743" x="3048000" y="1701800"/>
          <p14:tracePt t="24757" x="3054350" y="1701800"/>
          <p14:tracePt t="24778" x="3067050" y="1708150"/>
          <p14:tracePt t="24793" x="3073400" y="1708150"/>
          <p14:tracePt t="24799" x="3079750" y="1708150"/>
          <p14:tracePt t="24809" x="3105150" y="1714500"/>
          <p14:tracePt t="24827" x="3143250" y="1727200"/>
          <p14:tracePt t="24842" x="3175000" y="1733550"/>
          <p14:tracePt t="24859" x="3225800" y="1746250"/>
          <p14:tracePt t="24876" x="3346450" y="1765300"/>
          <p14:tracePt t="24893" x="3505200" y="1784350"/>
          <p14:tracePt t="24909" x="3581400" y="1790700"/>
          <p14:tracePt t="24926" x="3733800" y="1809750"/>
          <p14:tracePt t="24942" x="3841750" y="1809750"/>
          <p14:tracePt t="24959" x="3879850" y="1809750"/>
          <p14:tracePt t="24975" x="3930650" y="1809750"/>
          <p14:tracePt t="24992" x="3943350" y="1809750"/>
          <p14:tracePt t="25009" x="3949700" y="1809750"/>
          <p14:tracePt t="25094" x="3943350" y="1809750"/>
          <p14:tracePt t="25107" x="3937000" y="1809750"/>
          <p14:tracePt t="25122" x="3930650" y="1809750"/>
          <p14:tracePt t="25129" x="3917950" y="1816100"/>
          <p14:tracePt t="25145" x="3905250" y="1816100"/>
          <p14:tracePt t="25158" x="3892550" y="1816100"/>
          <p14:tracePt t="25175" x="3860800" y="1822450"/>
          <p14:tracePt t="25192" x="3790950" y="1835150"/>
          <p14:tracePt t="25208" x="3752850" y="1835150"/>
          <p14:tracePt t="25225" x="3695700" y="1841500"/>
          <p14:tracePt t="25241" x="3638550" y="1847850"/>
          <p14:tracePt t="25258" x="3613150" y="1847850"/>
          <p14:tracePt t="25275" x="3587750" y="1847850"/>
          <p14:tracePt t="25291" x="3581400" y="1847850"/>
          <p14:tracePt t="25360" x="3587750" y="1847850"/>
          <p14:tracePt t="25375" x="3600450" y="1847850"/>
          <p14:tracePt t="25381" x="3613150" y="1847850"/>
          <p14:tracePt t="25390" x="3632200" y="1847850"/>
          <p14:tracePt t="25408" x="3663950" y="1847850"/>
          <p14:tracePt t="25424" x="3752850" y="1847850"/>
          <p14:tracePt t="25441" x="3816350" y="1847850"/>
          <p14:tracePt t="25459" x="4000500" y="1828800"/>
          <p14:tracePt t="25474" x="4038600" y="1828800"/>
          <p14:tracePt t="25490" x="4070350" y="1828800"/>
          <p14:tracePt t="25507" x="4102100" y="1822450"/>
          <p14:tracePt t="25524" x="4121150" y="1822450"/>
          <p14:tracePt t="25571" x="4114800" y="1822450"/>
          <p14:tracePt t="25585" x="4108450" y="1822450"/>
          <p14:tracePt t="25593" x="4089400" y="1822450"/>
          <p14:tracePt t="25607" x="4070350" y="1828800"/>
          <p14:tracePt t="25624" x="3975100" y="1835150"/>
          <p14:tracePt t="25641" x="3810000" y="1847850"/>
          <p14:tracePt t="25656" x="3721100" y="1847850"/>
          <p14:tracePt t="25673" x="3530600" y="1847850"/>
          <p14:tracePt t="25690" x="3378200" y="1854200"/>
          <p14:tracePt t="25707" x="3314700" y="1854200"/>
          <p14:tracePt t="25723" x="3276600" y="1854200"/>
          <p14:tracePt t="25740" x="3238500" y="1847850"/>
          <p14:tracePt t="25756" x="3232150" y="1847850"/>
          <p14:tracePt t="25774" x="3225800" y="1847850"/>
          <p14:tracePt t="25830" x="3232150" y="1841500"/>
          <p14:tracePt t="25844" x="3238500" y="1841500"/>
          <p14:tracePt t="25851" x="3244850" y="1841500"/>
          <p14:tracePt t="25865" x="3257550" y="1841500"/>
          <p14:tracePt t="25873" x="3276600" y="1841500"/>
          <p14:tracePt t="25889" x="3289300" y="1841500"/>
          <p14:tracePt t="25906" x="3340100" y="1841500"/>
          <p14:tracePt t="25922" x="3397250" y="1835150"/>
          <p14:tracePt t="25939" x="3435350" y="1835150"/>
          <p14:tracePt t="25956" x="3536950" y="1835150"/>
          <p14:tracePt t="25972" x="3663950" y="1835150"/>
          <p14:tracePt t="25989" x="3727450" y="1835150"/>
          <p14:tracePt t="26006" x="3822700" y="1828800"/>
          <p14:tracePt t="26022" x="3898900" y="1828800"/>
          <p14:tracePt t="26039" x="3924300" y="1828800"/>
          <p14:tracePt t="26055" x="3956050" y="1822450"/>
          <p14:tracePt t="26072" x="3962400" y="1822450"/>
          <p14:tracePt t="26089" x="3975100" y="1816100"/>
          <p14:tracePt t="26146" x="3968750" y="1816100"/>
          <p14:tracePt t="26152" x="3962400" y="1816100"/>
          <p14:tracePt t="26159" x="3956050" y="1816100"/>
          <p14:tracePt t="26175" x="3943350" y="1816100"/>
          <p14:tracePt t="26189" x="3930650" y="1816100"/>
          <p14:tracePt t="26205" x="3886200" y="1809750"/>
          <p14:tracePt t="26223" x="3810000" y="1809750"/>
          <p14:tracePt t="26238" x="3740150" y="1803400"/>
          <p14:tracePt t="26255" x="3613150" y="1803400"/>
          <p14:tracePt t="26273" x="3486150" y="1790700"/>
          <p14:tracePt t="26288" x="3409950" y="1790700"/>
          <p14:tracePt t="26305" x="3276600" y="1790700"/>
          <p14:tracePt t="26321" x="3200400" y="1790700"/>
          <p14:tracePt t="26338" x="3162300" y="1790700"/>
          <p14:tracePt t="26354" x="3105150" y="1784350"/>
          <p14:tracePt t="26371" x="3086100" y="1778000"/>
          <p14:tracePt t="26388" x="3079750" y="1778000"/>
          <p14:tracePt t="26405" x="3073400" y="1778000"/>
          <p14:tracePt t="26700" x="3079750" y="1778000"/>
          <p14:tracePt t="26721" x="3086100" y="1778000"/>
          <p14:tracePt t="26735" x="3092450" y="1778000"/>
          <p14:tracePt t="26741" x="3098800" y="1778000"/>
          <p14:tracePt t="26762" x="3111500" y="1778000"/>
          <p14:tracePt t="26772" x="3124200" y="1778000"/>
          <p14:tracePt t="26786" x="3143250" y="1778000"/>
          <p14:tracePt t="26803" x="3168650" y="1771650"/>
          <p14:tracePt t="26820" x="3232150" y="1771650"/>
          <p14:tracePt t="26836" x="3302000" y="1771650"/>
          <p14:tracePt t="26853" x="3340100" y="1771650"/>
          <p14:tracePt t="26869" x="3416300" y="1771650"/>
          <p14:tracePt t="26886" x="3486150" y="1771650"/>
          <p14:tracePt t="26904" x="3536950" y="1771650"/>
          <p14:tracePt t="26919" x="3556000" y="1771650"/>
          <p14:tracePt t="26936" x="3594100" y="1771650"/>
          <p14:tracePt t="26953" x="3619500" y="1771650"/>
          <p14:tracePt t="26968" x="3632200" y="1771650"/>
          <p14:tracePt t="26972" x="3638550" y="1771650"/>
          <p14:tracePt t="27002" x="3657600" y="1771650"/>
          <p14:tracePt t="27019" x="3663950" y="1771650"/>
          <p14:tracePt t="27036" x="3683000" y="1771650"/>
          <p14:tracePt t="27052" x="3695700" y="1771650"/>
          <p14:tracePt t="27068" x="3702050" y="1771650"/>
          <p14:tracePt t="27086" x="3714750" y="1771650"/>
          <p14:tracePt t="27101" x="3721100" y="1771650"/>
          <p14:tracePt t="27118" x="3727450" y="1771650"/>
          <p14:tracePt t="27156" x="3733800" y="1778000"/>
          <p14:tracePt t="27226" x="3733800" y="1784350"/>
          <p14:tracePt t="27254" x="3721100" y="1784350"/>
          <p14:tracePt t="27269" x="3714750" y="1784350"/>
          <p14:tracePt t="27275" x="3708400" y="1784350"/>
          <p14:tracePt t="27284" x="3695700" y="1784350"/>
          <p14:tracePt t="27301" x="3676650" y="1790700"/>
          <p14:tracePt t="27318" x="3606800" y="1797050"/>
          <p14:tracePt t="27334" x="3556000" y="1809750"/>
          <p14:tracePt t="27353" x="3321050" y="1828800"/>
          <p14:tracePt t="27367" x="3244850" y="1835150"/>
          <p14:tracePt t="27384" x="3168650" y="1847850"/>
          <p14:tracePt t="27401" x="3035300" y="1854200"/>
          <p14:tracePt t="27417" x="2959100" y="1860550"/>
          <p14:tracePt t="27434" x="2940050" y="1860550"/>
          <p14:tracePt t="27451" x="2901950" y="1860550"/>
          <p14:tracePt t="27467" x="2889250" y="1866900"/>
          <p14:tracePt t="27487" x="2882900" y="1866900"/>
          <p14:tracePt t="27556" x="2889250" y="1866900"/>
          <p14:tracePt t="27577" x="2895600" y="1866900"/>
          <p14:tracePt t="27585" x="2908300" y="1866900"/>
          <p14:tracePt t="27597" x="2914650" y="1866900"/>
          <p14:tracePt t="27605" x="2927350" y="1866900"/>
          <p14:tracePt t="27619" x="2946400" y="1873250"/>
          <p14:tracePt t="27633" x="3003550" y="1873250"/>
          <p14:tracePt t="27650" x="3054350" y="1873250"/>
          <p14:tracePt t="27667" x="3105150" y="1873250"/>
          <p14:tracePt t="27683" x="3206750" y="1885950"/>
          <p14:tracePt t="27699" x="3346450" y="1885950"/>
          <p14:tracePt t="27717" x="3492500" y="1879600"/>
          <p14:tracePt t="27733" x="3556000" y="1879600"/>
          <p14:tracePt t="27749" x="3651250" y="1866900"/>
          <p14:tracePt t="27766" x="3708400" y="1866900"/>
          <p14:tracePt t="27783" x="3727450" y="1854200"/>
          <p14:tracePt t="27799" x="3752850" y="1854200"/>
          <p14:tracePt t="27816" x="3759200" y="1854200"/>
          <p14:tracePt t="27850" x="3765550" y="1854200"/>
          <p14:tracePt t="28159" x="3765550" y="1860550"/>
          <p14:tracePt t="28278" x="3759200" y="1860550"/>
          <p14:tracePt t="28334" x="3752850" y="1860550"/>
          <p14:tracePt t="28709" x="3790950" y="1860550"/>
          <p14:tracePt t="28716" x="3860800" y="1873250"/>
          <p14:tracePt t="28732" x="3937000" y="1879600"/>
          <p14:tracePt t="28746" x="4025900" y="1892300"/>
          <p14:tracePt t="28762" x="4254500" y="1911350"/>
          <p14:tracePt t="28779" x="4495800" y="1924050"/>
          <p14:tracePt t="28796" x="4622800" y="1924050"/>
          <p14:tracePt t="28812" x="4864100" y="1917700"/>
          <p14:tracePt t="28829" x="5041900" y="1911350"/>
          <p14:tracePt t="28846" x="5105400" y="1898650"/>
          <p14:tracePt t="28863" x="5194300" y="1898650"/>
          <p14:tracePt t="28878" x="5257800" y="1892300"/>
          <p14:tracePt t="28895" x="5276850" y="1892300"/>
          <p14:tracePt t="28913" x="5302250" y="1892300"/>
          <p14:tracePt t="28929" x="5321300" y="1892300"/>
          <p14:tracePt t="29207" x="5327650" y="1892300"/>
          <p14:tracePt t="29242" x="5334000" y="1892300"/>
          <p14:tracePt t="29256" x="5346700" y="1892300"/>
          <p14:tracePt t="29270" x="5359400" y="1892300"/>
          <p14:tracePt t="29280" x="5372100" y="1892300"/>
          <p14:tracePt t="29294" x="5384800" y="1892300"/>
          <p14:tracePt t="29310" x="5410200" y="1892300"/>
          <p14:tracePt t="29327" x="5518150" y="1892300"/>
          <p14:tracePt t="29344" x="5556250" y="1892300"/>
          <p14:tracePt t="29360" x="5594350" y="1892300"/>
          <p14:tracePt t="29377" x="5689600" y="1892300"/>
          <p14:tracePt t="29394" x="5765800" y="1892300"/>
          <p14:tracePt t="29411" x="5842000" y="1892300"/>
          <p14:tracePt t="29427" x="5873750" y="1892300"/>
          <p14:tracePt t="29444" x="5924550" y="1892300"/>
          <p14:tracePt t="29460" x="5956300" y="1892300"/>
          <p14:tracePt t="29477" x="5975350" y="1892300"/>
          <p14:tracePt t="29480" x="5988050" y="1892300"/>
          <p14:tracePt t="29494" x="6007100" y="1892300"/>
          <p14:tracePt t="29510" x="6038850" y="1892300"/>
          <p14:tracePt t="29526" x="6051550" y="1892300"/>
          <p14:tracePt t="29544" x="6076950" y="1892300"/>
          <p14:tracePt t="29560" x="6102350" y="1892300"/>
          <p14:tracePt t="29576" x="6115050" y="1892300"/>
          <p14:tracePt t="29593" x="6146800" y="1892300"/>
          <p14:tracePt t="29610" x="6184900" y="1892300"/>
          <p14:tracePt t="29626" x="6210300" y="1892300"/>
          <p14:tracePt t="29643" x="6254750" y="1892300"/>
          <p14:tracePt t="29659" x="6280150" y="1892300"/>
          <p14:tracePt t="29677" x="6324600" y="1885950"/>
          <p14:tracePt t="29693" x="6337300" y="1885950"/>
          <p14:tracePt t="29710" x="6350000" y="1885950"/>
          <p14:tracePt t="29726" x="6356350" y="1885950"/>
          <p14:tracePt t="29742" x="6369050" y="1885950"/>
          <p14:tracePt t="29775" x="6381750" y="1885950"/>
          <p14:tracePt t="29838" x="6375400" y="1885950"/>
          <p14:tracePt t="30314" x="6381750" y="1885950"/>
          <p14:tracePt t="30321" x="6407150" y="1885950"/>
          <p14:tracePt t="30328" x="6438900" y="1879600"/>
          <p14:tracePt t="30344" x="6470650" y="1873250"/>
          <p14:tracePt t="30358" x="6489700" y="1873250"/>
          <p14:tracePt t="30373" x="6527800" y="1860550"/>
          <p14:tracePt t="30392" x="6565900" y="1854200"/>
          <p14:tracePt t="30407" x="6572250" y="1854200"/>
          <p14:tracePt t="30424" x="6584950" y="1854200"/>
          <p14:tracePt t="30441" x="6604000" y="1854200"/>
          <p14:tracePt t="30457" x="6610350" y="1854200"/>
          <p14:tracePt t="30473" x="6623050" y="1854200"/>
          <p14:tracePt t="30492" x="6629400" y="1854200"/>
          <p14:tracePt t="30506" x="6642100" y="1854200"/>
          <p14:tracePt t="30523" x="6648450" y="1854200"/>
          <p14:tracePt t="30540" x="6673850" y="1854200"/>
          <p14:tracePt t="30556" x="6699250" y="1854200"/>
          <p14:tracePt t="30575" x="6731000" y="1841500"/>
          <p14:tracePt t="30589" x="6750050" y="1841500"/>
          <p14:tracePt t="30606" x="6775450" y="1841500"/>
          <p14:tracePt t="30623" x="6794500" y="1841500"/>
          <p14:tracePt t="30700" x="6781800" y="1841500"/>
          <p14:tracePt t="30714" x="6775450" y="1847850"/>
          <p14:tracePt t="30721" x="6762750" y="1847850"/>
          <p14:tracePt t="30735" x="6750050" y="1847850"/>
          <p14:tracePt t="30742" x="6724650" y="1854200"/>
          <p14:tracePt t="30756" x="6686550" y="1854200"/>
          <p14:tracePt t="30772" x="6565900" y="1854200"/>
          <p14:tracePt t="30789" x="6489700" y="1854200"/>
          <p14:tracePt t="30806" x="6362700" y="1854200"/>
          <p14:tracePt t="30822" x="6235700" y="1854200"/>
          <p14:tracePt t="30839" x="6178550" y="1854200"/>
          <p14:tracePt t="30855" x="6159500" y="1854200"/>
          <p14:tracePt t="30872" x="6146800" y="1854200"/>
          <p14:tracePt t="30889" x="6127750" y="1854200"/>
          <p14:tracePt t="30931" x="6127750" y="1847850"/>
          <p14:tracePt t="30959" x="6134100" y="1847850"/>
          <p14:tracePt t="30973" x="6134100" y="1841500"/>
          <p14:tracePt t="30981" x="6146800" y="1841500"/>
          <p14:tracePt t="30995" x="6153150" y="1835150"/>
          <p14:tracePt t="31005" x="6165850" y="1835150"/>
          <p14:tracePt t="31021" x="6178550" y="1835150"/>
          <p14:tracePt t="31038" x="6216650" y="1828800"/>
          <p14:tracePt t="31055" x="6280150" y="1822450"/>
          <p14:tracePt t="31072" x="6356350" y="1809750"/>
          <p14:tracePt t="31088" x="6400800" y="1809750"/>
          <p14:tracePt t="31104" x="6470650" y="1797050"/>
          <p14:tracePt t="31121" x="6527800" y="1790700"/>
          <p14:tracePt t="31138" x="6546850" y="1790700"/>
          <p14:tracePt t="31154" x="6565900" y="1790700"/>
          <p14:tracePt t="31171" x="6597650" y="1790700"/>
          <p14:tracePt t="31187" x="6604000" y="1790700"/>
          <p14:tracePt t="31205" x="6616700" y="1790700"/>
          <p14:tracePt t="31331" x="6610350" y="1790700"/>
          <p14:tracePt t="31366" x="6604000" y="1790700"/>
          <p14:tracePt t="31380" x="6597650" y="1790700"/>
          <p14:tracePt t="31422" x="6591300" y="1790700"/>
          <p14:tracePt t="31451" x="6584950" y="1790700"/>
          <p14:tracePt t="31513" x="6584950" y="1797050"/>
          <p14:tracePt t="31542" x="6591300" y="1797050"/>
          <p14:tracePt t="31556" x="6597650" y="1797050"/>
          <p14:tracePt t="31562" x="6604000" y="1803400"/>
          <p14:tracePt t="31577" x="6623050" y="1803400"/>
          <p14:tracePt t="31586" x="6642100" y="1803400"/>
          <p14:tracePt t="31603" x="6673850" y="1803400"/>
          <p14:tracePt t="31620" x="6750050" y="1803400"/>
          <p14:tracePt t="31636" x="6826250" y="1803400"/>
          <p14:tracePt t="31653" x="6864350" y="1803400"/>
          <p14:tracePt t="31669" x="6921500" y="1803400"/>
          <p14:tracePt t="31686" x="6953250" y="1803400"/>
          <p14:tracePt t="31703" x="6972300" y="1803400"/>
          <p14:tracePt t="31719" x="6978650" y="1803400"/>
          <p14:tracePt t="31773" x="6978650" y="1809750"/>
          <p14:tracePt t="31864" x="6972300" y="1809750"/>
          <p14:tracePt t="32117" x="6965950" y="1809750"/>
          <p14:tracePt t="33177" x="6965950" y="1816100"/>
          <p14:tracePt t="33190" x="6965950" y="1828800"/>
          <p14:tracePt t="33199" x="6959600" y="1835150"/>
          <p14:tracePt t="33214" x="6959600" y="1847850"/>
          <p14:tracePt t="33230" x="6959600" y="1879600"/>
          <p14:tracePt t="33247" x="6953250" y="1968500"/>
          <p14:tracePt t="33264" x="6940550" y="2044700"/>
          <p14:tracePt t="33281" x="6927850" y="2235200"/>
          <p14:tracePt t="33297" x="6908800" y="2451100"/>
          <p14:tracePt t="33314" x="6902450" y="2559050"/>
          <p14:tracePt t="33331" x="6889750" y="2774950"/>
          <p14:tracePt t="33347" x="6889750" y="2984500"/>
          <p14:tracePt t="33363" x="6877050" y="3086100"/>
          <p14:tracePt t="33380" x="6877050" y="3263900"/>
          <p14:tracePt t="33397" x="6877050" y="3340100"/>
          <p14:tracePt t="33414" x="6883400" y="3460750"/>
          <p14:tracePt t="33430" x="6883400" y="3562350"/>
          <p14:tracePt t="33447" x="6889750" y="3606800"/>
          <p14:tracePt t="33463" x="6889750" y="3683000"/>
          <p14:tracePt t="33479" x="6896100" y="3765550"/>
          <p14:tracePt t="33496" x="6896100" y="3790950"/>
          <p14:tracePt t="33513" x="6902450" y="3848100"/>
          <p14:tracePt t="33530" x="6915150" y="3905250"/>
          <p14:tracePt t="33546" x="6915150" y="3949700"/>
          <p14:tracePt t="33562" x="6915150" y="4013200"/>
          <p14:tracePt t="33579" x="6921500" y="4114800"/>
          <p14:tracePt t="33596" x="6921500" y="4178300"/>
          <p14:tracePt t="33612" x="6921500" y="4311650"/>
          <p14:tracePt t="33629" x="6921500" y="4438650"/>
          <p14:tracePt t="33647" x="6927850" y="4527550"/>
          <p14:tracePt t="33663" x="6927850" y="4559300"/>
          <p14:tracePt t="33679" x="6927850" y="4578350"/>
          <p14:tracePt t="33696" x="6934200" y="4616450"/>
          <p14:tracePt t="33712" x="6934200" y="4635500"/>
          <p14:tracePt t="33729" x="6934200" y="4641850"/>
          <p14:tracePt t="33745" x="6934200" y="4648200"/>
          <p14:tracePt t="33762" x="6934200" y="4654550"/>
          <p14:tracePt t="33779" x="6934200" y="4660900"/>
          <p14:tracePt t="33807" x="6934200" y="4667250"/>
          <p14:tracePt t="34081" x="6934200" y="4679950"/>
          <p14:tracePt t="34088" x="6940550" y="4692650"/>
          <p14:tracePt t="34102" x="6940550" y="4705350"/>
          <p14:tracePt t="34111" x="6940550" y="4711700"/>
          <p14:tracePt t="34127" x="6940550" y="4718050"/>
          <p14:tracePt t="34144" x="6940550" y="4724400"/>
          <p14:tracePt t="34160" x="6946900" y="4730750"/>
          <p14:tracePt t="34201" x="6946900" y="4737100"/>
          <p14:tracePt t="34277" x="6946900" y="4743450"/>
          <p14:tracePt t="34299" x="6946900" y="4749800"/>
          <p14:tracePt t="34320" x="6940550" y="4756150"/>
          <p14:tracePt t="34328" x="6934200" y="4756150"/>
          <p14:tracePt t="34348" x="6934200" y="4762500"/>
          <p14:tracePt t="34361" x="6934200" y="4768850"/>
          <p14:tracePt t="34369" x="6927850" y="4768850"/>
          <p14:tracePt t="34390" x="6921500" y="4781550"/>
          <p14:tracePt t="34417" x="6915150" y="4787900"/>
          <p14:tracePt t="34432" x="6915150" y="4794250"/>
          <p14:tracePt t="34439" x="6908800" y="4794250"/>
          <p14:tracePt t="34460" x="6908800" y="4800600"/>
          <p14:tracePt t="34467" x="6902450" y="4800600"/>
          <p14:tracePt t="34509" x="6902450" y="4806950"/>
          <p14:tracePt t="34537" x="6902450" y="4813300"/>
          <p14:tracePt t="34558" x="6902450" y="4819650"/>
          <p14:tracePt t="34572" x="6908800" y="4819650"/>
          <p14:tracePt t="34579" x="6915150" y="4826000"/>
          <p14:tracePt t="34595" x="6921500" y="4826000"/>
          <p14:tracePt t="34609" x="6927850" y="4826000"/>
          <p14:tracePt t="34625" x="6940550" y="4832350"/>
          <p14:tracePt t="34643" x="6965950" y="4832350"/>
          <p14:tracePt t="34659" x="6985000" y="4838700"/>
          <p14:tracePt t="34675" x="7010400" y="4838700"/>
          <p14:tracePt t="34692" x="7042150" y="4838700"/>
          <p14:tracePt t="34708" x="7054850" y="4845050"/>
          <p14:tracePt t="34726" x="7067550" y="4845050"/>
          <p14:tracePt t="34789" x="7061200" y="4845050"/>
          <p14:tracePt t="34803" x="7054850" y="4845050"/>
          <p14:tracePt t="34811" x="7048500" y="4845050"/>
          <p14:tracePt t="34825" x="7042150" y="4845050"/>
          <p14:tracePt t="34841" x="7004050" y="4845050"/>
          <p14:tracePt t="34858" x="6985000" y="4845050"/>
          <p14:tracePt t="34875" x="6921500" y="4845050"/>
          <p14:tracePt t="34891" x="6864350" y="4851400"/>
          <p14:tracePt t="34909" x="6826250" y="4851400"/>
          <p14:tracePt t="34924" x="6813550" y="4851400"/>
          <p14:tracePt t="34941" x="6800850" y="4851400"/>
          <p14:tracePt t="34958" x="6788150" y="4857750"/>
          <p14:tracePt t="35063" x="6794500" y="4857750"/>
          <p14:tracePt t="35069" x="6800850" y="4857750"/>
          <p14:tracePt t="35092" x="6807200" y="4851400"/>
          <p14:tracePt t="35097" x="6813550" y="4851400"/>
          <p14:tracePt t="35112" x="6819900" y="4851400"/>
          <p14:tracePt t="35124" x="6826250" y="4845050"/>
          <p14:tracePt t="35141" x="6845300" y="4838700"/>
          <p14:tracePt t="35157" x="6858000" y="4838700"/>
          <p14:tracePt t="35174" x="6883400" y="4826000"/>
          <p14:tracePt t="35190" x="6921500" y="4813300"/>
          <p14:tracePt t="35207" x="6927850" y="4806950"/>
          <p14:tracePt t="35224" x="6934200" y="4806950"/>
          <p14:tracePt t="35240" x="6946900" y="4800600"/>
          <p14:tracePt t="35351" x="6940550" y="4800600"/>
          <p14:tracePt t="35379" x="6934200" y="4800600"/>
          <p14:tracePt t="35400" x="6927850" y="4800600"/>
          <p14:tracePt t="35414" x="6921500" y="4800600"/>
          <p14:tracePt t="35421" x="6915150" y="4806950"/>
          <p14:tracePt t="35435" x="6908800" y="4806950"/>
          <p14:tracePt t="35442" x="6902450" y="4813300"/>
          <p14:tracePt t="35470" x="6896100" y="4813300"/>
          <p14:tracePt t="35491" x="6889750" y="4819650"/>
          <p14:tracePt t="35506" x="6883400" y="4826000"/>
          <p14:tracePt t="35512" x="6877050" y="4826000"/>
          <p14:tracePt t="35540" x="6870700" y="4832350"/>
          <p14:tracePt t="35702" x="6877050" y="4832350"/>
          <p14:tracePt t="35716" x="6883400" y="4826000"/>
          <p14:tracePt t="35725" x="6883400" y="4819650"/>
          <p14:tracePt t="35738" x="6889750" y="4819650"/>
          <p14:tracePt t="35755" x="6896100" y="4813300"/>
          <p14:tracePt t="35774" x="6896100" y="4806950"/>
          <p14:tracePt t="35800" x="6896100" y="4800600"/>
          <p14:tracePt t="35823" x="6902450" y="4800600"/>
          <p14:tracePt t="35856" x="6908800" y="4794250"/>
          <p14:tracePt t="35905" x="6908800" y="4787900"/>
          <p14:tracePt t="35982" x="6908800" y="4794250"/>
          <p14:tracePt t="36413" x="6896100" y="4794250"/>
          <p14:tracePt t="36427" x="6877050" y="4787900"/>
          <p14:tracePt t="36434" x="6858000" y="4768850"/>
          <p14:tracePt t="36448" x="6832600" y="4762500"/>
          <p14:tracePt t="36456" x="6813550" y="4749800"/>
          <p14:tracePt t="36469" x="6781800" y="4743450"/>
          <p14:tracePt t="36486" x="6731000" y="4718050"/>
          <p14:tracePt t="36504" x="6680200" y="4705350"/>
          <p14:tracePt t="36519" x="6654800" y="4699000"/>
          <p14:tracePt t="36536" x="6591300" y="4673600"/>
          <p14:tracePt t="36553" x="6540500" y="4660900"/>
          <p14:tracePt t="36569" x="6515100" y="4654550"/>
          <p14:tracePt t="36585" x="6470650" y="4635500"/>
          <p14:tracePt t="36589" x="6438900" y="4629150"/>
          <p14:tracePt t="36603" x="6369050" y="4616450"/>
          <p14:tracePt t="36619" x="6343650" y="4603750"/>
          <p14:tracePt t="36636" x="6311900" y="4597400"/>
          <p14:tracePt t="36652" x="6254750" y="4584700"/>
          <p14:tracePt t="36669" x="6184900" y="4572000"/>
          <p14:tracePt t="36686" x="6102350" y="4559300"/>
          <p14:tracePt t="36702" x="6064250" y="4559300"/>
          <p14:tracePt t="36718" x="5981700" y="4552950"/>
          <p14:tracePt t="36735" x="5886450" y="4546600"/>
          <p14:tracePt t="36751" x="5848350" y="4533900"/>
          <p14:tracePt t="36769" x="5791200" y="4527550"/>
          <p14:tracePt t="36785" x="5740400" y="4527550"/>
          <p14:tracePt t="36801" x="5715000" y="4527550"/>
          <p14:tracePt t="36819" x="5670550" y="4527550"/>
          <p14:tracePt t="36834" x="5645150" y="4527550"/>
          <p14:tracePt t="36852" x="5626100" y="4533900"/>
          <p14:tracePt t="36869" x="5594350" y="4546600"/>
          <p14:tracePt t="36884" x="5549900" y="4572000"/>
          <p14:tracePt t="36901" x="5518150" y="4584700"/>
          <p14:tracePt t="36918" x="5473700" y="4616450"/>
          <p14:tracePt t="36934" x="5435600" y="4648200"/>
          <p14:tracePt t="36951" x="5410200" y="4660900"/>
          <p14:tracePt t="36968" x="5365750" y="4699000"/>
          <p14:tracePt t="36984" x="5340350" y="4718050"/>
          <p14:tracePt t="37001" x="5308600" y="4743450"/>
          <p14:tracePt t="37017" x="5302250" y="4756150"/>
          <p14:tracePt t="37034" x="5289550" y="4762500"/>
          <p14:tracePt t="37051" x="5270500" y="4775200"/>
          <p14:tracePt t="37067" x="5257800" y="4781550"/>
          <p14:tracePt t="37084" x="5251450" y="4787900"/>
          <p14:tracePt t="37100" x="5245100" y="4800600"/>
          <p14:tracePt t="37117" x="5238750" y="4806950"/>
          <p14:tracePt t="37198" x="5238750" y="4813300"/>
          <p14:tracePt t="37535" x="5245100" y="4813300"/>
          <p14:tracePt t="37550" x="5251450" y="4813300"/>
          <p14:tracePt t="37556" x="5257800" y="4813300"/>
          <p14:tracePt t="37577" x="5264150" y="4813300"/>
          <p14:tracePt t="37585" x="5270500" y="4813300"/>
          <p14:tracePt t="37600" x="5276850" y="4813300"/>
          <p14:tracePt t="37615" x="5289550" y="4813300"/>
          <p14:tracePt t="37632" x="5308600" y="4813300"/>
          <p14:tracePt t="37648" x="5334000" y="4806950"/>
          <p14:tracePt t="37665" x="5340350" y="4806950"/>
          <p14:tracePt t="37682" x="5353050" y="4806950"/>
          <p14:tracePt t="37698" x="5359400" y="4806950"/>
          <p14:tracePt t="37724" x="5365750" y="4806950"/>
          <p14:tracePt t="37830" x="5359400" y="4806950"/>
          <p14:tracePt t="37837" x="5353050" y="4806950"/>
          <p14:tracePt t="37847" x="5346700" y="4806950"/>
          <p14:tracePt t="37865" x="5327650" y="4806950"/>
          <p14:tracePt t="37881" x="5314950" y="4806950"/>
          <p14:tracePt t="37898" x="5295900" y="4813300"/>
          <p14:tracePt t="37914" x="5245100" y="4826000"/>
          <p14:tracePt t="37931" x="5187950" y="4845050"/>
          <p14:tracePt t="37948" x="5168900" y="4851400"/>
          <p14:tracePt t="37964" x="5105400" y="4870450"/>
          <p14:tracePt t="37980" x="5073650" y="4876800"/>
          <p14:tracePt t="37999" x="5048250" y="4883150"/>
          <p14:tracePt t="38014" x="5041900" y="4883150"/>
          <p14:tracePt t="38030" x="5035550" y="4883150"/>
          <p14:tracePt t="38047" x="5029200" y="4883150"/>
          <p14:tracePt t="38097" x="5035550" y="4883150"/>
          <p14:tracePt t="38131" x="5041900" y="4883150"/>
          <p14:tracePt t="38138" x="5048250" y="4883150"/>
          <p14:tracePt t="38146" x="5060950" y="4883150"/>
          <p14:tracePt t="38163" x="5073650" y="4883150"/>
          <p14:tracePt t="38181" x="5124450" y="4883150"/>
          <p14:tracePt t="38197" x="5149850" y="4883150"/>
          <p14:tracePt t="38213" x="5238750" y="4883150"/>
          <p14:tracePt t="38230" x="5340350" y="4883150"/>
          <p14:tracePt t="38246" x="5397500" y="4883150"/>
          <p14:tracePt t="38263" x="5461000" y="4883150"/>
          <p14:tracePt t="38280" x="5505450" y="4883150"/>
          <p14:tracePt t="38296" x="5524500" y="4876800"/>
          <p14:tracePt t="38313" x="5537200" y="4876800"/>
          <p14:tracePt t="38419" x="5530850" y="4876800"/>
          <p14:tracePt t="38425" x="5524500" y="4876800"/>
          <p14:tracePt t="38440" x="5518150" y="4876800"/>
          <p14:tracePt t="38449" x="5505450" y="4876800"/>
          <p14:tracePt t="38468" x="5492750" y="4883150"/>
          <p14:tracePt t="38478" x="5480050" y="4883150"/>
          <p14:tracePt t="38497" x="5435600" y="4883150"/>
          <p14:tracePt t="38512" x="5410200" y="4889500"/>
          <p14:tracePt t="38529" x="5378450" y="4889500"/>
          <p14:tracePt t="38545" x="5334000" y="4889500"/>
          <p14:tracePt t="38562" x="5283200" y="4889500"/>
          <p14:tracePt t="38579" x="5264150" y="4889500"/>
          <p14:tracePt t="38595" x="5238750" y="4889500"/>
          <p14:tracePt t="38612" x="5226050" y="4889500"/>
          <p14:tracePt t="38629" x="5219700" y="4889500"/>
          <p14:tracePt t="38645" x="5213350" y="4889500"/>
          <p14:tracePt t="38728" x="5219700" y="4889500"/>
          <p14:tracePt t="38770" x="5226050" y="4889500"/>
          <p14:tracePt t="38776" x="5232400" y="4889500"/>
          <p14:tracePt t="38819" x="5245100" y="4883150"/>
          <p14:tracePt t="38825" x="5251450" y="4883150"/>
          <p14:tracePt t="38847" x="5251450" y="4876800"/>
          <p14:tracePt t="38868" x="5257800" y="4876800"/>
          <p14:tracePt t="38889" x="5264150" y="4876800"/>
          <p14:tracePt t="38917" x="5264150" y="4870450"/>
          <p14:tracePt t="38938" x="5264150" y="4864100"/>
          <p14:tracePt t="38952" x="5257800" y="4864100"/>
          <p14:tracePt t="38958" x="5251450" y="4864100"/>
          <p14:tracePt t="38972" x="5245100" y="4857750"/>
          <p14:tracePt t="38981" x="5238750" y="4857750"/>
          <p14:tracePt t="38994" x="5213350" y="4857750"/>
          <p14:tracePt t="39010" x="5156200" y="4845050"/>
          <p14:tracePt t="39027" x="5130800" y="4845050"/>
          <p14:tracePt t="39044" x="5073650" y="4838700"/>
          <p14:tracePt t="39060" x="5022850" y="4832350"/>
          <p14:tracePt t="39077" x="5003800" y="4832350"/>
          <p14:tracePt t="39094" x="4978400" y="4826000"/>
          <p14:tracePt t="39110" x="4965700" y="4826000"/>
          <p14:tracePt t="39127" x="4953000" y="4826000"/>
          <p14:tracePt t="39198" x="4953000" y="4832350"/>
          <p14:tracePt t="39218" x="4965700" y="4832350"/>
          <p14:tracePt t="39232" x="4972050" y="4832350"/>
          <p14:tracePt t="39239" x="4978400" y="4832350"/>
          <p14:tracePt t="39247" x="5003800" y="4832350"/>
          <p14:tracePt t="39262" x="5022850" y="4832350"/>
          <p14:tracePt t="39276" x="5060950" y="4838700"/>
          <p14:tracePt t="39293" x="5162550" y="4838700"/>
          <p14:tracePt t="39310" x="5289550" y="4838700"/>
          <p14:tracePt t="39325" x="5365750" y="4838700"/>
          <p14:tracePt t="39343" x="5511800" y="4838700"/>
          <p14:tracePt t="39359" x="5600700" y="4838700"/>
          <p14:tracePt t="39376" x="5626100" y="4838700"/>
          <p14:tracePt t="39393" x="5651500" y="4838700"/>
          <p14:tracePt t="39410" x="5683250" y="4838700"/>
          <p14:tracePt t="39426" x="5689600" y="4838700"/>
          <p14:tracePt t="39548" x="5683250" y="4838700"/>
          <p14:tracePt t="39584" x="5676900" y="4838700"/>
          <p14:tracePt t="39618" x="5670550" y="4838700"/>
          <p14:tracePt t="39639" x="5664200" y="4838700"/>
          <p14:tracePt t="39682" x="5657850" y="4838700"/>
          <p14:tracePt t="41274" x="5664200" y="4838700"/>
          <p14:tracePt t="41281" x="5683250" y="4838700"/>
          <p14:tracePt t="41294" x="5708650" y="4838700"/>
          <p14:tracePt t="41303" x="5734050" y="4838700"/>
          <p14:tracePt t="41319" x="5765800" y="4838700"/>
          <p14:tracePt t="41336" x="5803900" y="4838700"/>
          <p14:tracePt t="41352" x="5880100" y="4838700"/>
          <p14:tracePt t="41369" x="5994400" y="4832350"/>
          <p14:tracePt t="41387" x="6127750" y="4813300"/>
          <p14:tracePt t="41402" x="6203950" y="4800600"/>
          <p14:tracePt t="41419" x="6362700" y="4768850"/>
          <p14:tracePt t="41436" x="6521450" y="4749800"/>
          <p14:tracePt t="41452" x="6597650" y="4730750"/>
          <p14:tracePt t="41469" x="6750050" y="4711700"/>
          <p14:tracePt t="41485" x="6858000" y="4705350"/>
          <p14:tracePt t="41501" x="6908800" y="4705350"/>
          <p14:tracePt t="41518" x="7004050" y="4705350"/>
          <p14:tracePt t="41535" x="7067550" y="4705350"/>
          <p14:tracePt t="41551" x="7099300" y="4705350"/>
          <p14:tracePt t="41569" x="7156450" y="4705350"/>
          <p14:tracePt t="41585" x="7213600" y="4711700"/>
          <p14:tracePt t="41601" x="7239000" y="4711700"/>
          <p14:tracePt t="41618" x="7283450" y="4724400"/>
          <p14:tracePt t="41634" x="7302500" y="4737100"/>
          <p14:tracePt t="41651" x="7346950" y="4743450"/>
          <p14:tracePt t="41668" x="7397750" y="4756150"/>
          <p14:tracePt t="41684" x="7423150" y="4762500"/>
          <p14:tracePt t="41702" x="7467600" y="4768850"/>
          <p14:tracePt t="41718" x="7505700" y="4775200"/>
          <p14:tracePt t="41734" x="7518400" y="4781550"/>
          <p14:tracePt t="41751" x="7550150" y="4781550"/>
          <p14:tracePt t="41767" x="7575550" y="4787900"/>
          <p14:tracePt t="41784" x="7581900" y="4787900"/>
          <p14:tracePt t="41801" x="7600950" y="4794250"/>
          <p14:tracePt t="41817" x="7620000" y="4800600"/>
          <p14:tracePt t="41851" x="7632700" y="4806950"/>
          <p14:tracePt t="41867" x="7651750" y="4813300"/>
          <p14:tracePt t="41885" x="7658100" y="4819650"/>
          <p14:tracePt t="41900" x="7664450" y="4826000"/>
          <p14:tracePt t="41934" x="7677150" y="4832350"/>
          <p14:tracePt t="41950" x="7683500" y="4832350"/>
          <p14:tracePt t="41967" x="7696200" y="4838700"/>
          <p14:tracePt t="41983" x="7708900" y="4845050"/>
          <p14:tracePt t="42000" x="7727950" y="4857750"/>
          <p14:tracePt t="42017" x="7740650" y="4864100"/>
          <p14:tracePt t="42033" x="7753350" y="4870450"/>
          <p14:tracePt t="42050" x="7778750" y="4883150"/>
          <p14:tracePt t="42067" x="7791450" y="4883150"/>
          <p14:tracePt t="42083" x="7791450" y="4889500"/>
          <p14:tracePt t="42100" x="7797800" y="4889500"/>
          <p14:tracePt t="42116" x="7804150" y="4895850"/>
          <p14:tracePt t="42327" x="7797800" y="4902200"/>
          <p14:tracePt t="42347" x="7791450" y="4902200"/>
          <p14:tracePt t="42354" x="7785100" y="4902200"/>
          <p14:tracePt t="42376" x="7778750" y="4908550"/>
          <p14:tracePt t="42425" x="7778750" y="4914900"/>
          <p14:tracePt t="42446" x="7772400" y="4914900"/>
          <p14:tracePt t="42481" x="7766050" y="4921250"/>
          <p14:tracePt t="42516" x="7772400" y="4921250"/>
          <p14:tracePt t="42551" x="7778750" y="4921250"/>
          <p14:tracePt t="42558" x="7791450" y="4921250"/>
          <p14:tracePt t="42579" x="7804150" y="4921250"/>
          <p14:tracePt t="42593" x="7823200" y="4921250"/>
          <p14:tracePt t="42601" x="7842250" y="4921250"/>
          <p14:tracePt t="42615" x="7874000" y="4921250"/>
          <p14:tracePt t="42631" x="7931150" y="4921250"/>
          <p14:tracePt t="42648" x="7962900" y="4921250"/>
          <p14:tracePt t="42665" x="8020050" y="4921250"/>
          <p14:tracePt t="42681" x="8083550" y="4914900"/>
          <p14:tracePt t="42699" x="8128000" y="4902200"/>
          <p14:tracePt t="42715" x="8147050" y="4902200"/>
          <p14:tracePt t="42730" x="8172450" y="4895850"/>
          <p14:tracePt t="42748" x="8191500" y="4895850"/>
          <p14:tracePt t="43098" x="8185150" y="4895850"/>
          <p14:tracePt t="43114" x="8178800" y="4895850"/>
          <p14:tracePt t="43119" x="8172450" y="4895850"/>
          <p14:tracePt t="43129" x="8166100" y="4895850"/>
          <p14:tracePt t="43147" x="8147050" y="4902200"/>
          <p14:tracePt t="43162" x="8134350" y="4908550"/>
          <p14:tracePt t="43179" x="8102600" y="4908550"/>
          <p14:tracePt t="43183" x="8064500" y="4914900"/>
          <p14:tracePt t="43196" x="7969250" y="4933950"/>
          <p14:tracePt t="43213" x="7905750" y="4946650"/>
          <p14:tracePt t="43230" x="7835900" y="4953000"/>
          <p14:tracePt t="43246" x="7696200" y="4972050"/>
          <p14:tracePt t="43262" x="7562850" y="4984750"/>
          <p14:tracePt t="43279" x="7499350" y="4991100"/>
          <p14:tracePt t="43296" x="7404100" y="4997450"/>
          <p14:tracePt t="43313" x="7340600" y="4997450"/>
          <p14:tracePt t="43330" x="7296150" y="4997450"/>
          <p14:tracePt t="43345" x="7277100" y="4997450"/>
          <p14:tracePt t="43362" x="7245350" y="4997450"/>
          <p14:tracePt t="43379" x="7207250" y="4978400"/>
          <p14:tracePt t="43395" x="7194550" y="4972050"/>
          <p14:tracePt t="43412" x="7181850" y="4959350"/>
          <p14:tracePt t="44743" x="7162800" y="4953000"/>
          <p14:tracePt t="44750" x="7124700" y="4927600"/>
          <p14:tracePt t="44765" x="7080250" y="4902200"/>
          <p14:tracePt t="44774" x="7042150" y="4864100"/>
          <p14:tracePt t="44790" x="6997700" y="4838700"/>
          <p14:tracePt t="44807" x="6921500" y="4775200"/>
          <p14:tracePt t="44824" x="6826250" y="4705350"/>
          <p14:tracePt t="44841" x="6769100" y="4654550"/>
          <p14:tracePt t="44857" x="6654800" y="4546600"/>
          <p14:tracePt t="44873" x="6604000" y="4489450"/>
          <p14:tracePt t="44891" x="6451600" y="4349750"/>
          <p14:tracePt t="44907" x="6394450" y="4286250"/>
          <p14:tracePt t="44923" x="6330950" y="4241800"/>
          <p14:tracePt t="44940" x="6203950" y="4140200"/>
          <p14:tracePt t="44956" x="6064250" y="4032250"/>
          <p14:tracePt t="44973" x="6007100" y="3956050"/>
          <p14:tracePt t="44990" x="5886450" y="3848100"/>
          <p14:tracePt t="45006" x="5778500" y="3752850"/>
          <p14:tracePt t="45023" x="5689600" y="3683000"/>
          <p14:tracePt t="45039" x="5657850" y="3644900"/>
          <p14:tracePt t="45056" x="5588000" y="3581400"/>
          <p14:tracePt t="45073" x="5518150" y="3530600"/>
          <p14:tracePt t="45089" x="5499100" y="3517900"/>
          <p14:tracePt t="45106" x="5454650" y="3486150"/>
          <p14:tracePt t="45123" x="5422900" y="3460750"/>
          <p14:tracePt t="45139" x="5410200" y="3454400"/>
          <p14:tracePt t="45156" x="5384800" y="3441700"/>
          <p14:tracePt t="45173" x="5340350" y="3435350"/>
          <p14:tracePt t="45189" x="5340350" y="3429000"/>
          <p14:tracePt t="45193" x="5327650" y="3422650"/>
          <p14:tracePt t="45208" x="5314950" y="3416300"/>
          <p14:tracePt t="45222" x="5295900" y="3416300"/>
          <p14:tracePt t="45239" x="5283200" y="3416300"/>
          <p14:tracePt t="45256" x="5264150" y="3416300"/>
          <p14:tracePt t="45272" x="5257800" y="3416300"/>
          <p14:tracePt t="45667" x="5207000" y="3416300"/>
          <p14:tracePt t="45674" x="5124450" y="3403600"/>
          <p14:tracePt t="45690" x="5035550" y="3397250"/>
          <p14:tracePt t="45704" x="4921250" y="3384550"/>
          <p14:tracePt t="45721" x="4743450" y="3384550"/>
          <p14:tracePt t="45737" x="4591050" y="3390900"/>
          <p14:tracePt t="45754" x="4527550" y="3397250"/>
          <p14:tracePt t="45771" x="4445000" y="3409950"/>
          <p14:tracePt t="45787" x="4381500" y="3422650"/>
          <p14:tracePt t="45804" x="4368800" y="3429000"/>
          <p14:tracePt t="45821" x="4337050" y="3441700"/>
          <p14:tracePt t="45837" x="4324350" y="3448050"/>
          <p14:tracePt t="45854" x="4324350" y="3454400"/>
          <p14:tracePt t="45886" x="4318000" y="3454400"/>
          <p14:tracePt t="45975" x="4318000" y="3460750"/>
          <p14:tracePt t="45982" x="4305300" y="3473450"/>
          <p14:tracePt t="45996" x="4286250" y="3486150"/>
          <p14:tracePt t="46006" x="4273550" y="3505200"/>
          <p14:tracePt t="46019" x="4260850" y="3530600"/>
          <p14:tracePt t="46036" x="4241800" y="3549650"/>
          <p14:tracePt t="46053" x="4171950" y="3619500"/>
          <p14:tracePt t="46069" x="4083050" y="3670300"/>
          <p14:tracePt t="46086" x="4038600" y="3695700"/>
          <p14:tracePt t="46102" x="3949700" y="3721100"/>
          <p14:tracePt t="46119" x="3873500" y="3721100"/>
          <p14:tracePt t="46136" x="3829050" y="3714750"/>
          <p14:tracePt t="46153" x="3771900" y="3689350"/>
          <p14:tracePt t="46169" x="3714750" y="3644900"/>
          <p14:tracePt t="46186" x="3663950" y="3568700"/>
          <p14:tracePt t="46202" x="3613150" y="3505200"/>
          <p14:tracePt t="46205" x="3575050" y="3435350"/>
          <p14:tracePt t="46219" x="3536950" y="3378200"/>
          <p14:tracePt t="46235" x="3454400" y="3276600"/>
          <p14:tracePt t="46252" x="3403600" y="3232150"/>
          <p14:tracePt t="46269" x="3359150" y="3181350"/>
          <p14:tracePt t="46285" x="3270250" y="3098800"/>
          <p14:tracePt t="46302" x="3244850" y="3079750"/>
          <p14:tracePt t="46320" x="3213100" y="3054350"/>
          <p14:tracePt t="46335" x="3206750" y="3048000"/>
          <p14:tracePt t="46352" x="3187700" y="3041650"/>
          <p14:tracePt t="46369" x="3175000" y="3035300"/>
          <p14:tracePt t="46705" x="3175000" y="3028950"/>
          <p14:tracePt t="46719" x="3175000" y="3016250"/>
          <p14:tracePt t="46726" x="3175000" y="3009900"/>
          <p14:tracePt t="46747" x="3175000" y="2990850"/>
          <p14:tracePt t="46761" x="3175000" y="2971800"/>
          <p14:tracePt t="46770" x="3175000" y="2940050"/>
          <p14:tracePt t="46784" x="3168650" y="2889250"/>
          <p14:tracePt t="46800" x="3149600" y="2755900"/>
          <p14:tracePt t="46819" x="3130550" y="2584450"/>
          <p14:tracePt t="46834" x="3111500" y="2508250"/>
          <p14:tracePt t="46850" x="3092450" y="2362200"/>
          <p14:tracePt t="46867" x="3073400" y="2273300"/>
          <p14:tracePt t="46883" x="3067050" y="2241550"/>
          <p14:tracePt t="46900" x="3067050" y="2209800"/>
          <p14:tracePt t="46917" x="3054350" y="2146300"/>
          <p14:tracePt t="46933" x="3073400" y="2133600"/>
          <p14:tracePt t="47270" x="3092450" y="2133600"/>
          <p14:tracePt t="47276" x="3117850" y="2152650"/>
          <p14:tracePt t="47291" x="3136900" y="2165350"/>
          <p14:tracePt t="47299" x="3168650" y="2178050"/>
          <p14:tracePt t="47315" x="3200400" y="2203450"/>
          <p14:tracePt t="47334" x="3282950" y="2279650"/>
          <p14:tracePt t="47348" x="3365500" y="2393950"/>
          <p14:tracePt t="47365" x="3422650" y="2489200"/>
          <p14:tracePt t="47382" x="3505200" y="2686050"/>
          <p14:tracePt t="47398" x="3524250" y="2787650"/>
          <p14:tracePt t="47415" x="3556000" y="3028950"/>
          <p14:tracePt t="47431" x="3549650" y="3321050"/>
          <p14:tracePt t="47448" x="3524250" y="3492500"/>
          <p14:tracePt t="47466" x="3479800" y="3752850"/>
          <p14:tracePt t="47482" x="3429000" y="3981450"/>
          <p14:tracePt t="47498" x="3397250" y="4076700"/>
          <p14:tracePt t="47515" x="3359150" y="4222750"/>
          <p14:tracePt t="47531" x="3327400" y="4318000"/>
          <p14:tracePt t="47548" x="3308350" y="4349750"/>
          <p14:tracePt t="47565" x="3289300" y="4394200"/>
          <p14:tracePt t="47582" x="3276600" y="4413250"/>
          <p14:tracePt t="47597" x="3270250" y="4419600"/>
          <p14:tracePt t="47641" x="3270250" y="4425950"/>
          <p14:tracePt t="47690" x="3276600" y="4432300"/>
          <p14:tracePt t="47699" x="3282950" y="4432300"/>
          <p14:tracePt t="47712" x="3295650" y="4432300"/>
          <p14:tracePt t="47719" x="3321050" y="4438650"/>
          <p14:tracePt t="47733" x="3371850" y="4464050"/>
          <p14:tracePt t="47747" x="3448050" y="4483100"/>
          <p14:tracePt t="47763" x="3670300" y="4540250"/>
          <p14:tracePt t="47780" x="3835400" y="4584700"/>
          <p14:tracePt t="47797" x="4241800" y="4667250"/>
          <p14:tracePt t="47813" x="4692650" y="4692650"/>
          <p14:tracePt t="47831" x="5086350" y="4692650"/>
          <p14:tracePt t="47846" x="5238750" y="4692650"/>
          <p14:tracePt t="47863" x="5480050" y="4692650"/>
          <p14:tracePt t="47880" x="5607050" y="4692650"/>
          <p14:tracePt t="47897" x="5651500" y="4692650"/>
          <p14:tracePt t="47913" x="5734050" y="4718050"/>
          <p14:tracePt t="47930" x="5822950" y="4749800"/>
          <p14:tracePt t="47946" x="5861050" y="4762500"/>
          <p14:tracePt t="47964" x="5969000" y="4775200"/>
          <p14:tracePt t="47979" x="6076950" y="4794250"/>
          <p14:tracePt t="47996" x="6134100" y="4813300"/>
          <p14:tracePt t="48013" x="6248400" y="4832350"/>
          <p14:tracePt t="48029" x="6330950" y="4845050"/>
          <p14:tracePt t="48046" x="6496050" y="4870450"/>
          <p14:tracePt t="48063" x="6673850" y="4870450"/>
          <p14:tracePt t="48079" x="6762750" y="4883150"/>
          <p14:tracePt t="48096" x="6940550" y="4883150"/>
          <p14:tracePt t="48112" x="7143750" y="4870450"/>
          <p14:tracePt t="48129" x="7232650" y="4870450"/>
          <p14:tracePt t="48146" x="7353300" y="4857750"/>
          <p14:tracePt t="48162" x="7435850" y="4851400"/>
          <p14:tracePt t="48179" x="7454900" y="4851400"/>
          <p14:tracePt t="48196" x="7486650" y="4851400"/>
          <p14:tracePt t="48212" x="7518400" y="4851400"/>
          <p14:tracePt t="48229" x="7524750" y="4851400"/>
          <p14:tracePt t="48232" x="7543800" y="4851400"/>
          <p14:tracePt t="48247" x="7550150" y="4857750"/>
          <p14:tracePt t="48262" x="7556500" y="4857750"/>
          <p14:tracePt t="48278" x="7562850" y="4864100"/>
          <p14:tracePt t="48329" x="7556500" y="4864100"/>
          <p14:tracePt t="48343" x="7524750" y="4864100"/>
          <p14:tracePt t="48350" x="7480300" y="4857750"/>
          <p14:tracePt t="48365" x="7397750" y="4851400"/>
          <p14:tracePt t="48378" x="7296150" y="4832350"/>
          <p14:tracePt t="48394" x="7023100" y="4762500"/>
          <p14:tracePt t="48411" x="6819900" y="4724400"/>
          <p14:tracePt t="48428" x="6457950" y="4686300"/>
          <p14:tracePt t="48444" x="6203950" y="4667250"/>
          <p14:tracePt t="48462" x="6108700" y="4667250"/>
          <p14:tracePt t="48477" x="6026150" y="4667250"/>
          <p14:tracePt t="48494" x="6000750" y="4654550"/>
          <p14:tracePt t="48533" x="6007100" y="4660900"/>
          <p14:tracePt t="48543" x="6013450" y="4660900"/>
          <p14:tracePt t="48561" x="6076950" y="4686300"/>
          <p14:tracePt t="48577" x="6159500" y="4705350"/>
          <p14:tracePt t="48594" x="6261100" y="4737100"/>
          <p14:tracePt t="48611" x="6750050" y="4857750"/>
          <p14:tracePt t="48627" x="6946900" y="4895850"/>
          <p14:tracePt t="48645" x="7289800" y="4946650"/>
          <p14:tracePt t="48660" x="7416800" y="4959350"/>
          <p14:tracePt t="48677" x="7594600" y="4959350"/>
          <p14:tracePt t="48694" x="7689850" y="4940300"/>
          <p14:tracePt t="48710" x="7708900" y="4933950"/>
          <p14:tracePt t="48727" x="7727950" y="4921250"/>
          <p14:tracePt t="48771" x="7727950" y="4914900"/>
          <p14:tracePt t="48785" x="7715250" y="4908550"/>
          <p14:tracePt t="48792" x="7651750" y="4902200"/>
          <p14:tracePt t="48806" x="7562850" y="4870450"/>
          <p14:tracePt t="48813" x="7442200" y="4838700"/>
          <p14:tracePt t="48829" x="7296150" y="4800600"/>
          <p14:tracePt t="48843" x="6800850" y="4730750"/>
          <p14:tracePt t="48860" x="6515100" y="4718050"/>
          <p14:tracePt t="48877" x="6000750" y="4673600"/>
          <p14:tracePt t="48893" x="5676900" y="4648200"/>
          <p14:tracePt t="48910" x="5562600" y="4654550"/>
          <p14:tracePt t="48926" x="5391150" y="4673600"/>
          <p14:tracePt t="48943" x="5327650" y="4692650"/>
          <p14:tracePt t="48961" x="5213350" y="4711700"/>
          <p14:tracePt t="48976" x="5194300" y="4711700"/>
          <p14:tracePt t="48993" x="5168900" y="4730750"/>
          <p14:tracePt t="49010" x="5143500" y="4737100"/>
          <p14:tracePt t="49026" x="5137150" y="4737100"/>
          <p14:tracePt t="49073" x="5137150" y="4743450"/>
          <p14:tracePt t="49087" x="5137150" y="4749800"/>
          <p14:tracePt t="49115" x="5149850" y="4749800"/>
          <p14:tracePt t="49122" x="5162550" y="4749800"/>
          <p14:tracePt t="49136" x="5175250" y="4749800"/>
          <p14:tracePt t="49145" x="5187950" y="4756150"/>
          <p14:tracePt t="49158" x="5207000" y="4762500"/>
          <p14:tracePt t="49175" x="5276850" y="4768850"/>
          <p14:tracePt t="49192" x="5359400" y="4787900"/>
          <p14:tracePt t="49208" x="5410200" y="4787900"/>
          <p14:tracePt t="49225" x="5473700" y="4787900"/>
          <p14:tracePt t="49229" x="5549900" y="4787900"/>
          <p14:tracePt t="49241" x="5708650" y="4775200"/>
          <p14:tracePt t="49258" x="5797550" y="4762500"/>
          <p14:tracePt t="49275" x="5899150" y="4756150"/>
          <p14:tracePt t="49291" x="6127750" y="4737100"/>
          <p14:tracePt t="49308" x="6394450" y="4724400"/>
          <p14:tracePt t="49326" x="6686550" y="4724400"/>
          <p14:tracePt t="49341" x="6826250" y="4730750"/>
          <p14:tracePt t="49358" x="7067550" y="4737100"/>
          <p14:tracePt t="49375" x="7258050" y="4768850"/>
          <p14:tracePt t="49391" x="7334250" y="4768850"/>
          <p14:tracePt t="49408" x="7429500" y="4775200"/>
          <p14:tracePt t="49425" x="7480300" y="4775200"/>
          <p14:tracePt t="49441" x="7493000" y="4775200"/>
          <p14:tracePt t="49474" x="7499350" y="4775200"/>
          <p14:tracePt t="49543" x="7499350" y="4768850"/>
          <p14:tracePt t="49578" x="7505700" y="4762500"/>
          <p14:tracePt t="50418" x="7480300" y="4724400"/>
          <p14:tracePt t="50425" x="7442200" y="4679950"/>
          <p14:tracePt t="50440" x="7391400" y="4622800"/>
          <p14:tracePt t="50455" x="7334250" y="4552950"/>
          <p14:tracePt t="50471" x="7207250" y="4394200"/>
          <p14:tracePt t="50487" x="7137400" y="4298950"/>
          <p14:tracePt t="50504" x="6965950" y="4064000"/>
          <p14:tracePt t="50521" x="6711950" y="3695700"/>
          <p14:tracePt t="50538" x="6432550" y="3346450"/>
          <p14:tracePt t="50554" x="6261100" y="3130550"/>
          <p14:tracePt t="50570" x="6013450" y="2825750"/>
          <p14:tracePt t="50587" x="5772150" y="2603500"/>
          <p14:tracePt t="50604" x="5676900" y="2514600"/>
          <p14:tracePt t="50620" x="5473700" y="2343150"/>
          <p14:tracePt t="50637" x="5283200" y="2197100"/>
          <p14:tracePt t="50654" x="5187950" y="2120900"/>
          <p14:tracePt t="50672" x="4984750" y="1993900"/>
          <p14:tracePt t="50686" x="4813300" y="1898650"/>
          <p14:tracePt t="50704" x="4718050" y="1847850"/>
          <p14:tracePt t="50720" x="4578350" y="1778000"/>
          <p14:tracePt t="50737" x="4533900" y="1752600"/>
          <p14:tracePt t="50753" x="4470400" y="1720850"/>
          <p14:tracePt t="50757" x="4438650" y="1695450"/>
          <p14:tracePt t="50771" x="4394200" y="1682750"/>
          <p14:tracePt t="50787" x="4362450" y="1663700"/>
          <p14:tracePt t="50804" x="4292600" y="1631950"/>
          <p14:tracePt t="50820" x="4222750" y="1593850"/>
          <p14:tracePt t="50836" x="4203700" y="1574800"/>
          <p14:tracePt t="50853" x="4152900" y="1530350"/>
          <p14:tracePt t="50870" x="4102100" y="1492250"/>
          <p14:tracePt t="50886" x="4089400" y="1479550"/>
          <p14:tracePt t="50903" x="4070350" y="1447800"/>
          <p14:tracePt t="50919" x="4051300" y="1409700"/>
          <p14:tracePt t="50936" x="4051300" y="1397000"/>
          <p14:tracePt t="50953" x="4038600" y="1371600"/>
          <p14:tracePt t="50969" x="4032250" y="1358900"/>
          <p14:tracePt t="50987" x="4032250" y="1339850"/>
          <p14:tracePt t="51002" x="4032250" y="1333500"/>
          <p14:tracePt t="51019" x="4038600" y="1320800"/>
          <p14:tracePt t="51052" x="4038600" y="1314450"/>
          <p14:tracePt t="51069" x="4044950" y="1314450"/>
          <p14:tracePt t="51086" x="4051300" y="1314450"/>
          <p14:tracePt t="51106" x="4064000" y="1308100"/>
          <p14:tracePt t="51127" x="4070350" y="1295400"/>
          <p14:tracePt t="51148" x="4076700" y="1289050"/>
          <p14:tracePt t="51162" x="4083050" y="1289050"/>
          <p14:tracePt t="51171" x="4089400" y="1289050"/>
          <p14:tracePt t="51185" x="4089400" y="1282700"/>
          <p14:tracePt t="51202" x="4102100" y="1276350"/>
          <p14:tracePt t="51232" x="4108450" y="1270000"/>
          <p14:tracePt t="51239" x="4114800" y="1270000"/>
          <p14:tracePt t="51251" x="4114800" y="1263650"/>
          <p14:tracePt t="51268" x="4127500" y="1257300"/>
          <p14:tracePt t="51302" x="4133850" y="1257300"/>
          <p14:tracePt t="51318" x="4140200" y="1257300"/>
          <p14:tracePt t="51334" x="4146550" y="1250950"/>
          <p14:tracePt t="51359" x="4159250" y="1244600"/>
          <p14:tracePt t="51373" x="4165600" y="1244600"/>
          <p14:tracePt t="51384" x="4171950" y="1244600"/>
          <p14:tracePt t="51401" x="4197350" y="1244600"/>
          <p14:tracePt t="51417" x="4222750" y="1244600"/>
          <p14:tracePt t="51434" x="4324350" y="1244600"/>
          <p14:tracePt t="51451" x="4495800" y="1270000"/>
          <p14:tracePt t="51467" x="4622800" y="1276350"/>
          <p14:tracePt t="51484" x="4940300" y="1339850"/>
          <p14:tracePt t="51500" x="5416550" y="1422400"/>
          <p14:tracePt t="51517" x="5638800" y="1466850"/>
          <p14:tracePt t="51534" x="6165850" y="1555750"/>
          <p14:tracePt t="51550" x="6578600" y="1593850"/>
          <p14:tracePt t="51567" x="6718300" y="1606550"/>
          <p14:tracePt t="51584" x="6965950" y="1619250"/>
          <p14:tracePt t="51600" x="7080250" y="1612900"/>
          <p14:tracePt t="51617" x="7289800" y="1593850"/>
          <p14:tracePt t="51634" x="7442200" y="1574800"/>
          <p14:tracePt t="51650" x="7499350" y="1562100"/>
          <p14:tracePt t="51668" x="7620000" y="1543050"/>
          <p14:tracePt t="51683" x="7639050" y="1530350"/>
          <p14:tracePt t="51700" x="7664450" y="1517650"/>
          <p14:tracePt t="51717" x="7702550" y="1504950"/>
          <p14:tracePt t="51733" x="7727950" y="1492250"/>
          <p14:tracePt t="51750" x="7747000" y="1485900"/>
          <p14:tracePt t="51766" x="7759700" y="1473200"/>
          <p14:tracePt t="51783" x="7772400" y="1460500"/>
          <p14:tracePt t="51800" x="7778750" y="1460500"/>
          <p14:tracePt t="51816" x="7785100" y="1454150"/>
          <p14:tracePt t="51833" x="7785100" y="1447800"/>
          <p14:tracePt t="51852" x="7785100" y="1441450"/>
          <p14:tracePt t="51871" x="7785100" y="1435100"/>
          <p14:tracePt t="51913" x="7785100" y="1428750"/>
          <p14:tracePt t="51941" x="7785100" y="1422400"/>
          <p14:tracePt t="51983" x="7778750" y="1422400"/>
          <p14:tracePt t="52243" x="7772400" y="1422400"/>
          <p14:tracePt t="52250" x="7766050" y="1422400"/>
          <p14:tracePt t="52265" x="7753350" y="1422400"/>
          <p14:tracePt t="52285" x="7734300" y="1422400"/>
          <p14:tracePt t="52291" x="7702550" y="1422400"/>
          <p14:tracePt t="52301" x="7664450" y="1422400"/>
          <p14:tracePt t="52315" x="7626350" y="1422400"/>
          <p14:tracePt t="52330" x="7550150" y="1428750"/>
          <p14:tracePt t="52348" x="7346950" y="1447800"/>
          <p14:tracePt t="52364" x="7080250" y="1492250"/>
          <p14:tracePt t="52381" x="6934200" y="1517650"/>
          <p14:tracePt t="52398" x="6610350" y="1587500"/>
          <p14:tracePt t="52414" x="6248400" y="1676400"/>
          <p14:tracePt t="52430" x="6064250" y="1733550"/>
          <p14:tracePt t="52447" x="5778500" y="1809750"/>
          <p14:tracePt t="52464" x="5556250" y="1873250"/>
          <p14:tracePt t="52481" x="5378450" y="1924050"/>
          <p14:tracePt t="52497" x="5308600" y="1955800"/>
          <p14:tracePt t="52514" x="5175250" y="1993900"/>
          <p14:tracePt t="52531" x="5048250" y="2038350"/>
          <p14:tracePt t="52547" x="4997450" y="2051050"/>
          <p14:tracePt t="52564" x="4953000" y="2063750"/>
          <p14:tracePt t="52580" x="4845050" y="2127250"/>
          <p14:tracePt t="52597" x="4813300" y="2139950"/>
          <p14:tracePt t="52614" x="4781550" y="2165350"/>
          <p14:tracePt t="52630" x="4718050" y="2203450"/>
          <p14:tracePt t="52646" x="4654550" y="2254250"/>
          <p14:tracePt t="52664" x="4597400" y="2311400"/>
          <p14:tracePt t="52680" x="4565650" y="2336800"/>
          <p14:tracePt t="52696" x="4502150" y="2393950"/>
          <p14:tracePt t="52714" x="4451350" y="2432050"/>
          <p14:tracePt t="52730" x="4432300" y="2451100"/>
          <p14:tracePt t="52747" x="4387850" y="2489200"/>
          <p14:tracePt t="52763" x="4362450" y="2514600"/>
          <p14:tracePt t="52779" x="4356100" y="2527300"/>
          <p14:tracePt t="52783" x="4337050" y="2546350"/>
          <p14:tracePt t="52805" x="4337050" y="2552700"/>
          <p14:tracePt t="52813" x="4330700" y="2552700"/>
          <p14:tracePt t="52832" x="4324350" y="2565400"/>
          <p14:tracePt t="52882" x="4324350" y="2571750"/>
          <p14:tracePt t="53092" x="4318000" y="2571750"/>
          <p14:tracePt t="53106" x="4305300" y="2571750"/>
          <p14:tracePt t="53114" x="4292600" y="2565400"/>
          <p14:tracePt t="53128" x="4279900" y="2559050"/>
          <p14:tracePt t="53145" x="4222750" y="2540000"/>
          <p14:tracePt t="53162" x="4146550" y="2501900"/>
          <p14:tracePt t="53178" x="4102100" y="2495550"/>
          <p14:tracePt t="53195" x="4057650" y="2470150"/>
          <p14:tracePt t="53213" x="3956050" y="2432050"/>
          <p14:tracePt t="53228" x="3917950" y="2419350"/>
          <p14:tracePt t="53245" x="3886200" y="2413000"/>
          <p14:tracePt t="53261" x="3829050" y="2400300"/>
          <p14:tracePt t="53278" x="3752850" y="2374900"/>
          <p14:tracePt t="53295" x="3721100" y="2362200"/>
          <p14:tracePt t="53298" x="3689350" y="2343150"/>
          <p14:tracePt t="53311" x="3644900" y="2324100"/>
          <p14:tracePt t="53328" x="3575050" y="2292350"/>
          <p14:tracePt t="53345" x="3511550" y="2260600"/>
          <p14:tracePt t="53361" x="3479800" y="2235200"/>
          <p14:tracePt t="53377" x="3441700" y="2209800"/>
          <p14:tracePt t="53394" x="3409950" y="2178050"/>
          <p14:tracePt t="53411" x="3397250" y="2171700"/>
          <p14:tracePt t="53427" x="3371850" y="2159000"/>
          <p14:tracePt t="53444" x="3352800" y="2146300"/>
          <p14:tracePt t="53460" x="3346450" y="2146300"/>
          <p14:tracePt t="53477" x="3346450" y="2139950"/>
          <p14:tracePt t="53494" x="3327400" y="2133600"/>
          <p14:tracePt t="53510" x="3321050" y="2127250"/>
          <p14:tracePt t="53528" x="3314700" y="2120900"/>
          <p14:tracePt t="53544" x="3314700" y="2114550"/>
          <p14:tracePt t="53560" x="3302000" y="2108200"/>
          <p14:tracePt t="53577" x="3295650" y="2101850"/>
          <p14:tracePt t="53593" x="3289300" y="2101850"/>
          <p14:tracePt t="53610" x="3282950" y="2095500"/>
          <p14:tracePt t="53627" x="3282950" y="2089150"/>
          <p14:tracePt t="53660" x="3282950" y="2082800"/>
          <p14:tracePt t="53676" x="3276600" y="2076450"/>
          <p14:tracePt t="53693" x="3276600" y="2070100"/>
          <p14:tracePt t="53710" x="3276600" y="2063750"/>
          <p14:tracePt t="53726" x="3276600" y="2057400"/>
          <p14:tracePt t="53744" x="3276600" y="2051050"/>
          <p14:tracePt t="53760" x="3276600" y="2044700"/>
          <p14:tracePt t="53776" x="3276600" y="2038350"/>
          <p14:tracePt t="53795" x="3282950" y="2025650"/>
          <p14:tracePt t="53815" x="3289300" y="2025650"/>
          <p14:tracePt t="53836" x="3295650" y="2025650"/>
          <p14:tracePt t="53845" x="3302000" y="2019300"/>
          <p14:tracePt t="53858" x="3308350" y="2019300"/>
          <p14:tracePt t="53876" x="3321050" y="2012950"/>
          <p14:tracePt t="53893" x="3346450" y="2000250"/>
          <p14:tracePt t="53909" x="3378200" y="1987550"/>
          <p14:tracePt t="53926" x="3390900" y="1981200"/>
          <p14:tracePt t="53942" x="3435350" y="1962150"/>
          <p14:tracePt t="53959" x="3467100" y="1949450"/>
          <p14:tracePt t="53977" x="3511550" y="1936750"/>
          <p14:tracePt t="53992" x="3530600" y="1930400"/>
          <p14:tracePt t="54009" x="3575050" y="1924050"/>
          <p14:tracePt t="54026" x="3613150" y="1905000"/>
          <p14:tracePt t="54042" x="3632200" y="1905000"/>
          <p14:tracePt t="54058" x="3670300" y="1885950"/>
          <p14:tracePt t="54075" x="3695700" y="1879600"/>
          <p14:tracePt t="54092" x="3708400" y="1873250"/>
          <p14:tracePt t="54108" x="3721100" y="1866900"/>
          <p14:tracePt t="54125" x="3733800" y="1860550"/>
          <p14:tracePt t="54142" x="3740150" y="1860550"/>
          <p14:tracePt t="54158" x="3746500" y="1860550"/>
          <p14:tracePt t="54175" x="3746500" y="1854200"/>
          <p14:tracePt t="54236" x="3752850" y="1854200"/>
          <p14:tracePt t="54538" x="3759200" y="1854200"/>
          <p14:tracePt t="54545" x="3765550" y="1854200"/>
          <p14:tracePt t="54580" x="3771900" y="1854200"/>
          <p14:tracePt t="54587" x="3778250" y="1854200"/>
          <p14:tracePt t="54601" x="3784600" y="1847850"/>
          <p14:tracePt t="54609" x="3790950" y="1847850"/>
          <p14:tracePt t="54623" x="3797300" y="1847850"/>
          <p14:tracePt t="54640" x="3810000" y="1841500"/>
          <p14:tracePt t="54658" x="3829050" y="1835150"/>
          <p14:tracePt t="54673" x="3848100" y="1835150"/>
          <p14:tracePt t="54690" x="3873500" y="1835150"/>
          <p14:tracePt t="54706" x="3905250" y="1835150"/>
          <p14:tracePt t="54723" x="3930650" y="1835150"/>
          <p14:tracePt t="54739" x="3937000" y="1835150"/>
          <p14:tracePt t="54756" x="4000500" y="1822450"/>
          <p14:tracePt t="54773" x="4013200" y="1822450"/>
          <p14:tracePt t="54791" x="4057650" y="1822450"/>
          <p14:tracePt t="54806" x="4064000" y="1822450"/>
          <p14:tracePt t="54822" x="4083050" y="1816100"/>
          <p14:tracePt t="54826" x="4095750" y="1816100"/>
          <p14:tracePt t="54841" x="4102100" y="1816100"/>
          <p14:tracePt t="54856" x="4108450" y="1816100"/>
          <p14:tracePt t="54872" x="4114800" y="1816100"/>
          <p14:tracePt t="54889" x="4121150" y="1816100"/>
          <p14:tracePt t="54917" x="4127500" y="1816100"/>
          <p14:tracePt t="54958" x="4133850" y="1816100"/>
          <p14:tracePt t="55001" x="4140200" y="1816100"/>
          <p14:tracePt t="55120" x="4146550" y="1816100"/>
          <p14:tracePt t="55155" x="4152900" y="1816100"/>
          <p14:tracePt t="55190" x="4159250" y="1816100"/>
          <p14:tracePt t="55282" x="4165600" y="1809750"/>
          <p14:tracePt t="55338" x="4171950" y="1809750"/>
          <p14:tracePt t="55408" x="4178300" y="1809750"/>
          <p14:tracePt t="55422" x="4184650" y="1809750"/>
          <p14:tracePt t="55429" x="4191000" y="1803400"/>
          <p14:tracePt t="55443" x="4197350" y="1803400"/>
          <p14:tracePt t="55453" x="4203700" y="1803400"/>
          <p14:tracePt t="55471" x="4216400" y="1797050"/>
          <p14:tracePt t="55487" x="4235450" y="1797050"/>
          <p14:tracePt t="55503" x="4260850" y="1784350"/>
          <p14:tracePt t="55520" x="4292600" y="1778000"/>
          <p14:tracePt t="55537" x="4305300" y="1778000"/>
          <p14:tracePt t="55553" x="4330700" y="1771650"/>
          <p14:tracePt t="55570" x="4343400" y="1765300"/>
          <p14:tracePt t="55604" x="4349750" y="1765300"/>
          <p14:tracePt t="55639" x="4356100" y="1765300"/>
          <p14:tracePt t="56299" x="4349750" y="1765300"/>
          <p14:tracePt t="56320" x="4349750" y="1758950"/>
          <p14:tracePt t="56355" x="4349750" y="1752600"/>
          <p14:tracePt t="56362" x="4349750" y="1746250"/>
          <p14:tracePt t="56385" x="4349750" y="1739900"/>
          <p14:tracePt t="56390" x="4349750" y="1727200"/>
          <p14:tracePt t="56404" x="4349750" y="1720850"/>
          <p14:tracePt t="56417" x="4349750" y="1708150"/>
          <p14:tracePt t="56433" x="4349750" y="1663700"/>
          <p14:tracePt t="56450" x="4349750" y="1638300"/>
          <p14:tracePt t="56467" x="4356100" y="1568450"/>
          <p14:tracePt t="56483" x="4356100" y="1504950"/>
          <p14:tracePt t="56500" x="4356100" y="1473200"/>
          <p14:tracePt t="56517" x="4356100" y="1422400"/>
          <p14:tracePt t="56533" x="4356100" y="1384300"/>
          <p14:tracePt t="56550" x="4356100" y="1371600"/>
          <p14:tracePt t="56567" x="4356100" y="1346200"/>
          <p14:tracePt t="56583" x="4356100" y="1333500"/>
          <p14:tracePt t="56600" x="4362450" y="1327150"/>
          <p14:tracePt t="56616" x="4362450" y="1320800"/>
          <p14:tracePt t="56633" x="4362450" y="1314450"/>
          <p14:tracePt t="56720" x="4362450" y="1320800"/>
          <p14:tracePt t="56755" x="4362450" y="1327150"/>
          <p14:tracePt t="56762" x="4362450" y="1339850"/>
          <p14:tracePt t="56776" x="4362450" y="1352550"/>
          <p14:tracePt t="56785" x="4362450" y="1371600"/>
          <p14:tracePt t="56799" x="4349750" y="1397000"/>
          <p14:tracePt t="56815" x="4343400" y="1460500"/>
          <p14:tracePt t="56833" x="4324350" y="1568450"/>
          <p14:tracePt t="56848" x="4318000" y="1625600"/>
          <p14:tracePt t="56852" x="4311650" y="1663700"/>
          <p14:tracePt t="56866" x="4298950" y="1708150"/>
          <p14:tracePt t="56883" x="4298950" y="1758950"/>
          <p14:tracePt t="56898" x="4292600" y="1784350"/>
          <p14:tracePt t="56915" x="4292600" y="1797050"/>
          <p14:tracePt t="56932" x="4292600" y="1816100"/>
          <p14:tracePt t="56948" x="4292600" y="1822450"/>
          <p14:tracePt t="56994" x="4292600" y="1828800"/>
          <p14:tracePt t="57036" x="4298950" y="1828800"/>
          <p14:tracePt t="57092" x="4305300" y="1828800"/>
          <p14:tracePt t="57141" x="4311650" y="1828800"/>
          <p14:tracePt t="57176" x="4318000" y="1822450"/>
          <p14:tracePt t="57183" x="4318000" y="1816100"/>
          <p14:tracePt t="57204" x="4324350" y="1816100"/>
          <p14:tracePt t="57214" x="4330700" y="1816100"/>
          <p14:tracePt t="57230" x="4337050" y="1816100"/>
          <p14:tracePt t="57248" x="4362450" y="1816100"/>
          <p14:tracePt t="57264" x="4387850" y="1816100"/>
          <p14:tracePt t="57282" x="4597400" y="1841500"/>
          <p14:tracePt t="57297" x="4705350" y="1860550"/>
          <p14:tracePt t="57314" x="4826000" y="1873250"/>
          <p14:tracePt t="57331" x="5118100" y="1917700"/>
          <p14:tracePt t="57347" x="5429250" y="1955800"/>
          <p14:tracePt t="57350" x="5619750" y="1968500"/>
          <p14:tracePt t="57380" x="5892800" y="1974850"/>
          <p14:tracePt t="57397" x="6146800" y="1974850"/>
          <p14:tracePt t="57415" x="6362700" y="1974850"/>
          <p14:tracePt t="57430" x="6464300" y="1962150"/>
          <p14:tracePt t="57447" x="6635750" y="1943100"/>
          <p14:tracePt t="57464" x="6711950" y="1930400"/>
          <p14:tracePt t="57480" x="6832600" y="1905000"/>
          <p14:tracePt t="57496" x="6896100" y="1892300"/>
          <p14:tracePt t="57513" x="7035800" y="1860550"/>
          <p14:tracePt t="57530" x="7054850" y="1854200"/>
          <p14:tracePt t="57546" x="7073900" y="1847850"/>
          <p14:tracePt t="57564" x="7124700" y="1828800"/>
          <p14:tracePt t="57579" x="7137400" y="1822450"/>
          <p14:tracePt t="57597" x="7156450" y="1809750"/>
          <p14:tracePt t="57613" x="7162800" y="1809750"/>
          <p14:tracePt t="57629" x="7181850" y="1797050"/>
          <p14:tracePt t="57648" x="7200900" y="1790700"/>
          <p14:tracePt t="57663" x="7213600" y="1790700"/>
          <p14:tracePt t="57679" x="7226300" y="1784350"/>
          <p14:tracePt t="57696" x="7245350" y="1778000"/>
          <p14:tracePt t="57712" x="7258050" y="1778000"/>
          <p14:tracePt t="57729" x="7270750" y="1778000"/>
          <p14:tracePt t="57746" x="7296150" y="1778000"/>
          <p14:tracePt t="57762" x="7315200" y="1778000"/>
          <p14:tracePt t="57779" x="7346950" y="1778000"/>
          <p14:tracePt t="57796" x="7391400" y="1778000"/>
          <p14:tracePt t="57813" x="7410450" y="1778000"/>
          <p14:tracePt t="57829" x="7461250" y="1784350"/>
          <p14:tracePt t="57845" x="7493000" y="1784350"/>
          <p14:tracePt t="57862" x="7512050" y="1784350"/>
          <p14:tracePt t="57866" x="7524750" y="1784350"/>
          <p14:tracePt t="57881" x="7531100" y="1784350"/>
          <p14:tracePt t="57895" x="7543800" y="1784350"/>
          <p14:tracePt t="57914" x="7556500" y="1790700"/>
          <p14:tracePt t="57969" x="7562850" y="1790700"/>
          <p14:tracePt t="58299" x="7556500" y="1790700"/>
          <p14:tracePt t="58306" x="7543800" y="1797050"/>
          <p14:tracePt t="58320" x="7524750" y="1803400"/>
          <p14:tracePt t="58330" x="7493000" y="1822450"/>
          <p14:tracePt t="58344" x="7448550" y="1847850"/>
          <p14:tracePt t="58360" x="7270750" y="1936750"/>
          <p14:tracePt t="58377" x="6997700" y="2095500"/>
          <p14:tracePt t="58394" x="6794500" y="2228850"/>
          <p14:tracePt t="58411" x="6305550" y="2520950"/>
          <p14:tracePt t="58427" x="5740400" y="2889250"/>
          <p14:tracePt t="58443" x="5486400" y="3048000"/>
          <p14:tracePt t="58460" x="4959350" y="3340100"/>
          <p14:tracePt t="58476" x="4502150" y="3594100"/>
          <p14:tracePt t="58493" x="4298950" y="3714750"/>
          <p14:tracePt t="58510" x="3975100" y="3892550"/>
          <p14:tracePt t="58527" x="3746500" y="4025900"/>
          <p14:tracePt t="58544" x="3638550" y="4089400"/>
          <p14:tracePt t="58560" x="3460750" y="4191000"/>
          <p14:tracePt t="58576" x="3384550" y="4241800"/>
          <p14:tracePt t="58594" x="3092450" y="4349750"/>
          <p14:tracePt t="58609" x="2978150" y="4381500"/>
          <p14:tracePt t="58626" x="2857500" y="4413250"/>
          <p14:tracePt t="58643" x="2654300" y="4470400"/>
          <p14:tracePt t="58659" x="2387600" y="4559300"/>
          <p14:tracePt t="58676" x="2266950" y="4616450"/>
          <p14:tracePt t="58692" x="2057400" y="4699000"/>
          <p14:tracePt t="58709" x="1917700" y="4768850"/>
          <p14:tracePt t="58726" x="1873250" y="4794250"/>
          <p14:tracePt t="58742" x="1809750" y="4819650"/>
          <p14:tracePt t="58759" x="1778000" y="4838700"/>
          <p14:tracePt t="58776" x="1758950" y="4851400"/>
          <p14:tracePt t="58792" x="1758950" y="4857750"/>
          <p14:tracePt t="58809" x="1758950" y="4864100"/>
          <p14:tracePt t="58825" x="1758950" y="4870450"/>
          <p14:tracePt t="58841" x="1765300" y="4870450"/>
          <p14:tracePt t="58858" x="1771650" y="4870450"/>
          <p14:tracePt t="58875" x="1835150" y="4889500"/>
          <p14:tracePt t="58892" x="1968500" y="4914900"/>
          <p14:tracePt t="58910" x="2197100" y="4933950"/>
          <p14:tracePt t="58924" x="2355850" y="4946650"/>
          <p14:tracePt t="58941" x="2724150" y="4959350"/>
          <p14:tracePt t="58960" x="3232150" y="4940300"/>
          <p14:tracePt t="58975" x="3448050" y="4908550"/>
          <p14:tracePt t="58991" x="3892550" y="4857750"/>
          <p14:tracePt t="59008" x="4260850" y="4794250"/>
          <p14:tracePt t="59024" x="4394200" y="4762500"/>
          <p14:tracePt t="59041" x="4597400" y="4699000"/>
          <p14:tracePt t="59057" x="4737100" y="4648200"/>
          <p14:tracePt t="59074" x="4768850" y="4635500"/>
          <p14:tracePt t="59092" x="4800600" y="4610100"/>
          <p14:tracePt t="59107" x="4819650" y="4603750"/>
          <p14:tracePt t="59141" x="4819650" y="4597400"/>
          <p14:tracePt t="59162" x="4819650" y="4591050"/>
          <p14:tracePt t="59177" x="4819650" y="4584700"/>
          <p14:tracePt t="59197" x="4819650" y="4578350"/>
          <p14:tracePt t="59218" x="4806950" y="4578350"/>
          <p14:tracePt t="59232" x="4794250" y="4578350"/>
          <p14:tracePt t="59241" x="4787900" y="4584700"/>
          <p14:tracePt t="59257" x="4768850" y="4591050"/>
          <p14:tracePt t="59274" x="4730750" y="4610100"/>
          <p14:tracePt t="59290" x="4635500" y="4629150"/>
          <p14:tracePt t="59307" x="4552950" y="4648200"/>
          <p14:tracePt t="59324" x="4356100" y="4724400"/>
          <p14:tracePt t="59340" x="4089400" y="4800600"/>
          <p14:tracePt t="59357" x="3924300" y="4864100"/>
          <p14:tracePt t="59374" x="3549650" y="4997450"/>
          <p14:tracePt t="59390" x="3200400" y="5187950"/>
          <p14:tracePt t="59407" x="2990850" y="5276850"/>
          <p14:tracePt t="59423" x="2901950" y="5308600"/>
          <p14:tracePt t="59440" x="2806700" y="5340350"/>
          <p14:tracePt t="59457" x="2552700" y="5384800"/>
          <p14:tracePt t="59473" x="2489200" y="5384800"/>
          <p14:tracePt t="59490" x="2432050" y="5372100"/>
          <p14:tracePt t="59506" x="2330450" y="5334000"/>
          <p14:tracePt t="59523" x="2254250" y="5289550"/>
          <p14:tracePt t="59539" x="2216150" y="5283200"/>
          <p14:tracePt t="59556" x="2139950" y="5251450"/>
          <p14:tracePt t="59573" x="2082800" y="5226050"/>
          <p14:tracePt t="59590" x="2032000" y="5207000"/>
          <p14:tracePt t="59606" x="2000250" y="5187950"/>
          <p14:tracePt t="59623" x="1943100" y="5175250"/>
          <p14:tracePt t="59640" x="1873250" y="5168900"/>
          <p14:tracePt t="59656" x="1835150" y="5168900"/>
          <p14:tracePt t="59672" x="1765300" y="5175250"/>
          <p14:tracePt t="59689" x="1682750" y="5181600"/>
          <p14:tracePt t="59705" x="1651000" y="5194300"/>
          <p14:tracePt t="59723" x="1606550" y="5207000"/>
          <p14:tracePt t="59738" x="1498600" y="5232400"/>
          <p14:tracePt t="59756" x="1454150" y="5251450"/>
          <p14:tracePt t="59773" x="1384300" y="5257800"/>
          <p14:tracePt t="59789" x="1346200" y="5264150"/>
          <p14:tracePt t="59805" x="1295400" y="5270500"/>
          <p14:tracePt t="59822" x="1250950" y="5276850"/>
          <p14:tracePt t="59838" x="1238250" y="5283200"/>
          <p14:tracePt t="59855" x="1225550" y="5283200"/>
          <p14:tracePt t="59872" x="1219200" y="5283200"/>
          <p14:tracePt t="60081" x="1289050" y="5283200"/>
          <p14:tracePt t="60089" x="1403350" y="5283200"/>
          <p14:tracePt t="60102" x="1543050" y="5283200"/>
          <p14:tracePt t="60109" x="1720850" y="5270500"/>
          <p14:tracePt t="60124" x="1898650" y="5270500"/>
          <p14:tracePt t="60138" x="2089150" y="5257800"/>
          <p14:tracePt t="60155" x="2470150" y="5232400"/>
          <p14:tracePt t="60170" x="2660650" y="5219700"/>
          <p14:tracePt t="60187" x="2940050" y="5200650"/>
          <p14:tracePt t="60204" x="3149600" y="5200650"/>
          <p14:tracePt t="60222" x="3308350" y="5187950"/>
          <p14:tracePt t="60237" x="3371850" y="5181600"/>
          <p14:tracePt t="60254" x="3448050" y="5181600"/>
          <p14:tracePt t="60271" x="3517900" y="5187950"/>
          <p14:tracePt t="60287" x="3562350" y="5187950"/>
          <p14:tracePt t="60303" x="3613150" y="5213350"/>
          <p14:tracePt t="60320" x="3644900" y="5213350"/>
          <p14:tracePt t="60337" x="3663950" y="5219700"/>
          <p14:tracePt t="60355" x="3689350" y="5219700"/>
          <p14:tracePt t="60370" x="3708400" y="5219700"/>
          <p14:tracePt t="60386" x="3714750" y="5219700"/>
          <p14:tracePt t="60390" x="3721100" y="5219700"/>
          <p14:tracePt t="60406" x="3733800" y="5219700"/>
          <p14:tracePt t="60420" x="3746500" y="5219700"/>
          <p14:tracePt t="60436" x="3765550" y="5226050"/>
          <p14:tracePt t="60454" x="3784600" y="5226050"/>
          <p14:tracePt t="60486" x="3803650" y="5232400"/>
          <p14:tracePt t="60503" x="3810000" y="5232400"/>
          <p14:tracePt t="60519" x="3816350" y="5232400"/>
          <p14:tracePt t="60565" x="3822700" y="5232400"/>
          <p14:tracePt t="62717" x="3822700" y="5251450"/>
          <p14:tracePt t="62724" x="3797300" y="5283200"/>
          <p14:tracePt t="62738" x="3771900" y="5314950"/>
          <p14:tracePt t="62748" x="3740150" y="5353050"/>
          <p14:tracePt t="62761" x="3714750" y="5384800"/>
          <p14:tracePt t="62778" x="3689350" y="5416550"/>
          <p14:tracePt t="62795" x="3587750" y="5499100"/>
          <p14:tracePt t="62811" x="3556000" y="5524500"/>
          <p14:tracePt t="62829" x="3454400" y="5594350"/>
          <p14:tracePt t="62844" x="3409950" y="5619750"/>
          <p14:tracePt t="62861" x="3308350" y="5683250"/>
          <p14:tracePt t="62879" x="3219450" y="5734050"/>
          <p14:tracePt t="62894" x="3175000" y="5753100"/>
          <p14:tracePt t="62911" x="3111500" y="5784850"/>
          <p14:tracePt t="62928" x="3067050" y="5810250"/>
          <p14:tracePt t="62944" x="3054350" y="5816600"/>
          <p14:tracePt t="62948" x="3048000" y="5822950"/>
          <p14:tracePt t="62961" x="3035300" y="5822950"/>
          <p14:tracePt t="62978" x="3022600" y="5822950"/>
          <p14:tracePt t="62998" x="3022600" y="5829300"/>
          <p14:tracePt t="63011" x="3016250" y="5829300"/>
          <p14:tracePt t="63027" x="3009900" y="5835650"/>
          <p14:tracePt t="63044" x="3009900" y="5842000"/>
          <p14:tracePt t="63061" x="2997200" y="5842000"/>
          <p14:tracePt t="63077" x="2990850" y="5848350"/>
          <p14:tracePt t="63111" x="2978150" y="5854700"/>
          <p14:tracePt t="63127" x="2971800" y="5854700"/>
          <p14:tracePt t="63145" x="2940050" y="5861050"/>
          <p14:tracePt t="63160" x="2921000" y="5861050"/>
          <p14:tracePt t="63177" x="2901950" y="5867400"/>
          <p14:tracePt t="63194" x="2825750" y="5873750"/>
          <p14:tracePt t="63210" x="2787650" y="5873750"/>
          <p14:tracePt t="63227" x="2717800" y="5873750"/>
          <p14:tracePt t="63244" x="2686050" y="5861050"/>
          <p14:tracePt t="63818" x="2673350" y="5848350"/>
          <p14:tracePt t="63832" x="2660650" y="5835650"/>
          <p14:tracePt t="63838" x="2647950" y="5822950"/>
          <p14:tracePt t="63853" x="2622550" y="5810250"/>
          <p14:tracePt t="63861" x="2603500" y="5797550"/>
          <p14:tracePt t="63874" x="2590800" y="5772150"/>
          <p14:tracePt t="63891" x="2546350" y="5746750"/>
          <p14:tracePt t="63907" x="2520950" y="5727700"/>
          <p14:tracePt t="63924" x="2489200" y="5708650"/>
          <p14:tracePt t="63941" x="2444750" y="5689600"/>
          <p14:tracePt t="63959" x="2419350" y="5670550"/>
          <p14:tracePt t="63974" x="2406650" y="5664200"/>
          <p14:tracePt t="63991" x="2393950" y="5657850"/>
          <p14:tracePt t="64007" x="2381250" y="5645150"/>
          <p14:tracePt t="64041" x="2381250" y="5638800"/>
          <p14:tracePt t="64209" x="2374900" y="5638800"/>
          <p14:tracePt t="64287" x="2368550" y="5638800"/>
          <p14:tracePt t="64702" x="2362200" y="5638800"/>
          <p14:tracePt t="64730" x="2355850" y="5638800"/>
          <p14:tracePt t="64758" x="2349500" y="5638800"/>
          <p14:tracePt t="64793" x="2343150" y="5638800"/>
          <p14:tracePt t="64849" x="2336800" y="5638800"/>
          <p14:tracePt t="64884" x="2330450" y="5638800"/>
          <p14:tracePt t="65010" x="2336800" y="5638800"/>
          <p14:tracePt t="65094" x="2343150" y="5638800"/>
          <p14:tracePt t="65101" x="2349500" y="5638800"/>
          <p14:tracePt t="65129" x="2355850" y="5638800"/>
          <p14:tracePt t="65144" x="2362200" y="5638800"/>
          <p14:tracePt t="65150" x="2368550" y="5638800"/>
          <p14:tracePt t="65164" x="2374900" y="5638800"/>
          <p14:tracePt t="65172" x="2381250" y="5638800"/>
          <p14:tracePt t="65187" x="2406650" y="5638800"/>
          <p14:tracePt t="65203" x="2444750" y="5638800"/>
          <p14:tracePt t="65221" x="2501900" y="5632450"/>
          <p14:tracePt t="65237" x="2533650" y="5626100"/>
          <p14:tracePt t="65253" x="2552700" y="5626100"/>
          <p14:tracePt t="65270" x="2616200" y="5613400"/>
          <p14:tracePt t="65286" x="2628900" y="5613400"/>
          <p14:tracePt t="65303" x="2635250" y="5613400"/>
          <p14:tracePt t="65319" x="2647950" y="5613400"/>
          <p14:tracePt t="65336" x="2660650" y="5613400"/>
          <p14:tracePt t="65423" x="2654300" y="5613400"/>
          <p14:tracePt t="65431" x="2647950" y="5613400"/>
          <p14:tracePt t="65851" x="2641600" y="5613400"/>
          <p14:tracePt t="65865" x="2616200" y="5613400"/>
          <p14:tracePt t="65872" x="2597150" y="5613400"/>
          <p14:tracePt t="65884" x="2578100" y="5619750"/>
          <p14:tracePt t="65901" x="2540000" y="5638800"/>
          <p14:tracePt t="65917" x="2520950" y="5638800"/>
          <p14:tracePt t="65934" x="2501900" y="5638800"/>
          <p14:tracePt t="65950" x="2470150" y="5645150"/>
          <p14:tracePt t="65967" x="2444750" y="5645150"/>
          <p14:tracePt t="65985" x="2413000" y="5651500"/>
          <p14:tracePt t="66000" x="2400300" y="5651500"/>
          <p14:tracePt t="66017" x="2381250" y="5651500"/>
          <p14:tracePt t="66034" x="2362200" y="5645150"/>
          <p14:tracePt t="66050" x="2349500" y="5645150"/>
          <p14:tracePt t="66067" x="2343150" y="5638800"/>
          <p14:tracePt t="66084" x="2336800" y="5638800"/>
          <p14:tracePt t="66117" x="2330450" y="5638800"/>
          <p14:tracePt t="66194" x="2324100" y="5638800"/>
          <p14:tracePt t="66272" x="2317750" y="5638800"/>
          <p14:tracePt t="66602" x="2311400" y="5638800"/>
          <p14:tracePt t="66637" x="2305050" y="5632450"/>
          <p14:tracePt t="66664" x="2305050" y="5626100"/>
          <p14:tracePt t="66693" x="2305050" y="5619750"/>
          <p14:tracePt t="66714" x="2305050" y="5613400"/>
          <p14:tracePt t="66735" x="2298700" y="5613400"/>
          <p14:tracePt t="66763" x="2292350" y="5607050"/>
          <p14:tracePt t="66784" x="2292350" y="5600700"/>
          <p14:tracePt t="66811" x="2292350" y="5594350"/>
          <p14:tracePt t="67163" x="2298700" y="5594350"/>
          <p14:tracePt t="67198" x="2305050" y="5594350"/>
          <p14:tracePt t="67205" x="2311400" y="5594350"/>
          <p14:tracePt t="67219" x="2317750" y="5594350"/>
          <p14:tracePt t="67229" x="2330450" y="5600700"/>
          <p14:tracePt t="67247" x="2362200" y="5600700"/>
          <p14:tracePt t="67263" x="2393950" y="5600700"/>
          <p14:tracePt t="67280" x="2451100" y="5600700"/>
          <p14:tracePt t="67296" x="2527300" y="5600700"/>
          <p14:tracePt t="67312" x="2565400" y="5600700"/>
          <p14:tracePt t="67329" x="2641600" y="5600700"/>
          <p14:tracePt t="67346" x="2698750" y="5600700"/>
          <p14:tracePt t="67363" x="2724150" y="5588000"/>
          <p14:tracePt t="67381" x="2768600" y="5581650"/>
          <p14:tracePt t="67395" x="2813050" y="5581650"/>
          <p14:tracePt t="67412" x="2825750" y="5575300"/>
          <p14:tracePt t="67429" x="2844800" y="5575300"/>
          <p14:tracePt t="67445" x="2851150" y="5575300"/>
          <p14:tracePt t="67479" x="2857500" y="5575300"/>
          <p14:tracePt t="67556" x="2863850" y="5575300"/>
          <p14:tracePt t="67626" x="2870200" y="5575300"/>
          <p14:tracePt t="67661" x="2876550" y="5575300"/>
          <p14:tracePt t="67668" x="2882900" y="5575300"/>
          <p14:tracePt t="67689" x="2889250" y="5575300"/>
          <p14:tracePt t="67698" x="2901950" y="5575300"/>
          <p14:tracePt t="67711" x="2914650" y="5575300"/>
          <p14:tracePt t="67728" x="2927350" y="5575300"/>
          <p14:tracePt t="67745" x="2997200" y="5581650"/>
          <p14:tracePt t="67761" x="3028950" y="5581650"/>
          <p14:tracePt t="67778" x="3067050" y="5588000"/>
          <p14:tracePt t="67795" x="3124200" y="5588000"/>
          <p14:tracePt t="67812" x="3187700" y="5588000"/>
          <p14:tracePt t="67827" x="3225800" y="5588000"/>
          <p14:tracePt t="67844" x="3295650" y="5594350"/>
          <p14:tracePt t="67861" x="3378200" y="5600700"/>
          <p14:tracePt t="67878" x="3441700" y="5600700"/>
          <p14:tracePt t="67894" x="3479800" y="5600700"/>
          <p14:tracePt t="67911" x="3530600" y="5600700"/>
          <p14:tracePt t="67928" x="3581400" y="5600700"/>
          <p14:tracePt t="67944" x="3606800" y="5600700"/>
          <p14:tracePt t="67960" x="3657600" y="5600700"/>
          <p14:tracePt t="67977" x="3721100" y="5600700"/>
          <p14:tracePt t="67994" x="3752850" y="5600700"/>
          <p14:tracePt t="68012" x="3816350" y="5594350"/>
          <p14:tracePt t="68027" x="3867150" y="5594350"/>
          <p14:tracePt t="68043" x="3879850" y="5594350"/>
          <p14:tracePt t="68061" x="3911600" y="5594350"/>
          <p14:tracePt t="68076" x="3930650" y="5594350"/>
          <p14:tracePt t="68093" x="3949700" y="5588000"/>
          <p14:tracePt t="68111" x="3975100" y="5588000"/>
          <p14:tracePt t="68126" x="3987800" y="5588000"/>
          <p14:tracePt t="68143" x="4013200" y="5581650"/>
          <p14:tracePt t="68160" x="4032250" y="5575300"/>
          <p14:tracePt t="68176" x="4038600" y="5575300"/>
          <p14:tracePt t="68193" x="4064000" y="5575300"/>
          <p14:tracePt t="68210" x="4089400" y="5575300"/>
          <p14:tracePt t="68226" x="4108450" y="5575300"/>
          <p14:tracePt t="68243" x="4152900" y="5575300"/>
          <p14:tracePt t="68259" x="4191000" y="5575300"/>
          <p14:tracePt t="68276" x="4222750" y="5575300"/>
          <p14:tracePt t="68293" x="4267200" y="5575300"/>
          <p14:tracePt t="68309" x="4318000" y="5575300"/>
          <p14:tracePt t="68328" x="4349750" y="5575300"/>
          <p14:tracePt t="68342" x="4368800" y="5575300"/>
          <p14:tracePt t="68359" x="4381500" y="5575300"/>
          <p14:tracePt t="68377" x="4413250" y="5575300"/>
          <p14:tracePt t="68392" x="4419600" y="5575300"/>
          <p14:tracePt t="68409" x="4425950" y="5575300"/>
          <p14:tracePt t="68426" x="4432300" y="5575300"/>
          <p14:tracePt t="68442" x="4445000" y="5575300"/>
          <p14:tracePt t="68459" x="4457700" y="5575300"/>
          <p14:tracePt t="68475" x="4470400" y="5575300"/>
          <p14:tracePt t="68492" x="4483100" y="5575300"/>
          <p14:tracePt t="68509" x="4489450" y="5575300"/>
          <p14:tracePt t="68525" x="4508500" y="5575300"/>
          <p14:tracePt t="68542" x="4546600" y="5575300"/>
          <p14:tracePt t="68559" x="4597400" y="5575300"/>
          <p14:tracePt t="68575" x="4635500" y="5575300"/>
          <p14:tracePt t="68591" x="4679950" y="5575300"/>
          <p14:tracePt t="68608" x="4737100" y="5575300"/>
          <p14:tracePt t="68625" x="4749800" y="5568950"/>
          <p14:tracePt t="68641" x="4775200" y="5568950"/>
          <p14:tracePt t="68658" x="4800600" y="5562600"/>
          <p14:tracePt t="68678" x="4806950" y="5562600"/>
          <p14:tracePt t="68721" x="4813300" y="5562600"/>
          <p14:tracePt t="68763" x="4819650" y="5562600"/>
          <p14:tracePt t="68791" x="4826000" y="5562600"/>
          <p14:tracePt t="68798" x="4838700" y="5562600"/>
          <p14:tracePt t="68819" x="4851400" y="5562600"/>
          <p14:tracePt t="68833" x="4870450" y="5562600"/>
          <p14:tracePt t="68841" x="4895850" y="5556250"/>
          <p14:tracePt t="68857" x="4933950" y="5556250"/>
          <p14:tracePt t="68874" x="5035550" y="5556250"/>
          <p14:tracePt t="68890" x="5162550" y="5549900"/>
          <p14:tracePt t="68907" x="5226050" y="5549900"/>
          <p14:tracePt t="68924" x="5359400" y="5537200"/>
          <p14:tracePt t="68940" x="5422900" y="5530850"/>
          <p14:tracePt t="68957" x="5530850" y="5524500"/>
          <p14:tracePt t="68974" x="5613400" y="5505450"/>
          <p14:tracePt t="68990" x="5638800" y="5505450"/>
          <p14:tracePt t="69007" x="5689600" y="5505450"/>
          <p14:tracePt t="69023" x="5727700" y="5499100"/>
          <p14:tracePt t="69040" x="5753100" y="5492750"/>
          <p14:tracePt t="69057" x="5765800" y="5492750"/>
          <p14:tracePt t="69073" x="5791200" y="5486400"/>
          <p14:tracePt t="69089" x="5797550" y="5480050"/>
          <p14:tracePt t="69106" x="5810250" y="5480050"/>
          <p14:tracePt t="69123" x="5816600" y="5480050"/>
          <p14:tracePt t="69156" x="5822950" y="5473700"/>
          <p14:tracePt t="69612" x="5816600" y="5467350"/>
          <p14:tracePt t="69892" x="5816600" y="5461000"/>
          <p14:tracePt t="69941" x="5810250" y="5454650"/>
          <p14:tracePt t="69955" x="5803900" y="5454650"/>
          <p14:tracePt t="69976" x="5791200" y="5454650"/>
          <p14:tracePt t="69983" x="5784850" y="5448300"/>
          <p14:tracePt t="69990" x="5772150" y="5448300"/>
          <p14:tracePt t="70006" x="5746750" y="5441950"/>
          <p14:tracePt t="70020" x="5708650" y="5429250"/>
          <p14:tracePt t="70036" x="5600700" y="5416550"/>
          <p14:tracePt t="70054" x="5448300" y="5397500"/>
          <p14:tracePt t="70069" x="5340350" y="5372100"/>
          <p14:tracePt t="70086" x="5137150" y="5365750"/>
          <p14:tracePt t="70103" x="4921250" y="5353050"/>
          <p14:tracePt t="70119" x="4813300" y="5353050"/>
          <p14:tracePt t="70136" x="4699000" y="5353050"/>
          <p14:tracePt t="70153" x="4343400" y="5346700"/>
          <p14:tracePt t="70169" x="4216400" y="5359400"/>
          <p14:tracePt t="70186" x="4089400" y="5359400"/>
          <p14:tracePt t="70202" x="3759200" y="5378450"/>
          <p14:tracePt t="70219" x="3657600" y="5391150"/>
          <p14:tracePt t="70236" x="3473450" y="5410200"/>
          <p14:tracePt t="70252" x="3397250" y="5410200"/>
          <p14:tracePt t="70269" x="3251200" y="5448300"/>
          <p14:tracePt t="70286" x="3124200" y="5473700"/>
          <p14:tracePt t="70302" x="3054350" y="5486400"/>
          <p14:tracePt t="70319" x="2946400" y="5505450"/>
          <p14:tracePt t="70335" x="2851150" y="5530850"/>
          <p14:tracePt t="70352" x="2825750" y="5537200"/>
          <p14:tracePt t="70369" x="2781300" y="5549900"/>
          <p14:tracePt t="70385" x="2755900" y="5549900"/>
          <p14:tracePt t="70402" x="2749550" y="5556250"/>
          <p14:tracePt t="70419" x="2743200" y="5556250"/>
          <p14:tracePt t="70699" x="2736850" y="5549900"/>
          <p14:tracePt t="70720" x="2730500" y="5549900"/>
          <p14:tracePt t="71508" x="2717800" y="5549900"/>
          <p14:tracePt t="71515" x="2705100" y="5549900"/>
          <p14:tracePt t="71529" x="2692400" y="5556250"/>
          <p14:tracePt t="71536" x="2679700" y="5562600"/>
          <p14:tracePt t="71547" x="2660650" y="5562600"/>
          <p14:tracePt t="71564" x="2635250" y="5568950"/>
          <p14:tracePt t="71581" x="2622550" y="5568950"/>
          <p14:tracePt t="71598" x="2597150" y="5575300"/>
          <p14:tracePt t="71614" x="2578100" y="5575300"/>
          <p14:tracePt t="71631" x="2571750" y="5575300"/>
          <p14:tracePt t="71648" x="2565400" y="5575300"/>
          <p14:tracePt t="71664" x="2559050" y="5575300"/>
          <p14:tracePt t="71746" x="2552700" y="5575300"/>
          <p14:tracePt t="71893" x="2559050" y="5575300"/>
          <p14:tracePt t="71914" x="2565400" y="5575300"/>
          <p14:tracePt t="71928" x="2571750" y="5575300"/>
          <p14:tracePt t="71935" x="2584450" y="5575300"/>
          <p14:tracePt t="71950" x="2590800" y="5575300"/>
          <p14:tracePt t="71965" x="2609850" y="5568950"/>
          <p14:tracePt t="71980" x="2622550" y="5568950"/>
          <p14:tracePt t="71999" x="2641600" y="5562600"/>
          <p14:tracePt t="72013" x="2686050" y="5562600"/>
          <p14:tracePt t="72030" x="2730500" y="5543550"/>
          <p14:tracePt t="72047" x="2781300" y="5543550"/>
          <p14:tracePt t="72063" x="2800350" y="5543550"/>
          <p14:tracePt t="72079" x="2844800" y="5537200"/>
          <p14:tracePt t="72097" x="2863850" y="5537200"/>
          <p14:tracePt t="72113" x="2876550" y="5537200"/>
          <p14:tracePt t="72130" x="2889250" y="5537200"/>
          <p14:tracePt t="72147" x="2901950" y="5537200"/>
          <p14:tracePt t="72179" x="2908300" y="5537200"/>
          <p14:tracePt t="73149" x="2914650" y="5530850"/>
          <p14:tracePt t="73156" x="2921000" y="5518150"/>
          <p14:tracePt t="73170" x="2927350" y="5505450"/>
          <p14:tracePt t="73178" x="2933700" y="5486400"/>
          <p14:tracePt t="73192" x="2946400" y="5461000"/>
          <p14:tracePt t="73209" x="2965450" y="5422900"/>
          <p14:tracePt t="73226" x="2997200" y="5346700"/>
          <p14:tracePt t="73242" x="3009900" y="5308600"/>
          <p14:tracePt t="73259" x="3048000" y="5232400"/>
          <p14:tracePt t="73276" x="3092450" y="5130800"/>
          <p14:tracePt t="73292" x="3124200" y="5060950"/>
          <p14:tracePt t="73309" x="3143250" y="4997450"/>
          <p14:tracePt t="73325" x="3219450" y="4654550"/>
          <p14:tracePt t="73342" x="3238500" y="4540250"/>
          <p14:tracePt t="73359" x="3276600" y="4375150"/>
          <p14:tracePt t="73375" x="3314700" y="3943350"/>
          <p14:tracePt t="73391" x="3346450" y="3308350"/>
          <p14:tracePt t="73409" x="3333750" y="2679700"/>
          <p14:tracePt t="73425" x="3302000" y="2362200"/>
          <p14:tracePt t="73441" x="3213100" y="1809750"/>
          <p14:tracePt t="73458" x="3149600" y="1466850"/>
          <p14:tracePt t="73474" x="3117850" y="1358900"/>
          <p14:tracePt t="73491" x="3073400" y="1225550"/>
          <p14:tracePt t="73508" x="3016250" y="1123950"/>
          <p14:tracePt t="73525" x="2990850" y="1092200"/>
          <p14:tracePt t="73542" x="2952750" y="1035050"/>
          <p14:tracePt t="73557" x="2914650" y="984250"/>
          <p14:tracePt t="73574" x="2889250" y="965200"/>
          <p14:tracePt t="73592" x="2863850" y="927100"/>
          <p14:tracePt t="73607" x="2832100" y="901700"/>
          <p14:tracePt t="73624" x="2813050" y="889000"/>
          <p14:tracePt t="73641" x="2762250" y="850900"/>
          <p14:tracePt t="73657" x="2724150" y="825500"/>
          <p14:tracePt t="73675" x="2635250" y="742950"/>
          <p14:tracePt t="73691" x="2597150" y="717550"/>
          <p14:tracePt t="73707" x="2578100" y="698500"/>
          <p14:tracePt t="73724" x="2520950" y="647700"/>
          <p14:tracePt t="73740" x="2495550" y="622300"/>
          <p14:tracePt t="73757" x="2482850" y="615950"/>
          <p14:tracePt t="73774" x="2476500" y="603250"/>
          <p14:tracePt t="73790" x="2463800" y="596900"/>
          <p14:tracePt t="73807" x="2457450" y="596900"/>
          <p14:tracePt t="73840" x="2451100" y="596900"/>
          <p14:tracePt t="73865" x="2451100" y="603250"/>
          <p14:tracePt t="73886" x="2451100" y="609600"/>
          <p14:tracePt t="73921" x="2451100" y="615950"/>
          <p14:tracePt t="73956" x="2444750" y="622300"/>
          <p14:tracePt t="73976" x="2438400" y="628650"/>
          <p14:tracePt t="73998" x="2432050" y="628650"/>
          <p14:tracePt t="74012" x="2425700" y="628650"/>
          <p14:tracePt t="74019" x="2419350" y="628650"/>
          <p14:tracePt t="74026" x="2406650" y="628650"/>
          <p14:tracePt t="74042" x="2387600" y="628650"/>
          <p14:tracePt t="74056" x="2368550" y="628650"/>
          <p14:tracePt t="74073" x="2298700" y="622300"/>
          <p14:tracePt t="74090" x="2190750" y="609600"/>
          <p14:tracePt t="74105" x="2139950" y="590550"/>
          <p14:tracePt t="74109" x="2070100" y="577850"/>
          <p14:tracePt t="74123" x="2006600" y="558800"/>
          <p14:tracePt t="74139" x="1885950" y="533400"/>
          <p14:tracePt t="74156" x="1816100" y="514350"/>
          <p14:tracePt t="74173" x="1714500" y="495300"/>
          <p14:tracePt t="74189" x="1631950" y="488950"/>
          <p14:tracePt t="74205" x="1587500" y="476250"/>
          <p14:tracePt t="74223" x="1555750" y="469900"/>
          <p14:tracePt t="74238" x="1536700" y="463550"/>
          <p14:tracePt t="74293" x="1530350" y="463550"/>
          <p14:tracePt t="74342" x="1524000" y="463550"/>
          <p14:tracePt t="74873" x="1524000" y="469900"/>
          <p14:tracePt t="74880" x="1524000" y="476250"/>
          <p14:tracePt t="74889" x="1517650" y="476250"/>
          <p14:tracePt t="74903" x="1511300" y="482600"/>
          <p14:tracePt t="74920" x="1504950" y="495300"/>
          <p14:tracePt t="74937" x="1485900" y="501650"/>
          <p14:tracePt t="74953" x="1466850" y="508000"/>
          <p14:tracePt t="74969" x="1454150" y="514350"/>
          <p14:tracePt t="74986" x="1428750" y="539750"/>
          <p14:tracePt t="75003" x="1390650" y="558800"/>
          <p14:tracePt t="75021" x="1352550" y="584200"/>
          <p14:tracePt t="75036" x="1339850" y="596900"/>
          <p14:tracePt t="75053" x="1314450" y="628650"/>
          <p14:tracePt t="75070" x="1295400" y="647700"/>
          <p14:tracePt t="75086" x="1289050" y="654050"/>
          <p14:tracePt t="75119" x="1282700" y="666750"/>
          <p14:tracePt t="75153" x="1282700" y="673100"/>
          <p14:tracePt t="75169" x="1295400" y="685800"/>
          <p14:tracePt t="75185" x="1308100" y="692150"/>
          <p14:tracePt t="75203" x="1339850" y="717550"/>
          <p14:tracePt t="75218" x="1371600" y="730250"/>
          <p14:tracePt t="75235" x="1460500" y="762000"/>
          <p14:tracePt t="75252" x="1581150" y="812800"/>
          <p14:tracePt t="75268" x="1638300" y="831850"/>
          <p14:tracePt t="75285" x="1784350" y="857250"/>
          <p14:tracePt t="75302" x="1898650" y="876300"/>
          <p14:tracePt t="75318" x="1955800" y="895350"/>
          <p14:tracePt t="75335" x="2025650" y="895350"/>
          <p14:tracePt t="75351" x="2070100" y="901700"/>
          <p14:tracePt t="75368" x="2082800" y="901700"/>
          <p14:tracePt t="75386" x="2108200" y="908050"/>
          <p14:tracePt t="75401" x="2133600" y="914400"/>
          <p14:tracePt t="75418" x="2146300" y="914400"/>
          <p14:tracePt t="75435" x="2171700" y="920750"/>
          <p14:tracePt t="75451" x="2184400" y="920750"/>
          <p14:tracePt t="75468" x="2209800" y="927100"/>
          <p14:tracePt t="75485" x="2247900" y="939800"/>
          <p14:tracePt t="75501" x="2279650" y="952500"/>
          <p14:tracePt t="75518" x="2330450" y="958850"/>
          <p14:tracePt t="75534" x="2387600" y="971550"/>
          <p14:tracePt t="75551" x="2419350" y="971550"/>
          <p14:tracePt t="75567" x="2457450" y="990600"/>
          <p14:tracePt t="75584" x="2501900" y="1009650"/>
          <p14:tracePt t="75600" x="2520950" y="1016000"/>
          <p14:tracePt t="75617" x="2559050" y="1035050"/>
          <p14:tracePt t="75634" x="2584450" y="1054100"/>
          <p14:tracePt t="75651" x="2597150" y="1066800"/>
          <p14:tracePt t="75667" x="2609850" y="1085850"/>
          <p14:tracePt t="75684" x="2609850" y="1092200"/>
          <p14:tracePt t="75701" x="2609850" y="1098550"/>
          <p14:tracePt t="75722" x="2609850" y="1104900"/>
          <p14:tracePt t="75751" x="2609850" y="1111250"/>
          <p14:tracePt t="75820" x="2603500" y="1111250"/>
          <p14:tracePt t="75855" x="2597150" y="1117600"/>
          <p14:tracePt t="75883" x="2590800" y="1117600"/>
          <p14:tracePt t="75911" x="2584450" y="1123950"/>
          <p14:tracePt t="75933" x="2584450" y="1130300"/>
          <p14:tracePt t="75954" x="2584450" y="1136650"/>
          <p14:tracePt t="75960" x="2584450" y="1143000"/>
          <p14:tracePt t="75981" x="2584450" y="1149350"/>
          <p14:tracePt t="76003" x="2584450" y="1155700"/>
          <p14:tracePt t="76024" x="2584450" y="1162050"/>
          <p14:tracePt t="76073" x="2590800" y="1168400"/>
          <p14:tracePt t="76101" x="2597150" y="1168400"/>
          <p14:tracePt t="76122" x="2603500" y="1174750"/>
          <p14:tracePt t="76157" x="2609850" y="1174750"/>
          <p14:tracePt t="76192" x="2616200" y="1174750"/>
          <p14:tracePt t="76206" x="2622550" y="1174750"/>
          <p14:tracePt t="76227" x="2628900" y="1174750"/>
          <p14:tracePt t="76234" x="2635250" y="1174750"/>
          <p14:tracePt t="76241" x="2641600" y="1174750"/>
          <p14:tracePt t="76255" x="2647950" y="1168400"/>
          <p14:tracePt t="76265" x="2654300" y="1168400"/>
          <p14:tracePt t="76281" x="2667000" y="1162050"/>
          <p14:tracePt t="76298" x="2698750" y="1143000"/>
          <p14:tracePt t="76315" x="2730500" y="1130300"/>
          <p14:tracePt t="76332" x="2762250" y="1117600"/>
          <p14:tracePt t="76349" x="2774950" y="1117600"/>
          <p14:tracePt t="76365" x="2781300" y="1111250"/>
          <p14:tracePt t="76382" x="2800350" y="1111250"/>
          <p14:tracePt t="76415" x="2806700" y="1111250"/>
          <p14:tracePt t="76431" x="2806700" y="1117600"/>
          <p14:tracePt t="76451" x="2806700" y="1123950"/>
          <p14:tracePt t="76486" x="2806700" y="1130300"/>
          <p14:tracePt t="76514" x="2813050" y="1136650"/>
          <p14:tracePt t="76535" x="2819400" y="1136650"/>
          <p14:tracePt t="76542" x="2819400" y="1143000"/>
          <p14:tracePt t="76556" x="2825750" y="1143000"/>
          <p14:tracePt t="76566" x="2825750" y="1149350"/>
          <p14:tracePt t="76581" x="2832100" y="1155700"/>
          <p14:tracePt t="76597" x="2838450" y="1168400"/>
          <p14:tracePt t="76615" x="2851150" y="1181100"/>
          <p14:tracePt t="76631" x="2857500" y="1193800"/>
          <p14:tracePt t="76649" x="2876550" y="1212850"/>
          <p14:tracePt t="76664" x="2889250" y="1225550"/>
          <p14:tracePt t="76681" x="2895600" y="1225550"/>
          <p14:tracePt t="76698" x="2908300" y="1231900"/>
          <p14:tracePt t="76714" x="2908300" y="1238250"/>
          <p14:tracePt t="76730" x="2914650" y="1238250"/>
          <p14:tracePt t="76748" x="2914650" y="1244600"/>
          <p14:tracePt t="76788" x="2921000" y="1244600"/>
          <p14:tracePt t="76816" x="2927350" y="1244600"/>
          <p14:tracePt t="76844" x="2933700" y="1244600"/>
          <p14:tracePt t="76865" x="2940050" y="1250950"/>
          <p14:tracePt t="76872" x="2946400" y="1250950"/>
          <p14:tracePt t="76887" x="2952750" y="1250950"/>
          <p14:tracePt t="76908" x="2965450" y="1257300"/>
          <p14:tracePt t="76916" x="2971800" y="1257300"/>
          <p14:tracePt t="76930" x="2978150" y="1257300"/>
          <p14:tracePt t="76946" x="3016250" y="1263650"/>
          <p14:tracePt t="76963" x="3028950" y="1263650"/>
          <p14:tracePt t="76979" x="3079750" y="1270000"/>
          <p14:tracePt t="76996" x="3098800" y="1270000"/>
          <p14:tracePt t="77013" x="3143250" y="1270000"/>
          <p14:tracePt t="77029" x="3149600" y="1270000"/>
          <p14:tracePt t="77045" x="3155950" y="1270000"/>
          <p14:tracePt t="77062" x="3162300" y="1270000"/>
          <p14:tracePt t="77329" x="3168650" y="1270000"/>
          <p14:tracePt t="77455" x="3162300" y="1270000"/>
          <p14:tracePt t="77469" x="3155950" y="1276350"/>
          <p14:tracePt t="77475" x="3155950" y="1282700"/>
          <p14:tracePt t="77490" x="3143250" y="1295400"/>
          <p14:tracePt t="77497" x="3124200" y="1320800"/>
          <p14:tracePt t="77511" x="3092450" y="1371600"/>
          <p14:tracePt t="77527" x="3003550" y="1524000"/>
          <p14:tracePt t="77544" x="2940050" y="1631950"/>
          <p14:tracePt t="77560" x="2749550" y="1949450"/>
          <p14:tracePt t="77577" x="2514600" y="2381250"/>
          <p14:tracePt t="77594" x="2374900" y="2609850"/>
          <p14:tracePt t="77610" x="2146300" y="3098800"/>
          <p14:tracePt t="77627" x="1974850" y="3511550"/>
          <p14:tracePt t="77644" x="1847850" y="3835400"/>
          <p14:tracePt t="77660" x="1803400" y="3975100"/>
          <p14:tracePt t="77677" x="1771650" y="4076700"/>
          <p14:tracePt t="77694" x="1720850" y="4273550"/>
          <p14:tracePt t="77710" x="1695450" y="4406900"/>
          <p14:tracePt t="77727" x="1682750" y="4445000"/>
          <p14:tracePt t="77730" x="1676400" y="4502150"/>
          <p14:tracePt t="77744" x="1670050" y="4540250"/>
          <p14:tracePt t="77760" x="1657350" y="4622800"/>
          <p14:tracePt t="77778" x="1651000" y="4686300"/>
          <p14:tracePt t="77793" x="1651000" y="4705350"/>
          <p14:tracePt t="77810" x="1651000" y="4730750"/>
          <p14:tracePt t="77827" x="1651000" y="4743450"/>
          <p14:tracePt t="77843" x="1651000" y="4756150"/>
          <p14:tracePt t="77860" x="1657350" y="4794250"/>
          <p14:tracePt t="77876" x="1670050" y="4864100"/>
          <p14:tracePt t="77893" x="1689100" y="4914900"/>
          <p14:tracePt t="77909" x="1720850" y="5035550"/>
          <p14:tracePt t="77926" x="1778000" y="5162550"/>
          <p14:tracePt t="77942" x="1803400" y="5207000"/>
          <p14:tracePt t="77960" x="1854200" y="5295900"/>
          <p14:tracePt t="77976" x="1892300" y="5327650"/>
          <p14:tracePt t="77992" x="1962150" y="5397500"/>
          <p14:tracePt t="78009" x="2038350" y="5448300"/>
          <p14:tracePt t="78025" x="2070100" y="5467350"/>
          <p14:tracePt t="78042" x="2152650" y="5499100"/>
          <p14:tracePt t="78059" x="2241550" y="5537200"/>
          <p14:tracePt t="78075" x="2292350" y="5543550"/>
          <p14:tracePt t="78092" x="2368550" y="5568950"/>
          <p14:tracePt t="78109" x="2419350" y="5575300"/>
          <p14:tracePt t="78125" x="2444750" y="5588000"/>
          <p14:tracePt t="78142" x="2489200" y="5607050"/>
          <p14:tracePt t="78158" x="2533650" y="5619750"/>
          <p14:tracePt t="78175" x="2552700" y="5626100"/>
          <p14:tracePt t="78192" x="2578100" y="5638800"/>
          <p14:tracePt t="78208" x="2597150" y="5645150"/>
          <p14:tracePt t="78225" x="2603500" y="5645150"/>
          <p14:tracePt t="78248" x="2603500" y="5651500"/>
          <p14:tracePt t="78830" x="2597150" y="5651500"/>
          <p14:tracePt t="78837" x="2565400" y="5645150"/>
          <p14:tracePt t="78851" x="2533650" y="5638800"/>
          <p14:tracePt t="78859" x="2495550" y="5638800"/>
          <p14:tracePt t="78875" x="2463800" y="5626100"/>
          <p14:tracePt t="78889" x="2438400" y="5619750"/>
          <p14:tracePt t="78906" x="2374900" y="5613400"/>
          <p14:tracePt t="78922" x="2336800" y="5613400"/>
          <p14:tracePt t="78938" x="2317750" y="5607050"/>
          <p14:tracePt t="78956" x="2292350" y="5607050"/>
          <p14:tracePt t="78972" x="2247900" y="5607050"/>
          <p14:tracePt t="78989" x="2228850" y="5600700"/>
          <p14:tracePt t="79006" x="2190750" y="5600700"/>
          <p14:tracePt t="79022" x="2120900" y="5600700"/>
          <p14:tracePt t="79039" x="2095500" y="5600700"/>
          <p14:tracePt t="79055" x="2038350" y="5600700"/>
          <p14:tracePt t="79072" x="1981200" y="5600700"/>
          <p14:tracePt t="79089" x="1930400" y="5600700"/>
          <p14:tracePt t="79105" x="1911350" y="5600700"/>
          <p14:tracePt t="79122" x="1860550" y="5600700"/>
          <p14:tracePt t="79139" x="1828800" y="5594350"/>
          <p14:tracePt t="79155" x="1809750" y="5594350"/>
          <p14:tracePt t="79172" x="1771650" y="5594350"/>
          <p14:tracePt t="79189" x="1739900" y="5594350"/>
          <p14:tracePt t="79205" x="1720850" y="5588000"/>
          <p14:tracePt t="79221" x="1701800" y="5588000"/>
          <p14:tracePt t="79225" x="1670050" y="5588000"/>
          <p14:tracePt t="79237" x="1625600" y="5588000"/>
          <p14:tracePt t="79254" x="1530350" y="5588000"/>
          <p14:tracePt t="79272" x="1422400" y="5568950"/>
          <p14:tracePt t="79288" x="1358900" y="5556250"/>
          <p14:tracePt t="79304" x="1263650" y="5562600"/>
          <p14:tracePt t="79321" x="1212850" y="5568950"/>
          <p14:tracePt t="79338" x="1174750" y="5568950"/>
          <p14:tracePt t="79762" x="1162050" y="5568950"/>
          <p14:tracePt t="79768" x="1143000" y="5568950"/>
          <p14:tracePt t="79782" x="1123950" y="5575300"/>
          <p14:tracePt t="79790" x="1098550" y="5588000"/>
          <p14:tracePt t="79806" x="1079500" y="5600700"/>
          <p14:tracePt t="79819" x="1066800" y="5607050"/>
          <p14:tracePt t="79836" x="1035050" y="5619750"/>
          <p14:tracePt t="79854" x="1003300" y="5632450"/>
          <p14:tracePt t="79869" x="990600" y="5638800"/>
          <p14:tracePt t="79886" x="984250" y="5651500"/>
          <p14:tracePt t="79903" x="971550" y="5657850"/>
          <p14:tracePt t="79919" x="958850" y="5657850"/>
          <p14:tracePt t="79935" x="946150" y="5664200"/>
          <p14:tracePt t="79952" x="939800" y="5670550"/>
          <p14:tracePt t="79969" x="933450" y="5670550"/>
          <p14:tracePt t="79986" x="927100" y="5676900"/>
          <p14:tracePt t="80002" x="920750" y="5676900"/>
          <p14:tracePt t="80038" x="914400" y="5676900"/>
          <p14:tracePt t="80064" x="908050" y="5676900"/>
          <p14:tracePt t="80211" x="901700" y="5676900"/>
          <p14:tracePt t="80541" x="908050" y="5676900"/>
          <p14:tracePt t="80583" x="914400" y="5676900"/>
          <p14:tracePt t="80681" x="920750" y="5676900"/>
          <p14:tracePt t="80723" x="927100" y="5676900"/>
          <p14:tracePt t="80751" x="933450" y="5676900"/>
          <p14:tracePt t="80786" x="939800" y="5676900"/>
          <p14:tracePt t="80814" x="952500" y="5676900"/>
          <p14:tracePt t="80821" x="958850" y="5676900"/>
          <p14:tracePt t="80835" x="965200" y="5676900"/>
          <p14:tracePt t="80849" x="977900" y="5676900"/>
          <p14:tracePt t="80866" x="1009650" y="5670550"/>
          <p14:tracePt t="80882" x="1047750" y="5670550"/>
          <p14:tracePt t="80899" x="1143000" y="5651500"/>
          <p14:tracePt t="80915" x="1301750" y="5619750"/>
          <p14:tracePt t="80932" x="1403350" y="5613400"/>
          <p14:tracePt t="80949" x="1657350" y="5588000"/>
          <p14:tracePt t="80965" x="1955800" y="5568950"/>
          <p14:tracePt t="80983" x="2279650" y="5543550"/>
          <p14:tracePt t="80998" x="2470150" y="5530850"/>
          <p14:tracePt t="81015" x="2628900" y="5530850"/>
          <p14:tracePt t="81032" x="3067050" y="5511800"/>
          <p14:tracePt t="81048" x="3181350" y="5499100"/>
          <p14:tracePt t="81065" x="3270250" y="5499100"/>
          <p14:tracePt t="81082" x="3441700" y="5486400"/>
          <p14:tracePt t="81098" x="3556000" y="5486400"/>
          <p14:tracePt t="81115" x="3606800" y="5480050"/>
          <p14:tracePt t="81131" x="3676650" y="5480050"/>
          <p14:tracePt t="81148" x="3721100" y="5480050"/>
          <p14:tracePt t="81166" x="3759200" y="5480050"/>
          <p14:tracePt t="81181" x="3771900" y="5486400"/>
          <p14:tracePt t="81198" x="3803650" y="5486400"/>
          <p14:tracePt t="81215" x="3835400" y="5486400"/>
          <p14:tracePt t="81231" x="3848100" y="5486400"/>
          <p14:tracePt t="81235" x="3867150" y="5492750"/>
          <p14:tracePt t="81247" x="3879850" y="5492750"/>
          <p14:tracePt t="81265" x="3905250" y="5499100"/>
          <p14:tracePt t="81281" x="3917950" y="5499100"/>
          <p14:tracePt t="81299" x="3943350" y="5499100"/>
          <p14:tracePt t="81314" x="3962400" y="5499100"/>
          <p14:tracePt t="81331" x="3962400" y="5505450"/>
          <p14:tracePt t="81348" x="3981450" y="5511800"/>
          <p14:tracePt t="81364" x="3994150" y="5511800"/>
          <p14:tracePt t="81381" x="4013200" y="5518150"/>
          <p14:tracePt t="81397" x="4019550" y="5518150"/>
          <p14:tracePt t="81414" x="4025900" y="5518150"/>
          <p14:tracePt t="81430" x="4038600" y="5524500"/>
          <p14:tracePt t="81447" x="4044950" y="5524500"/>
          <p14:tracePt t="81464" x="4051300" y="5524500"/>
          <p14:tracePt t="82130" x="4076700" y="5499100"/>
          <p14:tracePt t="82136" x="4102100" y="5454650"/>
          <p14:tracePt t="82151" x="4140200" y="5397500"/>
          <p14:tracePt t="82161" x="4165600" y="5365750"/>
          <p14:tracePt t="82179" x="4248150" y="5257800"/>
          <p14:tracePt t="82194" x="4286250" y="5187950"/>
          <p14:tracePt t="82211" x="4356100" y="5054600"/>
          <p14:tracePt t="82228" x="4438650" y="4851400"/>
          <p14:tracePt t="82244" x="4470400" y="4749800"/>
          <p14:tracePt t="82262" x="4533900" y="4540250"/>
          <p14:tracePt t="82278" x="4565650" y="4349750"/>
          <p14:tracePt t="82294" x="4584700" y="4260850"/>
          <p14:tracePt t="82311" x="4597400" y="4089400"/>
          <p14:tracePt t="82327" x="4597400" y="3949700"/>
          <p14:tracePt t="82344" x="4597400" y="3873500"/>
          <p14:tracePt t="82361" x="4591050" y="3708400"/>
          <p14:tracePt t="82377" x="4591050" y="3556000"/>
          <p14:tracePt t="82394" x="4584700" y="3486150"/>
          <p14:tracePt t="82411" x="4565650" y="3371850"/>
          <p14:tracePt t="82427" x="4565650" y="3333750"/>
          <p14:tracePt t="82444" x="4540250" y="3244850"/>
          <p14:tracePt t="82460" x="4521200" y="3130550"/>
          <p14:tracePt t="82477" x="4502150" y="3086100"/>
          <p14:tracePt t="82494" x="4476750" y="2978150"/>
          <p14:tracePt t="82510" x="4438650" y="2857500"/>
          <p14:tracePt t="82527" x="4419600" y="2800350"/>
          <p14:tracePt t="82544" x="4394200" y="2711450"/>
          <p14:tracePt t="82560" x="4375150" y="2660650"/>
          <p14:tracePt t="82577" x="4343400" y="2628900"/>
          <p14:tracePt t="82593" x="4286250" y="2590800"/>
          <p14:tracePt t="82610" x="4286250" y="2559050"/>
          <p14:tracePt t="83001" x="4305300" y="2501900"/>
          <p14:tracePt t="83007" x="4343400" y="2438400"/>
          <p14:tracePt t="83022" x="4362450" y="2368550"/>
          <p14:tracePt t="83028" x="4381500" y="2292350"/>
          <p14:tracePt t="83045" x="4400550" y="2209800"/>
          <p14:tracePt t="83058" x="4419600" y="2076450"/>
          <p14:tracePt t="83075" x="4419600" y="2012950"/>
          <p14:tracePt t="83093" x="4425950" y="1898650"/>
          <p14:tracePt t="83108" x="4425950" y="1835150"/>
          <p14:tracePt t="83125" x="4387850" y="1701800"/>
          <p14:tracePt t="83141" x="4330700" y="1574800"/>
          <p14:tracePt t="83158" x="4292600" y="1517650"/>
          <p14:tracePt t="83175" x="4222750" y="1403350"/>
          <p14:tracePt t="83192" x="4140200" y="1289050"/>
          <p14:tracePt t="83208" x="4076700" y="1231900"/>
          <p14:tracePt t="83225" x="3962400" y="1123950"/>
          <p14:tracePt t="83241" x="3848100" y="1035050"/>
          <p14:tracePt t="83257" x="3790950" y="996950"/>
          <p14:tracePt t="83274" x="3625850" y="914400"/>
          <p14:tracePt t="83291" x="3467100" y="857250"/>
          <p14:tracePt t="83307" x="3390900" y="838200"/>
          <p14:tracePt t="83324" x="3263900" y="800100"/>
          <p14:tracePt t="83341" x="3168650" y="781050"/>
          <p14:tracePt t="83357" x="3130550" y="774700"/>
          <p14:tracePt t="83374" x="3073400" y="774700"/>
          <p14:tracePt t="83390" x="3054350" y="774700"/>
          <p14:tracePt t="83407" x="3009900" y="774700"/>
          <p14:tracePt t="83424" x="2984500" y="774700"/>
          <p14:tracePt t="83441" x="2984500" y="781050"/>
          <p14:tracePt t="83457" x="2978150" y="781050"/>
          <p14:tracePt t="83473" x="2971800" y="781050"/>
          <p14:tracePt t="83569" x="2978150" y="781050"/>
          <p14:tracePt t="83618" x="2984500" y="781050"/>
          <p14:tracePt t="83639" x="2990850" y="781050"/>
          <p14:tracePt t="83660" x="2997200" y="781050"/>
          <p14:tracePt t="83674" x="3003550" y="781050"/>
          <p14:tracePt t="83702" x="3009900" y="781050"/>
          <p14:tracePt t="83730" x="3016250" y="781050"/>
          <p14:tracePt t="83751" x="3022600" y="781050"/>
          <p14:tracePt t="83780" x="3028950" y="781050"/>
          <p14:tracePt t="83800" x="3035300" y="781050"/>
          <p14:tracePt t="83829" x="3041650" y="781050"/>
          <p14:tracePt t="83850" x="3048000" y="781050"/>
          <p14:tracePt t="83919" x="3054350" y="781050"/>
          <p14:tracePt t="83955" x="3060700" y="781050"/>
          <p14:tracePt t="83962" x="3067050" y="781050"/>
          <p14:tracePt t="83983" x="3073400" y="781050"/>
          <p14:tracePt t="84011" x="3079750" y="781050"/>
          <p14:tracePt t="84032" x="3086100" y="787400"/>
          <p14:tracePt t="84741" x="3086100" y="793750"/>
          <p14:tracePt t="84762" x="3086100" y="800100"/>
          <p14:tracePt t="84783" x="3098800" y="806450"/>
          <p14:tracePt t="84796" x="3105150" y="812800"/>
          <p14:tracePt t="84805" x="3105150" y="819150"/>
          <p14:tracePt t="84819" x="3117850" y="825500"/>
          <p14:tracePt t="84835" x="3143250" y="831850"/>
          <p14:tracePt t="84853" x="3194050" y="869950"/>
          <p14:tracePt t="84868" x="3225800" y="895350"/>
          <p14:tracePt t="84885" x="3327400" y="952500"/>
          <p14:tracePt t="84902" x="3441700" y="1016000"/>
          <p14:tracePt t="84918" x="3511550" y="1060450"/>
          <p14:tracePt t="84935" x="3556000" y="1085850"/>
          <p14:tracePt t="84952" x="3714750" y="1200150"/>
          <p14:tracePt t="84968" x="3759200" y="1231900"/>
          <p14:tracePt t="84985" x="3816350" y="1270000"/>
          <p14:tracePt t="85001" x="3917950" y="1339850"/>
          <p14:tracePt t="85018" x="4025900" y="1403350"/>
          <p14:tracePt t="85035" x="4133850" y="1447800"/>
          <p14:tracePt t="85051" x="4165600" y="1473200"/>
          <p14:tracePt t="85068" x="4254500" y="1517650"/>
          <p14:tracePt t="85085" x="4305300" y="1536700"/>
          <p14:tracePt t="85101" x="4324350" y="1536700"/>
          <p14:tracePt t="85118" x="4356100" y="1555750"/>
          <p14:tracePt t="85134" x="4381500" y="1568450"/>
          <p14:tracePt t="85168" x="4394200" y="1574800"/>
          <p14:tracePt t="85184" x="4406900" y="1581150"/>
          <p14:tracePt t="85225" x="4413250" y="1587500"/>
          <p14:tracePt t="85234" x="4419600" y="1587500"/>
          <p14:tracePt t="85250" x="4419600" y="1593850"/>
          <p14:tracePt t="85267" x="4425950" y="1606550"/>
          <p14:tracePt t="85284" x="4432300" y="1606550"/>
          <p14:tracePt t="85300" x="4438650" y="1619250"/>
          <p14:tracePt t="85317" x="4451350" y="1625600"/>
          <p14:tracePt t="85334" x="4457700" y="1631950"/>
          <p14:tracePt t="85351" x="4470400" y="1651000"/>
          <p14:tracePt t="85367" x="4489450" y="1670050"/>
          <p14:tracePt t="85383" x="4502150" y="1682750"/>
          <p14:tracePt t="85400" x="4533900" y="1714500"/>
          <p14:tracePt t="85417" x="4565650" y="1752600"/>
          <p14:tracePt t="85433" x="4584700" y="1765300"/>
          <p14:tracePt t="85450" x="4616450" y="1803400"/>
          <p14:tracePt t="85466" x="4654550" y="1835150"/>
          <p14:tracePt t="85483" x="4667250" y="1847850"/>
          <p14:tracePt t="85500" x="4699000" y="1879600"/>
          <p14:tracePt t="85516" x="4730750" y="1898650"/>
          <p14:tracePt t="85533" x="4743450" y="1911350"/>
          <p14:tracePt t="85549" x="4768850" y="1930400"/>
          <p14:tracePt t="85566" x="4787900" y="1936750"/>
          <p14:tracePt t="85583" x="4813300" y="1949450"/>
          <p14:tracePt t="85599" x="4838700" y="1955800"/>
          <p14:tracePt t="85616" x="4845050" y="1962150"/>
          <p14:tracePt t="85633" x="4870450" y="1968500"/>
          <p14:tracePt t="85649" x="4895850" y="1974850"/>
          <p14:tracePt t="85667" x="4933950" y="1981200"/>
          <p14:tracePt t="85682" x="4959350" y="1987550"/>
          <p14:tracePt t="85699" x="5016500" y="2000250"/>
          <p14:tracePt t="85716" x="5067300" y="2006600"/>
          <p14:tracePt t="85732" x="5086350" y="2006600"/>
          <p14:tracePt t="85749" x="5118100" y="2006600"/>
          <p14:tracePt t="85766" x="5137150" y="2000250"/>
          <p14:tracePt t="85782" x="5143500" y="1987550"/>
          <p14:tracePt t="85798" x="5156200" y="1974850"/>
          <p14:tracePt t="85815" x="5175250" y="1936750"/>
          <p14:tracePt t="85832" x="5187950" y="1879600"/>
          <p14:tracePt t="85849" x="5200650" y="1758950"/>
          <p14:tracePt t="85865" x="5200650" y="1708150"/>
          <p14:tracePt t="85882" x="5194300" y="1581150"/>
          <p14:tracePt t="85899" x="5175250" y="1460500"/>
          <p14:tracePt t="85915" x="5149850" y="1403350"/>
          <p14:tracePt t="85932" x="5111750" y="1295400"/>
          <p14:tracePt t="85948" x="5022850" y="1168400"/>
          <p14:tracePt t="85965" x="4965700" y="1111250"/>
          <p14:tracePt t="85982" x="4794250" y="939800"/>
          <p14:tracePt t="85999" x="4610100" y="800100"/>
          <p14:tracePt t="86015" x="4502150" y="736600"/>
          <p14:tracePt t="86031" x="4292600" y="641350"/>
          <p14:tracePt t="86048" x="4108450" y="590550"/>
          <p14:tracePt t="86064" x="4019550" y="584200"/>
          <p14:tracePt t="86081" x="3873500" y="565150"/>
          <p14:tracePt t="86098" x="3771900" y="565150"/>
          <p14:tracePt t="86115" x="3740150" y="565150"/>
          <p14:tracePt t="86130" x="3702050" y="565150"/>
          <p14:tracePt t="86147" x="3676650" y="571500"/>
          <p14:tracePt t="86165" x="3663950" y="571500"/>
          <p14:tracePt t="86198" x="3657600" y="571500"/>
          <p14:tracePt t="86929" x="3625850" y="635000"/>
          <p14:tracePt t="86936" x="3575050" y="749300"/>
          <p14:tracePt t="86950" x="3517900" y="889000"/>
          <p14:tracePt t="86961" x="3441700" y="1054100"/>
          <p14:tracePt t="86978" x="3225800" y="1543050"/>
          <p14:tracePt t="86994" x="3079750" y="1822450"/>
          <p14:tracePt t="87011" x="2806700" y="2368550"/>
          <p14:tracePt t="87028" x="2578100" y="2838450"/>
          <p14:tracePt t="87045" x="2495550" y="3054350"/>
          <p14:tracePt t="87062" x="2343150" y="3435350"/>
          <p14:tracePt t="87077" x="2241550" y="3778250"/>
          <p14:tracePt t="87094" x="2209800" y="3892550"/>
          <p14:tracePt t="87112" x="2159000" y="4108450"/>
          <p14:tracePt t="87127" x="2127250" y="4292600"/>
          <p14:tracePt t="87144" x="2120900" y="4368800"/>
          <p14:tracePt t="87161" x="2101850" y="4502150"/>
          <p14:tracePt t="87177" x="2101850" y="4552950"/>
          <p14:tracePt t="87194" x="2089150" y="4610100"/>
          <p14:tracePt t="87210" x="2082800" y="4660900"/>
          <p14:tracePt t="87227" x="2082800" y="4686300"/>
          <p14:tracePt t="87243" x="2070100" y="4730750"/>
          <p14:tracePt t="87261" x="2051050" y="4794250"/>
          <p14:tracePt t="87277" x="2038350" y="4832350"/>
          <p14:tracePt t="87294" x="1968500" y="4978400"/>
          <p14:tracePt t="87310" x="1943100" y="5022850"/>
          <p14:tracePt t="87327" x="1911350" y="5080000"/>
          <p14:tracePt t="87344" x="1847850" y="5181600"/>
          <p14:tracePt t="87360" x="1816100" y="5264150"/>
          <p14:tracePt t="87377" x="1797050" y="5289550"/>
          <p14:tracePt t="87393" x="1790700" y="5302250"/>
          <p14:tracePt t="87409" x="1790700" y="5295900"/>
          <p14:tracePt t="87427" x="1809750" y="5270500"/>
          <p14:tracePt t="87443" x="1835150" y="5238750"/>
          <p14:tracePt t="87740" x="1809750" y="5257800"/>
          <p14:tracePt t="87747" x="1758950" y="5295900"/>
          <p14:tracePt t="87762" x="1714500" y="5327650"/>
          <p14:tracePt t="87776" x="1670050" y="5365750"/>
          <p14:tracePt t="87792" x="1568450" y="5441950"/>
          <p14:tracePt t="87808" x="1530350" y="5467350"/>
          <p14:tracePt t="87825" x="1466850" y="5505450"/>
          <p14:tracePt t="87842" x="1435100" y="5543550"/>
          <p14:tracePt t="87859" x="1422400" y="5549900"/>
          <p14:tracePt t="87875" x="1390650" y="5568950"/>
          <p14:tracePt t="87891" x="1377950" y="5588000"/>
          <p14:tracePt t="87909" x="1358900" y="5607050"/>
          <p14:tracePt t="87925" x="1352550" y="5619750"/>
          <p14:tracePt t="87941" x="1339850" y="5632450"/>
          <p14:tracePt t="87958" x="1320800" y="5651500"/>
          <p14:tracePt t="87975" x="1314450" y="5657850"/>
          <p14:tracePt t="87991" x="1314450" y="5664200"/>
          <p14:tracePt t="88008" x="1308100" y="5670550"/>
          <p14:tracePt t="88048" x="1301750" y="5676900"/>
          <p14:tracePt t="88112" x="1301750" y="5683250"/>
          <p14:tracePt t="88147" x="1301750" y="5689600"/>
          <p14:tracePt t="88168" x="1295400" y="5689600"/>
          <p14:tracePt t="88189" x="1289050" y="5689600"/>
          <p14:tracePt t="88210" x="1282700" y="5702300"/>
          <p14:tracePt t="88231" x="1276350" y="5708650"/>
          <p14:tracePt t="88238" x="1270000" y="5708650"/>
          <p14:tracePt t="88252" x="1270000" y="5715000"/>
          <p14:tracePt t="88260" x="1263650" y="5721350"/>
          <p14:tracePt t="88288" x="1263650" y="5727700"/>
          <p14:tracePt t="88308" x="1257300" y="5734050"/>
          <p14:tracePt t="88329" x="1250950" y="5734050"/>
          <p14:tracePt t="88351" x="1244600" y="5734050"/>
          <p14:tracePt t="88372" x="1238250" y="5740400"/>
          <p14:tracePt t="88378" x="1238250" y="5746750"/>
          <p14:tracePt t="88414" x="1231900" y="5753100"/>
          <p14:tracePt t="88420" x="1225550" y="5753100"/>
          <p14:tracePt t="88470" x="1225550" y="5759450"/>
          <p14:tracePt t="88490" x="1219200" y="5765800"/>
          <p14:tracePt t="88512" x="1212850" y="5765800"/>
          <p14:tracePt t="88540" x="1212850" y="5772150"/>
          <p14:tracePt t="88561" x="1206500" y="5772150"/>
          <p14:tracePt t="88589" x="1200150" y="5778500"/>
          <p14:tracePt t="88610" x="1200150" y="5784850"/>
          <p14:tracePt t="88631" x="1193800" y="5791200"/>
          <p14:tracePt t="88652" x="1193800" y="5797550"/>
          <p14:tracePt t="88680" x="1200150" y="5797550"/>
          <p14:tracePt t="88701" x="1206500" y="5797550"/>
          <p14:tracePt t="88723" x="1212850" y="5797550"/>
          <p14:tracePt t="88729" x="1219200" y="5797550"/>
          <p14:tracePt t="88765" x="1225550" y="5797550"/>
          <p14:tracePt t="88772" x="1231900" y="5797550"/>
          <p14:tracePt t="88786" x="1238250" y="5797550"/>
          <p14:tracePt t="88792" x="1250950" y="5797550"/>
          <p14:tracePt t="88805" x="1257300" y="5803900"/>
          <p14:tracePt t="88822" x="1295400" y="5803900"/>
          <p14:tracePt t="88838" x="1314450" y="5803900"/>
          <p14:tracePt t="88856" x="1371600" y="5810250"/>
          <p14:tracePt t="88871" x="1435100" y="5810250"/>
          <p14:tracePt t="88888" x="1473200" y="5810250"/>
          <p14:tracePt t="88905" x="1543050" y="5816600"/>
          <p14:tracePt t="88921" x="1587500" y="5822950"/>
          <p14:tracePt t="88938" x="1644650" y="5829300"/>
          <p14:tracePt t="88955" x="1695450" y="5835650"/>
          <p14:tracePt t="88971" x="1714500" y="5848350"/>
          <p14:tracePt t="88988" x="1739900" y="5854700"/>
          <p14:tracePt t="89004" x="1765300" y="5861050"/>
          <p14:tracePt t="89021" x="1771650" y="5861050"/>
          <p14:tracePt t="89038" x="1784350" y="5861050"/>
          <p14:tracePt t="89054" x="1803400" y="5861050"/>
          <p14:tracePt t="89071" x="1816100" y="5867400"/>
          <p14:tracePt t="89088" x="1841500" y="5867400"/>
          <p14:tracePt t="89104" x="1892300" y="5873750"/>
          <p14:tracePt t="89122" x="1949450" y="5873750"/>
          <p14:tracePt t="89137" x="1987550" y="5873750"/>
          <p14:tracePt t="89154" x="2063750" y="5873750"/>
          <p14:tracePt t="89171" x="2184400" y="5867400"/>
          <p14:tracePt t="89187" x="2247900" y="5861050"/>
          <p14:tracePt t="89203" x="2324100" y="5861050"/>
          <p14:tracePt t="89221" x="2641600" y="5829300"/>
          <p14:tracePt t="89237" x="2755900" y="5829300"/>
          <p14:tracePt t="89253" x="2857500" y="5816600"/>
          <p14:tracePt t="89270" x="3124200" y="5784850"/>
          <p14:tracePt t="89287" x="3365500" y="5765800"/>
          <p14:tracePt t="89303" x="3479800" y="5753100"/>
          <p14:tracePt t="89320" x="3702050" y="5721350"/>
          <p14:tracePt t="89336" x="3930650" y="5702300"/>
          <p14:tracePt t="89354" x="4095750" y="5670550"/>
          <p14:tracePt t="89369" x="4171950" y="5664200"/>
          <p14:tracePt t="89386" x="4292600" y="5645150"/>
          <p14:tracePt t="89403" x="4381500" y="5594350"/>
          <p14:tracePt t="91136" x="4286250" y="5594350"/>
          <p14:tracePt t="91149" x="4159250" y="5594350"/>
          <p14:tracePt t="91157" x="4025900" y="5594350"/>
          <p14:tracePt t="91171" x="3886200" y="5594350"/>
          <p14:tracePt t="91180" x="3759200" y="5607050"/>
          <p14:tracePt t="91197" x="3581400" y="5619750"/>
          <p14:tracePt t="91214" x="3257550" y="5657850"/>
          <p14:tracePt t="91230" x="2997200" y="5708650"/>
          <p14:tracePt t="91247" x="2857500" y="5734050"/>
          <p14:tracePt t="91263" x="2546350" y="5816600"/>
          <p14:tracePt t="91280" x="2324100" y="5854700"/>
          <p14:tracePt t="91297" x="2171700" y="5861050"/>
          <p14:tracePt t="91313" x="2101850" y="5854700"/>
          <p14:tracePt t="91329" x="1987550" y="5835650"/>
          <p14:tracePt t="91346" x="1936750" y="5829300"/>
          <p14:tracePt t="91363" x="1924050" y="5829300"/>
          <p14:tracePt t="91380" x="1911350" y="5829300"/>
          <p14:tracePt t="91396" x="1892300" y="5810250"/>
          <p14:tracePt t="91413" x="1885950" y="5803900"/>
          <p14:tracePt t="91430" x="1860550" y="5778500"/>
          <p14:tracePt t="91445" x="1854200" y="5778500"/>
          <p14:tracePt t="91462" x="1841500" y="5759450"/>
          <p14:tracePt t="91480" x="1828800" y="5746750"/>
          <p14:tracePt t="91495" x="1828800" y="5740400"/>
          <p14:tracePt t="91529" x="1822450" y="5734050"/>
          <p14:tracePt t="91578" x="1816100" y="5734050"/>
          <p14:tracePt t="91620" x="1809750" y="5734050"/>
          <p14:tracePt t="91626" x="1797050" y="5734050"/>
          <p14:tracePt t="91648" x="1784350" y="5740400"/>
          <p14:tracePt t="91663" x="1765300" y="5740400"/>
          <p14:tracePt t="91669" x="1752600" y="5740400"/>
          <p14:tracePt t="91678" x="1727200" y="5746750"/>
          <p14:tracePt t="91695" x="1708150" y="5753100"/>
          <p14:tracePt t="91712" x="1663700" y="5765800"/>
          <p14:tracePt t="91728" x="1638300" y="5778500"/>
          <p14:tracePt t="91745" x="1593850" y="5784850"/>
          <p14:tracePt t="91761" x="1574800" y="5791200"/>
          <p14:tracePt t="91795" x="1562100" y="5791200"/>
          <p14:tracePt t="91907" x="1574800" y="5791200"/>
          <p14:tracePt t="91921" x="1581150" y="5791200"/>
          <p14:tracePt t="91930" x="1600200" y="5791200"/>
          <p14:tracePt t="91944" x="1625600" y="5791200"/>
          <p14:tracePt t="91961" x="1720850" y="5778500"/>
          <p14:tracePt t="91978" x="1898650" y="5765800"/>
          <p14:tracePt t="91994" x="2012950" y="5746750"/>
          <p14:tracePt t="92011" x="2139950" y="5746750"/>
          <p14:tracePt t="92027" x="2565400" y="5702300"/>
          <p14:tracePt t="92044" x="2711450" y="5683250"/>
          <p14:tracePt t="92061" x="2851150" y="5670550"/>
          <p14:tracePt t="92077" x="3105150" y="5651500"/>
          <p14:tracePt t="92094" x="3346450" y="5626100"/>
          <p14:tracePt t="92111" x="3575050" y="5588000"/>
          <p14:tracePt t="92127" x="3689350" y="5575300"/>
          <p14:tracePt t="92143" x="3917950" y="5556250"/>
          <p14:tracePt t="92160" x="4127500" y="5511800"/>
          <p14:tracePt t="92176" x="4216400" y="5505450"/>
          <p14:tracePt t="92193" x="4349750" y="5473700"/>
          <p14:tracePt t="92210" x="4445000" y="5441950"/>
          <p14:tracePt t="92226" x="4476750" y="5429250"/>
          <p14:tracePt t="92243" x="4521200" y="5403850"/>
          <p14:tracePt t="92260" x="4546600" y="5391150"/>
          <p14:tracePt t="92276" x="4559300" y="5384800"/>
          <p14:tracePt t="92294" x="4565650" y="5372100"/>
          <p14:tracePt t="92309" x="4572000" y="5365750"/>
          <p14:tracePt t="92326" x="4578350" y="5365750"/>
          <p14:tracePt t="92329" x="4584700" y="5365750"/>
          <p14:tracePt t="92370" x="4591050" y="5359400"/>
          <p14:tracePt t="92377" x="4597400" y="5359400"/>
          <p14:tracePt t="92419" x="4603750" y="5353050"/>
          <p14:tracePt t="92440" x="4603750" y="5346700"/>
          <p14:tracePt t="92461" x="4603750" y="5340350"/>
          <p14:tracePt t="92468" x="4603750" y="5334000"/>
          <p14:tracePt t="92483" x="4603750" y="5327650"/>
          <p14:tracePt t="92492" x="4603750" y="5321300"/>
          <p14:tracePt t="92508" x="4603750" y="5302250"/>
          <p14:tracePt t="92526" x="4622800" y="5207000"/>
          <p14:tracePt t="92542" x="4641850" y="5003800"/>
          <p14:tracePt t="92559" x="4635500" y="4635500"/>
          <p14:tracePt t="92575" x="4622800" y="4368800"/>
          <p14:tracePt t="92592" x="4502150" y="3619500"/>
          <p14:tracePt t="92609" x="4279900" y="2698750"/>
          <p14:tracePt t="92625" x="4146550" y="2184400"/>
          <p14:tracePt t="92642" x="3994150" y="1695450"/>
          <p14:tracePt t="92658" x="3708400" y="882650"/>
          <p14:tracePt t="92675" x="3486150" y="349250"/>
          <p14:tracePt t="92691" x="3416300" y="196850"/>
          <p14:tracePt t="92708" x="3321050" y="25400"/>
          <p14:tracePt t="92724" x="3257550" y="0"/>
          <p14:tracePt t="92742" x="3200400" y="0"/>
          <p14:tracePt t="92758" x="3175000" y="0"/>
          <p14:tracePt t="92774" x="3130550" y="0"/>
          <p14:tracePt t="92792" x="3073400" y="0"/>
          <p14:tracePt t="92808" x="3054350" y="0"/>
          <p14:tracePt t="92825" x="3016250" y="0"/>
          <p14:tracePt t="92841" x="2984500" y="0"/>
          <p14:tracePt t="92858" x="2959100" y="0"/>
          <p14:tracePt t="92875" x="2933700" y="0"/>
          <p14:tracePt t="92890" x="2901950" y="0"/>
          <p14:tracePt t="92908" x="2876550" y="0"/>
          <p14:tracePt t="92925" x="2857500" y="0"/>
          <p14:tracePt t="92940" x="2832100" y="0"/>
          <p14:tracePt t="92957" x="2819400" y="6350"/>
          <p14:tracePt t="92974" x="2781300" y="25400"/>
          <p14:tracePt t="92991" x="2749550" y="50800"/>
          <p14:tracePt t="93010" x="2616200" y="152400"/>
          <p14:tracePt t="93024" x="2559050" y="196850"/>
          <p14:tracePt t="93040" x="2489200" y="241300"/>
          <p14:tracePt t="93057" x="2362200" y="330200"/>
          <p14:tracePt t="93073" x="2235200" y="387350"/>
          <p14:tracePt t="93090" x="2178050" y="400050"/>
          <p14:tracePt t="93107" x="2076450" y="419100"/>
          <p14:tracePt t="93123" x="1981200" y="431800"/>
          <p14:tracePt t="93140" x="1962150" y="431800"/>
          <p14:tracePt t="93157" x="1917700" y="431800"/>
          <p14:tracePt t="93173" x="1898650" y="431800"/>
          <p14:tracePt t="93190" x="1892300" y="425450"/>
          <p14:tracePt t="93207" x="1879600" y="425450"/>
          <p14:tracePt t="93223" x="1879600" y="419100"/>
          <p14:tracePt t="93240" x="1873250" y="412750"/>
          <p14:tracePt t="93346" x="1879600" y="412750"/>
          <p14:tracePt t="93374" x="1885950" y="419100"/>
          <p14:tracePt t="93380" x="1892300" y="419100"/>
          <p14:tracePt t="93395" x="1898650" y="419100"/>
          <p14:tracePt t="93405" x="1911350" y="425450"/>
          <p14:tracePt t="93423" x="1936750" y="431800"/>
          <p14:tracePt t="93439" x="2006600" y="444500"/>
          <p14:tracePt t="93456" x="2152650" y="482600"/>
          <p14:tracePt t="93472" x="2336800" y="539750"/>
          <p14:tracePt t="93489" x="2425700" y="565150"/>
          <p14:tracePt t="93505" x="2571750" y="603250"/>
          <p14:tracePt t="93522" x="2667000" y="622300"/>
          <p14:tracePt t="93539" x="2686050" y="635000"/>
          <p14:tracePt t="93557" x="2724150" y="641350"/>
          <p14:tracePt t="93572" x="2749550" y="647700"/>
          <p14:tracePt t="93588" x="2768600" y="666750"/>
          <p14:tracePt t="93605" x="2787650" y="673100"/>
          <p14:tracePt t="95076" x="2768600" y="673100"/>
          <p14:tracePt t="95084" x="2736850" y="673100"/>
          <p14:tracePt t="95097" x="2698750" y="673100"/>
          <p14:tracePt t="95104" x="2647950" y="660400"/>
          <p14:tracePt t="95120" x="2603500" y="660400"/>
          <p14:tracePt t="95133" x="2552700" y="654050"/>
          <p14:tracePt t="95150" x="2470150" y="647700"/>
          <p14:tracePt t="95168" x="2393950" y="635000"/>
          <p14:tracePt t="95183" x="2362200" y="628650"/>
          <p14:tracePt t="95199" x="2279650" y="609600"/>
          <p14:tracePt t="95217" x="2209800" y="603250"/>
          <p14:tracePt t="95233" x="2178050" y="590550"/>
          <p14:tracePt t="95249" x="2120900" y="571500"/>
          <p14:tracePt t="95266" x="2063750" y="558800"/>
          <p14:tracePt t="95282" x="2032000" y="552450"/>
          <p14:tracePt t="95299" x="1981200" y="546100"/>
          <p14:tracePt t="95316" x="1943100" y="533400"/>
          <p14:tracePt t="95332" x="1930400" y="527050"/>
          <p14:tracePt t="95350" x="1917700" y="514350"/>
          <p14:tracePt t="95366" x="1911350" y="514350"/>
          <p14:tracePt t="95383" x="1911350" y="508000"/>
          <p14:tracePt t="95427" x="1911350" y="501650"/>
          <p14:tracePt t="95434" x="1911350" y="495300"/>
          <p14:tracePt t="95449" x="1905000" y="495300"/>
          <p14:tracePt t="95455" x="1892300" y="482600"/>
          <p14:tracePt t="95469" x="1879600" y="469900"/>
          <p14:tracePt t="95482" x="1860550" y="450850"/>
          <p14:tracePt t="95498" x="1778000" y="387350"/>
          <p14:tracePt t="95515" x="1733550" y="349250"/>
          <p14:tracePt t="95532" x="1619250" y="285750"/>
          <p14:tracePt t="95548" x="1524000" y="247650"/>
          <p14:tracePt t="95565" x="1479550" y="241300"/>
          <p14:tracePt t="95582" x="1435100" y="234950"/>
          <p14:tracePt t="95598" x="1397000" y="234950"/>
          <p14:tracePt t="95615" x="1390650" y="241300"/>
          <p14:tracePt t="95631" x="1390650" y="254000"/>
          <p14:tracePt t="95648" x="1403350" y="279400"/>
          <p14:tracePt t="95666" x="1435100" y="317500"/>
          <p14:tracePt t="95681" x="1460500" y="330200"/>
          <p14:tracePt t="95698" x="1473200" y="355600"/>
          <p14:tracePt t="95715" x="1498600" y="374650"/>
          <p14:tracePt t="95778" x="1485900" y="374650"/>
          <p14:tracePt t="95784" x="1460500" y="368300"/>
          <p14:tracePt t="95800" x="1435100" y="368300"/>
          <p14:tracePt t="95814" x="1397000" y="361950"/>
          <p14:tracePt t="95831" x="1276350" y="355600"/>
          <p14:tracePt t="95848" x="1162050" y="342900"/>
          <p14:tracePt t="95864" x="1111250" y="342900"/>
          <p14:tracePt t="95881" x="1054100" y="342900"/>
          <p14:tracePt t="95897" x="1035050" y="342900"/>
          <p14:tracePt t="95914" x="1028700" y="342900"/>
          <p14:tracePt t="95947" x="1054100" y="349250"/>
          <p14:tracePt t="95964" x="1073150" y="361950"/>
          <p14:tracePt t="95981" x="1149350" y="393700"/>
          <p14:tracePt t="95997" x="1206500" y="412750"/>
          <p14:tracePt t="96013" x="1219200" y="412750"/>
          <p14:tracePt t="96030" x="1231900" y="412750"/>
          <p14:tracePt t="96198" x="1238250" y="412750"/>
          <p14:tracePt t="96220" x="1244600" y="412750"/>
          <p14:tracePt t="96226" x="1257300" y="419100"/>
          <p14:tracePt t="96241" x="1263650" y="419100"/>
          <p14:tracePt t="96249" x="1276350" y="419100"/>
          <p14:tracePt t="96263" x="1295400" y="431800"/>
          <p14:tracePt t="96279" x="1346200" y="444500"/>
          <p14:tracePt t="96296" x="1397000" y="450850"/>
          <p14:tracePt t="96313" x="1416050" y="457200"/>
          <p14:tracePt t="96329" x="1441450" y="463550"/>
          <p14:tracePt t="96346" x="1466850" y="469900"/>
          <p14:tracePt t="96362" x="1473200" y="469900"/>
          <p14:tracePt t="96379" x="1479550" y="469900"/>
          <p14:tracePt t="96395" x="1485900" y="476250"/>
          <p14:tracePt t="96413" x="1492250" y="482600"/>
          <p14:tracePt t="96451" x="1492250" y="488950"/>
          <p14:tracePt t="96479" x="1498600" y="495300"/>
          <p14:tracePt t="96507" x="1504950" y="508000"/>
          <p14:tracePt t="96521" x="1511300" y="514350"/>
          <p14:tracePt t="96531" x="1524000" y="533400"/>
          <p14:tracePt t="96544" x="1549400" y="558800"/>
          <p14:tracePt t="96561" x="1606550" y="635000"/>
          <p14:tracePt t="96578" x="1695450" y="736600"/>
          <p14:tracePt t="96595" x="1720850" y="781050"/>
          <p14:tracePt t="96613" x="1790700" y="876300"/>
          <p14:tracePt t="96627" x="1847850" y="952500"/>
          <p14:tracePt t="96644" x="1879600" y="996950"/>
          <p14:tracePt t="96662" x="1943100" y="1066800"/>
          <p14:tracePt t="96677" x="1962150" y="1111250"/>
          <p14:tracePt t="97219" x="1962150" y="1130300"/>
          <p14:tracePt t="97233" x="1962150" y="1168400"/>
          <p14:tracePt t="97240" x="1949450" y="1206500"/>
          <p14:tracePt t="97247" x="1943100" y="1238250"/>
          <p14:tracePt t="97262" x="1943100" y="1270000"/>
          <p14:tracePt t="97276" x="1936750" y="1295400"/>
          <p14:tracePt t="97292" x="1936750" y="1352550"/>
          <p14:tracePt t="97310" x="1936750" y="1384300"/>
          <p14:tracePt t="97325" x="1936750" y="1447800"/>
          <p14:tracePt t="97342" x="1949450" y="1517650"/>
          <p14:tracePt t="97360" x="1962150" y="1587500"/>
          <p14:tracePt t="97375" x="1974850" y="1638300"/>
          <p14:tracePt t="97392" x="1981200" y="1682750"/>
          <p14:tracePt t="97395" x="2000250" y="1720850"/>
          <p14:tracePt t="97409" x="2012950" y="1828800"/>
          <p14:tracePt t="97425" x="2032000" y="1898650"/>
          <p14:tracePt t="97442" x="2044700" y="1987550"/>
          <p14:tracePt t="97459" x="2082800" y="2146300"/>
          <p14:tracePt t="97475" x="2127250" y="2336800"/>
          <p14:tracePt t="97491" x="2146300" y="2432050"/>
          <p14:tracePt t="97508" x="2178050" y="2622550"/>
          <p14:tracePt t="97525" x="2197100" y="2851150"/>
          <p14:tracePt t="97542" x="2216150" y="3079750"/>
          <p14:tracePt t="97558" x="2228850" y="3194050"/>
          <p14:tracePt t="97575" x="2228850" y="3435350"/>
          <p14:tracePt t="97591" x="2222500" y="3676650"/>
          <p14:tracePt t="97607" x="2222500" y="3778250"/>
          <p14:tracePt t="97624" x="2222500" y="3981450"/>
          <p14:tracePt t="97641" x="2203450" y="4133850"/>
          <p14:tracePt t="97658" x="2197100" y="4203700"/>
          <p14:tracePt t="97675" x="2184400" y="4305300"/>
          <p14:tracePt t="97691" x="2178050" y="4349750"/>
          <p14:tracePt t="97707" x="2178050" y="4387850"/>
          <p14:tracePt t="97724" x="2178050" y="4394200"/>
          <p14:tracePt t="98143" x="2178050" y="4425950"/>
          <p14:tracePt t="98150" x="2178050" y="4451350"/>
          <p14:tracePt t="98163" x="2178050" y="4489450"/>
          <p14:tracePt t="98173" x="2178050" y="4521200"/>
          <p14:tracePt t="98189" x="2178050" y="4540250"/>
          <p14:tracePt t="98206" x="2178050" y="4578350"/>
          <p14:tracePt t="98222" x="2178050" y="4622800"/>
          <p14:tracePt t="98239" x="2184400" y="4641850"/>
          <p14:tracePt t="98256" x="2184400" y="4686300"/>
          <p14:tracePt t="98272" x="2203450" y="4743450"/>
          <p14:tracePt t="98289" x="2209800" y="4768850"/>
          <p14:tracePt t="98306" x="2222500" y="4851400"/>
          <p14:tracePt t="98322" x="2235200" y="4895850"/>
          <p14:tracePt t="98340" x="2260600" y="5054600"/>
          <p14:tracePt t="98355" x="2266950" y="5111750"/>
          <p14:tracePt t="98372" x="2266950" y="5175250"/>
          <p14:tracePt t="98389" x="2279650" y="5289550"/>
          <p14:tracePt t="98405" x="2286000" y="5422900"/>
          <p14:tracePt t="98408" x="2286000" y="5473700"/>
          <p14:tracePt t="98438" x="2273300" y="5588000"/>
          <p14:tracePt t="98455" x="2266950" y="5670550"/>
          <p14:tracePt t="98472" x="2254250" y="5702300"/>
          <p14:tracePt t="98488" x="2228850" y="5772150"/>
          <p14:tracePt t="98505" x="2203450" y="5816600"/>
          <p14:tracePt t="98522" x="2184400" y="5854700"/>
          <p14:tracePt t="98538" x="2178050" y="5867400"/>
          <p14:tracePt t="98555" x="2159000" y="5886450"/>
          <p14:tracePt t="98571" x="2146300" y="5892800"/>
          <p14:tracePt t="98588" x="2139950" y="5899150"/>
          <p14:tracePt t="98604" x="2127250" y="5905500"/>
          <p14:tracePt t="98621" x="2108200" y="5924550"/>
          <p14:tracePt t="98638" x="2082800" y="5937250"/>
          <p14:tracePt t="98655" x="2051050" y="5962650"/>
          <p14:tracePt t="98671" x="2025650" y="5975350"/>
          <p14:tracePt t="98687" x="1987550" y="5994400"/>
          <p14:tracePt t="98705" x="1949450" y="6013450"/>
          <p14:tracePt t="98720" x="1930400" y="6026150"/>
          <p14:tracePt t="98737" x="1898650" y="6045200"/>
          <p14:tracePt t="98754" x="1866900" y="6064250"/>
          <p14:tracePt t="98770" x="1854200" y="6070600"/>
          <p14:tracePt t="98787" x="1847850" y="6083300"/>
          <p14:tracePt t="98804" x="1841500" y="6089650"/>
          <p14:tracePt t="98820" x="1835150" y="6089650"/>
          <p14:tracePt t="98838" x="1828800" y="6102350"/>
          <p14:tracePt t="98853" x="1822450" y="6108700"/>
          <p14:tracePt t="98870" x="1816100" y="6115050"/>
          <p14:tracePt t="98887" x="1816100" y="6121400"/>
          <p14:tracePt t="98903" x="1816100" y="6127750"/>
          <p14:tracePt t="99048" x="1809750" y="6134100"/>
          <p14:tracePt t="99083" x="1809750" y="6140450"/>
          <p14:tracePt t="99146" x="1809750" y="6146800"/>
          <p14:tracePt t="99203" x="1816100" y="6146800"/>
          <p14:tracePt t="99238" x="1822450" y="6146800"/>
          <p14:tracePt t="99469" x="1828800" y="6146800"/>
          <p14:tracePt t="99525" x="1835150" y="6146800"/>
          <p14:tracePt t="99595" x="1841500" y="6146800"/>
          <p14:tracePt t="99686" x="1847850" y="6146800"/>
          <p14:tracePt t="99693" x="1847850" y="6140450"/>
          <p14:tracePt t="99728" x="1854200" y="6140450"/>
          <p14:tracePt t="99735" x="1860550" y="6140450"/>
          <p14:tracePt t="99749" x="1866900" y="6140450"/>
          <p14:tracePt t="99763" x="1873250" y="6140450"/>
          <p14:tracePt t="99777" x="1879600" y="6140450"/>
          <p14:tracePt t="99805" x="1885950" y="6140450"/>
          <p14:tracePt t="99826" x="1892300" y="6140450"/>
          <p14:tracePt t="99847" x="1898650" y="6134100"/>
          <p14:tracePt t="99875" x="1905000" y="6134100"/>
          <p14:tracePt t="99896" x="1911350" y="6134100"/>
          <p14:tracePt t="99938" x="1917700" y="6134100"/>
          <p14:tracePt t="99946" x="1924050" y="6134100"/>
          <p14:tracePt t="99995" x="1930400" y="6134100"/>
          <p14:tracePt t="100009" x="1936750" y="6134100"/>
          <p14:tracePt t="100018" x="1943100" y="6134100"/>
          <p14:tracePt t="100033" x="1949450" y="6134100"/>
          <p14:tracePt t="100050" x="1974850" y="6127750"/>
          <p14:tracePt t="100066" x="2012950" y="6127750"/>
          <p14:tracePt t="100083" x="2032000" y="6127750"/>
          <p14:tracePt t="100100" x="2095500" y="6115050"/>
          <p14:tracePt t="100116" x="2159000" y="6115050"/>
          <p14:tracePt t="100133" x="2184400" y="6108700"/>
          <p14:tracePt t="100150" x="2235200" y="6108700"/>
          <p14:tracePt t="100166" x="2266950" y="6102350"/>
          <p14:tracePt t="100183" x="2324100" y="6096000"/>
          <p14:tracePt t="100199" x="2387600" y="6096000"/>
          <p14:tracePt t="100216" x="2413000" y="6096000"/>
          <p14:tracePt t="100232" x="2470150" y="6096000"/>
          <p14:tracePt t="100249" x="2527300" y="6102350"/>
          <p14:tracePt t="100266" x="2546350" y="6102350"/>
          <p14:tracePt t="100283" x="2597150" y="6108700"/>
          <p14:tracePt t="100299" x="2635250" y="6115050"/>
          <p14:tracePt t="100315" x="2654300" y="6115050"/>
          <p14:tracePt t="100332" x="2686050" y="6121400"/>
          <p14:tracePt t="100349" x="2711450" y="6127750"/>
          <p14:tracePt t="100367" x="2724150" y="6127750"/>
          <p14:tracePt t="100383" x="2743200" y="6127750"/>
          <p14:tracePt t="100398" x="2749550" y="6134100"/>
          <p14:tracePt t="100416" x="2762250" y="6134100"/>
          <p14:tracePt t="100431" x="2768600" y="6134100"/>
          <p14:tracePt t="100457" x="2774950" y="6134100"/>
          <p14:tracePt t="100507" x="2781300" y="6134100"/>
          <p14:tracePt t="101167" x="2781300" y="6127750"/>
          <p14:tracePt t="101307" x="2774950" y="6127750"/>
          <p14:tracePt t="101979" x="2794000" y="6127750"/>
          <p14:tracePt t="101994" x="2819400" y="6127750"/>
          <p14:tracePt t="102000" x="2857500" y="6127750"/>
          <p14:tracePt t="102014" x="2889250" y="6127750"/>
          <p14:tracePt t="102026" x="2914650" y="6127750"/>
          <p14:tracePt t="102043" x="2965450" y="6127750"/>
          <p14:tracePt t="102059" x="2978150" y="6127750"/>
          <p14:tracePt t="102075" x="3016250" y="6127750"/>
          <p14:tracePt t="102092" x="3048000" y="6121400"/>
          <p14:tracePt t="102109" x="3060700" y="6121400"/>
          <p14:tracePt t="102126" x="3105150" y="6121400"/>
          <p14:tracePt t="102142" x="3143250" y="6121400"/>
          <p14:tracePt t="102158" x="3162300" y="6121400"/>
          <p14:tracePt t="102176" x="3206750" y="6127750"/>
          <p14:tracePt t="102192" x="3238500" y="6134100"/>
          <p14:tracePt t="102209" x="3257550" y="6134100"/>
          <p14:tracePt t="102225" x="3282950" y="6140450"/>
          <p14:tracePt t="102242" x="3295650" y="6140450"/>
          <p14:tracePt t="102259" x="3327400" y="6146800"/>
          <p14:tracePt t="102275" x="3333750" y="6146800"/>
          <p14:tracePt t="102291" x="3340100" y="6153150"/>
          <p14:tracePt t="102325" x="3352800" y="6153150"/>
          <p14:tracePt t="102341" x="3352800" y="6159500"/>
          <p14:tracePt t="102374" x="3359150" y="6159500"/>
          <p14:tracePt t="103052" x="3365500" y="6159500"/>
          <p14:tracePt t="103094" x="3371850" y="6159500"/>
          <p14:tracePt t="103136" x="3378200" y="6153150"/>
          <p14:tracePt t="103193" x="3384550" y="6146800"/>
          <p14:tracePt t="103214" x="3390900" y="6146800"/>
          <p14:tracePt t="103228" x="3397250" y="6146800"/>
          <p14:tracePt t="103235" x="3409950" y="6146800"/>
          <p14:tracePt t="103242" x="3422650" y="6140450"/>
          <p14:tracePt t="103258" x="3435350" y="6140450"/>
          <p14:tracePt t="103271" x="3454400" y="6140450"/>
          <p14:tracePt t="103288" x="3505200" y="6140450"/>
          <p14:tracePt t="103305" x="3562350" y="6134100"/>
          <p14:tracePt t="103322" x="3587750" y="6134100"/>
          <p14:tracePt t="103338" x="3663950" y="6134100"/>
          <p14:tracePt t="103354" x="3746500" y="6127750"/>
          <p14:tracePt t="103371" x="3790950" y="6121400"/>
          <p14:tracePt t="103388" x="3867150" y="6121400"/>
          <p14:tracePt t="103404" x="3937000" y="6121400"/>
          <p14:tracePt t="103421" x="3962400" y="6121400"/>
          <p14:tracePt t="103439" x="4019550" y="6121400"/>
          <p14:tracePt t="103454" x="4064000" y="6121400"/>
          <p14:tracePt t="103471" x="4083050" y="6121400"/>
          <p14:tracePt t="103488" x="4133850" y="6121400"/>
          <p14:tracePt t="103504" x="4159250" y="6121400"/>
          <p14:tracePt t="103523" x="4210050" y="6121400"/>
          <p14:tracePt t="103537" x="4235450" y="6121400"/>
          <p14:tracePt t="103554" x="4241800" y="6121400"/>
          <p14:tracePt t="103571" x="4279900" y="6121400"/>
          <p14:tracePt t="103587" x="4286250" y="6121400"/>
          <p14:tracePt t="103604" x="4292600" y="6121400"/>
          <p14:tracePt t="103622" x="4305300" y="6121400"/>
          <p14:tracePt t="103653" x="4311650" y="6121400"/>
          <p14:tracePt t="103986" x="4318000" y="6121400"/>
          <p14:tracePt t="104070" x="4324350" y="6121400"/>
          <p14:tracePt t="104105" x="4330700" y="6121400"/>
          <p14:tracePt t="104126" x="4337050" y="6121400"/>
          <p14:tracePt t="104140" x="4343400" y="6121400"/>
          <p14:tracePt t="104147" x="4349750" y="6121400"/>
          <p14:tracePt t="104155" x="4362450" y="6121400"/>
          <p14:tracePt t="104175" x="4381500" y="6127750"/>
          <p14:tracePt t="104189" x="4400550" y="6127750"/>
          <p14:tracePt t="104202" x="4432300" y="6127750"/>
          <p14:tracePt t="104218" x="4508500" y="6127750"/>
          <p14:tracePt t="104235" x="4559300" y="6127750"/>
          <p14:tracePt t="104252" x="4679950" y="6134100"/>
          <p14:tracePt t="104269" x="4819650" y="6146800"/>
          <p14:tracePt t="104285" x="4883150" y="6153150"/>
          <p14:tracePt t="104301" x="5054600" y="6172200"/>
          <p14:tracePt t="104318" x="5207000" y="6184900"/>
          <p14:tracePt t="104334" x="5270500" y="6191250"/>
          <p14:tracePt t="104352" x="5403850" y="6223000"/>
          <p14:tracePt t="104368" x="5511800" y="6248400"/>
          <p14:tracePt t="104385" x="5556250" y="6254750"/>
          <p14:tracePt t="104400" x="5638800" y="6273800"/>
          <p14:tracePt t="104418" x="5664200" y="6273800"/>
          <p14:tracePt t="104435" x="5727700" y="6273800"/>
          <p14:tracePt t="104451" x="5740400" y="6273800"/>
          <p14:tracePt t="104454" x="5746750" y="6273800"/>
          <p14:tracePt t="104484" x="5759450" y="6273800"/>
          <p14:tracePt t="104501" x="5772150" y="6273800"/>
          <p14:tracePt t="104540" x="5778500" y="6273800"/>
          <p14:tracePt t="104596" x="5778500" y="6267450"/>
          <p14:tracePt t="104638" x="5772150" y="6261100"/>
          <p14:tracePt t="104680" x="5765800" y="6261100"/>
          <p14:tracePt t="104707" x="5759450" y="6261100"/>
          <p14:tracePt t="104714" x="5753100" y="6261100"/>
          <p14:tracePt t="104728" x="5740400" y="6254750"/>
          <p14:tracePt t="104736" x="5721350" y="6248400"/>
          <p14:tracePt t="104753" x="5676900" y="6242050"/>
          <p14:tracePt t="104766" x="5626100" y="6235700"/>
          <p14:tracePt t="104783" x="5480050" y="6203950"/>
          <p14:tracePt t="104800" x="5251450" y="6172200"/>
          <p14:tracePt t="104816" x="5124450" y="6159500"/>
          <p14:tracePt t="104833" x="4870450" y="6127750"/>
          <p14:tracePt t="104850" x="4603750" y="6127750"/>
          <p14:tracePt t="104866" x="4502150" y="6127750"/>
          <p14:tracePt t="104883" x="4305300" y="6127750"/>
          <p14:tracePt t="104899" x="4146550" y="6134100"/>
          <p14:tracePt t="104916" x="4095750" y="6134100"/>
          <p14:tracePt t="104933" x="3981450" y="6134100"/>
          <p14:tracePt t="104949" x="3911600" y="6140450"/>
          <p14:tracePt t="104966" x="3886200" y="6140450"/>
          <p14:tracePt t="104969" x="3867150" y="6140450"/>
          <p14:tracePt t="104984" x="3854450" y="6140450"/>
          <p14:tracePt t="104999" x="3816350" y="6140450"/>
          <p14:tracePt t="105016" x="3810000" y="6140450"/>
          <p14:tracePt t="105032" x="3797300" y="6134100"/>
          <p14:tracePt t="105049" x="3784600" y="6134100"/>
          <p14:tracePt t="105066" x="3765550" y="6134100"/>
          <p14:tracePt t="105102" x="3759200" y="6134100"/>
          <p14:tracePt t="105129" x="3752850" y="6134100"/>
          <p14:tracePt t="105347" x="3771900" y="6134100"/>
          <p14:tracePt t="105361" x="3822700" y="6140450"/>
          <p14:tracePt t="105368" x="3886200" y="6140450"/>
          <p14:tracePt t="105384" x="3975100" y="6140450"/>
          <p14:tracePt t="105397" x="4076700" y="6146800"/>
          <p14:tracePt t="105414" x="4311650" y="6146800"/>
          <p14:tracePt t="105431" x="4565650" y="6159500"/>
          <p14:tracePt t="105447" x="4692650" y="6159500"/>
          <p14:tracePt t="105464" x="4921250" y="6159500"/>
          <p14:tracePt t="105480" x="5137150" y="6159500"/>
          <p14:tracePt t="105497" x="5213350" y="6165850"/>
          <p14:tracePt t="105514" x="5340350" y="6178550"/>
          <p14:tracePt t="105530" x="5435600" y="6184900"/>
          <p14:tracePt t="105547" x="5473700" y="6184900"/>
          <p14:tracePt t="105564" x="5518150" y="6191250"/>
          <p14:tracePt t="105580" x="5549900" y="6191250"/>
          <p14:tracePt t="105597" x="5556250" y="6191250"/>
          <p14:tracePt t="105614" x="5568950" y="6191250"/>
          <p14:tracePt t="105648" x="5575300" y="6191250"/>
          <p14:tracePt t="105698" x="5581650" y="6191250"/>
          <p14:tracePt t="105753" x="5588000" y="6191250"/>
          <p14:tracePt t="105803" x="5594350" y="6191250"/>
          <p14:tracePt t="105831" x="5600700" y="6191250"/>
          <p14:tracePt t="105838" x="5600700" y="6184900"/>
          <p14:tracePt t="105859" x="5607050" y="6184900"/>
          <p14:tracePt t="105901" x="5613400" y="6184900"/>
          <p14:tracePt t="105907" x="5619750" y="6184900"/>
          <p14:tracePt t="105943" x="5626100" y="6184900"/>
          <p14:tracePt t="105971" x="5632450" y="6184900"/>
          <p14:tracePt t="106013" x="5638800" y="6184900"/>
          <p14:tracePt t="106041" x="5645150" y="6178550"/>
          <p14:tracePt t="106112" x="5651500" y="6172200"/>
          <p14:tracePt t="106140" x="5657850" y="6172200"/>
          <p14:tracePt t="106146" x="5664200" y="6172200"/>
          <p14:tracePt t="107187" x="5670550" y="6172200"/>
          <p14:tracePt t="107201" x="5676900" y="6172200"/>
          <p14:tracePt t="107257" x="5683250" y="6172200"/>
          <p14:tracePt t="107264" x="5689600" y="6172200"/>
          <p14:tracePt t="107274" x="5695950" y="6172200"/>
          <p14:tracePt t="107313" x="5702300" y="6172200"/>
          <p14:tracePt t="107334" x="5708650" y="6172200"/>
          <p14:tracePt t="107362" x="5715000" y="6172200"/>
          <p14:tracePt t="107397" x="5721350" y="6172200"/>
          <p14:tracePt t="107433" x="5727700" y="6172200"/>
          <p14:tracePt t="107468" x="5734050" y="6172200"/>
          <p14:tracePt t="107482" x="5740400" y="6172200"/>
          <p14:tracePt t="107538" x="5746750" y="6172200"/>
          <p14:tracePt t="107545" x="5753100" y="6172200"/>
          <p14:tracePt t="107573" x="5759450" y="6172200"/>
          <p14:tracePt t="107587" x="5765800" y="6172200"/>
          <p14:tracePt t="107594" x="5772150" y="6172200"/>
          <p14:tracePt t="107609" x="5778500" y="6172200"/>
          <p14:tracePt t="107623" x="5791200" y="6172200"/>
          <p14:tracePt t="107640" x="5797550" y="6172200"/>
          <p14:tracePt t="107657" x="5822950" y="6172200"/>
          <p14:tracePt t="107673" x="5835650" y="6172200"/>
          <p14:tracePt t="107690" x="5867400" y="6172200"/>
          <p14:tracePt t="107706" x="5892800" y="6172200"/>
          <p14:tracePt t="107723" x="5905500" y="6172200"/>
          <p14:tracePt t="107739" x="5937250" y="6172200"/>
          <p14:tracePt t="107756" x="5956300" y="6172200"/>
          <p14:tracePt t="107773" x="5969000" y="6172200"/>
          <p14:tracePt t="107790" x="5981700" y="6172200"/>
          <p14:tracePt t="107806" x="5994400" y="6165850"/>
          <p14:tracePt t="107823" x="6000750" y="6165850"/>
          <p14:tracePt t="107839" x="6013450" y="6165850"/>
          <p14:tracePt t="107856" x="6019800" y="6165850"/>
          <p14:tracePt t="107903" x="6026150" y="6165850"/>
          <p14:tracePt t="107924" x="6032500" y="6165850"/>
          <p14:tracePt t="107966" x="6038850" y="6165850"/>
          <p14:tracePt t="107973" x="6045200" y="6165850"/>
          <p14:tracePt t="108028" x="6051550" y="6159500"/>
          <p14:tracePt t="108036" x="6057900" y="6159500"/>
          <p14:tracePt t="108085" x="6064250" y="6159500"/>
          <p14:tracePt t="108099" x="6070600" y="6159500"/>
          <p14:tracePt t="108113" x="6076950" y="6153150"/>
          <p14:tracePt t="108148" x="6083300" y="6153150"/>
          <p14:tracePt t="108156" x="6089650" y="6153150"/>
          <p14:tracePt t="108176" x="6096000" y="6153150"/>
          <p14:tracePt t="108225" x="6102350" y="6146800"/>
          <p14:tracePt t="108246" x="6108700" y="6146800"/>
          <p14:tracePt t="108253" x="6115050" y="6146800"/>
          <p14:tracePt t="108288" x="6121400" y="6146800"/>
          <p14:tracePt t="108317" x="6127750" y="6146800"/>
          <p14:tracePt t="108345" x="6134100" y="6146800"/>
          <p14:tracePt t="108387" x="6140450" y="6146800"/>
          <p14:tracePt t="108428" x="6146800" y="6146800"/>
          <p14:tracePt t="108464" x="6153150" y="6146800"/>
          <p14:tracePt t="108506" x="6159500" y="6146800"/>
          <p14:tracePt t="109880" x="6165850" y="6146800"/>
          <p14:tracePt t="110000" x="6172200" y="6153150"/>
          <p14:tracePt t="110021" x="6172200" y="6159500"/>
          <p14:tracePt t="110028" x="6184900" y="6159500"/>
          <p14:tracePt t="110042" x="6191250" y="6165850"/>
          <p14:tracePt t="110051" x="6197600" y="6165850"/>
          <p14:tracePt t="110065" x="6210300" y="6172200"/>
          <p14:tracePt t="110081" x="6229350" y="6178550"/>
          <p14:tracePt t="110099" x="6254750" y="6184900"/>
          <p14:tracePt t="110115" x="6280150" y="6191250"/>
          <p14:tracePt t="110132" x="6299200" y="6191250"/>
          <p14:tracePt t="110148" x="6362700" y="6203950"/>
          <p14:tracePt t="110164" x="6381750" y="6203950"/>
          <p14:tracePt t="110181" x="6400800" y="6203950"/>
          <p14:tracePt t="110198" x="6432550" y="6203950"/>
          <p14:tracePt t="110214" x="6477000" y="6210300"/>
          <p14:tracePt t="110232" x="6502400" y="6210300"/>
          <p14:tracePt t="110247" x="6515100" y="6210300"/>
          <p14:tracePt t="110264" x="6546850" y="6203950"/>
          <p14:tracePt t="110281" x="6572250" y="6203950"/>
          <p14:tracePt t="110297" x="6584950" y="6203950"/>
          <p14:tracePt t="110314" x="6616700" y="6203950"/>
          <p14:tracePt t="110331" x="6648450" y="6197600"/>
          <p14:tracePt t="110347" x="6667500" y="6197600"/>
          <p14:tracePt t="110364" x="6711950" y="6191250"/>
          <p14:tracePt t="110380" x="6743700" y="6184900"/>
          <p14:tracePt t="110397" x="6762750" y="6184900"/>
          <p14:tracePt t="110415" x="6807200" y="6184900"/>
          <p14:tracePt t="110431" x="6838950" y="6184900"/>
          <p14:tracePt t="110447" x="6851650" y="6184900"/>
          <p14:tracePt t="110464" x="6864350" y="6184900"/>
          <p14:tracePt t="110480" x="6877050" y="6184900"/>
          <p14:tracePt t="110496" x="6896100" y="6184900"/>
          <p14:tracePt t="110513" x="6908800" y="6184900"/>
          <p14:tracePt t="110530" x="6915150" y="6184900"/>
          <p14:tracePt t="110547" x="6921500" y="6178550"/>
          <p14:tracePt t="110563" x="6934200" y="6178550"/>
          <p14:tracePt t="110597" x="6940550" y="6178550"/>
          <p14:tracePt t="110613" x="6946900" y="6178550"/>
          <p14:tracePt t="110633" x="6953250" y="6178550"/>
          <p14:tracePt t="110681" x="6959600" y="6172200"/>
          <p14:tracePt t="110695" x="6965950" y="6172200"/>
          <p14:tracePt t="110709" x="6972300" y="6172200"/>
          <p14:tracePt t="110730" x="6978650" y="6172200"/>
          <p14:tracePt t="110751" x="6985000" y="6172200"/>
          <p14:tracePt t="110765" x="6991350" y="6172200"/>
          <p14:tracePt t="110800" x="7004050" y="6172200"/>
          <p14:tracePt t="110814" x="7010400" y="6172200"/>
          <p14:tracePt t="110842" x="7023100" y="6172200"/>
          <p14:tracePt t="110870" x="7035800" y="6172200"/>
          <p14:tracePt t="110884" x="7042150" y="6172200"/>
          <p14:tracePt t="110912" x="7054850" y="6172200"/>
          <p14:tracePt t="110919" x="7061200" y="6172200"/>
          <p14:tracePt t="110933" x="7067550" y="6172200"/>
          <p14:tracePt t="110945" x="7086600" y="6172200"/>
          <p14:tracePt t="110962" x="7112000" y="6172200"/>
          <p14:tracePt t="110979" x="7124700" y="6172200"/>
          <p14:tracePt t="110997" x="7156450" y="6172200"/>
          <p14:tracePt t="111012" x="7181850" y="6172200"/>
          <p14:tracePt t="111028" x="7194550" y="6172200"/>
          <p14:tracePt t="111046" x="7200900" y="6172200"/>
          <p14:tracePt t="111061" x="7239000" y="6172200"/>
          <p14:tracePt t="111095" x="7251700" y="6172200"/>
          <p14:tracePt t="111111" x="7264400" y="6172200"/>
          <p14:tracePt t="111128" x="7270750" y="6172200"/>
          <p14:tracePt t="111144" x="7277100" y="6172200"/>
          <p14:tracePt t="111186" x="7283450" y="6172200"/>
          <p14:tracePt t="111221" x="7289800" y="6172200"/>
          <p14:tracePt t="111242" x="7296150" y="6172200"/>
          <p14:tracePt t="111263" x="7302500" y="6172200"/>
          <p14:tracePt t="111305" x="7308850" y="6172200"/>
          <p14:tracePt t="111333" x="7315200" y="6172200"/>
          <p14:tracePt t="111361" x="7321550" y="6172200"/>
          <p14:tracePt t="111382" x="7327900" y="6172200"/>
          <p14:tracePt t="111403" x="7334250" y="6172200"/>
          <p14:tracePt t="111411" x="7340600" y="6172200"/>
          <p14:tracePt t="111424" x="7346950" y="6172200"/>
          <p14:tracePt t="111431" x="7353300" y="6172200"/>
          <p14:tracePt t="111453" x="7359650" y="6178550"/>
          <p14:tracePt t="111467" x="7366000" y="6178550"/>
          <p14:tracePt t="111476" x="7372350" y="6178550"/>
          <p14:tracePt t="111494" x="7378700" y="6178550"/>
          <p14:tracePt t="111510" x="7385050" y="6178550"/>
          <p14:tracePt t="111526" x="7391400" y="6178550"/>
          <p14:tracePt t="111543" x="7404100" y="6178550"/>
          <p14:tracePt t="111559" x="7410450" y="6178550"/>
          <p14:tracePt t="111576" x="7429500" y="6178550"/>
          <p14:tracePt t="111593" x="7448550" y="6178550"/>
          <p14:tracePt t="111610" x="7473950" y="6178550"/>
          <p14:tracePt t="111626" x="7499350" y="6184900"/>
          <p14:tracePt t="111643" x="7531100" y="6191250"/>
          <p14:tracePt t="111659" x="7543800" y="6191250"/>
          <p14:tracePt t="111676" x="7575550" y="6191250"/>
          <p14:tracePt t="111692" x="7600950" y="6197600"/>
          <p14:tracePt t="111709" x="7613650" y="6197600"/>
          <p14:tracePt t="111726" x="7639050" y="6197600"/>
          <p14:tracePt t="111742" x="7645400" y="6197600"/>
          <p14:tracePt t="111759" x="7664450" y="6197600"/>
          <p14:tracePt t="111776" x="7677150" y="6197600"/>
          <p14:tracePt t="111792" x="7683500" y="6197600"/>
          <p14:tracePt t="111809" x="7689850" y="6197600"/>
          <p14:tracePt t="111825" x="7708900" y="6197600"/>
          <p14:tracePt t="111842" x="7715250" y="6197600"/>
          <p14:tracePt t="111859" x="7727950" y="6197600"/>
          <p14:tracePt t="111875" x="7740650" y="6197600"/>
          <p14:tracePt t="111892" x="7747000" y="6191250"/>
          <p14:tracePt t="111909" x="7772400" y="6191250"/>
          <p14:tracePt t="111925" x="7791450" y="6184900"/>
          <p14:tracePt t="111942" x="7810500" y="6184900"/>
          <p14:tracePt t="111959" x="7848600" y="6178550"/>
          <p14:tracePt t="111975" x="7893050" y="6172200"/>
          <p14:tracePt t="111991" x="7912100" y="6159500"/>
          <p14:tracePt t="112008" x="7956550" y="6146800"/>
          <p14:tracePt t="112025" x="7975600" y="6140450"/>
          <p14:tracePt t="112042" x="8020050" y="6121400"/>
          <p14:tracePt t="112058" x="8051800" y="6108700"/>
          <p14:tracePt t="112075" x="8064500" y="6102350"/>
          <p14:tracePt t="112091" x="8089900" y="6096000"/>
          <p14:tracePt t="112108" x="8102600" y="6089650"/>
          <p14:tracePt t="112124" x="8121650" y="6076950"/>
          <p14:tracePt t="112141" x="8134350" y="6076950"/>
          <p14:tracePt t="112157" x="8134350" y="6070600"/>
          <p14:tracePt t="112176" x="8166100" y="6057900"/>
          <p14:tracePt t="112190" x="8172450" y="6051550"/>
          <p14:tracePt t="112207" x="8178800" y="6051550"/>
          <p14:tracePt t="119450" x="8172450" y="6038850"/>
          <p14:tracePt t="119458" x="8159750" y="6026150"/>
          <p14:tracePt t="119466" x="8140700" y="6007100"/>
          <p14:tracePt t="119482" x="8108950" y="5975350"/>
          <p14:tracePt t="119500" x="8051800" y="5937250"/>
          <p14:tracePt t="119515" x="8001000" y="5880100"/>
          <p14:tracePt t="119532" x="7937500" y="5810250"/>
          <p14:tracePt t="119549" x="7835900" y="5695950"/>
          <p14:tracePt t="119565" x="7759700" y="5607050"/>
          <p14:tracePt t="119582" x="7677150" y="5511800"/>
          <p14:tracePt t="119598" x="7543800" y="5384800"/>
          <p14:tracePt t="119615" x="7454900" y="5321300"/>
          <p14:tracePt t="119633" x="7346950" y="5232400"/>
          <p14:tracePt t="119648" x="7289800" y="5194300"/>
          <p14:tracePt t="119665" x="7245350" y="5168900"/>
          <p14:tracePt t="119683" x="7188200" y="5124450"/>
          <p14:tracePt t="119698" x="7150100" y="5105400"/>
          <p14:tracePt t="119715" x="7105650" y="5080000"/>
          <p14:tracePt t="119731" x="7035800" y="5041900"/>
          <p14:tracePt t="119748" x="6978650" y="5022850"/>
          <p14:tracePt t="119766" x="6902450" y="5010150"/>
          <p14:tracePt t="119781" x="6845300" y="4991100"/>
          <p14:tracePt t="119798" x="6788150" y="4984750"/>
          <p14:tracePt t="119815" x="6699250" y="4978400"/>
          <p14:tracePt t="119831" x="6635750" y="4978400"/>
          <p14:tracePt t="119847" x="6559550" y="4978400"/>
          <p14:tracePt t="119865" x="6350000" y="4946650"/>
          <p14:tracePt t="119881" x="6191250" y="4927600"/>
          <p14:tracePt t="119900" x="5981700" y="4883150"/>
          <p14:tracePt t="119914" x="5873750" y="4864100"/>
          <p14:tracePt t="119931" x="5784850" y="4857750"/>
          <p14:tracePt t="119948" x="5702300" y="4832350"/>
          <p14:tracePt t="119963" x="5657850" y="4826000"/>
          <p14:tracePt t="119981" x="5626100" y="4813300"/>
          <p14:tracePt t="119998" x="5600700" y="4813300"/>
          <p14:tracePt t="120014" x="5594350" y="4806950"/>
          <p14:tracePt t="120081" x="5594350" y="4800600"/>
          <p14:tracePt t="120110" x="5600700" y="4800600"/>
          <p14:tracePt t="120116" x="5607050" y="4800600"/>
          <p14:tracePt t="120132" x="5619750" y="4794250"/>
          <p14:tracePt t="120146" x="5645150" y="4787900"/>
          <p14:tracePt t="121316" x="5645150" y="4781550"/>
          <p14:tracePt t="121322" x="5645150" y="4775200"/>
          <p14:tracePt t="121337" x="5632450" y="4775200"/>
          <p14:tracePt t="121346" x="5626100" y="4768850"/>
          <p14:tracePt t="121359" x="5613400" y="4762500"/>
          <p14:tracePt t="121376" x="5607050" y="4756150"/>
          <p14:tracePt t="121392" x="5600700" y="4749800"/>
          <p14:tracePt t="121425" x="5594350" y="4743450"/>
          <p14:tracePt t="121533" x="5588000" y="4737100"/>
          <p14:tracePt t="121575" x="5581650" y="4737100"/>
          <p14:tracePt t="121666" x="5575300" y="4737100"/>
          <p14:tracePt t="121701" x="5568950" y="4737100"/>
          <p14:tracePt t="121758" x="5562600" y="4737100"/>
          <p14:tracePt t="121807" x="5556250" y="4737100"/>
          <p14:tracePt t="121856" x="5549900" y="4730750"/>
          <p14:tracePt t="121863" x="5537200" y="4730750"/>
          <p14:tracePt t="121877" x="5530850" y="4730750"/>
          <p14:tracePt t="121891" x="5518150" y="4724400"/>
          <p14:tracePt t="121907" x="5492750" y="4711700"/>
          <p14:tracePt t="121924" x="5467350" y="4711700"/>
          <p14:tracePt t="121940" x="5403850" y="4679950"/>
          <p14:tracePt t="121957" x="5327650" y="4648200"/>
          <p14:tracePt t="121974" x="5283200" y="4622800"/>
          <p14:tracePt t="121990" x="5168900" y="4565650"/>
          <p14:tracePt t="122006" x="5111750" y="4527550"/>
          <p14:tracePt t="122024" x="4953000" y="4394200"/>
          <p14:tracePt t="122040" x="4895850" y="4337050"/>
          <p14:tracePt t="122056" x="4737100" y="4191000"/>
          <p14:tracePt t="122074" x="4565650" y="4013200"/>
          <p14:tracePt t="122090" x="4483100" y="3917950"/>
          <p14:tracePt t="122093" x="4375150" y="3784600"/>
          <p14:tracePt t="122123" x="3911600" y="3276600"/>
          <p14:tracePt t="122140" x="3689350" y="3073400"/>
          <p14:tracePt t="122156" x="3473450" y="2870200"/>
          <p14:tracePt t="122173" x="3054350" y="2482850"/>
          <p14:tracePt t="122189" x="2654300" y="2171700"/>
          <p14:tracePt t="122207" x="2387600" y="1974850"/>
          <p14:tracePt t="122223" x="2292350" y="1911350"/>
          <p14:tracePt t="122239" x="2101850" y="1797050"/>
          <p14:tracePt t="122256" x="1905000" y="1689100"/>
          <p14:tracePt t="122272" x="1797050" y="1638300"/>
          <p14:tracePt t="122289" x="1543050" y="1479550"/>
          <p14:tracePt t="122306" x="1257300" y="1289050"/>
          <p14:tracePt t="122323" x="1104900" y="1206500"/>
          <p14:tracePt t="122340" x="920750" y="1079500"/>
          <p14:tracePt t="122355" x="825500" y="1035050"/>
          <p14:tracePt t="122372" x="685800" y="965200"/>
          <p14:tracePt t="122389" x="615950" y="933450"/>
          <p14:tracePt t="122405" x="571500" y="914400"/>
          <p14:tracePt t="122422" x="558800" y="908050"/>
          <p14:tracePt t="122439" x="552450" y="901700"/>
          <p14:tracePt t="122487" x="552450" y="895350"/>
          <p14:tracePt t="122494" x="552450" y="882650"/>
          <p14:tracePt t="122515" x="558800" y="882650"/>
          <p14:tracePt t="122525" x="565150" y="876300"/>
          <p14:tracePt t="122538" x="577850" y="869950"/>
          <p14:tracePt t="122554" x="584200" y="869950"/>
          <p14:tracePt t="122572" x="615950" y="831850"/>
          <p14:tracePt t="122588" x="679450" y="787400"/>
          <p14:tracePt t="122605" x="736600" y="749300"/>
          <p14:tracePt t="122608" x="800100" y="698500"/>
          <p14:tracePt t="122621" x="876300" y="647700"/>
          <p14:tracePt t="122638" x="1054100" y="546100"/>
          <p14:tracePt t="122656" x="1200150" y="482600"/>
          <p14:tracePt t="122671" x="1257300" y="457200"/>
          <p14:tracePt t="122688" x="1358900" y="412750"/>
          <p14:tracePt t="122705" x="1422400" y="387350"/>
          <p14:tracePt t="122721" x="1435100" y="381000"/>
          <p14:tracePt t="122737" x="1447800" y="374650"/>
          <p14:tracePt t="122754" x="1466850" y="368300"/>
          <p14:tracePt t="122771" x="1473200" y="368300"/>
          <p14:tracePt t="122804" x="1473200" y="361950"/>
          <p14:tracePt t="122845" x="1466850" y="361950"/>
          <p14:tracePt t="122866" x="1466850" y="355600"/>
          <p14:tracePt t="122880" x="1460500" y="355600"/>
          <p14:tracePt t="122894" x="1454150" y="355600"/>
          <p14:tracePt t="122908" x="1447800" y="355600"/>
          <p14:tracePt t="122920" x="1435100" y="355600"/>
          <p14:tracePt t="122937" x="1409700" y="349250"/>
          <p14:tracePt t="122954" x="1397000" y="342900"/>
          <p14:tracePt t="122971" x="1333500" y="330200"/>
          <p14:tracePt t="122986" x="1212850" y="330200"/>
          <p14:tracePt t="123003" x="1149350" y="330200"/>
          <p14:tracePt t="123021" x="1009650" y="330200"/>
          <p14:tracePt t="123036" x="895350" y="330200"/>
          <p14:tracePt t="123054" x="844550" y="330200"/>
          <p14:tracePt t="123070" x="787400" y="323850"/>
          <p14:tracePt t="123086" x="768350" y="323850"/>
          <p14:tracePt t="123103" x="749300" y="323850"/>
          <p14:tracePt t="123120" x="749300" y="317500"/>
          <p14:tracePt t="123161" x="762000" y="311150"/>
          <p14:tracePt t="123167" x="774700" y="304800"/>
          <p14:tracePt t="123175" x="787400" y="304800"/>
          <p14:tracePt t="123190" x="806450" y="285750"/>
          <p14:tracePt t="123203" x="844550" y="279400"/>
          <p14:tracePt t="123219" x="965200" y="241300"/>
          <p14:tracePt t="123236" x="1060450" y="209550"/>
          <p14:tracePt t="123253" x="1250950" y="171450"/>
          <p14:tracePt t="123269" x="1409700" y="133350"/>
          <p14:tracePt t="123287" x="1543050" y="101600"/>
          <p14:tracePt t="123303" x="1600200" y="95250"/>
          <p14:tracePt t="123319" x="1670050" y="82550"/>
          <p14:tracePt t="123337" x="1701800" y="76200"/>
          <p14:tracePt t="123352" x="1714500" y="76200"/>
          <p14:tracePt t="123386" x="1727200" y="69850"/>
          <p14:tracePt t="123427" x="1720850" y="69850"/>
          <p14:tracePt t="123448" x="1714500" y="69850"/>
          <p14:tracePt t="123455" x="1701800" y="69850"/>
          <p14:tracePt t="123471" x="1689100" y="69850"/>
          <p14:tracePt t="123485" x="1676400" y="76200"/>
          <p14:tracePt t="123502" x="1619250" y="101600"/>
          <p14:tracePt t="123519" x="1511300" y="127000"/>
          <p14:tracePt t="123535" x="1441450" y="139700"/>
          <p14:tracePt t="123551" x="1308100" y="184150"/>
          <p14:tracePt t="123568" x="1174750" y="215900"/>
          <p14:tracePt t="123585" x="1130300" y="234950"/>
          <p14:tracePt t="123602" x="1079500" y="247650"/>
          <p14:tracePt t="123618" x="1066800" y="254000"/>
          <p14:tracePt t="123666" x="1079500" y="254000"/>
          <p14:tracePt t="123680" x="1092200" y="254000"/>
          <p14:tracePt t="123687" x="1123950" y="254000"/>
          <p14:tracePt t="123703" x="1174750" y="254000"/>
          <p14:tracePt t="123718" x="1250950" y="241300"/>
          <p14:tracePt t="123734" x="1428750" y="234950"/>
          <p14:tracePt t="123751" x="1631950" y="247650"/>
          <p14:tracePt t="123767" x="1720850" y="247650"/>
          <p14:tracePt t="123784" x="1866900" y="254000"/>
          <p14:tracePt t="123800" x="1924050" y="254000"/>
          <p14:tracePt t="123817" x="1936750" y="254000"/>
          <p14:tracePt t="123834" x="1949450" y="254000"/>
          <p14:tracePt t="123850" x="1943100" y="254000"/>
          <p14:tracePt t="123867" x="1936750" y="254000"/>
          <p14:tracePt t="123884" x="1911350" y="254000"/>
          <p14:tracePt t="123900" x="1854200" y="260350"/>
          <p14:tracePt t="123917" x="1803400" y="260350"/>
          <p14:tracePt t="123934" x="1651000" y="254000"/>
          <p14:tracePt t="123950" x="1498600" y="254000"/>
          <p14:tracePt t="123967" x="1377950" y="260350"/>
          <p14:tracePt t="123983" x="1339850" y="260350"/>
          <p14:tracePt t="124000" x="1308100" y="266700"/>
          <p14:tracePt t="124017" x="1276350" y="266700"/>
          <p14:tracePt t="124108" x="1282700" y="266700"/>
          <p14:tracePt t="124143" x="1289050" y="273050"/>
          <p14:tracePt t="124185" x="1289050" y="279400"/>
          <p14:tracePt t="124206" x="1295400" y="285750"/>
          <p14:tracePt t="124610" x="1327150" y="298450"/>
          <p14:tracePt t="124624" x="1384300" y="336550"/>
          <p14:tracePt t="124633" x="1454150" y="368300"/>
          <p14:tracePt t="124647" x="1524000" y="387350"/>
          <p14:tracePt t="124664" x="1714500" y="438150"/>
          <p14:tracePt t="124681" x="1993900" y="501650"/>
          <p14:tracePt t="124697" x="2165350" y="527050"/>
          <p14:tracePt t="124715" x="2552700" y="584200"/>
          <p14:tracePt t="124731" x="2984500" y="622300"/>
          <p14:tracePt t="124747" x="3175000" y="635000"/>
          <p14:tracePt t="124764" x="3524250" y="647700"/>
          <p14:tracePt t="124780" x="3740150" y="647700"/>
          <p14:tracePt t="124797" x="3841750" y="647700"/>
          <p14:tracePt t="124814" x="3981450" y="635000"/>
          <p14:tracePt t="124830" x="4044950" y="635000"/>
          <p14:tracePt t="124847" x="4127500" y="635000"/>
          <p14:tracePt t="124864" x="4171950" y="628650"/>
          <p14:tracePt t="124880" x="4216400" y="615950"/>
          <p14:tracePt t="124897" x="4260850" y="609600"/>
          <p14:tracePt t="124913" x="4311650" y="603250"/>
          <p14:tracePt t="124930" x="4337050" y="596900"/>
          <p14:tracePt t="124947" x="4375150" y="590550"/>
          <p14:tracePt t="124963" x="4406900" y="590550"/>
          <p14:tracePt t="124980" x="4419600" y="584200"/>
          <p14:tracePt t="124996" x="4445000" y="577850"/>
          <p14:tracePt t="125013" x="4489450" y="577850"/>
          <p14:tracePt t="125030" x="4502150" y="577850"/>
          <p14:tracePt t="125046" x="4533900" y="577850"/>
          <p14:tracePt t="125063" x="4546600" y="571500"/>
          <p14:tracePt t="125080" x="4565650" y="571500"/>
          <p14:tracePt t="125096" x="4578350" y="571500"/>
          <p14:tracePt t="125113" x="4584700" y="571500"/>
          <p14:tracePt t="125129" x="4591050" y="565150"/>
          <p14:tracePt t="125145" x="4597400" y="565150"/>
          <p14:tracePt t="125163" x="4603750" y="565150"/>
          <p14:tracePt t="125256" x="4597400" y="558800"/>
          <p14:tracePt t="125304" x="4591050" y="552450"/>
          <p14:tracePt t="125333" x="4584700" y="552450"/>
          <p14:tracePt t="125361" x="4578350" y="552450"/>
          <p14:tracePt t="125382" x="4572000" y="552450"/>
          <p14:tracePt t="125423" x="4565650" y="552450"/>
          <p14:tracePt t="125473" x="4565650" y="546100"/>
          <p14:tracePt t="125537" x="4565650" y="539750"/>
          <p14:tracePt t="125571" x="4559300" y="539750"/>
          <p14:tracePt t="125614" x="4552950" y="539750"/>
          <p14:tracePt t="125663" x="4546600" y="539750"/>
          <p14:tracePt t="126022" x="4533900" y="577850"/>
          <p14:tracePt t="126036" x="4502150" y="654050"/>
          <p14:tracePt t="126045" x="4483100" y="736600"/>
          <p14:tracePt t="126060" x="4451350" y="825500"/>
          <p14:tracePt t="126076" x="4413250" y="1022350"/>
          <p14:tracePt t="126093" x="4387850" y="1123950"/>
          <p14:tracePt t="126109" x="4368800" y="1225550"/>
          <p14:tracePt t="126126" x="4324350" y="1473200"/>
          <p14:tracePt t="126129" x="4305300" y="1600200"/>
          <p14:tracePt t="126143" x="4286250" y="1714500"/>
          <p14:tracePt t="126159" x="4260850" y="1936750"/>
          <p14:tracePt t="126177" x="4254500" y="2114550"/>
          <p14:tracePt t="126193" x="4254500" y="2190750"/>
          <p14:tracePt t="126209" x="4267200" y="2311400"/>
          <p14:tracePt t="126226" x="4273550" y="2501900"/>
          <p14:tracePt t="126242" x="4298950" y="2616200"/>
          <p14:tracePt t="126259" x="4324350" y="2806700"/>
          <p14:tracePt t="126276" x="4381500" y="3028950"/>
          <p14:tracePt t="126292" x="4413250" y="3143250"/>
          <p14:tracePt t="126308" x="4489450" y="3390900"/>
          <p14:tracePt t="126325" x="4546600" y="3613150"/>
          <p14:tracePt t="126342" x="4591050" y="3721100"/>
          <p14:tracePt t="126360" x="4711700" y="3943350"/>
          <p14:tracePt t="126375" x="4762500" y="4044950"/>
          <p14:tracePt t="126392" x="4914900" y="4279900"/>
          <p14:tracePt t="126409" x="5080000" y="4521200"/>
          <p14:tracePt t="126425" x="5200650" y="4705350"/>
          <p14:tracePt t="126442" x="5245100" y="4775200"/>
          <p14:tracePt t="126459" x="5295900" y="4889500"/>
          <p14:tracePt t="126475" x="5327650" y="4933950"/>
          <p14:tracePt t="126492" x="5365750" y="4997450"/>
          <p14:tracePt t="126509" x="5397500" y="5035550"/>
          <p14:tracePt t="126524" x="5422900" y="5048250"/>
          <p14:tracePt t="126541" x="5486400" y="5086350"/>
          <p14:tracePt t="126558" x="5524500" y="5124450"/>
          <p14:tracePt t="126574" x="5562600" y="5149850"/>
          <p14:tracePt t="126591" x="5594350" y="5194300"/>
          <p14:tracePt t="126608" x="5632450" y="5238750"/>
          <p14:tracePt t="126624" x="5645150" y="5257800"/>
          <p14:tracePt t="126641" x="5664200" y="5302250"/>
          <p14:tracePt t="126657" x="5676900" y="5334000"/>
          <p14:tracePt t="126675" x="5683250" y="5384800"/>
          <p14:tracePt t="126690" x="5683250" y="5403850"/>
          <p14:tracePt t="126708" x="5683250" y="5448300"/>
          <p14:tracePt t="126724" x="5676900" y="5492750"/>
          <p14:tracePt t="126740" x="5670550" y="5518150"/>
          <p14:tracePt t="126757" x="5657850" y="5543550"/>
          <p14:tracePt t="126774" x="5607050" y="5619750"/>
          <p14:tracePt t="126790" x="5594350" y="5638800"/>
          <p14:tracePt t="126808" x="5549900" y="5676900"/>
          <p14:tracePt t="126823" x="5537200" y="5689600"/>
          <p14:tracePt t="126840" x="5505450" y="5702300"/>
          <p14:tracePt t="126857" x="5480050" y="5702300"/>
          <p14:tracePt t="126873" x="5473700" y="5702300"/>
          <p14:tracePt t="126890" x="5454650" y="5702300"/>
          <p14:tracePt t="126907" x="5448300" y="5702300"/>
          <p14:tracePt t="126939" x="5448300" y="5695950"/>
          <p14:tracePt t="126957" x="5441950" y="5689600"/>
          <p14:tracePt t="126976" x="5441950" y="5676900"/>
          <p14:tracePt t="126998" x="5441950" y="5670550"/>
          <p14:tracePt t="127006" x="5441950" y="5664200"/>
          <p14:tracePt t="127022" x="5441950" y="5657850"/>
          <p14:tracePt t="127042" x="5441950" y="5651500"/>
          <p14:tracePt t="127056" x="5441950" y="5632450"/>
          <p14:tracePt t="127073" x="5441950" y="5619750"/>
          <p14:tracePt t="127090" x="5441950" y="5588000"/>
          <p14:tracePt t="127106" x="5441950" y="5568950"/>
          <p14:tracePt t="127124" x="5441950" y="5499100"/>
          <p14:tracePt t="127139" x="5441950" y="5461000"/>
          <p14:tracePt t="127156" x="5441950" y="5441950"/>
          <p14:tracePt t="127173" x="5441950" y="5384800"/>
          <p14:tracePt t="127189" x="5441950" y="5340350"/>
          <p14:tracePt t="127206" x="5435600" y="5321300"/>
          <p14:tracePt t="127222" x="5435600" y="5295900"/>
          <p14:tracePt t="127239" x="5435600" y="5276850"/>
          <p14:tracePt t="127272" x="5429250" y="5257800"/>
          <p14:tracePt t="127288" x="5429250" y="5251450"/>
          <p14:tracePt t="127307" x="5422900" y="5238750"/>
          <p14:tracePt t="127338" x="5422900" y="5232400"/>
          <p14:tracePt t="127357" x="5422900" y="5226050"/>
          <p14:tracePt t="127391" x="5422900" y="5219700"/>
          <p14:tracePt t="127397" x="5416550" y="5219700"/>
          <p14:tracePt t="127426" x="5416550" y="5213350"/>
          <p14:tracePt t="127460" x="5416550" y="5207000"/>
          <p14:tracePt t="127488" x="5410200" y="5207000"/>
          <p14:tracePt t="127531" x="5410200" y="5200650"/>
          <p14:tracePt t="127587" x="5403850" y="5200650"/>
          <p14:tracePt t="127706" x="5403850" y="5207000"/>
          <p14:tracePt t="127741" x="5403850" y="5213350"/>
          <p14:tracePt t="127769" x="5403850" y="5219700"/>
          <p14:tracePt t="127776" x="5397500" y="5219700"/>
          <p14:tracePt t="127797" x="5391150" y="5226050"/>
          <p14:tracePt t="127811" x="5391150" y="5232400"/>
          <p14:tracePt t="127820" x="5384800" y="5232400"/>
          <p14:tracePt t="127837" x="5378450" y="5232400"/>
          <p14:tracePt t="127854" x="5353050" y="5251450"/>
          <p14:tracePt t="127870" x="5314950" y="5283200"/>
          <p14:tracePt t="127886" x="5283200" y="5295900"/>
          <p14:tracePt t="127903" x="5207000" y="5346700"/>
          <p14:tracePt t="127919" x="5105400" y="5391150"/>
          <p14:tracePt t="127937" x="5073650" y="5416550"/>
          <p14:tracePt t="127953" x="4997450" y="5448300"/>
          <p14:tracePt t="127969" x="4933950" y="5480050"/>
          <p14:tracePt t="127987" x="4889500" y="5505450"/>
          <p14:tracePt t="128003" x="4876800" y="5511800"/>
          <p14:tracePt t="128019" x="4857750" y="5518150"/>
          <p14:tracePt t="128036" x="4826000" y="5524500"/>
          <p14:tracePt t="128052" x="4819650" y="5530850"/>
          <p14:tracePt t="128086" x="4806950" y="5537200"/>
          <p14:tracePt t="128102" x="4794250" y="5537200"/>
          <p14:tracePt t="128119" x="4787900" y="5543550"/>
          <p14:tracePt t="128135" x="4781550" y="5549900"/>
          <p14:tracePt t="128152" x="4768850" y="5562600"/>
          <p14:tracePt t="128170" x="4762500" y="5575300"/>
          <p14:tracePt t="128185" x="4762500" y="5581650"/>
          <p14:tracePt t="128202" x="4762500" y="5588000"/>
          <p14:tracePt t="128219" x="4756150" y="5588000"/>
          <p14:tracePt t="128563" x="4756150" y="5613400"/>
          <p14:tracePt t="128570" x="4756150" y="5651500"/>
          <p14:tracePt t="128584" x="4756150" y="5695950"/>
          <p14:tracePt t="128601" x="4756150" y="5772150"/>
          <p14:tracePt t="128617" x="4756150" y="5797550"/>
          <p14:tracePt t="128634" x="4756150" y="5848350"/>
          <p14:tracePt t="128650" x="4756150" y="5886450"/>
          <p14:tracePt t="128669" x="4749800" y="5924550"/>
          <p14:tracePt t="128684" x="4743450" y="5937250"/>
          <p14:tracePt t="128700" x="4737100" y="5956300"/>
          <p14:tracePt t="128718" x="4724400" y="5962650"/>
          <p14:tracePt t="128734" x="4718050" y="5969000"/>
          <p14:tracePt t="128750" x="4718050" y="5975350"/>
          <p14:tracePt t="128767" x="4705350" y="5994400"/>
          <p14:tracePt t="128783" x="4699000" y="5994400"/>
          <p14:tracePt t="128800" x="4692650" y="5994400"/>
          <p14:tracePt t="128816" x="4686300" y="6000750"/>
          <p14:tracePt t="128833" x="4673600" y="6007100"/>
          <p14:tracePt t="128886" x="4667250" y="6007100"/>
          <p14:tracePt t="128949" x="4660900" y="6007100"/>
          <p14:tracePt t="128977" x="4660900" y="5994400"/>
          <p14:tracePt t="128991" x="4654550" y="5994400"/>
          <p14:tracePt t="128998" x="4654550" y="5988050"/>
          <p14:tracePt t="129012" x="4654550" y="5981700"/>
          <p14:tracePt t="129019" x="4648200" y="5969000"/>
          <p14:tracePt t="129035" x="4648200" y="5962650"/>
          <p14:tracePt t="129049" x="4648200" y="5949950"/>
          <p14:tracePt t="129066" x="4635500" y="5911850"/>
          <p14:tracePt t="129083" x="4629150" y="5861050"/>
          <p14:tracePt t="129099" x="4622800" y="5842000"/>
          <p14:tracePt t="129115" x="4610100" y="5791200"/>
          <p14:tracePt t="129133" x="4591050" y="5746750"/>
          <p14:tracePt t="129149" x="4584700" y="5721350"/>
          <p14:tracePt t="129152" x="4584700" y="5695950"/>
          <p14:tracePt t="129165" x="4578350" y="5670550"/>
          <p14:tracePt t="129182" x="4552950" y="5626100"/>
          <p14:tracePt t="129198" x="4546600" y="5613400"/>
          <p14:tracePt t="129216" x="4527550" y="5588000"/>
          <p14:tracePt t="129232" x="4514850" y="5562600"/>
          <p14:tracePt t="129248" x="4514850" y="5549900"/>
          <p14:tracePt t="129265" x="4502150" y="5537200"/>
          <p14:tracePt t="129282" x="4502150" y="5524500"/>
          <p14:tracePt t="129298" x="4502150" y="5518150"/>
          <p14:tracePt t="129315" x="4495800" y="5505450"/>
          <p14:tracePt t="129342" x="4489450" y="5492750"/>
          <p14:tracePt t="129350" x="4489450" y="5486400"/>
          <p14:tracePt t="129370" x="4489450" y="5480050"/>
          <p14:tracePt t="129405" x="4489450" y="5473700"/>
          <p14:tracePt t="129412" x="4489450" y="5467350"/>
          <p14:tracePt t="129419" x="4489450" y="5461000"/>
          <p14:tracePt t="129434" x="4495800" y="5461000"/>
          <p14:tracePt t="129447" x="4495800" y="5448300"/>
          <p14:tracePt t="129465" x="4527550" y="5422900"/>
          <p14:tracePt t="129481" x="4546600" y="5397500"/>
          <p14:tracePt t="129498" x="4616450" y="5327650"/>
          <p14:tracePt t="129514" x="4724400" y="5257800"/>
          <p14:tracePt t="129532" x="4851400" y="5168900"/>
          <p14:tracePt t="129547" x="4908550" y="5118100"/>
          <p14:tracePt t="129564" x="5010150" y="5035550"/>
          <p14:tracePt t="129581" x="5111750" y="4978400"/>
          <p14:tracePt t="129597" x="5143500" y="4953000"/>
          <p14:tracePt t="129614" x="5175250" y="4940300"/>
          <p14:tracePt t="129631" x="5226050" y="4902200"/>
          <p14:tracePt t="129647" x="5238750" y="4895850"/>
          <p14:tracePt t="129651" x="5238750" y="4889500"/>
          <p14:tracePt t="129672" x="5245100" y="4889500"/>
          <p14:tracePt t="129770" x="5238750" y="4889500"/>
          <p14:tracePt t="129792" x="5226050" y="4889500"/>
          <p14:tracePt t="129812" x="5219700" y="4889500"/>
          <p14:tracePt t="129826" x="5213350" y="4889500"/>
          <p14:tracePt t="129834" x="5207000" y="4889500"/>
          <p14:tracePt t="129855" x="5200650" y="4889500"/>
          <p14:tracePt t="129876" x="5187950" y="4889500"/>
          <p14:tracePt t="129883" x="5175250" y="4889500"/>
          <p14:tracePt t="129899" x="5168900" y="4889500"/>
          <p14:tracePt t="129912" x="5137150" y="4889500"/>
          <p14:tracePt t="129929" x="5124450" y="4889500"/>
          <p14:tracePt t="129946" x="5105400" y="4889500"/>
          <p14:tracePt t="129963" x="5099050" y="4889500"/>
          <p14:tracePt t="129996" x="5118100" y="4883150"/>
          <p14:tracePt t="130012" x="5137150" y="4883150"/>
          <p14:tracePt t="130029" x="5219700" y="4870450"/>
          <p14:tracePt t="130045" x="5372100" y="4838700"/>
          <p14:tracePt t="130062" x="5467350" y="4832350"/>
          <p14:tracePt t="130079" x="5683250" y="4787900"/>
          <p14:tracePt t="130096" x="5880100" y="4756150"/>
          <p14:tracePt t="130113" x="5943600" y="4749800"/>
          <p14:tracePt t="130129" x="6051550" y="4718050"/>
          <p14:tracePt t="130145" x="6108700" y="4711700"/>
          <p14:tracePt t="130162" x="6121400" y="4705350"/>
          <p14:tracePt t="130179" x="6134100" y="4705350"/>
          <p14:tracePt t="130214" x="6134100" y="4699000"/>
          <p14:tracePt t="130226" x="6127750" y="4699000"/>
          <p14:tracePt t="130234" x="6121400" y="4699000"/>
          <p14:tracePt t="130248" x="6115050" y="4699000"/>
          <p14:tracePt t="130262" x="6089650" y="4705350"/>
          <p14:tracePt t="130278" x="6076950" y="4705350"/>
          <p14:tracePt t="130295" x="6045200" y="4705350"/>
          <p14:tracePt t="130312" x="5969000" y="4718050"/>
          <p14:tracePt t="130328" x="5848350" y="4730750"/>
          <p14:tracePt t="130345" x="5759450" y="4743450"/>
          <p14:tracePt t="130361" x="5632450" y="4749800"/>
          <p14:tracePt t="130378" x="5511800" y="4768850"/>
          <p14:tracePt t="130395" x="5416550" y="4787900"/>
          <p14:tracePt t="130411" x="5397500" y="4794250"/>
          <p14:tracePt t="130427" x="5353050" y="4800600"/>
          <p14:tracePt t="130445" x="5340350" y="4806950"/>
          <p14:tracePt t="130461" x="5334000" y="4806950"/>
          <p14:tracePt t="130477" x="5327650" y="4806950"/>
          <p14:tracePt t="130584" x="5334000" y="4806950"/>
          <p14:tracePt t="130655" x="5340350" y="4806950"/>
          <p14:tracePt t="130753" x="5340350" y="4813300"/>
          <p14:tracePt t="130774" x="5340350" y="4819650"/>
          <p14:tracePt t="130781" x="5340350" y="4826000"/>
          <p14:tracePt t="131922" x="5340350" y="4838700"/>
          <p14:tracePt t="131928" x="5340350" y="4864100"/>
          <p14:tracePt t="131942" x="5334000" y="4883150"/>
          <p14:tracePt t="131957" x="5321300" y="4927600"/>
          <p14:tracePt t="131972" x="5314950" y="4946650"/>
          <p14:tracePt t="131989" x="5302250" y="4965700"/>
          <p14:tracePt t="132006" x="5295900" y="5016500"/>
          <p14:tracePt t="132022" x="5289550" y="5067300"/>
          <p14:tracePt t="132039" x="5289550" y="5086350"/>
          <p14:tracePt t="132055" x="5283200" y="5143500"/>
          <p14:tracePt t="132072" x="5270500" y="5200650"/>
          <p14:tracePt t="132089" x="5270500" y="5232400"/>
          <p14:tracePt t="132105" x="5264150" y="5289550"/>
          <p14:tracePt t="132122" x="5251450" y="5359400"/>
          <p14:tracePt t="132139" x="5245100" y="5422900"/>
          <p14:tracePt t="132155" x="5245100" y="5454650"/>
          <p14:tracePt t="132171" x="5245100" y="5511800"/>
          <p14:tracePt t="132188" x="5245100" y="5568950"/>
          <p14:tracePt t="132205" x="5245100" y="5588000"/>
          <p14:tracePt t="132221" x="5245100" y="5607050"/>
          <p14:tracePt t="132238" x="5238750" y="5664200"/>
          <p14:tracePt t="132254" x="5238750" y="5683250"/>
          <p14:tracePt t="132271" x="5238750" y="5695950"/>
          <p14:tracePt t="132288" x="5238750" y="5721350"/>
          <p14:tracePt t="132304" x="5232400" y="5734050"/>
          <p14:tracePt t="132322" x="5232400" y="5746750"/>
          <p14:tracePt t="132338" x="5232400" y="5759450"/>
          <p14:tracePt t="132354" x="5232400" y="5772150"/>
          <p14:tracePt t="132387" x="5232400" y="5778500"/>
          <p14:tracePt t="132404" x="5232400" y="5784850"/>
          <p14:tracePt t="132421" x="5232400" y="5797550"/>
          <p14:tracePt t="132454" x="5232400" y="5803900"/>
          <p14:tracePt t="132483" x="5232400" y="5810250"/>
          <p14:tracePt t="132518" x="5232400" y="5816600"/>
          <p14:tracePt t="132539" x="5238750" y="5822950"/>
          <p14:tracePt t="132555" x="5238750" y="5829300"/>
          <p14:tracePt t="132574" x="5238750" y="5835650"/>
          <p14:tracePt t="132581" x="5238750" y="5842000"/>
          <p14:tracePt t="132590" x="5238750" y="5848350"/>
          <p14:tracePt t="132604" x="5245100" y="5848350"/>
          <p14:tracePt t="132630" x="5251450" y="5854700"/>
          <p14:tracePt t="132645" x="5251450" y="5861050"/>
          <p14:tracePt t="132654" x="5251450" y="5867400"/>
          <p14:tracePt t="132670" x="5251450" y="5873750"/>
          <p14:tracePt t="132694" x="5251450" y="5880100"/>
          <p14:tracePt t="132703" x="5251450" y="5886450"/>
          <p14:tracePt t="132729" x="5257800" y="5886450"/>
          <p14:tracePt t="132738" x="5257800" y="5892800"/>
          <p14:tracePt t="133252" x="5257800" y="5905500"/>
          <p14:tracePt t="133265" x="5257800" y="5924550"/>
          <p14:tracePt t="133272" x="5257800" y="5949950"/>
          <p14:tracePt t="133288" x="5251450" y="5969000"/>
          <p14:tracePt t="133301" x="5245100" y="6000750"/>
          <p14:tracePt t="133318" x="5245100" y="6013450"/>
          <p14:tracePt t="133335" x="5238750" y="6026150"/>
          <p14:tracePt t="133351" x="5232400" y="6051550"/>
          <p14:tracePt t="133368" x="5226050" y="6070600"/>
          <p14:tracePt t="133385" x="5213350" y="6076950"/>
          <p14:tracePt t="133401" x="5213350" y="6083300"/>
          <p14:tracePt t="133437" x="5207000" y="6089650"/>
          <p14:tracePt t="133497" x="5207000" y="6096000"/>
          <p14:tracePt t="134044" x="5187950" y="6089650"/>
          <p14:tracePt t="134058" x="5149850" y="6083300"/>
          <p14:tracePt t="134067" x="5092700" y="6064250"/>
          <p14:tracePt t="134081" x="5035550" y="6045200"/>
          <p14:tracePt t="134098" x="4927600" y="6019800"/>
          <p14:tracePt t="134115" x="4819650" y="6000750"/>
          <p14:tracePt t="134132" x="4768850" y="5988050"/>
          <p14:tracePt t="134150" x="4641850" y="5988050"/>
          <p14:tracePt t="134165" x="4514850" y="5988050"/>
          <p14:tracePt t="134181" x="4451350" y="5988050"/>
          <p14:tracePt t="134184" x="4381500" y="5988050"/>
          <p14:tracePt t="134201" x="4318000" y="5988050"/>
          <p14:tracePt t="134215" x="4267200" y="5988050"/>
          <p14:tracePt t="134231" x="4178300" y="5981700"/>
          <p14:tracePt t="134248" x="4114800" y="5981700"/>
          <p14:tracePt t="134264" x="4089400" y="5981700"/>
          <p14:tracePt t="134281" x="4044950" y="5981700"/>
          <p14:tracePt t="134298" x="3987800" y="5981700"/>
          <p14:tracePt t="134315" x="3962400" y="5981700"/>
          <p14:tracePt t="134331" x="3905250" y="5988050"/>
          <p14:tracePt t="134348" x="3854450" y="6007100"/>
          <p14:tracePt t="134364" x="3835400" y="6007100"/>
          <p14:tracePt t="134381" x="3797300" y="6007100"/>
          <p14:tracePt t="134397" x="3765550" y="6007100"/>
          <p14:tracePt t="134414" x="3752850" y="6007100"/>
          <p14:tracePt t="134431" x="3727450" y="6013450"/>
          <p14:tracePt t="134447" x="3714750" y="6013450"/>
          <p14:tracePt t="134465" x="3695700" y="6019800"/>
          <p14:tracePt t="134480" x="3689350" y="6019800"/>
          <p14:tracePt t="134497" x="3676650" y="6026150"/>
          <p14:tracePt t="134515" x="3663950" y="6032500"/>
          <p14:tracePt t="134530" x="3657600" y="6038850"/>
          <p14:tracePt t="134547" x="3651250" y="6038850"/>
          <p14:tracePt t="134564" x="3638550" y="6051550"/>
          <p14:tracePt t="134580" x="3625850" y="6064250"/>
          <p14:tracePt t="134613" x="3613150" y="6064250"/>
          <p14:tracePt t="134630" x="3606800" y="6076950"/>
          <p14:tracePt t="134647" x="3600450" y="6083300"/>
          <p14:tracePt t="134663" x="3594100" y="6083300"/>
          <p14:tracePt t="134697" x="3594100" y="6089650"/>
          <p14:tracePt t="134738" x="3587750" y="6096000"/>
          <p14:tracePt t="134767" x="3581400" y="6102350"/>
          <p14:tracePt t="134837" x="3587750" y="6102350"/>
          <p14:tracePt t="134858" x="3594100" y="6102350"/>
          <p14:tracePt t="134864" x="3600450" y="6102350"/>
          <p14:tracePt t="134881" x="3606800" y="6102350"/>
          <p14:tracePt t="134895" x="3613150" y="6102350"/>
          <p14:tracePt t="134912" x="3638550" y="6102350"/>
          <p14:tracePt t="134929" x="3695700" y="6096000"/>
          <p14:tracePt t="134945" x="3733800" y="6083300"/>
          <p14:tracePt t="134962" x="3867150" y="6064250"/>
          <p14:tracePt t="134978" x="4000500" y="6045200"/>
          <p14:tracePt t="134995" x="4076700" y="6045200"/>
          <p14:tracePt t="135012" x="4203700" y="6038850"/>
          <p14:tracePt t="135028" x="4337050" y="6026150"/>
          <p14:tracePt t="135045" x="4387850" y="6026150"/>
          <p14:tracePt t="135062" x="4464050" y="6026150"/>
          <p14:tracePt t="135078" x="4533900" y="6032500"/>
          <p14:tracePt t="135095" x="4565650" y="6038850"/>
          <p14:tracePt t="135112" x="4610100" y="6038850"/>
          <p14:tracePt t="135128" x="4635500" y="6038850"/>
          <p14:tracePt t="135145" x="4667250" y="6045200"/>
          <p14:tracePt t="135161" x="4686300" y="6051550"/>
          <p14:tracePt t="135195" x="4705350" y="6051550"/>
          <p14:tracePt t="135211" x="4718050" y="6057900"/>
          <p14:tracePt t="135228" x="4730750" y="6057900"/>
          <p14:tracePt t="135244" x="4737100" y="6064250"/>
          <p14:tracePt t="135261" x="4743450" y="6064250"/>
          <p14:tracePt t="135278" x="4756150" y="6064250"/>
          <p14:tracePt t="135294" x="4781550" y="6064250"/>
          <p14:tracePt t="135311" x="4794250" y="6064250"/>
          <p14:tracePt t="135328" x="4845050" y="6076950"/>
          <p14:tracePt t="135344" x="4870450" y="6083300"/>
          <p14:tracePt t="135360" x="4914900" y="6089650"/>
          <p14:tracePt t="135378" x="4997450" y="6108700"/>
          <p14:tracePt t="135394" x="5048250" y="6115050"/>
          <p14:tracePt t="135410" x="5086350" y="6115050"/>
          <p14:tracePt t="135427" x="5181600" y="6134100"/>
          <p14:tracePt t="135444" x="5213350" y="6140450"/>
          <p14:tracePt t="135461" x="5270500" y="6146800"/>
          <p14:tracePt t="135476" x="5302250" y="6153150"/>
          <p14:tracePt t="135494" x="5321300" y="6153150"/>
          <p14:tracePt t="135511" x="5353050" y="6165850"/>
          <p14:tracePt t="135527" x="5365750" y="6165850"/>
          <p14:tracePt t="135543" x="5391150" y="6172200"/>
          <p14:tracePt t="135560" x="5403850" y="6172200"/>
          <p14:tracePt t="135577" x="5410200" y="6172200"/>
          <p14:tracePt t="135593" x="5416550" y="6172200"/>
          <p14:tracePt t="135610" x="5422900" y="6172200"/>
          <p14:tracePt t="135643" x="5429250" y="6172200"/>
          <p14:tracePt t="135673" x="5435600" y="6172200"/>
          <p14:tracePt t="135721" x="5441950" y="6172200"/>
          <p14:tracePt t="135883" x="5435600" y="6172200"/>
          <p14:tracePt t="135904" x="5429250" y="6172200"/>
          <p14:tracePt t="135911" x="5422900" y="6172200"/>
          <p14:tracePt t="135926" x="5410200" y="6165850"/>
          <p14:tracePt t="135932" x="5378450" y="6165850"/>
          <p14:tracePt t="135941" x="5340350" y="6153150"/>
          <p14:tracePt t="135958" x="5289550" y="6146800"/>
          <p14:tracePt t="135976" x="5130800" y="6127750"/>
          <p14:tracePt t="135991" x="4902200" y="6115050"/>
          <p14:tracePt t="136010" x="4654550" y="6115050"/>
          <p14:tracePt t="136025" x="4514850" y="6115050"/>
          <p14:tracePt t="136041" x="4375150" y="6121400"/>
          <p14:tracePt t="136059" x="4121150" y="6140450"/>
          <p14:tracePt t="136074" x="4019550" y="6153150"/>
          <p14:tracePt t="136091" x="3917950" y="6165850"/>
          <p14:tracePt t="136108" x="3746500" y="6184900"/>
          <p14:tracePt t="136124" x="3683000" y="6191250"/>
          <p14:tracePt t="136142" x="3632200" y="6191250"/>
          <p14:tracePt t="136158" x="3543300" y="6191250"/>
          <p14:tracePt t="136174" x="3486150" y="6191250"/>
          <p14:tracePt t="136191" x="3460750" y="6191250"/>
          <p14:tracePt t="136208" x="3429000" y="6184900"/>
          <p14:tracePt t="136224" x="3409950" y="6178550"/>
          <p14:tracePt t="136241" x="3397250" y="6172200"/>
          <p14:tracePt t="136257" x="3390900" y="6165850"/>
          <p14:tracePt t="136274" x="3371850" y="6165850"/>
          <p14:tracePt t="136291" x="3365500" y="6165850"/>
          <p14:tracePt t="136307" x="3352800" y="6165850"/>
          <p14:tracePt t="136325" x="3346450" y="6165850"/>
          <p14:tracePt t="136342" x="3340100" y="6165850"/>
          <p14:tracePt t="136374" x="3333750" y="6165850"/>
          <p14:tracePt t="136402" x="3327400" y="6165850"/>
          <p14:tracePt t="136466" x="3327400" y="6159500"/>
          <p14:tracePt t="136473" x="3333750" y="6159500"/>
          <p14:tracePt t="136480" x="3333750" y="6153150"/>
          <p14:tracePt t="136494" x="3346450" y="6153150"/>
          <p14:tracePt t="136507" x="3352800" y="6153150"/>
          <p14:tracePt t="136523" x="3384550" y="6146800"/>
          <p14:tracePt t="136540" x="3403600" y="6146800"/>
          <p14:tracePt t="136557" x="3517900" y="6127750"/>
          <p14:tracePt t="136573" x="3689350" y="6108700"/>
          <p14:tracePt t="136590" x="3790950" y="6096000"/>
          <p14:tracePt t="136606" x="4032250" y="6076950"/>
          <p14:tracePt t="136623" x="4273550" y="6057900"/>
          <p14:tracePt t="136640" x="4387850" y="6045200"/>
          <p14:tracePt t="136656" x="4578350" y="6045200"/>
          <p14:tracePt t="136673" x="4654550" y="6032500"/>
          <p14:tracePt t="136690" x="4800600" y="6019800"/>
          <p14:tracePt t="136706" x="4832350" y="6019800"/>
          <p14:tracePt t="136722" x="4838700" y="6019800"/>
          <p14:tracePt t="136739" x="4864100" y="6019800"/>
          <p14:tracePt t="136756" x="4870450" y="6019800"/>
          <p14:tracePt t="136773" x="4876800" y="6019800"/>
          <p14:tracePt t="136831" x="4870450" y="6019800"/>
          <p14:tracePt t="136852" x="4864100" y="6019800"/>
          <p14:tracePt t="136887" x="4857750" y="6019800"/>
          <p14:tracePt t="136894" x="4851400" y="6019800"/>
          <p14:tracePt t="136905" x="4838700" y="6019800"/>
          <p14:tracePt t="136923" x="4806950" y="6019800"/>
          <p14:tracePt t="136938" x="4775200" y="6013450"/>
          <p14:tracePt t="136955" x="4724400" y="6013450"/>
          <p14:tracePt t="136972" x="4508500" y="6013450"/>
          <p14:tracePt t="136989" x="4406900" y="6013450"/>
          <p14:tracePt t="137005" x="4305300" y="6013450"/>
          <p14:tracePt t="137022" x="4127500" y="6026150"/>
          <p14:tracePt t="137039" x="3930650" y="6045200"/>
          <p14:tracePt t="137056" x="3765550" y="6045200"/>
          <p14:tracePt t="137071" x="3702050" y="6045200"/>
          <p14:tracePt t="137088" x="3587750" y="6051550"/>
          <p14:tracePt t="137105" x="3511550" y="6051550"/>
          <p14:tracePt t="137122" x="3479800" y="6051550"/>
          <p14:tracePt t="137138" x="3448050" y="6051550"/>
          <p14:tracePt t="137155" x="3429000" y="6051550"/>
          <p14:tracePt t="137171" x="3416300" y="6051550"/>
          <p14:tracePt t="137188" x="3409950" y="6051550"/>
          <p14:tracePt t="137343" x="3422650" y="6051550"/>
          <p14:tracePt t="137357" x="3429000" y="6051550"/>
          <p14:tracePt t="137364" x="3448050" y="6051550"/>
          <p14:tracePt t="137379" x="3473450" y="6057900"/>
          <p14:tracePt t="137387" x="3530600" y="6057900"/>
          <p14:tracePt t="137404" x="3606800" y="6057900"/>
          <p14:tracePt t="137421" x="3835400" y="6064250"/>
          <p14:tracePt t="137437" x="4108450" y="6076950"/>
          <p14:tracePt t="137453" x="4267200" y="6089650"/>
          <p14:tracePt t="137470" x="4572000" y="6102350"/>
          <p14:tracePt t="137486" x="4699000" y="6108700"/>
          <p14:tracePt t="137503" x="4889500" y="6121400"/>
          <p14:tracePt t="137520" x="4965700" y="6127750"/>
          <p14:tracePt t="137536" x="5029200" y="6127750"/>
          <p14:tracePt t="137553" x="5099050" y="6140450"/>
          <p14:tracePt t="137570" x="5111750" y="6140450"/>
          <p14:tracePt t="137586" x="5118100" y="6140450"/>
          <p14:tracePt t="137603" x="5111750" y="6140450"/>
          <p14:tracePt t="137620" x="5105400" y="6140450"/>
          <p14:tracePt t="137636" x="5086350" y="6134100"/>
          <p14:tracePt t="137653" x="5022850" y="6134100"/>
          <p14:tracePt t="137669" x="4921250" y="6127750"/>
          <p14:tracePt t="137686" x="4845050" y="6115050"/>
          <p14:tracePt t="137703" x="4635500" y="6102350"/>
          <p14:tracePt t="137719" x="4432300" y="6083300"/>
          <p14:tracePt t="137737" x="4229100" y="6083300"/>
          <p14:tracePt t="137752" x="4140200" y="6083300"/>
          <p14:tracePt t="137769" x="3987800" y="6096000"/>
          <p14:tracePt t="137786" x="3867150" y="6108700"/>
          <p14:tracePt t="137802" x="3816350" y="6108700"/>
          <p14:tracePt t="137819" x="3746500" y="6115050"/>
          <p14:tracePt t="137836" x="3714750" y="6115050"/>
          <p14:tracePt t="137853" x="3702050" y="6115050"/>
          <p14:tracePt t="137869" x="3695700" y="6115050"/>
          <p14:tracePt t="137886" x="3689350" y="6115050"/>
          <p14:tracePt t="137996" x="3695700" y="6115050"/>
          <p14:tracePt t="138010" x="3702050" y="6115050"/>
          <p14:tracePt t="138017" x="3708400" y="6115050"/>
          <p14:tracePt t="138024" x="3714750" y="6115050"/>
          <p14:tracePt t="138038" x="3733800" y="6115050"/>
          <p14:tracePt t="138051" x="3752850" y="6115050"/>
          <p14:tracePt t="138068" x="3879850" y="6121400"/>
          <p14:tracePt t="138084" x="3981450" y="6121400"/>
          <p14:tracePt t="138102" x="4254500" y="6127750"/>
          <p14:tracePt t="138118" x="4552950" y="6140450"/>
          <p14:tracePt t="138134" x="4705350" y="6140450"/>
          <p14:tracePt t="138151" x="4832350" y="6140450"/>
          <p14:tracePt t="138167" x="5048250" y="6153150"/>
          <p14:tracePt t="138185" x="5111750" y="6153150"/>
          <p14:tracePt t="138201" x="5207000" y="6159500"/>
          <p14:tracePt t="138217" x="5213350" y="6159500"/>
          <p14:tracePt t="138234" x="5219700" y="6159500"/>
          <p14:tracePt t="138250" x="5226050" y="6159500"/>
          <p14:tracePt t="138270" x="5226050" y="6153150"/>
          <p14:tracePt t="138284" x="5219700" y="6153150"/>
          <p14:tracePt t="138305" x="5213350" y="6153150"/>
          <p14:tracePt t="138326" x="5207000" y="6153150"/>
          <p14:tracePt t="138347" x="5200650" y="6153150"/>
          <p14:tracePt t="138389" x="5200650" y="6146800"/>
          <p14:tracePt t="138502" x="5194300" y="6146800"/>
          <p14:tracePt t="138509" x="5187950" y="6146800"/>
          <p14:tracePt t="138537" x="5181600" y="6146800"/>
          <p14:tracePt t="139505" x="5181600" y="6140450"/>
          <p14:tracePt t="139512" x="5181600" y="6127750"/>
          <p14:tracePt t="139526" x="5181600" y="6108700"/>
          <p14:tracePt t="139533" x="5181600" y="6096000"/>
          <p14:tracePt t="139547" x="5181600" y="6089650"/>
          <p14:tracePt t="139562" x="5181600" y="6070600"/>
          <p14:tracePt t="139579" x="5181600" y="6064250"/>
          <p14:tracePt t="139596" x="5181600" y="6051550"/>
          <p14:tracePt t="139613" x="5181600" y="6038850"/>
          <p14:tracePt t="139629" x="5181600" y="6032500"/>
          <p14:tracePt t="139646" x="5181600" y="6026150"/>
          <p14:tracePt t="139662" x="5181600" y="6019800"/>
          <p14:tracePt t="139679" x="5181600" y="6013450"/>
          <p14:tracePt t="139696" x="5181600" y="6000750"/>
          <p14:tracePt t="139729" x="5181600" y="5994400"/>
          <p14:tracePt t="139751" x="5181600" y="5988050"/>
          <p14:tracePt t="139793" x="5181600" y="5981700"/>
          <p14:tracePt t="139814" x="5181600" y="5975350"/>
          <p14:tracePt t="139842" x="5181600" y="5962650"/>
          <p14:tracePt t="139863" x="5181600" y="5956300"/>
          <p14:tracePt t="139891" x="5181600" y="5943600"/>
          <p14:tracePt t="139932" x="5181600" y="5937250"/>
          <p14:tracePt t="139940" x="5181600" y="5930900"/>
          <p14:tracePt t="139975" x="5181600" y="5924550"/>
          <p14:tracePt t="139982" x="5181600" y="5918200"/>
          <p14:tracePt t="140004" x="5181600" y="5911850"/>
          <p14:tracePt t="140024" x="5181600" y="5905500"/>
          <p14:tracePt t="140053" x="5175250" y="5905500"/>
          <p14:tracePt t="140073" x="5175250" y="5899150"/>
          <p14:tracePt t="140102" x="5168900" y="5892800"/>
          <p14:tracePt t="140144" x="5130800" y="5886450"/>
          <p14:tracePt t="140165" x="5067300" y="5886450"/>
          <p14:tracePt t="140172" x="5041900" y="5886450"/>
          <p14:tracePt t="140186" x="4991100" y="5886450"/>
          <p14:tracePt t="140195" x="4940300" y="5886450"/>
          <p14:tracePt t="140210" x="4876800" y="5886450"/>
          <p14:tracePt t="140228" x="4705350" y="5918200"/>
          <p14:tracePt t="140244" x="4514850" y="5949950"/>
          <p14:tracePt t="140260" x="4425950" y="5956300"/>
          <p14:tracePt t="140278" x="4241800" y="5988050"/>
          <p14:tracePt t="140294" x="4114800" y="6000750"/>
          <p14:tracePt t="140311" x="4044950" y="6007100"/>
          <p14:tracePt t="140327" x="3981450" y="6013450"/>
          <p14:tracePt t="140343" x="3949700" y="6019800"/>
          <p14:tracePt t="140360" x="3905250" y="6026150"/>
          <p14:tracePt t="140376" x="3892550" y="6026150"/>
          <p14:tracePt t="140393" x="3886200" y="6026150"/>
          <p14:tracePt t="140410" x="3873500" y="6026150"/>
          <p14:tracePt t="140427" x="3867150" y="6026150"/>
          <p14:tracePt t="140544" x="3867150" y="6032500"/>
          <p14:tracePt t="140572" x="3873500" y="6032500"/>
          <p14:tracePt t="140594" x="3879850" y="6032500"/>
          <p14:tracePt t="140607" x="3886200" y="6032500"/>
          <p14:tracePt t="140614" x="3892550" y="6032500"/>
          <p14:tracePt t="140635" x="3898900" y="6032500"/>
          <p14:tracePt t="140645" x="3911600" y="6032500"/>
          <p14:tracePt t="140659" x="3930650" y="6032500"/>
          <p14:tracePt t="140676" x="3956050" y="6019800"/>
          <p14:tracePt t="140692" x="4032250" y="6013450"/>
          <p14:tracePt t="140709" x="4152900" y="5988050"/>
          <p14:tracePt t="140726" x="4292600" y="5975350"/>
          <p14:tracePt t="140742" x="4375150" y="5969000"/>
          <p14:tracePt t="140759" x="4514850" y="5969000"/>
          <p14:tracePt t="140776" x="4654550" y="5969000"/>
          <p14:tracePt t="140792" x="4718050" y="5969000"/>
          <p14:tracePt t="140808" x="4813300" y="5969000"/>
          <p14:tracePt t="140826" x="4889500" y="5975350"/>
          <p14:tracePt t="140842" x="4921250" y="5975350"/>
          <p14:tracePt t="140859" x="4953000" y="5975350"/>
          <p14:tracePt t="140875" x="4978400" y="5969000"/>
          <p14:tracePt t="140891" x="4984750" y="5969000"/>
          <p14:tracePt t="140909" x="4991100" y="5969000"/>
          <p14:tracePt t="140944" x="4997450" y="5969000"/>
          <p14:tracePt t="141014" x="5003800" y="5969000"/>
          <p14:tracePt t="141028" x="5010150" y="5969000"/>
          <p14:tracePt t="141035" x="5016500" y="5969000"/>
          <p14:tracePt t="141057" x="5029200" y="5969000"/>
          <p14:tracePt t="141063" x="5035550" y="5969000"/>
          <p14:tracePt t="141077" x="5041900" y="5969000"/>
          <p14:tracePt t="141091" x="5048250" y="5969000"/>
          <p14:tracePt t="141107" x="5086350" y="5975350"/>
          <p14:tracePt t="141124" x="5105400" y="5981700"/>
          <p14:tracePt t="141141" x="5162550" y="5994400"/>
          <p14:tracePt t="141158" x="5219700" y="6000750"/>
          <p14:tracePt t="141174" x="5238750" y="6000750"/>
          <p14:tracePt t="141190" x="5283200" y="6013450"/>
          <p14:tracePt t="141207" x="5302250" y="6013450"/>
          <p14:tracePt t="141224" x="5308600" y="6013450"/>
          <p14:tracePt t="141274" x="5308600" y="6007100"/>
          <p14:tracePt t="141330" x="5302250" y="6007100"/>
          <p14:tracePt t="141365" x="5295900" y="6000750"/>
          <p14:tracePt t="141386" x="5289550" y="6000750"/>
          <p14:tracePt t="141408" x="5283200" y="6000750"/>
          <p14:tracePt t="141414" x="5276850" y="6000750"/>
          <p14:tracePt t="141436" x="5270500" y="6000750"/>
          <p14:tracePt t="141450" x="5264150" y="6000750"/>
          <p14:tracePt t="141459" x="5251450" y="6000750"/>
          <p14:tracePt t="141472" x="5238750" y="5994400"/>
          <p14:tracePt t="141489" x="5162550" y="5981700"/>
          <p14:tracePt t="141506" x="5041900" y="5962650"/>
          <p14:tracePt t="141523" x="4946650" y="5943600"/>
          <p14:tracePt t="141540" x="4870450" y="5937250"/>
          <p14:tracePt t="141556" x="4610100" y="5886450"/>
          <p14:tracePt t="141572" x="4546600" y="5854700"/>
          <p14:tracePt t="141590" x="4425950" y="5835650"/>
          <p14:tracePt t="141605" x="4368800" y="5816600"/>
          <p14:tracePt t="141622" x="4286250" y="5803900"/>
          <p14:tracePt t="141639" x="4229100" y="5784850"/>
          <p14:tracePt t="141655" x="4203700" y="5778500"/>
          <p14:tracePt t="141672" x="4191000" y="5778500"/>
          <p14:tracePt t="141689" x="4171950" y="5772150"/>
          <p14:tracePt t="141705" x="4159250" y="5772150"/>
          <p14:tracePt t="141723" x="4140200" y="5765800"/>
          <p14:tracePt t="141738" x="4121150" y="5765800"/>
          <p14:tracePt t="141755" x="4108450" y="5765800"/>
          <p14:tracePt t="141758" x="4095750" y="5765800"/>
          <p14:tracePt t="141772" x="4070350" y="5759450"/>
          <p14:tracePt t="141788" x="4032250" y="5746750"/>
          <p14:tracePt t="141805" x="3994150" y="5746750"/>
          <p14:tracePt t="141822" x="3892550" y="5702300"/>
          <p14:tracePt t="141838" x="3771900" y="5645150"/>
          <p14:tracePt t="141855" x="3702050" y="5594350"/>
          <p14:tracePt t="141872" x="3511550" y="5486400"/>
          <p14:tracePt t="141888" x="3416300" y="5422900"/>
          <p14:tracePt t="141905" x="3143250" y="5238750"/>
          <p14:tracePt t="141921" x="3054350" y="5175250"/>
          <p14:tracePt t="141937" x="2959100" y="5130800"/>
          <p14:tracePt t="141955" x="2794000" y="5041900"/>
          <p14:tracePt t="141971" x="2635250" y="4972050"/>
          <p14:tracePt t="141988" x="2578100" y="4946650"/>
          <p14:tracePt t="142004" x="2444750" y="4895850"/>
          <p14:tracePt t="142021" x="2311400" y="4845050"/>
          <p14:tracePt t="142037" x="2228850" y="4819650"/>
          <p14:tracePt t="142055" x="2101850" y="4762500"/>
          <p14:tracePt t="142071" x="1981200" y="4692650"/>
          <p14:tracePt t="142089" x="1905000" y="4641850"/>
          <p14:tracePt t="142104" x="1879600" y="4629150"/>
          <p14:tracePt t="142120" x="1847850" y="4603750"/>
          <p14:tracePt t="142138" x="1822450" y="4584700"/>
          <p14:tracePt t="142154" x="1816100" y="4584700"/>
          <p14:tracePt t="142170" x="1803400" y="4572000"/>
          <p14:tracePt t="142187" x="1797050" y="4565650"/>
          <p14:tracePt t="142243" x="1803400" y="4565650"/>
          <p14:tracePt t="142250" x="1803400" y="4572000"/>
          <p14:tracePt t="142257" x="1809750" y="4572000"/>
          <p14:tracePt t="142273" x="1822450" y="4578350"/>
          <p14:tracePt t="142286" x="1828800" y="4578350"/>
          <p14:tracePt t="142303" x="1873250" y="4584700"/>
          <p14:tracePt t="142320" x="1981200" y="4603750"/>
          <p14:tracePt t="142337" x="2070100" y="4603750"/>
          <p14:tracePt t="142353" x="2298700" y="4622800"/>
          <p14:tracePt t="142370" x="2552700" y="4654550"/>
          <p14:tracePt t="142386" x="2667000" y="4667250"/>
          <p14:tracePt t="142404" x="2908300" y="4686300"/>
          <p14:tracePt t="142420" x="3092450" y="4718050"/>
          <p14:tracePt t="142436" x="3168650" y="4724400"/>
          <p14:tracePt t="142454" x="3289300" y="4762500"/>
          <p14:tracePt t="142469" x="3384550" y="4775200"/>
          <p14:tracePt t="142486" x="3422650" y="4775200"/>
          <p14:tracePt t="142503" x="3492500" y="4787900"/>
          <p14:tracePt t="142519" x="3530600" y="4787900"/>
          <p14:tracePt t="142536" x="3600450" y="4800600"/>
          <p14:tracePt t="142553" x="3657600" y="4813300"/>
          <p14:tracePt t="142569" x="3689350" y="4813300"/>
          <p14:tracePt t="142586" x="3740150" y="4832350"/>
          <p14:tracePt t="142602" x="3790950" y="4870450"/>
          <p14:tracePt t="142619" x="3829050" y="4895850"/>
          <p14:tracePt t="142636" x="3898900" y="4972050"/>
          <p14:tracePt t="142652" x="3994150" y="5067300"/>
          <p14:tracePt t="142669" x="4038600" y="5130800"/>
          <p14:tracePt t="142686" x="4152900" y="5270500"/>
          <p14:tracePt t="142702" x="4254500" y="5422900"/>
          <p14:tracePt t="142719" x="4305300" y="5492750"/>
          <p14:tracePt t="142735" x="4413250" y="5664200"/>
          <p14:tracePt t="142752" x="4495800" y="5842000"/>
          <p14:tracePt t="142769" x="4540250" y="5924550"/>
          <p14:tracePt t="142785" x="4597400" y="6045200"/>
          <p14:tracePt t="142801" x="4616450" y="6102350"/>
          <p14:tracePt t="142818" x="4629150" y="6172200"/>
          <p14:tracePt t="142835" x="4629150" y="6191250"/>
          <p14:tracePt t="142851" x="4635500" y="6203950"/>
          <p14:tracePt t="142868" x="4635500" y="6235700"/>
          <p14:tracePt t="142885" x="4635500" y="6242050"/>
          <p14:tracePt t="142901" x="4635500" y="6248400"/>
          <p14:tracePt t="142945" x="4635500" y="6254750"/>
          <p14:tracePt t="142959" x="4641850" y="6254750"/>
          <p14:tracePt t="142980" x="4654550" y="6254750"/>
          <p14:tracePt t="142994" x="4660900" y="6254750"/>
          <p14:tracePt t="143008" x="4679950" y="6248400"/>
          <p14:tracePt t="143022" x="4692650" y="6242050"/>
          <p14:tracePt t="143034" x="4730750" y="6242050"/>
          <p14:tracePt t="143051" x="4768850" y="6242050"/>
          <p14:tracePt t="143067" x="4832350" y="6229350"/>
          <p14:tracePt t="143084" x="4991100" y="6223000"/>
          <p14:tracePt t="143101" x="5041900" y="6216650"/>
          <p14:tracePt t="143117" x="5168900" y="6203950"/>
          <p14:tracePt t="143134" x="5213350" y="6197600"/>
          <p14:tracePt t="143150" x="5238750" y="6197600"/>
          <p14:tracePt t="143167" x="5264150" y="6197600"/>
          <p14:tracePt t="143200" x="5264150" y="6191250"/>
          <p14:tracePt t="143226" x="5251450" y="6191250"/>
          <p14:tracePt t="143240" x="5238750" y="6191250"/>
          <p14:tracePt t="143250" x="5226050" y="6191250"/>
          <p14:tracePt t="143266" x="5200650" y="6191250"/>
          <p14:tracePt t="143283" x="5080000" y="6184900"/>
          <p14:tracePt t="143300" x="4991100" y="6184900"/>
          <p14:tracePt t="143317" x="4775200" y="6184900"/>
          <p14:tracePt t="143333" x="4527550" y="6197600"/>
          <p14:tracePt t="143349" x="4413250" y="6197600"/>
          <p14:tracePt t="143367" x="4210050" y="6210300"/>
          <p14:tracePt t="143383" x="4076700" y="6216650"/>
          <p14:tracePt t="143399" x="4025900" y="6223000"/>
          <p14:tracePt t="143416" x="3987800" y="6223000"/>
          <p14:tracePt t="143433" x="3930650" y="6223000"/>
          <p14:tracePt t="143450" x="3917950" y="6223000"/>
          <p14:tracePt t="143466" x="3911600" y="6223000"/>
          <p14:tracePt t="143483" x="3905250" y="6223000"/>
          <p14:tracePt t="143528" x="3917950" y="6223000"/>
          <p14:tracePt t="143536" x="3930650" y="6223000"/>
          <p14:tracePt t="143552" x="3956050" y="6216650"/>
          <p14:tracePt t="143565" x="4051300" y="6216650"/>
          <p14:tracePt t="143582" x="4140200" y="6216650"/>
          <p14:tracePt t="143599" x="4343400" y="6210300"/>
          <p14:tracePt t="143615" x="4483100" y="6197600"/>
          <p14:tracePt t="143633" x="4845050" y="6197600"/>
          <p14:tracePt t="143648" x="5022850" y="6197600"/>
          <p14:tracePt t="143665" x="5162550" y="6203950"/>
          <p14:tracePt t="143683" x="5403850" y="6216650"/>
          <p14:tracePt t="143698" x="5492750" y="6216650"/>
          <p14:tracePt t="143715" x="5568950" y="6223000"/>
          <p14:tracePt t="143732" x="5651500" y="6223000"/>
          <p14:tracePt t="143748" x="5670550" y="6223000"/>
          <p14:tracePt t="143752" x="5683250" y="6223000"/>
          <p14:tracePt t="143787" x="5683250" y="6216650"/>
          <p14:tracePt t="143816" x="5670550" y="6216650"/>
          <p14:tracePt t="143829" x="5657850" y="6216650"/>
          <p14:tracePt t="143836" x="5645150" y="6210300"/>
          <p14:tracePt t="143851" x="5632450" y="6210300"/>
          <p14:tracePt t="143867" x="5619750" y="6210300"/>
          <p14:tracePt t="143881" x="5607050" y="6210300"/>
          <p14:tracePt t="143898" x="5588000" y="6210300"/>
          <p14:tracePt t="143914" x="5537200" y="6210300"/>
          <p14:tracePt t="143931" x="5505450" y="6210300"/>
          <p14:tracePt t="143948" x="5429250" y="6210300"/>
          <p14:tracePt t="143964" x="5391150" y="6223000"/>
          <p14:tracePt t="143981" x="5346700" y="6223000"/>
          <p14:tracePt t="143998" x="5264150" y="6235700"/>
          <p14:tracePt t="144014" x="5238750" y="6235700"/>
          <p14:tracePt t="144030" x="5207000" y="6242050"/>
          <p14:tracePt t="144047" x="5137150" y="6254750"/>
          <p14:tracePt t="144064" x="5111750" y="6254750"/>
          <p14:tracePt t="144081" x="5092700" y="6254750"/>
          <p14:tracePt t="144097" x="5060950" y="6254750"/>
          <p14:tracePt t="144114" x="5054600" y="6254750"/>
          <p14:tracePt t="144202" x="5060950" y="6254750"/>
          <p14:tracePt t="144216" x="5073650" y="6254750"/>
          <p14:tracePt t="144222" x="5086350" y="6254750"/>
          <p14:tracePt t="144237" x="5099050" y="6254750"/>
          <p14:tracePt t="144251" x="5111750" y="6254750"/>
          <p14:tracePt t="144266" x="5143500" y="6242050"/>
          <p14:tracePt t="144280" x="5168900" y="6242050"/>
          <p14:tracePt t="144296" x="5219700" y="6242050"/>
          <p14:tracePt t="144313" x="5314950" y="6229350"/>
          <p14:tracePt t="144329" x="5365750" y="6229350"/>
          <p14:tracePt t="144346" x="5429250" y="6216650"/>
          <p14:tracePt t="144363" x="5530850" y="6216650"/>
          <p14:tracePt t="144379" x="5562600" y="6216650"/>
          <p14:tracePt t="144396" x="5600700" y="6210300"/>
          <p14:tracePt t="144413" x="5613400" y="6210300"/>
          <p14:tracePt t="144429" x="5619750" y="6203950"/>
          <p14:tracePt t="144446" x="5626100" y="6203950"/>
          <p14:tracePt t="144479" x="5632450" y="6197600"/>
          <p14:tracePt t="144539" x="5626100" y="6197600"/>
          <p14:tracePt t="144573" x="5619750" y="6197600"/>
          <p14:tracePt t="144602" x="5613400" y="6197600"/>
          <p14:tracePt t="144658" x="5607050" y="6197600"/>
          <p14:tracePt t="144680" x="5600700" y="6197600"/>
          <p14:tracePt t="144686" x="5594350" y="6197600"/>
          <p14:tracePt t="145444" x="5600700" y="6197600"/>
          <p14:tracePt t="145472" x="5607050" y="6197600"/>
          <p14:tracePt t="145493" x="5619750" y="6197600"/>
          <p14:tracePt t="145507" x="5626100" y="6197600"/>
          <p14:tracePt t="145514" x="5638800" y="6197600"/>
          <p14:tracePt t="145529" x="5651500" y="6197600"/>
          <p14:tracePt t="145545" x="5657850" y="6197600"/>
          <p14:tracePt t="145558" x="5670550" y="6197600"/>
          <p14:tracePt t="145575" x="5676900" y="6197600"/>
          <p14:tracePt t="145592" x="5702300" y="6197600"/>
          <p14:tracePt t="145608" x="5715000" y="6197600"/>
          <p14:tracePt t="145625" x="5727700" y="6197600"/>
          <p14:tracePt t="145642" x="5772150" y="6210300"/>
          <p14:tracePt t="145658" x="5791200" y="6210300"/>
          <p14:tracePt t="145676" x="5829300" y="6216650"/>
          <p14:tracePt t="145691" x="5854700" y="6223000"/>
          <p14:tracePt t="145709" x="5880100" y="6223000"/>
          <p14:tracePt t="145725" x="5924550" y="6229350"/>
          <p14:tracePt t="145741" x="5943600" y="6235700"/>
          <p14:tracePt t="145758" x="5962650" y="6235700"/>
          <p14:tracePt t="145762" x="5981700" y="6242050"/>
          <p14:tracePt t="145776" x="5994400" y="6242050"/>
          <p14:tracePt t="145791" x="6007100" y="6242050"/>
          <p14:tracePt t="145808" x="6019800" y="6242050"/>
          <p14:tracePt t="145824" x="6032500" y="6248400"/>
          <p14:tracePt t="145860" x="6038850" y="6248400"/>
          <p14:tracePt t="145874" x="6045200" y="6248400"/>
          <p14:tracePt t="146230" x="6038850" y="6242050"/>
          <p14:tracePt t="146280" x="6038850" y="6235700"/>
          <p14:tracePt t="146329" x="6032500" y="6235700"/>
          <p14:tracePt t="146448" x="6032500" y="6229350"/>
          <p14:tracePt t="146483" x="6038850" y="6223000"/>
          <p14:tracePt t="146518" x="6045200" y="6223000"/>
          <p14:tracePt t="146631" x="6051550" y="6223000"/>
          <p14:tracePt t="146666" x="6057900" y="6223000"/>
          <p14:tracePt t="146687" x="6070600" y="6223000"/>
          <p14:tracePt t="146715" x="6076950" y="6223000"/>
          <p14:tracePt t="146729" x="6083300" y="6223000"/>
          <p14:tracePt t="146736" x="6089650" y="6223000"/>
          <p14:tracePt t="146750" x="6102350" y="6223000"/>
          <p14:tracePt t="146764" x="6115050" y="6223000"/>
          <p14:tracePt t="146773" x="6127750" y="6229350"/>
          <p14:tracePt t="146788" x="6153150" y="6229350"/>
          <p14:tracePt t="146804" x="6165850" y="6229350"/>
          <p14:tracePt t="146821" x="6197600" y="6229350"/>
          <p14:tracePt t="146838" x="6210300" y="6229350"/>
          <p14:tracePt t="146855" x="6229350" y="6229350"/>
          <p14:tracePt t="146872" x="6242050" y="6229350"/>
          <p14:tracePt t="146887" x="6248400" y="6229350"/>
          <p14:tracePt t="146904" x="6254750" y="6235700"/>
          <p14:tracePt t="146937" x="6261100" y="6235700"/>
          <p14:tracePt t="146967" x="6267450" y="6235700"/>
          <p14:tracePt t="146996" x="6273800" y="6235700"/>
          <p14:tracePt t="147031" x="6280150" y="6235700"/>
          <p14:tracePt t="147066" x="6286500" y="6235700"/>
          <p14:tracePt t="147088" x="6292850" y="6235700"/>
          <p14:tracePt t="147100" x="6305550" y="6235700"/>
          <p14:tracePt t="147115" x="6311900" y="6242050"/>
          <p14:tracePt t="147123" x="6324600" y="6242050"/>
          <p14:tracePt t="147137" x="6337300" y="6242050"/>
          <p14:tracePt t="147153" x="6356350" y="6242050"/>
          <p14:tracePt t="147171" x="6407150" y="6248400"/>
          <p14:tracePt t="147186" x="6432550" y="6254750"/>
          <p14:tracePt t="147203" x="6464300" y="6267450"/>
          <p14:tracePt t="147220" x="6527800" y="6267450"/>
          <p14:tracePt t="147236" x="6559550" y="6273800"/>
          <p14:tracePt t="147253" x="6597650" y="6273800"/>
          <p14:tracePt t="147271" x="6667500" y="6280150"/>
          <p14:tracePt t="147286" x="6705600" y="6280150"/>
          <p14:tracePt t="147303" x="6743700" y="6280150"/>
          <p14:tracePt t="147306" x="6788150" y="6286500"/>
          <p14:tracePt t="147325" x="6813550" y="6286500"/>
          <p14:tracePt t="147339" x="6845300" y="6286500"/>
          <p14:tracePt t="147355" x="6864350" y="6286500"/>
          <p14:tracePt t="147370" x="6889750" y="6286500"/>
          <p14:tracePt t="147385" x="6915150" y="6286500"/>
          <p14:tracePt t="147403" x="6927850" y="6286500"/>
          <p14:tracePt t="147419" x="6965950" y="6286500"/>
          <p14:tracePt t="147435" x="6978650" y="6286500"/>
          <p14:tracePt t="147452" x="6997700" y="6286500"/>
          <p14:tracePt t="147494" x="7004050" y="6280150"/>
          <p14:tracePt t="147502" x="7010400" y="6280150"/>
          <p14:tracePt t="147529" x="7016750" y="6280150"/>
          <p14:tracePt t="147550" x="7029450" y="6280150"/>
          <p14:tracePt t="147578" x="7035800" y="6280150"/>
          <p14:tracePt t="147599" x="7042150" y="6273800"/>
          <p14:tracePt t="147634" x="7048500" y="6273800"/>
          <p14:tracePt t="147662" x="7054850" y="6267450"/>
          <p14:tracePt t="147711" x="7061200" y="6267450"/>
          <p14:tracePt t="147761" x="7067550" y="6267450"/>
          <p14:tracePt t="147769" x="7073900" y="6267450"/>
          <p14:tracePt t="147795" x="7080250" y="6267450"/>
          <p14:tracePt t="147831" x="7080250" y="6261100"/>
          <p14:tracePt t="147887" x="7086600" y="6261100"/>
          <p14:tracePt t="147915" x="7092950" y="6261100"/>
          <p14:tracePt t="147936" x="7099300" y="6261100"/>
          <p14:tracePt t="147964" x="7105650" y="6261100"/>
          <p14:tracePt t="148013" x="7112000" y="6254750"/>
          <p14:tracePt t="148048" x="7124700" y="6254750"/>
          <p14:tracePt t="148062" x="7124700" y="6248400"/>
          <p14:tracePt t="148069" x="7131050" y="6248400"/>
          <p14:tracePt t="148097" x="7137400" y="6248400"/>
          <p14:tracePt t="148104" x="7143750" y="6248400"/>
          <p14:tracePt t="148120" x="7150100" y="6248400"/>
          <p14:tracePt t="148147" x="7150100" y="6242050"/>
          <p14:tracePt t="148154" x="7156450" y="6242050"/>
          <p14:tracePt t="148182" x="7162800" y="6235700"/>
          <p14:tracePt t="148203" x="7169150" y="6235700"/>
          <p14:tracePt t="148230" x="7175500" y="6235700"/>
          <p14:tracePt t="148252" x="7181850" y="6235700"/>
          <p14:tracePt t="148280" x="7188200" y="6229350"/>
          <p14:tracePt t="148287" x="7194550" y="6229350"/>
          <p14:tracePt t="148302" x="7200900" y="6229350"/>
          <p14:tracePt t="148322" x="7200900" y="6223000"/>
          <p14:tracePt t="148371" x="7207250" y="6223000"/>
          <p14:tracePt t="148399" x="7213600" y="6216650"/>
          <p14:tracePt t="148435" x="7219950" y="6216650"/>
          <p14:tracePt t="148456" x="7226300" y="6216650"/>
          <p14:tracePt t="148470" x="7232650" y="6216650"/>
          <p14:tracePt t="148491" x="7239000" y="6216650"/>
          <p14:tracePt t="148519" x="7245350" y="6216650"/>
          <p14:tracePt t="148533" x="7251700" y="6210300"/>
          <p14:tracePt t="148554" x="7264400" y="6210300"/>
          <p14:tracePt t="148568" x="7277100" y="6203950"/>
          <p14:tracePt t="148575" x="7289800" y="6203950"/>
          <p14:tracePt t="148589" x="7308850" y="6203950"/>
          <p14:tracePt t="148603" x="7327900" y="6203950"/>
          <p14:tracePt t="148618" x="7353300" y="6203950"/>
          <p14:tracePt t="148631" x="7372350" y="6203950"/>
          <p14:tracePt t="148648" x="7397750" y="6203950"/>
          <p14:tracePt t="148665" x="7429500" y="6203950"/>
          <p14:tracePt t="148681" x="7473950" y="6203950"/>
          <p14:tracePt t="148698" x="7499350" y="6203950"/>
          <p14:tracePt t="148715" x="7543800" y="6203950"/>
          <p14:tracePt t="148731" x="7569200" y="6203950"/>
          <p14:tracePt t="148748" x="7575550" y="6203950"/>
          <p14:tracePt t="148765" x="7613650" y="6203950"/>
          <p14:tracePt t="148781" x="7626350" y="6197600"/>
          <p14:tracePt t="148798" x="7639050" y="6197600"/>
          <p14:tracePt t="148814" x="7645400" y="6197600"/>
          <p14:tracePt t="148831" x="7651750" y="6197600"/>
          <p14:tracePt t="148847" x="7664450" y="6197600"/>
          <p14:tracePt t="148864" x="7670800" y="6197600"/>
          <p14:tracePt t="148898" x="7670800" y="6191250"/>
          <p14:tracePt t="148919" x="7677150" y="6191250"/>
          <p14:tracePt t="148930" x="7683500" y="6184900"/>
          <p14:tracePt t="149024" x="7689850" y="6184900"/>
          <p14:tracePt t="149095" x="7689850" y="6178550"/>
          <p14:tracePt t="150213" x="7683500" y="6172200"/>
          <p14:tracePt t="150297" x="7677150" y="6172200"/>
          <p14:tracePt t="150367" x="7677150" y="6165850"/>
          <p14:tracePt t="150438" x="7677150" y="6159500"/>
          <p14:tracePt t="150508" x="7670800" y="6153150"/>
          <p14:tracePt t="150543" x="7664450" y="6153150"/>
          <p14:tracePt t="150578" x="7658100" y="6146800"/>
          <p14:tracePt t="150592" x="7651750" y="6146800"/>
          <p14:tracePt t="150627" x="7645400" y="6146800"/>
          <p14:tracePt t="150662" x="7639050" y="6140450"/>
          <p14:tracePt t="150683" x="7632700" y="6134100"/>
          <p14:tracePt t="150697" x="7620000" y="6134100"/>
          <p14:tracePt t="150704" x="7613650" y="6134100"/>
          <p14:tracePt t="150718" x="7594600" y="6127750"/>
          <p14:tracePt t="150727" x="7575550" y="6121400"/>
          <p14:tracePt t="150741" x="7543800" y="6115050"/>
          <p14:tracePt t="150757" x="7473950" y="6089650"/>
          <p14:tracePt t="150775" x="7378700" y="6064250"/>
          <p14:tracePt t="150791" x="7334250" y="6051550"/>
          <p14:tracePt t="150807" x="7226300" y="6026150"/>
          <p14:tracePt t="150824" x="7124700" y="6019800"/>
          <p14:tracePt t="150840" x="7080250" y="6007100"/>
          <p14:tracePt t="150857" x="7042150" y="6000750"/>
          <p14:tracePt t="150874" x="6921500" y="5994400"/>
          <p14:tracePt t="150890" x="6883400" y="5994400"/>
          <p14:tracePt t="150908" x="6813550" y="5994400"/>
          <p14:tracePt t="150924" x="6775450" y="5994400"/>
          <p14:tracePt t="150940" x="6705600" y="6000750"/>
          <p14:tracePt t="150957" x="6648450" y="6007100"/>
          <p14:tracePt t="150973" x="6610350" y="6007100"/>
          <p14:tracePt t="150990" x="6540500" y="6019800"/>
          <p14:tracePt t="151007" x="6483350" y="6026150"/>
          <p14:tracePt t="151023" x="6451600" y="6026150"/>
          <p14:tracePt t="151040" x="6419850" y="6032500"/>
          <p14:tracePt t="151056" x="6381750" y="6032500"/>
          <p14:tracePt t="151073" x="6369050" y="6032500"/>
          <p14:tracePt t="151090" x="6343650" y="6038850"/>
          <p14:tracePt t="151106" x="6330950" y="6045200"/>
          <p14:tracePt t="151139" x="6324600" y="6045200"/>
          <p14:tracePt t="151156" x="6318250" y="6045200"/>
          <p14:tracePt t="151190" x="6318250" y="6051550"/>
          <p14:tracePt t="151210" x="6324600" y="6051550"/>
          <p14:tracePt t="151238" x="6330950" y="6051550"/>
          <p14:tracePt t="151266" x="6337300" y="6051550"/>
          <p14:tracePt t="151287" x="6343650" y="6051550"/>
          <p14:tracePt t="151293" x="6350000" y="6051550"/>
          <p14:tracePt t="151309" x="6356350" y="6051550"/>
          <p14:tracePt t="151322" x="6362700" y="6051550"/>
          <p14:tracePt t="151339" x="6413500" y="6057900"/>
          <p14:tracePt t="151356" x="6451600" y="6057900"/>
          <p14:tracePt t="151372" x="6553200" y="6076950"/>
          <p14:tracePt t="151388" x="6711950" y="6089650"/>
          <p14:tracePt t="151406" x="6877050" y="6096000"/>
          <p14:tracePt t="151422" x="6953250" y="6108700"/>
          <p14:tracePt t="151438" x="7029450" y="6115050"/>
          <p14:tracePt t="151455" x="7162800" y="6127750"/>
          <p14:tracePt t="151471" x="7264400" y="6127750"/>
          <p14:tracePt t="151488" x="7302500" y="6127750"/>
          <p14:tracePt t="151504" x="7366000" y="6127750"/>
          <p14:tracePt t="151521" x="7372350" y="6127750"/>
          <p14:tracePt t="151538" x="7378700" y="6127750"/>
          <p14:tracePt t="151554" x="7385050" y="6127750"/>
          <p14:tracePt t="151729" x="7378700" y="6127750"/>
          <p14:tracePt t="151757" x="7372350" y="6121400"/>
          <p14:tracePt t="153162" x="7353300" y="6121400"/>
          <p14:tracePt t="153190" x="7340600" y="6115050"/>
          <p14:tracePt t="153204" x="7327900" y="6108700"/>
          <p14:tracePt t="153211" x="7321550" y="6108700"/>
          <p14:tracePt t="153225" x="7315200" y="6102350"/>
          <p14:tracePt t="153239" x="7308850" y="6102350"/>
          <p14:tracePt t="153274" x="7308850" y="6096000"/>
          <p14:tracePt t="153295" x="7302500" y="6096000"/>
          <p14:tracePt t="153324" x="7296150" y="6096000"/>
          <p14:tracePt t="153331" x="7289800" y="6096000"/>
          <p14:tracePt t="153352" x="7277100" y="6096000"/>
          <p14:tracePt t="153373" x="7264400" y="6096000"/>
          <p14:tracePt t="153379" x="7258050" y="6096000"/>
          <p14:tracePt t="153393" x="7251700" y="6096000"/>
          <p14:tracePt t="153401" x="7239000" y="6096000"/>
          <p14:tracePt t="153418" x="7213600" y="6096000"/>
          <p14:tracePt t="153432" x="7169150" y="6096000"/>
          <p14:tracePt t="153450" x="7124700" y="6096000"/>
          <p14:tracePt t="153465" x="7105650" y="6096000"/>
          <p14:tracePt t="153481" x="7086600" y="6096000"/>
          <p14:tracePt t="153498" x="7042150" y="6089650"/>
          <p14:tracePt t="153514" x="7010400" y="6089650"/>
          <p14:tracePt t="153531" x="6997700" y="6089650"/>
          <p14:tracePt t="153548" x="6965950" y="6089650"/>
          <p14:tracePt t="153565" x="6953250" y="6089650"/>
          <p14:tracePt t="153581" x="6940550" y="6089650"/>
          <p14:tracePt t="153598" x="6902450" y="6076950"/>
          <p14:tracePt t="153614" x="6864350" y="6070600"/>
          <p14:tracePt t="153631" x="6832600" y="6070600"/>
          <p14:tracePt t="153648" x="6743700" y="6064250"/>
          <p14:tracePt t="153664" x="6635750" y="6051550"/>
          <p14:tracePt t="153681" x="6508750" y="6032500"/>
          <p14:tracePt t="153697" x="6432550" y="6026150"/>
          <p14:tracePt t="153714" x="6299200" y="6026150"/>
          <p14:tracePt t="153731" x="6172200" y="6026150"/>
          <p14:tracePt t="153747" x="6121400" y="6013450"/>
          <p14:tracePt t="153765" x="6070600" y="6013450"/>
          <p14:tracePt t="153780" x="5949950" y="6013450"/>
          <p14:tracePt t="153797" x="5911850" y="6019800"/>
          <p14:tracePt t="153815" x="5829300" y="6019800"/>
          <p14:tracePt t="153830" x="5791200" y="6026150"/>
          <p14:tracePt t="153847" x="5708650" y="6026150"/>
          <p14:tracePt t="153864" x="5651500" y="6032500"/>
          <p14:tracePt t="153880" x="5626100" y="6032500"/>
          <p14:tracePt t="153896" x="5568950" y="6038850"/>
          <p14:tracePt t="153913" x="5511800" y="6051550"/>
          <p14:tracePt t="153930" x="5480050" y="6051550"/>
          <p14:tracePt t="153946" x="5410200" y="6070600"/>
          <p14:tracePt t="153963" x="5340350" y="6083300"/>
          <p14:tracePt t="153980" x="5302250" y="6083300"/>
          <p14:tracePt t="153997" x="5238750" y="6102350"/>
          <p14:tracePt t="154013" x="5194300" y="6108700"/>
          <p14:tracePt t="154029" x="5162550" y="6108700"/>
          <p14:tracePt t="154046" x="5124450" y="6108700"/>
          <p14:tracePt t="154063" x="5080000" y="6115050"/>
          <p14:tracePt t="154079" x="5060950" y="6115050"/>
          <p14:tracePt t="154096" x="5035550" y="6115050"/>
          <p14:tracePt t="154112" x="5003800" y="6115050"/>
          <p14:tracePt t="154129" x="4997450" y="6121400"/>
          <p14:tracePt t="154146" x="4984750" y="6127750"/>
          <p14:tracePt t="154162" x="4978400" y="6134100"/>
          <p14:tracePt t="154180" x="4965700" y="6134100"/>
          <p14:tracePt t="154320" x="4972050" y="6134100"/>
          <p14:tracePt t="154334" x="4978400" y="6134100"/>
          <p14:tracePt t="154362" x="4984750" y="6134100"/>
          <p14:tracePt t="154376" x="4991100" y="6134100"/>
          <p14:tracePt t="154383" x="4997450" y="6134100"/>
          <p14:tracePt t="154398" x="5003800" y="6134100"/>
          <p14:tracePt t="154412" x="5022850" y="6134100"/>
          <p14:tracePt t="154428" x="5035550" y="6134100"/>
          <p14:tracePt t="154446" x="5054600" y="6134100"/>
          <p14:tracePt t="154461" x="5067300" y="6134100"/>
          <p14:tracePt t="154478" x="5092700" y="6127750"/>
          <p14:tracePt t="154495" x="5105400" y="6127750"/>
          <p14:tracePt t="154511" x="5111750" y="6127750"/>
          <p14:tracePt t="154615" x="5105400" y="6127750"/>
          <p14:tracePt t="154622" x="5099050" y="6127750"/>
          <p14:tracePt t="154635" x="5092700" y="6127750"/>
          <p14:tracePt t="154644" x="5080000" y="6127750"/>
          <p14:tracePt t="154664" x="5060950" y="6127750"/>
          <p14:tracePt t="154678" x="5041900" y="6127750"/>
          <p14:tracePt t="154694" x="4978400" y="6127750"/>
          <p14:tracePt t="154710" x="4940300" y="6127750"/>
          <p14:tracePt t="154727" x="4851400" y="6134100"/>
          <p14:tracePt t="154744" x="4768850" y="6140450"/>
          <p14:tracePt t="154760" x="4730750" y="6140450"/>
          <p14:tracePt t="154777" x="4660900" y="6140450"/>
          <p14:tracePt t="154793" x="4622800" y="6140450"/>
          <p14:tracePt t="154811" x="4603750" y="6146800"/>
          <p14:tracePt t="154827" x="4597400" y="6146800"/>
          <p14:tracePt t="154843" x="4591050" y="6146800"/>
          <p14:tracePt t="154895" x="4591050" y="6140450"/>
          <p14:tracePt t="154902" x="4603750" y="6127750"/>
          <p14:tracePt t="154916" x="4610100" y="6127750"/>
          <p14:tracePt t="155256" x="4591050" y="6127750"/>
          <p14:tracePt t="155263" x="4565650" y="6127750"/>
          <p14:tracePt t="155278" x="4540250" y="6127750"/>
          <p14:tracePt t="155292" x="4521200" y="6134100"/>
          <p14:tracePt t="155308" x="4495800" y="6140450"/>
          <p14:tracePt t="155325" x="4483100" y="6140450"/>
          <p14:tracePt t="155328" x="4476750" y="6146800"/>
          <p14:tracePt t="155341" x="4470400" y="6153150"/>
          <p14:tracePt t="155418" x="4470400" y="6159500"/>
          <p14:tracePt t="155460" x="4483100" y="6159500"/>
          <p14:tracePt t="155466" x="4495800" y="6159500"/>
          <p14:tracePt t="155475" x="4514850" y="6159500"/>
          <p14:tracePt t="155491" x="4533900" y="6159500"/>
          <p14:tracePt t="155508" x="4572000" y="6159500"/>
          <p14:tracePt t="155524" x="4679950" y="6165850"/>
          <p14:tracePt t="155541" x="4806950" y="6165850"/>
          <p14:tracePt t="155558" x="4933950" y="6165850"/>
          <p14:tracePt t="155574" x="4997450" y="6165850"/>
          <p14:tracePt t="155591" x="5092700" y="6165850"/>
          <p14:tracePt t="155607" x="5149850" y="6165850"/>
          <p14:tracePt t="155624" x="5168900" y="6165850"/>
          <p14:tracePt t="155641" x="5194300" y="6165850"/>
          <p14:tracePt t="155657" x="5207000" y="6159500"/>
          <p14:tracePt t="155691" x="5213350" y="6159500"/>
          <p14:tracePt t="155720" x="5213350" y="6153150"/>
          <p14:tracePt t="155775" x="5219700" y="6146800"/>
          <p14:tracePt t="155979" x="5226050" y="6146800"/>
          <p14:tracePt t="155986" x="5238750" y="6146800"/>
          <p14:tracePt t="156000" x="5245100" y="6146800"/>
          <p14:tracePt t="156009" x="5264150" y="6146800"/>
          <p14:tracePt t="156022" x="5283200" y="6146800"/>
          <p14:tracePt t="156039" x="5353050" y="6153150"/>
          <p14:tracePt t="156056" x="5429250" y="6153150"/>
          <p14:tracePt t="156072" x="5454650" y="6153150"/>
          <p14:tracePt t="156089" x="5492750" y="6153150"/>
          <p14:tracePt t="156106" x="5581650" y="6165850"/>
          <p14:tracePt t="156122" x="5607050" y="6165850"/>
          <p14:tracePt t="156139" x="5619750" y="6165850"/>
          <p14:tracePt t="156155" x="5645150" y="6172200"/>
          <p14:tracePt t="156172" x="5651500" y="6172200"/>
          <p14:tracePt t="156525" x="5651500" y="6165850"/>
          <p14:tracePt t="156547" x="5645150" y="6159500"/>
          <p14:tracePt t="156589" x="5638800" y="6159500"/>
          <p14:tracePt t="156617" x="5632450" y="6159500"/>
          <p14:tracePt t="156889" x="5581650" y="6153150"/>
          <p14:tracePt t="156904" x="5492750" y="6134100"/>
          <p14:tracePt t="156910" x="5397500" y="6115050"/>
          <p14:tracePt t="156919" x="5295900" y="6089650"/>
          <p14:tracePt t="156936" x="5207000" y="6083300"/>
          <p14:tracePt t="156953" x="5003800" y="6064250"/>
          <p14:tracePt t="156969" x="4914900" y="6051550"/>
          <p14:tracePt t="156986" x="4737100" y="6051550"/>
          <p14:tracePt t="157003" x="4578350" y="6051550"/>
          <p14:tracePt t="157019" x="4527550" y="6064250"/>
          <p14:tracePt t="157036" x="4406900" y="6070600"/>
          <p14:tracePt t="157053" x="4349750" y="6089650"/>
          <p14:tracePt t="157069" x="4337050" y="6089650"/>
          <p14:tracePt t="157086" x="4311650" y="6096000"/>
          <p14:tracePt t="157102" x="4305300" y="6096000"/>
          <p14:tracePt t="157135" x="4298950" y="6096000"/>
          <p14:tracePt t="157289" x="4292600" y="6096000"/>
          <p14:tracePt t="157303" x="4279900" y="6096000"/>
          <p14:tracePt t="157310" x="4260850" y="6096000"/>
          <p14:tracePt t="157324" x="4235450" y="6102350"/>
          <p14:tracePt t="157334" x="4203700" y="6102350"/>
          <p14:tracePt t="157353" x="4083050" y="6121400"/>
          <p14:tracePt t="157368" x="4019550" y="6121400"/>
          <p14:tracePt t="157384" x="3886200" y="6127750"/>
          <p14:tracePt t="157401" x="3771900" y="6140450"/>
          <p14:tracePt t="157417" x="3721100" y="6140450"/>
          <p14:tracePt t="157435" x="3651250" y="6140450"/>
          <p14:tracePt t="157451" x="3600450" y="6153150"/>
          <p14:tracePt t="157468" x="3587750" y="6153150"/>
          <p14:tracePt t="157485" x="3562350" y="6153150"/>
          <p14:tracePt t="157500" x="3556000" y="6153150"/>
          <p14:tracePt t="157632" x="3562350" y="6153150"/>
          <p14:tracePt t="157640" x="3575050" y="6146800"/>
          <p14:tracePt t="157653" x="3581400" y="6146800"/>
          <p14:tracePt t="157668" x="3587750" y="6146800"/>
          <p14:tracePt t="157684" x="3619500" y="6146800"/>
          <p14:tracePt t="157700" x="3644900" y="6146800"/>
          <p14:tracePt t="157717" x="3784600" y="6140450"/>
          <p14:tracePt t="157733" x="3987800" y="6115050"/>
          <p14:tracePt t="157750" x="4102100" y="6115050"/>
          <p14:tracePt t="157767" x="4330700" y="6108700"/>
          <p14:tracePt t="157783" x="4508500" y="6096000"/>
          <p14:tracePt t="157800" x="4584700" y="6102350"/>
          <p14:tracePt t="157816" x="4673600" y="6102350"/>
          <p14:tracePt t="157833" x="4724400" y="6102350"/>
          <p14:tracePt t="157851" x="4743450" y="6108700"/>
          <p14:tracePt t="157866" x="4749800" y="6108700"/>
          <p14:tracePt t="157934" x="4743450" y="6108700"/>
          <p14:tracePt t="157941" x="4737100" y="6102350"/>
          <p14:tracePt t="158011" x="4743450" y="6102350"/>
          <p14:tracePt t="158026" x="4756150" y="6102350"/>
          <p14:tracePt t="158035" x="4775200" y="6102350"/>
          <p14:tracePt t="158048" x="4806950" y="6108700"/>
          <p14:tracePt t="158065" x="4889500" y="6127750"/>
          <p14:tracePt t="158082" x="5041900" y="6134100"/>
          <p14:tracePt t="158099" x="5137150" y="6159500"/>
          <p14:tracePt t="158115" x="5340350" y="6178550"/>
          <p14:tracePt t="158132" x="5505450" y="6184900"/>
          <p14:tracePt t="158148" x="5581650" y="6197600"/>
          <p14:tracePt t="158166" x="5715000" y="6197600"/>
          <p14:tracePt t="158181" x="5778500" y="6197600"/>
          <p14:tracePt t="158198" x="5810250" y="6197600"/>
          <p14:tracePt t="158215" x="5867400" y="6197600"/>
          <p14:tracePt t="158231" x="5886450" y="6191250"/>
          <p14:tracePt t="158248" x="5918200" y="6184900"/>
          <p14:tracePt t="158264" x="5949950" y="6172200"/>
          <p14:tracePt t="158281" x="5975350" y="6172200"/>
          <p14:tracePt t="158298" x="6007100" y="6172200"/>
          <p14:tracePt t="158315" x="6032500" y="6165850"/>
          <p14:tracePt t="158331" x="6045200" y="6165850"/>
          <p14:tracePt t="158348" x="6051550" y="6165850"/>
          <p14:tracePt t="158364" x="6064250" y="6165850"/>
          <p14:tracePt t="158380" x="6070600" y="6165850"/>
          <p14:tracePt t="158398" x="6083300" y="6165850"/>
          <p14:tracePt t="158431" x="6089650" y="6165850"/>
          <p14:tracePt t="158448" x="6089650" y="6159500"/>
          <p14:tracePt t="158464" x="6096000" y="6159500"/>
          <p14:tracePt t="158489" x="6102350" y="6159500"/>
          <p14:tracePt t="158524" x="6108700" y="6153150"/>
          <p14:tracePt t="158559" x="6115050" y="6153150"/>
          <p14:tracePt t="158586" x="6121400" y="6153150"/>
          <p14:tracePt t="158643" x="6127750" y="6153150"/>
          <p14:tracePt t="158657" x="6134100" y="6159500"/>
          <p14:tracePt t="158666" x="6140450" y="6159500"/>
          <p14:tracePt t="158679" x="6146800" y="6159500"/>
          <p14:tracePt t="158696" x="6159500" y="6159500"/>
          <p14:tracePt t="158714" x="6191250" y="6159500"/>
          <p14:tracePt t="158730" x="6203950" y="6165850"/>
          <p14:tracePt t="158746" x="6248400" y="6172200"/>
          <p14:tracePt t="158763" x="6299200" y="6172200"/>
          <p14:tracePt t="158779" x="6330950" y="6178550"/>
          <p14:tracePt t="158796" x="6350000" y="6178550"/>
          <p14:tracePt t="158812" x="6413500" y="6184900"/>
          <p14:tracePt t="158833" x="6426200" y="6184900"/>
          <p14:tracePt t="158849" x="6432550" y="6191250"/>
          <p14:tracePt t="158863" x="6438900" y="6191250"/>
          <p14:tracePt t="158879" x="6445250" y="6191250"/>
          <p14:tracePt t="158938" x="6451600" y="6191250"/>
          <p14:tracePt t="158945" x="6457950" y="6191250"/>
          <p14:tracePt t="158972" x="6464300" y="6191250"/>
          <p14:tracePt t="158987" x="6470650" y="6191250"/>
          <p14:tracePt t="158994" x="6477000" y="6191250"/>
          <p14:tracePt t="159008" x="6477000" y="6184900"/>
          <p14:tracePt t="159015" x="6489700" y="6184900"/>
          <p14:tracePt t="159029" x="6502400" y="6184900"/>
          <p14:tracePt t="159045" x="6540500" y="6178550"/>
          <p14:tracePt t="159062" x="6572250" y="6178550"/>
          <p14:tracePt t="159079" x="6629400" y="6172200"/>
          <p14:tracePt t="159095" x="6654800" y="6165850"/>
          <p14:tracePt t="159112" x="6686550" y="6165850"/>
          <p14:tracePt t="159128" x="6743700" y="6165850"/>
          <p14:tracePt t="159145" x="6781800" y="6165850"/>
          <p14:tracePt t="159162" x="6832600" y="6191250"/>
          <p14:tracePt t="159178" x="6845300" y="6197600"/>
          <p14:tracePt t="159195" x="6870700" y="6203950"/>
          <p14:tracePt t="159212" x="6877050" y="6203950"/>
          <p14:tracePt t="159228" x="6883400" y="6203950"/>
          <p14:tracePt t="159244" x="6896100" y="6203950"/>
          <p14:tracePt t="159309" x="6902450" y="6203950"/>
          <p14:tracePt t="159331" x="6902450" y="6191250"/>
          <p14:tracePt t="159337" x="6896100" y="6184900"/>
          <p14:tracePt t="159352" x="6896100" y="6178550"/>
          <p14:tracePt t="159361" x="6889750" y="6172200"/>
          <p14:tracePt t="159422" x="6883400" y="6172200"/>
          <p14:tracePt t="159429" x="6877050" y="6172200"/>
          <p14:tracePt t="159457" x="6877050" y="6165850"/>
          <p14:tracePt t="159478" x="6870700" y="6165850"/>
          <p14:tracePt t="159485" x="6864350" y="6165850"/>
          <p14:tracePt t="159506" x="6858000" y="6159500"/>
          <p14:tracePt t="159528" x="6851650" y="6153150"/>
          <p14:tracePt t="159534" x="6845300" y="6153150"/>
          <p14:tracePt t="159555" x="6845300" y="6146800"/>
          <p14:tracePt t="159570" x="6838950" y="6146800"/>
          <p14:tracePt t="159579" x="6826250" y="6140450"/>
          <p14:tracePt t="159593" x="6813550" y="6134100"/>
          <p14:tracePt t="159612" x="6762750" y="6127750"/>
          <p14:tracePt t="159627" x="6692900" y="6115050"/>
          <p14:tracePt t="159644" x="6635750" y="6102350"/>
          <p14:tracePt t="159660" x="6534150" y="6096000"/>
          <p14:tracePt t="159676" x="6413500" y="6083300"/>
          <p14:tracePt t="159693" x="6375400" y="6076950"/>
          <p14:tracePt t="159710" x="6286500" y="6076950"/>
          <p14:tracePt t="159726" x="6229350" y="6076950"/>
          <p14:tracePt t="159743" x="6203950" y="6076950"/>
          <p14:tracePt t="159760" x="6165850" y="6076950"/>
          <p14:tracePt t="159776" x="6153150" y="6076950"/>
          <p14:tracePt t="159794" x="6127750" y="6076950"/>
          <p14:tracePt t="159810" x="6115050" y="6076950"/>
          <p14:tracePt t="159826" x="6108700" y="6083300"/>
          <p14:tracePt t="159843" x="6089650" y="6089650"/>
          <p14:tracePt t="159860" x="6083300" y="6089650"/>
          <p14:tracePt t="159876" x="6064250" y="6089650"/>
          <p14:tracePt t="159893" x="6051550" y="6089650"/>
          <p14:tracePt t="159909" x="6032500" y="6096000"/>
          <p14:tracePt t="159926" x="6019800" y="6102350"/>
          <p14:tracePt t="159942" x="5988050" y="6108700"/>
          <p14:tracePt t="159958" x="5937250" y="6108700"/>
          <p14:tracePt t="159976" x="5880100" y="6115050"/>
          <p14:tracePt t="159992" x="5842000" y="6115050"/>
          <p14:tracePt t="160009" x="5746750" y="6121400"/>
          <p14:tracePt t="160026" x="5651500" y="6134100"/>
          <p14:tracePt t="160042" x="5613400" y="6134100"/>
          <p14:tracePt t="160058" x="5588000" y="6134100"/>
          <p14:tracePt t="160075" x="5518150" y="6140450"/>
          <p14:tracePt t="160092" x="5499100" y="6146800"/>
          <p14:tracePt t="160109" x="5486400" y="6146800"/>
          <p14:tracePt t="160125" x="5467350" y="6146800"/>
          <p14:tracePt t="160142" x="5448300" y="6153150"/>
          <p14:tracePt t="160160" x="5435600" y="6153150"/>
          <p14:tracePt t="160175" x="5422900" y="6153150"/>
          <p14:tracePt t="160191" x="5384800" y="6146800"/>
          <p14:tracePt t="160209" x="5346700" y="6140450"/>
          <p14:tracePt t="160225" x="5308600" y="6140450"/>
          <p14:tracePt t="160241" x="5213350" y="6127750"/>
          <p14:tracePt t="160258" x="5111750" y="6121400"/>
          <p14:tracePt t="160274" x="5035550" y="6108700"/>
          <p14:tracePt t="160292" x="4876800" y="6083300"/>
          <p14:tracePt t="160307" x="4724400" y="6070600"/>
          <p14:tracePt t="160324" x="4660900" y="6070600"/>
          <p14:tracePt t="160342" x="4527550" y="6070600"/>
          <p14:tracePt t="160358" x="4425950" y="6076950"/>
          <p14:tracePt t="160374" x="4381500" y="6083300"/>
          <p14:tracePt t="160378" x="4343400" y="6083300"/>
          <p14:tracePt t="160393" x="4305300" y="6089650"/>
          <p14:tracePt t="160407" x="4273550" y="6096000"/>
          <p14:tracePt t="160424" x="4222750" y="6102350"/>
          <p14:tracePt t="160441" x="4191000" y="6115050"/>
          <p14:tracePt t="160458" x="4178300" y="6115050"/>
          <p14:tracePt t="160475" x="4152900" y="6121400"/>
          <p14:tracePt t="160490" x="4146550" y="6121400"/>
          <p14:tracePt t="160507" x="4140200" y="6121400"/>
          <p14:tracePt t="160901" x="4095750" y="6089650"/>
          <p14:tracePt t="160908" x="4044950" y="6007100"/>
          <p14:tracePt t="160923" x="3987800" y="5943600"/>
          <p14:tracePt t="160929" x="3911600" y="5848350"/>
          <p14:tracePt t="160943" x="3854450" y="5778500"/>
          <p14:tracePt t="160955" x="3778250" y="5695950"/>
          <p14:tracePt t="160972" x="3657600" y="5568950"/>
          <p14:tracePt t="160989" x="3613150" y="5505450"/>
          <p14:tracePt t="161005" x="3505200" y="5403850"/>
          <p14:tracePt t="161022" x="3409950" y="5327650"/>
          <p14:tracePt t="161038" x="3390900" y="5308600"/>
          <p14:tracePt t="161055" x="3346450" y="5276850"/>
          <p14:tracePt t="161072" x="3308350" y="5257800"/>
          <p14:tracePt t="161088" x="3302000" y="5257800"/>
          <p14:tracePt t="161105" x="3263900" y="5245100"/>
          <p14:tracePt t="161121" x="3225800" y="5245100"/>
          <p14:tracePt t="161139" x="3181350" y="5245100"/>
          <p14:tracePt t="161155" x="3168650" y="5238750"/>
          <p14:tracePt t="161172" x="3130550" y="5238750"/>
          <p14:tracePt t="161189" x="3098800" y="5238750"/>
          <p14:tracePt t="161204" x="3073400" y="5245100"/>
          <p14:tracePt t="161221" x="3060700" y="5251450"/>
          <p14:tracePt t="161238" x="2997200" y="5270500"/>
          <p14:tracePt t="161254" x="2978150" y="5276850"/>
          <p14:tracePt t="161271" x="2959100" y="5283200"/>
          <p14:tracePt t="161288" x="2889250" y="5314950"/>
          <p14:tracePt t="161304" x="2800350" y="5359400"/>
          <p14:tracePt t="161322" x="2724150" y="5403850"/>
          <p14:tracePt t="161337" x="2692400" y="5416550"/>
          <p14:tracePt t="161354" x="2641600" y="5448300"/>
          <p14:tracePt t="161371" x="2603500" y="5467350"/>
          <p14:tracePt t="161387" x="2590800" y="5480050"/>
          <p14:tracePt t="161391" x="2584450" y="5486400"/>
          <p14:tracePt t="161404" x="2571750" y="5499100"/>
          <p14:tracePt t="161421" x="2565400" y="5505450"/>
          <p14:tracePt t="162021" x="2552700" y="5505450"/>
          <p14:tracePt t="162036" x="2527300" y="5511800"/>
          <p14:tracePt t="162043" x="2508250" y="5518150"/>
          <p14:tracePt t="162051" x="2482850" y="5524500"/>
          <p14:tracePt t="162068" x="2451100" y="5524500"/>
          <p14:tracePt t="162085" x="2381250" y="5537200"/>
          <p14:tracePt t="162101" x="2355850" y="5543550"/>
          <p14:tracePt t="162118" x="2298700" y="5556250"/>
          <p14:tracePt t="162135" x="2235200" y="5562600"/>
          <p14:tracePt t="162151" x="2209800" y="5562600"/>
          <p14:tracePt t="162168" x="2159000" y="5568950"/>
          <p14:tracePt t="162184" x="2108200" y="5568950"/>
          <p14:tracePt t="162201" x="2089150" y="5568950"/>
          <p14:tracePt t="162218" x="2063750" y="5575300"/>
          <p14:tracePt t="162234" x="2044700" y="5575300"/>
          <p14:tracePt t="162267" x="2038350" y="5575300"/>
          <p14:tracePt t="162302" x="2032000" y="5581650"/>
          <p14:tracePt t="162414" x="2025650" y="5581650"/>
          <p14:tracePt t="162463" x="2032000" y="5581650"/>
          <p14:tracePt t="162491" x="2038350" y="5575300"/>
          <p14:tracePt t="162527" x="2044700" y="5568950"/>
          <p14:tracePt t="162541" x="2057400" y="5568950"/>
          <p14:tracePt t="162554" x="2063750" y="5568950"/>
          <p14:tracePt t="162561" x="2070100" y="5562600"/>
          <p14:tracePt t="162576" x="2089150" y="5562600"/>
          <p14:tracePt t="162585" x="2108200" y="5556250"/>
          <p14:tracePt t="162600" x="2127250" y="5556250"/>
          <p14:tracePt t="162617" x="2197100" y="5537200"/>
          <p14:tracePt t="162633" x="2305050" y="5530850"/>
          <p14:tracePt t="162649" x="2343150" y="5524500"/>
          <p14:tracePt t="162667" x="2451100" y="5524500"/>
          <p14:tracePt t="162683" x="2552700" y="5524500"/>
          <p14:tracePt t="162699" x="2603500" y="5524500"/>
          <p14:tracePt t="162716" x="2660650" y="5518150"/>
          <p14:tracePt t="162733" x="2698750" y="5518150"/>
          <p14:tracePt t="162749" x="2749550" y="5518150"/>
          <p14:tracePt t="162766" x="2787650" y="5518150"/>
          <p14:tracePt t="162782" x="2800350" y="5518150"/>
          <p14:tracePt t="162799" x="2819400" y="5518150"/>
          <p14:tracePt t="162815" x="2832100" y="5518150"/>
          <p14:tracePt t="162832" x="2838450" y="5518150"/>
          <p14:tracePt t="162849" x="2844800" y="5518150"/>
          <p14:tracePt t="162865" x="2863850" y="5524500"/>
          <p14:tracePt t="162882" x="2870200" y="5524500"/>
          <p14:tracePt t="162899" x="2889250" y="5524500"/>
          <p14:tracePt t="162915" x="2908300" y="5524500"/>
          <p14:tracePt t="162932" x="2914650" y="5524500"/>
          <p14:tracePt t="162936" x="2927350" y="5524500"/>
          <p14:tracePt t="162949" x="2946400" y="5524500"/>
          <p14:tracePt t="162965" x="2978150" y="5530850"/>
          <p14:tracePt t="162982" x="3016250" y="5537200"/>
          <p14:tracePt t="162998" x="3035300" y="5537200"/>
          <p14:tracePt t="163015" x="3054350" y="5537200"/>
          <p14:tracePt t="163032" x="3086100" y="5537200"/>
          <p14:tracePt t="163048" x="3092450" y="5537200"/>
          <p14:tracePt t="163065" x="3098800" y="5537200"/>
          <p14:tracePt t="163172" x="3092450" y="5537200"/>
          <p14:tracePt t="163193" x="3079750" y="5537200"/>
          <p14:tracePt t="163207" x="3073400" y="5537200"/>
          <p14:tracePt t="163217" x="3060700" y="5537200"/>
          <p14:tracePt t="163230" x="3048000" y="5537200"/>
          <p14:tracePt t="163247" x="2990850" y="5537200"/>
          <p14:tracePt t="163264" x="2895600" y="5537200"/>
          <p14:tracePt t="163281" x="2844800" y="5537200"/>
          <p14:tracePt t="163298" x="2711450" y="5543550"/>
          <p14:tracePt t="163314" x="2584450" y="5556250"/>
          <p14:tracePt t="163330" x="2533650" y="5556250"/>
          <p14:tracePt t="163348" x="2438400" y="5556250"/>
          <p14:tracePt t="163364" x="2400300" y="5556250"/>
          <p14:tracePt t="163380" x="2330450" y="5556250"/>
          <p14:tracePt t="163397" x="2292350" y="5562600"/>
          <p14:tracePt t="163414" x="2279650" y="5562600"/>
          <p14:tracePt t="163430" x="2266950" y="5562600"/>
          <p14:tracePt t="163447" x="2260600" y="5562600"/>
          <p14:tracePt t="163804" x="2266950" y="5562600"/>
          <p14:tracePt t="163818" x="2273300" y="5562600"/>
          <p14:tracePt t="163824" x="2292350" y="5562600"/>
          <p14:tracePt t="163839" x="2311400" y="5562600"/>
          <p14:tracePt t="163848" x="2343150" y="5562600"/>
          <p14:tracePt t="163861" x="2368550" y="5562600"/>
          <p14:tracePt t="163879" x="2444750" y="5562600"/>
          <p14:tracePt t="163896" x="2540000" y="5562600"/>
          <p14:tracePt t="163912" x="2590800" y="5562600"/>
          <p14:tracePt t="163930" x="2692400" y="5562600"/>
          <p14:tracePt t="163945" x="2787650" y="5568950"/>
          <p14:tracePt t="163962" x="2825750" y="5568950"/>
          <p14:tracePt t="163979" x="2895600" y="5581650"/>
          <p14:tracePt t="163995" x="2921000" y="5581650"/>
          <p14:tracePt t="164012" x="2959100" y="5581650"/>
          <p14:tracePt t="164029" x="2978150" y="5581650"/>
          <p14:tracePt t="164044" x="2990850" y="5581650"/>
          <p14:tracePt t="164061" x="3003550" y="5581650"/>
          <p14:tracePt t="164078" x="3016250" y="5581650"/>
          <p14:tracePt t="164095" x="3022600" y="5581650"/>
          <p14:tracePt t="164337" x="3016250" y="5581650"/>
          <p14:tracePt t="164358" x="3009900" y="5581650"/>
          <p14:tracePt t="164365" x="3003550" y="5581650"/>
          <p14:tracePt t="164386" x="2997200" y="5581650"/>
          <p14:tracePt t="164721" x="3035300" y="5581650"/>
          <p14:tracePt t="164727" x="3086100" y="5581650"/>
          <p14:tracePt t="164743" x="3136900" y="5581650"/>
          <p14:tracePt t="164749" x="3187700" y="5581650"/>
          <p14:tracePt t="164758" x="3232150" y="5581650"/>
          <p14:tracePt t="164777" x="3314700" y="5575300"/>
          <p14:tracePt t="164792" x="3352800" y="5575300"/>
          <p14:tracePt t="164809" x="3390900" y="5575300"/>
          <p14:tracePt t="164826" x="3498850" y="5575300"/>
          <p14:tracePt t="164842" x="3536950" y="5575300"/>
          <p14:tracePt t="164859" x="3575050" y="5575300"/>
          <p14:tracePt t="164875" x="3644900" y="5575300"/>
          <p14:tracePt t="164892" x="3695700" y="5575300"/>
          <p14:tracePt t="164908" x="3714750" y="5575300"/>
          <p14:tracePt t="164925" x="3746500" y="5575300"/>
          <p14:tracePt t="164942" x="3765550" y="5581650"/>
          <p14:tracePt t="164960" x="3771900" y="5581650"/>
          <p14:tracePt t="164975" x="3778250" y="5581650"/>
          <p14:tracePt t="164992" x="3784600" y="5581650"/>
          <p14:tracePt t="165162" x="3778250" y="5581650"/>
          <p14:tracePt t="165212" x="3771900" y="5581650"/>
          <p14:tracePt t="165388" x="3765550" y="5581650"/>
          <p14:tracePt t="165472" x="3759200" y="5581650"/>
          <p14:tracePt t="165563" x="3759200" y="5575300"/>
          <p14:tracePt t="165654" x="3752850" y="5568950"/>
          <p14:tracePt t="165724" x="3746500" y="5568950"/>
          <p14:tracePt t="165780" x="3746500" y="5562600"/>
          <p14:tracePt t="165822" x="3746500" y="5556250"/>
          <p14:tracePt t="165863" x="3752850" y="5556250"/>
          <p14:tracePt t="165892" x="3759200" y="5556250"/>
          <p14:tracePt t="165921" x="3765550" y="5556250"/>
          <p14:tracePt t="165984" x="3771900" y="5556250"/>
          <p14:tracePt t="166061" x="3778250" y="5556250"/>
          <p14:tracePt t="166089" x="3784600" y="5556250"/>
          <p14:tracePt t="166124" x="3790950" y="5556250"/>
          <p14:tracePt t="166152" x="3797300" y="5556250"/>
          <p14:tracePt t="166180" x="3803650" y="5556250"/>
          <p14:tracePt t="166201" x="3816350" y="5556250"/>
          <p14:tracePt t="166222" x="3829050" y="5556250"/>
          <p14:tracePt t="166229" x="3848100" y="5556250"/>
          <p14:tracePt t="166243" x="3860800" y="5556250"/>
          <p14:tracePt t="166253" x="3886200" y="5556250"/>
          <p14:tracePt t="166271" x="3949700" y="5556250"/>
          <p14:tracePt t="166286" x="3981450" y="5556250"/>
          <p14:tracePt t="166304" x="4044950" y="5556250"/>
          <p14:tracePt t="166321" x="4114800" y="5556250"/>
          <p14:tracePt t="166337" x="4140200" y="5556250"/>
          <p14:tracePt t="166353" x="4159250" y="5556250"/>
          <p14:tracePt t="166370" x="4229100" y="5562600"/>
          <p14:tracePt t="166387" x="4254500" y="5562600"/>
          <p14:tracePt t="166403" x="4273550" y="5562600"/>
          <p14:tracePt t="166420" x="4311650" y="5562600"/>
          <p14:tracePt t="166436" x="4343400" y="5562600"/>
          <p14:tracePt t="166454" x="4381500" y="5562600"/>
          <p14:tracePt t="166469" x="4394200" y="5562600"/>
          <p14:tracePt t="166486" x="4425950" y="5562600"/>
          <p14:tracePt t="166503" x="4457700" y="5562600"/>
          <p14:tracePt t="166520" x="4470400" y="5568950"/>
          <p14:tracePt t="166536" x="4502150" y="5568950"/>
          <p14:tracePt t="166553" x="4521200" y="5568950"/>
          <p14:tracePt t="166569" x="4533900" y="5568950"/>
          <p14:tracePt t="166586" x="4552950" y="5568950"/>
          <p14:tracePt t="166602" x="4565650" y="5575300"/>
          <p14:tracePt t="166619" x="4572000" y="5575300"/>
          <p14:tracePt t="166637" x="4584700" y="5575300"/>
          <p14:tracePt t="166652" x="4591050" y="5575300"/>
          <p14:tracePt t="166685" x="4603750" y="5575300"/>
          <p14:tracePt t="166702" x="4610100" y="5575300"/>
          <p14:tracePt t="166735" x="4622800" y="5568950"/>
          <p14:tracePt t="166769" x="4629150" y="5568950"/>
          <p14:tracePt t="166785" x="4635500" y="5562600"/>
          <p14:tracePt t="166805" x="4641850" y="5562600"/>
          <p14:tracePt t="166825" x="4648200" y="5562600"/>
          <p14:tracePt t="166834" x="4654550" y="5562600"/>
          <p14:tracePt t="166855" x="4660900" y="5562600"/>
          <p14:tracePt t="166875" x="4667250" y="5562600"/>
          <p14:tracePt t="166903" x="4673600" y="5562600"/>
          <p14:tracePt t="166924" x="4679950" y="5562600"/>
          <p14:tracePt t="166931" x="4686300" y="5562600"/>
          <p14:tracePt t="166953" x="4692650" y="5562600"/>
          <p14:tracePt t="166966" x="4699000" y="5562600"/>
          <p14:tracePt t="166994" x="4711700" y="5556250"/>
          <p14:tracePt t="167022" x="4718050" y="5556250"/>
          <p14:tracePt t="167043" x="4724400" y="5556250"/>
          <p14:tracePt t="167064" x="4730750" y="5556250"/>
          <p14:tracePt t="167071" x="4737100" y="5556250"/>
          <p14:tracePt t="167092" x="4743450" y="5556250"/>
          <p14:tracePt t="167106" x="4749800" y="5549900"/>
          <p14:tracePt t="167183" x="4756150" y="5543550"/>
          <p14:tracePt t="167225" x="4762500" y="5537200"/>
          <p14:tracePt t="167267" x="4762500" y="5530850"/>
          <p14:tracePt t="167317" x="4756150" y="5524500"/>
          <p14:tracePt t="167359" x="4756150" y="5518150"/>
          <p14:tracePt t="167443" x="4749800" y="5518150"/>
          <p14:tracePt t="167478" x="4743450" y="5511800"/>
          <p14:tracePt t="167485" x="4737100" y="5511800"/>
          <p14:tracePt t="167527" x="4737100" y="5505450"/>
          <p14:tracePt t="167576" x="4730750" y="5505450"/>
          <p14:tracePt t="167653" x="4724400" y="5505450"/>
          <p14:tracePt t="167688" x="4718050" y="5505450"/>
          <p14:tracePt t="167744" x="4711700" y="5505450"/>
          <p14:tracePt t="167766" x="4705350" y="5505450"/>
          <p14:tracePt t="167772" x="4699000" y="5505450"/>
          <p14:tracePt t="167786" x="4692650" y="5505450"/>
          <p14:tracePt t="167798" x="4686300" y="5505450"/>
          <p14:tracePt t="167815" x="4667250" y="5505450"/>
          <p14:tracePt t="167832" x="4648200" y="5505450"/>
          <p14:tracePt t="167849" x="4597400" y="5505450"/>
          <p14:tracePt t="167865" x="4527550" y="5499100"/>
          <p14:tracePt t="167882" x="4495800" y="5486400"/>
          <p14:tracePt t="167899" x="4413250" y="5480050"/>
          <p14:tracePt t="167915" x="4356100" y="5467350"/>
          <p14:tracePt t="167931" x="4330700" y="5467350"/>
          <p14:tracePt t="167948" x="4292600" y="5461000"/>
          <p14:tracePt t="167964" x="4273550" y="5461000"/>
          <p14:tracePt t="167981" x="4267200" y="5454650"/>
          <p14:tracePt t="167998" x="4260850" y="5454650"/>
          <p14:tracePt t="168116" x="4260850" y="5461000"/>
          <p14:tracePt t="168137" x="4267200" y="5461000"/>
          <p14:tracePt t="168158" x="4273550" y="5461000"/>
          <p14:tracePt t="168165" x="4279900" y="5461000"/>
          <p14:tracePt t="168179" x="4286250" y="5461000"/>
          <p14:tracePt t="168186" x="4292600" y="5461000"/>
          <p14:tracePt t="168207" x="4298950" y="5461000"/>
          <p14:tracePt t="168216" x="4311650" y="5461000"/>
          <p14:tracePt t="168230" x="4330700" y="5461000"/>
          <p14:tracePt t="168247" x="4356100" y="5461000"/>
          <p14:tracePt t="168264" x="4432300" y="5461000"/>
          <p14:tracePt t="168280" x="4457700" y="5461000"/>
          <p14:tracePt t="168298" x="4489450" y="5461000"/>
          <p14:tracePt t="168313" x="4552950" y="5454650"/>
          <p14:tracePt t="168330" x="4610100" y="5454650"/>
          <p14:tracePt t="168348" x="4654550" y="5448300"/>
          <p14:tracePt t="168363" x="4667250" y="5441950"/>
          <p14:tracePt t="168380" x="4686300" y="5435600"/>
          <p14:tracePt t="168397" x="4692650" y="5435600"/>
          <p14:tracePt t="168447" x="4686300" y="5435600"/>
          <p14:tracePt t="168460" x="4673600" y="5435600"/>
          <p14:tracePt t="168474" x="4660900" y="5435600"/>
          <p14:tracePt t="168488" x="4654550" y="5435600"/>
          <p14:tracePt t="168509" x="4641850" y="5435600"/>
          <p14:tracePt t="168516" x="4635500" y="5435600"/>
          <p14:tracePt t="168532" x="4629150" y="5435600"/>
          <p14:tracePt t="168546" x="4616450" y="5435600"/>
          <p14:tracePt t="168562" x="4610100" y="5435600"/>
          <p14:tracePt t="168579" x="4591050" y="5435600"/>
          <p14:tracePt t="168595" x="4578350" y="5435600"/>
          <p14:tracePt t="168612" x="4521200" y="5435600"/>
          <p14:tracePt t="168629" x="4464050" y="5435600"/>
          <p14:tracePt t="168645" x="4425950" y="5435600"/>
          <p14:tracePt t="168662" x="4356100" y="5429250"/>
          <p14:tracePt t="168678" x="4298950" y="5429250"/>
          <p14:tracePt t="168695" x="4279900" y="5422900"/>
          <p14:tracePt t="168712" x="4235450" y="5422900"/>
          <p14:tracePt t="168728" x="4229100" y="5422900"/>
          <p14:tracePt t="168745" x="4222750" y="5422900"/>
          <p14:tracePt t="168762" x="4216400" y="5422900"/>
          <p14:tracePt t="168867" x="4222750" y="5422900"/>
          <p14:tracePt t="168881" x="4229100" y="5422900"/>
          <p14:tracePt t="168909" x="4241800" y="5422900"/>
          <p14:tracePt t="168916" x="4248150" y="5422900"/>
          <p14:tracePt t="168937" x="4260850" y="5422900"/>
          <p14:tracePt t="168951" x="4279900" y="5422900"/>
          <p14:tracePt t="168961" x="4298950" y="5422900"/>
          <p14:tracePt t="168979" x="4368800" y="5422900"/>
          <p14:tracePt t="168994" x="4406900" y="5422900"/>
          <p14:tracePt t="169011" x="4476750" y="5422900"/>
          <p14:tracePt t="169029" x="4540250" y="5422900"/>
          <p14:tracePt t="169044" x="4559300" y="5422900"/>
          <p14:tracePt t="169061" x="4584700" y="5422900"/>
          <p14:tracePt t="169077" x="4591050" y="5422900"/>
          <p14:tracePt t="169094" x="4591050" y="5416550"/>
          <p14:tracePt t="169127" x="4584700" y="5416550"/>
          <p14:tracePt t="169144" x="4572000" y="5416550"/>
          <p14:tracePt t="169162" x="4552950" y="5416550"/>
          <p14:tracePt t="169177" x="4527550" y="5416550"/>
          <p14:tracePt t="169194" x="4514850" y="5416550"/>
          <p14:tracePt t="169211" x="4470400" y="5416550"/>
          <p14:tracePt t="169227" x="4438650" y="5410200"/>
          <p14:tracePt t="169243" x="4368800" y="5410200"/>
          <p14:tracePt t="169260" x="4311650" y="5410200"/>
          <p14:tracePt t="169277" x="4292600" y="5410200"/>
          <p14:tracePt t="169294" x="4267200" y="5410200"/>
          <p14:tracePt t="169310" x="4248150" y="5416550"/>
          <p14:tracePt t="169326" x="4241800" y="5422900"/>
          <p14:tracePt t="169359" x="4241800" y="5429250"/>
          <p14:tracePt t="169379" x="4248150" y="5435600"/>
          <p14:tracePt t="169393" x="4248150" y="5441950"/>
          <p14:tracePt t="169409" x="4267200" y="5448300"/>
          <p14:tracePt t="169426" x="4279900" y="5448300"/>
          <p14:tracePt t="169443" x="4305300" y="5461000"/>
          <p14:tracePt t="169459" x="4337050" y="5467350"/>
          <p14:tracePt t="169476" x="4362450" y="5467350"/>
          <p14:tracePt t="169493" x="4419600" y="5473700"/>
          <p14:tracePt t="169510" x="4457700" y="5473700"/>
          <p14:tracePt t="169513" x="4489450" y="5480050"/>
          <p14:tracePt t="169526" x="4514850" y="5480050"/>
          <p14:tracePt t="169542" x="4552950" y="5473700"/>
          <p14:tracePt t="169559" x="4565650" y="5467350"/>
          <p14:tracePt t="169576" x="4572000" y="5448300"/>
          <p14:tracePt t="169592" x="4565650" y="5441950"/>
          <p14:tracePt t="169609" x="4559300" y="5435600"/>
          <p14:tracePt t="169625" x="4552950" y="5429250"/>
          <p14:tracePt t="169642" x="4533900" y="5422900"/>
          <p14:tracePt t="169660" x="4508500" y="5416550"/>
          <p14:tracePt t="169675" x="4495800" y="5416550"/>
          <p14:tracePt t="169692" x="4451350" y="5416550"/>
          <p14:tracePt t="169709" x="4362450" y="5416550"/>
          <p14:tracePt t="169725" x="4311650" y="5416550"/>
          <p14:tracePt t="169741" x="4216400" y="5416550"/>
          <p14:tracePt t="169758" x="4146550" y="5422900"/>
          <p14:tracePt t="169775" x="4114800" y="5435600"/>
          <p14:tracePt t="169792" x="4089400" y="5441950"/>
          <p14:tracePt t="169808" x="4064000" y="5454650"/>
          <p14:tracePt t="169824" x="4057650" y="5454650"/>
          <p14:tracePt t="169842" x="4057650" y="5461000"/>
          <p14:tracePt t="169858" x="4057650" y="5467350"/>
          <p14:tracePt t="169874" x="4064000" y="5467350"/>
          <p14:tracePt t="169892" x="4083050" y="5473700"/>
          <p14:tracePt t="169908" x="4089400" y="5473700"/>
          <p14:tracePt t="169925" x="4121150" y="5473700"/>
          <p14:tracePt t="169941" x="4165600" y="5473700"/>
          <p14:tracePt t="169957" x="4210050" y="5467350"/>
          <p14:tracePt t="169975" x="4286250" y="5454650"/>
          <p14:tracePt t="169990" x="4343400" y="5435600"/>
          <p14:tracePt t="170007" x="4368800" y="5429250"/>
          <p14:tracePt t="170025" x="4406900" y="5410200"/>
          <p14:tracePt t="170041" x="4419600" y="5403850"/>
          <p14:tracePt t="170058" x="4419600" y="5397500"/>
          <p14:tracePt t="170074" x="4419600" y="5384800"/>
          <p14:tracePt t="170090" x="4406900" y="5384800"/>
          <p14:tracePt t="170108" x="4406900" y="5378450"/>
          <p14:tracePt t="170124" x="4394200" y="5378450"/>
          <p14:tracePt t="170140" x="4381500" y="5378450"/>
          <p14:tracePt t="170158" x="4362450" y="5384800"/>
          <p14:tracePt t="170173" x="4349750" y="5384800"/>
          <p14:tracePt t="170190" x="4343400" y="5384800"/>
          <p14:tracePt t="170207" x="4324350" y="5391150"/>
          <p14:tracePt t="170224" x="4298950" y="5397500"/>
          <p14:tracePt t="170240" x="4273550" y="5403850"/>
          <p14:tracePt t="170256" x="4248150" y="5429250"/>
          <p14:tracePt t="170273" x="4222750" y="5448300"/>
          <p14:tracePt t="170290" x="4222750" y="5454650"/>
          <p14:tracePt t="170306" x="4210050" y="5461000"/>
          <p14:tracePt t="170323" x="4210050" y="5480050"/>
          <p14:tracePt t="170340" x="4216400" y="5486400"/>
          <p14:tracePt t="170356" x="4216400" y="5492750"/>
          <p14:tracePt t="170373" x="4235450" y="5492750"/>
          <p14:tracePt t="170390" x="4248150" y="5499100"/>
          <p14:tracePt t="170406" x="4279900" y="5505450"/>
          <p14:tracePt t="170423" x="4305300" y="5505450"/>
          <p14:tracePt t="170439" x="4362450" y="5511800"/>
          <p14:tracePt t="170456" x="4432300" y="5511800"/>
          <p14:tracePt t="170473" x="4451350" y="5511800"/>
          <p14:tracePt t="170489" x="4483100" y="5499100"/>
          <p14:tracePt t="170506" x="4483100" y="5486400"/>
          <p14:tracePt t="170524" x="4483100" y="5480050"/>
          <p14:tracePt t="170539" x="4470400" y="5480050"/>
          <p14:tracePt t="170542" x="4457700" y="5473700"/>
          <p14:tracePt t="170556" x="4451350" y="5473700"/>
          <p14:tracePt t="170572" x="4432300" y="5467350"/>
          <p14:tracePt t="170589" x="4419600" y="5467350"/>
          <p14:tracePt t="170605" x="4400550" y="5467350"/>
          <p14:tracePt t="170622" x="4362450" y="5467350"/>
          <p14:tracePt t="170639" x="4337050" y="5467350"/>
          <p14:tracePt t="170656" x="4298950" y="5467350"/>
          <p14:tracePt t="170672" x="4254500" y="5473700"/>
          <p14:tracePt t="170688" x="4241800" y="5480050"/>
          <p14:tracePt t="170705" x="4222750" y="5492750"/>
          <p14:tracePt t="170722" x="4216400" y="5499100"/>
          <p14:tracePt t="170755" x="4216400" y="5511800"/>
          <p14:tracePt t="170775" x="4222750" y="5518150"/>
          <p14:tracePt t="170788" x="4235450" y="5524500"/>
          <p14:tracePt t="170805" x="4241800" y="5524500"/>
          <p14:tracePt t="170821" x="4248150" y="5530850"/>
          <p14:tracePt t="170838" x="4267200" y="5530850"/>
          <p14:tracePt t="170855" x="4305300" y="5530850"/>
          <p14:tracePt t="170872" x="4337050" y="5530850"/>
          <p14:tracePt t="170888" x="4400550" y="5524500"/>
          <p14:tracePt t="170904" x="4451350" y="5518150"/>
          <p14:tracePt t="170921" x="4470400" y="5511800"/>
          <p14:tracePt t="170938" x="4495800" y="5499100"/>
          <p14:tracePt t="170955" x="4508500" y="5492750"/>
          <p14:tracePt t="170974" x="4508500" y="5486400"/>
          <p14:tracePt t="171014" x="4502150" y="5486400"/>
          <p14:tracePt t="171022" x="4495800" y="5486400"/>
          <p14:tracePt t="171035" x="4489450" y="5486400"/>
          <p14:tracePt t="171042" x="4483100" y="5486400"/>
          <p14:tracePt t="171058" x="4476750" y="5486400"/>
          <p14:tracePt t="171071" x="4470400" y="5486400"/>
          <p14:tracePt t="171112" x="4464050" y="5486400"/>
          <p14:tracePt t="171140" x="4457700" y="5486400"/>
          <p14:tracePt t="171175" x="4451350" y="5486400"/>
          <p14:tracePt t="171203" x="4445000" y="5486400"/>
          <p14:tracePt t="171211" x="4438650" y="5486400"/>
          <p14:tracePt t="171232" x="4438650" y="5492750"/>
          <p14:tracePt t="171254" x="4425950" y="5499100"/>
          <p14:tracePt t="171274" x="4425950" y="5505450"/>
          <p14:tracePt t="171302" x="4425950" y="5511800"/>
          <p14:tracePt t="171717" x="4375150" y="5511800"/>
          <p14:tracePt t="171723" x="4286250" y="5511800"/>
          <p14:tracePt t="171738" x="4197350" y="5518150"/>
          <p14:tracePt t="171752" x="4019550" y="5537200"/>
          <p14:tracePt t="171768" x="3930650" y="5562600"/>
          <p14:tracePt t="171785" x="3848100" y="5568950"/>
          <p14:tracePt t="171801" x="3644900" y="5600700"/>
          <p14:tracePt t="171818" x="3416300" y="5619750"/>
          <p14:tracePt t="171834" x="3314700" y="5645150"/>
          <p14:tracePt t="171851" x="3079750" y="5670550"/>
          <p14:tracePt t="171868" x="2851150" y="5695950"/>
          <p14:tracePt t="171885" x="2635250" y="5727700"/>
          <p14:tracePt t="171901" x="2533650" y="5734050"/>
          <p14:tracePt t="171917" x="2343150" y="5753100"/>
          <p14:tracePt t="171934" x="2197100" y="5784850"/>
          <p14:tracePt t="171951" x="2139950" y="5791200"/>
          <p14:tracePt t="171967" x="2038350" y="5803900"/>
          <p14:tracePt t="171984" x="1936750" y="5803900"/>
          <p14:tracePt t="172000" x="1892300" y="5810250"/>
          <p14:tracePt t="172017" x="1854200" y="5810250"/>
          <p14:tracePt t="172034" x="1733550" y="5829300"/>
          <p14:tracePt t="172050" x="1708150" y="5835650"/>
          <p14:tracePt t="172068" x="1657350" y="5854700"/>
          <p14:tracePt t="172084" x="1638300" y="5854700"/>
          <p14:tracePt t="172087" x="1619250" y="5861050"/>
          <p14:tracePt t="172100" x="1606550" y="5861050"/>
          <p14:tracePt t="172117" x="1562100" y="5861050"/>
          <p14:tracePt t="172134" x="1555750" y="5861050"/>
          <p14:tracePt t="172150" x="1536700" y="5867400"/>
          <p14:tracePt t="172167" x="1511300" y="5861050"/>
          <p14:tracePt t="172183" x="1498600" y="5861050"/>
          <p14:tracePt t="172200" x="1479550" y="5848350"/>
          <p14:tracePt t="172216" x="1447800" y="5842000"/>
          <p14:tracePt t="172233" x="1435100" y="5835650"/>
          <p14:tracePt t="172250" x="1403350" y="5829300"/>
          <p14:tracePt t="172266" x="1377950" y="5822950"/>
          <p14:tracePt t="172283" x="1352550" y="5822950"/>
          <p14:tracePt t="172300" x="1314450" y="5816600"/>
          <p14:tracePt t="172316" x="1282700" y="5816600"/>
          <p14:tracePt t="172334" x="1257300" y="5816600"/>
          <p14:tracePt t="172349" x="1244600" y="5816600"/>
          <p14:tracePt t="172366" x="1238250" y="5816600"/>
          <p14:tracePt t="172383" x="1231900" y="5816600"/>
          <p14:tracePt t="172416" x="1225550" y="5816600"/>
          <p14:tracePt t="172468" x="1219200" y="5816600"/>
          <p14:tracePt t="172678" x="1219200" y="5810250"/>
          <p14:tracePt t="172889" x="1244600" y="5803900"/>
          <p14:tracePt t="172895" x="1295400" y="5797550"/>
          <p14:tracePt t="172909" x="1377950" y="5784850"/>
          <p14:tracePt t="172917" x="1479550" y="5778500"/>
          <p14:tracePt t="172932" x="1593850" y="5765800"/>
          <p14:tracePt t="172947" x="1879600" y="5734050"/>
          <p14:tracePt t="172964" x="2070100" y="5721350"/>
          <p14:tracePt t="172981" x="2514600" y="5708650"/>
          <p14:tracePt t="172997" x="2755900" y="5689600"/>
          <p14:tracePt t="173015" x="3384550" y="5676900"/>
          <p14:tracePt t="173031" x="3600450" y="5664200"/>
          <p14:tracePt t="173047" x="3740150" y="5664200"/>
          <p14:tracePt t="173064" x="3968750" y="5651500"/>
          <p14:tracePt t="173080" x="4133850" y="5632450"/>
          <p14:tracePt t="173097" x="4197350" y="5626100"/>
          <p14:tracePt t="173100" x="4267200" y="5626100"/>
          <p14:tracePt t="173114" x="4305300" y="5626100"/>
          <p14:tracePt t="173130" x="4375150" y="5619750"/>
          <p14:tracePt t="173149" x="4432300" y="5619750"/>
          <p14:tracePt t="173163" x="4451350" y="5619750"/>
          <p14:tracePt t="173180" x="4483100" y="5626100"/>
          <p14:tracePt t="173197" x="4502150" y="5626100"/>
          <p14:tracePt t="173213" x="4521200" y="5626100"/>
          <p14:tracePt t="173230" x="4540250" y="5626100"/>
          <p14:tracePt t="173247" x="4552950" y="5626100"/>
          <p14:tracePt t="173263" x="4559300" y="5626100"/>
          <p14:tracePt t="173279" x="4559300" y="5619750"/>
          <p14:tracePt t="173296" x="4572000" y="5619750"/>
          <p14:tracePt t="173317" x="4578350" y="5619750"/>
          <p14:tracePt t="173408" x="4565650" y="5613400"/>
          <p14:tracePt t="173422" x="4559300" y="5613400"/>
          <p14:tracePt t="173450" x="4552950" y="5613400"/>
          <p14:tracePt t="173471" x="4546600" y="5607050"/>
          <p14:tracePt t="173477" x="4540250" y="5607050"/>
          <p14:tracePt t="173492" x="4533900" y="5607050"/>
          <p14:tracePt t="173499" x="4527550" y="5607050"/>
          <p14:tracePt t="173512" x="4508500" y="5600700"/>
          <p14:tracePt t="173528" x="4464050" y="5594350"/>
          <p14:tracePt t="173545" x="4419600" y="5588000"/>
          <p14:tracePt t="173563" x="4318000" y="5568950"/>
          <p14:tracePt t="173579" x="4197350" y="5568950"/>
          <p14:tracePt t="173595" x="4133850" y="5568950"/>
          <p14:tracePt t="173599" x="4070350" y="5568950"/>
          <p14:tracePt t="173614" x="4006850" y="5562600"/>
          <p14:tracePt t="173628" x="3943350" y="5549900"/>
          <p14:tracePt t="173645" x="3848100" y="5543550"/>
          <p14:tracePt t="173662" x="3778250" y="5543550"/>
          <p14:tracePt t="173679" x="3759200" y="5537200"/>
          <p14:tracePt t="173695" x="3727450" y="5537200"/>
          <p14:tracePt t="173711" x="3714750" y="5537200"/>
          <p14:tracePt t="173728" x="3708400" y="5537200"/>
          <p14:tracePt t="173745" x="3708400" y="5530850"/>
          <p14:tracePt t="174103" x="3702050" y="5524500"/>
          <p14:tracePt t="174109" x="3695700" y="5524500"/>
          <p14:tracePt t="174194" x="3689350" y="5524500"/>
          <p14:tracePt t="174200" x="3683000" y="5524500"/>
          <p14:tracePt t="174221" x="3676650" y="5524500"/>
          <p14:tracePt t="174250" x="3670300" y="5530850"/>
          <p14:tracePt t="174264" x="3663950" y="5530850"/>
          <p14:tracePt t="174271" x="3657600" y="5537200"/>
          <p14:tracePt t="174279" x="3651250" y="5537200"/>
          <p14:tracePt t="174295" x="3644900" y="5543550"/>
          <p14:tracePt t="174310" x="3638550" y="5556250"/>
          <p14:tracePt t="174326" x="3632200" y="5568950"/>
          <p14:tracePt t="174343" x="3619500" y="5581650"/>
          <p14:tracePt t="174376" x="3619500" y="5588000"/>
          <p14:tracePt t="174392" x="3625850" y="5588000"/>
          <p14:tracePt t="174412" x="3632200" y="5588000"/>
          <p14:tracePt t="174432" x="3638550" y="5588000"/>
          <p14:tracePt t="174442" x="3644900" y="5588000"/>
          <p14:tracePt t="174458" x="3651250" y="5581650"/>
          <p14:tracePt t="174475" x="3663950" y="5568950"/>
          <p14:tracePt t="174492" x="3683000" y="5556250"/>
          <p14:tracePt t="174510" x="3702050" y="5518150"/>
          <p14:tracePt t="174525" x="3714750" y="5505450"/>
          <p14:tracePt t="174542" x="3714750" y="5486400"/>
          <p14:tracePt t="174559" x="3721100" y="5441950"/>
          <p14:tracePt t="174575" x="3721100" y="5435600"/>
          <p14:tracePt t="174592" x="3721100" y="5422900"/>
          <p14:tracePt t="174608" x="3708400" y="5416550"/>
          <p14:tracePt t="174625" x="3702050" y="5416550"/>
          <p14:tracePt t="174628" x="3702050" y="5410200"/>
          <p14:tracePt t="174644" x="3695700" y="5410200"/>
          <p14:tracePt t="174657" x="3689350" y="5410200"/>
          <p14:tracePt t="174675" x="3676650" y="5410200"/>
          <p14:tracePt t="174692" x="3651250" y="5416550"/>
          <p14:tracePt t="174708" x="3638550" y="5416550"/>
          <p14:tracePt t="174724" x="3606800" y="5435600"/>
          <p14:tracePt t="174741" x="3575050" y="5448300"/>
          <p14:tracePt t="174758" x="3556000" y="5454650"/>
          <p14:tracePt t="174774" x="3517900" y="5480050"/>
          <p14:tracePt t="174791" x="3492500" y="5511800"/>
          <p14:tracePt t="174807" x="3486150" y="5511800"/>
          <p14:tracePt t="174825" x="3479800" y="5524500"/>
          <p14:tracePt t="174841" x="3479800" y="5530850"/>
          <p14:tracePt t="174857" x="3486150" y="5537200"/>
          <p14:tracePt t="174875" x="3492500" y="5543550"/>
          <p14:tracePt t="174907" x="3511550" y="5543550"/>
          <p14:tracePt t="174924" x="3524250" y="5549900"/>
          <p14:tracePt t="174940" x="3536950" y="5549900"/>
          <p14:tracePt t="174957" x="3549650" y="5549900"/>
          <p14:tracePt t="174974" x="3581400" y="5549900"/>
          <p14:tracePt t="174990" x="3606800" y="5549900"/>
          <p14:tracePt t="175007" x="3644900" y="5549900"/>
          <p14:tracePt t="175023" x="3702050" y="5549900"/>
          <p14:tracePt t="175039" x="3733800" y="5556250"/>
          <p14:tracePt t="175057" x="3797300" y="5562600"/>
          <p14:tracePt t="175073" x="3879850" y="5562600"/>
          <p14:tracePt t="175090" x="3917950" y="5562600"/>
          <p14:tracePt t="175107" x="4019550" y="5562600"/>
          <p14:tracePt t="175123" x="4127500" y="5556250"/>
          <p14:tracePt t="175140" x="4191000" y="5537200"/>
          <p14:tracePt t="175156" x="4286250" y="5524500"/>
          <p14:tracePt t="175173" x="4318000" y="5518150"/>
          <p14:tracePt t="175191" x="4387850" y="5492750"/>
          <p14:tracePt t="175206" x="4400550" y="5486400"/>
          <p14:tracePt t="175223" x="4413250" y="5480050"/>
          <p14:tracePt t="175240" x="4432300" y="5461000"/>
          <p14:tracePt t="175256" x="4451350" y="5441950"/>
          <p14:tracePt t="175273" x="4457700" y="5435600"/>
          <p14:tracePt t="175289" x="4464050" y="5429250"/>
          <p14:tracePt t="175306" x="4470400" y="5429250"/>
          <p14:tracePt t="175339" x="4476750" y="5429250"/>
          <p14:tracePt t="176103" x="4470400" y="5429250"/>
          <p14:tracePt t="176166" x="4464050" y="5429250"/>
          <p14:tracePt t="176208" x="4457700" y="5429250"/>
          <p14:tracePt t="176236" x="4451350" y="5429250"/>
          <p14:tracePt t="176264" x="4445000" y="5429250"/>
          <p14:tracePt t="176284" x="4438650" y="5429250"/>
          <p14:tracePt t="176728" x="4438650" y="5441950"/>
          <p14:tracePt t="176735" x="4438650" y="5454650"/>
          <p14:tracePt t="176748" x="4432300" y="5467350"/>
          <p14:tracePt t="176756" x="4432300" y="5480050"/>
          <p14:tracePt t="176767" x="4425950" y="5492750"/>
          <p14:tracePt t="176784" x="4425950" y="5530850"/>
          <p14:tracePt t="176800" x="4419600" y="5556250"/>
          <p14:tracePt t="176817" x="4419600" y="5575300"/>
          <p14:tracePt t="176834" x="4413250" y="5619750"/>
          <p14:tracePt t="176850" x="4400550" y="5664200"/>
          <p14:tracePt t="176868" x="4400550" y="5708650"/>
          <p14:tracePt t="176884" x="4394200" y="5727700"/>
          <p14:tracePt t="176900" x="4387850" y="5772150"/>
          <p14:tracePt t="176917" x="4381500" y="5816600"/>
          <p14:tracePt t="176933" x="4381500" y="5842000"/>
          <p14:tracePt t="176950" x="4375150" y="5880100"/>
          <p14:tracePt t="176967" x="4368800" y="5930900"/>
          <p14:tracePt t="176984" x="4368800" y="5949950"/>
          <p14:tracePt t="177000" x="4356100" y="5994400"/>
          <p14:tracePt t="177016" x="4337050" y="6026150"/>
          <p14:tracePt t="177033" x="4337050" y="6038850"/>
          <p14:tracePt t="177051" x="4330700" y="6057900"/>
          <p14:tracePt t="177066" x="4324350" y="6076950"/>
          <p14:tracePt t="177083" x="4318000" y="6076950"/>
          <p14:tracePt t="177100" x="4305300" y="6089650"/>
          <p14:tracePt t="177116" x="4298950" y="6096000"/>
          <p14:tracePt t="177133" x="4292600" y="6108700"/>
          <p14:tracePt t="177149" x="4286250" y="6108700"/>
          <p14:tracePt t="177166" x="4279900" y="6108700"/>
          <p14:tracePt t="177184" x="4267200" y="6115050"/>
          <p14:tracePt t="177200" x="4254500" y="6121400"/>
          <p14:tracePt t="177216" x="4248150" y="6127750"/>
          <p14:tracePt t="177233" x="4241800" y="6127750"/>
          <p14:tracePt t="177249" x="4229100" y="6134100"/>
          <p14:tracePt t="177266" x="4222750" y="6140450"/>
          <p14:tracePt t="177283" x="4203700" y="6146800"/>
          <p14:tracePt t="177299" x="4191000" y="6146800"/>
          <p14:tracePt t="177317" x="4191000" y="6153150"/>
          <p14:tracePt t="177332" x="4178300" y="6153150"/>
          <p14:tracePt t="177349" x="4165600" y="6159500"/>
          <p14:tracePt t="177366" x="4159250" y="6172200"/>
          <p14:tracePt t="177382" x="4159250" y="6178550"/>
          <p14:tracePt t="177739" x="4140200" y="6178550"/>
          <p14:tracePt t="177747" x="4121150" y="6172200"/>
          <p14:tracePt t="177760" x="4089400" y="6165850"/>
          <p14:tracePt t="177767" x="4070350" y="6159500"/>
          <p14:tracePt t="177783" x="4051300" y="6140450"/>
          <p14:tracePt t="177797" x="4019550" y="6140450"/>
          <p14:tracePt t="177814" x="3962400" y="6121400"/>
          <p14:tracePt t="177831" x="3905250" y="6108700"/>
          <p14:tracePt t="177847" x="3879850" y="6102350"/>
          <p14:tracePt t="177863" x="3822700" y="6083300"/>
          <p14:tracePt t="177880" x="3765550" y="6076950"/>
          <p14:tracePt t="177897" x="3733800" y="6070600"/>
          <p14:tracePt t="177915" x="3676650" y="6070600"/>
          <p14:tracePt t="177930" x="3638550" y="6070600"/>
          <p14:tracePt t="177947" x="3619500" y="6070600"/>
          <p14:tracePt t="177964" x="3581400" y="6070600"/>
          <p14:tracePt t="177980" x="3568700" y="6070600"/>
          <p14:tracePt t="177996" x="3556000" y="6070600"/>
          <p14:tracePt t="178014" x="3543300" y="6070600"/>
          <p14:tracePt t="178030" x="3536950" y="6070600"/>
          <p14:tracePt t="178046" x="3530600" y="6070600"/>
          <p14:tracePt t="178063" x="3524250" y="6070600"/>
          <p14:tracePt t="178083" x="3524250" y="6076950"/>
          <p14:tracePt t="178096" x="3517900" y="6076950"/>
          <p14:tracePt t="178118" x="3511550" y="6076950"/>
          <p14:tracePt t="178160" x="3505200" y="6076950"/>
          <p14:tracePt t="178223" x="3498850" y="6076950"/>
          <p14:tracePt t="178363" x="3505200" y="6076950"/>
          <p14:tracePt t="178378" x="3511550" y="6076950"/>
          <p14:tracePt t="178399" x="3517900" y="6076950"/>
          <p14:tracePt t="178448" x="3524250" y="6076950"/>
          <p14:tracePt t="178463" x="3530600" y="6076950"/>
          <p14:tracePt t="178483" x="3536950" y="6076950"/>
          <p14:tracePt t="178504" x="3543300" y="6076950"/>
          <p14:tracePt t="178512" x="3549650" y="6076950"/>
          <p14:tracePt t="178539" x="3556000" y="6076950"/>
          <p14:tracePt t="178560" x="3562350" y="6076950"/>
          <p14:tracePt t="178574" x="3568700" y="6076950"/>
          <p14:tracePt t="178588" x="3575050" y="6076950"/>
          <p14:tracePt t="178609" x="3581400" y="6076950"/>
          <p14:tracePt t="178623" x="3587750" y="6076950"/>
          <p14:tracePt t="178631" x="3594100" y="6076950"/>
          <p14:tracePt t="178651" x="3600450" y="6076950"/>
          <p14:tracePt t="178660" x="3613150" y="6076950"/>
          <p14:tracePt t="178678" x="3625850" y="6076950"/>
          <p14:tracePt t="178694" x="3676650" y="6076950"/>
          <p14:tracePt t="178711" x="3702050" y="6076950"/>
          <p14:tracePt t="178728" x="3822700" y="6089650"/>
          <p14:tracePt t="178743" x="3892550" y="6102350"/>
          <p14:tracePt t="178760" x="3956050" y="6102350"/>
          <p14:tracePt t="178778" x="4108450" y="6121400"/>
          <p14:tracePt t="178794" x="4279900" y="6127750"/>
          <p14:tracePt t="178810" x="4368800" y="6140450"/>
          <p14:tracePt t="178827" x="4572000" y="6146800"/>
          <p14:tracePt t="178844" x="4775200" y="6159500"/>
          <p14:tracePt t="178860" x="4876800" y="6159500"/>
          <p14:tracePt t="178877" x="5105400" y="6153150"/>
          <p14:tracePt t="178893" x="5219700" y="6146800"/>
          <p14:tracePt t="178911" x="5486400" y="6134100"/>
          <p14:tracePt t="178927" x="5549900" y="6127750"/>
          <p14:tracePt t="178943" x="5607050" y="6115050"/>
          <p14:tracePt t="178960" x="5695950" y="6108700"/>
          <p14:tracePt t="178976" x="5778500" y="6089650"/>
          <p14:tracePt t="178993" x="5810250" y="6089650"/>
          <p14:tracePt t="179010" x="5854700" y="6083300"/>
          <p14:tracePt t="179026" x="5905500" y="6083300"/>
          <p14:tracePt t="179043" x="5918200" y="6083300"/>
          <p14:tracePt t="179059" x="5949950" y="6089650"/>
          <p14:tracePt t="179076" x="5975350" y="6089650"/>
          <p14:tracePt t="179093" x="5994400" y="6096000"/>
          <p14:tracePt t="179109" x="6000750" y="6096000"/>
          <p14:tracePt t="179126" x="6007100" y="6096000"/>
          <p14:tracePt t="179163" x="6013450" y="6096000"/>
          <p14:tracePt t="179430" x="6007100" y="6096000"/>
          <p14:tracePt t="179451" x="6000750" y="6089650"/>
          <p14:tracePt t="179459" x="5994400" y="6089650"/>
          <p14:tracePt t="179479" x="5988050" y="6089650"/>
          <p14:tracePt t="179486" x="5981700" y="6089650"/>
          <p14:tracePt t="179500" x="5981700" y="6083300"/>
          <p14:tracePt t="179508" x="5975350" y="6083300"/>
          <p14:tracePt t="179525" x="5962650" y="6076950"/>
          <p14:tracePt t="179543" x="5905500" y="6064250"/>
          <p14:tracePt t="179557" x="5886450" y="6057900"/>
          <p14:tracePt t="179574" x="5835650" y="6038850"/>
          <p14:tracePt t="179591" x="5803900" y="6032500"/>
          <p14:tracePt t="179607" x="5791200" y="6026150"/>
          <p14:tracePt t="179624" x="5778500" y="6026150"/>
          <p14:tracePt t="179641" x="5759450" y="6019800"/>
          <p14:tracePt t="179674" x="5753100" y="6019800"/>
          <p14:tracePt t="179732" x="5753100" y="6026150"/>
          <p14:tracePt t="179753" x="5765800" y="6032500"/>
          <p14:tracePt t="179775" x="5772150" y="6032500"/>
          <p14:tracePt t="179788" x="5778500" y="6038850"/>
          <p14:tracePt t="179795" x="5784850" y="6038850"/>
          <p14:tracePt t="179807" x="5791200" y="6045200"/>
          <p14:tracePt t="179824" x="5835650" y="6064250"/>
          <p14:tracePt t="179840" x="5861050" y="6070600"/>
          <p14:tracePt t="179857" x="5943600" y="6108700"/>
          <p14:tracePt t="179874" x="6038850" y="6140450"/>
          <p14:tracePt t="179890" x="6096000" y="6159500"/>
          <p14:tracePt t="179907" x="6203950" y="6197600"/>
          <p14:tracePt t="179923" x="6242050" y="6197600"/>
          <p14:tracePt t="179940" x="6350000" y="6203950"/>
          <p14:tracePt t="179957" x="6432550" y="6210300"/>
          <p14:tracePt t="179973" x="6457950" y="6210300"/>
          <p14:tracePt t="179992" x="6508750" y="6210300"/>
          <p14:tracePt t="180006" x="6527800" y="6210300"/>
          <p14:tracePt t="180023" x="6565900" y="6210300"/>
          <p14:tracePt t="180040" x="6584950" y="6203950"/>
          <p14:tracePt t="180056" x="6597650" y="6203950"/>
          <p14:tracePt t="180073" x="6604000" y="6197600"/>
          <p14:tracePt t="180090" x="6623050" y="6197600"/>
          <p14:tracePt t="180105" x="6635750" y="6210300"/>
          <p14:tracePt t="180123" x="6654800" y="6216650"/>
          <p14:tracePt t="180139" x="6673850" y="6235700"/>
          <p14:tracePt t="180156" x="6686550" y="6235700"/>
          <p14:tracePt t="180173" x="6705600" y="6235700"/>
          <p14:tracePt t="180189" x="6711950" y="6235700"/>
          <p14:tracePt t="180206" x="6718300" y="6235700"/>
          <p14:tracePt t="180223" x="6743700" y="6235700"/>
          <p14:tracePt t="180239" x="6750050" y="6235700"/>
          <p14:tracePt t="180255" x="6769100" y="6235700"/>
          <p14:tracePt t="180273" x="6794500" y="6235700"/>
          <p14:tracePt t="180289" x="6807200" y="6235700"/>
          <p14:tracePt t="180306" x="6826250" y="6229350"/>
          <p14:tracePt t="180322" x="6864350" y="6229350"/>
          <p14:tracePt t="180338" x="6877050" y="6223000"/>
          <p14:tracePt t="180356" x="6902450" y="6216650"/>
          <p14:tracePt t="180371" x="6946900" y="6216650"/>
          <p14:tracePt t="180389" x="6972300" y="6216650"/>
          <p14:tracePt t="180405" x="6991350" y="6216650"/>
          <p14:tracePt t="180422" x="7010400" y="6216650"/>
          <p14:tracePt t="180438" x="7029450" y="6216650"/>
          <p14:tracePt t="180455" x="7048500" y="6216650"/>
          <p14:tracePt t="180471" x="7061200" y="6210300"/>
          <p14:tracePt t="180488" x="7073900" y="6210300"/>
          <p14:tracePt t="180505" x="7080250" y="6203950"/>
          <p14:tracePt t="180521" x="7086600" y="6203950"/>
          <p14:tracePt t="180538" x="7092950" y="6203950"/>
          <p14:tracePt t="180571" x="7099300" y="6203950"/>
          <p14:tracePt t="180588" x="7105650" y="6203950"/>
          <p14:tracePt t="180742" x="7112000" y="6203950"/>
          <p14:tracePt t="181058" x="7112000" y="6197600"/>
          <p14:tracePt t="181121" x="7105650" y="6191250"/>
          <p14:tracePt t="181135" x="7099300" y="6184900"/>
          <p14:tracePt t="181142" x="7092950" y="6178550"/>
          <p14:tracePt t="181162" x="7086600" y="6165850"/>
          <p14:tracePt t="181177" x="7073900" y="6159500"/>
          <p14:tracePt t="181185" x="7061200" y="6146800"/>
          <p14:tracePt t="181202" x="7035800" y="6121400"/>
          <p14:tracePt t="181219" x="6953250" y="6083300"/>
          <p14:tracePt t="181235" x="6826250" y="6019800"/>
          <p14:tracePt t="181252" x="6743700" y="5994400"/>
          <p14:tracePt t="181268" x="6565900" y="5943600"/>
          <p14:tracePt t="181285" x="6369050" y="5892800"/>
          <p14:tracePt t="181302" x="6280150" y="5880100"/>
          <p14:tracePt t="181318" x="6045200" y="5854700"/>
          <p14:tracePt t="181335" x="5981700" y="5854700"/>
          <p14:tracePt t="181352" x="5861050" y="5854700"/>
          <p14:tracePt t="181368" x="5772150" y="5861050"/>
          <p14:tracePt t="181385" x="5721350" y="5861050"/>
          <p14:tracePt t="181402" x="5626100" y="5873750"/>
          <p14:tracePt t="181418" x="5537200" y="5873750"/>
          <p14:tracePt t="181435" x="5492750" y="5880100"/>
          <p14:tracePt t="181452" x="5435600" y="5880100"/>
          <p14:tracePt t="181468" x="5378450" y="5886450"/>
          <p14:tracePt t="181485" x="5346700" y="5886450"/>
          <p14:tracePt t="181501" x="5302250" y="5892800"/>
          <p14:tracePt t="181518" x="5270500" y="5899150"/>
          <p14:tracePt t="181535" x="5200650" y="5911850"/>
          <p14:tracePt t="181551" x="5168900" y="5911850"/>
          <p14:tracePt t="181568" x="5143500" y="5918200"/>
          <p14:tracePt t="181584" x="5092700" y="5924550"/>
          <p14:tracePt t="181601" x="5054600" y="5937250"/>
          <p14:tracePt t="181617" x="5029200" y="5943600"/>
          <p14:tracePt t="181634" x="4978400" y="5949950"/>
          <p14:tracePt t="181651" x="4933950" y="5969000"/>
          <p14:tracePt t="181669" x="4870450" y="5981700"/>
          <p14:tracePt t="181684" x="4845050" y="5988050"/>
          <p14:tracePt t="181700" x="4762500" y="6007100"/>
          <p14:tracePt t="181718" x="4654550" y="6019800"/>
          <p14:tracePt t="181733" x="4597400" y="6051550"/>
          <p14:tracePt t="181750" x="4476750" y="6070600"/>
          <p14:tracePt t="181767" x="4400550" y="6076950"/>
          <p14:tracePt t="181784" x="4368800" y="6083300"/>
          <p14:tracePt t="181800" x="4337050" y="6083300"/>
          <p14:tracePt t="181817" x="4260850" y="6083300"/>
          <p14:tracePt t="181833" x="4235450" y="6083300"/>
          <p14:tracePt t="181851" x="4191000" y="6089650"/>
          <p14:tracePt t="181866" x="4178300" y="6089650"/>
          <p14:tracePt t="181883" x="4140200" y="6096000"/>
          <p14:tracePt t="181900" x="4127500" y="6102350"/>
          <p14:tracePt t="181916" x="4121150" y="6102350"/>
          <p14:tracePt t="181933" x="4114800" y="6108700"/>
          <p14:tracePt t="181949" x="4114800" y="6115050"/>
          <p14:tracePt t="181984" x="4114800" y="6121400"/>
          <p14:tracePt t="181999" x="4127500" y="6121400"/>
          <p14:tracePt t="182016" x="4133850" y="6121400"/>
          <p14:tracePt t="182033" x="4159250" y="6121400"/>
          <p14:tracePt t="182049" x="4203700" y="6121400"/>
          <p14:tracePt t="182066" x="4241800" y="6121400"/>
          <p14:tracePt t="182082" x="4375150" y="6115050"/>
          <p14:tracePt t="182099" x="4552950" y="6115050"/>
          <p14:tracePt t="182116" x="4641850" y="6108700"/>
          <p14:tracePt t="182133" x="4794250" y="6096000"/>
          <p14:tracePt t="182149" x="4857750" y="6089650"/>
          <p14:tracePt t="182167" x="4965700" y="6076950"/>
          <p14:tracePt t="182182" x="4991100" y="6076950"/>
          <p14:tracePt t="182199" x="5022850" y="6070600"/>
          <p14:tracePt t="182202" x="5035550" y="6070600"/>
          <p14:tracePt t="182215" x="5048250" y="6070600"/>
          <p14:tracePt t="182250" x="5041900" y="6070600"/>
          <p14:tracePt t="182264" x="5035550" y="6070600"/>
          <p14:tracePt t="182272" x="5022850" y="6070600"/>
          <p14:tracePt t="182292" x="5010150" y="6070600"/>
          <p14:tracePt t="182301" x="5003800" y="6070600"/>
          <p14:tracePt t="182315" x="4991100" y="6070600"/>
          <p14:tracePt t="182331" x="4978400" y="6064250"/>
          <p14:tracePt t="182349" x="4972050" y="6057900"/>
          <p14:tracePt t="182364" x="4965700" y="6057900"/>
          <p14:tracePt t="182381" x="4946650" y="6057900"/>
          <p14:tracePt t="182398" x="4883150" y="6057900"/>
          <p14:tracePt t="182414" x="4845050" y="6064250"/>
          <p14:tracePt t="182431" x="4806950" y="6070600"/>
          <p14:tracePt t="182449" x="4660900" y="6076950"/>
          <p14:tracePt t="182464" x="4616450" y="6089650"/>
          <p14:tracePt t="182481" x="4546600" y="6096000"/>
          <p14:tracePt t="182498" x="4527550" y="6102350"/>
          <p14:tracePt t="182515" x="4495800" y="6108700"/>
          <p14:tracePt t="182531" x="4483100" y="6115050"/>
          <p14:tracePt t="182548" x="4476750" y="6115050"/>
          <p14:tracePt t="182564" x="4476750" y="6127750"/>
          <p14:tracePt t="182581" x="4483100" y="6134100"/>
          <p14:tracePt t="182597" x="4489450" y="6134100"/>
          <p14:tracePt t="182614" x="4521200" y="6134100"/>
          <p14:tracePt t="182630" x="4552950" y="6121400"/>
          <p14:tracePt t="182647" x="4584700" y="6115050"/>
          <p14:tracePt t="182664" x="4699000" y="6108700"/>
          <p14:tracePt t="182680" x="4775200" y="6096000"/>
          <p14:tracePt t="182697" x="4959350" y="6076950"/>
          <p14:tracePt t="182714" x="5149850" y="6057900"/>
          <p14:tracePt t="182730" x="5226050" y="6045200"/>
          <p14:tracePt t="182748" x="5295900" y="6038850"/>
          <p14:tracePt t="182764" x="5422900" y="6019800"/>
          <p14:tracePt t="182780" x="5441950" y="6019800"/>
          <p14:tracePt t="182796" x="5454650" y="6013450"/>
          <p14:tracePt t="182813" x="5461000" y="6013450"/>
          <p14:tracePt t="182847" x="5454650" y="6013450"/>
          <p14:tracePt t="182863" x="5441950" y="6007100"/>
          <p14:tracePt t="182880" x="5435600" y="6007100"/>
          <p14:tracePt t="182897" x="5416550" y="6007100"/>
          <p14:tracePt t="182913" x="5410200" y="6007100"/>
          <p14:tracePt t="182929" x="5403850" y="6007100"/>
          <p14:tracePt t="183223" x="5429250" y="6007100"/>
          <p14:tracePt t="183230" x="5511800" y="6026150"/>
          <p14:tracePt t="183243" x="5588000" y="6045200"/>
          <p14:tracePt t="183251" x="5683250" y="6070600"/>
          <p14:tracePt t="183265" x="5784850" y="6076950"/>
          <p14:tracePt t="183279" x="5975350" y="6108700"/>
          <p14:tracePt t="183295" x="6051550" y="6115050"/>
          <p14:tracePt t="183312" x="6121400" y="6127750"/>
          <p14:tracePt t="183328" x="6248400" y="6146800"/>
          <p14:tracePt t="183344" x="6356350" y="6165850"/>
          <p14:tracePt t="183361" x="6400800" y="6172200"/>
          <p14:tracePt t="183378" x="6496050" y="6191250"/>
          <p14:tracePt t="183395" x="6559550" y="6197600"/>
          <p14:tracePt t="183412" x="6635750" y="6210300"/>
          <p14:tracePt t="183428" x="6661150" y="6210300"/>
          <p14:tracePt t="183444" x="6705600" y="6210300"/>
          <p14:tracePt t="183461" x="6743700" y="6210300"/>
          <p14:tracePt t="183477" x="6762750" y="6210300"/>
          <p14:tracePt t="183495" x="6781800" y="6210300"/>
          <p14:tracePt t="183511" x="6819900" y="6216650"/>
          <p14:tracePt t="183527" x="6838950" y="6216650"/>
          <p14:tracePt t="183544" x="6858000" y="6216650"/>
          <p14:tracePt t="183561" x="6896100" y="6216650"/>
          <p14:tracePt t="183577" x="6921500" y="6216650"/>
          <p14:tracePt t="183594" x="6965950" y="6216650"/>
          <p14:tracePt t="183610" x="7016750" y="6216650"/>
          <p14:tracePt t="183627" x="7035800" y="6216650"/>
          <p14:tracePt t="183644" x="7073900" y="6203950"/>
          <p14:tracePt t="183660" x="7112000" y="6191250"/>
          <p14:tracePt t="183677" x="7124700" y="6191250"/>
          <p14:tracePt t="183694" x="7156450" y="6178550"/>
          <p14:tracePt t="183710" x="7162800" y="6172200"/>
          <p14:tracePt t="183728" x="7181850" y="6165850"/>
          <p14:tracePt t="183743" x="7188200" y="6159500"/>
          <p14:tracePt t="183777" x="7194550" y="6153150"/>
          <p14:tracePt t="183793" x="7200900" y="6153150"/>
          <p14:tracePt t="183827" x="7207250" y="6153150"/>
          <p14:tracePt t="183854" x="7207250" y="6146800"/>
          <p14:tracePt t="183896" x="7207250" y="6140450"/>
          <p14:tracePt t="183903" x="7200900" y="6140450"/>
          <p14:tracePt t="183924" x="7194550" y="6134100"/>
          <p14:tracePt t="183973" x="7188200" y="6134100"/>
          <p14:tracePt t="184002" x="7181850" y="6134100"/>
          <p14:tracePt t="184016" x="7175500" y="6134100"/>
          <p14:tracePt t="184023" x="7169150" y="6134100"/>
          <p14:tracePt t="184044" x="7156450" y="6134100"/>
          <p14:tracePt t="184050" x="7150100" y="6134100"/>
          <p14:tracePt t="184065" x="7143750" y="6134100"/>
          <p14:tracePt t="184075" x="7137400" y="6134100"/>
          <p14:tracePt t="184093" x="7105650" y="6134100"/>
          <p14:tracePt t="184109" x="7086600" y="6134100"/>
          <p14:tracePt t="184125" x="7048500" y="6140450"/>
          <p14:tracePt t="184142" x="7035800" y="6146800"/>
          <p14:tracePt t="184158" x="7023100" y="6146800"/>
          <p14:tracePt t="184175" x="7016750" y="6146800"/>
          <p14:tracePt t="184192" x="7004050" y="6153150"/>
          <p14:tracePt t="184247" x="7004050" y="6159500"/>
          <p14:tracePt t="184261" x="7010400" y="6165850"/>
          <p14:tracePt t="184276" x="7016750" y="6165850"/>
          <p14:tracePt t="184296" x="7023100" y="6165850"/>
          <p14:tracePt t="184303" x="7029450" y="6165850"/>
          <p14:tracePt t="184339" x="7035800" y="6165850"/>
          <p14:tracePt t="184367" x="7042150" y="6165850"/>
          <p14:tracePt t="184401" x="7048500" y="6165850"/>
          <p14:tracePt t="184409" x="7054850" y="6165850"/>
          <p14:tracePt t="184437" x="7061200" y="6165850"/>
          <p14:tracePt t="184444" x="7067550" y="6165850"/>
          <p14:tracePt t="184458" x="7067550" y="6159500"/>
          <p14:tracePt t="184479" x="7073900" y="6153150"/>
          <p14:tracePt t="184490" x="7080250" y="6153150"/>
          <p14:tracePt t="184507" x="7092950" y="6140450"/>
          <p14:tracePt t="184540" x="7105650" y="6134100"/>
          <p14:tracePt t="184557" x="7118350" y="6115050"/>
          <p14:tracePt t="184574" x="7137400" y="6108700"/>
          <p14:tracePt t="184591" x="7162800" y="6083300"/>
          <p14:tracePt t="184607" x="7188200" y="6064250"/>
          <p14:tracePt t="184624" x="7200900" y="6051550"/>
          <p14:tracePt t="184641" x="7213600" y="6032500"/>
          <p14:tracePt t="184657" x="7219950" y="6026150"/>
          <p14:tracePt t="184690" x="7213600" y="6019800"/>
          <p14:tracePt t="184707" x="7213600" y="6013450"/>
          <p14:tracePt t="184723" x="7194550" y="6013450"/>
          <p14:tracePt t="184740" x="7150100" y="6007100"/>
          <p14:tracePt t="184756" x="7112000" y="5994400"/>
          <p14:tracePt t="184760" x="7042150" y="5981700"/>
          <p14:tracePt t="184774" x="6870700" y="5943600"/>
          <p14:tracePt t="184789" x="6769100" y="5930900"/>
          <p14:tracePt t="184806" x="6667500" y="5924550"/>
          <p14:tracePt t="184823" x="6375400" y="5899150"/>
          <p14:tracePt t="184839" x="6286500" y="5899150"/>
          <p14:tracePt t="184856" x="6210300" y="5899150"/>
          <p14:tracePt t="184873" x="6089650" y="5911850"/>
          <p14:tracePt t="184889" x="5969000" y="5943600"/>
          <p14:tracePt t="184906" x="5930900" y="5956300"/>
          <p14:tracePt t="184922" x="5842000" y="5994400"/>
          <p14:tracePt t="184939" x="5778500" y="6032500"/>
          <p14:tracePt t="184956" x="5734050" y="6064250"/>
          <p14:tracePt t="184972" x="5721350" y="6070600"/>
          <p14:tracePt t="184989" x="5695950" y="6083300"/>
          <p14:tracePt t="185006" x="5670550" y="6083300"/>
          <p14:tracePt t="185022" x="5670550" y="6089650"/>
          <p14:tracePt t="185039" x="5651500" y="6096000"/>
          <p14:tracePt t="185056" x="5651500" y="6102350"/>
          <p14:tracePt t="185091" x="5651500" y="6108700"/>
          <p14:tracePt t="185890" x="5657850" y="6102350"/>
          <p14:tracePt t="185911" x="5664200" y="6096000"/>
          <p14:tracePt t="185918" x="5670550" y="6096000"/>
          <p14:tracePt t="185939" x="5676900" y="6089650"/>
          <p14:tracePt t="185967" x="5689600" y="6089650"/>
          <p14:tracePt t="185989" x="5689600" y="6083300"/>
          <p14:tracePt t="186010" x="5695950" y="6076950"/>
          <p14:tracePt t="186016" x="5702300" y="6076950"/>
          <p14:tracePt t="186031" x="5708650" y="6070600"/>
          <p14:tracePt t="186038" x="5715000" y="6064250"/>
          <p14:tracePt t="186054" x="5727700" y="6057900"/>
          <p14:tracePt t="186069" x="5740400" y="6045200"/>
          <p14:tracePt t="186085" x="5772150" y="6026150"/>
          <p14:tracePt t="186102" x="5810250" y="5994400"/>
          <p14:tracePt t="186118" x="5835650" y="5988050"/>
          <p14:tracePt t="186136" x="5899150" y="5969000"/>
          <p14:tracePt t="186151" x="5969000" y="5943600"/>
          <p14:tracePt t="186169" x="6026150" y="5937250"/>
          <p14:tracePt t="186186" x="6140450" y="5924550"/>
          <p14:tracePt t="186202" x="6267450" y="5924550"/>
          <p14:tracePt t="186218" x="6343650" y="5924550"/>
          <p14:tracePt t="186235" x="6502400" y="5949950"/>
          <p14:tracePt t="186251" x="6661150" y="5969000"/>
          <p14:tracePt t="186268" x="6724650" y="5975350"/>
          <p14:tracePt t="186285" x="6870700" y="6007100"/>
          <p14:tracePt t="186301" x="6934200" y="6026150"/>
          <p14:tracePt t="186318" x="7067550" y="6051550"/>
          <p14:tracePt t="186334" x="7213600" y="6096000"/>
          <p14:tracePt t="186351" x="7283450" y="6115050"/>
          <p14:tracePt t="186369" x="7448550" y="6165850"/>
          <p14:tracePt t="186384" x="7473950" y="6172200"/>
          <p14:tracePt t="186401" x="7505700" y="6184900"/>
          <p14:tracePt t="186417" x="7543800" y="6197600"/>
          <p14:tracePt t="186434" x="7581900" y="6197600"/>
          <p14:tracePt t="186450" x="7594600" y="6203950"/>
          <p14:tracePt t="186467" x="7620000" y="6210300"/>
          <p14:tracePt t="186484" x="7626350" y="6216650"/>
          <p14:tracePt t="186502" x="7632700" y="6216650"/>
          <p14:tracePt t="186544" x="7639050" y="6223000"/>
          <p14:tracePt t="186571" x="7645400" y="6223000"/>
          <p14:tracePt t="186621" x="7651750" y="6223000"/>
          <p14:tracePt t="186761" x="7658100" y="6223000"/>
          <p14:tracePt t="186845" x="7658100" y="6216650"/>
          <p14:tracePt t="186874" x="7658100" y="6210300"/>
          <p14:tracePt t="186894" x="7651750" y="6203950"/>
          <p14:tracePt t="186922" x="7645400" y="6203950"/>
          <p14:tracePt t="186965" x="7645400" y="6197600"/>
          <p14:tracePt t="187000" x="7639050" y="6191250"/>
          <p14:tracePt t="187042" x="7632700" y="6191250"/>
          <p14:tracePt t="187126" x="7632700" y="6184900"/>
          <p14:tracePt t="187161" x="7632700" y="6178550"/>
          <p14:tracePt t="187266" x="7639050" y="6172200"/>
          <p14:tracePt t="187301" x="7645400" y="6165850"/>
          <p14:tracePt t="187323" x="7651750" y="6159500"/>
          <p14:tracePt t="187351" x="7658100" y="6159500"/>
          <p14:tracePt t="187371" x="7658100" y="6153150"/>
          <p14:tracePt t="187393" x="7664450" y="6153150"/>
          <p14:tracePt t="187415" x="7670800" y="6146800"/>
          <p14:tracePt t="187442" x="7677150" y="6140450"/>
          <p14:tracePt t="187463" x="7683500" y="6134100"/>
          <p14:tracePt t="187484" x="7689850" y="6134100"/>
          <p14:tracePt t="187491" x="7689850" y="6127750"/>
          <p14:tracePt t="187512" x="7689850" y="6121400"/>
          <p14:tracePt t="187533" x="7689850" y="6115050"/>
          <p14:tracePt t="187603" x="7689850" y="6108700"/>
          <p14:tracePt t="187624" x="7689850" y="6102350"/>
          <p14:tracePt t="187652" x="7683500" y="6096000"/>
          <p14:tracePt t="187667" x="7677150" y="6096000"/>
          <p14:tracePt t="187673" x="7670800" y="6089650"/>
          <p14:tracePt t="187687" x="7664450" y="6089650"/>
          <p14:tracePt t="187696" x="7664450" y="6083300"/>
          <p14:tracePt t="187713" x="7658100" y="6083300"/>
          <p14:tracePt t="187730" x="7613650" y="6070600"/>
          <p14:tracePt t="187746" x="7531100" y="6057900"/>
          <p14:tracePt t="187763" x="7480300" y="6045200"/>
          <p14:tracePt t="187780" x="7334250" y="6019800"/>
          <p14:tracePt t="187796" x="7143750" y="5975350"/>
          <p14:tracePt t="187813" x="7029450" y="5969000"/>
          <p14:tracePt t="187829" x="6807200" y="5937250"/>
          <p14:tracePt t="187846" x="6591300" y="5924550"/>
          <p14:tracePt t="187863" x="6400800" y="5930900"/>
          <p14:tracePt t="187879" x="6324600" y="5937250"/>
          <p14:tracePt t="187896" x="6248400" y="5949950"/>
          <p14:tracePt t="187912" x="6070600" y="5975350"/>
          <p14:tracePt t="187929" x="6032500" y="5981700"/>
          <p14:tracePt t="187945" x="5988050" y="5994400"/>
          <p14:tracePt t="187962" x="5943600" y="6000750"/>
          <p14:tracePt t="187979" x="5905500" y="6007100"/>
          <p14:tracePt t="188011" x="5892800" y="6007100"/>
          <p14:tracePt t="188053" x="5892800" y="6013450"/>
          <p14:tracePt t="189176" x="5899150" y="6013450"/>
          <p14:tracePt t="189190" x="5918200" y="6007100"/>
          <p14:tracePt t="189197" x="5937250" y="6000750"/>
          <p14:tracePt t="189211" x="5956300" y="5994400"/>
          <p14:tracePt t="189225" x="6000750" y="5981700"/>
          <p14:tracePt t="189241" x="6108700" y="5949950"/>
          <p14:tracePt t="189258" x="6172200" y="5943600"/>
          <p14:tracePt t="189274" x="6318250" y="5911850"/>
          <p14:tracePt t="189291" x="6464300" y="5892800"/>
          <p14:tracePt t="189307" x="6540500" y="5892800"/>
          <p14:tracePt t="189311" x="6604000" y="5892800"/>
          <p14:tracePt t="189324" x="6680200" y="5892800"/>
          <p14:tracePt t="189341" x="6807200" y="5892800"/>
          <p14:tracePt t="189358" x="6870700" y="5892800"/>
          <p14:tracePt t="189374" x="6978650" y="5899150"/>
          <p14:tracePt t="189390" x="7016750" y="5905500"/>
          <p14:tracePt t="189407" x="7112000" y="5924550"/>
          <p14:tracePt t="189424" x="7169150" y="5937250"/>
          <p14:tracePt t="189440" x="7194550" y="5943600"/>
          <p14:tracePt t="189457" x="7264400" y="5949950"/>
          <p14:tracePt t="189474" x="7283450" y="5962650"/>
          <p14:tracePt t="189490" x="7302500" y="5969000"/>
          <p14:tracePt t="189507" x="7334250" y="5975350"/>
          <p14:tracePt t="189523" x="7359650" y="5981700"/>
          <p14:tracePt t="189541" x="7372350" y="5988050"/>
          <p14:tracePt t="189556" x="7397750" y="5994400"/>
          <p14:tracePt t="189574" x="7416800" y="6000750"/>
          <p14:tracePt t="189590" x="7435850" y="6007100"/>
          <p14:tracePt t="189606" x="7442200" y="6013450"/>
          <p14:tracePt t="189623" x="7448550" y="6019800"/>
          <p14:tracePt t="189640" x="7461250" y="6026150"/>
          <p14:tracePt t="189656" x="7467600" y="6032500"/>
          <p14:tracePt t="189674" x="7480300" y="6038850"/>
          <p14:tracePt t="189689" x="7486650" y="6045200"/>
          <p14:tracePt t="189706" x="7493000" y="6045200"/>
          <p14:tracePt t="189724" x="7505700" y="6051550"/>
          <p14:tracePt t="189739" x="7512050" y="6064250"/>
          <p14:tracePt t="189756" x="7524750" y="6070600"/>
          <p14:tracePt t="189774" x="7531100" y="6076950"/>
          <p14:tracePt t="189790" x="7537450" y="6076950"/>
          <p14:tracePt t="189806" x="7543800" y="6083300"/>
          <p14:tracePt t="189822" x="7550150" y="6083300"/>
          <p14:tracePt t="189843" x="7556500" y="6083300"/>
          <p14:tracePt t="189934" x="7562850" y="6083300"/>
          <p14:tracePt t="190032" x="7562850" y="6076950"/>
          <p14:tracePt t="190039" x="7556500" y="6076950"/>
          <p14:tracePt t="190089" x="7550150" y="6070600"/>
          <p14:tracePt t="190775" x="7562850" y="6070600"/>
          <p14:tracePt t="190782" x="7575550" y="6070600"/>
          <p14:tracePt t="190796" x="7581900" y="6070600"/>
          <p14:tracePt t="190805" x="7588250" y="6070600"/>
          <p14:tracePt t="190819" x="7594600" y="6070600"/>
          <p14:tracePt t="190836" x="7607300" y="6070600"/>
          <p14:tracePt t="190852" x="7620000" y="6070600"/>
          <p14:tracePt t="190888" x="7626350" y="6070600"/>
          <p14:tracePt t="190915" x="7632700" y="6070600"/>
          <p14:tracePt t="190943" x="7639050" y="6070600"/>
          <p14:tracePt t="190971" x="7645400" y="6070600"/>
          <p14:tracePt t="191063" x="7639050" y="6070600"/>
          <p14:tracePt t="191105" x="7632700" y="6070600"/>
          <p14:tracePt t="191133" x="7620000" y="6064250"/>
          <p14:tracePt t="191154" x="7620000" y="6057900"/>
          <p14:tracePt t="191169" x="7613650" y="6057900"/>
          <p14:tracePt t="191174" x="7607300" y="6057900"/>
          <p14:tracePt t="191184" x="7600950" y="6051550"/>
          <p14:tracePt t="191200" x="7588250" y="6051550"/>
          <p14:tracePt t="191218" x="7550150" y="6038850"/>
          <p14:tracePt t="191234" x="7524750" y="6032500"/>
          <p14:tracePt t="191251" x="7416800" y="6026150"/>
          <p14:tracePt t="191267" x="7378700" y="6026150"/>
          <p14:tracePt t="191284" x="7327900" y="6026150"/>
          <p14:tracePt t="191301" x="7239000" y="6026150"/>
          <p14:tracePt t="191317" x="7131050" y="6038850"/>
          <p14:tracePt t="191334" x="7086600" y="6045200"/>
          <p14:tracePt t="191351" x="7004050" y="6064250"/>
          <p14:tracePt t="191367" x="6959600" y="6070600"/>
          <p14:tracePt t="191383" x="6946900" y="6076950"/>
          <p14:tracePt t="191400" x="6921500" y="6076950"/>
          <p14:tracePt t="191417" x="6902450" y="6076950"/>
          <p14:tracePt t="191435" x="6889750" y="6083300"/>
          <p14:tracePt t="191466" x="6883400" y="6083300"/>
          <p14:tracePt t="191498" x="6877050" y="6083300"/>
          <p14:tracePt t="192676" x="6870700" y="6076950"/>
          <p14:tracePt t="192690" x="6864350" y="6070600"/>
          <p14:tracePt t="192698" x="6851650" y="6064250"/>
          <p14:tracePt t="192713" x="6832600" y="6051550"/>
          <p14:tracePt t="192729" x="6807200" y="6051550"/>
          <p14:tracePt t="192746" x="6711950" y="6026150"/>
          <p14:tracePt t="192762" x="6661150" y="6019800"/>
          <p14:tracePt t="192779" x="6591300" y="6007100"/>
          <p14:tracePt t="192796" x="6451600" y="5988050"/>
          <p14:tracePt t="192812" x="6267450" y="5969000"/>
          <p14:tracePt t="192828" x="6165850" y="5969000"/>
          <p14:tracePt t="192845" x="5969000" y="5969000"/>
          <p14:tracePt t="192862" x="5791200" y="5969000"/>
          <p14:tracePt t="192879" x="5715000" y="5969000"/>
          <p14:tracePt t="192895" x="5568950" y="5962650"/>
          <p14:tracePt t="192912" x="5467350" y="5962650"/>
          <p14:tracePt t="192929" x="5365750" y="5962650"/>
          <p14:tracePt t="192945" x="5321300" y="5962650"/>
          <p14:tracePt t="192962" x="5219700" y="5962650"/>
          <p14:tracePt t="192979" x="5149850" y="5969000"/>
          <p14:tracePt t="192994" x="5118100" y="5969000"/>
          <p14:tracePt t="193011" x="5099050" y="5969000"/>
          <p14:tracePt t="193028" x="5048250" y="5969000"/>
          <p14:tracePt t="193044" x="5035550" y="5969000"/>
          <p14:tracePt t="193063" x="5016500" y="5969000"/>
          <p14:tracePt t="193078" x="5003800" y="5969000"/>
          <p14:tracePt t="193094" x="4984750" y="5969000"/>
          <p14:tracePt t="193112" x="4965700" y="5975350"/>
          <p14:tracePt t="193127" x="4953000" y="5975350"/>
          <p14:tracePt t="193144" x="4933950" y="5975350"/>
          <p14:tracePt t="193162" x="4914900" y="5981700"/>
          <p14:tracePt t="193178" x="4908550" y="5981700"/>
          <p14:tracePt t="193196" x="4889500" y="5988050"/>
          <p14:tracePt t="193211" x="4870450" y="5988050"/>
          <p14:tracePt t="193227" x="4864100" y="5988050"/>
          <p14:tracePt t="193245" x="4857750" y="5988050"/>
          <p14:tracePt t="193260" x="4845050" y="5994400"/>
          <p14:tracePt t="193329" x="4845050" y="6000750"/>
          <p14:tracePt t="193364" x="4838700" y="6000750"/>
          <p14:tracePt t="193378" x="4832350" y="6007100"/>
          <p14:tracePt t="193540" x="4838700" y="6007100"/>
          <p14:tracePt t="193631" x="4832350" y="6013450"/>
          <p14:tracePt t="193645" x="4826000" y="6013450"/>
          <p14:tracePt t="193652" x="4813300" y="6013450"/>
          <p14:tracePt t="193662" x="4800600" y="6019800"/>
          <p14:tracePt t="193675" x="4787900" y="6019800"/>
          <p14:tracePt t="193693" x="4762500" y="6026150"/>
          <p14:tracePt t="193709" x="4711700" y="6032500"/>
          <p14:tracePt t="193726" x="4641850" y="6051550"/>
          <p14:tracePt t="193743" x="4559300" y="6064250"/>
          <p14:tracePt t="193758" x="4527550" y="6070600"/>
          <p14:tracePt t="193775" x="4470400" y="6089650"/>
          <p14:tracePt t="193793" x="4425950" y="6102350"/>
          <p14:tracePt t="193808" x="4413250" y="6108700"/>
          <p14:tracePt t="193825" x="4400550" y="6115050"/>
          <p14:tracePt t="193905" x="4400550" y="6121400"/>
          <p14:tracePt t="193954" x="4406900" y="6121400"/>
          <p14:tracePt t="193960" x="4413250" y="6121400"/>
          <p14:tracePt t="193977" x="4419600" y="6121400"/>
          <p14:tracePt t="193991" x="4432300" y="6121400"/>
          <p14:tracePt t="194008" x="4470400" y="6115050"/>
          <p14:tracePt t="194025" x="4552950" y="6102350"/>
          <p14:tracePt t="194041" x="4616450" y="6102350"/>
          <p14:tracePt t="194058" x="4743450" y="6083300"/>
          <p14:tracePt t="194074" x="4902200" y="6076950"/>
          <p14:tracePt t="194091" x="4965700" y="6057900"/>
          <p14:tracePt t="194108" x="5073650" y="6045200"/>
          <p14:tracePt t="194124" x="5137150" y="6032500"/>
          <p14:tracePt t="194141" x="5156200" y="6032500"/>
          <p14:tracePt t="194158" x="5181600" y="6019800"/>
          <p14:tracePt t="194174" x="5194300" y="6019800"/>
          <p14:tracePt t="194190" x="5194300" y="6013450"/>
          <p14:tracePt t="194223" x="5187950" y="6007100"/>
          <p14:tracePt t="194241" x="5168900" y="6007100"/>
          <p14:tracePt t="194257" x="5162550" y="6007100"/>
          <p14:tracePt t="194274" x="5156200" y="6007100"/>
          <p14:tracePt t="194291" x="5118100" y="6007100"/>
          <p14:tracePt t="194307" x="5099050" y="6007100"/>
          <p14:tracePt t="194323" x="5060950" y="6007100"/>
          <p14:tracePt t="194340" x="4940300" y="6007100"/>
          <p14:tracePt t="194356" x="4775200" y="6007100"/>
          <p14:tracePt t="194373" x="4699000" y="6007100"/>
          <p14:tracePt t="194377" x="4622800" y="6019800"/>
          <p14:tracePt t="194390" x="4546600" y="6026150"/>
          <p14:tracePt t="194406" x="4387850" y="6045200"/>
          <p14:tracePt t="194425" x="4260850" y="6064250"/>
          <p14:tracePt t="194439" x="4197350" y="6064250"/>
          <p14:tracePt t="194456" x="4114800" y="6064250"/>
          <p14:tracePt t="194473" x="4044950" y="6076950"/>
          <p14:tracePt t="194489" x="4032250" y="6076950"/>
          <p14:tracePt t="194506" x="4013200" y="6076950"/>
          <p14:tracePt t="194523" x="4006850" y="6076950"/>
          <p14:tracePt t="194556" x="4000500" y="6076950"/>
          <p14:tracePt t="194628" x="4006850" y="6076950"/>
          <p14:tracePt t="194656" x="4019550" y="6076950"/>
          <p14:tracePt t="194663" x="4025900" y="6076950"/>
          <p14:tracePt t="194677" x="4044950" y="6076950"/>
          <p14:tracePt t="194688" x="4070350" y="6076950"/>
          <p14:tracePt t="194705" x="4197350" y="6076950"/>
          <p14:tracePt t="194722" x="4298950" y="6076950"/>
          <p14:tracePt t="194739" x="4527550" y="6076950"/>
          <p14:tracePt t="194755" x="4781550" y="6064250"/>
          <p14:tracePt t="194772" x="4895850" y="6064250"/>
          <p14:tracePt t="194789" x="5086350" y="6064250"/>
          <p14:tracePt t="194805" x="5213350" y="6064250"/>
          <p14:tracePt t="194822" x="5251450" y="6064250"/>
          <p14:tracePt t="194839" x="5289550" y="6064250"/>
          <p14:tracePt t="194855" x="5314950" y="6064250"/>
          <p14:tracePt t="194944" x="5302250" y="6057900"/>
          <p14:tracePt t="194985" x="5295900" y="6051550"/>
          <p14:tracePt t="194992" x="5289550" y="6051550"/>
          <p14:tracePt t="195028" x="5283200" y="6051550"/>
          <p14:tracePt t="195176" x="5276850" y="6051550"/>
          <p14:tracePt t="195260" x="5270500" y="6051550"/>
          <p14:tracePt t="195274" x="5264150" y="6051550"/>
          <p14:tracePt t="195295" x="5257800" y="6051550"/>
          <p14:tracePt t="195309" x="5251450" y="6051550"/>
          <p14:tracePt t="195337" x="5245100" y="6051550"/>
          <p14:tracePt t="195344" x="5238750" y="6051550"/>
          <p14:tracePt t="195379" x="5226050" y="6051550"/>
          <p14:tracePt t="195387" x="5219700" y="6051550"/>
          <p14:tracePt t="195405" x="5207000" y="6051550"/>
          <p14:tracePt t="195410" x="5175250" y="6057900"/>
          <p14:tracePt t="195421" x="5156200" y="6057900"/>
          <p14:tracePt t="195436" x="5092700" y="6057900"/>
          <p14:tracePt t="195453" x="5041900" y="6057900"/>
          <p14:tracePt t="195471" x="4953000" y="6057900"/>
          <p14:tracePt t="195486" x="4851400" y="6057900"/>
          <p14:tracePt t="195503" x="4806950" y="6057900"/>
          <p14:tracePt t="195520" x="4730750" y="6057900"/>
          <p14:tracePt t="195536" x="4692650" y="6057900"/>
          <p14:tracePt t="195553" x="4641850" y="6057900"/>
          <p14:tracePt t="195570" x="4591050" y="6057900"/>
          <p14:tracePt t="195585" x="4578350" y="6064250"/>
          <p14:tracePt t="195603" x="4546600" y="6064250"/>
          <p14:tracePt t="195619" x="4514850" y="6064250"/>
          <p14:tracePt t="195635" x="4495800" y="6064250"/>
          <p14:tracePt t="195653" x="4457700" y="6064250"/>
          <p14:tracePt t="195669" x="4406900" y="6057900"/>
          <p14:tracePt t="195685" x="4387850" y="6057900"/>
          <p14:tracePt t="195702" x="4337050" y="6051550"/>
          <p14:tracePt t="195718" x="4292600" y="6051550"/>
          <p14:tracePt t="195735" x="4273550" y="6045200"/>
          <p14:tracePt t="195752" x="4235450" y="6045200"/>
          <p14:tracePt t="195769" x="4191000" y="6038850"/>
          <p14:tracePt t="195786" x="4140200" y="6038850"/>
          <p14:tracePt t="195801" x="4121150" y="6038850"/>
          <p14:tracePt t="195819" x="4095750" y="6038850"/>
          <p14:tracePt t="195836" x="4025900" y="6038850"/>
          <p14:tracePt t="195851" x="3994150" y="6038850"/>
          <p14:tracePt t="195868" x="3968750" y="6038850"/>
          <p14:tracePt t="195885" x="3911600" y="6038850"/>
          <p14:tracePt t="195902" x="3854450" y="6038850"/>
          <p14:tracePt t="195918" x="3822700" y="6032500"/>
          <p14:tracePt t="195935" x="3784600" y="6032500"/>
          <p14:tracePt t="195951" x="3752850" y="6032500"/>
          <p14:tracePt t="195969" x="3733800" y="6032500"/>
          <p14:tracePt t="195984" x="3727450" y="6032500"/>
          <p14:tracePt t="196000" x="3721100" y="6032500"/>
          <p14:tracePt t="196088" x="3727450" y="6038850"/>
          <p14:tracePt t="196109" x="3740150" y="6038850"/>
          <p14:tracePt t="196116" x="3746500" y="6038850"/>
          <p14:tracePt t="196130" x="3752850" y="6038850"/>
          <p14:tracePt t="196137" x="3759200" y="6038850"/>
          <p14:tracePt t="196158" x="3765550" y="6038850"/>
          <p14:tracePt t="196172" x="3778250" y="6038850"/>
          <p14:tracePt t="196183" x="3790950" y="6038850"/>
          <p14:tracePt t="196201" x="3822700" y="6038850"/>
          <p14:tracePt t="196217" x="3835400" y="6032500"/>
          <p14:tracePt t="196234" x="3860800" y="6026150"/>
          <p14:tracePt t="196250" x="3879850" y="6026150"/>
          <p14:tracePt t="196267" x="3886200" y="6019800"/>
          <p14:tracePt t="196320" x="3873500" y="6019800"/>
          <p14:tracePt t="196340" x="3867150" y="6019800"/>
          <p14:tracePt t="196347" x="3860800" y="6019800"/>
          <p14:tracePt t="196389" x="3854450" y="6019800"/>
          <p14:tracePt t="196396" x="3848100" y="6019800"/>
          <p14:tracePt t="196410" x="3841750" y="6019800"/>
          <p14:tracePt t="196419" x="3829050" y="6026150"/>
          <p14:tracePt t="196434" x="3822700" y="6026150"/>
          <p14:tracePt t="196449" x="3810000" y="6032500"/>
          <p14:tracePt t="196466" x="3784600" y="6038850"/>
          <p14:tracePt t="196483" x="3765550" y="6038850"/>
          <p14:tracePt t="196499" x="3759200" y="6045200"/>
          <p14:tracePt t="196516" x="3740150" y="6045200"/>
          <p14:tracePt t="196532" x="3727450" y="6045200"/>
          <p14:tracePt t="196608" x="3733800" y="6045200"/>
          <p14:tracePt t="196622" x="3740150" y="6045200"/>
          <p14:tracePt t="196628" x="3759200" y="6045200"/>
          <p14:tracePt t="196643" x="3784600" y="6038850"/>
          <p14:tracePt t="196652" x="3854450" y="6038850"/>
          <p14:tracePt t="196665" x="3917950" y="6032500"/>
          <p14:tracePt t="196682" x="4146550" y="6000750"/>
          <p14:tracePt t="196699" x="4514850" y="5975350"/>
          <p14:tracePt t="196715" x="4781550" y="5943600"/>
          <p14:tracePt t="196732" x="5073650" y="5930900"/>
          <p14:tracePt t="196750" x="6026150" y="5867400"/>
          <p14:tracePt t="196765" x="6337300" y="5848350"/>
          <p14:tracePt t="196781" x="6654800" y="5835650"/>
          <p14:tracePt t="196798" x="7175500" y="5835650"/>
          <p14:tracePt t="196815" x="7512050" y="5835650"/>
          <p14:tracePt t="196832" x="7651750" y="5842000"/>
          <p14:tracePt t="196848" x="7848600" y="5848350"/>
          <p14:tracePt t="196865" x="7962900" y="5861050"/>
          <p14:tracePt t="196882" x="8020050" y="5867400"/>
          <p14:tracePt t="196898" x="8045450" y="5873750"/>
          <p14:tracePt t="196914" x="8058150" y="5880100"/>
          <p14:tracePt t="196931" x="8064500" y="5880100"/>
          <p14:tracePt t="196952" x="8064500" y="5886450"/>
          <p14:tracePt t="197022" x="8058150" y="5886450"/>
          <p14:tracePt t="197049" x="8045450" y="5886450"/>
          <p14:tracePt t="197071" x="8039100" y="5886450"/>
          <p14:tracePt t="197085" x="8026400" y="5886450"/>
          <p14:tracePt t="197099" x="8020050" y="5886450"/>
          <p14:tracePt t="197115" x="8007350" y="5892800"/>
          <p14:tracePt t="197120" x="7994650" y="5899150"/>
          <p14:tracePt t="197134" x="7969250" y="5905500"/>
          <p14:tracePt t="197147" x="7931150" y="5918200"/>
          <p14:tracePt t="197164" x="7816850" y="5975350"/>
          <p14:tracePt t="197180" x="7753350" y="5981700"/>
          <p14:tracePt t="197197" x="7569200" y="6045200"/>
          <p14:tracePt t="197213" x="7493000" y="6064250"/>
          <p14:tracePt t="197230" x="7410450" y="6076950"/>
          <p14:tracePt t="197247" x="7289800" y="6102350"/>
          <p14:tracePt t="197263" x="7251700" y="6108700"/>
          <p14:tracePt t="197280" x="7200900" y="6108700"/>
          <p14:tracePt t="197297" x="7188200" y="6108700"/>
          <p14:tracePt t="197313" x="7175500" y="6108700"/>
          <p14:tracePt t="197330" x="7169150" y="6108700"/>
          <p14:tracePt t="197415" x="7175500" y="6108700"/>
          <p14:tracePt t="197436" x="7181850" y="6108700"/>
          <p14:tracePt t="197443" x="7188200" y="6102350"/>
          <p14:tracePt t="197450" x="7188200" y="6096000"/>
          <p14:tracePt t="197466" x="7194550" y="6096000"/>
          <p14:tracePt t="197479" x="7200900" y="6089650"/>
          <p14:tracePt t="197496" x="7213600" y="6083300"/>
          <p14:tracePt t="197513" x="7219950" y="6076950"/>
          <p14:tracePt t="197529" x="7251700" y="6064250"/>
          <p14:tracePt t="197546" x="7302500" y="6038850"/>
          <p14:tracePt t="197563" x="7391400" y="6000750"/>
          <p14:tracePt t="197579" x="7442200" y="5975350"/>
          <p14:tracePt t="197595" x="7569200" y="5924550"/>
          <p14:tracePt t="197612" x="7689850" y="5880100"/>
          <p14:tracePt t="197628" x="7747000" y="5842000"/>
          <p14:tracePt t="197646" x="7804150" y="5822950"/>
          <p14:tracePt t="197662" x="7924800" y="5765800"/>
          <p14:tracePt t="197678" x="7950200" y="5746750"/>
          <p14:tracePt t="197696" x="7988300" y="5727700"/>
          <p14:tracePt t="197712" x="7994650" y="5721350"/>
          <p14:tracePt t="197728" x="8001000" y="5715000"/>
          <p14:tracePt t="197801" x="7988300" y="5715000"/>
          <p14:tracePt t="197829" x="7988300" y="5721350"/>
          <p14:tracePt t="205517" x="7893050" y="5740400"/>
          <p14:tracePt t="205523" x="7766050" y="5759450"/>
          <p14:tracePt t="205534" x="7613650" y="5803900"/>
          <p14:tracePt t="205552" x="7245350" y="5880100"/>
          <p14:tracePt t="205568" x="7061200" y="5918200"/>
          <p14:tracePt t="205584" x="6915150" y="5956300"/>
          <p14:tracePt t="205601" x="6711950" y="6013450"/>
          <p14:tracePt t="205618" x="6629400" y="6038850"/>
          <p14:tracePt t="205634" x="6527800" y="6083300"/>
          <p14:tracePt t="205651" x="6356350" y="6191250"/>
          <p14:tracePt t="205667" x="6254750" y="6254750"/>
          <p14:tracePt t="205685" x="6127750" y="6318250"/>
          <p14:tracePt t="205701" x="6076950" y="6350000"/>
          <p14:tracePt t="205717" x="6032500" y="6369050"/>
          <p14:tracePt t="205734" x="5975350" y="6388100"/>
          <p14:tracePt t="205750" x="5937250" y="6394450"/>
          <p14:tracePt t="205767" x="5867400" y="6407150"/>
          <p14:tracePt t="205784" x="5816600" y="6426200"/>
          <p14:tracePt t="205802" x="5645150" y="6477000"/>
          <p14:tracePt t="205817" x="5549900" y="6502400"/>
          <p14:tracePt t="205834" x="5429250" y="6540500"/>
          <p14:tracePt t="205851" x="5162550" y="6610350"/>
          <p14:tracePt t="205867" x="4953000" y="6686550"/>
          <p14:tracePt t="205883" x="4819650" y="6724650"/>
          <p14:tracePt t="205900" x="4648200" y="6781800"/>
          <p14:tracePt t="205917" x="4540250" y="6788150"/>
          <p14:tracePt t="205935" x="4406900" y="6769100"/>
          <p14:tracePt t="205950" x="4349750" y="6731000"/>
          <p14:tracePt t="205966" x="4343400" y="6718300"/>
          <p14:tracePt t="206291" x="4260850" y="6699250"/>
          <p14:tracePt t="206298" x="4171950" y="6680200"/>
          <p14:tracePt t="206305" x="4070350" y="6667500"/>
          <p14:tracePt t="206315" x="3987800" y="6648450"/>
          <p14:tracePt t="206333" x="3822700" y="6616700"/>
          <p14:tracePt t="206349" x="3587750" y="6591300"/>
          <p14:tracePt t="206365" x="3460750" y="6578600"/>
          <p14:tracePt t="206382" x="3308350" y="6534150"/>
          <p14:tracePt t="206398" x="3263900" y="6515100"/>
          <p14:tracePt t="206415" x="3232150" y="6489700"/>
          <p14:tracePt t="206432" x="3219450" y="6483350"/>
          <p14:tracePt t="206464" x="3213100" y="6477000"/>
          <p14:tracePt t="206529" x="3219450" y="6477000"/>
          <p14:tracePt t="206551" x="3232150" y="6477000"/>
          <p14:tracePt t="206566" x="3238500" y="6483350"/>
          <p14:tracePt t="206571" x="3244850" y="6483350"/>
          <p14:tracePt t="206581" x="3257550" y="6483350"/>
          <p14:tracePt t="206598" x="3282950" y="6483350"/>
          <p14:tracePt t="206614" x="3378200" y="6496050"/>
          <p14:tracePt t="206630" x="3498850" y="6515100"/>
          <p14:tracePt t="206648" x="3663950" y="6534150"/>
          <p14:tracePt t="206664" x="3937000" y="6572250"/>
          <p14:tracePt t="206681" x="4127500" y="6604000"/>
          <p14:tracePt t="206698" x="4387850" y="6654800"/>
          <p14:tracePt t="206714" x="4559300" y="6673850"/>
          <p14:tracePt t="206730" x="4699000" y="6705600"/>
          <p14:tracePt t="206747" x="4883150" y="6731000"/>
          <p14:tracePt t="206764" x="4997450" y="6762750"/>
          <p14:tracePt t="206782" x="5060950" y="6769100"/>
          <p14:tracePt t="206797" x="5143500" y="6769100"/>
          <p14:tracePt t="206814" x="5181600" y="6750050"/>
          <p14:tracePt t="206830" x="5232400" y="6743700"/>
          <p14:tracePt t="206847" x="5308600" y="6731000"/>
          <p14:tracePt t="206863" x="5340350" y="6711950"/>
          <p14:tracePt t="206881" x="5384800" y="6680200"/>
          <p14:tracePt t="206897" x="5410200" y="6661150"/>
          <p14:tracePt t="206914" x="5454650" y="6648450"/>
          <p14:tracePt t="206930" x="5511800" y="6623050"/>
          <p14:tracePt t="206946" x="5537200" y="6597650"/>
          <p14:tracePt t="206963" x="5562600" y="6584950"/>
          <p14:tracePt t="206980" x="5594350" y="6572250"/>
          <p14:tracePt t="206996" x="5600700" y="6565900"/>
          <p14:tracePt t="207014" x="5613400" y="6559550"/>
          <p14:tracePt t="207029" x="5619750" y="6559550"/>
          <p14:tracePt t="207046" x="5619750" y="6546850"/>
          <p14:tracePt t="207063" x="5619750" y="6534150"/>
          <p14:tracePt t="207079" x="5619750" y="6527800"/>
          <p14:tracePt t="207113" x="5626100" y="6515100"/>
          <p14:tracePt t="207146" x="5626100" y="6508750"/>
          <p14:tracePt t="207162" x="5632450" y="6502400"/>
          <p14:tracePt t="207182" x="5632450" y="6496050"/>
          <p14:tracePt t="207203" x="5638800" y="6496050"/>
          <p14:tracePt t="207224" x="5638800" y="6489700"/>
          <p14:tracePt t="207246" x="5645150" y="6483350"/>
          <p14:tracePt t="207252" x="5651500" y="6483350"/>
          <p14:tracePt t="207266" x="5657850" y="6477000"/>
          <p14:tracePt t="207279" x="5664200" y="6470650"/>
          <p14:tracePt t="207295" x="5676900" y="6464300"/>
          <p14:tracePt t="207312" x="5689600" y="6457950"/>
          <p14:tracePt t="207330" x="5708650" y="6451600"/>
          <p14:tracePt t="207345" x="5715000" y="6445250"/>
          <p14:tracePt t="207361" x="5734050" y="6445250"/>
          <p14:tracePt t="207378" x="5765800" y="6438900"/>
          <p14:tracePt t="207395" x="5791200" y="6438900"/>
          <p14:tracePt t="207411" x="5816600" y="6432550"/>
          <p14:tracePt t="207429" x="5861050" y="6419850"/>
          <p14:tracePt t="207445" x="5892800" y="6407150"/>
          <p14:tracePt t="207461" x="5930900" y="6394450"/>
          <p14:tracePt t="207478" x="5962650" y="6388100"/>
          <p14:tracePt t="207494" x="5981700" y="6381750"/>
          <p14:tracePt t="207498" x="5994400" y="6375400"/>
          <p14:tracePt t="207512" x="6013450" y="6375400"/>
          <p14:tracePt t="207528" x="6032500" y="6375400"/>
          <p14:tracePt t="207544" x="6038850" y="6375400"/>
          <p14:tracePt t="207561" x="6057900" y="6369050"/>
          <p14:tracePt t="207578" x="6070600" y="6369050"/>
          <p14:tracePt t="207594" x="6083300" y="6362700"/>
          <p14:tracePt t="207611" x="6096000" y="6356350"/>
          <p14:tracePt t="207628" x="6108700" y="6356350"/>
          <p14:tracePt t="207645" x="6127750" y="6343650"/>
          <p14:tracePt t="207661" x="6146800" y="6343650"/>
          <p14:tracePt t="207677" x="6172200" y="6330950"/>
          <p14:tracePt t="207694" x="6210300" y="6311900"/>
          <p14:tracePt t="207710" x="6235700" y="6299200"/>
          <p14:tracePt t="207727" x="6261100" y="6280150"/>
          <p14:tracePt t="207744" x="6292850" y="6267450"/>
          <p14:tracePt t="207760" x="6311900" y="6254750"/>
          <p14:tracePt t="207777" x="6318250" y="6248400"/>
          <p14:tracePt t="207793" x="6330950" y="6248400"/>
          <p14:tracePt t="207810" x="6337300" y="6248400"/>
          <p14:tracePt t="207828" x="6350000" y="6248400"/>
          <p14:tracePt t="207843" x="6350000" y="6242050"/>
          <p14:tracePt t="207877" x="6369050" y="6223000"/>
          <p14:tracePt t="207893" x="6375400" y="6216650"/>
          <p14:tracePt t="207910" x="6388100" y="6216650"/>
          <p14:tracePt t="207926" x="6407150" y="6210300"/>
          <p14:tracePt t="207943" x="6426200" y="6191250"/>
          <p14:tracePt t="207961" x="6464300" y="6172200"/>
          <p14:tracePt t="207976" x="6496050" y="6165850"/>
          <p14:tracePt t="207993" x="6540500" y="6146800"/>
          <p14:tracePt t="208010" x="6604000" y="6134100"/>
          <p14:tracePt t="208026" x="6661150" y="6127750"/>
          <p14:tracePt t="208043" x="6711950" y="6121400"/>
          <p14:tracePt t="208060" x="6788150" y="6115050"/>
          <p14:tracePt t="208076" x="6838950" y="6115050"/>
          <p14:tracePt t="208093" x="6883400" y="6108700"/>
          <p14:tracePt t="208109" x="6965950" y="6108700"/>
          <p14:tracePt t="208126" x="7004050" y="6102350"/>
          <p14:tracePt t="208143" x="7048500" y="6102350"/>
          <p14:tracePt t="208159" x="7073900" y="6102350"/>
          <p14:tracePt t="208175" x="7105650" y="6102350"/>
          <p14:tracePt t="208193" x="7143750" y="6096000"/>
          <p14:tracePt t="208209" x="7169150" y="6096000"/>
          <p14:tracePt t="208225" x="7188200" y="6096000"/>
          <p14:tracePt t="208242" x="7200900" y="6096000"/>
          <p14:tracePt t="208258" x="7219950" y="6096000"/>
          <p14:tracePt t="208275" x="7232650" y="6096000"/>
          <p14:tracePt t="208292" x="7245350" y="6096000"/>
          <p14:tracePt t="208308" x="7258050" y="6096000"/>
          <p14:tracePt t="208325" x="7270750" y="6096000"/>
          <p14:tracePt t="208341" x="7277100" y="6096000"/>
          <p14:tracePt t="208358" x="7283450" y="6096000"/>
          <p14:tracePt t="208375" x="7289800" y="6096000"/>
          <p14:tracePt t="208408" x="7302500" y="6102350"/>
          <p14:tracePt t="208425" x="7308850" y="6102350"/>
          <p14:tracePt t="208458" x="7315200" y="6108700"/>
          <p14:tracePt t="208474" x="7346950" y="6115050"/>
          <p14:tracePt t="208491" x="7359650" y="6121400"/>
          <p14:tracePt t="208508" x="7378700" y="6127750"/>
          <p14:tracePt t="208524" x="7391400" y="6127750"/>
          <p14:tracePt t="208541" x="7410450" y="6134100"/>
          <p14:tracePt t="208558" x="7429500" y="6140450"/>
          <p14:tracePt t="208574" x="7435850" y="6140450"/>
          <p14:tracePt t="208590" x="7448550" y="6140450"/>
          <p14:tracePt t="208607" x="7454900" y="6140450"/>
          <p14:tracePt t="208641" x="7461250" y="6140450"/>
          <p14:tracePt t="208657" x="7467600" y="6140450"/>
          <p14:tracePt t="208674" x="7473950" y="6140450"/>
          <p14:tracePt t="208705" x="7480300" y="6140450"/>
          <p14:tracePt t="208711" x="7486650" y="6140450"/>
          <p14:tracePt t="208753" x="7493000" y="6140450"/>
          <p14:tracePt t="208768" x="7499350" y="6140450"/>
          <p14:tracePt t="208789" x="7505700" y="6140450"/>
          <p14:tracePt t="208796" x="7512050" y="6140450"/>
          <p14:tracePt t="208817" x="7518400" y="6140450"/>
          <p14:tracePt t="208831" x="7524750" y="6140450"/>
          <p14:tracePt t="208866" x="7537450" y="6140450"/>
          <p14:tracePt t="208887" x="7543800" y="6140450"/>
          <p14:tracePt t="208943" x="7550150" y="6140450"/>
          <p14:tracePt t="208950" x="7556500" y="6140450"/>
          <p14:tracePt t="209006" x="7556500" y="6134100"/>
          <p14:tracePt t="209041" x="7556500" y="6127750"/>
          <p14:tracePt t="209069" x="7556500" y="6121400"/>
          <p14:tracePt t="209076" x="7550150" y="6115050"/>
          <p14:tracePt t="209092" x="7550150" y="6108700"/>
          <p14:tracePt t="209106" x="7531100" y="6108700"/>
          <p14:tracePt t="209122" x="7524750" y="6102350"/>
          <p14:tracePt t="209140" x="7467600" y="6096000"/>
          <p14:tracePt t="209155" x="7423150" y="6096000"/>
          <p14:tracePt t="209172" x="7353300" y="6089650"/>
          <p14:tracePt t="209189" x="7219950" y="6070600"/>
          <p14:tracePt t="209205" x="7124700" y="6064250"/>
          <p14:tracePt t="209222" x="7042150" y="6045200"/>
          <p14:tracePt t="209239" x="6946900" y="6032500"/>
          <p14:tracePt t="209255" x="6896100" y="6026150"/>
          <p14:tracePt t="209272" x="6864350" y="6026150"/>
          <p14:tracePt t="209288" x="6819900" y="6026150"/>
          <p14:tracePt t="209305" x="6794500" y="6026150"/>
          <p14:tracePt t="209322" x="6756400" y="6026150"/>
          <p14:tracePt t="209338" x="6743700" y="6026150"/>
          <p14:tracePt t="209355" x="6731000" y="6026150"/>
          <p14:tracePt t="209371" x="6711950" y="6032500"/>
          <p14:tracePt t="209387" x="6705600" y="6032500"/>
          <p14:tracePt t="209405" x="6686550" y="6045200"/>
          <p14:tracePt t="209422" x="6673850" y="6057900"/>
          <p14:tracePt t="209438" x="6654800" y="6070600"/>
          <p14:tracePt t="209455" x="6616700" y="6096000"/>
          <p14:tracePt t="209471" x="6559550" y="6153150"/>
          <p14:tracePt t="209488" x="6508750" y="6210300"/>
          <p14:tracePt t="209505" x="6413500" y="6318250"/>
          <p14:tracePt t="209521" x="6305550" y="6445250"/>
          <p14:tracePt t="209537" x="6254750" y="6502400"/>
          <p14:tracePt t="209554" x="6159500" y="6610350"/>
          <p14:tracePt t="209571" x="6096000" y="6667500"/>
          <p14:tracePt t="209589" x="6057900" y="6692900"/>
          <p14:tracePt t="209604" x="6051550" y="6692900"/>
          <p14:tracePt t="209620" x="6045200" y="6692900"/>
          <p14:tracePt t="209638" x="6038850" y="6699250"/>
          <p14:tracePt t="209670" x="6032500" y="6705600"/>
          <p14:tracePt t="209688" x="6026150" y="6705600"/>
          <p14:tracePt t="209707" x="6019800" y="6705600"/>
          <p14:tracePt t="209743" x="6013450" y="6711950"/>
          <p14:tracePt t="209771" x="6007100" y="6711950"/>
          <p14:tracePt t="209869" x="6000750" y="6705600"/>
          <p14:tracePt t="209918" x="6000750" y="6699250"/>
          <p14:tracePt t="209982" x="5994400" y="6699250"/>
          <p14:tracePt t="210009" x="5994400" y="6692900"/>
          <p14:tracePt t="210094" x="5994400" y="6686550"/>
          <p14:tracePt t="210101" x="5994400" y="6680200"/>
          <p14:tracePt t="210128" x="5994400" y="6673850"/>
          <p14:tracePt t="210149" x="5994400" y="6667500"/>
          <p14:tracePt t="210178" x="5994400" y="6661150"/>
          <p14:tracePt t="210241" x="5994400" y="6654800"/>
          <p14:tracePt t="210269" x="6000750" y="6648450"/>
          <p14:tracePt t="210304" x="6000750" y="6642100"/>
          <p14:tracePt t="210339" x="6000750" y="6635750"/>
          <p14:tracePt t="210381" x="6000750" y="6629400"/>
          <p14:tracePt t="210423" x="6000750" y="6623050"/>
          <p14:tracePt t="210430" x="5994400" y="6623050"/>
          <p14:tracePt t="210452" x="5981700" y="6623050"/>
          <p14:tracePt t="210458" x="5969000" y="6616700"/>
          <p14:tracePt t="210472" x="5949950" y="6604000"/>
          <p14:tracePt t="210484" x="5918200" y="6591300"/>
          <p14:tracePt t="210501" x="5822950" y="6565900"/>
          <p14:tracePt t="210518" x="5740400" y="6546850"/>
          <p14:tracePt t="210520" x="5664200" y="6527800"/>
          <p14:tracePt t="210535" x="5581650" y="6508750"/>
          <p14:tracePt t="210551" x="5441950" y="6477000"/>
          <p14:tracePt t="210567" x="5359400" y="6464300"/>
          <p14:tracePt t="210585" x="5245100" y="6438900"/>
          <p14:tracePt t="210600" x="5137150" y="6432550"/>
          <p14:tracePt t="210617" x="5073650" y="6419850"/>
          <p14:tracePt t="210634" x="4991100" y="6419850"/>
          <p14:tracePt t="210650" x="4940300" y="6419850"/>
          <p14:tracePt t="210667" x="4870450" y="6426200"/>
          <p14:tracePt t="210683" x="4806950" y="6432550"/>
          <p14:tracePt t="210700" x="4781550" y="6432550"/>
          <p14:tracePt t="210717" x="4724400" y="6438900"/>
          <p14:tracePt t="210734" x="4667250" y="6438900"/>
          <p14:tracePt t="210750" x="4641850" y="6438900"/>
          <p14:tracePt t="210767" x="4572000" y="6438900"/>
          <p14:tracePt t="210783" x="4502150" y="6432550"/>
          <p14:tracePt t="210800" x="4451350" y="6419850"/>
          <p14:tracePt t="210816" x="4356100" y="6400800"/>
          <p14:tracePt t="210833" x="4248150" y="6375400"/>
          <p14:tracePt t="210849" x="4203700" y="6369050"/>
          <p14:tracePt t="210866" x="4146550" y="6350000"/>
          <p14:tracePt t="210883" x="4114800" y="6343650"/>
          <p14:tracePt t="210900" x="4108450" y="6337300"/>
          <p14:tracePt t="210916" x="4095750" y="6337300"/>
          <p14:tracePt t="210964" x="4089400" y="6337300"/>
          <p14:tracePt t="211125" x="4089400" y="6343650"/>
          <p14:tracePt t="211174" x="4089400" y="6350000"/>
          <p14:tracePt t="211223" x="4102100" y="6356350"/>
          <p14:tracePt t="211244" x="4108450" y="6362700"/>
          <p14:tracePt t="211251" x="4114800" y="6362700"/>
          <p14:tracePt t="211269" x="4121150" y="6369050"/>
          <p14:tracePt t="211281" x="4140200" y="6369050"/>
          <p14:tracePt t="211298" x="4197350" y="6381750"/>
          <p14:tracePt t="211315" x="4305300" y="6400800"/>
          <p14:tracePt t="211331" x="4375150" y="6407150"/>
          <p14:tracePt t="211348" x="4540250" y="6426200"/>
          <p14:tracePt t="211365" x="4743450" y="6451600"/>
          <p14:tracePt t="211381" x="4845050" y="6451600"/>
          <p14:tracePt t="211398" x="5060950" y="6445250"/>
          <p14:tracePt t="211414" x="5270500" y="6413500"/>
          <p14:tracePt t="211431" x="5346700" y="6381750"/>
          <p14:tracePt t="211448" x="5505450" y="6337300"/>
          <p14:tracePt t="211464" x="5632450" y="6280150"/>
          <p14:tracePt t="211481" x="5676900" y="6248400"/>
          <p14:tracePt t="211498" x="5759450" y="6172200"/>
          <p14:tracePt t="211514" x="5791200" y="6134100"/>
          <p14:tracePt t="211530" x="5829300" y="6083300"/>
          <p14:tracePt t="211547" x="5848350" y="6051550"/>
          <p14:tracePt t="211564" x="5848350" y="6045200"/>
          <p14:tracePt t="211581" x="5854700" y="6038850"/>
          <p14:tracePt t="211613" x="5854700" y="6032500"/>
          <p14:tracePt t="211637" x="5848350" y="6032500"/>
          <p14:tracePt t="211658" x="5842000" y="6032500"/>
          <p14:tracePt t="211681" x="5835650" y="6032500"/>
          <p14:tracePt t="211687" x="5829300" y="6032500"/>
          <p14:tracePt t="211696" x="5816600" y="6032500"/>
          <p14:tracePt t="211713" x="5803900" y="6038850"/>
          <p14:tracePt t="211730" x="5765800" y="6051550"/>
          <p14:tracePt t="211746" x="5670550" y="6083300"/>
          <p14:tracePt t="211764" x="5518150" y="6146800"/>
          <p14:tracePt t="211780" x="5429250" y="6184900"/>
          <p14:tracePt t="211796" x="5257800" y="6248400"/>
          <p14:tracePt t="211813" x="5092700" y="6305550"/>
          <p14:tracePt t="211829" x="5029200" y="6337300"/>
          <p14:tracePt t="211846" x="4959350" y="6362700"/>
          <p14:tracePt t="211863" x="4768850" y="6432550"/>
          <p14:tracePt t="211879" x="4724400" y="6445250"/>
          <p14:tracePt t="211897" x="4654550" y="6470650"/>
          <p14:tracePt t="211912" x="4635500" y="6477000"/>
          <p14:tracePt t="211929" x="4616450" y="6483350"/>
          <p14:tracePt t="211946" x="4603750" y="6489700"/>
          <p14:tracePt t="211962" x="4597400" y="6489700"/>
          <p14:tracePt t="211998" x="4591050" y="6489700"/>
          <p14:tracePt t="212128" x="4591050" y="6483350"/>
          <p14:tracePt t="212514" x="4591050" y="6477000"/>
          <p14:tracePt t="212738" x="4578350" y="6477000"/>
          <p14:tracePt t="212745" x="4565650" y="6483350"/>
          <p14:tracePt t="212761" x="4552950" y="6483350"/>
          <p14:tracePt t="212767" x="4533900" y="6489700"/>
          <p14:tracePt t="212776" x="4495800" y="6496050"/>
          <p14:tracePt t="212792" x="4457700" y="6496050"/>
          <p14:tracePt t="212810" x="4362450" y="6515100"/>
          <p14:tracePt t="212826" x="4305300" y="6521450"/>
          <p14:tracePt t="212843" x="4216400" y="6521450"/>
          <p14:tracePt t="212859" x="4121150" y="6540500"/>
          <p14:tracePt t="212876" x="4083050" y="6546850"/>
          <p14:tracePt t="212893" x="4013200" y="6553200"/>
          <p14:tracePt t="212909" x="3962400" y="6553200"/>
          <p14:tracePt t="212926" x="3949700" y="6559550"/>
          <p14:tracePt t="212943" x="3917950" y="6559550"/>
          <p14:tracePt t="212959" x="3905250" y="6559550"/>
          <p14:tracePt t="213195" x="3898900" y="6559550"/>
          <p14:tracePt t="213209" x="3892550" y="6559550"/>
          <p14:tracePt t="213216" x="3886200" y="6559550"/>
          <p14:tracePt t="213230" x="3879850" y="6559550"/>
          <p14:tracePt t="213241" x="3873500" y="6559550"/>
          <p14:tracePt t="213259" x="3841750" y="6559550"/>
          <p14:tracePt t="213274" x="3829050" y="6559550"/>
          <p14:tracePt t="213292" x="3803650" y="6559550"/>
          <p14:tracePt t="213308" x="3784600" y="6559550"/>
          <p14:tracePt t="213324" x="3771900" y="6559550"/>
          <p14:tracePt t="213341" x="3759200" y="6559550"/>
          <p14:tracePt t="213357" x="3752850" y="6559550"/>
          <p14:tracePt t="213392" x="3746500" y="6559550"/>
          <p14:tracePt t="213407" x="3740150" y="6559550"/>
          <p14:tracePt t="213462" x="3740150" y="6553200"/>
          <p14:tracePt t="213588" x="3740150" y="6546850"/>
          <p14:tracePt t="213651" x="3740150" y="6540500"/>
          <p14:tracePt t="213750" x="3746500" y="6534150"/>
          <p14:tracePt t="213757" x="3746500" y="6527800"/>
          <p14:tracePt t="213792" x="3752850" y="6521450"/>
          <p14:tracePt t="213820" x="3759200" y="6521450"/>
          <p14:tracePt t="213827" x="3765550" y="6515100"/>
          <p14:tracePt t="213842" x="3771900" y="6515100"/>
          <p14:tracePt t="213862" x="3778250" y="6515100"/>
          <p14:tracePt t="213872" x="3784600" y="6515100"/>
          <p14:tracePt t="213890" x="3803650" y="6502400"/>
          <p14:tracePt t="213906" x="3816350" y="6502400"/>
          <p14:tracePt t="213922" x="3835400" y="6496050"/>
          <p14:tracePt t="213940" x="3848100" y="6489700"/>
          <p14:tracePt t="213955" x="3854450" y="6489700"/>
          <p14:tracePt t="213991" x="3854450" y="6496050"/>
          <p14:tracePt t="214030" x="3848100" y="6496050"/>
          <p14:tracePt t="214051" x="3841750" y="6496050"/>
          <p14:tracePt t="214058" x="3835400" y="6502400"/>
          <p14:tracePt t="214074" x="3829050" y="6502400"/>
          <p14:tracePt t="214088" x="3810000" y="6502400"/>
          <p14:tracePt t="214105" x="3771900" y="6508750"/>
          <p14:tracePt t="214122" x="3714750" y="6521450"/>
          <p14:tracePt t="214139" x="3670300" y="6527800"/>
          <p14:tracePt t="214156" x="3600450" y="6540500"/>
          <p14:tracePt t="214171" x="3536950" y="6565900"/>
          <p14:tracePt t="214188" x="3517900" y="6578600"/>
          <p14:tracePt t="214205" x="3505200" y="6604000"/>
          <p14:tracePt t="214221" x="3505200" y="6616700"/>
          <p14:tracePt t="214722" x="3473450" y="6616700"/>
          <p14:tracePt t="214728" x="3435350" y="6623050"/>
          <p14:tracePt t="214743" x="3409950" y="6623050"/>
          <p14:tracePt t="214752" x="3378200" y="6629400"/>
          <p14:tracePt t="214769" x="3352800" y="6629400"/>
          <p14:tracePt t="214786" x="3295650" y="6635750"/>
          <p14:tracePt t="214803" x="3244850" y="6654800"/>
          <p14:tracePt t="214820" x="3181350" y="6667500"/>
          <p14:tracePt t="214836" x="3155950" y="6673850"/>
          <p14:tracePt t="214852" x="3124200" y="6680200"/>
          <p14:tracePt t="214869" x="3035300" y="6711950"/>
          <p14:tracePt t="214886" x="3009900" y="6718300"/>
          <p14:tracePt t="214902" x="2984500" y="6724650"/>
          <p14:tracePt t="214919" x="2921000" y="6750050"/>
          <p14:tracePt t="214935" x="2863850" y="6762750"/>
          <p14:tracePt t="214952" x="2832100" y="6769100"/>
          <p14:tracePt t="214968" x="2749550" y="6788150"/>
          <p14:tracePt t="214985" x="2641600" y="6807200"/>
          <p14:tracePt t="215003" x="2540000" y="6826250"/>
          <p14:tracePt t="215018" x="2470150" y="6832600"/>
          <p14:tracePt t="215035" x="2381250" y="6838950"/>
          <p14:tracePt t="215052" x="2311400" y="6851650"/>
          <p14:tracePt t="215068" x="2279650" y="6851650"/>
          <p14:tracePt t="215085" x="2273300" y="6851650"/>
          <p14:tracePt t="215401" x="2222500" y="6851650"/>
          <p14:tracePt t="216145" x="1562100" y="6457950"/>
          <p14:tracePt t="216152" x="1587500" y="6426200"/>
          <p14:tracePt t="216168" x="1600200" y="6407150"/>
          <p14:tracePt t="216181" x="1619250" y="6375400"/>
          <p14:tracePt t="216198" x="1638300" y="6343650"/>
          <p14:tracePt t="216216" x="1651000" y="6305550"/>
          <p14:tracePt t="216231" x="1651000" y="6299200"/>
          <p14:tracePt t="216247" x="1651000" y="6292850"/>
          <p14:tracePt t="216348" x="1644650" y="6286500"/>
          <p14:tracePt t="216398" x="1638300" y="6280150"/>
          <p14:tracePt t="216419" x="1631950" y="6280150"/>
          <p14:tracePt t="216433" x="1625600" y="6273800"/>
          <p14:tracePt t="216454" x="1619250" y="6273800"/>
          <p14:tracePt t="216475" x="1612900" y="6273800"/>
          <p14:tracePt t="216496" x="1606550" y="6273800"/>
          <p14:tracePt t="216517" x="1593850" y="6273800"/>
          <p14:tracePt t="216524" x="1581150" y="6280150"/>
          <p14:tracePt t="216538" x="1568450" y="6280150"/>
          <p14:tracePt t="216547" x="1536700" y="6286500"/>
          <p14:tracePt t="216563" x="1517650" y="6292850"/>
          <p14:tracePt t="216580" x="1435100" y="6299200"/>
          <p14:tracePt t="216596" x="1346200" y="6318250"/>
          <p14:tracePt t="216613" x="1301750" y="6324600"/>
          <p14:tracePt t="216630" x="1231900" y="6343650"/>
          <p14:tracePt t="216646" x="1181100" y="6356350"/>
          <p14:tracePt t="216663" x="1162050" y="6362700"/>
          <p14:tracePt t="216679" x="1123950" y="6369050"/>
          <p14:tracePt t="216696" x="1117600" y="6369050"/>
          <p14:tracePt t="216714" x="1098550" y="6375400"/>
          <p14:tracePt t="216729" x="1092200" y="6381750"/>
          <p14:tracePt t="216746" x="1085850" y="6381750"/>
          <p14:tracePt t="216763" x="1079500" y="6381750"/>
          <p14:tracePt t="216779" x="1066800" y="6381750"/>
          <p14:tracePt t="216796" x="1060450" y="6388100"/>
          <p14:tracePt t="216812" x="1047750" y="6388100"/>
          <p14:tracePt t="216829" x="1041400" y="6394450"/>
          <p14:tracePt t="216862" x="1022350" y="6400800"/>
          <p14:tracePt t="216879" x="1009650" y="6400800"/>
          <p14:tracePt t="216897" x="1003300" y="6407150"/>
          <p14:tracePt t="216929" x="990600" y="6407150"/>
          <p14:tracePt t="216987" x="984250" y="6407150"/>
          <p14:tracePt t="217030" x="977900" y="6413500"/>
          <p14:tracePt t="217079" x="971550" y="6419850"/>
          <p14:tracePt t="217198" x="971550" y="6426200"/>
          <p14:tracePt t="217205" x="971550" y="6432550"/>
          <p14:tracePt t="217240" x="971550" y="6438900"/>
          <p14:tracePt t="217317" x="965200" y="6445250"/>
          <p14:tracePt t="217437" x="965200" y="6451600"/>
          <p14:tracePt t="217949" x="971550" y="6451600"/>
          <p14:tracePt t="217970" x="977900" y="6451600"/>
          <p14:tracePt t="218012" x="984250" y="6451600"/>
          <p14:tracePt t="218082" x="990600" y="6451600"/>
          <p14:tracePt t="218111" x="996950" y="6451600"/>
          <p14:tracePt t="218117" x="1003300" y="6445250"/>
          <p14:tracePt t="218159" x="1009650" y="6445250"/>
          <p14:tracePt t="218173" x="1016000" y="6445250"/>
          <p14:tracePt t="218187" x="1022350" y="6445250"/>
          <p14:tracePt t="218230" x="1028700" y="6445250"/>
          <p14:tracePt t="218251" x="1035050" y="6445250"/>
          <p14:tracePt t="218259" x="1041400" y="6445250"/>
          <p14:tracePt t="218272" x="1047750" y="6445250"/>
          <p14:tracePt t="218293" x="1054100" y="6445250"/>
          <p14:tracePt t="218299" x="1060450" y="6445250"/>
          <p14:tracePt t="218328" x="1066800" y="6445250"/>
          <p14:tracePt t="218341" x="1073150" y="6445250"/>
          <p14:tracePt t="218349" x="1079500" y="6445250"/>
          <p14:tracePt t="218363" x="1085850" y="6445250"/>
          <p14:tracePt t="218374" x="1092200" y="6445250"/>
          <p14:tracePt t="218391" x="1111250" y="6445250"/>
          <p14:tracePt t="218406" x="1123950" y="6445250"/>
          <p14:tracePt t="218423" x="1168400" y="6445250"/>
          <p14:tracePt t="218440" x="1200150" y="6445250"/>
          <p14:tracePt t="218456" x="1219200" y="6445250"/>
          <p14:tracePt t="218473" x="1250950" y="6445250"/>
          <p14:tracePt t="218490" x="1282700" y="6445250"/>
          <p14:tracePt t="218506" x="1295400" y="6445250"/>
          <p14:tracePt t="218523" x="1301750" y="6445250"/>
          <p14:tracePt t="218539" x="1327150" y="6445250"/>
          <p14:tracePt t="218574" x="1339850" y="6445250"/>
          <p14:tracePt t="218589" x="1346200" y="6451600"/>
          <p14:tracePt t="218606" x="1352550" y="6451600"/>
          <p14:tracePt t="218623" x="1352550" y="6457950"/>
          <p14:tracePt t="218639" x="1358900" y="6457950"/>
          <p14:tracePt t="218665" x="1358900" y="6464300"/>
          <p14:tracePt t="218673" x="1365250" y="6464300"/>
          <p14:tracePt t="218689" x="1365250" y="6470650"/>
          <p14:tracePt t="218706" x="1365250" y="6477000"/>
          <p14:tracePt t="218749" x="1371600" y="6477000"/>
          <p14:tracePt t="218770" x="1377950" y="6483350"/>
          <p14:tracePt t="218791" x="1384300" y="6483350"/>
          <p14:tracePt t="218832" x="1384300" y="6489700"/>
          <p14:tracePt t="219254" x="1365250" y="6483350"/>
          <p14:tracePt t="219275" x="1358900" y="6483350"/>
          <p14:tracePt t="219282" x="1352550" y="6483350"/>
          <p14:tracePt t="219296" x="1346200" y="6483350"/>
          <p14:tracePt t="219310" x="1339850" y="6483350"/>
          <p14:tracePt t="219331" x="1333500" y="6483350"/>
          <p14:tracePt t="219373" x="1327150" y="6477000"/>
          <p14:tracePt t="219380" x="1320800" y="6477000"/>
          <p14:tracePt t="219401" x="1314450" y="6477000"/>
          <p14:tracePt t="219416" x="1314450" y="6470650"/>
          <p14:tracePt t="219423" x="1308100" y="6470650"/>
          <p14:tracePt t="219444" x="1301750" y="6464300"/>
          <p14:tracePt t="219453" x="1295400" y="6464300"/>
          <p14:tracePt t="219493" x="1295400" y="6457950"/>
          <p14:tracePt t="219514" x="1289050" y="6451600"/>
          <p14:tracePt t="219556" x="1282700" y="6451600"/>
          <p14:tracePt t="219563" x="1276350" y="6451600"/>
          <p14:tracePt t="219584" x="1270000" y="6445250"/>
          <p14:tracePt t="219626" x="1263650" y="6445250"/>
          <p14:tracePt t="219661" x="1257300" y="6445250"/>
          <p14:tracePt t="219724" x="1250950" y="6445250"/>
          <p14:tracePt t="219731" x="1244600" y="6445250"/>
          <p14:tracePt t="219753" x="1238250" y="6445250"/>
          <p14:tracePt t="219787" x="1231900" y="6445250"/>
          <p14:tracePt t="219801" x="1225550" y="6445250"/>
          <p14:tracePt t="219836" x="1219200" y="6445250"/>
          <p14:tracePt t="219871" x="1212850" y="6445250"/>
          <p14:tracePt t="219892" x="1206500" y="6445250"/>
          <p14:tracePt t="219907" x="1200150" y="6445250"/>
          <p14:tracePt t="219913" x="1193800" y="6445250"/>
          <p14:tracePt t="219928" x="1187450" y="6438900"/>
          <p14:tracePt t="219956" x="1181100" y="6438900"/>
          <p14:tracePt t="219963" x="1174750" y="6438900"/>
          <p14:tracePt t="219977" x="1168400" y="6438900"/>
          <p14:tracePt t="220005" x="1155700" y="6438900"/>
          <p14:tracePt t="220033" x="1149350" y="6438900"/>
          <p14:tracePt t="220054" x="1143000" y="6438900"/>
          <p14:tracePt t="220075" x="1136650" y="6438900"/>
          <p14:tracePt t="220102" x="1130300" y="6432550"/>
          <p14:tracePt t="220124" x="1123950" y="6432550"/>
          <p14:tracePt t="220152" x="1117600" y="6432550"/>
          <p14:tracePt t="220187" x="1111250" y="6432550"/>
          <p14:tracePt t="220216" x="1104900" y="6426200"/>
          <p14:tracePt t="220278" x="1098550" y="6426200"/>
          <p14:tracePt t="220314" x="1092200" y="6426200"/>
          <p14:tracePt t="220335" x="1085850" y="6419850"/>
          <p14:tracePt t="220348" x="1079500" y="6419850"/>
          <p14:tracePt t="220356" x="1073150" y="6419850"/>
          <p14:tracePt t="220398" x="1066800" y="6419850"/>
          <p14:tracePt t="220454" x="1060450" y="6419850"/>
          <p14:tracePt t="220475" x="1054100" y="6419850"/>
          <p14:tracePt t="220496" x="1047750" y="6413500"/>
          <p14:tracePt t="220538" x="1041400" y="6413500"/>
          <p14:tracePt t="220545" x="1035050" y="6413500"/>
          <p14:tracePt t="220567" x="1028700" y="6413500"/>
          <p14:tracePt t="220594" x="1022350" y="6413500"/>
          <p14:tracePt t="220629" x="1016000" y="6413500"/>
          <p14:tracePt t="220664" x="1009650" y="6413500"/>
          <p14:tracePt t="220685" x="1003300" y="6413500"/>
          <p14:tracePt t="220713" x="996950" y="6413500"/>
          <p14:tracePt t="220756" x="990600" y="6413500"/>
          <p14:tracePt t="220805" x="984250" y="6413500"/>
          <p14:tracePt t="220938" x="984250" y="6419850"/>
          <p14:tracePt t="221008" x="984250" y="6426200"/>
          <p14:tracePt t="221078" x="984250" y="6432550"/>
          <p14:tracePt t="221121" x="977900" y="6432550"/>
          <p14:tracePt t="221127" x="977900" y="6438900"/>
          <p14:tracePt t="221190" x="971550" y="6445250"/>
          <p14:tracePt t="221247" x="971550" y="6451600"/>
          <p14:tracePt t="221309" x="971550" y="6457950"/>
          <p14:tracePt t="221380" x="965200" y="6457950"/>
          <p14:tracePt t="221408" x="958850" y="6464300"/>
          <p14:tracePt t="221457" x="952500" y="6464300"/>
          <p14:tracePt t="221612" x="952500" y="6457950"/>
          <p14:tracePt t="221647" x="958850" y="6451600"/>
          <p14:tracePt t="221696" x="958850" y="6445250"/>
          <p14:tracePt t="221731" x="965200" y="6445250"/>
          <p14:tracePt t="221759" x="965200" y="6438900"/>
          <p14:tracePt t="221787" x="971550" y="6438900"/>
          <p14:tracePt t="221822" x="977900" y="6432550"/>
          <p14:tracePt t="221830" x="977900" y="6426200"/>
          <p14:tracePt t="221836" x="977900" y="6419850"/>
          <p14:tracePt t="221857" x="984250" y="6419850"/>
          <p14:tracePt t="221871" x="990600" y="6413500"/>
          <p14:tracePt t="221881" x="996950" y="6413500"/>
          <p14:tracePt t="221894" x="1003300" y="6413500"/>
          <p14:tracePt t="221911" x="1047750" y="6388100"/>
          <p14:tracePt t="221928" x="1130300" y="6362700"/>
          <p14:tracePt t="221945" x="1193800" y="6343650"/>
          <p14:tracePt t="221962" x="1428750" y="6292850"/>
          <p14:tracePt t="221978" x="1568450" y="6267450"/>
          <p14:tracePt t="221994" x="2032000" y="6229350"/>
          <p14:tracePt t="222012" x="2686050" y="6197600"/>
          <p14:tracePt t="222027" x="3054350" y="6178550"/>
          <p14:tracePt t="222044" x="3778250" y="6178550"/>
          <p14:tracePt t="222061" x="4483100" y="6203950"/>
          <p14:tracePt t="222077" x="4775200" y="6223000"/>
          <p14:tracePt t="222094" x="5283200" y="6248400"/>
          <p14:tracePt t="222111" x="5638800" y="6286500"/>
          <p14:tracePt t="222127" x="5765800" y="6299200"/>
          <p14:tracePt t="222144" x="5981700" y="6305550"/>
          <p14:tracePt t="222160" x="6134100" y="6305550"/>
          <p14:tracePt t="222177" x="6210300" y="6305550"/>
          <p14:tracePt t="222180" x="6267450" y="6318250"/>
          <p14:tracePt t="222197" x="6318250" y="6318250"/>
          <p14:tracePt t="222210" x="6388100" y="6305550"/>
          <p14:tracePt t="222227" x="6407150" y="6299200"/>
          <p14:tracePt t="222244" x="6451600" y="6292850"/>
          <p14:tracePt t="222260" x="6464300" y="6286500"/>
          <p14:tracePt t="222277" x="6502400" y="6280150"/>
          <p14:tracePt t="222294" x="6527800" y="6280150"/>
          <p14:tracePt t="222311" x="6546850" y="6273800"/>
          <p14:tracePt t="222328" x="6572250" y="6267450"/>
          <p14:tracePt t="222343" x="6578600" y="6261100"/>
          <p14:tracePt t="222360" x="6584950" y="6254750"/>
          <p14:tracePt t="222377" x="6597650" y="6248400"/>
          <p14:tracePt t="222393" x="6604000" y="6242050"/>
          <p14:tracePt t="222426" x="6610350" y="6223000"/>
          <p14:tracePt t="222460" x="6610350" y="6216650"/>
          <p14:tracePt t="222476" x="6610350" y="6210300"/>
          <p14:tracePt t="222517" x="6610350" y="6203950"/>
          <p14:tracePt t="222566" x="6604000" y="6203950"/>
          <p14:tracePt t="222573" x="6597650" y="6203950"/>
          <p14:tracePt t="222601" x="6591300" y="6203950"/>
          <p14:tracePt t="222622" x="6584950" y="6203950"/>
          <p14:tracePt t="222650" x="6572250" y="6203950"/>
          <p14:tracePt t="222678" x="6559550" y="6203950"/>
          <p14:tracePt t="222693" x="6553200" y="6203950"/>
          <p14:tracePt t="222699" x="6540500" y="6203950"/>
          <p14:tracePt t="222713" x="6527800" y="6203950"/>
          <p14:tracePt t="222725" x="6515100" y="6197600"/>
          <p14:tracePt t="222742" x="6502400" y="6191250"/>
          <p14:tracePt t="222758" x="6496050" y="6191250"/>
          <p14:tracePt t="222775" x="6489700" y="6191250"/>
          <p14:tracePt t="222811" x="6489700" y="6184900"/>
          <p14:tracePt t="222839" x="6496050" y="6184900"/>
          <p14:tracePt t="222847" x="6496050" y="6178550"/>
          <p14:tracePt t="222861" x="6508750" y="6178550"/>
          <p14:tracePt t="222877" x="6534150" y="6172200"/>
          <p14:tracePt t="222891" x="6553200" y="6165850"/>
          <p14:tracePt t="222908" x="6623050" y="6146800"/>
          <p14:tracePt t="222925" x="6743700" y="6121400"/>
          <p14:tracePt t="222941" x="6794500" y="6108700"/>
          <p14:tracePt t="222959" x="6991350" y="6083300"/>
          <p14:tracePt t="222974" x="7048500" y="6076950"/>
          <p14:tracePt t="222991" x="7112000" y="6064250"/>
          <p14:tracePt t="223008" x="7219950" y="6057900"/>
          <p14:tracePt t="223024" x="7296150" y="6045200"/>
          <p14:tracePt t="223041" x="7327900" y="6045200"/>
          <p14:tracePt t="223057" x="7385050" y="6038850"/>
          <p14:tracePt t="223074" x="7435850" y="6038850"/>
          <p14:tracePt t="223091" x="7448550" y="6038850"/>
          <p14:tracePt t="223108" x="7480300" y="6038850"/>
          <p14:tracePt t="223124" x="7505700" y="6045200"/>
          <p14:tracePt t="223142" x="7524750" y="6051550"/>
          <p14:tracePt t="223157" x="7531100" y="6051550"/>
          <p14:tracePt t="223174" x="7537450" y="6057900"/>
          <p14:tracePt t="223190" x="7543800" y="6057900"/>
          <p14:tracePt t="223207" x="7550150" y="6057900"/>
          <p14:tracePt t="223227" x="7556500" y="6057900"/>
          <p14:tracePt t="223240" x="7562850" y="6057900"/>
          <p14:tracePt t="223261" x="7569200" y="6057900"/>
          <p14:tracePt t="223394" x="7575550" y="6057900"/>
          <p14:tracePt t="223520" x="7575550" y="6064250"/>
          <p14:tracePt t="223632" x="7581900" y="6064250"/>
          <p14:tracePt t="223653" x="7588250" y="6064250"/>
          <p14:tracePt t="223682" x="7594600" y="6064250"/>
          <p14:tracePt t="223696" x="7600950" y="6064250"/>
          <p14:tracePt t="223702" x="7607300" y="6064250"/>
          <p14:tracePt t="223752" x="7613650" y="6064250"/>
          <p14:tracePt t="223773" x="7620000" y="6057900"/>
          <p14:tracePt t="223843" x="7620000" y="6051550"/>
          <p14:tracePt t="223864" x="7620000" y="6045200"/>
          <p14:tracePt t="223885" x="7620000" y="6038850"/>
          <p14:tracePt t="223913" x="7620000" y="6032500"/>
          <p14:tracePt t="223934" x="7620000" y="6019800"/>
          <p14:tracePt t="223941" x="7613650" y="6019800"/>
          <p14:tracePt t="223962" x="7607300" y="6013450"/>
          <p14:tracePt t="223983" x="7600950" y="6013450"/>
          <p14:tracePt t="223997" x="7588250" y="6000750"/>
          <p14:tracePt t="224007" x="7569200" y="5994400"/>
          <p14:tracePt t="224021" x="7543800" y="5969000"/>
          <p14:tracePt t="224037" x="7467600" y="5924550"/>
          <p14:tracePt t="224054" x="7372350" y="5880100"/>
          <p14:tracePt t="224071" x="7327900" y="5854700"/>
          <p14:tracePt t="224089" x="7226300" y="5822950"/>
          <p14:tracePt t="224104" x="7131050" y="5791200"/>
          <p14:tracePt t="224120" x="7086600" y="5778500"/>
          <p14:tracePt t="224138" x="7016750" y="5765800"/>
          <p14:tracePt t="224154" x="6991350" y="5759450"/>
          <p14:tracePt t="224170" x="6959600" y="5759450"/>
          <p14:tracePt t="224187" x="6902450" y="5759450"/>
          <p14:tracePt t="224203" x="6877050" y="5759450"/>
          <p14:tracePt t="224220" x="6807200" y="5772150"/>
          <p14:tracePt t="224237" x="6781800" y="5778500"/>
          <p14:tracePt t="224253" x="6705600" y="5791200"/>
          <p14:tracePt t="224272" x="6629400" y="5803900"/>
          <p14:tracePt t="224286" x="6591300" y="5803900"/>
          <p14:tracePt t="224303" x="6527800" y="5810250"/>
          <p14:tracePt t="224321" x="6483350" y="5822950"/>
          <p14:tracePt t="224336" x="6451600" y="5829300"/>
          <p14:tracePt t="224353" x="6419850" y="5842000"/>
          <p14:tracePt t="224370" x="6381750" y="5854700"/>
          <p14:tracePt t="224386" x="6369050" y="5854700"/>
          <p14:tracePt t="224403" x="6343650" y="5867400"/>
          <p14:tracePt t="224419" x="6324600" y="5867400"/>
          <p14:tracePt t="224436" x="6318250" y="5873750"/>
          <p14:tracePt t="224453" x="6305550" y="5880100"/>
          <p14:tracePt t="224469" x="6286500" y="5886450"/>
          <p14:tracePt t="224486" x="6280150" y="5892800"/>
          <p14:tracePt t="224503" x="6261100" y="5899150"/>
          <p14:tracePt t="224519" x="6254750" y="5905500"/>
          <p14:tracePt t="224536" x="6248400" y="5905500"/>
          <p14:tracePt t="224552" x="6235700" y="5911850"/>
          <p14:tracePt t="224569" x="6229350" y="5918200"/>
          <p14:tracePt t="224586" x="6223000" y="5918200"/>
          <p14:tracePt t="224602" x="6210300" y="5924550"/>
          <p14:tracePt t="224618" x="6203950" y="5930900"/>
          <p14:tracePt t="224651" x="6197600" y="5930900"/>
          <p14:tracePt t="224727" x="6191250" y="5937250"/>
          <p14:tracePt t="224769" x="6184900" y="5937250"/>
          <p14:tracePt t="224776" x="6184900" y="5943600"/>
          <p14:tracePt t="224867" x="6178550" y="5943600"/>
          <p14:tracePt t="224966" x="6178550" y="5949950"/>
          <p14:tracePt t="225448" x="6178550" y="5962650"/>
          <p14:tracePt t="225469" x="6178550" y="5975350"/>
          <p14:tracePt t="225476" x="6178550" y="5988050"/>
          <p14:tracePt t="225490" x="6184900" y="5994400"/>
          <p14:tracePt t="225498" x="6184900" y="6000750"/>
          <p14:tracePt t="225518" x="6184900" y="6007100"/>
          <p14:tracePt t="225532" x="6184900" y="6013450"/>
          <p14:tracePt t="225549" x="6184900" y="6019800"/>
          <p14:tracePt t="225568" x="6184900" y="6026150"/>
          <p14:tracePt t="225609" x="6184900" y="6032500"/>
          <p14:tracePt t="225862" x="6191250" y="6032500"/>
          <p14:tracePt t="225939" x="6197600" y="6032500"/>
          <p14:tracePt t="225981" x="6203950" y="6032500"/>
          <p14:tracePt t="226016" x="6210300" y="6032500"/>
          <p14:tracePt t="226051" x="6216650" y="6032500"/>
          <p14:tracePt t="226086" x="6223000" y="6032500"/>
          <p14:tracePt t="226108" x="6229350" y="6032500"/>
          <p14:tracePt t="226157" x="6235700" y="6032500"/>
          <p14:tracePt t="226178" x="6242050" y="6038850"/>
          <p14:tracePt t="226199" x="6248400" y="6038850"/>
          <p14:tracePt t="226214" x="6254750" y="6038850"/>
          <p14:tracePt t="226220" x="6261100" y="6038850"/>
          <p14:tracePt t="226241" x="6267450" y="6038850"/>
          <p14:tracePt t="226249" x="6273800" y="6038850"/>
          <p14:tracePt t="226263" x="6286500" y="6045200"/>
          <p14:tracePt t="226279" x="6299200" y="6045200"/>
          <p14:tracePt t="226297" x="6362700" y="6064250"/>
          <p14:tracePt t="226313" x="6381750" y="6064250"/>
          <p14:tracePt t="226329" x="6413500" y="6064250"/>
          <p14:tracePt t="226346" x="6464300" y="6076950"/>
          <p14:tracePt t="226363" x="6502400" y="6083300"/>
          <p14:tracePt t="226379" x="6521450" y="6089650"/>
          <p14:tracePt t="226396" x="6546850" y="6096000"/>
          <p14:tracePt t="226413" x="6565900" y="6096000"/>
          <p14:tracePt t="226431" x="6572250" y="6096000"/>
          <p14:tracePt t="226445" x="6578600" y="6096000"/>
          <p14:tracePt t="226508" x="6572250" y="6096000"/>
          <p14:tracePt t="226530" x="6565900" y="6096000"/>
          <p14:tracePt t="226543" x="6559550" y="6096000"/>
          <p14:tracePt t="226571" x="6553200" y="6096000"/>
          <p14:tracePt t="226577" x="6546850" y="6096000"/>
          <p14:tracePt t="226599" x="6540500" y="6096000"/>
          <p14:tracePt t="226613" x="6534150" y="6096000"/>
          <p14:tracePt t="226620" x="6527800" y="6096000"/>
          <p14:tracePt t="226641" x="6515100" y="6096000"/>
          <p14:tracePt t="226648" x="6502400" y="6102350"/>
          <p14:tracePt t="226664" x="6477000" y="6102350"/>
          <p14:tracePt t="226678" x="6451600" y="6102350"/>
          <p14:tracePt t="226695" x="6394450" y="6108700"/>
          <p14:tracePt t="226711" x="6343650" y="6115050"/>
          <p14:tracePt t="226728" x="6318250" y="6115050"/>
          <p14:tracePt t="226745" x="6280150" y="6115050"/>
          <p14:tracePt t="226762" x="6248400" y="6115050"/>
          <p14:tracePt t="226795" x="6235700" y="6115050"/>
          <p14:tracePt t="226851" x="6229350" y="6115050"/>
          <p14:tracePt t="226928" x="6223000" y="6115050"/>
          <p14:tracePt t="227034" x="6223000" y="6121400"/>
          <p14:tracePt t="227048" x="6223000" y="6127750"/>
          <p14:tracePt t="227397" x="6223000" y="6121400"/>
          <p14:tracePt t="227403" x="6210300" y="6115050"/>
          <p14:tracePt t="227425" x="6159500" y="6115050"/>
          <p14:tracePt t="227432" x="6140450" y="6102350"/>
          <p14:tracePt t="227446" x="6121400" y="6089650"/>
          <p14:tracePt t="227460" x="6070600" y="6070600"/>
          <p14:tracePt t="227475" x="6045200" y="6064250"/>
          <p14:tracePt t="227492" x="6026150" y="6057900"/>
          <p14:tracePt t="227509" x="5975350" y="6038850"/>
          <p14:tracePt t="227525" x="5924550" y="6007100"/>
          <p14:tracePt t="227542" x="5880100" y="6000750"/>
          <p14:tracePt t="227558" x="5784850" y="5975350"/>
          <p14:tracePt t="227575" x="5689600" y="5949950"/>
          <p14:tracePt t="227592" x="5632450" y="5930900"/>
          <p14:tracePt t="227608" x="5530850" y="5911850"/>
          <p14:tracePt t="227625" x="5435600" y="5899150"/>
          <p14:tracePt t="227643" x="5365750" y="5892800"/>
          <p14:tracePt t="227658" x="5340350" y="5892800"/>
          <p14:tracePt t="227675" x="5289550" y="5886450"/>
          <p14:tracePt t="227693" x="5232400" y="5886450"/>
          <p14:tracePt t="227708" x="5200650" y="5880100"/>
          <p14:tracePt t="227724" x="5175250" y="5880100"/>
          <p14:tracePt t="227728" x="5143500" y="5880100"/>
          <p14:tracePt t="227741" x="5073650" y="5886450"/>
          <p14:tracePt t="227758" x="5048250" y="5892800"/>
          <p14:tracePt t="227775" x="5016500" y="5892800"/>
          <p14:tracePt t="227791" x="4965700" y="5905500"/>
          <p14:tracePt t="227807" x="4908550" y="5911850"/>
          <p14:tracePt t="227825" x="4851400" y="5924550"/>
          <p14:tracePt t="227841" x="4819650" y="5937250"/>
          <p14:tracePt t="227857" x="4749800" y="5956300"/>
          <p14:tracePt t="227874" x="4686300" y="5981700"/>
          <p14:tracePt t="227891" x="4660900" y="5988050"/>
          <p14:tracePt t="227907" x="4597400" y="6007100"/>
          <p14:tracePt t="227924" x="4546600" y="6026150"/>
          <p14:tracePt t="227940" x="4527550" y="6032500"/>
          <p14:tracePt t="227958" x="4495800" y="6045200"/>
          <p14:tracePt t="227973" x="4476750" y="6057900"/>
          <p14:tracePt t="227990" x="4470400" y="6057900"/>
          <p14:tracePt t="228007" x="4457700" y="6064250"/>
          <p14:tracePt t="228063" x="4464050" y="6064250"/>
          <p14:tracePt t="228077" x="4470400" y="6064250"/>
          <p14:tracePt t="228084" x="4483100" y="6064250"/>
          <p14:tracePt t="228093" x="4502150" y="6064250"/>
          <p14:tracePt t="228107" x="4521200" y="6057900"/>
          <p14:tracePt t="228123" x="4559300" y="6057900"/>
          <p14:tracePt t="228140" x="4705350" y="6038850"/>
          <p14:tracePt t="228156" x="4933950" y="6013450"/>
          <p14:tracePt t="228174" x="5048250" y="6007100"/>
          <p14:tracePt t="228190" x="5302250" y="5994400"/>
          <p14:tracePt t="228206" x="5511800" y="5994400"/>
          <p14:tracePt t="228223" x="5588000" y="5994400"/>
          <p14:tracePt t="228226" x="5664200" y="5994400"/>
          <p14:tracePt t="228239" x="5721350" y="5994400"/>
          <p14:tracePt t="228256" x="5778500" y="5994400"/>
          <p14:tracePt t="228273" x="5791200" y="5994400"/>
          <p14:tracePt t="228289" x="5803900" y="5994400"/>
          <p14:tracePt t="228309" x="5803900" y="5988050"/>
          <p14:tracePt t="228323" x="5797550" y="5988050"/>
          <p14:tracePt t="228338" x="5791200" y="5988050"/>
          <p14:tracePt t="228356" x="5778500" y="5981700"/>
          <p14:tracePt t="228373" x="5759450" y="5981700"/>
          <p14:tracePt t="228389" x="5746750" y="5981700"/>
          <p14:tracePt t="228407" x="5715000" y="5981700"/>
          <p14:tracePt t="228422" x="5695950" y="5981700"/>
          <p14:tracePt t="228439" x="5613400" y="5981700"/>
          <p14:tracePt t="228456" x="5511800" y="5975350"/>
          <p14:tracePt t="228472" x="5448300" y="5962650"/>
          <p14:tracePt t="228488" x="5314950" y="5962650"/>
          <p14:tracePt t="228506" x="5226050" y="5962650"/>
          <p14:tracePt t="228522" x="5187950" y="5962650"/>
          <p14:tracePt t="228538" x="5118100" y="5962650"/>
          <p14:tracePt t="228555" x="5080000" y="5962650"/>
          <p14:tracePt t="228572" x="5067300" y="5962650"/>
          <p14:tracePt t="228588" x="5048250" y="5962650"/>
          <p14:tracePt t="228604" x="5041900" y="5962650"/>
          <p14:tracePt t="228638" x="5035550" y="5962650"/>
          <p14:tracePt t="228667" x="5041900" y="5962650"/>
          <p14:tracePt t="228689" x="5048250" y="5962650"/>
          <p14:tracePt t="228695" x="5054600" y="5962650"/>
          <p14:tracePt t="228709" x="5060950" y="5962650"/>
          <p14:tracePt t="228721" x="5067300" y="5962650"/>
          <p14:tracePt t="228738" x="5073650" y="5956300"/>
          <p14:tracePt t="228754" x="5086350" y="5956300"/>
          <p14:tracePt t="228771" x="5105400" y="5956300"/>
          <p14:tracePt t="228787" x="5130800" y="5949950"/>
          <p14:tracePt t="228804" x="5143500" y="5949950"/>
          <p14:tracePt t="228821" x="5175250" y="5937250"/>
          <p14:tracePt t="228837" x="5181600" y="5937250"/>
          <p14:tracePt t="228884" x="5175250" y="5937250"/>
          <p14:tracePt t="228899" x="5162550" y="5937250"/>
          <p14:tracePt t="228907" x="5156200" y="5937250"/>
          <p14:tracePt t="228921" x="5143500" y="5937250"/>
          <p14:tracePt t="228937" x="5060950" y="5937250"/>
          <p14:tracePt t="228955" x="4908550" y="5937250"/>
          <p14:tracePt t="228970" x="4794250" y="5949950"/>
          <p14:tracePt t="228987" x="4679950" y="5956300"/>
          <p14:tracePt t="229004" x="4286250" y="6013450"/>
          <p14:tracePt t="229020" x="4159250" y="6032500"/>
          <p14:tracePt t="229037" x="4057650" y="6051550"/>
          <p14:tracePt t="229053" x="3873500" y="6096000"/>
          <p14:tracePt t="229069" x="3778250" y="6121400"/>
          <p14:tracePt t="229086" x="3733800" y="6140450"/>
          <p14:tracePt t="229103" x="3708400" y="6146800"/>
          <p14:tracePt t="229120" x="3695700" y="6153150"/>
          <p14:tracePt t="229137" x="3689350" y="6153150"/>
          <p14:tracePt t="229213" x="3689350" y="6159500"/>
          <p14:tracePt t="229306" x="3689350" y="6165850"/>
          <p14:tracePt t="229355" x="3695700" y="6165850"/>
          <p14:tracePt t="229369" x="3702050" y="6165850"/>
          <p14:tracePt t="229376" x="3708400" y="6165850"/>
          <p14:tracePt t="229390" x="3727450" y="6165850"/>
          <p14:tracePt t="229402" x="3746500" y="6165850"/>
          <p14:tracePt t="229419" x="3841750" y="6159500"/>
          <p14:tracePt t="229435" x="3905250" y="6159500"/>
          <p14:tracePt t="229452" x="4070350" y="6159500"/>
          <p14:tracePt t="229468" x="4260850" y="6134100"/>
          <p14:tracePt t="229485" x="4349750" y="6134100"/>
          <p14:tracePt t="229502" x="4514850" y="6127750"/>
          <p14:tracePt t="229518" x="4629150" y="6127750"/>
          <p14:tracePt t="229535" x="4673600" y="6127750"/>
          <p14:tracePt t="229552" x="4711700" y="6127750"/>
          <p14:tracePt t="229568" x="4730750" y="6121400"/>
          <p14:tracePt t="229607" x="4730750" y="6115050"/>
          <p14:tracePt t="229628" x="4724400" y="6115050"/>
          <p14:tracePt t="229638" x="4718050" y="6115050"/>
          <p14:tracePt t="229651" x="4711700" y="6115050"/>
          <p14:tracePt t="229668" x="4705350" y="6115050"/>
          <p14:tracePt t="229685" x="4692650" y="6115050"/>
          <p14:tracePt t="229701" x="4679950" y="6115050"/>
          <p14:tracePt t="229718" x="4667250" y="6115050"/>
          <p14:tracePt t="229735" x="4635500" y="6115050"/>
          <p14:tracePt t="229751" x="4578350" y="6121400"/>
          <p14:tracePt t="229768" x="4470400" y="6134100"/>
          <p14:tracePt t="229784" x="4406900" y="6134100"/>
          <p14:tracePt t="229801" x="4305300" y="6140450"/>
          <p14:tracePt t="229819" x="4210050" y="6146800"/>
          <p14:tracePt t="229834" x="4171950" y="6146800"/>
          <p14:tracePt t="229851" x="4121150" y="6146800"/>
          <p14:tracePt t="229868" x="4095750" y="6146800"/>
          <p14:tracePt t="229884" x="4089400" y="6146800"/>
          <p14:tracePt t="229917" x="4083050" y="6146800"/>
          <p14:tracePt t="229972" x="4089400" y="6146800"/>
          <p14:tracePt t="229979" x="4095750" y="6146800"/>
          <p14:tracePt t="229993" x="4108450" y="6146800"/>
          <p14:tracePt t="230003" x="4121150" y="6146800"/>
          <p14:tracePt t="230017" x="4140200" y="6146800"/>
          <p14:tracePt t="230033" x="4222750" y="6140450"/>
          <p14:tracePt t="230050" x="4394200" y="6108700"/>
          <p14:tracePt t="230067" x="4483100" y="6102350"/>
          <p14:tracePt t="230083" x="4711700" y="6083300"/>
          <p14:tracePt t="230099" x="4927600" y="6051550"/>
          <p14:tracePt t="230116" x="5016500" y="6038850"/>
          <p14:tracePt t="230133" x="5162550" y="6019800"/>
          <p14:tracePt t="230149" x="5264150" y="6019800"/>
          <p14:tracePt t="230166" x="5283200" y="6019800"/>
          <p14:tracePt t="230184" x="5327650" y="6019800"/>
          <p14:tracePt t="230238" x="5321300" y="6019800"/>
          <p14:tracePt t="230252" x="5314950" y="6019800"/>
          <p14:tracePt t="230259" x="5308600" y="6019800"/>
          <p14:tracePt t="230269" x="5295900" y="6019800"/>
          <p14:tracePt t="230282" x="5289550" y="6026150"/>
          <p14:tracePt t="230299" x="5276850" y="6026150"/>
          <p14:tracePt t="230316" x="5251450" y="6032500"/>
          <p14:tracePt t="230332" x="5207000" y="6038850"/>
          <p14:tracePt t="230349" x="5181600" y="6038850"/>
          <p14:tracePt t="230366" x="5111750" y="6051550"/>
          <p14:tracePt t="230382" x="5003800" y="6083300"/>
          <p14:tracePt t="230400" x="4845050" y="6108700"/>
          <p14:tracePt t="230415" x="4781550" y="6121400"/>
          <p14:tracePt t="230432" x="4635500" y="6140450"/>
          <p14:tracePt t="230449" x="4546600" y="6146800"/>
          <p14:tracePt t="230465" x="4514850" y="6146800"/>
          <p14:tracePt t="230482" x="4483100" y="6153150"/>
          <p14:tracePt t="230499" x="4470400" y="6153150"/>
          <p14:tracePt t="230561" x="4476750" y="6153150"/>
          <p14:tracePt t="230568" x="4489450" y="6153150"/>
          <p14:tracePt t="230584" x="4495800" y="6153150"/>
          <p14:tracePt t="230598" x="4508500" y="6153150"/>
          <p14:tracePt t="230615" x="4559300" y="6140450"/>
          <p14:tracePt t="230632" x="4673600" y="6134100"/>
          <p14:tracePt t="230648" x="4749800" y="6121400"/>
          <p14:tracePt t="230664" x="4940300" y="6115050"/>
          <p14:tracePt t="230681" x="5111750" y="6102350"/>
          <p14:tracePt t="230698" x="5175250" y="6096000"/>
          <p14:tracePt t="230714" x="5295900" y="6083300"/>
          <p14:tracePt t="230731" x="5372100" y="6076950"/>
          <p14:tracePt t="230748" x="5397500" y="6070600"/>
          <p14:tracePt t="230751" x="5403850" y="6070600"/>
          <p14:tracePt t="230765" x="5410200" y="6070600"/>
          <p14:tracePt t="230780" x="5416550" y="6070600"/>
          <p14:tracePt t="230815" x="5410200" y="6070600"/>
          <p14:tracePt t="230828" x="5403850" y="6070600"/>
          <p14:tracePt t="230842" x="5391150" y="6070600"/>
          <p14:tracePt t="230850" x="5378450" y="6070600"/>
          <p14:tracePt t="230866" x="5365750" y="6070600"/>
          <p14:tracePt t="230881" x="5359400" y="6070600"/>
          <p14:tracePt t="230897" x="5321300" y="6070600"/>
          <p14:tracePt t="230914" x="5264150" y="6076950"/>
          <p14:tracePt t="230930" x="5213350" y="6076950"/>
          <p14:tracePt t="230947" x="5111750" y="6076950"/>
          <p14:tracePt t="230963" x="4991100" y="6089650"/>
          <p14:tracePt t="230980" x="4927600" y="6089650"/>
          <p14:tracePt t="230997" x="4813300" y="6096000"/>
          <p14:tracePt t="231013" x="4730750" y="6102350"/>
          <p14:tracePt t="231030" x="4692650" y="6102350"/>
          <p14:tracePt t="231046" x="4648200" y="6108700"/>
          <p14:tracePt t="231063" x="4629150" y="6108700"/>
          <p14:tracePt t="231081" x="4622800" y="6115050"/>
          <p14:tracePt t="231165" x="4629150" y="6115050"/>
          <p14:tracePt t="231172" x="4635500" y="6115050"/>
          <p14:tracePt t="231182" x="4648200" y="6115050"/>
          <p14:tracePt t="231195" x="4667250" y="6115050"/>
          <p14:tracePt t="231213" x="4756150" y="6108700"/>
          <p14:tracePt t="231229" x="4826000" y="6102350"/>
          <p14:tracePt t="231246" x="4991100" y="6089650"/>
          <p14:tracePt t="231249" x="5080000" y="6070600"/>
          <p14:tracePt t="231265" x="5175250" y="6057900"/>
          <p14:tracePt t="231279" x="5251450" y="6051550"/>
          <p14:tracePt t="231296" x="5391150" y="6032500"/>
          <p14:tracePt t="231313" x="5473700" y="6013450"/>
          <p14:tracePt t="231329" x="5499100" y="6007100"/>
          <p14:tracePt t="231345" x="5530850" y="6007100"/>
          <p14:tracePt t="231362" x="5537200" y="6007100"/>
          <p14:tracePt t="231432" x="5524500" y="6007100"/>
          <p14:tracePt t="231453" x="5518150" y="6007100"/>
          <p14:tracePt t="231481" x="5511800" y="6007100"/>
          <p14:tracePt t="231502" x="5505450" y="6007100"/>
          <p14:tracePt t="231565" x="5499100" y="6007100"/>
          <p14:tracePt t="231593" x="5492750" y="6007100"/>
          <p14:tracePt t="231642" x="5486400" y="6007100"/>
          <p14:tracePt t="231663" x="5480050" y="6007100"/>
          <p14:tracePt t="232458" x="5467350" y="6013450"/>
          <p14:tracePt t="232465" x="5461000" y="6013450"/>
          <p14:tracePt t="232474" x="5461000" y="6019800"/>
          <p14:tracePt t="232491" x="5454650" y="6019800"/>
          <p14:tracePt t="232508" x="5441950" y="6019800"/>
          <p14:tracePt t="232525" x="5435600" y="6019800"/>
          <p14:tracePt t="232542" x="5422900" y="6026150"/>
          <p14:tracePt t="232574" x="5416550" y="6026150"/>
          <p14:tracePt t="232592" x="5410200" y="6026150"/>
          <p14:tracePt t="232613" x="5403850" y="6026150"/>
          <p14:tracePt t="232704" x="5410200" y="6026150"/>
          <p14:tracePt t="232725" x="5416550" y="6026150"/>
          <p14:tracePt t="232739" x="5422900" y="6026150"/>
          <p14:tracePt t="232746" x="5429250" y="6026150"/>
          <p14:tracePt t="232757" x="5435600" y="6026150"/>
          <p14:tracePt t="232774" x="5467350" y="6026150"/>
          <p14:tracePt t="232790" x="5480050" y="6026150"/>
          <p14:tracePt t="232807" x="5518150" y="6026150"/>
          <p14:tracePt t="232824" x="5638800" y="6032500"/>
          <p14:tracePt t="232840" x="5803900" y="6038850"/>
          <p14:tracePt t="232857" x="5892800" y="6051550"/>
          <p14:tracePt t="232874" x="6096000" y="6064250"/>
          <p14:tracePt t="232890" x="6311900" y="6070600"/>
          <p14:tracePt t="232908" x="6502400" y="6070600"/>
          <p14:tracePt t="232923" x="6604000" y="6096000"/>
          <p14:tracePt t="232940" x="6692900" y="6096000"/>
          <p14:tracePt t="232957" x="6870700" y="6096000"/>
          <p14:tracePt t="232973" x="6972300" y="6096000"/>
          <p14:tracePt t="232990" x="7137400" y="6115050"/>
          <p14:tracePt t="233007" x="7270750" y="6121400"/>
          <p14:tracePt t="233023" x="7321550" y="6121400"/>
          <p14:tracePt t="233039" x="7372350" y="6121400"/>
          <p14:tracePt t="233056" x="7473950" y="6108700"/>
          <p14:tracePt t="233072" x="7499350" y="6102350"/>
          <p14:tracePt t="233091" x="7543800" y="6096000"/>
          <p14:tracePt t="233107" x="7562850" y="6096000"/>
          <p14:tracePt t="233122" x="7588250" y="6089650"/>
          <p14:tracePt t="233139" x="7607300" y="6089650"/>
          <p14:tracePt t="233156" x="7613650" y="6089650"/>
          <p14:tracePt t="233172" x="7620000" y="6089650"/>
          <p14:tracePt t="233224" x="7620000" y="6083300"/>
          <p14:tracePt t="233294" x="7626350" y="6076950"/>
          <p14:tracePt t="233336" x="7632700" y="6076950"/>
          <p14:tracePt t="233363" x="7639050" y="6076950"/>
          <p14:tracePt t="233384" x="7645400" y="6076950"/>
          <p14:tracePt t="233413" x="7651750" y="6076950"/>
          <p14:tracePt t="233427" x="7658100" y="6076950"/>
          <p14:tracePt t="233483" x="7664450" y="6076950"/>
          <p14:tracePt t="233504" x="7670800" y="6076950"/>
          <p14:tracePt t="233532" x="7677150" y="6076950"/>
          <p14:tracePt t="233567" x="7683500" y="6076950"/>
          <p14:tracePt t="233595" x="7689850" y="6070600"/>
          <p14:tracePt t="233644" x="7689850" y="6064250"/>
          <p14:tracePt t="233708" x="7683500" y="6057900"/>
          <p14:tracePt t="233778" x="7677150" y="6051550"/>
          <p14:tracePt t="233806" x="7670800" y="6045200"/>
          <p14:tracePt t="233813" x="7664450" y="6045200"/>
          <p14:tracePt t="233862" x="7658100" y="6045200"/>
          <p14:tracePt t="233876" x="7651750" y="6045200"/>
          <p14:tracePt t="233883" x="7645400" y="6045200"/>
          <p14:tracePt t="233896" x="7639050" y="6045200"/>
          <p14:tracePt t="233906" x="7620000" y="6038850"/>
          <p14:tracePt t="233920" x="7600950" y="6038850"/>
          <p14:tracePt t="233936" x="7562850" y="6038850"/>
          <p14:tracePt t="233953" x="7423150" y="6019800"/>
          <p14:tracePt t="233970" x="7226300" y="6013450"/>
          <p14:tracePt t="233986" x="7112000" y="5988050"/>
          <p14:tracePt t="234003" x="6769100" y="5981700"/>
          <p14:tracePt t="234019" x="6667500" y="5969000"/>
          <p14:tracePt t="234036" x="6489700" y="5962650"/>
          <p14:tracePt t="234052" x="6337300" y="5962650"/>
          <p14:tracePt t="234069" x="6299200" y="5949950"/>
          <p14:tracePt t="234087" x="6210300" y="5949950"/>
          <p14:tracePt t="234103" x="6191250" y="5956300"/>
          <p14:tracePt t="234136" x="6178550" y="5956300"/>
          <p14:tracePt t="234152" x="6165850" y="5962650"/>
          <p14:tracePt t="234213" x="6159500" y="5969000"/>
          <p14:tracePt t="234339" x="6153150" y="5969000"/>
          <p14:tracePt t="234388" x="6153150" y="5975350"/>
          <p14:tracePt t="234431" x="6146800" y="5975350"/>
          <p14:tracePt t="234459" x="6134100" y="5975350"/>
          <p14:tracePt t="234473" x="6127750" y="5981700"/>
          <p14:tracePt t="234480" x="6121400" y="5981700"/>
          <p14:tracePt t="234494" x="6115050" y="5981700"/>
          <p14:tracePt t="234503" x="6108700" y="5981700"/>
          <p14:tracePt t="234518" x="6083300" y="5981700"/>
          <p14:tracePt t="234535" x="6019800" y="5981700"/>
          <p14:tracePt t="234550" x="5886450" y="5975350"/>
          <p14:tracePt t="234567" x="5784850" y="5975350"/>
          <p14:tracePt t="234585" x="5568950" y="5975350"/>
          <p14:tracePt t="234601" x="5353050" y="5994400"/>
          <p14:tracePt t="234617" x="5238750" y="5994400"/>
          <p14:tracePt t="234634" x="5073650" y="6013450"/>
          <p14:tracePt t="234650" x="4953000" y="6019800"/>
          <p14:tracePt t="234667" x="4927600" y="6026150"/>
          <p14:tracePt t="234684" x="4876800" y="6045200"/>
          <p14:tracePt t="234700" x="4864100" y="6051550"/>
          <p14:tracePt t="234719" x="4838700" y="6057900"/>
          <p14:tracePt t="234760" x="4832350" y="6057900"/>
          <p14:tracePt t="234802" x="4832350" y="6064250"/>
          <p14:tracePt t="234824" x="4826000" y="6064250"/>
          <p14:tracePt t="234830" x="4813300" y="6064250"/>
          <p14:tracePt t="234844" x="4800600" y="6070600"/>
          <p14:tracePt t="234853" x="4794250" y="6076950"/>
          <p14:tracePt t="234867" x="4781550" y="6083300"/>
          <p14:tracePt t="234883" x="4730750" y="6102350"/>
          <p14:tracePt t="234900" x="4648200" y="6127750"/>
          <p14:tracePt t="234916" x="4603750" y="6134100"/>
          <p14:tracePt t="234933" x="4495800" y="6159500"/>
          <p14:tracePt t="234951" x="4362450" y="6191250"/>
          <p14:tracePt t="234967" x="4311650" y="6191250"/>
          <p14:tracePt t="234984" x="4260850" y="6197600"/>
          <p14:tracePt t="235000" x="4140200" y="6203950"/>
          <p14:tracePt t="235016" x="4114800" y="6203950"/>
          <p14:tracePt t="235033" x="4083050" y="6203950"/>
          <p14:tracePt t="235050" x="4044950" y="6203950"/>
          <p14:tracePt t="235066" x="4000500" y="6203950"/>
          <p14:tracePt t="235083" x="3956050" y="6203950"/>
          <p14:tracePt t="235099" x="3930650" y="6203950"/>
          <p14:tracePt t="235116" x="3892550" y="6203950"/>
          <p14:tracePt t="235133" x="3848100" y="6197600"/>
          <p14:tracePt t="235149" x="3829050" y="6197600"/>
          <p14:tracePt t="235166" x="3797300" y="6191250"/>
          <p14:tracePt t="235183" x="3765550" y="6191250"/>
          <p14:tracePt t="235198" x="3759200" y="6191250"/>
          <p14:tracePt t="235216" x="3746500" y="6191250"/>
          <p14:tracePt t="235232" x="3740150" y="6191250"/>
          <p14:tracePt t="235294" x="3746500" y="6191250"/>
          <p14:tracePt t="235301" x="3759200" y="6191250"/>
          <p14:tracePt t="235317" x="3771900" y="6191250"/>
          <p14:tracePt t="235332" x="3790950" y="6184900"/>
          <p14:tracePt t="235348" x="3860800" y="6178550"/>
          <p14:tracePt t="235365" x="4000500" y="6159500"/>
          <p14:tracePt t="235382" x="4076700" y="6146800"/>
          <p14:tracePt t="235399" x="4222750" y="6127750"/>
          <p14:tracePt t="235414" x="4362450" y="6108700"/>
          <p14:tracePt t="235431" x="4419600" y="6102350"/>
          <p14:tracePt t="235449" x="4489450" y="6089650"/>
          <p14:tracePt t="235465" x="4540250" y="6076950"/>
          <p14:tracePt t="235482" x="4552950" y="6070600"/>
          <p14:tracePt t="235497" x="4565650" y="6064250"/>
          <p14:tracePt t="235561" x="4559300" y="6064250"/>
          <p14:tracePt t="235567" x="4552950" y="6064250"/>
          <p14:tracePt t="235581" x="4546600" y="6064250"/>
          <p14:tracePt t="235597" x="4527550" y="6064250"/>
          <p14:tracePt t="235631" x="4483100" y="6064250"/>
          <p14:tracePt t="235647" x="4451350" y="6064250"/>
          <p14:tracePt t="235665" x="4425950" y="6057900"/>
          <p14:tracePt t="235680" x="4343400" y="6051550"/>
          <p14:tracePt t="235697" x="4222750" y="6038850"/>
          <p14:tracePt t="235714" x="4159250" y="6032500"/>
          <p14:tracePt t="235730" x="4057650" y="6032500"/>
          <p14:tracePt t="235747" x="3975100" y="6032500"/>
          <p14:tracePt t="235764" x="3924300" y="6032500"/>
          <p14:tracePt t="235780" x="3911600" y="6032500"/>
          <p14:tracePt t="235797" x="3905250" y="6032500"/>
          <p14:tracePt t="235813" x="3898900" y="6032500"/>
          <p14:tracePt t="235954" x="3898900" y="6038850"/>
          <p14:tracePt t="235960" x="3905250" y="6038850"/>
          <p14:tracePt t="236258" x="3905250" y="6051550"/>
          <p14:tracePt t="236264" x="3886200" y="6076950"/>
          <p14:tracePt t="236281" x="3867150" y="6102350"/>
          <p14:tracePt t="236295" x="3835400" y="6165850"/>
          <p14:tracePt t="236312" x="3822700" y="6184900"/>
          <p14:tracePt t="236315" x="3810000" y="6216650"/>
          <p14:tracePt t="236330" x="3790950" y="6248400"/>
          <p14:tracePt t="236344" x="3778250" y="6267450"/>
          <p14:tracePt t="236362" x="3759200" y="6311900"/>
          <p14:tracePt t="236378" x="3746500" y="6343650"/>
          <p14:tracePt t="236394" x="3740150" y="6356350"/>
          <p14:tracePt t="236412" x="3733800" y="6369050"/>
          <p14:tracePt t="236428" x="3721100" y="6381750"/>
          <p14:tracePt t="236444" x="3721100" y="6388100"/>
          <p14:tracePt t="236478" x="3714750" y="6388100"/>
          <p14:tracePt t="236497" x="3702050" y="6394450"/>
          <p14:tracePt t="236511" x="3702050" y="6400800"/>
          <p14:tracePt t="236527" x="3695700" y="6400800"/>
          <p14:tracePt t="236545" x="3689350" y="6400800"/>
          <p14:tracePt t="236566" x="3683000" y="6407150"/>
          <p14:tracePt t="236608" x="3676650" y="6407150"/>
          <p14:tracePt t="236735" x="3683000" y="6407150"/>
          <p14:tracePt t="236748" x="3695700" y="6407150"/>
          <p14:tracePt t="236756" x="3702050" y="6407150"/>
          <p14:tracePt t="236770" x="3714750" y="6407150"/>
          <p14:tracePt t="236779" x="3727450" y="6407150"/>
          <p14:tracePt t="236793" x="3746500" y="6407150"/>
          <p14:tracePt t="236810" x="3810000" y="6407150"/>
          <p14:tracePt t="236826" x="3917950" y="6426200"/>
          <p14:tracePt t="236843" x="3956050" y="6426200"/>
          <p14:tracePt t="236860" x="4064000" y="6445250"/>
          <p14:tracePt t="236876" x="4159250" y="6451600"/>
          <p14:tracePt t="236893" x="4197350" y="6457950"/>
          <p14:tracePt t="236910" x="4241800" y="6464300"/>
          <p14:tracePt t="236926" x="4267200" y="6464300"/>
          <p14:tracePt t="236943" x="4267200" y="6470650"/>
          <p14:tracePt t="236976" x="4254500" y="6470650"/>
          <p14:tracePt t="236993" x="4235450" y="6470650"/>
          <p14:tracePt t="237009" x="4216400" y="6470650"/>
          <p14:tracePt t="237026" x="4203700" y="6470650"/>
          <p14:tracePt t="237043" x="4191000" y="6470650"/>
          <p14:tracePt t="237059" x="4146550" y="6470650"/>
          <p14:tracePt t="237075" x="4121150" y="6470650"/>
          <p14:tracePt t="237093" x="4044950" y="6470650"/>
          <p14:tracePt t="237109" x="3962400" y="6470650"/>
          <p14:tracePt t="237125" x="3911600" y="6470650"/>
          <p14:tracePt t="237142" x="3822700" y="6483350"/>
          <p14:tracePt t="237158" x="3771900" y="6483350"/>
          <p14:tracePt t="237175" x="3759200" y="6483350"/>
          <p14:tracePt t="237192" x="3740150" y="6483350"/>
          <p14:tracePt t="237208" x="3727450" y="6483350"/>
          <p14:tracePt t="237310" x="3733800" y="6483350"/>
          <p14:tracePt t="237317" x="3740150" y="6483350"/>
          <p14:tracePt t="237331" x="3752850" y="6483350"/>
          <p14:tracePt t="237341" x="3759200" y="6483350"/>
          <p14:tracePt t="237358" x="3778250" y="6483350"/>
          <p14:tracePt t="237374" x="3854450" y="6470650"/>
          <p14:tracePt t="237391" x="3981450" y="6470650"/>
          <p14:tracePt t="237409" x="4121150" y="6470650"/>
          <p14:tracePt t="237424" x="4197350" y="6470650"/>
          <p14:tracePt t="237441" x="4324350" y="6470650"/>
          <p14:tracePt t="237458" x="4406900" y="6470650"/>
          <p14:tracePt t="237474" x="4425950" y="6477000"/>
          <p14:tracePt t="237491" x="4445000" y="6477000"/>
          <p14:tracePt t="237527" x="4438650" y="6477000"/>
          <p14:tracePt t="237544" x="4432300" y="6477000"/>
          <p14:tracePt t="237557" x="4400550" y="6477000"/>
          <p14:tracePt t="237574" x="4381500" y="6477000"/>
          <p14:tracePt t="237591" x="4324350" y="6483350"/>
          <p14:tracePt t="237607" x="4286250" y="6483350"/>
          <p14:tracePt t="237624" x="4197350" y="6483350"/>
          <p14:tracePt t="237640" x="4089400" y="6489700"/>
          <p14:tracePt t="237657" x="4038600" y="6489700"/>
          <p14:tracePt t="237674" x="3962400" y="6489700"/>
          <p14:tracePt t="237690" x="3892550" y="6496050"/>
          <p14:tracePt t="237707" x="3873500" y="6496050"/>
          <p14:tracePt t="237724" x="3848100" y="6496050"/>
          <p14:tracePt t="237740" x="3835400" y="6496050"/>
          <p14:tracePt t="237756" x="3829050" y="6496050"/>
          <p14:tracePt t="237789" x="3822700" y="6502400"/>
          <p14:tracePt t="237858" x="3835400" y="6502400"/>
          <p14:tracePt t="237871" x="3841750" y="6502400"/>
          <p14:tracePt t="237879" x="3848100" y="6502400"/>
          <p14:tracePt t="237893" x="3854450" y="6502400"/>
          <p14:tracePt t="237907" x="3867150" y="6496050"/>
          <p14:tracePt t="237923" x="3879850" y="6489700"/>
          <p14:tracePt t="237939" x="3905250" y="6489700"/>
          <p14:tracePt t="237956" x="3949700" y="6483350"/>
          <p14:tracePt t="237973" x="4000500" y="6483350"/>
          <p14:tracePt t="237989" x="4013200" y="6483350"/>
          <p14:tracePt t="238006" x="4051300" y="6483350"/>
          <p14:tracePt t="238022" x="4064000" y="6483350"/>
          <p14:tracePt t="238040" x="4070350" y="6483350"/>
          <p14:tracePt t="238071" x="4057650" y="6483350"/>
          <p14:tracePt t="238089" x="4044950" y="6489700"/>
          <p14:tracePt t="238105" x="4032250" y="6489700"/>
          <p14:tracePt t="238122" x="4006850" y="6496050"/>
          <p14:tracePt t="238139" x="3937000" y="6496050"/>
          <p14:tracePt t="238155" x="3898900" y="6496050"/>
          <p14:tracePt t="238172" x="3860800" y="6502400"/>
          <p14:tracePt t="238189" x="3740150" y="6521450"/>
          <p14:tracePt t="238205" x="3714750" y="6527800"/>
          <p14:tracePt t="238223" x="3676650" y="6534150"/>
          <p14:tracePt t="238238" x="3663950" y="6534150"/>
          <p14:tracePt t="238255" x="3657600" y="6540500"/>
          <p14:tracePt t="238272" x="3651250" y="6540500"/>
          <p14:tracePt t="238304" x="3663950" y="6540500"/>
          <p14:tracePt t="238321" x="3695700" y="6527800"/>
          <p14:tracePt t="238338" x="3759200" y="6521450"/>
          <p14:tracePt t="238342" x="3822700" y="6508750"/>
          <p14:tracePt t="238357" x="3886200" y="6502400"/>
          <p14:tracePt t="238371" x="4070350" y="6483350"/>
          <p14:tracePt t="238388" x="4133850" y="6470650"/>
          <p14:tracePt t="238405" x="4267200" y="6445250"/>
          <p14:tracePt t="238421" x="4375150" y="6426200"/>
          <p14:tracePt t="238438" x="4413250" y="6413500"/>
          <p14:tracePt t="238455" x="4457700" y="6400800"/>
          <p14:tracePt t="238471" x="4470400" y="6400800"/>
          <p14:tracePt t="238505" x="4464050" y="6400800"/>
          <p14:tracePt t="238520" x="4457700" y="6400800"/>
          <p14:tracePt t="238539" x="4419600" y="6407150"/>
          <p14:tracePt t="238554" x="4406900" y="6413500"/>
          <p14:tracePt t="238571" x="4375150" y="6413500"/>
          <p14:tracePt t="238587" x="4311650" y="6432550"/>
          <p14:tracePt t="238604" x="4216400" y="6438900"/>
          <p14:tracePt t="238620" x="4178300" y="6445250"/>
          <p14:tracePt t="238637" x="4114800" y="6457950"/>
          <p14:tracePt t="238654" x="4076700" y="6457950"/>
          <p14:tracePt t="238672" x="4057650" y="6457950"/>
          <p14:tracePt t="238687" x="4038600" y="6457950"/>
          <p14:tracePt t="238703" x="4032250" y="6457950"/>
          <p14:tracePt t="238784" x="4044950" y="6457950"/>
          <p14:tracePt t="238791" x="4051300" y="6457950"/>
          <p14:tracePt t="238806" x="4064000" y="6451600"/>
          <p14:tracePt t="238819" x="4095750" y="6445250"/>
          <p14:tracePt t="238836" x="4121150" y="6438900"/>
          <p14:tracePt t="238853" x="4146550" y="6426200"/>
          <p14:tracePt t="238856" x="4184650" y="6426200"/>
          <p14:tracePt t="238869" x="4222750" y="6419850"/>
          <p14:tracePt t="238886" x="4292600" y="6400800"/>
          <p14:tracePt t="238904" x="4337050" y="6388100"/>
          <p14:tracePt t="238919" x="4349750" y="6388100"/>
          <p14:tracePt t="238936" x="4356100" y="6388100"/>
          <p14:tracePt t="238969" x="4343400" y="6388100"/>
          <p14:tracePt t="238986" x="4311650" y="6388100"/>
          <p14:tracePt t="239003" x="4229100" y="6407150"/>
          <p14:tracePt t="239019" x="4165600" y="6413500"/>
          <p14:tracePt t="239036" x="4032250" y="6445250"/>
          <p14:tracePt t="239052" x="3911600" y="6464300"/>
          <p14:tracePt t="239069" x="3867150" y="6470650"/>
          <p14:tracePt t="239086" x="3810000" y="6483350"/>
          <p14:tracePt t="239102" x="3771900" y="6489700"/>
          <p14:tracePt t="239135" x="3765550" y="6496050"/>
          <p14:tracePt t="239198" x="3778250" y="6496050"/>
          <p14:tracePt t="239212" x="3790950" y="6489700"/>
          <p14:tracePt t="239221" x="3816350" y="6489700"/>
          <p14:tracePt t="239235" x="3829050" y="6483350"/>
          <p14:tracePt t="239251" x="3886200" y="6470650"/>
          <p14:tracePt t="239268" x="3956050" y="6457950"/>
          <p14:tracePt t="239284" x="4025900" y="6438900"/>
          <p14:tracePt t="239301" x="4057650" y="6438900"/>
          <p14:tracePt t="239318" x="4089400" y="6426200"/>
          <p14:tracePt t="239334" x="4108450" y="6419850"/>
          <p14:tracePt t="239351" x="4121150" y="6419850"/>
          <p14:tracePt t="239368" x="4127500" y="6419850"/>
          <p14:tracePt t="239416" x="4121150" y="6419850"/>
          <p14:tracePt t="239422" x="4114800" y="6426200"/>
          <p14:tracePt t="239437" x="4102100" y="6426200"/>
          <p14:tracePt t="239451" x="4089400" y="6432550"/>
          <p14:tracePt t="239467" x="4083050" y="6432550"/>
          <p14:tracePt t="239500" x="4064000" y="6445250"/>
          <p14:tracePt t="239517" x="4032250" y="6451600"/>
          <p14:tracePt t="239535" x="3994150" y="6464300"/>
          <p14:tracePt t="239550" x="3975100" y="6464300"/>
          <p14:tracePt t="239567" x="3949700" y="6477000"/>
          <p14:tracePt t="239584" x="3930650" y="6483350"/>
          <p14:tracePt t="239600" x="3924300" y="6483350"/>
          <p14:tracePt t="239682" x="3930650" y="6483350"/>
          <p14:tracePt t="239703" x="3937000" y="6483350"/>
          <p14:tracePt t="239723" x="3949700" y="6477000"/>
          <p14:tracePt t="239746" x="3956050" y="6477000"/>
          <p14:tracePt t="239752" x="3962400" y="6470650"/>
          <p14:tracePt t="239773" x="3968750" y="6470650"/>
          <p14:tracePt t="239788" x="3975100" y="6470650"/>
          <p14:tracePt t="239799" x="3975100" y="6464300"/>
          <p14:tracePt t="239816" x="3981450" y="6464300"/>
          <p14:tracePt t="239833" x="3987800" y="6457950"/>
          <p14:tracePt t="239849" x="4000500" y="6457950"/>
          <p14:tracePt t="239866" x="4000500" y="6451600"/>
          <p14:tracePt t="239907" x="4006850" y="6451600"/>
          <p14:tracePt t="239970" x="4013200" y="6451600"/>
          <p14:tracePt t="240277" x="4083050" y="6445250"/>
          <p14:tracePt t="240284" x="4197350" y="6438900"/>
          <p14:tracePt t="240300" x="4324350" y="6426200"/>
          <p14:tracePt t="240314" x="4451350" y="6426200"/>
          <p14:tracePt t="240331" x="4578350" y="6413500"/>
          <p14:tracePt t="240348" x="4889500" y="6413500"/>
          <p14:tracePt t="240364" x="5111750" y="6388100"/>
          <p14:tracePt t="240380" x="5314950" y="6388100"/>
          <p14:tracePt t="240397" x="5880100" y="6343650"/>
          <p14:tracePt t="240414" x="6121400" y="6311900"/>
          <p14:tracePt t="240431" x="6565900" y="6242050"/>
          <p14:tracePt t="240447" x="6705600" y="6235700"/>
          <p14:tracePt t="240464" x="6826250" y="6203950"/>
          <p14:tracePt t="240481" x="7042150" y="6159500"/>
          <p14:tracePt t="240497" x="7131050" y="6146800"/>
          <p14:tracePt t="240514" x="7213600" y="6140450"/>
          <p14:tracePt t="240530" x="7334250" y="6115050"/>
          <p14:tracePt t="240547" x="7372350" y="6102350"/>
          <p14:tracePt t="240565" x="7429500" y="6096000"/>
          <p14:tracePt t="240580" x="7467600" y="6089650"/>
          <p14:tracePt t="240597" x="7493000" y="6083300"/>
          <p14:tracePt t="240614" x="7531100" y="6076950"/>
          <p14:tracePt t="240630" x="7543800" y="6076950"/>
          <p14:tracePt t="240647" x="7562850" y="6076950"/>
          <p14:tracePt t="240663" x="7594600" y="6070600"/>
          <p14:tracePt t="240680" x="7607300" y="6070600"/>
          <p14:tracePt t="240697" x="7620000" y="6070600"/>
          <p14:tracePt t="240713" x="7658100" y="6057900"/>
          <p14:tracePt t="240729" x="7670800" y="6051550"/>
          <p14:tracePt t="240747" x="7683500" y="6051550"/>
          <p14:tracePt t="240763" x="7696200" y="6045200"/>
          <p14:tracePt t="240779" x="7702550" y="6045200"/>
          <p14:tracePt t="240797" x="7708900" y="6045200"/>
          <p14:tracePt t="240813" x="7715250" y="6045200"/>
          <p14:tracePt t="240829" x="7721600" y="6038850"/>
          <p14:tracePt t="241007" x="7715250" y="6045200"/>
          <p14:tracePt t="241035" x="7708900" y="6045200"/>
          <p14:tracePt t="241042" x="7696200" y="6045200"/>
          <p14:tracePt t="241056" x="7689850" y="6045200"/>
          <p14:tracePt t="241065" x="7683500" y="6045200"/>
          <p14:tracePt t="241078" x="7677150" y="6045200"/>
          <p14:tracePt t="241095" x="7639050" y="6045200"/>
          <p14:tracePt t="241112" x="7575550" y="6045200"/>
          <p14:tracePt t="241128" x="7473950" y="6045200"/>
          <p14:tracePt t="241145" x="7423150" y="6045200"/>
          <p14:tracePt t="241161" x="7315200" y="6045200"/>
          <p14:tracePt t="241178" x="7200900" y="6045200"/>
          <p14:tracePt t="241194" x="7150100" y="6045200"/>
          <p14:tracePt t="241211" x="7054850" y="6057900"/>
          <p14:tracePt t="241228" x="7016750" y="6064250"/>
          <p14:tracePt t="241245" x="6921500" y="6096000"/>
          <p14:tracePt t="241261" x="6902450" y="6102350"/>
          <p14:tracePt t="241278" x="6883400" y="6108700"/>
          <p14:tracePt t="241295" x="6845300" y="6121400"/>
          <p14:tracePt t="241311" x="6826250" y="6140450"/>
          <p14:tracePt t="241327" x="6813550" y="6146800"/>
          <p14:tracePt t="241345" x="6750050" y="6178550"/>
          <p14:tracePt t="241361" x="6705600" y="6191250"/>
          <p14:tracePt t="241377" x="6648450" y="6223000"/>
          <p14:tracePt t="241394" x="6489700" y="6280150"/>
          <p14:tracePt t="241410" x="6318250" y="6343650"/>
          <p14:tracePt t="241428" x="6184900" y="6369050"/>
          <p14:tracePt t="241444" x="6108700" y="6388100"/>
          <p14:tracePt t="241461" x="6026150" y="6413500"/>
          <p14:tracePt t="241478" x="5975350" y="6432550"/>
          <p14:tracePt t="241494" x="5949950" y="6438900"/>
          <p14:tracePt t="241510" x="5937250" y="6438900"/>
          <p14:tracePt t="241527" x="5918200" y="6445250"/>
          <p14:tracePt t="241544" x="5905500" y="6445250"/>
          <p14:tracePt t="241561" x="5886450" y="6457950"/>
          <p14:tracePt t="241577" x="5880100" y="6457950"/>
          <p14:tracePt t="241593" x="5867400" y="6464300"/>
          <p14:tracePt t="241611" x="5842000" y="6477000"/>
          <p14:tracePt t="241626" x="5816600" y="6483350"/>
          <p14:tracePt t="241643" x="5778500" y="6489700"/>
          <p14:tracePt t="241660" x="5721350" y="6489700"/>
          <p14:tracePt t="241677" x="5683250" y="6489700"/>
          <p14:tracePt t="241694" x="5613400" y="6489700"/>
          <p14:tracePt t="241709" x="5556250" y="6477000"/>
          <p14:tracePt t="241726" x="5530850" y="6470650"/>
          <p14:tracePt t="241743" x="5499100" y="6470650"/>
          <p14:tracePt t="241759" x="5461000" y="6457950"/>
          <p14:tracePt t="241776" x="5448300" y="6457950"/>
          <p14:tracePt t="241793" x="5429250" y="6451600"/>
          <p14:tracePt t="241809" x="5410200" y="6451600"/>
          <p14:tracePt t="241842" x="5397500" y="6451600"/>
          <p14:tracePt t="241859" x="5391150" y="6451600"/>
          <p14:tracePt t="241876" x="5384800" y="6451600"/>
          <p14:tracePt t="241898" x="5378450" y="6451600"/>
          <p14:tracePt t="242004" x="5384800" y="6451600"/>
          <p14:tracePt t="242010" x="5397500" y="6451600"/>
          <p14:tracePt t="242017" x="5403850" y="6451600"/>
          <p14:tracePt t="242038" x="5422900" y="6451600"/>
          <p14:tracePt t="242053" x="5454650" y="6451600"/>
          <p14:tracePt t="242061" x="5505450" y="6451600"/>
          <p14:tracePt t="242075" x="5568950" y="6451600"/>
          <p14:tracePt t="242091" x="5721350" y="6457950"/>
          <p14:tracePt t="242109" x="5899150" y="6457950"/>
          <p14:tracePt t="242125" x="5981700" y="6470650"/>
          <p14:tracePt t="242141" x="6045200" y="6470650"/>
          <p14:tracePt t="242158" x="6165850" y="6470650"/>
          <p14:tracePt t="242175" x="6184900" y="6477000"/>
          <p14:tracePt t="242191" x="6197600" y="6477000"/>
          <p14:tracePt t="242208" x="6210300" y="6477000"/>
          <p14:tracePt t="242242" x="6203950" y="6477000"/>
          <p14:tracePt t="242249" x="6197600" y="6477000"/>
          <p14:tracePt t="242263" x="6191250" y="6477000"/>
          <p14:tracePt t="242274" x="6184900" y="6477000"/>
          <p14:tracePt t="242291" x="6172200" y="6477000"/>
          <p14:tracePt t="242307" x="6165850" y="6477000"/>
          <p14:tracePt t="242324" x="6140450" y="6483350"/>
          <p14:tracePt t="242341" x="6108700" y="6489700"/>
          <p14:tracePt t="242357" x="6070600" y="6489700"/>
          <p14:tracePt t="242361" x="6026150" y="6496050"/>
          <p14:tracePt t="242374" x="5975350" y="6508750"/>
          <p14:tracePt t="242390" x="5848350" y="6515100"/>
          <p14:tracePt t="242407" x="5778500" y="6527800"/>
          <p14:tracePt t="242425" x="5676900" y="6534150"/>
          <p14:tracePt t="242440" x="5607050" y="6540500"/>
          <p14:tracePt t="242457" x="5575300" y="6553200"/>
          <p14:tracePt t="242474" x="5543550" y="6559550"/>
          <p14:tracePt t="242490" x="5524500" y="6565900"/>
          <p14:tracePt t="242507" x="5505450" y="6565900"/>
          <p14:tracePt t="242524" x="5492750" y="6565900"/>
          <p14:tracePt t="242540" x="5486400" y="6565900"/>
          <p14:tracePt t="242642" x="5492750" y="6565900"/>
          <p14:tracePt t="242649" x="5499100" y="6565900"/>
          <p14:tracePt t="242663" x="5511800" y="6565900"/>
          <p14:tracePt t="242672" x="5518150" y="6565900"/>
          <p14:tracePt t="242692" x="5537200" y="6559550"/>
          <p14:tracePt t="242706" x="5562600" y="6559550"/>
          <p14:tracePt t="242723" x="5619750" y="6553200"/>
          <p14:tracePt t="242740" x="5695950" y="6534150"/>
          <p14:tracePt t="242755" x="5753100" y="6515100"/>
          <p14:tracePt t="242772" x="5791200" y="6508750"/>
          <p14:tracePt t="242790" x="5873750" y="6470650"/>
          <p14:tracePt t="242806" x="5899150" y="6457950"/>
          <p14:tracePt t="242822" x="5911850" y="6451600"/>
          <p14:tracePt t="242839" x="5924550" y="6438900"/>
          <p14:tracePt t="242855" x="5924550" y="6432550"/>
          <p14:tracePt t="242859" x="5918200" y="6432550"/>
          <p14:tracePt t="242875" x="5911850" y="6432550"/>
          <p14:tracePt t="242889" x="5899150" y="6432550"/>
          <p14:tracePt t="242905" x="5873750" y="6438900"/>
          <p14:tracePt t="242923" x="5835650" y="6438900"/>
          <p14:tracePt t="242938" x="5784850" y="6438900"/>
          <p14:tracePt t="242955" x="5689600" y="6457950"/>
          <p14:tracePt t="242972" x="5562600" y="6464300"/>
          <p14:tracePt t="242988" x="5518150" y="6477000"/>
          <p14:tracePt t="243005" x="5429250" y="6483350"/>
          <p14:tracePt t="243022" x="5378450" y="6489700"/>
          <p14:tracePt t="243038" x="5365750" y="6496050"/>
          <p14:tracePt t="243055" x="5353050" y="6496050"/>
          <p14:tracePt t="243071" x="5340350" y="6502400"/>
          <p14:tracePt t="243091" x="5340350" y="6508750"/>
          <p14:tracePt t="243133" x="5346700" y="6508750"/>
          <p14:tracePt t="243162" x="5359400" y="6508750"/>
          <p14:tracePt t="243182" x="5365750" y="6508750"/>
          <p14:tracePt t="243252" x="5372100" y="6508750"/>
          <p14:tracePt t="243337" x="5365750" y="6508750"/>
          <p14:tracePt t="243372" x="5359400" y="6508750"/>
          <p14:tracePt t="243393" x="5353050" y="6508750"/>
          <p14:tracePt t="243407" x="5346700" y="6508750"/>
          <p14:tracePt t="243421" x="5340350" y="6508750"/>
          <p14:tracePt t="243442" x="5334000" y="6508750"/>
          <p14:tracePt t="243456" x="5327650" y="6508750"/>
          <p14:tracePt t="243463" x="5321300" y="6508750"/>
          <p14:tracePt t="243484" x="5314950" y="6508750"/>
          <p14:tracePt t="243491" x="5308600" y="6508750"/>
          <p14:tracePt t="243548" x="5302250" y="6508750"/>
          <p14:tracePt t="243562" x="5308600" y="6502400"/>
          <p14:tracePt t="243576" x="5314950" y="6496050"/>
          <p14:tracePt t="243582" x="5334000" y="6496050"/>
          <p14:tracePt t="243597" x="5353050" y="6489700"/>
          <p14:tracePt t="243611" x="5403850" y="6477000"/>
          <p14:tracePt t="243625" x="5480050" y="6451600"/>
          <p14:tracePt t="243636" x="5575300" y="6432550"/>
          <p14:tracePt t="243653" x="5702300" y="6400800"/>
          <p14:tracePt t="243669" x="5867400" y="6369050"/>
          <p14:tracePt t="243686" x="6286500" y="6299200"/>
          <p14:tracePt t="243703" x="6508750" y="6273800"/>
          <p14:tracePt t="243719" x="6877050" y="6203950"/>
          <p14:tracePt t="243736" x="7023100" y="6184900"/>
          <p14:tracePt t="243753" x="7156450" y="6159500"/>
          <p14:tracePt t="243769" x="7372350" y="6140450"/>
          <p14:tracePt t="243786" x="7461250" y="6134100"/>
          <p14:tracePt t="243802" x="7600950" y="6115050"/>
          <p14:tracePt t="243819" x="7658100" y="6115050"/>
          <p14:tracePt t="243835" x="7683500" y="6115050"/>
          <p14:tracePt t="243852" x="7734300" y="6108700"/>
          <p14:tracePt t="243869" x="7753350" y="6096000"/>
          <p14:tracePt t="243885" x="7759700" y="6096000"/>
          <p14:tracePt t="243902" x="7766050" y="6096000"/>
          <p14:tracePt t="243933" x="7759700" y="6096000"/>
          <p14:tracePt t="243948" x="7753350" y="6096000"/>
          <p14:tracePt t="243976" x="7747000" y="6096000"/>
          <p14:tracePt t="244011" x="7747000" y="6089650"/>
          <p14:tracePt t="244032" x="7753350" y="6089650"/>
          <p14:tracePt t="244046" x="7753350" y="6083300"/>
          <p14:tracePt t="244060" x="7766050" y="6083300"/>
          <p14:tracePt t="244068" x="7772400" y="6083300"/>
          <p14:tracePt t="244085" x="7778750" y="6076950"/>
          <p14:tracePt t="244102" x="7791450" y="6076950"/>
          <p14:tracePt t="244118" x="7816850" y="6070600"/>
          <p14:tracePt t="244134" x="7829550" y="6064250"/>
          <p14:tracePt t="244151" x="7861300" y="6057900"/>
          <p14:tracePt t="244168" x="7874000" y="6051550"/>
          <p14:tracePt t="244184" x="7880350" y="6051550"/>
          <p14:tracePt t="244201" x="7886700" y="6045200"/>
          <p14:tracePt t="244264" x="7880350" y="6045200"/>
          <p14:tracePt t="244285" x="7874000" y="6045200"/>
          <p14:tracePt t="244313" x="7867650" y="6045200"/>
          <p14:tracePt t="244348" x="7861300" y="6038850"/>
          <p14:tracePt t="244368" x="7854950" y="6038850"/>
          <p14:tracePt t="244390" x="7848600" y="6038850"/>
          <p14:tracePt t="244418" x="7842250" y="6038850"/>
          <p14:tracePt t="244446" x="7835900" y="6038850"/>
          <p14:tracePt t="244460" x="7829550" y="6038850"/>
          <p14:tracePt t="244469" x="7823200" y="6038850"/>
          <p14:tracePt t="244484" x="7810500" y="6038850"/>
          <p14:tracePt t="244500" x="7791450" y="6038850"/>
          <p14:tracePt t="244517" x="7747000" y="6045200"/>
          <p14:tracePt t="244533" x="7727950" y="6045200"/>
          <p14:tracePt t="244551" x="7677150" y="6051550"/>
          <p14:tracePt t="244567" x="7639050" y="6051550"/>
          <p14:tracePt t="244583" x="7626350" y="6051550"/>
          <p14:tracePt t="244600" x="7600950" y="6057900"/>
          <p14:tracePt t="244616" x="7594600" y="6057900"/>
          <p14:tracePt t="244633" x="7588250" y="6057900"/>
          <p14:tracePt t="244649" x="7581900" y="6057900"/>
          <p14:tracePt t="244666" x="7575550" y="6064250"/>
          <p14:tracePt t="244734" x="7575550" y="6070600"/>
          <p14:tracePt t="244782" x="7581900" y="6076950"/>
          <p14:tracePt t="244958" x="7575550" y="6076950"/>
          <p14:tracePt t="244979" x="7569200" y="6076950"/>
          <p14:tracePt t="244986" x="7569200" y="6070600"/>
          <p14:tracePt t="245001" x="7562850" y="6070600"/>
          <p14:tracePt t="245014" x="7556500" y="6064250"/>
          <p14:tracePt t="245031" x="7543800" y="6057900"/>
          <p14:tracePt t="245048" x="7531100" y="6057900"/>
          <p14:tracePt t="245064" x="7505700" y="6045200"/>
          <p14:tracePt t="245082" x="7467600" y="6032500"/>
          <p14:tracePt t="245099" x="7435850" y="6026150"/>
          <p14:tracePt t="245114" x="7410450" y="6019800"/>
          <p14:tracePt t="245131" x="7385050" y="6013450"/>
          <p14:tracePt t="245148" x="7366000" y="6007100"/>
          <p14:tracePt t="245164" x="7366000" y="6000750"/>
          <p14:tracePt t="245181" x="7359650" y="6000750"/>
          <p14:tracePt t="245214" x="7353300" y="6000750"/>
          <p14:tracePt t="245233" x="7340600" y="6000750"/>
          <p14:tracePt t="245247" x="7327900" y="5994400"/>
          <p14:tracePt t="245282" x="7296150" y="5994400"/>
          <p14:tracePt t="245297" x="7270750" y="5994400"/>
          <p14:tracePt t="245314" x="7207250" y="5994400"/>
          <p14:tracePt t="245331" x="7124700" y="5994400"/>
          <p14:tracePt t="245347" x="7086600" y="5994400"/>
          <p14:tracePt t="245364" x="6997700" y="6000750"/>
          <p14:tracePt t="245380" x="6927850" y="6013450"/>
          <p14:tracePt t="245397" x="6896100" y="6013450"/>
          <p14:tracePt t="245400" x="6864350" y="6019800"/>
          <p14:tracePt t="245413" x="6845300" y="6026150"/>
          <p14:tracePt t="245430" x="6813550" y="6032500"/>
          <p14:tracePt t="245446" x="6807200" y="6038850"/>
          <p14:tracePt t="245464" x="6788150" y="6045200"/>
          <p14:tracePt t="245480" x="6788150" y="6051550"/>
          <p14:tracePt t="245496" x="6781800" y="6051550"/>
          <p14:tracePt t="245513" x="6775450" y="6057900"/>
          <p14:tracePt t="245530" x="6762750" y="6064250"/>
          <p14:tracePt t="245563" x="6750050" y="6070600"/>
          <p14:tracePt t="245599" x="6743700" y="6076950"/>
          <p14:tracePt t="245618" x="6737350" y="6076950"/>
          <p14:tracePt t="245660" x="6731000" y="6076950"/>
          <p14:tracePt t="245667" x="6731000" y="6083300"/>
          <p14:tracePt t="245709" x="6724650" y="6083300"/>
          <p14:tracePt t="245794" x="6718300" y="6083300"/>
          <p14:tracePt t="246334" x="6680200" y="6083300"/>
          <p14:tracePt t="246349" x="6610350" y="6076950"/>
          <p14:tracePt t="246363" x="6534150" y="6064250"/>
          <p14:tracePt t="246370" x="6457950" y="6045200"/>
          <p14:tracePt t="246384" x="6362700" y="6038850"/>
          <p14:tracePt t="246398" x="6273800" y="6038850"/>
          <p14:tracePt t="246413" x="6172200" y="6013450"/>
          <p14:tracePt t="246426" x="6057900" y="6007100"/>
          <p14:tracePt t="246443" x="5969000" y="6007100"/>
          <p14:tracePt t="246460" x="5778500" y="5994400"/>
          <p14:tracePt t="246476" x="5676900" y="5988050"/>
          <p14:tracePt t="246493" x="5588000" y="5975350"/>
          <p14:tracePt t="246510" x="5435600" y="5975350"/>
          <p14:tracePt t="246526" x="5359400" y="5975350"/>
          <p14:tracePt t="246543" x="5289550" y="5975350"/>
          <p14:tracePt t="246560" x="5175250" y="5975350"/>
          <p14:tracePt t="246576" x="5124450" y="5988050"/>
          <p14:tracePt t="246593" x="5016500" y="5988050"/>
          <p14:tracePt t="246609" x="4940300" y="5994400"/>
          <p14:tracePt t="246626" x="4902200" y="5994400"/>
          <p14:tracePt t="246643" x="4819650" y="5994400"/>
          <p14:tracePt t="246658" x="4749800" y="6013450"/>
          <p14:tracePt t="246676" x="4692650" y="6026150"/>
          <p14:tracePt t="246693" x="4622800" y="6038850"/>
          <p14:tracePt t="246709" x="4597400" y="6045200"/>
          <p14:tracePt t="246726" x="4540250" y="6057900"/>
          <p14:tracePt t="246742" x="4502150" y="6057900"/>
          <p14:tracePt t="246759" x="4483100" y="6057900"/>
          <p14:tracePt t="246776" x="4451350" y="6057900"/>
          <p14:tracePt t="246791" x="4413250" y="6057900"/>
          <p14:tracePt t="246827" x="4387850" y="6064250"/>
          <p14:tracePt t="246842" x="4375150" y="6064250"/>
          <p14:tracePt t="246858" x="4362450" y="6064250"/>
          <p14:tracePt t="246875" x="4356100" y="6064250"/>
          <p14:tracePt t="246891" x="4349750" y="6064250"/>
          <p14:tracePt t="246908" x="4343400" y="6064250"/>
          <p14:tracePt t="246925" x="4324350" y="6064250"/>
          <p14:tracePt t="246941" x="4318000" y="6070600"/>
          <p14:tracePt t="246959" x="4305300" y="6070600"/>
          <p14:tracePt t="246974" x="4292600" y="6070600"/>
          <p14:tracePt t="246991" x="4279900" y="6070600"/>
          <p14:tracePt t="247008" x="4267200" y="6076950"/>
          <p14:tracePt t="247024" x="4254500" y="6076950"/>
          <p14:tracePt t="247041" x="4254500" y="6083300"/>
          <p14:tracePt t="247058" x="4241800" y="6083300"/>
          <p14:tracePt t="247114" x="4235450" y="6083300"/>
          <p14:tracePt t="247142" x="4229100" y="6083300"/>
          <p14:tracePt t="247163" x="4222750" y="6083300"/>
          <p14:tracePt t="247205" x="4216400" y="6083300"/>
          <p14:tracePt t="247506" x="4222750" y="6083300"/>
          <p14:tracePt t="247541" x="4229100" y="6083300"/>
          <p14:tracePt t="247563" x="4235450" y="6083300"/>
          <p14:tracePt t="247577" x="4241800" y="6076950"/>
          <p14:tracePt t="247583" x="4254500" y="6076950"/>
          <p14:tracePt t="247598" x="4260850" y="6076950"/>
          <p14:tracePt t="247606" x="4286250" y="6076950"/>
          <p14:tracePt t="247622" x="4324350" y="6076950"/>
          <p14:tracePt t="247639" x="4451350" y="6083300"/>
          <p14:tracePt t="247656" x="4641850" y="6096000"/>
          <p14:tracePt t="247672" x="4781550" y="6102350"/>
          <p14:tracePt t="247689" x="5137150" y="6140450"/>
          <p14:tracePt t="247705" x="5594350" y="6184900"/>
          <p14:tracePt t="247722" x="5842000" y="6210300"/>
          <p14:tracePt t="247739" x="6273800" y="6254750"/>
          <p14:tracePt t="247755" x="6604000" y="6267450"/>
          <p14:tracePt t="247772" x="6731000" y="6273800"/>
          <p14:tracePt t="247788" x="6946900" y="6273800"/>
          <p14:tracePt t="247805" x="7029450" y="6273800"/>
          <p14:tracePt t="247823" x="7226300" y="6273800"/>
          <p14:tracePt t="247838" x="7270750" y="6267450"/>
          <p14:tracePt t="247855" x="7308850" y="6261100"/>
          <p14:tracePt t="247872" x="7366000" y="6242050"/>
          <p14:tracePt t="247888" x="7391400" y="6235700"/>
          <p14:tracePt t="247892" x="7397750" y="6229350"/>
          <p14:tracePt t="247908" x="7410450" y="6229350"/>
          <p14:tracePt t="247934" x="7410450" y="6223000"/>
          <p14:tracePt t="247976" x="7404100" y="6223000"/>
          <p14:tracePt t="247998" x="7397750" y="6223000"/>
          <p14:tracePt t="248054" x="7391400" y="6223000"/>
          <p14:tracePt t="248075" x="7385050" y="6223000"/>
          <p14:tracePt t="248124" x="7378700" y="6223000"/>
          <p14:tracePt t="248194" x="7385050" y="6223000"/>
          <p14:tracePt t="248208" x="7391400" y="6223000"/>
          <p14:tracePt t="248236" x="7397750" y="6216650"/>
          <p14:tracePt t="248243" x="7404100" y="6216650"/>
          <p14:tracePt t="248257" x="7410450" y="6216650"/>
          <p14:tracePt t="248278" x="7416800" y="6216650"/>
          <p14:tracePt t="248291" x="7423150" y="6216650"/>
          <p14:tracePt t="248307" x="7429500" y="6210300"/>
          <p14:tracePt t="248320" x="7442200" y="6203950"/>
          <p14:tracePt t="248337" x="7467600" y="6203950"/>
          <p14:tracePt t="248353" x="7493000" y="6197600"/>
          <p14:tracePt t="248370" x="7518400" y="6191250"/>
          <p14:tracePt t="248387" x="7556500" y="6172200"/>
          <p14:tracePt t="248405" x="7639050" y="6159500"/>
          <p14:tracePt t="248426" x="7670800" y="6140450"/>
          <p14:tracePt t="248439" x="7708900" y="6140450"/>
          <p14:tracePt t="248456" x="7753350" y="6121400"/>
          <p14:tracePt t="248475" x="7778750" y="6115050"/>
          <p14:tracePt t="248489" x="7810500" y="6102350"/>
          <p14:tracePt t="248506" x="7835900" y="6096000"/>
          <p14:tracePt t="248524" x="7848600" y="6083300"/>
          <p14:tracePt t="248539" x="7861300" y="6076950"/>
          <p14:tracePt t="248553" x="7861300" y="6064250"/>
          <p14:tracePt t="248569" x="7861300" y="6038850"/>
          <p14:tracePt t="248588" x="7861300" y="6026150"/>
          <p14:tracePt t="248603" x="7861300" y="6013450"/>
          <p14:tracePt t="248619" x="7854950" y="6013450"/>
          <p14:tracePt t="248638" x="7848600" y="6013450"/>
          <p14:tracePt t="248652" x="7842250" y="6007100"/>
          <p14:tracePt t="248668" x="7835900" y="6007100"/>
          <p14:tracePt t="248699" x="7823200" y="6007100"/>
          <p14:tracePt t="248727" x="7816850" y="6007100"/>
          <p14:tracePt t="248748" x="7810500" y="6007100"/>
          <p14:tracePt t="248763" x="7804150" y="6013450"/>
          <p14:tracePt t="248776" x="7804150" y="6019800"/>
          <p14:tracePt t="248812" x="7797800" y="6019800"/>
          <p14:tracePt t="248826" x="7797800" y="6026150"/>
          <p14:tracePt t="248861" x="7797800" y="6032500"/>
          <p14:tracePt t="248888" x="7797800" y="6038850"/>
          <p14:tracePt t="248937" x="7797800" y="6045200"/>
          <p14:tracePt t="248987" x="7797800" y="6051550"/>
          <p14:tracePt t="249064" x="7797800" y="6057900"/>
          <p14:tracePt t="249149" x="7797800" y="6064250"/>
          <p14:tracePt t="249260" x="7804150" y="6064250"/>
          <p14:tracePt t="249310" x="7810500" y="6064250"/>
          <p14:tracePt t="249337" x="7816850" y="6064250"/>
          <p14:tracePt t="249373" x="7816850" y="6057900"/>
          <p14:tracePt t="249387" x="7823200" y="6057900"/>
          <p14:tracePt t="249422" x="7829550" y="6051550"/>
          <p14:tracePt t="249436" x="7835900" y="6051550"/>
          <p14:tracePt t="249471" x="7842250" y="6045200"/>
          <p14:tracePt t="249499" x="7842250" y="6038850"/>
          <p14:tracePt t="249520" x="7842250" y="6032500"/>
          <p14:tracePt t="249534" x="7848600" y="6026150"/>
          <p14:tracePt t="249563" x="7848600" y="6013450"/>
          <p14:tracePt t="249576" x="7848600" y="6007100"/>
          <p14:tracePt t="249585" x="7848600" y="5994400"/>
          <p14:tracePt t="249599" x="7848600" y="5988050"/>
          <p14:tracePt t="249615" x="7848600" y="5975350"/>
          <p14:tracePt t="249633" x="7835900" y="5943600"/>
          <p14:tracePt t="249649" x="7804150" y="5918200"/>
          <p14:tracePt t="249665" x="7785100" y="5905500"/>
          <p14:tracePt t="249682" x="7727950" y="5880100"/>
          <p14:tracePt t="249698" x="7683500" y="5867400"/>
          <p14:tracePt t="249716" x="7588250" y="5842000"/>
          <p14:tracePt t="249732" x="7505700" y="5822950"/>
          <p14:tracePt t="249748" x="7473950" y="5816600"/>
          <p14:tracePt t="249765" x="7416800" y="5816600"/>
          <p14:tracePt t="249782" x="7366000" y="5816600"/>
          <p14:tracePt t="249798" x="7346950" y="5816600"/>
          <p14:tracePt t="249815" x="7302500" y="5816600"/>
          <p14:tracePt t="249831" x="7270750" y="5816600"/>
          <p14:tracePt t="249848" x="7251700" y="5816600"/>
          <p14:tracePt t="249865" x="7219950" y="5829300"/>
          <p14:tracePt t="249881" x="7162800" y="5854700"/>
          <p14:tracePt t="249898" x="7143750" y="5861050"/>
          <p14:tracePt t="249914" x="7092950" y="5873750"/>
          <p14:tracePt t="249931" x="7054850" y="5886450"/>
          <p14:tracePt t="249948" x="7010400" y="5899150"/>
          <p14:tracePt t="249965" x="6991350" y="5905500"/>
          <p14:tracePt t="249981" x="6965950" y="5924550"/>
          <p14:tracePt t="249998" x="6921500" y="5937250"/>
          <p14:tracePt t="250014" x="6896100" y="5943600"/>
          <p14:tracePt t="250031" x="6877050" y="5949950"/>
          <p14:tracePt t="250047" x="6832600" y="5969000"/>
          <p14:tracePt t="250064" x="6819900" y="5975350"/>
          <p14:tracePt t="250082" x="6800850" y="5988050"/>
          <p14:tracePt t="250097" x="6788150" y="5994400"/>
          <p14:tracePt t="250114" x="6788150" y="6000750"/>
          <p14:tracePt t="250131" x="6775450" y="6013450"/>
          <p14:tracePt t="250147" x="6769100" y="6019800"/>
          <p14:tracePt t="250164" x="6756400" y="6019800"/>
          <p14:tracePt t="250180" x="6750050" y="6026150"/>
          <p14:tracePt t="250197" x="6743700" y="6032500"/>
          <p14:tracePt t="250230" x="6731000" y="6045200"/>
          <p14:tracePt t="250246" x="6724650" y="6045200"/>
          <p14:tracePt t="250280" x="6718300" y="6051550"/>
          <p14:tracePt t="250334" x="6711950" y="6051550"/>
          <p14:tracePt t="251590" x="6616700" y="6026150"/>
          <p14:tracePt t="251597" x="6457950" y="5975350"/>
          <p14:tracePt t="251608" x="6267450" y="5905500"/>
          <p14:tracePt t="251625" x="6038850" y="5854700"/>
          <p14:tracePt t="251642" x="5943600" y="5835650"/>
          <p14:tracePt t="251659" x="5746750" y="5772150"/>
          <p14:tracePt t="251675" x="5505450" y="5721350"/>
          <p14:tracePt t="251692" x="5378450" y="5695950"/>
          <p14:tracePt t="251709" x="5010150" y="5632450"/>
          <p14:tracePt t="251725" x="4603750" y="5607050"/>
          <p14:tracePt t="251741" x="4413250" y="5594350"/>
          <p14:tracePt t="251759" x="4013200" y="5613400"/>
          <p14:tracePt t="251775" x="3746500" y="5645150"/>
          <p14:tracePt t="251792" x="3644900" y="5657850"/>
          <p14:tracePt t="251808" x="3435350" y="5721350"/>
          <p14:tracePt t="251824" x="3238500" y="5759450"/>
          <p14:tracePt t="251842" x="3149600" y="5778500"/>
          <p14:tracePt t="251858" x="3003550" y="5829300"/>
          <p14:tracePt t="251875" x="2946400" y="5848350"/>
          <p14:tracePt t="251893" x="2838450" y="5899150"/>
          <p14:tracePt t="251907" x="2819400" y="5905500"/>
          <p14:tracePt t="251924" x="2806700" y="5911850"/>
          <p14:tracePt t="251941" x="2787650" y="5911850"/>
          <p14:tracePt t="251957" x="2762250" y="5924550"/>
          <p14:tracePt t="251974" x="2749550" y="5930900"/>
          <p14:tracePt t="251978" x="2730500" y="5930900"/>
          <p14:tracePt t="251991" x="2717800" y="5937250"/>
          <p14:tracePt t="252008" x="2692400" y="5949950"/>
          <p14:tracePt t="252025" x="2667000" y="5949950"/>
          <p14:tracePt t="252040" x="2647950" y="5956300"/>
          <p14:tracePt t="252057" x="2616200" y="5962650"/>
          <p14:tracePt t="252075" x="2520950" y="6007100"/>
          <p14:tracePt t="252090" x="2501900" y="6026150"/>
          <p14:tracePt t="252107" x="2451100" y="6051550"/>
          <p14:tracePt t="252124" x="2406650" y="6083300"/>
          <p14:tracePt t="252140" x="2374900" y="6096000"/>
          <p14:tracePt t="252157" x="2355850" y="6121400"/>
          <p14:tracePt t="252173" x="2266950" y="6184900"/>
          <p14:tracePt t="252189" x="2235200" y="6203950"/>
          <p14:tracePt t="252208" x="2184400" y="6235700"/>
          <p14:tracePt t="252223" x="2159000" y="6261100"/>
          <p14:tracePt t="252240" x="2108200" y="6286500"/>
          <p14:tracePt t="252257" x="2076450" y="6318250"/>
          <p14:tracePt t="252273" x="2051050" y="6324600"/>
          <p14:tracePt t="252289" x="2038350" y="6337300"/>
          <p14:tracePt t="252307" x="2025650" y="6337300"/>
          <p14:tracePt t="252342" x="2032000" y="6337300"/>
          <p14:tracePt t="252356" x="2038350" y="6330950"/>
          <p14:tracePt t="252708" x="2012950" y="6330950"/>
          <p14:tracePt t="252714" x="1987550" y="6337300"/>
          <p14:tracePt t="252729" x="1962150" y="6343650"/>
          <p14:tracePt t="252738" x="1943100" y="6350000"/>
          <p14:tracePt t="252754" x="1924050" y="6356350"/>
          <p14:tracePt t="252771" x="1879600" y="6375400"/>
          <p14:tracePt t="252788" x="1847850" y="6388100"/>
          <p14:tracePt t="252805" x="1822450" y="6400800"/>
          <p14:tracePt t="252821" x="1797050" y="6407150"/>
          <p14:tracePt t="252838" x="1790700" y="6419850"/>
          <p14:tracePt t="252855" x="1771650" y="6426200"/>
          <p14:tracePt t="252871" x="1758950" y="6426200"/>
          <p14:tracePt t="252888" x="1752600" y="6432550"/>
          <p14:tracePt t="252905" x="1739900" y="6445250"/>
          <p14:tracePt t="252921" x="1733550" y="6451600"/>
          <p14:tracePt t="252937" x="1727200" y="6457950"/>
          <p14:tracePt t="252954" x="1708150" y="6464300"/>
          <p14:tracePt t="252970" x="1695450" y="6470650"/>
          <p14:tracePt t="252988" x="1689100" y="6470650"/>
          <p14:tracePt t="253004" x="1689100" y="6477000"/>
          <p14:tracePt t="253020" x="1682750" y="6477000"/>
          <p14:tracePt t="253059" x="1676400" y="6477000"/>
          <p14:tracePt t="253129" x="1670050" y="6477000"/>
          <p14:tracePt t="253185" x="1663700" y="6483350"/>
          <p14:tracePt t="253437" x="1657350" y="6483350"/>
          <p14:tracePt t="253465" x="1657350" y="6489700"/>
          <p14:tracePt t="254047" x="1657350" y="6483350"/>
          <p14:tracePt t="254090" x="1657350" y="6477000"/>
          <p14:tracePt t="254096" x="1663700" y="6477000"/>
          <p14:tracePt t="254110" x="1663700" y="6470650"/>
          <p14:tracePt t="254139" x="1670050" y="6457950"/>
          <p14:tracePt t="254160" x="1670050" y="6451600"/>
          <p14:tracePt t="254188" x="1670050" y="6445250"/>
          <p14:tracePt t="254209" x="1670050" y="6438900"/>
          <p14:tracePt t="254230" x="1676400" y="6438900"/>
          <p14:tracePt t="254293" x="1676400" y="6432550"/>
          <p14:tracePt t="254301" x="1676400" y="6426200"/>
          <p14:tracePt t="254350" x="1676400" y="6419850"/>
          <p14:tracePt t="254378" x="1670050" y="6419850"/>
          <p14:tracePt t="254400" x="1663700" y="6419850"/>
          <p14:tracePt t="254420" x="1657350" y="6419850"/>
          <p14:tracePt t="254441" x="1651000" y="6419850"/>
          <p14:tracePt t="254448" x="1644650" y="6419850"/>
          <p14:tracePt t="254469" x="1638300" y="6419850"/>
          <p14:tracePt t="254484" x="1631950" y="6419850"/>
          <p14:tracePt t="254490" x="1625600" y="6419850"/>
          <p14:tracePt t="254504" x="1619250" y="6419850"/>
          <p14:tracePt t="254515" x="1600200" y="6419850"/>
          <p14:tracePt t="254532" x="1562100" y="6419850"/>
          <p14:tracePt t="254548" x="1530350" y="6419850"/>
          <p14:tracePt t="254565" x="1460500" y="6400800"/>
          <p14:tracePt t="254582" x="1371600" y="6400800"/>
          <p14:tracePt t="254598" x="1314450" y="6394450"/>
          <p14:tracePt t="254615" x="1225550" y="6388100"/>
          <p14:tracePt t="254631" x="1130300" y="6375400"/>
          <p14:tracePt t="254648" x="1092200" y="6375400"/>
          <p14:tracePt t="254665" x="1035050" y="6375400"/>
          <p14:tracePt t="254681" x="984250" y="6375400"/>
          <p14:tracePt t="254698" x="965200" y="6375400"/>
          <p14:tracePt t="254715" x="927100" y="6375400"/>
          <p14:tracePt t="254731" x="901700" y="6375400"/>
          <p14:tracePt t="254748" x="889000" y="6375400"/>
          <p14:tracePt t="254765" x="869950" y="6375400"/>
          <p14:tracePt t="254781" x="863600" y="6381750"/>
          <p14:tracePt t="254797" x="850900" y="6381750"/>
          <p14:tracePt t="254841" x="850900" y="6388100"/>
          <p14:tracePt t="255142" x="850900" y="6394450"/>
          <p14:tracePt t="255185" x="850900" y="6400800"/>
          <p14:tracePt t="255255" x="850900" y="6407150"/>
          <p14:tracePt t="255304" x="850900" y="6413500"/>
          <p14:tracePt t="255353" x="850900" y="6419850"/>
          <p14:tracePt t="255430" x="850900" y="6426200"/>
          <p14:tracePt t="255473" x="850900" y="6432550"/>
          <p14:tracePt t="255536" x="850900" y="6438900"/>
          <p14:tracePt t="255837" x="850900" y="6432550"/>
          <p14:tracePt t="255845" x="857250" y="6426200"/>
          <p14:tracePt t="255851" x="863600" y="6419850"/>
          <p14:tracePt t="255865" x="869950" y="6413500"/>
          <p14:tracePt t="255877" x="882650" y="6407150"/>
          <p14:tracePt t="255894" x="946150" y="6369050"/>
          <p14:tracePt t="255910" x="1003300" y="6343650"/>
          <p14:tracePt t="255927" x="1162050" y="6261100"/>
          <p14:tracePt t="255944" x="1384300" y="6184900"/>
          <p14:tracePt t="255960" x="1530350" y="6153150"/>
          <p14:tracePt t="255978" x="1835150" y="6083300"/>
          <p14:tracePt t="255993" x="1981200" y="6057900"/>
          <p14:tracePt t="256010" x="2343150" y="6026150"/>
          <p14:tracePt t="256027" x="2616200" y="6013450"/>
          <p14:tracePt t="256044" x="2730500" y="6013450"/>
          <p14:tracePt t="256060" x="2946400" y="6026150"/>
          <p14:tracePt t="256077" x="3130550" y="6057900"/>
          <p14:tracePt t="256093" x="3206750" y="6076950"/>
          <p14:tracePt t="256110" x="3352800" y="6127750"/>
          <p14:tracePt t="256126" x="3454400" y="6159500"/>
          <p14:tracePt t="256143" x="3498850" y="6178550"/>
          <p14:tracePt t="256160" x="3568700" y="6210300"/>
          <p14:tracePt t="256177" x="3625850" y="6248400"/>
          <p14:tracePt t="256193" x="3644900" y="6254750"/>
          <p14:tracePt t="256209" x="3689350" y="6280150"/>
          <p14:tracePt t="256226" x="3727450" y="6299200"/>
          <p14:tracePt t="256243" x="3759200" y="6311900"/>
          <p14:tracePt t="256259" x="3810000" y="6337300"/>
          <p14:tracePt t="256276" x="3841750" y="6350000"/>
          <p14:tracePt t="256294" x="3905250" y="6381750"/>
          <p14:tracePt t="256309" x="3949700" y="6400800"/>
          <p14:tracePt t="256325" x="3981450" y="6413500"/>
          <p14:tracePt t="256344" x="4038600" y="6432550"/>
          <p14:tracePt t="256359" x="4057650" y="6432550"/>
          <p14:tracePt t="256376" x="4089400" y="6438900"/>
          <p14:tracePt t="256392" x="4127500" y="6438900"/>
          <p14:tracePt t="256409" x="4146550" y="6445250"/>
          <p14:tracePt t="256427" x="4191000" y="6445250"/>
          <p14:tracePt t="256442" x="4216400" y="6445250"/>
          <p14:tracePt t="256459" x="4235450" y="6445250"/>
          <p14:tracePt t="256476" x="4273550" y="6445250"/>
          <p14:tracePt t="256492" x="4286250" y="6445250"/>
          <p14:tracePt t="256525" x="4298950" y="6445250"/>
          <p14:tracePt t="256541" x="4305300" y="6445250"/>
          <p14:tracePt t="256575" x="4311650" y="6438900"/>
          <p14:tracePt t="256616" x="4318000" y="6438900"/>
          <p14:tracePt t="256658" x="4324350" y="6438900"/>
          <p14:tracePt t="256679" x="4330700" y="6438900"/>
          <p14:tracePt t="256694" x="4337050" y="6438900"/>
          <p14:tracePt t="256700" x="4349750" y="6438900"/>
          <p14:tracePt t="256715" x="4368800" y="6438900"/>
          <p14:tracePt t="256728" x="4387850" y="6438900"/>
          <p14:tracePt t="256749" x="4419600" y="6438900"/>
          <p14:tracePt t="256764" x="4457700" y="6438900"/>
          <p14:tracePt t="256778" x="4508500" y="6438900"/>
          <p14:tracePt t="256799" x="4572000" y="6445250"/>
          <p14:tracePt t="256812" x="4635500" y="6445250"/>
          <p14:tracePt t="256827" x="4699000" y="6445250"/>
          <p14:tracePt t="256843" x="4775200" y="6445250"/>
          <p14:tracePt t="256856" x="4832350" y="6445250"/>
          <p14:tracePt t="256874" x="4883150" y="6445250"/>
          <p14:tracePt t="256890" x="4953000" y="6445250"/>
          <p14:tracePt t="256907" x="4965700" y="6445250"/>
          <p14:tracePt t="256924" x="4972050" y="6445250"/>
          <p14:tracePt t="256956" x="4965700" y="6445250"/>
          <p14:tracePt t="256974" x="4940300" y="6438900"/>
          <p14:tracePt t="256990" x="4914900" y="6438900"/>
          <p14:tracePt t="257007" x="4864100" y="6438900"/>
          <p14:tracePt t="257023" x="4711700" y="6438900"/>
          <p14:tracePt t="257040" x="4648200" y="6451600"/>
          <p14:tracePt t="257056" x="4572000" y="6451600"/>
          <p14:tracePt t="257073" x="4476750" y="6464300"/>
          <p14:tracePt t="257090" x="4432300" y="6477000"/>
          <p14:tracePt t="257108" x="4349750" y="6489700"/>
          <p14:tracePt t="257122" x="4324350" y="6489700"/>
          <p14:tracePt t="257140" x="4298950" y="6496050"/>
          <p14:tracePt t="257157" x="4260850" y="6502400"/>
          <p14:tracePt t="257173" x="4248150" y="6502400"/>
          <p14:tracePt t="257189" x="4241800" y="6508750"/>
          <p14:tracePt t="257206" x="4229100" y="6508750"/>
          <p14:tracePt t="257223" x="4229100" y="6515100"/>
          <p14:tracePt t="257240" x="4222750" y="6515100"/>
          <p14:tracePt t="257256" x="4222750" y="6521450"/>
          <p14:tracePt t="257297" x="4222750" y="6527800"/>
          <p14:tracePt t="257339" x="4229100" y="6527800"/>
          <p14:tracePt t="257345" x="4241800" y="6527800"/>
          <p14:tracePt t="257360" x="4254500" y="6527800"/>
          <p14:tracePt t="257375" x="4267200" y="6527800"/>
          <p14:tracePt t="257389" x="4279900" y="6527800"/>
          <p14:tracePt t="257405" x="4298950" y="6521450"/>
          <p14:tracePt t="257422" x="4324350" y="6515100"/>
          <p14:tracePt t="257438" x="4356100" y="6502400"/>
          <p14:tracePt t="257455" x="4368800" y="6489700"/>
          <p14:tracePt t="257473" x="4368800" y="6483350"/>
          <p14:tracePt t="257508" x="4356100" y="6483350"/>
          <p14:tracePt t="257521" x="4337050" y="6470650"/>
          <p14:tracePt t="257538" x="4279900" y="6464300"/>
          <p14:tracePt t="257555" x="4235450" y="6457950"/>
          <p14:tracePt t="257571" x="4057650" y="6445250"/>
          <p14:tracePt t="257588" x="4000500" y="6445250"/>
          <p14:tracePt t="257604" x="3924300" y="6438900"/>
          <p14:tracePt t="257621" x="3892550" y="6438900"/>
          <p14:tracePt t="257638" x="3867150" y="6438900"/>
          <p14:tracePt t="257655" x="3860800" y="6438900"/>
          <p14:tracePt t="257711" x="3867150" y="6438900"/>
          <p14:tracePt t="257739" x="3879850" y="6438900"/>
          <p14:tracePt t="257746" x="3898900" y="6438900"/>
          <p14:tracePt t="257760" x="3930650" y="6438900"/>
          <p14:tracePt t="257774" x="3968750" y="6438900"/>
          <p14:tracePt t="257790" x="4032250" y="6438900"/>
          <p14:tracePt t="257804" x="4121150" y="6438900"/>
          <p14:tracePt t="257820" x="4222750" y="6445250"/>
          <p14:tracePt t="257837" x="4337050" y="6445250"/>
          <p14:tracePt t="257854" x="4451350" y="6457950"/>
          <p14:tracePt t="257870" x="4578350" y="6477000"/>
          <p14:tracePt t="257887" x="4832350" y="6489700"/>
          <p14:tracePt t="257903" x="4959350" y="6496050"/>
          <p14:tracePt t="257920" x="5073650" y="6508750"/>
          <p14:tracePt t="257936" x="5289550" y="6508750"/>
          <p14:tracePt t="257953" x="5365750" y="6508750"/>
          <p14:tracePt t="257972" x="5530850" y="6515100"/>
          <p14:tracePt t="257987" x="5607050" y="6515100"/>
          <p14:tracePt t="258004" x="5657850" y="6515100"/>
          <p14:tracePt t="258020" x="5778500" y="6515100"/>
          <p14:tracePt t="258037" x="5816600" y="6515100"/>
          <p14:tracePt t="258054" x="5854700" y="6508750"/>
          <p14:tracePt t="258070" x="5937250" y="6496050"/>
          <p14:tracePt t="258086" x="5969000" y="6489700"/>
          <p14:tracePt t="258104" x="6026150" y="6483350"/>
          <p14:tracePt t="258119" x="6051550" y="6483350"/>
          <p14:tracePt t="258136" x="6083300" y="6483350"/>
          <p14:tracePt t="258153" x="6121400" y="6483350"/>
          <p14:tracePt t="258169" x="6140450" y="6477000"/>
          <p14:tracePt t="258186" x="6153150" y="6477000"/>
          <p14:tracePt t="258203" x="6172200" y="6470650"/>
          <p14:tracePt t="258219" x="6178550" y="6470650"/>
          <p14:tracePt t="258253" x="6178550" y="6464300"/>
          <p14:tracePt t="258272" x="6178550" y="6457950"/>
          <p14:tracePt t="258293" x="6172200" y="6457950"/>
          <p14:tracePt t="258377" x="6165850" y="6457950"/>
          <p14:tracePt t="258426" x="6165850" y="6451600"/>
          <p14:tracePt t="258454" x="6159500" y="6451600"/>
          <p14:tracePt t="258469" x="6153150" y="6451600"/>
          <p14:tracePt t="258476" x="6146800" y="6451600"/>
          <p14:tracePt t="258490" x="6127750" y="6451600"/>
          <p14:tracePt t="258505" x="6108700" y="6451600"/>
          <p14:tracePt t="258518" x="6070600" y="6451600"/>
          <p14:tracePt t="258534" x="6013450" y="6457950"/>
          <p14:tracePt t="258551" x="5962650" y="6457950"/>
          <p14:tracePt t="258568" x="5810250" y="6477000"/>
          <p14:tracePt t="258584" x="5746750" y="6477000"/>
          <p14:tracePt t="258602" x="5613400" y="6496050"/>
          <p14:tracePt t="258618" x="5562600" y="6508750"/>
          <p14:tracePt t="258634" x="5524500" y="6508750"/>
          <p14:tracePt t="258651" x="5473700" y="6515100"/>
          <p14:tracePt t="258667" x="5461000" y="6515100"/>
          <p14:tracePt t="258684" x="5448300" y="6521450"/>
          <p14:tracePt t="258701" x="5441950" y="6521450"/>
          <p14:tracePt t="258721" x="5448300" y="6521450"/>
          <p14:tracePt t="258734" x="5461000" y="6521450"/>
          <p14:tracePt t="258756" x="5480050" y="6521450"/>
          <p14:tracePt t="258770" x="5499100" y="6521450"/>
          <p14:tracePt t="258784" x="5524500" y="6515100"/>
          <p14:tracePt t="258800" x="5562600" y="6515100"/>
          <p14:tracePt t="258817" x="5632450" y="6496050"/>
          <p14:tracePt t="258834" x="5670550" y="6489700"/>
          <p14:tracePt t="258851" x="5702300" y="6483350"/>
          <p14:tracePt t="258867" x="5746750" y="6477000"/>
          <p14:tracePt t="258883" x="5753100" y="6477000"/>
          <p14:tracePt t="258900" x="5765800" y="6477000"/>
          <p14:tracePt t="258934" x="5765800" y="6470650"/>
          <p14:tracePt t="258950" x="5759450" y="6464300"/>
          <p14:tracePt t="258988" x="5753100" y="6464300"/>
          <p14:tracePt t="258995" x="5740400" y="6464300"/>
          <p14:tracePt t="259009" x="5727700" y="6464300"/>
          <p14:tracePt t="259023" x="5708650" y="6464300"/>
          <p14:tracePt t="259033" x="5676900" y="6464300"/>
          <p14:tracePt t="259051" x="5619750" y="6464300"/>
          <p14:tracePt t="259066" x="5556250" y="6464300"/>
          <p14:tracePt t="259083" x="5403850" y="6477000"/>
          <p14:tracePt t="259100" x="5321300" y="6483350"/>
          <p14:tracePt t="259116" x="5257800" y="6483350"/>
          <p14:tracePt t="259133" x="5181600" y="6496050"/>
          <p14:tracePt t="259150" x="5118100" y="6496050"/>
          <p14:tracePt t="259166" x="4991100" y="6496050"/>
          <p14:tracePt t="259183" x="4908550" y="6489700"/>
          <p14:tracePt t="259199" x="4756150" y="6483350"/>
          <p14:tracePt t="259216" x="4603750" y="6451600"/>
          <p14:tracePt t="259233" x="4445000" y="6445250"/>
          <p14:tracePt t="259249" x="4381500" y="6445250"/>
          <p14:tracePt t="259265" x="4273550" y="6438900"/>
          <p14:tracePt t="259282" x="4197350" y="6438900"/>
          <p14:tracePt t="259299" x="4152900" y="6432550"/>
          <p14:tracePt t="259315" x="4089400" y="6432550"/>
          <p14:tracePt t="259332" x="4025900" y="6445250"/>
          <p14:tracePt t="259348" x="4000500" y="6451600"/>
          <p14:tracePt t="259365" x="3956050" y="6464300"/>
          <p14:tracePt t="259382" x="3930650" y="6470650"/>
          <p14:tracePt t="259400" x="3924300" y="6470650"/>
          <p14:tracePt t="259416" x="3917950" y="6477000"/>
          <p14:tracePt t="259431" x="3911600" y="6477000"/>
          <p14:tracePt t="259591" x="3911600" y="6483350"/>
          <p14:tracePt t="259605" x="3917950" y="6483350"/>
          <p14:tracePt t="259619" x="3924300" y="6483350"/>
          <p14:tracePt t="259626" x="3943350" y="6483350"/>
          <p14:tracePt t="259640" x="3956050" y="6483350"/>
          <p14:tracePt t="259654" x="3975100" y="6483350"/>
          <p14:tracePt t="259664" x="4013200" y="6483350"/>
          <p14:tracePt t="259680" x="4064000" y="6483350"/>
          <p14:tracePt t="259697" x="4127500" y="6483350"/>
          <p14:tracePt t="259714" x="4273550" y="6489700"/>
          <p14:tracePt t="259731" x="4349750" y="6489700"/>
          <p14:tracePt t="259747" x="4413250" y="6489700"/>
          <p14:tracePt t="259764" x="4514850" y="6489700"/>
          <p14:tracePt t="259780" x="4546600" y="6489700"/>
          <p14:tracePt t="259797" x="4578350" y="6483350"/>
          <p14:tracePt t="259814" x="4584700" y="6483350"/>
          <p14:tracePt t="259830" x="4591050" y="6483350"/>
          <p14:tracePt t="259864" x="4591050" y="6477000"/>
          <p14:tracePt t="259886" x="4584700" y="6477000"/>
          <p14:tracePt t="260012" x="4597400" y="6477000"/>
          <p14:tracePt t="260026" x="4610100" y="6477000"/>
          <p14:tracePt t="260040" x="4616450" y="6477000"/>
          <p14:tracePt t="260054" x="4660900" y="6489700"/>
          <p14:tracePt t="260068" x="4724400" y="6502400"/>
          <p14:tracePt t="260083" x="4813300" y="6521450"/>
          <p14:tracePt t="260096" x="4921250" y="6553200"/>
          <p14:tracePt t="260112" x="5048250" y="6572250"/>
          <p14:tracePt t="260129" x="5187950" y="6597650"/>
          <p14:tracePt t="260145" x="5473700" y="6629400"/>
          <p14:tracePt t="260162" x="5594350" y="6648450"/>
          <p14:tracePt t="260179" x="5778500" y="6648450"/>
          <p14:tracePt t="260195" x="5848350" y="6648450"/>
          <p14:tracePt t="260212" x="5886450" y="6648450"/>
          <p14:tracePt t="260229" x="5937250" y="6648450"/>
          <p14:tracePt t="260245" x="5949950" y="6642100"/>
          <p14:tracePt t="260262" x="5949950" y="6635750"/>
          <p14:tracePt t="260279" x="5956300" y="6635750"/>
          <p14:tracePt t="260300" x="5962650" y="6629400"/>
          <p14:tracePt t="260335" x="5969000" y="6623050"/>
          <p14:tracePt t="260370" x="5969000" y="6616700"/>
          <p14:tracePt t="260412" x="5969000" y="6610350"/>
          <p14:tracePt t="260447" x="5969000" y="6604000"/>
          <p14:tracePt t="260718" x="6045200" y="6597650"/>
          <p14:tracePt t="260724" x="6165850" y="6584950"/>
          <p14:tracePt t="260739" x="6318250" y="6553200"/>
          <p14:tracePt t="260747" x="6464300" y="6527800"/>
          <p14:tracePt t="260760" x="6591300" y="6521450"/>
          <p14:tracePt t="260777" x="6864350" y="6464300"/>
          <p14:tracePt t="260794" x="6978650" y="6419850"/>
          <p14:tracePt t="260810" x="7200900" y="6369050"/>
          <p14:tracePt t="260826" x="7277100" y="6330950"/>
          <p14:tracePt t="260844" x="7442200" y="6254750"/>
          <p14:tracePt t="260860" x="7512050" y="6229350"/>
          <p14:tracePt t="260877" x="7562850" y="6210300"/>
          <p14:tracePt t="260893" x="7645400" y="6184900"/>
          <p14:tracePt t="260910" x="7702550" y="6153150"/>
          <p14:tracePt t="260926" x="7747000" y="6146800"/>
          <p14:tracePt t="260943" x="7804150" y="6127750"/>
          <p14:tracePt t="260960" x="7835900" y="6108700"/>
          <p14:tracePt t="260980" x="7848600" y="6102350"/>
          <p14:tracePt t="260993" x="7861300" y="6102350"/>
          <p14:tracePt t="261009" x="7867650" y="6096000"/>
          <p14:tracePt t="261029" x="7874000" y="6096000"/>
          <p14:tracePt t="261153" x="7867650" y="6096000"/>
          <p14:tracePt t="261202" x="7854950" y="6096000"/>
          <p14:tracePt t="261216" x="7848600" y="6096000"/>
          <p14:tracePt t="261251" x="7842250" y="6102350"/>
          <p14:tracePt t="261257" x="7835900" y="6102350"/>
          <p14:tracePt t="261272" x="7829550" y="6102350"/>
          <p14:tracePt t="261286" x="7816850" y="6108700"/>
          <p14:tracePt t="261300" x="7810500" y="6115050"/>
          <p14:tracePt t="261309" x="7804150" y="6115050"/>
          <p14:tracePt t="261325" x="7797800" y="6121400"/>
          <p14:tracePt t="261342" x="7778750" y="6127750"/>
          <p14:tracePt t="261358" x="7747000" y="6134100"/>
          <p14:tracePt t="261375" x="7734300" y="6140450"/>
          <p14:tracePt t="261392" x="7708900" y="6146800"/>
          <p14:tracePt t="261408" x="7696200" y="6153150"/>
          <p14:tracePt t="261425" x="7689850" y="6153150"/>
          <p14:tracePt t="261441" x="7683500" y="6153150"/>
          <p14:tracePt t="261567" x="7689850" y="6153150"/>
          <p14:tracePt t="261575" x="7696200" y="6153150"/>
          <p14:tracePt t="261588" x="7696200" y="6146800"/>
          <p14:tracePt t="261595" x="7702550" y="6140450"/>
          <p14:tracePt t="261611" x="7708900" y="6134100"/>
          <p14:tracePt t="261624" x="7727950" y="6108700"/>
          <p14:tracePt t="261640" x="7734300" y="6102350"/>
          <p14:tracePt t="261657" x="7753350" y="6076950"/>
          <p14:tracePt t="261674" x="7772400" y="6051550"/>
          <p14:tracePt t="261690" x="7772400" y="6038850"/>
          <p14:tracePt t="261708" x="7785100" y="6013450"/>
          <p14:tracePt t="261724" x="7785100" y="6007100"/>
          <p14:tracePt t="261740" x="7785100" y="6000750"/>
          <p14:tracePt t="261757" x="7791450" y="6000750"/>
          <p14:tracePt t="261791" x="7791450" y="5994400"/>
          <p14:tracePt t="261819" x="7791450" y="5988050"/>
          <p14:tracePt t="261861" x="7791450" y="5981700"/>
          <p14:tracePt t="261918" x="7785100" y="5981700"/>
          <p14:tracePt t="261939" x="7778750" y="5981700"/>
          <p14:tracePt t="261967" x="7772400" y="5981700"/>
          <p14:tracePt t="261988" x="7766050" y="5981700"/>
          <p14:tracePt t="262009" x="7759700" y="5988050"/>
          <p14:tracePt t="262016" x="7753350" y="5988050"/>
          <p14:tracePt t="262030" x="7747000" y="5988050"/>
          <p14:tracePt t="262039" x="7734300" y="5988050"/>
          <p14:tracePt t="262056" x="7715250" y="5988050"/>
          <p14:tracePt t="262073" x="7632700" y="5975350"/>
          <p14:tracePt t="262089" x="7467600" y="5956300"/>
          <p14:tracePt t="262106" x="7346950" y="5943600"/>
          <p14:tracePt t="262122" x="7092950" y="5911850"/>
          <p14:tracePt t="262139" x="6953250" y="5892800"/>
          <p14:tracePt t="262156" x="6534150" y="5861050"/>
          <p14:tracePt t="262172" x="6394450" y="5848350"/>
          <p14:tracePt t="262189" x="6254750" y="5848350"/>
          <p14:tracePt t="262205" x="6026150" y="5854700"/>
          <p14:tracePt t="262222" x="5835650" y="5873750"/>
          <p14:tracePt t="262239" x="5759450" y="5886450"/>
          <p14:tracePt t="262256" x="5626100" y="5924550"/>
          <p14:tracePt t="262272" x="5543550" y="5937250"/>
          <p14:tracePt t="262289" x="5511800" y="5956300"/>
          <p14:tracePt t="262305" x="5461000" y="5969000"/>
          <p14:tracePt t="262321" x="5429250" y="5981700"/>
          <p14:tracePt t="262339" x="5403850" y="5988050"/>
          <p14:tracePt t="262355" x="5397500" y="5994400"/>
          <p14:tracePt t="262371" x="5384800" y="6000750"/>
          <p14:tracePt t="262388" x="5378450" y="6007100"/>
          <p14:tracePt t="262429" x="5378450" y="6013450"/>
          <p14:tracePt t="262458" x="5378450" y="6019800"/>
          <p14:tracePt t="262500" x="5378450" y="6026150"/>
          <p14:tracePt t="262522" x="5384800" y="6026150"/>
          <p14:tracePt t="262528" x="5384800" y="6032500"/>
          <p14:tracePt t="262542" x="5391150" y="6032500"/>
          <p14:tracePt t="262554" x="5397500" y="6032500"/>
          <p14:tracePt t="262571" x="5410200" y="6032500"/>
          <p14:tracePt t="262587" x="5422900" y="6032500"/>
          <p14:tracePt t="262605" x="5492750" y="6038850"/>
          <p14:tracePt t="262621" x="5632450" y="6038850"/>
          <p14:tracePt t="262637" x="5721350" y="6038850"/>
          <p14:tracePt t="262654" x="5949950" y="6038850"/>
          <p14:tracePt t="262670" x="6203950" y="6026150"/>
          <p14:tracePt t="262687" x="6330950" y="6013450"/>
          <p14:tracePt t="262704" x="6572250" y="6000750"/>
          <p14:tracePt t="262720" x="6750050" y="5994400"/>
          <p14:tracePt t="262737" x="6813550" y="5994400"/>
          <p14:tracePt t="262754" x="6908800" y="5994400"/>
          <p14:tracePt t="262770" x="6934200" y="5994400"/>
          <p14:tracePt t="262787" x="6978650" y="6000750"/>
          <p14:tracePt t="262803" x="6985000" y="6000750"/>
          <p14:tracePt t="262820" x="6985000" y="6007100"/>
          <p14:tracePt t="262837" x="6985000" y="6013450"/>
          <p14:tracePt t="262869" x="6985000" y="6019800"/>
          <p14:tracePt t="262889" x="6985000" y="6026150"/>
          <p14:tracePt t="262921" x="6978650" y="6032500"/>
          <p14:tracePt t="262971" x="6972300" y="6032500"/>
          <p14:tracePt t="263006" x="6972300" y="6038850"/>
          <p14:tracePt t="263048" x="6972300" y="6045200"/>
          <p14:tracePt t="263300" x="6985000" y="6045200"/>
          <p14:tracePt t="263314" x="6991350" y="6045200"/>
          <p14:tracePt t="263321" x="7023100" y="6045200"/>
          <p14:tracePt t="263338" x="7061200" y="6045200"/>
          <p14:tracePt t="263351" x="7099300" y="6045200"/>
          <p14:tracePt t="263368" x="7162800" y="6045200"/>
          <p14:tracePt t="263385" x="7302500" y="6045200"/>
          <p14:tracePt t="263401" x="7372350" y="6057900"/>
          <p14:tracePt t="263418" x="7448550" y="6057900"/>
          <p14:tracePt t="263434" x="7512050" y="6064250"/>
          <p14:tracePt t="263451" x="7575550" y="6064250"/>
          <p14:tracePt t="263469" x="7626350" y="6064250"/>
          <p14:tracePt t="263484" x="7670800" y="6070600"/>
          <p14:tracePt t="263501" x="7696200" y="6083300"/>
          <p14:tracePt t="263518" x="7727950" y="6096000"/>
          <p14:tracePt t="263534" x="7753350" y="6102350"/>
          <p14:tracePt t="263551" x="7772400" y="6108700"/>
          <p14:tracePt t="263567" x="7778750" y="6115050"/>
          <p14:tracePt t="263584" x="7791450" y="6115050"/>
          <p14:tracePt t="263588" x="7791450" y="6121400"/>
          <p14:tracePt t="263623" x="7791450" y="6127750"/>
          <p14:tracePt t="263651" x="7797800" y="6127750"/>
          <p14:tracePt t="263686" x="7804150" y="6127750"/>
          <p14:tracePt t="263713" x="7810500" y="6127750"/>
          <p14:tracePt t="263749" x="7816850" y="6127750"/>
          <p14:tracePt t="263763" x="7823200" y="6127750"/>
          <p14:tracePt t="263848" x="7829550" y="6127750"/>
          <p14:tracePt t="263897" x="7829550" y="6121400"/>
          <p14:tracePt t="263925" x="7829550" y="6115050"/>
          <p14:tracePt t="263960" x="7823200" y="6108700"/>
          <p14:tracePt t="263988" x="7816850" y="6096000"/>
          <p14:tracePt t="264009" x="7810500" y="6096000"/>
          <p14:tracePt t="264030" x="7804150" y="6089650"/>
          <p14:tracePt t="264037" x="7797800" y="6089650"/>
          <p14:tracePt t="264048" x="7797800" y="6083300"/>
          <p14:tracePt t="264066" x="7759700" y="6070600"/>
          <p14:tracePt t="264082" x="7740650" y="6064250"/>
          <p14:tracePt t="264085" x="7702550" y="6045200"/>
          <p14:tracePt t="264099" x="7658100" y="6032500"/>
          <p14:tracePt t="264115" x="7550150" y="6000750"/>
          <p14:tracePt t="264132" x="7493000" y="5981700"/>
          <p14:tracePt t="264149" x="7385050" y="5969000"/>
          <p14:tracePt t="264165" x="7321550" y="5962650"/>
          <p14:tracePt t="264182" x="7289800" y="5962650"/>
          <p14:tracePt t="264199" x="7258050" y="5962650"/>
          <p14:tracePt t="264215" x="7245350" y="5962650"/>
          <p14:tracePt t="264232" x="7239000" y="5962650"/>
          <p14:tracePt t="264283" x="7232650" y="5962650"/>
          <p14:tracePt t="264297" x="7232650" y="5969000"/>
          <p14:tracePt t="264325" x="7226300" y="5975350"/>
          <p14:tracePt t="264332" x="7226300" y="5981700"/>
          <p14:tracePt t="264353" x="7219950" y="5981700"/>
          <p14:tracePt t="264374" x="7213600" y="5988050"/>
          <p14:tracePt t="264395" x="7200900" y="5988050"/>
          <p14:tracePt t="264423" x="7194550" y="5988050"/>
          <p14:tracePt t="264437" x="7194550" y="5994400"/>
          <p14:tracePt t="264444" x="7188200" y="5994400"/>
          <p14:tracePt t="264458" x="7181850" y="5994400"/>
          <p14:tracePt t="264472" x="7169150" y="6000750"/>
          <p14:tracePt t="264481" x="7156450" y="6007100"/>
          <p14:tracePt t="264498" x="7137400" y="6013450"/>
          <p14:tracePt t="264515" x="7112000" y="6013450"/>
          <p14:tracePt t="264530" x="7073900" y="6038850"/>
          <p14:tracePt t="264547" x="7042150" y="6038850"/>
          <p14:tracePt t="264564" x="7029450" y="6045200"/>
          <p14:tracePt t="264581" x="6997700" y="6057900"/>
          <p14:tracePt t="264597" x="6985000" y="6057900"/>
          <p14:tracePt t="264614" x="6972300" y="6070600"/>
          <p14:tracePt t="264630" x="6965950" y="6070600"/>
          <p14:tracePt t="264690" x="6965950" y="6076950"/>
          <p14:tracePt t="264697" x="6972300" y="6076950"/>
          <p14:tracePt t="264711" x="6978650" y="6076950"/>
          <p14:tracePt t="264725" x="6985000" y="6076950"/>
          <p14:tracePt t="264739" x="6997700" y="6076950"/>
          <p14:tracePt t="264747" x="7016750" y="6083300"/>
          <p14:tracePt t="264763" x="7035800" y="6083300"/>
          <p14:tracePt t="264779" x="7086600" y="6083300"/>
          <p14:tracePt t="264796" x="7200900" y="6096000"/>
          <p14:tracePt t="264813" x="7277100" y="6096000"/>
          <p14:tracePt t="264830" x="7435850" y="6115050"/>
          <p14:tracePt t="264846" x="7512050" y="6115050"/>
          <p14:tracePt t="264863" x="7562850" y="6115050"/>
          <p14:tracePt t="264880" x="7645400" y="6121400"/>
          <p14:tracePt t="264896" x="7664450" y="6127750"/>
          <p14:tracePt t="264913" x="7677150" y="6127750"/>
          <p14:tracePt t="264929" x="7689850" y="6127750"/>
          <p14:tracePt t="265012" x="7683500" y="6127750"/>
          <p14:tracePt t="265027" x="7677150" y="6127750"/>
          <p14:tracePt t="265048" x="7664450" y="6127750"/>
          <p14:tracePt t="265061" x="7639050" y="6127750"/>
          <p14:tracePt t="265076" x="7620000" y="6127750"/>
          <p14:tracePt t="265090" x="7575550" y="6134100"/>
          <p14:tracePt t="265098" x="7493000" y="6134100"/>
          <p14:tracePt t="265113" x="7397750" y="6134100"/>
          <p14:tracePt t="265128" x="7270750" y="6146800"/>
          <p14:tracePt t="265146" x="6985000" y="6153150"/>
          <p14:tracePt t="265162" x="6845300" y="6165850"/>
          <p14:tracePt t="265178" x="6711950" y="6165850"/>
          <p14:tracePt t="265195" x="6508750" y="6165850"/>
          <p14:tracePt t="265211" x="6445250" y="6165850"/>
          <p14:tracePt t="265228" x="6400800" y="6172200"/>
          <p14:tracePt t="265245" x="6350000" y="6178550"/>
          <p14:tracePt t="265307" x="6356350" y="6178550"/>
          <p14:tracePt t="265314" x="6375400" y="6178550"/>
          <p14:tracePt t="265330" x="6400800" y="6172200"/>
          <p14:tracePt t="265344" x="6419850" y="6165850"/>
          <p14:tracePt t="265361" x="6470650" y="6159500"/>
          <p14:tracePt t="265378" x="6591300" y="6140450"/>
          <p14:tracePt t="265394" x="6642100" y="6121400"/>
          <p14:tracePt t="265411" x="6699250" y="6102350"/>
          <p14:tracePt t="265428" x="6781800" y="6076950"/>
          <p14:tracePt t="265444" x="6794500" y="6070600"/>
          <p14:tracePt t="265462" x="6800850" y="6064250"/>
          <p14:tracePt t="265477" x="6800850" y="6057900"/>
          <p14:tracePt t="265494" x="6794500" y="6057900"/>
          <p14:tracePt t="265511" x="6769100" y="6057900"/>
          <p14:tracePt t="265527" x="6673850" y="6057900"/>
          <p14:tracePt t="265544" x="6584950" y="6057900"/>
          <p14:tracePt t="265560" x="6375400" y="6083300"/>
          <p14:tracePt t="265577" x="6261100" y="6096000"/>
          <p14:tracePt t="265594" x="6159500" y="6108700"/>
          <p14:tracePt t="265610" x="5988050" y="6146800"/>
          <p14:tracePt t="265627" x="5956300" y="6159500"/>
          <p14:tracePt t="265645" x="5924550" y="6165850"/>
          <p14:tracePt t="265676" x="5930900" y="6165850"/>
          <p14:tracePt t="265694" x="5988050" y="6165850"/>
          <p14:tracePt t="265710" x="6051550" y="6159500"/>
          <p14:tracePt t="265727" x="6153150" y="6159500"/>
          <p14:tracePt t="265743" x="6464300" y="6159500"/>
          <p14:tracePt t="265760" x="6705600" y="6146800"/>
          <p14:tracePt t="265776" x="7086600" y="6121400"/>
          <p14:tracePt t="265793" x="7200900" y="6108700"/>
          <p14:tracePt t="265809" x="7277100" y="6089650"/>
          <p14:tracePt t="265827" x="7334250" y="6083300"/>
          <p14:tracePt t="265843" x="7340600" y="6083300"/>
          <p14:tracePt t="265876" x="7327900" y="6083300"/>
          <p14:tracePt t="265893" x="7315200" y="6083300"/>
          <p14:tracePt t="265909" x="7245350" y="6096000"/>
          <p14:tracePt t="265926" x="7175500" y="6108700"/>
          <p14:tracePt t="265943" x="7073900" y="6134100"/>
          <p14:tracePt t="265960" x="6864350" y="6191250"/>
          <p14:tracePt t="265975" x="6800850" y="6210300"/>
          <p14:tracePt t="265992" x="6724650" y="6235700"/>
          <p14:tracePt t="266009" x="6711950" y="6242050"/>
          <p14:tracePt t="266041" x="6718300" y="6242050"/>
          <p14:tracePt t="266059" x="6750050" y="6229350"/>
          <p14:tracePt t="266075" x="6883400" y="6210300"/>
          <p14:tracePt t="266092" x="6972300" y="6191250"/>
          <p14:tracePt t="266109" x="7086600" y="6159500"/>
          <p14:tracePt t="266125" x="7308850" y="6096000"/>
          <p14:tracePt t="266142" x="7397750" y="6070600"/>
          <p14:tracePt t="266158" x="7499350" y="6032500"/>
          <p14:tracePt t="266175" x="7512050" y="6032500"/>
          <p14:tracePt t="266208" x="7499350" y="6026150"/>
          <p14:tracePt t="266225" x="7486650" y="6026150"/>
          <p14:tracePt t="266241" x="7448550" y="6026150"/>
          <p14:tracePt t="266258" x="7296150" y="6038850"/>
          <p14:tracePt t="266274" x="7162800" y="6083300"/>
          <p14:tracePt t="266291" x="6794500" y="6184900"/>
          <p14:tracePt t="266308" x="6584950" y="6254750"/>
          <p14:tracePt t="266325" x="6362700" y="6318250"/>
          <p14:tracePt t="266341" x="6324600" y="6337300"/>
          <p14:tracePt t="266357" x="6280150" y="6350000"/>
          <p14:tracePt t="266375" x="6280150" y="6356350"/>
          <p14:tracePt t="266391" x="6330950" y="6337300"/>
          <p14:tracePt t="266408" x="6400800" y="6318250"/>
          <p14:tracePt t="266424" x="6502400" y="6292850"/>
          <p14:tracePt t="266441" x="6775450" y="6223000"/>
          <p14:tracePt t="266458" x="6927850" y="6191250"/>
          <p14:tracePt t="266474" x="7118350" y="6115050"/>
          <p14:tracePt t="266490" x="7156450" y="6102350"/>
          <p14:tracePt t="266508" x="7162800" y="6089650"/>
          <p14:tracePt t="266524" x="7162800" y="6083300"/>
          <p14:tracePt t="266540" x="7156450" y="6083300"/>
          <p14:tracePt t="266557" x="7137400" y="6083300"/>
          <p14:tracePt t="266574" x="7016750" y="6083300"/>
          <p14:tracePt t="266590" x="6889750" y="6115050"/>
          <p14:tracePt t="266607" x="6597650" y="6165850"/>
          <p14:tracePt t="266623" x="6496050" y="6184900"/>
          <p14:tracePt t="266640" x="6413500" y="6203950"/>
          <p14:tracePt t="266657" x="6356350" y="6216650"/>
          <p14:tracePt t="266673" x="6343650" y="6216650"/>
          <p14:tracePt t="266690" x="6350000" y="6216650"/>
          <p14:tracePt t="266706" x="6381750" y="6203950"/>
          <p14:tracePt t="266723" x="6432550" y="6184900"/>
          <p14:tracePt t="266740" x="6673850" y="6121400"/>
          <p14:tracePt t="266756" x="6845300" y="6096000"/>
          <p14:tracePt t="266774" x="7035800" y="6070600"/>
          <p14:tracePt t="266789" x="7245350" y="6051550"/>
          <p14:tracePt t="266806" x="7283450" y="6051550"/>
          <p14:tracePt t="266823" x="7296150" y="6045200"/>
          <p14:tracePt t="266855" x="7277100" y="6045200"/>
          <p14:tracePt t="266873" x="7245350" y="6038850"/>
          <p14:tracePt t="266889" x="7194550" y="6038850"/>
          <p14:tracePt t="266906" x="7080250" y="6057900"/>
          <p14:tracePt t="266923" x="6743700" y="6096000"/>
          <p14:tracePt t="266939" x="6527800" y="6108700"/>
          <p14:tracePt t="266956" x="6330950" y="6134100"/>
          <p14:tracePt t="266972" x="6096000" y="6165850"/>
          <p14:tracePt t="266989" x="6032500" y="6165850"/>
          <p14:tracePt t="267006" x="6013450" y="6159500"/>
          <p14:tracePt t="267022" x="6019800" y="6146800"/>
          <p14:tracePt t="267039" x="6057900" y="6121400"/>
          <p14:tracePt t="267055" x="6362700" y="6007100"/>
          <p14:tracePt t="267072" x="6515100" y="5969000"/>
          <p14:tracePt t="267089" x="6877050" y="5880100"/>
          <p14:tracePt t="267105" x="7092950" y="5861050"/>
          <p14:tracePt t="267122" x="7169150" y="5848350"/>
          <p14:tracePt t="267139" x="7226300" y="5842000"/>
          <p14:tracePt t="267171" x="7219950" y="5842000"/>
          <p14:tracePt t="267189" x="7200900" y="5835650"/>
          <p14:tracePt t="267205" x="7162800" y="5835650"/>
          <p14:tracePt t="267221" x="7112000" y="5842000"/>
          <p14:tracePt t="267238" x="6908800" y="5880100"/>
          <p14:tracePt t="267254" x="6546850" y="6007100"/>
          <p14:tracePt t="267272" x="6388100" y="6057900"/>
          <p14:tracePt t="267288" x="6146800" y="6146800"/>
          <p14:tracePt t="267304" x="6089650" y="6172200"/>
          <p14:tracePt t="267321" x="6057900" y="6191250"/>
          <p14:tracePt t="267354" x="6057900" y="6197600"/>
          <p14:tracePt t="267371" x="6121400" y="6197600"/>
          <p14:tracePt t="267387" x="6197600" y="6197600"/>
          <p14:tracePt t="267404" x="6330950" y="6197600"/>
          <p14:tracePt t="267421" x="6807200" y="6197600"/>
          <p14:tracePt t="267437" x="7023100" y="6203950"/>
          <p14:tracePt t="267455" x="7315200" y="6197600"/>
          <p14:tracePt t="267470" x="7372350" y="6178550"/>
          <p14:tracePt t="267488" x="7391400" y="6178550"/>
          <p14:tracePt t="267504" x="7385050" y="6178550"/>
          <p14:tracePt t="267520" x="7378700" y="6172200"/>
          <p14:tracePt t="267537" x="7359650" y="6172200"/>
          <p14:tracePt t="267554" x="7283450" y="6159500"/>
          <p14:tracePt t="267570" x="7169150" y="6159500"/>
          <p14:tracePt t="267589" x="6883400" y="6191250"/>
          <p14:tracePt t="267605" x="6756400" y="6210300"/>
          <p14:tracePt t="267621" x="6642100" y="6229350"/>
          <p14:tracePt t="267638" x="6521450" y="6248400"/>
          <p14:tracePt t="267654" x="6502400" y="6248400"/>
          <p14:tracePt t="267670" x="6489700" y="6248400"/>
          <p14:tracePt t="267687" x="6496050" y="6254750"/>
          <p14:tracePt t="267703" x="6521450" y="6248400"/>
          <p14:tracePt t="267720" x="6565900" y="6242050"/>
          <p14:tracePt t="267736" x="6775450" y="6197600"/>
          <p14:tracePt t="267752" x="6953250" y="6184900"/>
          <p14:tracePt t="267770" x="7112000" y="6172200"/>
          <p14:tracePt t="267786" x="7308850" y="6146800"/>
          <p14:tracePt t="267803" x="7327900" y="6134100"/>
          <p14:tracePt t="267820" x="7327900" y="6127750"/>
          <p14:tracePt t="267836" x="7321550" y="6121400"/>
          <p14:tracePt t="267852" x="7296150" y="6108700"/>
          <p14:tracePt t="267869" x="7219950" y="6108700"/>
          <p14:tracePt t="267886" x="7067550" y="6108700"/>
          <p14:tracePt t="267902" x="6978650" y="6108700"/>
          <p14:tracePt t="267919" x="6826250" y="6108700"/>
          <p14:tracePt t="268881" x="6838950" y="6121400"/>
          <p14:tracePt t="268888" x="6883400" y="6146800"/>
          <p14:tracePt t="268903" x="6921500" y="6165850"/>
          <p14:tracePt t="268915" x="6953250" y="6172200"/>
          <p14:tracePt t="268933" x="7035800" y="6197600"/>
          <p14:tracePt t="268948" x="7080250" y="6197600"/>
          <p14:tracePt t="268966" x="7156450" y="6197600"/>
          <p14:tracePt t="268982" x="7239000" y="6191250"/>
          <p14:tracePt t="268998" x="7270750" y="6184900"/>
          <p14:tracePt t="269015" x="7321550" y="6159500"/>
          <p14:tracePt t="269032" x="7353300" y="6127750"/>
          <p14:tracePt t="269048" x="7366000" y="6108700"/>
          <p14:tracePt t="269065" x="7404100" y="6076950"/>
          <p14:tracePt t="269082" x="7429500" y="6038850"/>
        </p14:tracePtLst>
      </p14:laserTraceLst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76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FFFFFF">
                    <a:lumMod val="65000"/>
                  </a:srgbClr>
                </a:solidFill>
              </a:rPr>
              <a:t>%</a:t>
            </a:r>
            <a:r>
              <a:rPr lang="en-US" altLang="en-US" dirty="0">
                <a:solidFill>
                  <a:srgbClr val="000000"/>
                </a:solidFill>
              </a:rPr>
              <a:t> cat runaclass.py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b="1" dirty="0">
                <a:solidFill>
                  <a:srgbClr val="000000"/>
                </a:solidFill>
              </a:rPr>
              <a:t>class Person():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</a:t>
            </a:r>
            <a:r>
              <a:rPr lang="en-US" altLang="en-US" dirty="0">
                <a:solidFill>
                  <a:srgbClr val="3333CC"/>
                </a:solidFill>
              </a:rPr>
              <a:t>total </a:t>
            </a:r>
            <a:r>
              <a:rPr lang="en-US" altLang="en-US" dirty="0">
                <a:solidFill>
                  <a:srgbClr val="000000"/>
                </a:solidFill>
              </a:rPr>
              <a:t>= 0  </a:t>
            </a:r>
            <a:r>
              <a:rPr lang="en-US" altLang="en-US" dirty="0">
                <a:solidFill>
                  <a:srgbClr val="FF0000"/>
                </a:solidFill>
              </a:rPr>
              <a:t># a class attribute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def __</a:t>
            </a:r>
            <a:r>
              <a:rPr lang="en-US" altLang="en-US" dirty="0" err="1">
                <a:solidFill>
                  <a:srgbClr val="000000"/>
                </a:solidFill>
              </a:rPr>
              <a:t>init</a:t>
            </a:r>
            <a:r>
              <a:rPr lang="en-US" altLang="en-US" dirty="0">
                <a:solidFill>
                  <a:srgbClr val="000000"/>
                </a:solidFill>
              </a:rPr>
              <a:t>__(</a:t>
            </a:r>
            <a:r>
              <a:rPr lang="en-US" altLang="en-US" dirty="0" err="1">
                <a:solidFill>
                  <a:srgbClr val="000000"/>
                </a:solidFill>
              </a:rPr>
              <a:t>self,name</a:t>
            </a:r>
            <a:r>
              <a:rPr lang="en-US" altLang="en-US" dirty="0">
                <a:solidFill>
                  <a:srgbClr val="000000"/>
                </a:solidFill>
              </a:rPr>
              <a:t>="</a:t>
            </a:r>
            <a:r>
              <a:rPr lang="en-US" altLang="en-US" dirty="0" err="1">
                <a:solidFill>
                  <a:srgbClr val="000000"/>
                </a:solidFill>
              </a:rPr>
              <a:t>Tom",age</a:t>
            </a:r>
            <a:r>
              <a:rPr lang="en-US" altLang="en-US" dirty="0">
                <a:solidFill>
                  <a:srgbClr val="000000"/>
                </a:solidFill>
              </a:rPr>
              <a:t>=19,location="Kaohsiung"):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     self.</a:t>
            </a:r>
            <a:r>
              <a:rPr lang="en-US" altLang="en-US" dirty="0">
                <a:solidFill>
                  <a:srgbClr val="3333CC"/>
                </a:solidFill>
              </a:rPr>
              <a:t>name</a:t>
            </a:r>
            <a:r>
              <a:rPr lang="en-US" altLang="en-US" dirty="0">
                <a:solidFill>
                  <a:srgbClr val="000000"/>
                </a:solidFill>
              </a:rPr>
              <a:t> = name        </a:t>
            </a:r>
            <a:r>
              <a:rPr lang="en-US" altLang="en-US" dirty="0">
                <a:solidFill>
                  <a:srgbClr val="FF0000"/>
                </a:solidFill>
              </a:rPr>
              <a:t># an object attribute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     </a:t>
            </a:r>
            <a:r>
              <a:rPr lang="en-US" altLang="en-US" dirty="0" err="1">
                <a:solidFill>
                  <a:srgbClr val="000000"/>
                </a:solidFill>
              </a:rPr>
              <a:t>self.</a:t>
            </a:r>
            <a:r>
              <a:rPr lang="en-US" altLang="en-US" dirty="0" err="1">
                <a:solidFill>
                  <a:srgbClr val="3333CC"/>
                </a:solidFill>
              </a:rPr>
              <a:t>age</a:t>
            </a:r>
            <a:r>
              <a:rPr lang="en-US" altLang="en-US" dirty="0">
                <a:solidFill>
                  <a:srgbClr val="000000"/>
                </a:solidFill>
              </a:rPr>
              <a:t> = age</a:t>
            </a:r>
            <a:r>
              <a:rPr lang="en-US" altLang="en-US" dirty="0">
                <a:solidFill>
                  <a:srgbClr val="FF0000"/>
                </a:solidFill>
              </a:rPr>
              <a:t>              # an object attribute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     </a:t>
            </a:r>
            <a:r>
              <a:rPr lang="en-US" altLang="en-US" dirty="0" err="1">
                <a:solidFill>
                  <a:srgbClr val="000000"/>
                </a:solidFill>
              </a:rPr>
              <a:t>self.</a:t>
            </a:r>
            <a:r>
              <a:rPr lang="en-US" altLang="en-US" dirty="0" err="1">
                <a:solidFill>
                  <a:srgbClr val="3333CC"/>
                </a:solidFill>
              </a:rPr>
              <a:t>location</a:t>
            </a:r>
            <a:r>
              <a:rPr lang="en-US" altLang="en-US" dirty="0">
                <a:solidFill>
                  <a:srgbClr val="000000"/>
                </a:solidFill>
              </a:rPr>
              <a:t> = location </a:t>
            </a:r>
            <a:r>
              <a:rPr lang="en-US" altLang="en-US" dirty="0">
                <a:solidFill>
                  <a:srgbClr val="FF0000"/>
                </a:solidFill>
              </a:rPr>
              <a:t># an object attribute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     </a:t>
            </a:r>
            <a:r>
              <a:rPr lang="en-US" altLang="en-US" dirty="0" err="1">
                <a:solidFill>
                  <a:srgbClr val="000000"/>
                </a:solidFill>
              </a:rPr>
              <a:t>Person.</a:t>
            </a:r>
            <a:r>
              <a:rPr lang="en-US" altLang="en-US" dirty="0" err="1">
                <a:solidFill>
                  <a:srgbClr val="3333CC"/>
                </a:solidFill>
              </a:rPr>
              <a:t>total</a:t>
            </a:r>
            <a:r>
              <a:rPr lang="en-US" altLang="en-US" dirty="0">
                <a:solidFill>
                  <a:srgbClr val="000000"/>
                </a:solidFill>
              </a:rPr>
              <a:t> += 1         </a:t>
            </a:r>
            <a:r>
              <a:rPr lang="en-US" altLang="en-US" dirty="0">
                <a:solidFill>
                  <a:srgbClr val="FF0000"/>
                </a:solidFill>
              </a:rPr>
              <a:t># updates the class attribute</a:t>
            </a:r>
            <a:endParaRPr lang="en-US" altLang="en-US" sz="14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</a:t>
            </a:r>
            <a:r>
              <a:rPr lang="en-US" altLang="en-US" dirty="0">
                <a:solidFill>
                  <a:srgbClr val="00B050"/>
                </a:solidFill>
              </a:rPr>
              <a:t>def talk(self):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     print ("I'm", self.name, "and I'm", </a:t>
            </a:r>
            <a:r>
              <a:rPr lang="en-US" altLang="en-US" dirty="0" err="1">
                <a:solidFill>
                  <a:srgbClr val="000000"/>
                </a:solidFill>
              </a:rPr>
              <a:t>self.age</a:t>
            </a:r>
            <a:r>
              <a:rPr lang="en-US" altLang="en-US" dirty="0">
                <a:solidFill>
                  <a:srgbClr val="000000"/>
                </a:solidFill>
              </a:rPr>
              <a:t>, "years old")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</a:t>
            </a:r>
            <a:r>
              <a:rPr lang="en-US" altLang="en-US" dirty="0">
                <a:solidFill>
                  <a:srgbClr val="00B050"/>
                </a:solidFill>
              </a:rPr>
              <a:t>def __</a:t>
            </a:r>
            <a:r>
              <a:rPr lang="en-US" altLang="en-US" dirty="0" err="1">
                <a:solidFill>
                  <a:srgbClr val="00B050"/>
                </a:solidFill>
              </a:rPr>
              <a:t>str</a:t>
            </a:r>
            <a:r>
              <a:rPr lang="en-US" altLang="en-US" dirty="0">
                <a:solidFill>
                  <a:srgbClr val="00B050"/>
                </a:solidFill>
              </a:rPr>
              <a:t>__(self):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         return("I'm "+self.name+" and I live in "+</a:t>
            </a:r>
            <a:r>
              <a:rPr lang="en-US" altLang="en-US" dirty="0" err="1">
                <a:solidFill>
                  <a:srgbClr val="000000"/>
                </a:solidFill>
              </a:rPr>
              <a:t>str</a:t>
            </a:r>
            <a:r>
              <a:rPr lang="en-US" altLang="en-US" dirty="0">
                <a:solidFill>
                  <a:srgbClr val="000000"/>
                </a:solidFill>
              </a:rPr>
              <a:t>(</a:t>
            </a:r>
            <a:r>
              <a:rPr lang="en-US" altLang="en-US" dirty="0" err="1">
                <a:solidFill>
                  <a:srgbClr val="000000"/>
                </a:solidFill>
              </a:rPr>
              <a:t>self.location</a:t>
            </a:r>
            <a:r>
              <a:rPr lang="en-US" altLang="en-US" dirty="0">
                <a:solidFill>
                  <a:srgbClr val="000000"/>
                </a:solidFill>
              </a:rPr>
              <a:t>))</a:t>
            </a:r>
            <a:endParaRPr lang="en-US" altLang="en-US" sz="14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("\</a:t>
            </a:r>
            <a:r>
              <a:rPr lang="en-US" altLang="en-US" dirty="0" err="1">
                <a:solidFill>
                  <a:srgbClr val="000000"/>
                </a:solidFill>
              </a:rPr>
              <a:t>nBefore</a:t>
            </a:r>
            <a:r>
              <a:rPr lang="en-US" altLang="en-US" dirty="0">
                <a:solidFill>
                  <a:srgbClr val="000000"/>
                </a:solidFill>
              </a:rPr>
              <a:t> creating instances: </a:t>
            </a:r>
            <a:r>
              <a:rPr lang="en-US" altLang="en-US" dirty="0" err="1">
                <a:solidFill>
                  <a:srgbClr val="000000"/>
                </a:solidFill>
              </a:rPr>
              <a:t>Person.total</a:t>
            </a:r>
            <a:r>
              <a:rPr lang="en-US" altLang="en-US" dirty="0">
                <a:solidFill>
                  <a:srgbClr val="000000"/>
                </a:solidFill>
              </a:rPr>
              <a:t>=", </a:t>
            </a:r>
            <a:r>
              <a:rPr lang="en-US" altLang="en-US" dirty="0" err="1">
                <a:solidFill>
                  <a:srgbClr val="000000"/>
                </a:solidFill>
              </a:rPr>
              <a:t>Person.total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000000"/>
                </a:solidFill>
              </a:rPr>
              <a:t>aperson</a:t>
            </a:r>
            <a:r>
              <a:rPr lang="en-US" altLang="en-US" dirty="0">
                <a:solidFill>
                  <a:srgbClr val="000000"/>
                </a:solidFill>
              </a:rPr>
              <a:t> = Person()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print("Hi, </a:t>
            </a:r>
            <a:r>
              <a:rPr lang="en-US" altLang="en-US" dirty="0" err="1">
                <a:solidFill>
                  <a:srgbClr val="000000"/>
                </a:solidFill>
              </a:rPr>
              <a:t>I'm",aperson.name,"and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I'm",aperson.age,"years</a:t>
            </a:r>
            <a:r>
              <a:rPr lang="en-US" altLang="en-US" dirty="0">
                <a:solidFill>
                  <a:srgbClr val="000000"/>
                </a:solidFill>
              </a:rPr>
              <a:t> old")</a:t>
            </a:r>
            <a:endParaRPr lang="en-US" altLang="ja-JP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000000"/>
                </a:solidFill>
              </a:rPr>
              <a:t>aperson.talk</a:t>
            </a:r>
            <a:r>
              <a:rPr lang="en-US" altLang="en-US" dirty="0">
                <a:solidFill>
                  <a:srgbClr val="000000"/>
                </a:solidFill>
              </a:rPr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</a:t>
            </a:r>
            <a:r>
              <a:rPr lang="en-US" altLang="en-US" dirty="0" err="1">
                <a:solidFill>
                  <a:srgbClr val="000000"/>
                </a:solidFill>
              </a:rPr>
              <a:t>aperson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ruby = Person("Ruby", 21)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("Hi, I'm", ruby.name, "and I'm", </a:t>
            </a:r>
            <a:r>
              <a:rPr lang="en-US" altLang="en-US" dirty="0" err="1">
                <a:solidFill>
                  <a:srgbClr val="000000"/>
                </a:solidFill>
              </a:rPr>
              <a:t>ruby.age</a:t>
            </a:r>
            <a:r>
              <a:rPr lang="en-US" altLang="en-US" dirty="0">
                <a:solidFill>
                  <a:srgbClr val="000000"/>
                </a:solidFill>
              </a:rPr>
              <a:t>, "years old")</a:t>
            </a:r>
            <a:endParaRPr lang="en-US" altLang="ja-JP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000000"/>
                </a:solidFill>
              </a:rPr>
              <a:t>ruby.talk</a:t>
            </a:r>
            <a:r>
              <a:rPr lang="en-US" altLang="en-US" dirty="0">
                <a:solidFill>
                  <a:srgbClr val="000000"/>
                </a:solidFill>
              </a:rPr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(ruby)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("Now </a:t>
            </a:r>
            <a:r>
              <a:rPr lang="en-US" altLang="en-US" dirty="0" err="1">
                <a:solidFill>
                  <a:srgbClr val="000000"/>
                </a:solidFill>
              </a:rPr>
              <a:t>Person.total</a:t>
            </a:r>
            <a:r>
              <a:rPr lang="en-US" altLang="en-US" dirty="0">
                <a:solidFill>
                  <a:srgbClr val="000000"/>
                </a:solidFill>
              </a:rPr>
              <a:t>=", </a:t>
            </a:r>
            <a:r>
              <a:rPr lang="en-US" altLang="en-US" dirty="0" err="1">
                <a:solidFill>
                  <a:srgbClr val="000000"/>
                </a:solidFill>
              </a:rPr>
              <a:t>Person.total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FFFFFF">
                    <a:lumMod val="65000"/>
                  </a:srgbClr>
                </a:solidFill>
              </a:rPr>
              <a:t>%</a:t>
            </a:r>
            <a:r>
              <a:rPr lang="en-US" altLang="en-US" dirty="0">
                <a:solidFill>
                  <a:srgbClr val="000000"/>
                </a:solidFill>
              </a:rPr>
              <a:t> python3 runaclass.py</a:t>
            </a:r>
          </a:p>
          <a:p>
            <a:pPr eaLnBrk="1" hangingPunct="1">
              <a:lnSpc>
                <a:spcPct val="81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Before creating instances: </a:t>
            </a:r>
            <a:r>
              <a:rPr lang="en-US" dirty="0" err="1">
                <a:solidFill>
                  <a:srgbClr val="000000"/>
                </a:solidFill>
              </a:rPr>
              <a:t>Person.total</a:t>
            </a:r>
            <a:r>
              <a:rPr lang="en-US" dirty="0">
                <a:solidFill>
                  <a:srgbClr val="000000"/>
                </a:solidFill>
              </a:rPr>
              <a:t>= 0</a:t>
            </a:r>
          </a:p>
          <a:p>
            <a:r>
              <a:rPr lang="en-US" dirty="0">
                <a:solidFill>
                  <a:srgbClr val="000000"/>
                </a:solidFill>
              </a:rPr>
              <a:t>Hi, I'm Tom and I'm 19 years old</a:t>
            </a:r>
          </a:p>
          <a:p>
            <a:r>
              <a:rPr lang="en-US" dirty="0">
                <a:solidFill>
                  <a:srgbClr val="000000"/>
                </a:solidFill>
              </a:rPr>
              <a:t>I'm Tom and I'm 19 years old</a:t>
            </a:r>
          </a:p>
          <a:p>
            <a:r>
              <a:rPr lang="en-US" dirty="0">
                <a:solidFill>
                  <a:srgbClr val="000000"/>
                </a:solidFill>
              </a:rPr>
              <a:t>I'm Tom and I live in Kaohsiung</a:t>
            </a:r>
          </a:p>
          <a:p>
            <a:r>
              <a:rPr lang="en-US" dirty="0">
                <a:solidFill>
                  <a:srgbClr val="000000"/>
                </a:solidFill>
              </a:rPr>
              <a:t>Hi, I'm Ruby and I'm 21 years old</a:t>
            </a:r>
          </a:p>
          <a:p>
            <a:r>
              <a:rPr lang="en-US" dirty="0">
                <a:solidFill>
                  <a:srgbClr val="000000"/>
                </a:solidFill>
              </a:rPr>
              <a:t>I'm Ruby and I'm 21 years old</a:t>
            </a:r>
          </a:p>
          <a:p>
            <a:r>
              <a:rPr lang="en-US" dirty="0">
                <a:solidFill>
                  <a:srgbClr val="000000"/>
                </a:solidFill>
              </a:rPr>
              <a:t>I'm Ruby and I live in Kaohsiung</a:t>
            </a:r>
          </a:p>
          <a:p>
            <a:r>
              <a:rPr lang="en-US" dirty="0">
                <a:solidFill>
                  <a:srgbClr val="000000"/>
                </a:solidFill>
              </a:rPr>
              <a:t>Now </a:t>
            </a:r>
            <a:r>
              <a:rPr lang="en-US" dirty="0" err="1">
                <a:solidFill>
                  <a:srgbClr val="000000"/>
                </a:solidFill>
              </a:rPr>
              <a:t>Person.total</a:t>
            </a:r>
            <a:r>
              <a:rPr lang="en-US" dirty="0">
                <a:solidFill>
                  <a:srgbClr val="000000"/>
                </a:solidFill>
              </a:rPr>
              <a:t>= 2</a:t>
            </a:r>
          </a:p>
          <a:p>
            <a:r>
              <a:rPr lang="en-US" dirty="0">
                <a:solidFill>
                  <a:srgbClr val="FFFFFF">
                    <a:lumMod val="50000"/>
                  </a:srgbClr>
                </a:solidFill>
              </a:rPr>
              <a:t>%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0"/>
            <a:ext cx="876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1000"/>
              </a:lnSpc>
            </a:pP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221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333"/>
    </mc:Choice>
    <mc:Fallback xmlns="">
      <p:transition spd="slow" advTm="322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0.00034 -0.5182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2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8434" grpId="0"/>
      <p:bldP spid="18434" grpId="1"/>
      <p:bldP spid="3" grpId="0"/>
    </p:bldLst>
  </p:timing>
  <p:extLst>
    <p:ext uri="{3A86A75C-4F4B-4683-9AE1-C65F6400EC91}">
      <p14:laserTraceLst xmlns:p14="http://schemas.microsoft.com/office/powerpoint/2010/main">
        <p14:tracePtLst>
          <p14:tracePt t="1363" x="4349750" y="3752850"/>
          <p14:tracePt t="1369" x="4343400" y="3721100"/>
          <p14:tracePt t="1385" x="4330700" y="3689350"/>
          <p14:tracePt t="1399" x="4286250" y="3600450"/>
          <p14:tracePt t="1416" x="4248150" y="3556000"/>
          <p14:tracePt t="1433" x="4191000" y="3435350"/>
          <p14:tracePt t="1449" x="4152900" y="3365500"/>
          <p14:tracePt t="1466" x="4121150" y="3295650"/>
          <p14:tracePt t="1482" x="4019550" y="3130550"/>
          <p14:tracePt t="1499" x="3917950" y="2933700"/>
          <p14:tracePt t="1516" x="3835400" y="2768600"/>
          <p14:tracePt t="1532" x="3797300" y="2711450"/>
          <p14:tracePt t="1549" x="3714750" y="2578100"/>
          <p14:tracePt t="1566" x="3638550" y="2438400"/>
          <p14:tracePt t="1582" x="3600450" y="2381250"/>
          <p14:tracePt t="1598" x="3511550" y="2266950"/>
          <p14:tracePt t="1615" x="3435350" y="2139950"/>
          <p14:tracePt t="1632" x="3352800" y="2032000"/>
          <p14:tracePt t="1649" x="3314700" y="2000250"/>
          <p14:tracePt t="1665" x="3232150" y="1885950"/>
          <p14:tracePt t="1681" x="3124200" y="1765300"/>
          <p14:tracePt t="1699" x="3009900" y="1625600"/>
          <p14:tracePt t="1714" x="2952750" y="1555750"/>
          <p14:tracePt t="1731" x="2901950" y="1498600"/>
          <p14:tracePt t="1748" x="2794000" y="1390650"/>
          <p14:tracePt t="1765" x="2711450" y="1276350"/>
          <p14:tracePt t="1781" x="2660650" y="1225550"/>
          <p14:tracePt t="1798" x="2597150" y="1168400"/>
          <p14:tracePt t="1814" x="2559050" y="1123950"/>
          <p14:tracePt t="1831" x="2533650" y="1092200"/>
          <p14:tracePt t="1848" x="2508250" y="1060450"/>
          <p14:tracePt t="1864" x="2489200" y="1041400"/>
          <p14:tracePt t="1882" x="2476500" y="1035050"/>
          <p14:tracePt t="1897" x="2470150" y="1028700"/>
          <p14:tracePt t="1914" x="2463800" y="1022350"/>
          <p14:tracePt t="1931" x="2457450" y="1016000"/>
          <p14:tracePt t="1947" x="2451100" y="1016000"/>
          <p14:tracePt t="1964" x="2444750" y="1009650"/>
          <p14:tracePt t="1981" x="2432050" y="1009650"/>
          <p14:tracePt t="2015" x="2413000" y="1009650"/>
          <p14:tracePt t="2030" x="2393950" y="1009650"/>
          <p14:tracePt t="2047" x="2374900" y="1009650"/>
          <p14:tracePt t="2064" x="2330450" y="1009650"/>
          <p14:tracePt t="2080" x="2311400" y="1009650"/>
          <p14:tracePt t="2097" x="2254250" y="1003300"/>
          <p14:tracePt t="2114" x="2171700" y="1003300"/>
          <p14:tracePt t="2130" x="2146300" y="1003300"/>
          <p14:tracePt t="2133" x="2095500" y="1003300"/>
          <p14:tracePt t="2146" x="2070100" y="1003300"/>
          <p14:tracePt t="2163" x="1993900" y="996950"/>
          <p14:tracePt t="2180" x="1949450" y="996950"/>
          <p14:tracePt t="2197" x="1873250" y="990600"/>
          <p14:tracePt t="2213" x="1816100" y="977900"/>
          <p14:tracePt t="2229" x="1790700" y="971550"/>
          <p14:tracePt t="2247" x="1758950" y="965200"/>
          <p14:tracePt t="2263" x="1739900" y="952500"/>
          <p14:tracePt t="2279" x="1727200" y="952500"/>
          <p14:tracePt t="2296" x="1720850" y="952500"/>
          <p14:tracePt t="2313" x="1701800" y="952500"/>
          <p14:tracePt t="2329" x="1689100" y="952500"/>
          <p14:tracePt t="2346" x="1670050" y="946150"/>
          <p14:tracePt t="2362" x="1651000" y="939800"/>
          <p14:tracePt t="2380" x="1631950" y="939800"/>
          <p14:tracePt t="2921" x="1625600" y="939800"/>
          <p14:tracePt t="2935" x="1612900" y="933450"/>
          <p14:tracePt t="2942" x="1600200" y="927100"/>
          <p14:tracePt t="2956" x="1587500" y="920750"/>
          <p14:tracePt t="2963" x="1581150" y="914400"/>
          <p14:tracePt t="2980" x="1568450" y="908050"/>
          <p14:tracePt t="2994" x="1549400" y="901700"/>
          <p14:tracePt t="3010" x="1543050" y="901700"/>
          <p14:tracePt t="3027" x="1517650" y="901700"/>
          <p14:tracePt t="3043" x="1504950" y="908050"/>
          <p14:tracePt t="3061" x="1473200" y="927100"/>
          <p14:tracePt t="3077" x="1447800" y="965200"/>
          <p14:tracePt t="3093" x="1428750" y="1003300"/>
          <p14:tracePt t="3110" x="1409700" y="1085850"/>
          <p14:tracePt t="3126" x="1390650" y="1193800"/>
          <p14:tracePt t="3143" x="1390650" y="1257300"/>
          <p14:tracePt t="3160" x="1390650" y="1409700"/>
          <p14:tracePt t="3177" x="1447800" y="1644650"/>
          <p14:tracePt t="3193" x="1479550" y="1790700"/>
          <p14:tracePt t="3210" x="1619250" y="2127250"/>
          <p14:tracePt t="3226" x="1771650" y="2438400"/>
          <p14:tracePt t="3243" x="1854200" y="2571750"/>
          <p14:tracePt t="3259" x="2025650" y="2813050"/>
          <p14:tracePt t="3276" x="2120900" y="2908300"/>
          <p14:tracePt t="3293" x="2317750" y="3105150"/>
          <p14:tracePt t="3309" x="2482850" y="3225800"/>
          <p14:tracePt t="3325" x="2552700" y="3270250"/>
          <p14:tracePt t="3343" x="2755900" y="3327400"/>
          <p14:tracePt t="3359" x="2806700" y="3333750"/>
          <p14:tracePt t="3378" x="2914650" y="3333750"/>
          <p14:tracePt t="3392" x="2959100" y="3314700"/>
          <p14:tracePt t="3409" x="3035300" y="3263900"/>
          <p14:tracePt t="3426" x="3067050" y="3232150"/>
          <p14:tracePt t="3442" x="3092450" y="3206750"/>
          <p14:tracePt t="3459" x="3136900" y="3105150"/>
          <p14:tracePt t="3476" x="3162300" y="2984500"/>
          <p14:tracePt t="3492" x="3162300" y="2857500"/>
          <p14:tracePt t="3509" x="3162300" y="2768600"/>
          <p14:tracePt t="3525" x="3117850" y="2540000"/>
          <p14:tracePt t="3542" x="3041650" y="2279650"/>
          <p14:tracePt t="3558" x="2971800" y="2139950"/>
          <p14:tracePt t="3575" x="2844800" y="1911350"/>
          <p14:tracePt t="3592" x="2711450" y="1682750"/>
          <p14:tracePt t="3609" x="2584450" y="1504950"/>
          <p14:tracePt t="3624" x="2527300" y="1422400"/>
          <p14:tracePt t="3641" x="2438400" y="1320800"/>
          <p14:tracePt t="3658" x="2381250" y="1263650"/>
          <p14:tracePt t="3675" x="2349500" y="1225550"/>
          <p14:tracePt t="3692" x="2286000" y="1136650"/>
          <p14:tracePt t="3709" x="2235200" y="1079500"/>
          <p14:tracePt t="3724" x="2216150" y="1066800"/>
          <p14:tracePt t="3741" x="2171700" y="1022350"/>
          <p14:tracePt t="3757" x="2139950" y="996950"/>
          <p14:tracePt t="3774" x="2114550" y="984250"/>
          <p14:tracePt t="3792" x="2089150" y="952500"/>
          <p14:tracePt t="3808" x="2057400" y="933450"/>
          <p14:tracePt t="3824" x="2051050" y="927100"/>
          <p14:tracePt t="3841" x="2025650" y="914400"/>
          <p14:tracePt t="3857" x="2012950" y="908050"/>
          <p14:tracePt t="3874" x="2000250" y="901700"/>
          <p14:tracePt t="3891" x="1993900" y="895350"/>
          <p14:tracePt t="3908" x="1974850" y="889000"/>
          <p14:tracePt t="3925" x="1955800" y="876300"/>
          <p14:tracePt t="3940" x="1949450" y="869950"/>
          <p14:tracePt t="3957" x="1936750" y="869950"/>
          <p14:tracePt t="3974" x="1898650" y="844550"/>
          <p14:tracePt t="3990" x="1879600" y="831850"/>
          <p14:tracePt t="4007" x="1847850" y="812800"/>
          <p14:tracePt t="4024" x="1797050" y="787400"/>
          <p14:tracePt t="4041" x="1765300" y="762000"/>
          <p14:tracePt t="4057" x="1739900" y="736600"/>
          <p14:tracePt t="4073" x="1670050" y="679450"/>
          <p14:tracePt t="4090" x="1638300" y="654050"/>
          <p14:tracePt t="4107" x="1574800" y="603250"/>
          <p14:tracePt t="4123" x="1549400" y="584200"/>
          <p14:tracePt t="4140" x="1517650" y="539750"/>
          <p14:tracePt t="4157" x="1492250" y="514350"/>
          <p14:tracePt t="4173" x="1479550" y="501650"/>
          <p14:tracePt t="4190" x="1473200" y="488950"/>
          <p14:tracePt t="4206" x="1473200" y="476250"/>
          <p14:tracePt t="4242" x="1485900" y="469900"/>
          <p14:tracePt t="4256" x="1498600" y="463550"/>
          <p14:tracePt t="4273" x="1511300" y="463550"/>
          <p14:tracePt t="4290" x="1536700" y="457200"/>
          <p14:tracePt t="4306" x="1555750" y="457200"/>
          <p14:tracePt t="4323" x="1612900" y="444500"/>
          <p14:tracePt t="4339" x="1708150" y="438150"/>
          <p14:tracePt t="4356" x="1758950" y="425450"/>
          <p14:tracePt t="4372" x="1892300" y="406400"/>
          <p14:tracePt t="4389" x="2006600" y="406400"/>
          <p14:tracePt t="4405" x="2063750" y="400050"/>
          <p14:tracePt t="4422" x="2165350" y="393700"/>
          <p14:tracePt t="4439" x="2247900" y="381000"/>
          <p14:tracePt t="4455" x="2266950" y="381000"/>
          <p14:tracePt t="4472" x="2298700" y="374650"/>
          <p14:tracePt t="4489" x="2324100" y="374650"/>
          <p14:tracePt t="4505" x="2336800" y="374650"/>
          <p14:tracePt t="4522" x="2362200" y="374650"/>
          <p14:tracePt t="4538" x="2374900" y="381000"/>
          <p14:tracePt t="4557" x="2387600" y="381000"/>
          <p14:tracePt t="4598" x="2393950" y="381000"/>
          <p14:tracePt t="4739" x="2387600" y="374650"/>
          <p14:tracePt t="4767" x="2374900" y="374650"/>
          <p14:tracePt t="4809" x="2362200" y="374650"/>
          <p14:tracePt t="4823" x="2355850" y="374650"/>
          <p14:tracePt t="5140" x="2324100" y="387350"/>
          <p14:tracePt t="5154" x="2266950" y="419100"/>
          <p14:tracePt t="5167" x="2209800" y="457200"/>
          <p14:tracePt t="5175" x="2127250" y="495300"/>
          <p14:tracePt t="5189" x="2044700" y="546100"/>
          <p14:tracePt t="5203" x="1860550" y="641350"/>
          <p14:tracePt t="5219" x="1778000" y="666750"/>
          <p14:tracePt t="5236" x="1657350" y="730250"/>
          <p14:tracePt t="5253" x="1581150" y="762000"/>
          <p14:tracePt t="5269" x="1562100" y="774700"/>
          <p14:tracePt t="5287" x="1504950" y="787400"/>
          <p14:tracePt t="5302" x="1492250" y="787400"/>
          <p14:tracePt t="5319" x="1485900" y="793750"/>
          <p14:tracePt t="5336" x="1479550" y="793750"/>
          <p14:tracePt t="5352" x="1473200" y="793750"/>
          <p14:tracePt t="5448" x="1466850" y="793750"/>
          <p14:tracePt t="5470" x="1460500" y="787400"/>
          <p14:tracePt t="5532" x="1454150" y="787400"/>
          <p14:tracePt t="5589" x="1454150" y="781050"/>
          <p14:tracePt t="5630" x="1460500" y="774700"/>
          <p14:tracePt t="5637" x="1466850" y="774700"/>
          <p14:tracePt t="5658" x="1473200" y="774700"/>
          <p14:tracePt t="5673" x="1485900" y="774700"/>
          <p14:tracePt t="5680" x="1504950" y="768350"/>
          <p14:tracePt t="5694" x="1536700" y="768350"/>
          <p14:tracePt t="5703" x="1574800" y="762000"/>
          <p14:tracePt t="5717" x="1631950" y="749300"/>
          <p14:tracePt t="5735" x="1733550" y="742950"/>
          <p14:tracePt t="5751" x="1841500" y="730250"/>
          <p14:tracePt t="5767" x="1879600" y="723900"/>
          <p14:tracePt t="5785" x="1936750" y="717550"/>
          <p14:tracePt t="5800" x="1955800" y="717550"/>
          <p14:tracePt t="5817" x="2000250" y="711200"/>
          <p14:tracePt t="5834" x="2006600" y="711200"/>
          <p14:tracePt t="5850" x="2012950" y="711200"/>
          <p14:tracePt t="5890" x="2019300" y="711200"/>
          <p14:tracePt t="5900" x="2025650" y="711200"/>
          <p14:tracePt t="5932" x="2032000" y="704850"/>
          <p14:tracePt t="5961" x="2038350" y="704850"/>
          <p14:tracePt t="5981" x="2044700" y="704850"/>
          <p14:tracePt t="5989" x="2051050" y="704850"/>
          <p14:tracePt t="6024" x="2057400" y="704850"/>
          <p14:tracePt t="6030" x="2063750" y="704850"/>
          <p14:tracePt t="6045" x="2070100" y="704850"/>
          <p14:tracePt t="6053" x="2076450" y="704850"/>
          <p14:tracePt t="6066" x="2089150" y="704850"/>
          <p14:tracePt t="6083" x="2120900" y="711200"/>
          <p14:tracePt t="6101" x="2159000" y="717550"/>
          <p14:tracePt t="6116" x="2184400" y="717550"/>
          <p14:tracePt t="6133" x="2209800" y="723900"/>
          <p14:tracePt t="6151" x="2228850" y="723900"/>
          <p14:tracePt t="6166" x="2241550" y="723900"/>
          <p14:tracePt t="6183" x="2247900" y="723900"/>
          <p14:tracePt t="6186" x="2247900" y="730250"/>
          <p14:tracePt t="6200" x="2254250" y="730250"/>
          <p14:tracePt t="6262" x="2247900" y="730250"/>
          <p14:tracePt t="6319" x="2247900" y="723900"/>
          <p14:tracePt t="6706" x="2222500" y="723900"/>
          <p14:tracePt t="6712" x="2190750" y="723900"/>
          <p14:tracePt t="6726" x="2139950" y="723900"/>
          <p14:tracePt t="6734" x="2101850" y="723900"/>
          <p14:tracePt t="6748" x="2063750" y="723900"/>
          <p14:tracePt t="6764" x="1949450" y="723900"/>
          <p14:tracePt t="6781" x="1898650" y="723900"/>
          <p14:tracePt t="6797" x="1790700" y="736600"/>
          <p14:tracePt t="6814" x="1670050" y="762000"/>
          <p14:tracePt t="6831" x="1638300" y="781050"/>
          <p14:tracePt t="6847" x="1574800" y="800100"/>
          <p14:tracePt t="6864" x="1536700" y="806450"/>
          <p14:tracePt t="6882" x="1435100" y="850900"/>
          <p14:tracePt t="6897" x="1403350" y="863600"/>
          <p14:tracePt t="6914" x="1358900" y="882650"/>
          <p14:tracePt t="6930" x="1282700" y="927100"/>
          <p14:tracePt t="6947" x="1219200" y="946150"/>
          <p14:tracePt t="6963" x="1200150" y="958850"/>
          <p14:tracePt t="6980" x="1168400" y="977900"/>
          <p14:tracePt t="6997" x="1143000" y="984250"/>
          <p14:tracePt t="7014" x="1123950" y="990600"/>
          <p14:tracePt t="7030" x="1117600" y="990600"/>
          <p14:tracePt t="7046" x="1104900" y="990600"/>
          <p14:tracePt t="7063" x="1092200" y="990600"/>
          <p14:tracePt t="7080" x="1085850" y="990600"/>
          <p14:tracePt t="7096" x="1073150" y="990600"/>
          <p14:tracePt t="7113" x="1060450" y="984250"/>
          <p14:tracePt t="7130" x="1054100" y="984250"/>
          <p14:tracePt t="7146" x="1047750" y="977900"/>
          <p14:tracePt t="7163" x="1035050" y="977900"/>
          <p14:tracePt t="7196" x="1035050" y="971550"/>
          <p14:tracePt t="7225" x="1028700" y="965200"/>
          <p14:tracePt t="7253" x="1022350" y="958850"/>
          <p14:tracePt t="7274" x="1016000" y="958850"/>
          <p14:tracePt t="7302" x="1009650" y="952500"/>
          <p14:tracePt t="7323" x="1003300" y="946150"/>
          <p14:tracePt t="7351" x="996950" y="939800"/>
          <p14:tracePt t="7372" x="990600" y="933450"/>
          <p14:tracePt t="7393" x="977900" y="927100"/>
          <p14:tracePt t="7414" x="971550" y="927100"/>
          <p14:tracePt t="7435" x="958850" y="920750"/>
          <p14:tracePt t="7456" x="952500" y="914400"/>
          <p14:tracePt t="7463" x="946150" y="914400"/>
          <p14:tracePt t="7498" x="939800" y="914400"/>
          <p14:tracePt t="7505" x="933450" y="914400"/>
          <p14:tracePt t="7515" x="927100" y="914400"/>
          <p14:tracePt t="7528" x="920750" y="908050"/>
          <p14:tracePt t="7545" x="914400" y="908050"/>
          <p14:tracePt t="7562" x="908050" y="901700"/>
          <p14:tracePt t="7578" x="901700" y="895350"/>
          <p14:tracePt t="7594" x="889000" y="895350"/>
          <p14:tracePt t="7611" x="869950" y="889000"/>
          <p14:tracePt t="7628" x="844550" y="882650"/>
          <p14:tracePt t="7645" x="819150" y="869950"/>
          <p14:tracePt t="7661" x="806450" y="863600"/>
          <p14:tracePt t="7677" x="787400" y="857250"/>
          <p14:tracePt t="7744" x="781050" y="850900"/>
          <p14:tracePt t="8329" x="787400" y="850900"/>
          <p14:tracePt t="8335" x="793750" y="850900"/>
          <p14:tracePt t="8349" x="806450" y="850900"/>
          <p14:tracePt t="8358" x="831850" y="850900"/>
          <p14:tracePt t="8375" x="850900" y="850900"/>
          <p14:tracePt t="8392" x="876300" y="850900"/>
          <p14:tracePt t="8408" x="908050" y="857250"/>
          <p14:tracePt t="8425" x="927100" y="857250"/>
          <p14:tracePt t="8442" x="952500" y="857250"/>
          <p14:tracePt t="8458" x="984250" y="857250"/>
          <p14:tracePt t="8476" x="1016000" y="863600"/>
          <p14:tracePt t="8491" x="1041400" y="863600"/>
          <p14:tracePt t="8508" x="1047750" y="863600"/>
          <p14:tracePt t="8525" x="1079500" y="863600"/>
          <p14:tracePt t="8541" x="1092200" y="863600"/>
          <p14:tracePt t="8558" x="1104900" y="863600"/>
          <p14:tracePt t="8574" x="1130300" y="863600"/>
          <p14:tracePt t="8591" x="1155700" y="863600"/>
          <p14:tracePt t="8608" x="1174750" y="863600"/>
          <p14:tracePt t="8624" x="1200150" y="857250"/>
          <p14:tracePt t="8641" x="1225550" y="850900"/>
          <p14:tracePt t="8658" x="1244600" y="850900"/>
          <p14:tracePt t="8691" x="1257300" y="850900"/>
          <p14:tracePt t="8708" x="1270000" y="844550"/>
          <p14:tracePt t="8728" x="1276350" y="844550"/>
          <p14:tracePt t="8820" x="1282700" y="844550"/>
          <p14:tracePt t="9289" x="1289050" y="844550"/>
          <p14:tracePt t="9331" x="1295400" y="838200"/>
          <p14:tracePt t="9360" x="1301750" y="838200"/>
          <p14:tracePt t="9387" x="1308100" y="838200"/>
          <p14:tracePt t="9430" x="1308100" y="831850"/>
          <p14:tracePt t="9528" x="1314450" y="825500"/>
          <p14:tracePt t="9668" x="1320800" y="825500"/>
          <p14:tracePt t="9753" x="1327150" y="825500"/>
          <p14:tracePt t="9760" x="1333500" y="825500"/>
          <p14:tracePt t="9781" x="1339850" y="825500"/>
          <p14:tracePt t="9809" x="1346200" y="825500"/>
          <p14:tracePt t="9830" x="1352550" y="825500"/>
          <p14:tracePt t="9879" x="1352550" y="831850"/>
          <p14:tracePt t="9899" x="1346200" y="831850"/>
          <p14:tracePt t="9928" x="1333500" y="838200"/>
          <p14:tracePt t="9949" x="1327150" y="838200"/>
          <p14:tracePt t="9963" x="1320800" y="838200"/>
          <p14:tracePt t="9972" x="1308100" y="838200"/>
          <p14:tracePt t="9986" x="1295400" y="844550"/>
          <p14:tracePt t="10003" x="1250950" y="850900"/>
          <p14:tracePt t="10020" x="1181100" y="850900"/>
          <p14:tracePt t="10035" x="1143000" y="850900"/>
          <p14:tracePt t="10053" x="1104900" y="850900"/>
          <p14:tracePt t="10070" x="996950" y="857250"/>
          <p14:tracePt t="10086" x="965200" y="857250"/>
          <p14:tracePt t="10103" x="920750" y="863600"/>
          <p14:tracePt t="10119" x="882650" y="869950"/>
          <p14:tracePt t="10135" x="863600" y="869950"/>
          <p14:tracePt t="10153" x="844550" y="869950"/>
          <p14:tracePt t="10169" x="838200" y="869950"/>
          <p14:tracePt t="10186" x="831850" y="869950"/>
          <p14:tracePt t="10203" x="825500" y="863600"/>
          <p14:tracePt t="10219" x="819150" y="863600"/>
          <p14:tracePt t="10244" x="812800" y="863600"/>
          <p14:tracePt t="10314" x="806450" y="863600"/>
          <p14:tracePt t="10651" x="806450" y="857250"/>
          <p14:tracePt t="10721" x="812800" y="857250"/>
          <p14:tracePt t="10735" x="819150" y="857250"/>
          <p14:tracePt t="10756" x="825500" y="857250"/>
          <p14:tracePt t="10763" x="838200" y="857250"/>
          <p14:tracePt t="10785" x="844550" y="857250"/>
          <p14:tracePt t="10791" x="857250" y="857250"/>
          <p14:tracePt t="10805" x="869950" y="857250"/>
          <p14:tracePt t="10816" x="901700" y="857250"/>
          <p14:tracePt t="10833" x="965200" y="857250"/>
          <p14:tracePt t="10850" x="1016000" y="857250"/>
          <p14:tracePt t="10866" x="1149350" y="844550"/>
          <p14:tracePt t="10883" x="1263650" y="844550"/>
          <p14:tracePt t="10899" x="1314450" y="844550"/>
          <p14:tracePt t="10917" x="1390650" y="844550"/>
          <p14:tracePt t="10933" x="1441450" y="844550"/>
          <p14:tracePt t="10950" x="1460500" y="838200"/>
          <p14:tracePt t="10967" x="1479550" y="838200"/>
          <p14:tracePt t="10983" x="1492250" y="838200"/>
          <p14:tracePt t="10999" x="1498600" y="838200"/>
          <p14:tracePt t="11191" x="1498600" y="844550"/>
          <p14:tracePt t="12720" x="1498600" y="850900"/>
          <p14:tracePt t="12749" x="1498600" y="857250"/>
          <p14:tracePt t="12776" x="1492250" y="863600"/>
          <p14:tracePt t="12798" x="1485900" y="863600"/>
          <p14:tracePt t="12805" x="1485900" y="869950"/>
          <p14:tracePt t="12819" x="1479550" y="876300"/>
          <p14:tracePt t="12840" x="1479550" y="882650"/>
          <p14:tracePt t="12847" x="1473200" y="895350"/>
          <p14:tracePt t="12862" x="1473200" y="914400"/>
          <p14:tracePt t="12876" x="1466850" y="946150"/>
          <p14:tracePt t="12893" x="1460500" y="977900"/>
          <p14:tracePt t="12910" x="1447800" y="1028700"/>
          <p14:tracePt t="12926" x="1447800" y="1054100"/>
          <p14:tracePt t="12943" x="1441450" y="1104900"/>
          <p14:tracePt t="12960" x="1441450" y="1143000"/>
          <p14:tracePt t="12976" x="1441450" y="1168400"/>
          <p14:tracePt t="12992" x="1441450" y="1181100"/>
          <p14:tracePt t="13009" x="1441450" y="1193800"/>
          <p14:tracePt t="13043" x="1447800" y="1200150"/>
          <p14:tracePt t="13059" x="1454150" y="1200150"/>
          <p14:tracePt t="13078" x="1460500" y="1200150"/>
          <p14:tracePt t="13093" x="1466850" y="1200150"/>
          <p14:tracePt t="13108" x="1473200" y="1200150"/>
          <p14:tracePt t="13128" x="1479550" y="1200150"/>
          <p14:tracePt t="13149" x="1485900" y="1200150"/>
          <p14:tracePt t="13177" x="1492250" y="1200150"/>
          <p14:tracePt t="13190" x="1498600" y="1200150"/>
          <p14:tracePt t="13198" x="1504950" y="1200150"/>
          <p14:tracePt t="13212" x="1511300" y="1193800"/>
          <p14:tracePt t="13228" x="1524000" y="1187450"/>
          <p14:tracePt t="13241" x="1530350" y="1187450"/>
          <p14:tracePt t="13258" x="1543050" y="1181100"/>
          <p14:tracePt t="13275" x="1581150" y="1174750"/>
          <p14:tracePt t="13291" x="1619250" y="1168400"/>
          <p14:tracePt t="13295" x="1638300" y="1168400"/>
          <p14:tracePt t="13325" x="1676400" y="1155700"/>
          <p14:tracePt t="13341" x="1695450" y="1149350"/>
          <p14:tracePt t="13358" x="1701800" y="1149350"/>
          <p14:tracePt t="13375" x="1701800" y="1143000"/>
          <p14:tracePt t="13392" x="1695450" y="1136650"/>
          <p14:tracePt t="13408" x="1689100" y="1136650"/>
          <p14:tracePt t="13424" x="1670050" y="1136650"/>
          <p14:tracePt t="13441" x="1651000" y="1136650"/>
          <p14:tracePt t="13458" x="1600200" y="1136650"/>
          <p14:tracePt t="13475" x="1568450" y="1149350"/>
          <p14:tracePt t="13491" x="1530350" y="1149350"/>
          <p14:tracePt t="13507" x="1435100" y="1155700"/>
          <p14:tracePt t="13523" x="1409700" y="1162050"/>
          <p14:tracePt t="13541" x="1371600" y="1168400"/>
          <p14:tracePt t="13557" x="1365250" y="1168400"/>
          <p14:tracePt t="13574" x="1352550" y="1168400"/>
          <p14:tracePt t="13591" x="1352550" y="1174750"/>
          <p14:tracePt t="13624" x="1358900" y="1181100"/>
          <p14:tracePt t="13640" x="1384300" y="1181100"/>
          <p14:tracePt t="13657" x="1409700" y="1181100"/>
          <p14:tracePt t="13674" x="1517650" y="1187450"/>
          <p14:tracePt t="13691" x="1708150" y="1206500"/>
          <p14:tracePt t="13707" x="1822450" y="1219200"/>
          <p14:tracePt t="13724" x="2051050" y="1250950"/>
          <p14:tracePt t="13740" x="2286000" y="1289050"/>
          <p14:tracePt t="13756" x="2387600" y="1314450"/>
          <p14:tracePt t="13773" x="2565400" y="1333500"/>
          <p14:tracePt t="13790" x="2647950" y="1339850"/>
          <p14:tracePt t="13794" x="2711450" y="1352550"/>
          <p14:tracePt t="13806" x="2762250" y="1352550"/>
          <p14:tracePt t="13823" x="2819400" y="1352550"/>
          <p14:tracePt t="13840" x="2844800" y="1346200"/>
          <p14:tracePt t="13857" x="2870200" y="1333500"/>
          <p14:tracePt t="13872" x="2889250" y="1327150"/>
          <p14:tracePt t="13890" x="2895600" y="1327150"/>
          <p14:tracePt t="13908" x="2895600" y="1308100"/>
          <p14:tracePt t="13923" x="2895600" y="1295400"/>
          <p14:tracePt t="13956" x="2876550" y="1289050"/>
          <p14:tracePt t="13972" x="2851150" y="1289050"/>
          <p14:tracePt t="13990" x="2813050" y="1295400"/>
          <p14:tracePt t="14006" x="2768600" y="1295400"/>
          <p14:tracePt t="14023" x="2628900" y="1295400"/>
          <p14:tracePt t="14040" x="2451100" y="1295400"/>
          <p14:tracePt t="14055" x="2349500" y="1295400"/>
          <p14:tracePt t="14072" x="2159000" y="1301750"/>
          <p14:tracePt t="14090" x="1993900" y="1301750"/>
          <p14:tracePt t="14105" x="1917700" y="1301750"/>
          <p14:tracePt t="14122" x="1866900" y="1314450"/>
          <p14:tracePt t="14139" x="1765300" y="1320800"/>
          <p14:tracePt t="14155" x="1752600" y="1320800"/>
          <p14:tracePt t="14172" x="1739900" y="1320800"/>
          <p14:tracePt t="14188" x="1733550" y="1327150"/>
          <p14:tracePt t="14243" x="1739900" y="1327150"/>
          <p14:tracePt t="14250" x="1752600" y="1320800"/>
          <p14:tracePt t="14264" x="1765300" y="1314450"/>
          <p14:tracePt t="14274" x="1778000" y="1308100"/>
          <p14:tracePt t="14288" x="1790700" y="1301750"/>
          <p14:tracePt t="14305" x="1841500" y="1289050"/>
          <p14:tracePt t="14321" x="1892300" y="1270000"/>
          <p14:tracePt t="14339" x="1924050" y="1257300"/>
          <p14:tracePt t="14355" x="1974850" y="1244600"/>
          <p14:tracePt t="14371" x="2000250" y="1231900"/>
          <p14:tracePt t="14388" x="2006600" y="1225550"/>
          <p14:tracePt t="14405" x="2012950" y="1225550"/>
          <p14:tracePt t="14425" x="2000250" y="1219200"/>
          <p14:tracePt t="14438" x="1993900" y="1219200"/>
          <p14:tracePt t="14454" x="1974850" y="1219200"/>
          <p14:tracePt t="14471" x="1962150" y="1219200"/>
          <p14:tracePt t="14487" x="1924050" y="1219200"/>
          <p14:tracePt t="14504" x="1841500" y="1225550"/>
          <p14:tracePt t="14521" x="1790700" y="1238250"/>
          <p14:tracePt t="14538" x="1682750" y="1244600"/>
          <p14:tracePt t="14554" x="1600200" y="1263650"/>
          <p14:tracePt t="14570" x="1574800" y="1263650"/>
          <p14:tracePt t="14587" x="1536700" y="1270000"/>
          <p14:tracePt t="14629" x="1543050" y="1270000"/>
          <p14:tracePt t="14643" x="1562100" y="1270000"/>
          <p14:tracePt t="14653" x="1587500" y="1270000"/>
          <p14:tracePt t="14669" x="1625600" y="1263650"/>
          <p14:tracePt t="14687" x="1752600" y="1263650"/>
          <p14:tracePt t="14703" x="1828800" y="1263650"/>
          <p14:tracePt t="14721" x="2095500" y="1276350"/>
          <p14:tracePt t="14737" x="2190750" y="1289050"/>
          <p14:tracePt t="14753" x="2266950" y="1295400"/>
          <p14:tracePt t="14770" x="2362200" y="1314450"/>
          <p14:tracePt t="14786" x="2406650" y="1314450"/>
          <p14:tracePt t="14803" x="2419350" y="1314450"/>
          <p14:tracePt t="14820" x="2432050" y="1308100"/>
          <p14:tracePt t="14836" x="2438400" y="1308100"/>
          <p14:tracePt t="14854" x="2438400" y="1295400"/>
          <p14:tracePt t="14885" x="2432050" y="1295400"/>
          <p14:tracePt t="14903" x="2425700" y="1289050"/>
          <p14:tracePt t="14924" x="2419350" y="1282700"/>
          <p14:tracePt t="14966" x="2413000" y="1276350"/>
          <p14:tracePt t="15065" x="2406650" y="1276350"/>
          <p14:tracePt t="15141" x="2406650" y="1282700"/>
          <p14:tracePt t="15163" x="2400300" y="1289050"/>
          <p14:tracePt t="15184" x="2400300" y="1295400"/>
          <p14:tracePt t="15190" x="2393950" y="1301750"/>
          <p14:tracePt t="15205" x="2393950" y="1314450"/>
          <p14:tracePt t="15218" x="2387600" y="1327150"/>
          <p14:tracePt t="15235" x="2362200" y="1409700"/>
          <p14:tracePt t="15251" x="2343150" y="1479550"/>
          <p14:tracePt t="15268" x="2305050" y="1631950"/>
          <p14:tracePt t="15284" x="2260600" y="1816100"/>
          <p14:tracePt t="15301" x="2254250" y="1917700"/>
          <p14:tracePt t="15318" x="2228850" y="2089150"/>
          <p14:tracePt t="15334" x="2222500" y="2228850"/>
          <p14:tracePt t="15352" x="2222500" y="2343150"/>
          <p14:tracePt t="15367" x="2241550" y="2387600"/>
          <p14:tracePt t="15384" x="2247900" y="2419350"/>
          <p14:tracePt t="15401" x="2273300" y="2482850"/>
          <p14:tracePt t="15417" x="2292350" y="2501900"/>
          <p14:tracePt t="15434" x="2305050" y="2508250"/>
          <p14:tracePt t="15451" x="2317750" y="2508250"/>
          <p14:tracePt t="15467" x="2336800" y="2508250"/>
          <p14:tracePt t="15484" x="2343150" y="2508250"/>
          <p14:tracePt t="15500" x="2355850" y="2508250"/>
          <p14:tracePt t="15517" x="2368550" y="2508250"/>
          <p14:tracePt t="15534" x="2387600" y="2508250"/>
          <p14:tracePt t="15566" x="2400300" y="2508250"/>
          <p14:tracePt t="15584" x="2400300" y="2501900"/>
          <p14:tracePt t="15600" x="2406650" y="2495550"/>
          <p14:tracePt t="15617" x="2413000" y="2489200"/>
          <p14:tracePt t="15634" x="2419350" y="2489200"/>
          <p14:tracePt t="15650" x="2425700" y="2489200"/>
          <p14:tracePt t="15683" x="2438400" y="2482850"/>
          <p14:tracePt t="15700" x="2457450" y="2476500"/>
          <p14:tracePt t="15717" x="2495550" y="2470150"/>
          <p14:tracePt t="15733" x="2520950" y="2457450"/>
          <p14:tracePt t="15750" x="2571750" y="2444750"/>
          <p14:tracePt t="15767" x="2628900" y="2419350"/>
          <p14:tracePt t="15783" x="2647950" y="2413000"/>
          <p14:tracePt t="15799" x="2673350" y="2400300"/>
          <p14:tracePt t="15816" x="2679700" y="2393950"/>
          <p14:tracePt t="15850" x="2673350" y="2381250"/>
          <p14:tracePt t="15865" x="2654300" y="2381250"/>
          <p14:tracePt t="15882" x="2647950" y="2381250"/>
          <p14:tracePt t="15899" x="2597150" y="2381250"/>
          <p14:tracePt t="15915" x="2508250" y="2374900"/>
          <p14:tracePt t="15933" x="2444750" y="2374900"/>
          <p14:tracePt t="15949" x="2311400" y="2368550"/>
          <p14:tracePt t="15965" x="2184400" y="2355850"/>
          <p14:tracePt t="15982" x="2133600" y="2349500"/>
          <p14:tracePt t="15999" x="2070100" y="2336800"/>
          <p14:tracePt t="16015" x="2051050" y="2330450"/>
          <p14:tracePt t="16033" x="2032000" y="2324100"/>
          <p14:tracePt t="16049" x="2025650" y="2324100"/>
          <p14:tracePt t="16075" x="2032000" y="2324100"/>
          <p14:tracePt t="16096" x="2051050" y="2324100"/>
          <p14:tracePt t="16102" x="2076450" y="2317750"/>
          <p14:tracePt t="16118" x="2095500" y="2317750"/>
          <p14:tracePt t="16132" x="2133600" y="2317750"/>
          <p14:tracePt t="16148" x="2286000" y="2317750"/>
          <p14:tracePt t="16167" x="2463800" y="2324100"/>
          <p14:tracePt t="16182" x="2565400" y="2324100"/>
          <p14:tracePt t="16198" x="2794000" y="2343150"/>
          <p14:tracePt t="16215" x="2997200" y="2355850"/>
          <p14:tracePt t="16231" x="3073400" y="2355850"/>
          <p14:tracePt t="16248" x="3124200" y="2355850"/>
          <p14:tracePt t="16265" x="3206750" y="2355850"/>
          <p14:tracePt t="16282" x="3225800" y="2355850"/>
          <p14:tracePt t="16298" x="3251200" y="2355850"/>
          <p14:tracePt t="16314" x="3257550" y="2355850"/>
          <p14:tracePt t="16348" x="3251200" y="2343150"/>
          <p14:tracePt t="16364" x="3244850" y="2343150"/>
          <p14:tracePt t="16368" x="3232150" y="2336800"/>
          <p14:tracePt t="16381" x="3225800" y="2336800"/>
          <p14:tracePt t="16397" x="3187700" y="2336800"/>
          <p14:tracePt t="16414" x="3168650" y="2336800"/>
          <p14:tracePt t="16430" x="3105150" y="2336800"/>
          <p14:tracePt t="16447" x="3009900" y="2343150"/>
          <p14:tracePt t="16464" x="2959100" y="2343150"/>
          <p14:tracePt t="16481" x="2851150" y="2355850"/>
          <p14:tracePt t="16497" x="2749550" y="2355850"/>
          <p14:tracePt t="16514" x="2711450" y="2355850"/>
          <p14:tracePt t="16531" x="2667000" y="2362200"/>
          <p14:tracePt t="16547" x="2654300" y="2362200"/>
          <p14:tracePt t="16563" x="2641600" y="2368550"/>
          <p14:tracePt t="16580" x="2635250" y="2368550"/>
          <p14:tracePt t="16597" x="2628900" y="2368550"/>
          <p14:tracePt t="16677" x="2635250" y="2368550"/>
          <p14:tracePt t="16685" x="2641600" y="2368550"/>
          <p14:tracePt t="16699" x="2647950" y="2368550"/>
          <p14:tracePt t="16713" x="2660650" y="2368550"/>
          <p14:tracePt t="16730" x="2705100" y="2368550"/>
          <p14:tracePt t="16746" x="2743200" y="2374900"/>
          <p14:tracePt t="16763" x="2832100" y="2374900"/>
          <p14:tracePt t="16779" x="2946400" y="2374900"/>
          <p14:tracePt t="16796" x="3003550" y="2374900"/>
          <p14:tracePt t="16812" x="3073400" y="2362200"/>
          <p14:tracePt t="16829" x="3111500" y="2362200"/>
          <p14:tracePt t="16846" x="3124200" y="2355850"/>
          <p14:tracePt t="16862" x="3124200" y="2349500"/>
          <p14:tracePt t="16879" x="3117850" y="2336800"/>
          <p14:tracePt t="16896" x="3098800" y="2336800"/>
          <p14:tracePt t="16912" x="3073400" y="2336800"/>
          <p14:tracePt t="16929" x="3048000" y="2336800"/>
          <p14:tracePt t="16946" x="2901950" y="2336800"/>
          <p14:tracePt t="16962" x="2838450" y="2349500"/>
          <p14:tracePt t="16979" x="2724150" y="2355850"/>
          <p14:tracePt t="16995" x="2654300" y="2368550"/>
          <p14:tracePt t="17012" x="2565400" y="2368550"/>
          <p14:tracePt t="17029" x="2495550" y="2374900"/>
          <p14:tracePt t="17045" x="2482850" y="2381250"/>
          <p14:tracePt t="17062" x="2463800" y="2381250"/>
          <p14:tracePt t="17079" x="2457450" y="2381250"/>
          <p14:tracePt t="17095" x="2451100" y="2381250"/>
          <p14:tracePt t="17128" x="2451100" y="2387600"/>
          <p14:tracePt t="17144" x="2457450" y="2387600"/>
          <p14:tracePt t="17162" x="2476500" y="2387600"/>
          <p14:tracePt t="17178" x="2508250" y="2381250"/>
          <p14:tracePt t="17195" x="2533650" y="2374900"/>
          <p14:tracePt t="17212" x="2590800" y="2368550"/>
          <p14:tracePt t="17228" x="2686050" y="2355850"/>
          <p14:tracePt t="17244" x="2736850" y="2355850"/>
          <p14:tracePt t="17261" x="2832100" y="2355850"/>
          <p14:tracePt t="17278" x="2870200" y="2355850"/>
          <p14:tracePt t="17295" x="2921000" y="2349500"/>
          <p14:tracePt t="17311" x="2952750" y="2343150"/>
          <p14:tracePt t="17327" x="2965450" y="2343150"/>
          <p14:tracePt t="17345" x="2971800" y="2343150"/>
          <p14:tracePt t="17361" x="2978150" y="2336800"/>
          <p14:tracePt t="17436" x="2971800" y="2336800"/>
          <p14:tracePt t="17450" x="2965450" y="2336800"/>
          <p14:tracePt t="17457" x="2959100" y="2336800"/>
          <p14:tracePt t="17464" x="2959100" y="2349500"/>
          <p14:tracePt t="32288" x="2952750" y="2349500"/>
          <p14:tracePt t="32295" x="2946400" y="2349500"/>
          <p14:tracePt t="32309" x="2933700" y="2343150"/>
          <p14:tracePt t="32325" x="2908300" y="2330450"/>
          <p14:tracePt t="32342" x="2889250" y="2324100"/>
          <p14:tracePt t="32359" x="2844800" y="2298700"/>
          <p14:tracePt t="32375" x="2806700" y="2279650"/>
          <p14:tracePt t="32392" x="2768600" y="2266950"/>
          <p14:tracePt t="32409" x="2686050" y="2247900"/>
          <p14:tracePt t="32425" x="2622550" y="2222500"/>
          <p14:tracePt t="32442" x="2527300" y="2203450"/>
          <p14:tracePt t="32458" x="2444750" y="2203450"/>
          <p14:tracePt t="32475" x="2368550" y="2197100"/>
          <p14:tracePt t="32492" x="2247900" y="2190750"/>
          <p14:tracePt t="32508" x="2190750" y="2190750"/>
          <p14:tracePt t="32525" x="2139950" y="2184400"/>
          <p14:tracePt t="32541" x="2070100" y="2184400"/>
          <p14:tracePt t="32558" x="2038350" y="2178050"/>
          <p14:tracePt t="32576" x="2000250" y="2171700"/>
          <p14:tracePt t="32591" x="1993900" y="2171700"/>
          <p14:tracePt t="32608" x="1987550" y="2165350"/>
          <p14:tracePt t="32625" x="1981200" y="2165350"/>
          <p14:tracePt t="32653" x="1974850" y="2165350"/>
          <p14:tracePt t="32702" x="1962150" y="2165350"/>
          <p14:tracePt t="32723" x="1955800" y="2165350"/>
          <p14:tracePt t="32730" x="1943100" y="2165350"/>
          <p14:tracePt t="32741" x="1936750" y="2165350"/>
          <p14:tracePt t="32758" x="1911350" y="2171700"/>
          <p14:tracePt t="32774" x="1898650" y="2171700"/>
          <p14:tracePt t="32791" x="1873250" y="2178050"/>
          <p14:tracePt t="32807" x="1841500" y="2190750"/>
          <p14:tracePt t="32824" x="1822450" y="2197100"/>
          <p14:tracePt t="32840" x="1809750" y="2203450"/>
          <p14:tracePt t="32857" x="1778000" y="2216150"/>
          <p14:tracePt t="32874" x="1758950" y="2228850"/>
          <p14:tracePt t="32891" x="1720850" y="2241550"/>
          <p14:tracePt t="32908" x="1695450" y="2254250"/>
          <p14:tracePt t="32924" x="1663700" y="2266950"/>
          <p14:tracePt t="32941" x="1625600" y="2279650"/>
          <p14:tracePt t="32957" x="1606550" y="2279650"/>
          <p14:tracePt t="32975" x="1587500" y="2286000"/>
          <p14:tracePt t="32991" x="1574800" y="2286000"/>
          <p14:tracePt t="33007" x="1562100" y="2286000"/>
          <p14:tracePt t="33025" x="1543050" y="2286000"/>
          <p14:tracePt t="33041" x="1530350" y="2286000"/>
          <p14:tracePt t="33057" x="1511300" y="2286000"/>
          <p14:tracePt t="33075" x="1485900" y="2286000"/>
          <p14:tracePt t="33090" x="1466850" y="2286000"/>
          <p14:tracePt t="33109" x="1428750" y="2286000"/>
          <p14:tracePt t="33124" x="1403350" y="2279650"/>
          <p14:tracePt t="33141" x="1390650" y="2279650"/>
          <p14:tracePt t="33158" x="1371600" y="2279650"/>
          <p14:tracePt t="33174" x="1365250" y="2279650"/>
          <p14:tracePt t="33190" x="1358900" y="2279650"/>
          <p14:tracePt t="33241" x="1352550" y="2273300"/>
          <p14:tracePt t="33290" x="1352550" y="2266950"/>
          <p14:tracePt t="33311" x="1358900" y="2266950"/>
          <p14:tracePt t="33325" x="1365250" y="2266950"/>
          <p14:tracePt t="33332" x="1377950" y="2266950"/>
          <p14:tracePt t="33342" x="1390650" y="2266950"/>
          <p14:tracePt t="33356" x="1435100" y="2266950"/>
          <p14:tracePt t="33373" x="1492250" y="2260600"/>
          <p14:tracePt t="33390" x="1606550" y="2254250"/>
          <p14:tracePt t="33406" x="1701800" y="2247900"/>
          <p14:tracePt t="33422" x="1797050" y="2235200"/>
          <p14:tracePt t="33439" x="1917700" y="2228850"/>
          <p14:tracePt t="33456" x="1974850" y="2222500"/>
          <p14:tracePt t="33474" x="2044700" y="2216150"/>
          <p14:tracePt t="33489" x="2076450" y="2216150"/>
          <p14:tracePt t="33506" x="2095500" y="2209800"/>
          <p14:tracePt t="33539" x="2101850" y="2209800"/>
          <p14:tracePt t="33746" x="2108200" y="2209800"/>
          <p14:tracePt t="33761" x="2114550" y="2209800"/>
          <p14:tracePt t="33782" x="2120900" y="2209800"/>
          <p14:tracePt t="33796" x="2127250" y="2209800"/>
          <p14:tracePt t="33810" x="2139950" y="2209800"/>
          <p14:tracePt t="33817" x="2146300" y="2216150"/>
          <p14:tracePt t="33824" x="2152650" y="2216150"/>
          <p14:tracePt t="33837" x="2171700" y="2222500"/>
          <p14:tracePt t="33854" x="2216150" y="2235200"/>
          <p14:tracePt t="33871" x="2266950" y="2254250"/>
          <p14:tracePt t="33889" x="2330450" y="2266950"/>
          <p14:tracePt t="33903" x="2362200" y="2273300"/>
          <p14:tracePt t="33920" x="2393950" y="2279650"/>
          <p14:tracePt t="33937" x="2419350" y="2286000"/>
          <p14:tracePt t="33954" x="2438400" y="2292350"/>
          <p14:tracePt t="34013" x="2444750" y="2292350"/>
          <p14:tracePt t="34174" x="2438400" y="2292350"/>
          <p14:tracePt t="35300" x="2432050" y="2292350"/>
          <p14:tracePt t="35306" x="2425700" y="2292350"/>
          <p14:tracePt t="35315" x="2419350" y="2292350"/>
          <p14:tracePt t="35332" x="2393950" y="2292350"/>
          <p14:tracePt t="35349" x="2374900" y="2292350"/>
          <p14:tracePt t="35365" x="2349500" y="2286000"/>
          <p14:tracePt t="35382" x="2330450" y="2286000"/>
          <p14:tracePt t="35398" x="2279650" y="2273300"/>
          <p14:tracePt t="35415" x="2241550" y="2273300"/>
          <p14:tracePt t="35432" x="2197100" y="2266950"/>
          <p14:tracePt t="35448" x="2152650" y="2266950"/>
          <p14:tracePt t="35465" x="2127250" y="2266950"/>
          <p14:tracePt t="35482" x="2114550" y="2266950"/>
          <p14:tracePt t="35498" x="2101850" y="2266950"/>
          <p14:tracePt t="35515" x="2089150" y="2266950"/>
          <p14:tracePt t="35531" x="2070100" y="2266950"/>
          <p14:tracePt t="35564" x="2063750" y="2266950"/>
          <p14:tracePt t="35581" x="2051050" y="2266950"/>
          <p14:tracePt t="35597" x="2044700" y="2266950"/>
          <p14:tracePt t="35615" x="2032000" y="2266950"/>
          <p14:tracePt t="35647" x="2032000" y="2273300"/>
          <p14:tracePt t="35664" x="2025650" y="2273300"/>
          <p14:tracePt t="35720" x="2019300" y="2279650"/>
          <p14:tracePt t="35770" x="2012950" y="2279650"/>
          <p14:tracePt t="35868" x="2006600" y="2279650"/>
          <p14:tracePt t="35945" x="2006600" y="2266950"/>
          <p14:tracePt t="35952" x="2000250" y="2260600"/>
          <p14:tracePt t="35972" x="2000250" y="2247900"/>
          <p14:tracePt t="35987" x="2000250" y="2235200"/>
          <p14:tracePt t="35996" x="1993900" y="2228850"/>
          <p14:tracePt t="36013" x="1993900" y="2216150"/>
          <p14:tracePt t="36029" x="1993900" y="2203450"/>
          <p14:tracePt t="36046" x="1993900" y="2190750"/>
          <p14:tracePt t="36062" x="1993900" y="2184400"/>
          <p14:tracePt t="36079" x="1993900" y="2171700"/>
          <p14:tracePt t="36141" x="1993900" y="2165350"/>
          <p14:tracePt t="36211" x="1987550" y="2165350"/>
          <p14:tracePt t="36247" x="1981200" y="2165350"/>
          <p14:tracePt t="36268" x="1981200" y="2171700"/>
          <p14:tracePt t="36281" x="1974850" y="2178050"/>
          <p14:tracePt t="36289" x="1968500" y="2190750"/>
          <p14:tracePt t="36298" x="1962150" y="2197100"/>
          <p14:tracePt t="36312" x="1962150" y="2216150"/>
          <p14:tracePt t="36316" x="1949450" y="2235200"/>
          <p14:tracePt t="36345" x="1943100" y="2266950"/>
          <p14:tracePt t="36362" x="1930400" y="2298700"/>
          <p14:tracePt t="36395" x="1924050" y="2317750"/>
          <p14:tracePt t="36412" x="1924050" y="2324100"/>
          <p14:tracePt t="36513" x="1930400" y="2324100"/>
          <p14:tracePt t="36520" x="1936750" y="2324100"/>
          <p14:tracePt t="36570" x="1949450" y="2317750"/>
          <p14:tracePt t="36591" x="1955800" y="2317750"/>
          <p14:tracePt t="36612" x="1962150" y="2317750"/>
          <p14:tracePt t="36618" x="1968500" y="2317750"/>
          <p14:tracePt t="36639" x="1981200" y="2317750"/>
          <p14:tracePt t="36661" x="1993900" y="2317750"/>
          <p14:tracePt t="36668" x="2000250" y="2317750"/>
          <p14:tracePt t="36682" x="2012950" y="2317750"/>
          <p14:tracePt t="36694" x="2025650" y="2317750"/>
          <p14:tracePt t="36711" x="2063750" y="2317750"/>
          <p14:tracePt t="36727" x="2070100" y="2317750"/>
          <p14:tracePt t="36744" x="2108200" y="2317750"/>
          <p14:tracePt t="36760" x="2120900" y="2317750"/>
          <p14:tracePt t="36777" x="2133600" y="2317750"/>
          <p14:tracePt t="36794" x="2146300" y="2317750"/>
          <p14:tracePt t="36810" x="2152650" y="2317750"/>
          <p14:tracePt t="36844" x="2159000" y="2317750"/>
          <p14:tracePt t="36871" x="2165350" y="2317750"/>
          <p14:tracePt t="36892" x="2171700" y="2317750"/>
          <p14:tracePt t="36899" x="2178050" y="2317750"/>
          <p14:tracePt t="36913" x="2184400" y="2317750"/>
          <p14:tracePt t="36934" x="2190750" y="2317750"/>
          <p14:tracePt t="36943" x="2197100" y="2317750"/>
          <p14:tracePt t="36963" x="2203450" y="2317750"/>
          <p14:tracePt t="36977" x="2209800" y="2317750"/>
          <p14:tracePt t="36992" x="2216150" y="2317750"/>
          <p14:tracePt t="37012" x="2228850" y="2317750"/>
          <p14:tracePt t="37032" x="2235200" y="2317750"/>
          <p14:tracePt t="37053" x="2241550" y="2317750"/>
          <p14:tracePt t="37062" x="2241550" y="2311400"/>
          <p14:tracePt t="37089" x="2247900" y="2311400"/>
          <p14:tracePt t="37110" x="2254250" y="2311400"/>
          <p14:tracePt t="37130" x="2260600" y="2311400"/>
          <p14:tracePt t="37152" x="2266950" y="2311400"/>
          <p14:tracePt t="37180" x="2273300" y="2311400"/>
          <p14:tracePt t="37201" x="2279650" y="2311400"/>
          <p14:tracePt t="37221" x="2286000" y="2311400"/>
          <p14:tracePt t="37228" x="2292350" y="2311400"/>
          <p14:tracePt t="37244" x="2305050" y="2311400"/>
          <p14:tracePt t="37259" x="2311400" y="2311400"/>
          <p14:tracePt t="37275" x="2343150" y="2311400"/>
          <p14:tracePt t="37292" x="2381250" y="2305050"/>
          <p14:tracePt t="37308" x="2400300" y="2305050"/>
          <p14:tracePt t="37325" x="2444750" y="2305050"/>
          <p14:tracePt t="37342" x="2476500" y="2305050"/>
          <p14:tracePt t="37358" x="2489200" y="2298700"/>
          <p14:tracePt t="37375" x="2508250" y="2298700"/>
          <p14:tracePt t="37392" x="2508250" y="2292350"/>
          <p14:tracePt t="37460" x="2501900" y="2292350"/>
          <p14:tracePt t="37481" x="2495550" y="2292350"/>
          <p14:tracePt t="37496" x="2489200" y="2292350"/>
          <p14:tracePt t="37502" x="2482850" y="2292350"/>
          <p14:tracePt t="37525" x="2476500" y="2292350"/>
          <p14:tracePt t="37545" x="2470150" y="2292350"/>
          <p14:tracePt t="37552" x="2457450" y="2292350"/>
          <p14:tracePt t="37565" x="2444750" y="2286000"/>
          <p14:tracePt t="37574" x="2438400" y="2286000"/>
          <p14:tracePt t="37591" x="2419350" y="2279650"/>
          <p14:tracePt t="37608" x="2362200" y="2266950"/>
          <p14:tracePt t="37624" x="2305050" y="2260600"/>
          <p14:tracePt t="37640" x="2266950" y="2254250"/>
          <p14:tracePt t="37657" x="2216150" y="2247900"/>
          <p14:tracePt t="37674" x="2165350" y="2241550"/>
          <p14:tracePt t="37690" x="2152650" y="2241550"/>
          <p14:tracePt t="37707" x="2120900" y="2241550"/>
          <p14:tracePt t="37723" x="2095500" y="2241550"/>
          <p14:tracePt t="37741" x="2089150" y="2241550"/>
          <p14:tracePt t="37756" x="2082800" y="2241550"/>
          <p14:tracePt t="37773" x="2076450" y="2241550"/>
          <p14:tracePt t="37790" x="2057400" y="2235200"/>
          <p14:tracePt t="37807" x="2051050" y="2235200"/>
          <p14:tracePt t="37823" x="2051050" y="2228850"/>
          <p14:tracePt t="37840" x="2044700" y="2228850"/>
          <p14:tracePt t="37856" x="2032000" y="2222500"/>
          <p14:tracePt t="37873" x="2019300" y="2222500"/>
          <p14:tracePt t="39112" x="2012950" y="2222500"/>
          <p14:tracePt t="39126" x="2012950" y="2216150"/>
          <p14:tracePt t="39133" x="2006600" y="2216150"/>
          <p14:tracePt t="39147" x="1993900" y="2209800"/>
          <p14:tracePt t="39155" x="1987550" y="2203450"/>
          <p14:tracePt t="39171" x="1974850" y="2197100"/>
          <p14:tracePt t="39185" x="1962150" y="2190750"/>
          <p14:tracePt t="39202" x="1955800" y="2184400"/>
          <p14:tracePt t="39219" x="1949450" y="2178050"/>
          <p14:tracePt t="39235" x="1943100" y="2171700"/>
          <p14:tracePt t="39252" x="1930400" y="2165350"/>
          <p14:tracePt t="39269" x="1911350" y="2146300"/>
          <p14:tracePt t="39285" x="1911350" y="2139950"/>
          <p14:tracePt t="39303" x="1898650" y="2127250"/>
          <p14:tracePt t="39318" x="1885950" y="2114550"/>
          <p14:tracePt t="39335" x="1879600" y="2101850"/>
          <p14:tracePt t="39352" x="1873250" y="2082800"/>
          <p14:tracePt t="39368" x="1860550" y="2063750"/>
          <p14:tracePt t="39385" x="1860550" y="2051050"/>
          <p14:tracePt t="39401" x="1847850" y="2025650"/>
          <p14:tracePt t="39418" x="1841500" y="1974850"/>
          <p14:tracePt t="39435" x="1835150" y="1955800"/>
          <p14:tracePt t="39451" x="1828800" y="1905000"/>
          <p14:tracePt t="39467" x="1828800" y="1866900"/>
          <p14:tracePt t="39485" x="1828800" y="1847850"/>
          <p14:tracePt t="39517" x="1828800" y="1841500"/>
          <p14:tracePt t="39569" x="1828800" y="1847850"/>
          <p14:tracePt t="39576" x="1828800" y="1854200"/>
          <p14:tracePt t="39590" x="1828800" y="1860550"/>
          <p14:tracePt t="39600" x="1828800" y="1873250"/>
          <p14:tracePt t="39618" x="1828800" y="1898650"/>
          <p14:tracePt t="39634" x="1828800" y="1917700"/>
          <p14:tracePt t="39650" x="1822450" y="1974850"/>
          <p14:tracePt t="39668" x="1822450" y="2038350"/>
          <p14:tracePt t="39683" x="1816100" y="2070100"/>
          <p14:tracePt t="39700" x="1809750" y="2127250"/>
          <p14:tracePt t="39717" x="1797050" y="2159000"/>
          <p14:tracePt t="39734" x="1797050" y="2178050"/>
          <p14:tracePt t="39750" x="1797050" y="2190750"/>
          <p14:tracePt t="39766" x="1797050" y="2197100"/>
          <p14:tracePt t="39836" x="1803400" y="2197100"/>
          <p14:tracePt t="39885" x="1809750" y="2197100"/>
          <p14:tracePt t="39955" x="1816100" y="2197100"/>
          <p14:tracePt t="40018" x="1816100" y="2203450"/>
          <p14:tracePt t="40060" x="1816100" y="2209800"/>
          <p14:tracePt t="40110" x="1816100" y="2216150"/>
          <p14:tracePt t="40187" x="1822450" y="2216150"/>
          <p14:tracePt t="40208" x="1828800" y="2222500"/>
          <p14:tracePt t="40271" x="1835150" y="2222500"/>
          <p14:tracePt t="40278" x="1841500" y="2222500"/>
          <p14:tracePt t="40299" x="1847850" y="2222500"/>
          <p14:tracePt t="40326" x="1860550" y="2222500"/>
          <p14:tracePt t="40333" x="1860550" y="2216150"/>
          <p14:tracePt t="40350" x="1866900" y="2216150"/>
          <p14:tracePt t="40369" x="1873250" y="2216150"/>
          <p14:tracePt t="40411" x="1879600" y="2216150"/>
          <p14:tracePt t="40417" x="1879600" y="2209800"/>
          <p14:tracePt t="40434" x="1885950" y="2209800"/>
          <p14:tracePt t="40466" x="1892300" y="2209800"/>
          <p14:tracePt t="40482" x="1898650" y="2209800"/>
          <p14:tracePt t="40509" x="1905000" y="2209800"/>
          <p14:tracePt t="40720" x="1905000" y="2216150"/>
          <p14:tracePt t="40762" x="1911350" y="2216150"/>
          <p14:tracePt t="40783" x="1917700" y="2222500"/>
          <p14:tracePt t="40818" x="1924050" y="2222500"/>
          <p14:tracePt t="40832" x="1930400" y="2222500"/>
          <p14:tracePt t="40839" x="1930400" y="2228850"/>
          <p14:tracePt t="40853" x="1936750" y="2228850"/>
          <p14:tracePt t="40867" x="1943100" y="2228850"/>
          <p14:tracePt t="40888" x="1949450" y="2235200"/>
          <p14:tracePt t="40909" x="1955800" y="2235200"/>
          <p14:tracePt t="40931" x="1962150" y="2241550"/>
          <p14:tracePt t="40958" x="1968500" y="2241550"/>
          <p14:tracePt t="40980" x="1974850" y="2241550"/>
          <p14:tracePt t="41001" x="1981200" y="2241550"/>
          <p14:tracePt t="41029" x="1987550" y="2241550"/>
          <p14:tracePt t="41078" x="1993900" y="2247900"/>
          <p14:tracePt t="41134" x="2000250" y="2247900"/>
          <p14:tracePt t="41168" x="2006600" y="2247900"/>
          <p14:tracePt t="41183" x="2012950" y="2247900"/>
          <p14:tracePt t="41190" x="2019300" y="2254250"/>
          <p14:tracePt t="41204" x="2025650" y="2254250"/>
          <p14:tracePt t="41239" x="2032000" y="2254250"/>
          <p14:tracePt t="41253" x="2038350" y="2254250"/>
          <p14:tracePt t="41260" x="2044700" y="2254250"/>
          <p14:tracePt t="41274" x="2051050" y="2254250"/>
          <p14:tracePt t="41288" x="2057400" y="2254250"/>
          <p14:tracePt t="41301" x="2063750" y="2254250"/>
          <p14:tracePt t="41330" x="2070100" y="2254250"/>
          <p14:tracePt t="41346" x="2076450" y="2260600"/>
          <p14:tracePt t="41358" x="2082800" y="2260600"/>
          <p14:tracePt t="41379" x="2089150" y="2260600"/>
          <p14:tracePt t="41400" x="2095500" y="2260600"/>
          <p14:tracePt t="41421" x="2095500" y="2266950"/>
          <p14:tracePt t="41429" x="2101850" y="2266950"/>
          <p14:tracePt t="41492" x="2108200" y="2266950"/>
          <p14:tracePt t="41499" x="2114550" y="2266950"/>
          <p14:tracePt t="41520" x="2114550" y="2260600"/>
          <p14:tracePt t="41541" x="2120900" y="2260600"/>
          <p14:tracePt t="41562" x="2120900" y="2254250"/>
          <p14:tracePt t="41569" x="2120900" y="2247900"/>
          <p14:tracePt t="41632" x="2120900" y="2241550"/>
          <p14:tracePt t="41674" x="2114550" y="2235200"/>
          <p14:tracePt t="41681" x="2108200" y="2235200"/>
          <p14:tracePt t="41708" x="2101850" y="2235200"/>
          <p14:tracePt t="41765" x="2095500" y="2235200"/>
          <p14:tracePt t="41771" x="2089150" y="2235200"/>
          <p14:tracePt t="41794" x="2082800" y="2235200"/>
          <p14:tracePt t="41814" x="2076450" y="2235200"/>
          <p14:tracePt t="41821" x="2070100" y="2235200"/>
          <p14:tracePt t="41850" x="2063750" y="2235200"/>
          <p14:tracePt t="41870" x="2057400" y="2235200"/>
          <p14:tracePt t="41892" x="2044700" y="2235200"/>
          <p14:tracePt t="41913" x="2038350" y="2235200"/>
          <p14:tracePt t="41934" x="2032000" y="2235200"/>
          <p14:tracePt t="41940" x="2025650" y="2235200"/>
          <p14:tracePt t="41983" x="2019300" y="2235200"/>
          <p14:tracePt t="42011" x="2012950" y="2235200"/>
          <p14:tracePt t="42032" x="2006600" y="2235200"/>
          <p14:tracePt t="42053" x="2000250" y="2235200"/>
          <p14:tracePt t="42116" x="1993900" y="2235200"/>
          <p14:tracePt t="42151" x="1987550" y="2235200"/>
          <p14:tracePt t="42200" x="1981200" y="2235200"/>
          <p14:tracePt t="42221" x="1974850" y="2235200"/>
          <p14:tracePt t="42257" x="1968500" y="2235200"/>
          <p14:tracePt t="42327" x="1962150" y="2235200"/>
          <p14:tracePt t="42376" x="1962150" y="2241550"/>
          <p14:tracePt t="42411" x="1968500" y="2241550"/>
          <p14:tracePt t="42432" x="1974850" y="2241550"/>
          <p14:tracePt t="42446" x="1981200" y="2247900"/>
          <p14:tracePt t="42481" x="1987550" y="2254250"/>
          <p14:tracePt t="42502" x="1993900" y="2254250"/>
          <p14:tracePt t="42544" x="2000250" y="2254250"/>
          <p14:tracePt t="42565" x="2006600" y="2254250"/>
          <p14:tracePt t="42593" x="2012950" y="2260600"/>
          <p14:tracePt t="42614" x="2019300" y="2260600"/>
          <p14:tracePt t="42642" x="2025650" y="2260600"/>
          <p14:tracePt t="42664" x="2032000" y="2260600"/>
          <p14:tracePt t="42685" x="2038350" y="2260600"/>
          <p14:tracePt t="42713" x="2044700" y="2260600"/>
          <p14:tracePt t="42748" x="2051050" y="2260600"/>
          <p14:tracePt t="42818" x="2057400" y="2260600"/>
          <p14:tracePt t="42825" x="2063750" y="2260600"/>
          <p14:tracePt t="42874" x="2070100" y="2254250"/>
          <p14:tracePt t="42895" x="2070100" y="2247900"/>
          <p14:tracePt t="42944" x="2070100" y="2241550"/>
          <p14:tracePt t="42972" x="2070100" y="2235200"/>
          <p14:tracePt t="43007" x="2070100" y="2228850"/>
          <p14:tracePt t="43028" x="2063750" y="2228850"/>
          <p14:tracePt t="43056" x="2057400" y="2222500"/>
          <p14:tracePt t="43113" x="2051050" y="2216150"/>
          <p14:tracePt t="43127" x="2044700" y="2216150"/>
          <p14:tracePt t="43162" x="2038350" y="2216150"/>
          <p14:tracePt t="43190" x="2032000" y="2216150"/>
          <p14:tracePt t="43197" x="2025650" y="2216150"/>
          <p14:tracePt t="43225" x="2025650" y="2209800"/>
          <p14:tracePt t="43240" x="2019300" y="2209800"/>
          <p14:tracePt t="43274" x="2012950" y="2209800"/>
          <p14:tracePt t="43295" x="2006600" y="2209800"/>
          <p14:tracePt t="43322" x="2000250" y="2209800"/>
          <p14:tracePt t="43393" x="2000250" y="2216150"/>
          <p14:tracePt t="43414" x="2000250" y="2222500"/>
          <p14:tracePt t="43469" x="2000250" y="2228850"/>
          <p14:tracePt t="43526" x="2006600" y="2228850"/>
          <p14:tracePt t="43681" x="2006600" y="2222500"/>
          <p14:tracePt t="43688" x="2006600" y="2216150"/>
          <p14:tracePt t="43730" x="2000250" y="2216150"/>
          <p14:tracePt t="43765" x="2000250" y="2209800"/>
          <p14:tracePt t="43772" x="2000250" y="2203450"/>
          <p14:tracePt t="43788" x="1993900" y="2203450"/>
          <p14:tracePt t="43814" x="1987550" y="2203450"/>
          <p14:tracePt t="43822" x="1987550" y="2197100"/>
          <p14:tracePt t="43849" x="1981200" y="2190750"/>
          <p14:tracePt t="43885" x="1968500" y="2184400"/>
          <p14:tracePt t="43933" x="1962150" y="2184400"/>
          <p14:tracePt t="43955" x="1955800" y="2184400"/>
          <p14:tracePt t="43983" x="1949450" y="2184400"/>
          <p14:tracePt t="44017" x="1943100" y="2178050"/>
          <p14:tracePt t="44067" x="1936750" y="2171700"/>
          <p14:tracePt t="44116" x="1930400" y="2171700"/>
          <p14:tracePt t="44123" x="1924050" y="2171700"/>
          <p14:tracePt t="44171" x="1917700" y="2171700"/>
          <p14:tracePt t="44186" x="1911350" y="2165350"/>
          <p14:tracePt t="44248" x="1905000" y="2165350"/>
          <p14:tracePt t="44325" x="1905000" y="2171700"/>
          <p14:tracePt t="44347" x="1905000" y="2178050"/>
          <p14:tracePt t="44354" x="1911350" y="2178050"/>
          <p14:tracePt t="44375" x="1917700" y="2178050"/>
          <p14:tracePt t="44397" x="1924050" y="2184400"/>
          <p14:tracePt t="44838" x="1917700" y="2184400"/>
          <p14:tracePt t="44852" x="1911350" y="2184400"/>
          <p14:tracePt t="44859" x="1898650" y="2190750"/>
          <p14:tracePt t="44872" x="1885950" y="2197100"/>
          <p14:tracePt t="44881" x="1873250" y="2203450"/>
          <p14:tracePt t="44899" x="1854200" y="2222500"/>
          <p14:tracePt t="44915" x="1803400" y="2241550"/>
          <p14:tracePt t="44932" x="1739900" y="2266950"/>
          <p14:tracePt t="44949" x="1720850" y="2266950"/>
          <p14:tracePt t="44965" x="1689100" y="2279650"/>
          <p14:tracePt t="44982" x="1663700" y="2279650"/>
          <p14:tracePt t="44999" x="1644650" y="2279650"/>
          <p14:tracePt t="45015" x="1631950" y="2279650"/>
          <p14:tracePt t="45032" x="1619250" y="2279650"/>
          <p14:tracePt t="45048" x="1593850" y="2279650"/>
          <p14:tracePt t="45065" x="1581150" y="2279650"/>
          <p14:tracePt t="45082" x="1568450" y="2279650"/>
          <p14:tracePt t="45098" x="1498600" y="2266950"/>
          <p14:tracePt t="45114" x="1454150" y="2254250"/>
          <p14:tracePt t="45132" x="1384300" y="2241550"/>
          <p14:tracePt t="45148" x="1352550" y="2235200"/>
          <p14:tracePt t="45164" x="1308100" y="2228850"/>
          <p14:tracePt t="45182" x="1263650" y="2209800"/>
          <p14:tracePt t="45198" x="1257300" y="2209800"/>
          <p14:tracePt t="45214" x="1244600" y="2203450"/>
          <p14:tracePt t="45322" x="1250950" y="2203450"/>
          <p14:tracePt t="45328" x="1257300" y="2203450"/>
          <p14:tracePt t="45350" x="1270000" y="2203450"/>
          <p14:tracePt t="45365" x="1276350" y="2203450"/>
          <p14:tracePt t="45371" x="1282700" y="2203450"/>
          <p14:tracePt t="45380" x="1289050" y="2203450"/>
          <p14:tracePt t="45397" x="1314450" y="2209800"/>
          <p14:tracePt t="45414" x="1371600" y="2209800"/>
          <p14:tracePt t="45430" x="1409700" y="2216150"/>
          <p14:tracePt t="45447" x="1517650" y="2235200"/>
          <p14:tracePt t="45463" x="1657350" y="2254250"/>
          <p14:tracePt t="45480" x="1720850" y="2254250"/>
          <p14:tracePt t="45497" x="1866900" y="2260600"/>
          <p14:tracePt t="45514" x="1981200" y="2279650"/>
          <p14:tracePt t="45529" x="2044700" y="2279650"/>
          <p14:tracePt t="45547" x="2114550" y="2286000"/>
          <p14:tracePt t="45563" x="2178050" y="2292350"/>
          <p14:tracePt t="45579" x="2197100" y="2292350"/>
          <p14:tracePt t="45596" x="2216150" y="2292350"/>
          <p14:tracePt t="45613" x="2228850" y="2292350"/>
          <p14:tracePt t="45630" x="2235200" y="2292350"/>
          <p14:tracePt t="45646" x="2241550" y="2292350"/>
          <p14:tracePt t="45663" x="2247900" y="2292350"/>
          <p14:tracePt t="45715" x="2254250" y="2292350"/>
          <p14:tracePt t="45960" x="2247900" y="2292350"/>
          <p14:tracePt t="46002" x="2241550" y="2292350"/>
          <p14:tracePt t="46115" x="2235200" y="2292350"/>
          <p14:tracePt t="46149" x="2228850" y="2292350"/>
          <p14:tracePt t="46185" x="2228850" y="2286000"/>
          <p14:tracePt t="46220" x="2222500" y="2279650"/>
          <p14:tracePt t="46360" x="2228850" y="2279650"/>
          <p14:tracePt t="46374" x="2235200" y="2279650"/>
          <p14:tracePt t="46395" x="2247900" y="2279650"/>
          <p14:tracePt t="46402" x="2254250" y="2286000"/>
          <p14:tracePt t="46416" x="2273300" y="2286000"/>
          <p14:tracePt t="46426" x="2286000" y="2292350"/>
          <p14:tracePt t="46445" x="2343150" y="2298700"/>
          <p14:tracePt t="46460" x="2381250" y="2305050"/>
          <p14:tracePt t="46477" x="2451100" y="2324100"/>
          <p14:tracePt t="46494" x="2533650" y="2336800"/>
          <p14:tracePt t="46510" x="2565400" y="2343150"/>
          <p14:tracePt t="46527" x="2597150" y="2343150"/>
          <p14:tracePt t="46544" x="2641600" y="2355850"/>
          <p14:tracePt t="46560" x="2667000" y="2355850"/>
          <p14:tracePt t="46578" x="2705100" y="2355850"/>
          <p14:tracePt t="46593" x="2736850" y="2349500"/>
          <p14:tracePt t="46610" x="2749550" y="2343150"/>
          <p14:tracePt t="46627" x="2762250" y="2343150"/>
          <p14:tracePt t="46643" x="2768600" y="2336800"/>
          <p14:tracePt t="46660" x="2774950" y="2330450"/>
          <p14:tracePt t="46693" x="2774950" y="2324100"/>
          <p14:tracePt t="46712" x="2774950" y="2317750"/>
          <p14:tracePt t="46732" x="2768600" y="2317750"/>
          <p14:tracePt t="46746" x="2762250" y="2317750"/>
          <p14:tracePt t="46761" x="2762250" y="2311400"/>
          <p14:tracePt t="46776" x="2749550" y="2311400"/>
          <p14:tracePt t="46792" x="2749550" y="2305050"/>
          <p14:tracePt t="46809" x="2736850" y="2305050"/>
          <p14:tracePt t="46825" x="2717800" y="2305050"/>
          <p14:tracePt t="46842" x="2698750" y="2305050"/>
          <p14:tracePt t="46859" x="2628900" y="2286000"/>
          <p14:tracePt t="46875" x="2597150" y="2279650"/>
          <p14:tracePt t="46892" x="2546350" y="2273300"/>
          <p14:tracePt t="46909" x="2451100" y="2241550"/>
          <p14:tracePt t="46925" x="2393950" y="2235200"/>
          <p14:tracePt t="46942" x="2298700" y="2216150"/>
          <p14:tracePt t="46958" x="2260600" y="2216150"/>
          <p14:tracePt t="46975" x="2235200" y="2216150"/>
          <p14:tracePt t="46992" x="2184400" y="2216150"/>
          <p14:tracePt t="47008" x="2165350" y="2216150"/>
          <p14:tracePt t="47025" x="2146300" y="2216150"/>
          <p14:tracePt t="47042" x="2139950" y="2216150"/>
          <p14:tracePt t="47058" x="2133600" y="2216150"/>
          <p14:tracePt t="47406" x="2133600" y="2222500"/>
          <p14:tracePt t="47525" x="2139950" y="2222500"/>
          <p14:tracePt t="47553" x="2139950" y="2228850"/>
          <p14:tracePt t="47574" x="2146300" y="2235200"/>
          <p14:tracePt t="47587" x="2152650" y="2241550"/>
          <p14:tracePt t="47623" x="2159000" y="2241550"/>
          <p14:tracePt t="47644" x="2165350" y="2241550"/>
          <p14:tracePt t="47665" x="2171700" y="2247900"/>
          <p14:tracePt t="47686" x="2178050" y="2247900"/>
          <p14:tracePt t="47693" x="2184400" y="2247900"/>
          <p14:tracePt t="47708" x="2184400" y="2254250"/>
          <p14:tracePt t="47722" x="2190750" y="2254250"/>
          <p14:tracePt t="47739" x="2190750" y="2260600"/>
          <p14:tracePt t="47758" x="2197100" y="2260600"/>
          <p14:tracePt t="47772" x="2203450" y="2260600"/>
          <p14:tracePt t="47789" x="2209800" y="2260600"/>
          <p14:tracePt t="47806" x="2216150" y="2266950"/>
          <p14:tracePt t="47827" x="2228850" y="2266950"/>
          <p14:tracePt t="47876" x="2235200" y="2266950"/>
          <p14:tracePt t="47904" x="2241550" y="2273300"/>
          <p14:tracePt t="47974" x="2247900" y="2279650"/>
          <p14:tracePt t="48065" x="2254250" y="2279650"/>
          <p14:tracePt t="48087" x="2254250" y="2273300"/>
          <p14:tracePt t="48107" x="2254250" y="2266950"/>
          <p14:tracePt t="48135" x="2254250" y="2260600"/>
          <p14:tracePt t="48142" x="2254250" y="2254250"/>
          <p14:tracePt t="48172" x="2247900" y="2247900"/>
          <p14:tracePt t="48206" x="2247900" y="2241550"/>
          <p14:tracePt t="48220" x="2241550" y="2235200"/>
          <p14:tracePt t="48227" x="2235200" y="2228850"/>
          <p14:tracePt t="48237" x="2235200" y="2216150"/>
          <p14:tracePt t="48254" x="2235200" y="2209800"/>
          <p14:tracePt t="48270" x="2216150" y="2184400"/>
          <p14:tracePt t="48287" x="2190750" y="2152650"/>
          <p14:tracePt t="48304" x="2165350" y="2127250"/>
          <p14:tracePt t="48320" x="2139950" y="2095500"/>
          <p14:tracePt t="48337" x="2127250" y="2082800"/>
          <p14:tracePt t="48354" x="2089150" y="2070100"/>
          <p14:tracePt t="48370" x="2051050" y="2057400"/>
          <p14:tracePt t="48388" x="2012950" y="2044700"/>
          <p14:tracePt t="48403" x="1993900" y="2038350"/>
          <p14:tracePt t="48420" x="1968500" y="2032000"/>
          <p14:tracePt t="48437" x="1936750" y="2025650"/>
          <p14:tracePt t="48453" x="1924050" y="2025650"/>
          <p14:tracePt t="48470" x="1898650" y="2025650"/>
          <p14:tracePt t="48487" x="1873250" y="2025650"/>
          <p14:tracePt t="48503" x="1854200" y="2025650"/>
          <p14:tracePt t="48520" x="1835150" y="2019300"/>
          <p14:tracePt t="48536" x="1778000" y="2006600"/>
          <p14:tracePt t="48553" x="1758950" y="2006600"/>
          <p14:tracePt t="48570" x="1727200" y="2006600"/>
          <p14:tracePt t="48586" x="1714500" y="2006600"/>
          <p14:tracePt t="48603" x="1695450" y="2006600"/>
          <p14:tracePt t="48620" x="1682750" y="2006600"/>
          <p14:tracePt t="48636" x="1676400" y="2006600"/>
          <p14:tracePt t="48652" x="1663700" y="2012950"/>
          <p14:tracePt t="48669" x="1651000" y="2019300"/>
          <p14:tracePt t="48686" x="1644650" y="2019300"/>
          <p14:tracePt t="48702" x="1644650" y="2025650"/>
          <p14:tracePt t="48719" x="1638300" y="2032000"/>
          <p14:tracePt t="48752" x="1631950" y="2038350"/>
          <p14:tracePt t="48795" x="1625600" y="2044700"/>
          <p14:tracePt t="48830" x="1619250" y="2051050"/>
          <p14:tracePt t="48865" x="1619250" y="2063750"/>
          <p14:tracePt t="48886" x="1612900" y="2070100"/>
          <p14:tracePt t="48914" x="1612900" y="2076450"/>
          <p14:tracePt t="48921" x="1606550" y="2082800"/>
          <p14:tracePt t="48970" x="1606550" y="2089150"/>
          <p14:tracePt t="48977" x="1606550" y="2095500"/>
          <p14:tracePt t="48987" x="1600200" y="2095500"/>
          <p14:tracePt t="49001" x="1600200" y="2101850"/>
          <p14:tracePt t="49018" x="1587500" y="2114550"/>
          <p14:tracePt t="49035" x="1581150" y="2127250"/>
          <p14:tracePt t="49051" x="1568450" y="2139950"/>
          <p14:tracePt t="49069" x="1549400" y="2171700"/>
          <p14:tracePt t="49084" x="1536700" y="2184400"/>
          <p14:tracePt t="49101" x="1524000" y="2209800"/>
          <p14:tracePt t="49118" x="1524000" y="2222500"/>
          <p14:tracePt t="49135" x="1517650" y="2228850"/>
          <p14:tracePt t="49150" x="1511300" y="2228850"/>
          <p14:tracePt t="49167" x="1511300" y="2235200"/>
          <p14:tracePt t="49203" x="1504950" y="2241550"/>
          <p14:tracePt t="49237" x="1504950" y="2247900"/>
          <p14:tracePt t="49300" x="1498600" y="2254250"/>
          <p14:tracePt t="49770" x="1504950" y="2254250"/>
          <p14:tracePt t="49883" x="1511300" y="2254250"/>
          <p14:tracePt t="49974" x="1517650" y="2254250"/>
          <p14:tracePt t="50009" x="1517650" y="2260600"/>
          <p14:tracePt t="50044" x="1530350" y="2260600"/>
          <p14:tracePt t="50050" x="1536700" y="2260600"/>
          <p14:tracePt t="50067" x="1543050" y="2266950"/>
          <p14:tracePt t="50081" x="1568450" y="2266950"/>
          <p14:tracePt t="50098" x="1581150" y="2273300"/>
          <p14:tracePt t="50114" x="1625600" y="2279650"/>
          <p14:tracePt t="50130" x="1670050" y="2286000"/>
          <p14:tracePt t="50147" x="1746250" y="2292350"/>
          <p14:tracePt t="50164" x="1854200" y="2305050"/>
          <p14:tracePt t="50180" x="1892300" y="2305050"/>
          <p14:tracePt t="50198" x="1981200" y="2305050"/>
          <p14:tracePt t="50214" x="2063750" y="2305050"/>
          <p14:tracePt t="50230" x="2101850" y="2298700"/>
          <p14:tracePt t="50247" x="2152650" y="2298700"/>
          <p14:tracePt t="50263" x="2184400" y="2298700"/>
          <p14:tracePt t="50280" x="2197100" y="2298700"/>
          <p14:tracePt t="50297" x="2222500" y="2298700"/>
          <p14:tracePt t="50314" x="2241550" y="2298700"/>
          <p14:tracePt t="50347" x="2260600" y="2298700"/>
          <p14:tracePt t="50363" x="2279650" y="2298700"/>
          <p14:tracePt t="50380" x="2286000" y="2298700"/>
          <p14:tracePt t="50396" x="2292350" y="2298700"/>
          <p14:tracePt t="50413" x="2298700" y="2298700"/>
          <p14:tracePt t="50430" x="2311400" y="2298700"/>
          <p14:tracePt t="50463" x="2317750" y="2298700"/>
          <p14:tracePt t="50486" x="2324100" y="2298700"/>
          <p14:tracePt t="50542" x="2324100" y="2292350"/>
          <p14:tracePt t="50564" x="2324100" y="2286000"/>
          <p14:tracePt t="50570" x="2330450" y="2286000"/>
          <p14:tracePt t="50584" x="2330450" y="2279650"/>
          <p14:tracePt t="50613" x="2330450" y="2273300"/>
          <p14:tracePt t="50640" x="2336800" y="2266950"/>
          <p14:tracePt t="50661" x="2349500" y="2266950"/>
          <p14:tracePt t="50682" x="2362200" y="2266950"/>
          <p14:tracePt t="50703" x="2368550" y="2266950"/>
          <p14:tracePt t="50710" x="2374900" y="2266950"/>
          <p14:tracePt t="50725" x="2381250" y="2260600"/>
          <p14:tracePt t="50747" x="2393950" y="2260600"/>
          <p14:tracePt t="50753" x="2406650" y="2260600"/>
          <p14:tracePt t="50767" x="2419350" y="2260600"/>
          <p14:tracePt t="50778" x="2438400" y="2260600"/>
          <p14:tracePt t="50795" x="2482850" y="2260600"/>
          <p14:tracePt t="50812" x="2501900" y="2260600"/>
          <p14:tracePt t="50828" x="2527300" y="2260600"/>
          <p14:tracePt t="50845" x="2571750" y="2247900"/>
          <p14:tracePt t="50861" x="2590800" y="2247900"/>
          <p14:tracePt t="50879" x="2616200" y="2247900"/>
          <p14:tracePt t="50895" x="2622550" y="2247900"/>
          <p14:tracePt t="50911" x="2628900" y="2247900"/>
          <p14:tracePt t="50944" x="2622550" y="2247900"/>
          <p14:tracePt t="50961" x="2609850" y="2247900"/>
          <p14:tracePt t="50978" x="2584450" y="2247900"/>
          <p14:tracePt t="50994" x="2578100" y="2247900"/>
          <p14:tracePt t="51012" x="2527300" y="2235200"/>
          <p14:tracePt t="51027" x="2451100" y="2235200"/>
          <p14:tracePt t="51044" x="2406650" y="2228850"/>
          <p14:tracePt t="51061" x="2247900" y="2209800"/>
          <p14:tracePt t="51077" x="2197100" y="2203450"/>
          <p14:tracePt t="51094" x="2133600" y="2190750"/>
          <p14:tracePt t="51111" x="2025650" y="2178050"/>
          <p14:tracePt t="51127" x="1968500" y="2165350"/>
          <p14:tracePt t="51144" x="1905000" y="2165350"/>
          <p14:tracePt t="51160" x="1803400" y="2165350"/>
          <p14:tracePt t="51177" x="1765300" y="2165350"/>
          <p14:tracePt t="51194" x="1708150" y="2165350"/>
          <p14:tracePt t="51210" x="1689100" y="2165350"/>
          <p14:tracePt t="51227" x="1676400" y="2165350"/>
          <p14:tracePt t="51244" x="1663700" y="2165350"/>
          <p14:tracePt t="51321" x="1670050" y="2171700"/>
          <p14:tracePt t="51335" x="1682750" y="2171700"/>
          <p14:tracePt t="51349" x="1701800" y="2171700"/>
          <p14:tracePt t="51356" x="1720850" y="2171700"/>
          <p14:tracePt t="51363" x="1752600" y="2178050"/>
          <p14:tracePt t="51379" x="1803400" y="2178050"/>
          <p14:tracePt t="51393" x="1866900" y="2190750"/>
          <p14:tracePt t="51410" x="2000250" y="2216150"/>
          <p14:tracePt t="51427" x="2139950" y="2235200"/>
          <p14:tracePt t="51443" x="2197100" y="2241550"/>
          <p14:tracePt t="51460" x="2292350" y="2260600"/>
          <p14:tracePt t="51476" x="2343150" y="2273300"/>
          <p14:tracePt t="51492" x="2362200" y="2273300"/>
          <p14:tracePt t="51510" x="2374900" y="2273300"/>
          <p14:tracePt t="51553" x="2368550" y="2273300"/>
          <p14:tracePt t="51567" x="2362200" y="2273300"/>
          <p14:tracePt t="51575" x="2349500" y="2273300"/>
          <p14:tracePt t="51592" x="2343150" y="2273300"/>
          <p14:tracePt t="51609" x="2324100" y="2273300"/>
          <p14:tracePt t="51625" x="2279650" y="2273300"/>
          <p14:tracePt t="51642" x="2254250" y="2273300"/>
          <p14:tracePt t="51659" x="2139950" y="2260600"/>
          <p14:tracePt t="51675" x="2076450" y="2260600"/>
          <p14:tracePt t="51693" x="1816100" y="2254250"/>
          <p14:tracePt t="51708" x="1739900" y="2254250"/>
          <p14:tracePt t="51725" x="1651000" y="2241550"/>
          <p14:tracePt t="51743" x="1536700" y="2235200"/>
          <p14:tracePt t="51759" x="1466850" y="2235200"/>
          <p14:tracePt t="51774" x="1441450" y="2235200"/>
          <p14:tracePt t="51792" x="1422400" y="2235200"/>
          <p14:tracePt t="51808" x="1416050" y="2235200"/>
          <p14:tracePt t="51842" x="1409700" y="2235200"/>
          <p14:tracePt t="51896" x="1416050" y="2235200"/>
          <p14:tracePt t="51924" x="1428750" y="2235200"/>
          <p14:tracePt t="51946" x="1435100" y="2235200"/>
          <p14:tracePt t="51967" x="1441450" y="2235200"/>
          <p14:tracePt t="51974" x="1447800" y="2235200"/>
          <p14:tracePt t="51988" x="1454150" y="2235200"/>
          <p14:tracePt t="51994" x="1460500" y="2235200"/>
          <p14:tracePt t="52010" x="1473200" y="2235200"/>
          <p14:tracePt t="52024" x="1485900" y="2235200"/>
          <p14:tracePt t="52041" x="1543050" y="2241550"/>
          <p14:tracePt t="52058" x="1644650" y="2254250"/>
          <p14:tracePt t="52074" x="1714500" y="2266950"/>
          <p14:tracePt t="52090" x="1879600" y="2298700"/>
          <p14:tracePt t="52107" x="2051050" y="2324100"/>
          <p14:tracePt t="52124" x="2152650" y="2336800"/>
          <p14:tracePt t="52141" x="2355850" y="2368550"/>
          <p14:tracePt t="52157" x="2565400" y="2400300"/>
          <p14:tracePt t="52174" x="2654300" y="2406650"/>
          <p14:tracePt t="52191" x="2819400" y="2419350"/>
          <p14:tracePt t="52207" x="2895600" y="2419350"/>
          <p14:tracePt t="52223" x="3035300" y="2419350"/>
          <p14:tracePt t="52241" x="3136900" y="2419350"/>
          <p14:tracePt t="52257" x="3232150" y="2419350"/>
          <p14:tracePt t="52273" x="3270250" y="2419350"/>
          <p14:tracePt t="52290" x="3321050" y="2419350"/>
          <p14:tracePt t="52306" x="3340100" y="2419350"/>
          <p14:tracePt t="52323" x="3365500" y="2419350"/>
          <p14:tracePt t="52340" x="3390900" y="2419350"/>
          <p14:tracePt t="52357" x="3403600" y="2419350"/>
          <p14:tracePt t="52373" x="3409950" y="2419350"/>
          <p14:tracePt t="52390" x="3429000" y="2419350"/>
          <p14:tracePt t="52486" x="3422650" y="2419350"/>
          <p14:tracePt t="52507" x="3416300" y="2419350"/>
          <p14:tracePt t="52570" x="3409950" y="2419350"/>
          <p14:tracePt t="52626" x="3403600" y="2413000"/>
          <p14:tracePt t="52647" x="3403600" y="2406650"/>
          <p14:tracePt t="52661" x="3403600" y="2400300"/>
          <p14:tracePt t="52682" x="3403600" y="2393950"/>
          <p14:tracePt t="52703" x="3403600" y="2387600"/>
          <p14:tracePt t="52717" x="3403600" y="2381250"/>
          <p14:tracePt t="52725" x="3403600" y="2368550"/>
          <p14:tracePt t="52741" x="3403600" y="2355850"/>
          <p14:tracePt t="52754" x="3403600" y="2336800"/>
          <p14:tracePt t="52772" x="3397250" y="2305050"/>
          <p14:tracePt t="52789" x="3371850" y="2235200"/>
          <p14:tracePt t="52805" x="3340100" y="2171700"/>
          <p14:tracePt t="52821" x="3321050" y="2127250"/>
          <p14:tracePt t="52838" x="3251200" y="2032000"/>
          <p14:tracePt t="52854" x="3213100" y="1987550"/>
          <p14:tracePt t="52872" x="3130550" y="1911350"/>
          <p14:tracePt t="52888" x="3086100" y="1885950"/>
          <p14:tracePt t="52905" x="2978150" y="1841500"/>
          <p14:tracePt t="52922" x="2844800" y="1803400"/>
          <p14:tracePt t="52938" x="2762250" y="1790700"/>
          <p14:tracePt t="52954" x="2635250" y="1765300"/>
          <p14:tracePt t="52971" x="2489200" y="1746250"/>
          <p14:tracePt t="52987" x="2425700" y="1733550"/>
          <p14:tracePt t="53005" x="2298700" y="1733550"/>
          <p14:tracePt t="53021" x="2203450" y="1739900"/>
          <p14:tracePt t="53037" x="2159000" y="1746250"/>
          <p14:tracePt t="53054" x="2101850" y="1758950"/>
          <p14:tracePt t="53070" x="2038350" y="1784350"/>
          <p14:tracePt t="53087" x="2012950" y="1790700"/>
          <p14:tracePt t="53103" x="1949450" y="1816100"/>
          <p14:tracePt t="53120" x="1885950" y="1835150"/>
          <p14:tracePt t="53137" x="1866900" y="1841500"/>
          <p14:tracePt t="53153" x="1816100" y="1866900"/>
          <p14:tracePt t="53170" x="1771650" y="1885950"/>
          <p14:tracePt t="53187" x="1720850" y="1917700"/>
          <p14:tracePt t="53203" x="1701800" y="1924050"/>
          <p14:tracePt t="53220" x="1682750" y="1936750"/>
          <p14:tracePt t="53237" x="1638300" y="1968500"/>
          <p14:tracePt t="53253" x="1625600" y="1987550"/>
          <p14:tracePt t="53270" x="1612900" y="1993900"/>
          <p14:tracePt t="53286" x="1593850" y="2012950"/>
          <p14:tracePt t="53303" x="1581150" y="2025650"/>
          <p14:tracePt t="53320" x="1574800" y="2032000"/>
          <p14:tracePt t="53336" x="1574800" y="2038350"/>
          <p14:tracePt t="53353" x="1568450" y="2051050"/>
          <p14:tracePt t="53370" x="1562100" y="2057400"/>
          <p14:tracePt t="53386" x="1555750" y="2057400"/>
          <p14:tracePt t="53433" x="1555750" y="2063750"/>
          <p14:tracePt t="53475" x="1555750" y="2070100"/>
          <p14:tracePt t="53489" x="1549400" y="2076450"/>
          <p14:tracePt t="53510" x="1549400" y="2082800"/>
          <p14:tracePt t="53517" x="1543050" y="2089150"/>
          <p14:tracePt t="53538" x="1543050" y="2095500"/>
          <p14:tracePt t="53573" x="1536700" y="2095500"/>
          <p14:tracePt t="53580" x="1536700" y="2101850"/>
          <p14:tracePt t="53608" x="1536700" y="2108200"/>
          <p14:tracePt t="53643" x="1536700" y="2114550"/>
          <p14:tracePt t="53657" x="1536700" y="2120900"/>
          <p14:tracePt t="53679" x="1536700" y="2127250"/>
          <p14:tracePt t="53720" x="1536700" y="2133600"/>
          <p14:tracePt t="53749" x="1530350" y="2139950"/>
          <p14:tracePt t="53784" x="1530350" y="2146300"/>
          <p14:tracePt t="53797" x="1530350" y="2152650"/>
          <p14:tracePt t="53819" x="1524000" y="2152650"/>
          <p14:tracePt t="53839" x="1524000" y="2159000"/>
          <p14:tracePt t="53861" x="1524000" y="2165350"/>
          <p14:tracePt t="53889" x="1524000" y="2171700"/>
          <p14:tracePt t="53909" x="1524000" y="2178050"/>
          <p14:tracePt t="53931" x="1517650" y="2184400"/>
          <p14:tracePt t="53973" x="1517650" y="2190750"/>
          <p14:tracePt t="53980" x="1517650" y="2197100"/>
          <p14:tracePt t="54002" x="1517650" y="2203450"/>
          <p14:tracePt t="54050" x="1517650" y="2209800"/>
          <p14:tracePt t="54071" x="1517650" y="2216150"/>
          <p14:tracePt t="54099" x="1511300" y="2222500"/>
          <p14:tracePt t="54135" x="1511300" y="2228850"/>
          <p14:tracePt t="54184" x="1511300" y="2235200"/>
          <p14:tracePt t="54282" x="1511300" y="2241550"/>
          <p14:tracePt t="54331" x="1504950" y="2241550"/>
          <p14:tracePt t="54345" x="1504950" y="2247900"/>
          <p14:tracePt t="54353" x="1492250" y="2247900"/>
          <p14:tracePt t="54367" x="1485900" y="2254250"/>
          <p14:tracePt t="54382" x="1454150" y="2266950"/>
          <p14:tracePt t="54399" x="1428750" y="2273300"/>
          <p14:tracePt t="54416" x="1384300" y="2279650"/>
          <p14:tracePt t="54432" x="1327150" y="2292350"/>
          <p14:tracePt t="54450" x="1282700" y="2298700"/>
          <p14:tracePt t="54465" x="1270000" y="2305050"/>
          <p14:tracePt t="54482" x="1257300" y="2305050"/>
          <p14:tracePt t="54499" x="1238250" y="2305050"/>
          <p14:tracePt t="54515" x="1231900" y="2305050"/>
          <p14:tracePt t="54584" x="1244600" y="2305050"/>
          <p14:tracePt t="54590" x="1250950" y="2305050"/>
          <p14:tracePt t="54605" x="1270000" y="2305050"/>
          <p14:tracePt t="54615" x="1295400" y="2305050"/>
          <p14:tracePt t="54631" x="1346200" y="2305050"/>
          <p14:tracePt t="54648" x="1460500" y="2305050"/>
          <p14:tracePt t="54665" x="1593850" y="2317750"/>
          <p14:tracePt t="54682" x="1695450" y="2324100"/>
          <p14:tracePt t="54698" x="1733550" y="2324100"/>
          <p14:tracePt t="54715" x="1784350" y="2330450"/>
          <p14:tracePt t="54732" x="1809750" y="2330450"/>
          <p14:tracePt t="54748" x="1816100" y="2330450"/>
          <p14:tracePt t="54781" x="1803400" y="2330450"/>
          <p14:tracePt t="54798" x="1790700" y="2330450"/>
          <p14:tracePt t="54815" x="1752600" y="2330450"/>
          <p14:tracePt t="54831" x="1727200" y="2330450"/>
          <p14:tracePt t="54848" x="1612900" y="2324100"/>
          <p14:tracePt t="54865" x="1473200" y="2305050"/>
          <p14:tracePt t="54881" x="1397000" y="2305050"/>
          <p14:tracePt t="54898" x="1263650" y="2286000"/>
          <p14:tracePt t="54915" x="1168400" y="2273300"/>
          <p14:tracePt t="54931" x="1149350" y="2273300"/>
          <p14:tracePt t="54947" x="1117600" y="2273300"/>
          <p14:tracePt t="54963" x="1104900" y="2273300"/>
          <p14:tracePt t="55026" x="1111250" y="2273300"/>
          <p14:tracePt t="55032" x="1117600" y="2273300"/>
          <p14:tracePt t="55047" x="1123950" y="2273300"/>
          <p14:tracePt t="55054" x="1130300" y="2273300"/>
          <p14:tracePt t="55063" x="1155700" y="2273300"/>
          <p14:tracePt t="55080" x="1168400" y="2273300"/>
          <p14:tracePt t="55097" x="1225550" y="2273300"/>
          <p14:tracePt t="55113" x="1263650" y="2273300"/>
          <p14:tracePt t="55131" x="1409700" y="2298700"/>
          <p14:tracePt t="55147" x="1454150" y="2311400"/>
          <p14:tracePt t="55163" x="1504950" y="2317750"/>
          <p14:tracePt t="55180" x="1562100" y="2324100"/>
          <p14:tracePt t="55196" x="1593850" y="2324100"/>
          <p14:tracePt t="55213" x="1606550" y="2330450"/>
          <p14:tracePt t="55230" x="1612900" y="2330450"/>
          <p14:tracePt t="55264" x="1606550" y="2330450"/>
          <p14:tracePt t="55271" x="1600200" y="2330450"/>
          <p14:tracePt t="55285" x="1593850" y="2330450"/>
          <p14:tracePt t="55296" x="1587500" y="2330450"/>
          <p14:tracePt t="55314" x="1562100" y="2330450"/>
          <p14:tracePt t="55330" x="1549400" y="2330450"/>
          <p14:tracePt t="55346" x="1517650" y="2336800"/>
          <p14:tracePt t="55363" x="1466850" y="2362200"/>
          <p14:tracePt t="55379" x="1447800" y="2362200"/>
          <p14:tracePt t="55396" x="1435100" y="2368550"/>
          <p14:tracePt t="55413" x="1409700" y="2381250"/>
          <p14:tracePt t="55429" x="1403350" y="2381250"/>
          <p14:tracePt t="55454" x="1409700" y="2387600"/>
          <p14:tracePt t="55468" x="1422400" y="2387600"/>
          <p14:tracePt t="55479" x="1435100" y="2387600"/>
          <p14:tracePt t="55496" x="1485900" y="2381250"/>
          <p14:tracePt t="55512" x="1524000" y="2381250"/>
          <p14:tracePt t="55529" x="1612900" y="2381250"/>
          <p14:tracePt t="55546" x="1701800" y="2381250"/>
          <p14:tracePt t="55562" x="1739900" y="2381250"/>
          <p14:tracePt t="55579" x="1790700" y="2381250"/>
          <p14:tracePt t="55595" x="1816100" y="2381250"/>
          <p14:tracePt t="55636" x="1809750" y="2381250"/>
          <p14:tracePt t="55645" x="1797050" y="2381250"/>
          <p14:tracePt t="55665" x="1784350" y="2381250"/>
          <p14:tracePt t="55680" x="1765300" y="2381250"/>
          <p14:tracePt t="55694" x="1701800" y="2387600"/>
          <p14:tracePt t="55711" x="1663700" y="2393950"/>
          <p14:tracePt t="55728" x="1543050" y="2400300"/>
          <p14:tracePt t="55745" x="1504950" y="2400300"/>
          <p14:tracePt t="55762" x="1384300" y="2400300"/>
          <p14:tracePt t="55778" x="1358900" y="2400300"/>
          <p14:tracePt t="55794" x="1346200" y="2400300"/>
          <p14:tracePt t="55811" x="1333500" y="2400300"/>
          <p14:tracePt t="55827" x="1320800" y="2400300"/>
          <p14:tracePt t="55896" x="1327150" y="2400300"/>
          <p14:tracePt t="55902" x="1333500" y="2400300"/>
          <p14:tracePt t="55923" x="1339850" y="2400300"/>
          <p14:tracePt t="55945" x="1346200" y="2400300"/>
          <p14:tracePt t="56972" x="1371600" y="2400300"/>
          <p14:tracePt t="56979" x="1403350" y="2387600"/>
          <p14:tracePt t="56993" x="1447800" y="2381250"/>
          <p14:tracePt t="57008" x="1517650" y="2355850"/>
          <p14:tracePt t="57024" x="1574800" y="2336800"/>
          <p14:tracePt t="57040" x="1619250" y="2324100"/>
          <p14:tracePt t="57057" x="1701800" y="2298700"/>
          <p14:tracePt t="57073" x="1771650" y="2273300"/>
          <p14:tracePt t="57092" x="1866900" y="2254250"/>
          <p14:tracePt t="57106" x="1911350" y="2247900"/>
          <p14:tracePt t="57124" x="2012950" y="2235200"/>
          <p14:tracePt t="57141" x="2139950" y="2235200"/>
          <p14:tracePt t="57156" x="2197100" y="2241550"/>
          <p14:tracePt t="57173" x="2311400" y="2241550"/>
          <p14:tracePt t="57190" x="2393950" y="2241550"/>
          <p14:tracePt t="57206" x="2432050" y="2247900"/>
          <p14:tracePt t="57224" x="2482850" y="2260600"/>
          <p14:tracePt t="57240" x="2520950" y="2273300"/>
          <p14:tracePt t="57256" x="2552700" y="2273300"/>
          <p14:tracePt t="57274" x="2590800" y="2292350"/>
          <p14:tracePt t="57289" x="2635250" y="2292350"/>
          <p14:tracePt t="57306" x="2660650" y="2292350"/>
          <p14:tracePt t="57323" x="2730500" y="2292350"/>
          <p14:tracePt t="57339" x="2768600" y="2286000"/>
          <p14:tracePt t="57356" x="2863850" y="2273300"/>
          <p14:tracePt t="57372" x="2990850" y="2273300"/>
          <p14:tracePt t="57389" x="3060700" y="2273300"/>
          <p14:tracePt t="57406" x="3175000" y="2260600"/>
          <p14:tracePt t="57422" x="3282950" y="2254250"/>
          <p14:tracePt t="57439" x="3308350" y="2247900"/>
          <p14:tracePt t="57456" x="3359150" y="2247900"/>
          <p14:tracePt t="57472" x="3397250" y="2247900"/>
          <p14:tracePt t="57489" x="3409950" y="2247900"/>
          <p14:tracePt t="57505" x="3441700" y="2247900"/>
          <p14:tracePt t="57522" x="3505200" y="2254250"/>
          <p14:tracePt t="57539" x="3530600" y="2254250"/>
          <p14:tracePt t="57555" x="3613150" y="2266950"/>
          <p14:tracePt t="57571" x="3721100" y="2279650"/>
          <p14:tracePt t="57590" x="3860800" y="2286000"/>
          <p14:tracePt t="57604" x="3949700" y="2286000"/>
          <p14:tracePt t="57621" x="4051300" y="2298700"/>
          <p14:tracePt t="57639" x="4343400" y="2298700"/>
          <p14:tracePt t="57655" x="4432300" y="2298700"/>
          <p14:tracePt t="57671" x="4521200" y="2292350"/>
          <p14:tracePt t="57688" x="4673600" y="2286000"/>
          <p14:tracePt t="57704" x="4819650" y="2273300"/>
          <p14:tracePt t="57721" x="4883150" y="2266950"/>
          <p14:tracePt t="57738" x="4997450" y="2254250"/>
          <p14:tracePt t="57754" x="5092700" y="2247900"/>
          <p14:tracePt t="57772" x="5149850" y="2241550"/>
          <p14:tracePt t="57787" x="5181600" y="2241550"/>
          <p14:tracePt t="57804" x="5226050" y="2241550"/>
          <p14:tracePt t="57821" x="5276850" y="2241550"/>
          <p14:tracePt t="57837" x="5308600" y="2235200"/>
          <p14:tracePt t="57854" x="5327650" y="2235200"/>
          <p14:tracePt t="57871" x="5410200" y="2235200"/>
          <p14:tracePt t="57887" x="5441950" y="2235200"/>
          <p14:tracePt t="57906" x="5492750" y="2235200"/>
          <p14:tracePt t="57920" x="5518150" y="2241550"/>
          <p14:tracePt t="57937" x="5537200" y="2241550"/>
          <p14:tracePt t="57954" x="5607050" y="2241550"/>
          <p14:tracePt t="57970" x="5651500" y="2241550"/>
          <p14:tracePt t="57987" x="5746750" y="2241550"/>
          <p14:tracePt t="58004" x="5810250" y="2235200"/>
          <p14:tracePt t="58020" x="5937250" y="2235200"/>
          <p14:tracePt t="58037" x="6000750" y="2235200"/>
          <p14:tracePt t="58053" x="6159500" y="2241550"/>
          <p14:tracePt t="58069" x="6210300" y="2247900"/>
          <p14:tracePt t="58087" x="6330950" y="2260600"/>
          <p14:tracePt t="58103" x="6381750" y="2266950"/>
          <p14:tracePt t="58120" x="6502400" y="2298700"/>
          <p14:tracePt t="58137" x="6610350" y="2311400"/>
          <p14:tracePt t="58153" x="6654800" y="2324100"/>
          <p14:tracePt t="58170" x="6711950" y="2336800"/>
          <p14:tracePt t="58186" x="6769100" y="2349500"/>
          <p14:tracePt t="58203" x="6788150" y="2355850"/>
          <p14:tracePt t="58220" x="6819900" y="2362200"/>
          <p14:tracePt t="58236" x="6858000" y="2362200"/>
          <p14:tracePt t="58252" x="6902450" y="2362200"/>
          <p14:tracePt t="58270" x="6934200" y="2362200"/>
          <p14:tracePt t="58286" x="6946900" y="2362200"/>
          <p14:tracePt t="58302" x="6965950" y="2362200"/>
          <p14:tracePt t="58319" x="6997700" y="2362200"/>
          <p14:tracePt t="58336" x="7023100" y="2362200"/>
          <p14:tracePt t="58352" x="7035800" y="2362200"/>
          <p14:tracePt t="58369" x="7054850" y="2362200"/>
          <p14:tracePt t="58385" x="7061200" y="2362200"/>
          <p14:tracePt t="58402" x="7067550" y="2355850"/>
          <p14:tracePt t="58419" x="7073900" y="2355850"/>
          <p14:tracePt t="58435" x="7080250" y="2355850"/>
          <p14:tracePt t="58452" x="7086600" y="2355850"/>
          <p14:tracePt t="58529" x="7092950" y="2349500"/>
          <p14:tracePt t="58579" x="7092950" y="2343150"/>
          <p14:tracePt t="58628" x="7092950" y="2336800"/>
          <p14:tracePt t="58719" x="7092950" y="2330450"/>
          <p14:tracePt t="58747" x="7092950" y="2324100"/>
          <p14:tracePt t="58761" x="7086600" y="2324100"/>
          <p14:tracePt t="58770" x="7080250" y="2324100"/>
          <p14:tracePt t="58784" x="7067550" y="2324100"/>
          <p14:tracePt t="58800" x="7035800" y="2317750"/>
          <p14:tracePt t="58817" x="6965950" y="2298700"/>
          <p14:tracePt t="58834" x="6915150" y="2292350"/>
          <p14:tracePt t="58852" x="6629400" y="2247900"/>
          <p14:tracePt t="58868" x="6477000" y="2247900"/>
          <p14:tracePt t="58884" x="6280150" y="2222500"/>
          <p14:tracePt t="58901" x="5753100" y="2209800"/>
          <p14:tracePt t="58917" x="5251450" y="2178050"/>
          <p14:tracePt t="58934" x="5060950" y="2165350"/>
          <p14:tracePt t="58951" x="4768850" y="2146300"/>
          <p14:tracePt t="58967" x="4565650" y="2133600"/>
          <p14:tracePt t="58983" x="4489450" y="2127250"/>
          <p14:tracePt t="59000" x="4349750" y="2114550"/>
          <p14:tracePt t="59016" x="4267200" y="2101850"/>
          <p14:tracePt t="59035" x="4216400" y="2082800"/>
          <p14:tracePt t="59050" x="4191000" y="2076450"/>
          <p14:tracePt t="59067" x="4165600" y="2070100"/>
          <p14:tracePt t="59084" x="4140200" y="2051050"/>
          <p14:tracePt t="59100" x="4121150" y="2038350"/>
          <p14:tracePt t="59116" x="4083050" y="2012950"/>
          <p14:tracePt t="59133" x="4064000" y="1993900"/>
          <p14:tracePt t="59150" x="4044950" y="1974850"/>
          <p14:tracePt t="59167" x="3994150" y="1917700"/>
          <p14:tracePt t="59183" x="3911600" y="1822450"/>
          <p14:tracePt t="59200" x="3822700" y="1708150"/>
          <p14:tracePt t="59216" x="3708400" y="1555750"/>
          <p14:tracePt t="59232" x="3670300" y="1473200"/>
          <p14:tracePt t="59249" x="3556000" y="1250950"/>
          <p14:tracePt t="59267" x="3429000" y="990600"/>
          <p14:tracePt t="59283" x="3378200" y="882650"/>
          <p14:tracePt t="59299" x="3276600" y="717550"/>
          <p14:tracePt t="59316" x="3213100" y="628650"/>
          <p14:tracePt t="59332" x="3187700" y="596900"/>
          <p14:tracePt t="59349" x="3155950" y="558800"/>
          <p14:tracePt t="59365" x="3136900" y="546100"/>
          <p14:tracePt t="59382" x="3124200" y="539750"/>
          <p14:tracePt t="59400" x="3098800" y="527050"/>
          <p14:tracePt t="59415" x="3086100" y="520700"/>
          <p14:tracePt t="59431" x="3073400" y="520700"/>
          <p14:tracePt t="59449" x="3054350" y="520700"/>
          <p14:tracePt t="59465" x="3028950" y="520700"/>
          <p14:tracePt t="59482" x="3009900" y="527050"/>
          <p14:tracePt t="59499" x="2984500" y="539750"/>
          <p14:tracePt t="59515" x="2965450" y="546100"/>
          <p14:tracePt t="59519" x="2940050" y="552450"/>
          <p14:tracePt t="59533" x="2901950" y="577850"/>
          <p14:tracePt t="59548" x="2870200" y="603250"/>
          <p14:tracePt t="59565" x="2832100" y="628650"/>
          <p14:tracePt t="59582" x="2774950" y="698500"/>
          <p14:tracePt t="59598" x="2724150" y="774700"/>
          <p14:tracePt t="59615" x="2698750" y="819150"/>
          <p14:tracePt t="59631" x="2647950" y="952500"/>
          <p14:tracePt t="59648" x="2616200" y="1111250"/>
          <p14:tracePt t="59664" x="2616200" y="1200150"/>
          <p14:tracePt t="59681" x="2616200" y="1327150"/>
          <p14:tracePt t="59698" x="2641600" y="1447800"/>
          <p14:tracePt t="59716" x="2686050" y="1555750"/>
          <p14:tracePt t="59730" x="2711450" y="1600200"/>
          <p14:tracePt t="59747" x="2749550" y="1625600"/>
          <p14:tracePt t="59765" x="2787650" y="1657350"/>
          <p14:tracePt t="59781" x="2813050" y="1663700"/>
          <p14:tracePt t="59797" x="2832100" y="1663700"/>
          <p14:tracePt t="59814" x="2870200" y="1651000"/>
          <p14:tracePt t="59831" x="2908300" y="1619250"/>
          <p14:tracePt t="59847" x="2927350" y="1600200"/>
          <p14:tracePt t="59864" x="2971800" y="1511300"/>
          <p14:tracePt t="59880" x="3009900" y="1352550"/>
          <p14:tracePt t="59898" x="3035300" y="1111250"/>
          <p14:tracePt t="59913" x="3041650" y="971550"/>
          <p14:tracePt t="59930" x="3028950" y="717550"/>
          <p14:tracePt t="59947" x="2990850" y="501650"/>
          <p14:tracePt t="59963" x="2965450" y="419100"/>
          <p14:tracePt t="59980" x="2940050" y="311150"/>
          <p14:tracePt t="59997" x="2921000" y="285750"/>
          <p14:tracePt t="60013" x="2914650" y="285750"/>
          <p14:tracePt t="60031" x="2901950" y="285750"/>
          <p14:tracePt t="60046" x="2876550" y="298450"/>
          <p14:tracePt t="60062" x="2863850" y="311150"/>
          <p14:tracePt t="60080" x="2813050" y="342900"/>
          <p14:tracePt t="60096" x="2730500" y="431800"/>
          <p14:tracePt t="60113" x="2692400" y="488950"/>
          <p14:tracePt t="60130" x="2578100" y="704850"/>
          <p14:tracePt t="60146" x="2520950" y="838200"/>
          <p14:tracePt t="60163" x="2387600" y="1212850"/>
          <p14:tracePt t="60180" x="2298700" y="1549400"/>
          <p14:tracePt t="60195" x="2260600" y="1727200"/>
          <p14:tracePt t="60213" x="2241550" y="1981200"/>
          <p14:tracePt t="60229" x="2266950" y="2171700"/>
          <p14:tracePt t="60246" x="2286000" y="2247900"/>
          <p14:tracePt t="60262" x="2330450" y="2374900"/>
          <p14:tracePt t="60279" x="2381250" y="2451100"/>
          <p14:tracePt t="60296" x="2406650" y="2476500"/>
          <p14:tracePt t="60312" x="2438400" y="2495550"/>
          <p14:tracePt t="60329" x="2489200" y="2495550"/>
          <p14:tracePt t="60346" x="2520950" y="2476500"/>
          <p14:tracePt t="60361" x="2616200" y="2451100"/>
          <p14:tracePt t="60378" x="2730500" y="2374900"/>
          <p14:tracePt t="60396" x="2838450" y="2241550"/>
          <p14:tracePt t="60412" x="2901950" y="2152650"/>
          <p14:tracePt t="60428" x="2946400" y="2032000"/>
          <p14:tracePt t="60445" x="3022600" y="1651000"/>
          <p14:tracePt t="60461" x="3028950" y="1536700"/>
          <p14:tracePt t="60478" x="3028950" y="1422400"/>
          <p14:tracePt t="60495" x="3003550" y="1187450"/>
          <p14:tracePt t="60511" x="2952750" y="1022350"/>
          <p14:tracePt t="60530" x="2914650" y="946150"/>
          <p14:tracePt t="60545" x="2889250" y="927100"/>
          <p14:tracePt t="60561" x="2851150" y="920750"/>
          <p14:tracePt t="60578" x="2774950" y="920750"/>
          <p14:tracePt t="60594" x="2705100" y="927100"/>
          <p14:tracePt t="60611" x="2533650" y="1016000"/>
          <p14:tracePt t="60628" x="2311400" y="1181100"/>
          <p14:tracePt t="60644" x="2171700" y="1314450"/>
          <p14:tracePt t="60661" x="1974850" y="1543050"/>
          <p14:tracePt t="60678" x="1822450" y="1758950"/>
          <p14:tracePt t="60694" x="1771650" y="1854200"/>
          <p14:tracePt t="60712" x="1720850" y="2025650"/>
          <p14:tracePt t="60727" x="1701800" y="2146300"/>
          <p14:tracePt t="60744" x="1701800" y="2209800"/>
          <p14:tracePt t="60761" x="1733550" y="2298700"/>
          <p14:tracePt t="60777" x="1752600" y="2330450"/>
          <p14:tracePt t="60794" x="1828800" y="2362200"/>
          <p14:tracePt t="60811" x="1962150" y="2400300"/>
          <p14:tracePt t="60827" x="2051050" y="2419350"/>
          <p14:tracePt t="60845" x="2266950" y="2406650"/>
          <p14:tracePt t="60860" x="2527300" y="2343150"/>
          <p14:tracePt t="60877" x="2628900" y="2286000"/>
          <p14:tracePt t="60894" x="2851150" y="2133600"/>
          <p14:tracePt t="60910" x="2921000" y="2051050"/>
          <p14:tracePt t="60927" x="3048000" y="1847850"/>
          <p14:tracePt t="60943" x="3124200" y="1631950"/>
          <p14:tracePt t="60960" x="3143250" y="1536700"/>
          <p14:tracePt t="60976" x="3155950" y="1320800"/>
          <p14:tracePt t="60993" x="3136900" y="1117600"/>
          <p14:tracePt t="61010" x="3079750" y="946150"/>
          <p14:tracePt t="61027" x="3016250" y="844550"/>
          <p14:tracePt t="61042" x="2965450" y="793750"/>
          <p14:tracePt t="61060" x="2933700" y="774700"/>
          <p14:tracePt t="61077" x="2794000" y="711200"/>
          <p14:tracePt t="61093" x="2749550" y="692150"/>
          <p14:tracePt t="61110" x="2692400" y="685800"/>
          <p14:tracePt t="61126" x="2578100" y="685800"/>
          <p14:tracePt t="61143" x="2444750" y="723900"/>
          <p14:tracePt t="61160" x="2368550" y="742950"/>
          <p14:tracePt t="61176" x="2152650" y="869950"/>
          <p14:tracePt t="61192" x="1962150" y="1066800"/>
          <p14:tracePt t="61210" x="1784350" y="1320800"/>
          <p14:tracePt t="61225" x="1733550" y="1428750"/>
          <p14:tracePt t="61242" x="1682750" y="1631950"/>
          <p14:tracePt t="61259" x="1651000" y="1816100"/>
          <p14:tracePt t="61275" x="1651000" y="1879600"/>
          <p14:tracePt t="61292" x="1663700" y="2000250"/>
          <p14:tracePt t="61309" x="1695450" y="2063750"/>
          <p14:tracePt t="61325" x="1727200" y="2082800"/>
          <p14:tracePt t="61343" x="1841500" y="2139950"/>
          <p14:tracePt t="61358" x="2006600" y="2171700"/>
          <p14:tracePt t="61375" x="2120900" y="2171700"/>
          <p14:tracePt t="61392" x="2362200" y="2165350"/>
          <p14:tracePt t="61408" x="2470150" y="2133600"/>
          <p14:tracePt t="61425" x="2686050" y="2063750"/>
          <p14:tracePt t="61442" x="2863850" y="1955800"/>
          <p14:tracePt t="61459" x="2940050" y="1873250"/>
          <p14:tracePt t="61475" x="3016250" y="1746250"/>
          <p14:tracePt t="61491" x="3054350" y="1638300"/>
          <p14:tracePt t="61508" x="3054350" y="1587500"/>
          <p14:tracePt t="61525" x="3054350" y="1511300"/>
          <p14:tracePt t="61541" x="3028950" y="1390650"/>
          <p14:tracePt t="61558" x="3009900" y="1320800"/>
          <p14:tracePt t="61575" x="2946400" y="1193800"/>
          <p14:tracePt t="61591" x="2889250" y="1098550"/>
          <p14:tracePt t="61607" x="2857500" y="1073150"/>
          <p14:tracePt t="61625" x="2819400" y="1028700"/>
          <p14:tracePt t="61641" x="2768600" y="996950"/>
          <p14:tracePt t="61659" x="2717800" y="977900"/>
          <p14:tracePt t="61674" x="2698750" y="977900"/>
          <p14:tracePt t="61690" x="2654300" y="977900"/>
          <p14:tracePt t="61708" x="2622550" y="977900"/>
          <p14:tracePt t="61724" x="2609850" y="977900"/>
          <p14:tracePt t="61740" x="2603500" y="984250"/>
          <p14:tracePt t="61758" x="2590800" y="990600"/>
          <p14:tracePt t="61774" x="2590800" y="1003300"/>
          <p14:tracePt t="61790" x="2584450" y="1003300"/>
          <p14:tracePt t="61807" x="2578100" y="1028700"/>
          <p14:tracePt t="62252" x="2616200" y="1041400"/>
          <p14:tracePt t="62260" x="2660650" y="1047750"/>
          <p14:tracePt t="62275" x="2698750" y="1054100"/>
          <p14:tracePt t="62289" x="2755900" y="1073150"/>
          <p14:tracePt t="62306" x="2832100" y="1098550"/>
          <p14:tracePt t="62322" x="2889250" y="1111250"/>
          <p14:tracePt t="62338" x="2914650" y="1117600"/>
          <p14:tracePt t="62355" x="2978150" y="1143000"/>
          <p14:tracePt t="62372" x="3048000" y="1155700"/>
          <p14:tracePt t="62388" x="3092450" y="1168400"/>
          <p14:tracePt t="62405" x="3162300" y="1193800"/>
          <p14:tracePt t="62422" x="3232150" y="1200150"/>
          <p14:tracePt t="62438" x="3263900" y="1206500"/>
          <p14:tracePt t="62457" x="3314700" y="1219200"/>
          <p14:tracePt t="62471" x="3346450" y="1225550"/>
          <p14:tracePt t="62488" x="3359150" y="1225550"/>
          <p14:tracePt t="62505" x="3371850" y="1225550"/>
          <p14:tracePt t="62521" x="3378200" y="1225550"/>
          <p14:tracePt t="62538" x="3384550" y="1231900"/>
          <p14:tracePt t="62582" x="3378200" y="1231900"/>
          <p14:tracePt t="62596" x="3371850" y="1231900"/>
          <p14:tracePt t="62603" x="3365500" y="1231900"/>
          <p14:tracePt t="62610" x="3352800" y="1238250"/>
          <p14:tracePt t="62624" x="3333750" y="1244600"/>
          <p14:tracePt t="62638" x="3302000" y="1250950"/>
          <p14:tracePt t="62654" x="3181350" y="1282700"/>
          <p14:tracePt t="62671" x="3092450" y="1301750"/>
          <p14:tracePt t="62687" x="2882900" y="1333500"/>
          <p14:tracePt t="62704" x="2679700" y="1371600"/>
          <p14:tracePt t="62720" x="2565400" y="1384300"/>
          <p14:tracePt t="62737" x="2393950" y="1403350"/>
          <p14:tracePt t="62754" x="2266950" y="1422400"/>
          <p14:tracePt t="62771" x="2216150" y="1422400"/>
          <p14:tracePt t="62787" x="2146300" y="1428750"/>
          <p14:tracePt t="62804" x="2127250" y="1428750"/>
          <p14:tracePt t="62821" x="2108200" y="1428750"/>
          <p14:tracePt t="62904" x="2101850" y="1428750"/>
          <p14:tracePt t="63093" x="2095500" y="1428750"/>
          <p14:tracePt t="63101" x="2089150" y="1428750"/>
          <p14:tracePt t="63136" x="2082800" y="1428750"/>
          <p14:tracePt t="63157" x="2076450" y="1428750"/>
          <p14:tracePt t="63164" x="2070100" y="1428750"/>
          <p14:tracePt t="63172" x="2063750" y="1428750"/>
          <p14:tracePt t="63192" x="2057400" y="1428750"/>
          <p14:tracePt t="63234" x="2051050" y="1428750"/>
          <p14:tracePt t="63262" x="2044700" y="1428750"/>
          <p14:tracePt t="63325" x="2051050" y="1428750"/>
          <p14:tracePt t="63347" x="2063750" y="1428750"/>
          <p14:tracePt t="63354" x="2076450" y="1428750"/>
          <p14:tracePt t="63369" x="2095500" y="1428750"/>
          <p14:tracePt t="63374" x="2133600" y="1428750"/>
          <p14:tracePt t="63384" x="2171700" y="1428750"/>
          <p14:tracePt t="63401" x="2216150" y="1428750"/>
          <p14:tracePt t="63418" x="2292350" y="1428750"/>
          <p14:tracePt t="63435" x="2336800" y="1428750"/>
          <p14:tracePt t="63452" x="2393950" y="1428750"/>
          <p14:tracePt t="63467" x="2406650" y="1428750"/>
          <p14:tracePt t="63484" x="2413000" y="1428750"/>
          <p14:tracePt t="63502" x="2419350" y="1428750"/>
          <p14:tracePt t="63517" x="2413000" y="1428750"/>
          <p14:tracePt t="63534" x="2400300" y="1435100"/>
          <p14:tracePt t="63551" x="2362200" y="1454150"/>
          <p14:tracePt t="63568" x="2273300" y="1492250"/>
          <p14:tracePt t="63586" x="2165350" y="1543050"/>
          <p14:tracePt t="63601" x="2108200" y="1568450"/>
          <p14:tracePt t="63618" x="2019300" y="1612900"/>
          <p14:tracePt t="63635" x="1955800" y="1663700"/>
          <p14:tracePt t="63651" x="1943100" y="1676400"/>
          <p14:tracePt t="63668" x="1911350" y="1695450"/>
          <p14:tracePt t="63684" x="1898650" y="1714500"/>
          <p14:tracePt t="63732" x="1898650" y="1720850"/>
          <p14:tracePt t="63753" x="1911350" y="1720850"/>
          <p14:tracePt t="63768" x="1924050" y="1720850"/>
          <p14:tracePt t="63774" x="1936750" y="1720850"/>
          <p14:tracePt t="63788" x="1968500" y="1720850"/>
          <p14:tracePt t="63800" x="2006600" y="1714500"/>
          <p14:tracePt t="63817" x="2133600" y="1695450"/>
          <p14:tracePt t="63833" x="2203450" y="1682750"/>
          <p14:tracePt t="63850" x="2355850" y="1676400"/>
          <p14:tracePt t="63867" x="2438400" y="1657350"/>
          <p14:tracePt t="63883" x="2470150" y="1657350"/>
          <p14:tracePt t="63900" x="2489200" y="1657350"/>
          <p14:tracePt t="63916" x="2495550" y="1657350"/>
          <p14:tracePt t="63964" x="2482850" y="1657350"/>
          <p14:tracePt t="63979" x="2476500" y="1657350"/>
          <p14:tracePt t="63986" x="2470150" y="1663700"/>
          <p14:tracePt t="64002" x="2457450" y="1663700"/>
          <p14:tracePt t="64016" x="2425700" y="1676400"/>
          <p14:tracePt t="64032" x="2400300" y="1689100"/>
          <p14:tracePt t="64036" x="2381250" y="1695450"/>
          <p14:tracePt t="64050" x="2349500" y="1720850"/>
          <p14:tracePt t="64066" x="2330450" y="1733550"/>
          <p14:tracePt t="64082" x="2273300" y="1778000"/>
          <p14:tracePt t="64099" x="2241550" y="1816100"/>
          <p14:tracePt t="64116" x="2228850" y="1835150"/>
          <p14:tracePt t="64133" x="2216150" y="1873250"/>
          <p14:tracePt t="64149" x="2209800" y="1911350"/>
          <p14:tracePt t="64166" x="2222500" y="1924050"/>
          <p14:tracePt t="64182" x="2241550" y="1968500"/>
          <p14:tracePt t="64199" x="2292350" y="2006600"/>
          <p14:tracePt t="64215" x="2324100" y="2019300"/>
          <p14:tracePt t="64232" x="2387600" y="2051050"/>
          <p14:tracePt t="64249" x="2451100" y="2070100"/>
          <p14:tracePt t="64265" x="2476500" y="2076450"/>
          <p14:tracePt t="64281" x="2546350" y="2082800"/>
          <p14:tracePt t="64298" x="2609850" y="2082800"/>
          <p14:tracePt t="64315" x="2692400" y="2082800"/>
          <p14:tracePt t="64331" x="2755900" y="2076450"/>
          <p14:tracePt t="64348" x="2813050" y="2070100"/>
          <p14:tracePt t="64365" x="2971800" y="2044700"/>
          <p14:tracePt t="64381" x="3009900" y="2044700"/>
          <p14:tracePt t="64398" x="3041650" y="2038350"/>
          <p14:tracePt t="64414" x="3079750" y="2032000"/>
          <p14:tracePt t="64431" x="3105150" y="2032000"/>
          <p14:tracePt t="64448" x="3124200" y="2032000"/>
          <p14:tracePt t="64464" x="3130550" y="2032000"/>
          <p14:tracePt t="64481" x="3136900" y="2032000"/>
          <p14:tracePt t="64596" x="3130550" y="2032000"/>
          <p14:tracePt t="64617" x="3124200" y="2032000"/>
          <p14:tracePt t="64638" x="3117850" y="2032000"/>
          <p14:tracePt t="64645" x="3111500" y="2032000"/>
          <p14:tracePt t="64708" x="3105150" y="2032000"/>
          <p14:tracePt t="65509" x="3143250" y="2006600"/>
          <p14:tracePt t="65517" x="3206750" y="1981200"/>
          <p14:tracePt t="65531" x="3263900" y="1949450"/>
          <p14:tracePt t="65545" x="3321050" y="1924050"/>
          <p14:tracePt t="65561" x="3378200" y="1892300"/>
          <p14:tracePt t="65577" x="3479800" y="1841500"/>
          <p14:tracePt t="65594" x="3556000" y="1797050"/>
          <p14:tracePt t="65611" x="3625850" y="1765300"/>
          <p14:tracePt t="65627" x="3657600" y="1746250"/>
          <p14:tracePt t="65644" x="3714750" y="1708150"/>
          <p14:tracePt t="65660" x="3752850" y="1682750"/>
          <p14:tracePt t="65677" x="3771900" y="1670050"/>
          <p14:tracePt t="65694" x="3790950" y="1651000"/>
          <p14:tracePt t="65711" x="3803650" y="1631950"/>
          <p14:tracePt t="65728" x="3816350" y="1600200"/>
          <p14:tracePt t="65743" x="3816350" y="1593850"/>
          <p14:tracePt t="65760" x="3816350" y="1581150"/>
          <p14:tracePt t="65777" x="3816350" y="1562100"/>
          <p14:tracePt t="65793" x="3816350" y="1543050"/>
          <p14:tracePt t="65811" x="3810000" y="1530350"/>
          <p14:tracePt t="65827" x="3803650" y="1524000"/>
          <p14:tracePt t="65843" x="3797300" y="1498600"/>
          <p14:tracePt t="65860" x="3771900" y="1473200"/>
          <p14:tracePt t="65876" x="3759200" y="1447800"/>
          <p14:tracePt t="65893" x="3721100" y="1403350"/>
          <p14:tracePt t="65911" x="3657600" y="1358900"/>
          <p14:tracePt t="65926" x="3600450" y="1339850"/>
          <p14:tracePt t="65943" x="3492500" y="1301750"/>
          <p14:tracePt t="65960" x="3371850" y="1263650"/>
          <p14:tracePt t="65976" x="3314700" y="1257300"/>
          <p14:tracePt t="65992" x="3263900" y="1244600"/>
          <p14:tracePt t="66009" x="3143250" y="1219200"/>
          <p14:tracePt t="66025" x="3117850" y="1212850"/>
          <p14:tracePt t="66043" x="3086100" y="1206500"/>
          <p14:tracePt t="66059" x="3079750" y="1200150"/>
          <p14:tracePt t="66075" x="3060700" y="1200150"/>
          <p14:tracePt t="66120" x="3054350" y="1200150"/>
          <p14:tracePt t="66282" x="3060700" y="1200150"/>
          <p14:tracePt t="66288" x="3067050" y="1193800"/>
          <p14:tracePt t="66302" x="3073400" y="1193800"/>
          <p14:tracePt t="66311" x="3079750" y="1193800"/>
          <p14:tracePt t="66325" x="3098800" y="1193800"/>
          <p14:tracePt t="66341" x="3111500" y="1193800"/>
          <p14:tracePt t="66358" x="3276600" y="1174750"/>
          <p14:tracePt t="66374" x="3371850" y="1162050"/>
          <p14:tracePt t="66391" x="3467100" y="1162050"/>
          <p14:tracePt t="66408" x="3708400" y="1155700"/>
          <p14:tracePt t="66424" x="4006850" y="1143000"/>
          <p14:tracePt t="66441" x="4146550" y="1143000"/>
          <p14:tracePt t="66458" x="4406900" y="1130300"/>
          <p14:tracePt t="66474" x="4622800" y="1130300"/>
          <p14:tracePt t="66491" x="4699000" y="1130300"/>
          <p14:tracePt t="66507" x="4819650" y="1123950"/>
          <p14:tracePt t="66524" x="4870450" y="1123950"/>
          <p14:tracePt t="66541" x="4883150" y="1123950"/>
          <p14:tracePt t="66592" x="4876800" y="1123950"/>
          <p14:tracePt t="66605" x="4870450" y="1123950"/>
          <p14:tracePt t="66633" x="4864100" y="1123950"/>
          <p14:tracePt t="66639" x="4857750" y="1123950"/>
          <p14:tracePt t="66661" x="4851400" y="1123950"/>
          <p14:tracePt t="66710" x="4845050" y="1123950"/>
          <p14:tracePt t="66731" x="4838700" y="1130300"/>
          <p14:tracePt t="66752" x="4832350" y="1130300"/>
          <p14:tracePt t="67101" x="4870450" y="1130300"/>
          <p14:tracePt t="67115" x="4946650" y="1130300"/>
          <p14:tracePt t="67124" x="5048250" y="1130300"/>
          <p14:tracePt t="67138" x="5149850" y="1130300"/>
          <p14:tracePt t="67155" x="5257800" y="1130300"/>
          <p14:tracePt t="67172" x="5492750" y="1123950"/>
          <p14:tracePt t="67188" x="5556250" y="1123950"/>
          <p14:tracePt t="67206" x="5657850" y="1123950"/>
          <p14:tracePt t="67221" x="5715000" y="1130300"/>
          <p14:tracePt t="67238" x="5784850" y="1117600"/>
          <p14:tracePt t="67255" x="5822950" y="1111250"/>
          <p14:tracePt t="67271" x="5835650" y="1111250"/>
          <p14:tracePt t="67288" x="5848350" y="1104900"/>
          <p14:tracePt t="67305" x="5861050" y="1104900"/>
          <p14:tracePt t="67402" x="5867400" y="1104900"/>
          <p14:tracePt t="67416" x="5873750" y="1104900"/>
          <p14:tracePt t="67439" x="5886450" y="1104900"/>
          <p14:tracePt t="67444" x="5892800" y="1104900"/>
          <p14:tracePt t="67454" x="5911850" y="1104900"/>
          <p14:tracePt t="67470" x="5930900" y="1104900"/>
          <p14:tracePt t="67487" x="5988050" y="1104900"/>
          <p14:tracePt t="67504" x="6076950" y="1111250"/>
          <p14:tracePt t="67521" x="6153150" y="1111250"/>
          <p14:tracePt t="67537" x="6299200" y="1111250"/>
          <p14:tracePt t="67554" x="6477000" y="1092200"/>
          <p14:tracePt t="67572" x="6642100" y="1092200"/>
          <p14:tracePt t="67587" x="6731000" y="1079500"/>
          <p14:tracePt t="67604" x="6877050" y="1073150"/>
          <p14:tracePt t="67621" x="6991350" y="1073150"/>
          <p14:tracePt t="67637" x="7042150" y="1079500"/>
          <p14:tracePt t="67653" x="7124700" y="1092200"/>
          <p14:tracePt t="67670" x="7207250" y="1098550"/>
          <p14:tracePt t="67687" x="7239000" y="1104900"/>
          <p14:tracePt t="67703" x="7296150" y="1104900"/>
          <p14:tracePt t="67720" x="7353300" y="1111250"/>
          <p14:tracePt t="67736" x="7391400" y="1117600"/>
          <p14:tracePt t="67754" x="7454900" y="1117600"/>
          <p14:tracePt t="67770" x="7524750" y="1130300"/>
          <p14:tracePt t="67786" x="7569200" y="1136650"/>
          <p14:tracePt t="67803" x="7658100" y="1136650"/>
          <p14:tracePt t="67820" x="7708900" y="1136650"/>
          <p14:tracePt t="67836" x="7823200" y="1136650"/>
          <p14:tracePt t="67853" x="7956550" y="1130300"/>
          <p14:tracePt t="67870" x="8007350" y="1123950"/>
          <p14:tracePt t="67886" x="8045450" y="1123950"/>
          <p14:tracePt t="67902" x="8115300" y="1123950"/>
          <p14:tracePt t="67919" x="8140700" y="1123950"/>
          <p14:tracePt t="67936" x="8185150" y="1123950"/>
          <p14:tracePt t="67952" x="8197850" y="1123950"/>
          <p14:tracePt t="67969" x="8204200" y="1123950"/>
          <p14:tracePt t="68007" x="8204200" y="1117600"/>
          <p14:tracePt t="68018" x="8204200" y="1111250"/>
          <p14:tracePt t="68036" x="8178800" y="1092200"/>
          <p14:tracePt t="68052" x="8159750" y="1085850"/>
          <p14:tracePt t="68055" x="8134350" y="1085850"/>
          <p14:tracePt t="68071" x="8007350" y="1066800"/>
          <p14:tracePt t="68085" x="7918450" y="1066800"/>
          <p14:tracePt t="68102" x="7804150" y="1066800"/>
          <p14:tracePt t="68119" x="7562850" y="1066800"/>
          <p14:tracePt t="68135" x="7296150" y="1060450"/>
          <p14:tracePt t="68152" x="7124700" y="1060450"/>
          <p14:tracePt t="68169" x="6648450" y="1041400"/>
          <p14:tracePt t="68185" x="6070600" y="1066800"/>
          <p14:tracePt t="68202" x="5784850" y="1066800"/>
          <p14:tracePt t="68218" x="5429250" y="1092200"/>
          <p14:tracePt t="68235" x="5219700" y="1092200"/>
          <p14:tracePt t="68252" x="5086350" y="1098550"/>
          <p14:tracePt t="68268" x="5022850" y="1092200"/>
          <p14:tracePt t="68285" x="4927600" y="1073150"/>
          <p14:tracePt t="68302" x="4870450" y="1066800"/>
          <p14:tracePt t="68317" x="4845050" y="1060450"/>
          <p14:tracePt t="68334" x="4838700" y="1054100"/>
          <p14:tracePt t="68371" x="4845050" y="1047750"/>
          <p14:tracePt t="68387" x="4857750" y="1047750"/>
          <p14:tracePt t="68401" x="4908550" y="1041400"/>
          <p14:tracePt t="68417" x="4933950" y="1041400"/>
          <p14:tracePt t="68435" x="5073650" y="1041400"/>
          <p14:tracePt t="68451" x="5187950" y="1066800"/>
          <p14:tracePt t="68467" x="5588000" y="1117600"/>
          <p14:tracePt t="68484" x="6134100" y="1193800"/>
          <p14:tracePt t="68501" x="6356350" y="1219200"/>
          <p14:tracePt t="68517" x="6724650" y="1282700"/>
          <p14:tracePt t="68533" x="6959600" y="1314450"/>
          <p14:tracePt t="68550" x="7035800" y="1314450"/>
          <p14:tracePt t="68554" x="7099300" y="1314450"/>
          <p14:tracePt t="68567" x="7137400" y="1314450"/>
          <p14:tracePt t="68583" x="7169150" y="1314450"/>
          <p14:tracePt t="68600" x="7175500" y="1314450"/>
          <p14:tracePt t="68617" x="7175500" y="1308100"/>
          <p14:tracePt t="68633" x="7162800" y="1289050"/>
          <p14:tracePt t="68650" x="7150100" y="1276350"/>
          <p14:tracePt t="68667" x="7048500" y="1270000"/>
          <p14:tracePt t="68683" x="6610350" y="1219200"/>
          <p14:tracePt t="68700" x="6248400" y="1200150"/>
          <p14:tracePt t="68717" x="5289550" y="1200150"/>
          <p14:tracePt t="68733" x="4768850" y="1250950"/>
          <p14:tracePt t="68750" x="3416300" y="1390650"/>
          <p14:tracePt t="68766" x="3067050" y="1441450"/>
          <p14:tracePt t="68783" x="2813050" y="1504950"/>
          <p14:tracePt t="68800" x="2482850" y="1574800"/>
          <p14:tracePt t="68816" x="2324100" y="1612900"/>
          <p14:tracePt t="68833" x="2273300" y="1631950"/>
          <p14:tracePt t="68849" x="2228850" y="1657350"/>
          <p14:tracePt t="68866" x="2216150" y="1670050"/>
          <p14:tracePt t="68919" x="2228850" y="1670050"/>
          <p14:tracePt t="68934" x="2254250" y="1682750"/>
          <p14:tracePt t="68940" x="2266950" y="1689100"/>
          <p14:tracePt t="68949" x="2266950" y="1682750"/>
          <p14:tracePt t="69705" x="2247900" y="1695450"/>
          <p14:tracePt t="69714" x="2222500" y="1727200"/>
          <p14:tracePt t="69726" x="2178050" y="1778000"/>
          <p14:tracePt t="69733" x="2120900" y="1822450"/>
          <p14:tracePt t="69749" x="2070100" y="1885950"/>
          <p14:tracePt t="69763" x="2012950" y="1943100"/>
          <p14:tracePt t="69779" x="1905000" y="2057400"/>
          <p14:tracePt t="69797" x="1803400" y="2190750"/>
          <p14:tracePt t="69813" x="1758950" y="2235200"/>
          <p14:tracePt t="69829" x="1676400" y="2330450"/>
          <p14:tracePt t="69846" x="1619250" y="2393950"/>
          <p14:tracePt t="69862" x="1600200" y="2419350"/>
          <p14:tracePt t="69879" x="1562100" y="2482850"/>
          <p14:tracePt t="69896" x="1543050" y="2520950"/>
          <p14:tracePt t="69912" x="1536700" y="2540000"/>
          <p14:tracePt t="69929" x="1511300" y="2578100"/>
          <p14:tracePt t="69945" x="1504950" y="2597150"/>
          <p14:tracePt t="69962" x="1492250" y="2609850"/>
          <p14:tracePt t="69979" x="1492250" y="2616200"/>
          <p14:tracePt t="69995" x="1492250" y="2622550"/>
          <p14:tracePt t="70545" x="1492250" y="2635250"/>
          <p14:tracePt t="70558" x="1485900" y="2647950"/>
          <p14:tracePt t="70565" x="1485900" y="2654300"/>
          <p14:tracePt t="70580" x="1485900" y="2673350"/>
          <p14:tracePt t="70593" x="1473200" y="2686050"/>
          <p14:tracePt t="70610" x="1460500" y="2717800"/>
          <p14:tracePt t="70626" x="1460500" y="2730500"/>
          <p14:tracePt t="70643" x="1447800" y="2768600"/>
          <p14:tracePt t="70660" x="1441450" y="2806700"/>
          <p14:tracePt t="70676" x="1435100" y="2819400"/>
          <p14:tracePt t="70693" x="1422400" y="2851150"/>
          <p14:tracePt t="70709" x="1416050" y="2870200"/>
          <p14:tracePt t="70727" x="1403350" y="2895600"/>
          <p14:tracePt t="70743" x="1403350" y="2901950"/>
          <p14:tracePt t="70759" x="1397000" y="2921000"/>
          <p14:tracePt t="70776" x="1390650" y="2927350"/>
          <p14:tracePt t="70792" x="1390650" y="2933700"/>
          <p14:tracePt t="70839" x="1390650" y="2940050"/>
          <p14:tracePt t="70937" x="1390650" y="2927350"/>
          <p14:tracePt t="70958" x="1390650" y="2914650"/>
          <p14:tracePt t="70965" x="1390650" y="2901950"/>
          <p14:tracePt t="70979" x="1390650" y="2870200"/>
          <p14:tracePt t="70992" x="1390650" y="2844800"/>
          <p14:tracePt t="71009" x="1390650" y="2755900"/>
          <p14:tracePt t="71025" x="1390650" y="2692400"/>
          <p14:tracePt t="71042" x="1390650" y="2597150"/>
          <p14:tracePt t="71058" x="1390650" y="2527300"/>
          <p14:tracePt t="71074" x="1390650" y="2495550"/>
          <p14:tracePt t="71092" x="1390650" y="2463800"/>
          <p14:tracePt t="71108" x="1390650" y="2457450"/>
          <p14:tracePt t="71125" x="1390650" y="2451100"/>
          <p14:tracePt t="71169" x="1384300" y="2451100"/>
          <p14:tracePt t="71189" x="1377950" y="2451100"/>
          <p14:tracePt t="71197" x="1365250" y="2457450"/>
          <p14:tracePt t="71211" x="1358900" y="2463800"/>
          <p14:tracePt t="71225" x="1352550" y="2470150"/>
          <p14:tracePt t="71241" x="1327150" y="2482850"/>
          <p14:tracePt t="71258" x="1308100" y="2495550"/>
          <p14:tracePt t="71274" x="1270000" y="2527300"/>
          <p14:tracePt t="71291" x="1219200" y="2546350"/>
          <p14:tracePt t="71308" x="1187450" y="2571750"/>
          <p14:tracePt t="71324" x="1143000" y="2597150"/>
          <p14:tracePt t="71340" x="1104900" y="2622550"/>
          <p14:tracePt t="71358" x="1092200" y="2628900"/>
          <p14:tracePt t="71374" x="1079500" y="2635250"/>
          <p14:tracePt t="71471" x="1085850" y="2635250"/>
          <p14:tracePt t="71477" x="1092200" y="2635250"/>
          <p14:tracePt t="71493" x="1098550" y="2635250"/>
          <p14:tracePt t="71507" x="1117600" y="2635250"/>
          <p14:tracePt t="71523" x="1155700" y="2628900"/>
          <p14:tracePt t="71541" x="1238250" y="2616200"/>
          <p14:tracePt t="71557" x="1276350" y="2609850"/>
          <p14:tracePt t="71560" x="1327150" y="2609850"/>
          <p14:tracePt t="71574" x="1384300" y="2603500"/>
          <p14:tracePt t="71590" x="1498600" y="2590800"/>
          <p14:tracePt t="71606" x="1543050" y="2584450"/>
          <p14:tracePt t="71623" x="1625600" y="2559050"/>
          <p14:tracePt t="71640" x="1682750" y="2552700"/>
          <p14:tracePt t="71656" x="1714500" y="2546350"/>
          <p14:tracePt t="71674" x="1752600" y="2540000"/>
          <p14:tracePt t="71690" x="1771650" y="2540000"/>
          <p14:tracePt t="71707" x="1778000" y="2540000"/>
          <p14:tracePt t="71758" x="1771650" y="2540000"/>
          <p14:tracePt t="71773" x="1765300" y="2540000"/>
          <p14:tracePt t="71779" x="1758950" y="2540000"/>
          <p14:tracePt t="71800" x="1752600" y="2540000"/>
          <p14:tracePt t="71808" x="1746250" y="2540000"/>
          <p14:tracePt t="71823" x="1739900" y="2540000"/>
          <p14:tracePt t="71839" x="1733550" y="2540000"/>
          <p14:tracePt t="71856" x="1727200" y="2540000"/>
          <p14:tracePt t="71872" x="1714500" y="2540000"/>
          <p14:tracePt t="71934" x="1708150" y="2540000"/>
          <p14:tracePt t="71969" x="1701800" y="2540000"/>
          <p14:tracePt t="71990" x="1695450" y="2540000"/>
          <p14:tracePt t="72011" x="1689100" y="2540000"/>
          <p14:tracePt t="72053" x="1682750" y="2540000"/>
          <p14:tracePt t="72144" x="1676400" y="2540000"/>
          <p14:tracePt t="72172" x="1670050" y="2540000"/>
          <p14:tracePt t="72193" x="1663700" y="2546350"/>
          <p14:tracePt t="72200" x="1657350" y="2552700"/>
          <p14:tracePt t="72214" x="1644650" y="2559050"/>
          <p14:tracePt t="72224" x="1631950" y="2565400"/>
          <p14:tracePt t="72238" x="1625600" y="2578100"/>
          <p14:tracePt t="72254" x="1600200" y="2597150"/>
          <p14:tracePt t="72271" x="1581150" y="2616200"/>
          <p14:tracePt t="72287" x="1574800" y="2628900"/>
          <p14:tracePt t="72304" x="1568450" y="2641600"/>
          <p14:tracePt t="72321" x="1574800" y="2647950"/>
          <p14:tracePt t="72338" x="1593850" y="2647950"/>
          <p14:tracePt t="72355" x="1644650" y="2667000"/>
          <p14:tracePt t="72370" x="1771650" y="2673350"/>
          <p14:tracePt t="72387" x="1860550" y="2673350"/>
          <p14:tracePt t="72404" x="2025650" y="2686050"/>
          <p14:tracePt t="72420" x="2101850" y="2686050"/>
          <p14:tracePt t="72437" x="2209800" y="2679700"/>
          <p14:tracePt t="72454" x="2260600" y="2679700"/>
          <p14:tracePt t="72470" x="2266950" y="2679700"/>
          <p14:tracePt t="72488" x="2279650" y="2679700"/>
          <p14:tracePt t="72521" x="2273300" y="2679700"/>
          <p14:tracePt t="72544" x="2260600" y="2679700"/>
          <p14:tracePt t="72553" x="2254250" y="2679700"/>
          <p14:tracePt t="72569" x="2241550" y="2679700"/>
          <p14:tracePt t="72587" x="2216150" y="2686050"/>
          <p14:tracePt t="72603" x="2139950" y="2724150"/>
          <p14:tracePt t="72622" x="2032000" y="2774950"/>
          <p14:tracePt t="72637" x="1974850" y="2806700"/>
          <p14:tracePt t="72653" x="1860550" y="2851150"/>
          <p14:tracePt t="72670" x="1784350" y="2901950"/>
          <p14:tracePt t="72686" x="1765300" y="2914650"/>
          <p14:tracePt t="72703" x="1752600" y="2933700"/>
          <p14:tracePt t="72720" x="1739900" y="2952750"/>
          <p14:tracePt t="72736" x="1739900" y="2959100"/>
          <p14:tracePt t="72769" x="1746250" y="2959100"/>
          <p14:tracePt t="72786" x="1784350" y="2959100"/>
          <p14:tracePt t="72803" x="1809750" y="2959100"/>
          <p14:tracePt t="72819" x="1847850" y="2965450"/>
          <p14:tracePt t="72835" x="1993900" y="2984500"/>
          <p14:tracePt t="72853" x="2209800" y="2997200"/>
          <p14:tracePt t="72869" x="2413000" y="3009900"/>
          <p14:tracePt t="72885" x="2514600" y="3009900"/>
          <p14:tracePt t="72902" x="2654300" y="3016250"/>
          <p14:tracePt t="72919" x="2717800" y="3028950"/>
          <p14:tracePt t="72936" x="2781300" y="3028950"/>
          <p14:tracePt t="72952" x="2901950" y="3035300"/>
          <p14:tracePt t="72968" x="2952750" y="3035300"/>
          <p14:tracePt t="72985" x="3035300" y="3028950"/>
          <p14:tracePt t="73001" x="3073400" y="3028950"/>
          <p14:tracePt t="73018" x="3117850" y="3016250"/>
          <p14:tracePt t="73035" x="3194050" y="3009900"/>
          <p14:tracePt t="73051" x="3238500" y="3003550"/>
          <p14:tracePt t="73068" x="3321050" y="2984500"/>
          <p14:tracePt t="73085" x="3359150" y="2978150"/>
          <p14:tracePt t="73101" x="3403600" y="2965450"/>
          <p14:tracePt t="73118" x="3473450" y="2952750"/>
          <p14:tracePt t="73134" x="3549650" y="2927350"/>
          <p14:tracePt t="73151" x="3575050" y="2921000"/>
          <p14:tracePt t="73168" x="3638550" y="2914650"/>
          <p14:tracePt t="73184" x="3689350" y="2901950"/>
          <p14:tracePt t="73201" x="3714750" y="2895600"/>
          <p14:tracePt t="73218" x="3759200" y="2889250"/>
          <p14:tracePt t="73234" x="3784600" y="2889250"/>
          <p14:tracePt t="73251" x="3797300" y="2889250"/>
          <p14:tracePt t="73268" x="3816350" y="2889250"/>
          <p14:tracePt t="73284" x="3835400" y="2882900"/>
          <p14:tracePt t="73302" x="3854450" y="2882900"/>
          <p14:tracePt t="73317" x="3860800" y="2882900"/>
          <p14:tracePt t="73365" x="3860800" y="2876550"/>
          <p14:tracePt t="73378" x="3854450" y="2876550"/>
          <p14:tracePt t="73393" x="3848100" y="2876550"/>
          <p14:tracePt t="73402" x="3848100" y="2870200"/>
          <p14:tracePt t="73793" x="3867150" y="2870200"/>
          <p14:tracePt t="73807" x="3905250" y="2870200"/>
          <p14:tracePt t="73814" x="3956050" y="2870200"/>
          <p14:tracePt t="73828" x="4025900" y="2870200"/>
          <p14:tracePt t="73835" x="4114800" y="2882900"/>
          <p14:tracePt t="73849" x="4216400" y="2889250"/>
          <p14:tracePt t="73865" x="4457700" y="2914650"/>
          <p14:tracePt t="73882" x="4572000" y="2921000"/>
          <p14:tracePt t="73899" x="4800600" y="2921000"/>
          <p14:tracePt t="73914" x="5016500" y="2921000"/>
          <p14:tracePt t="73932" x="5105400" y="2921000"/>
          <p14:tracePt t="73948" x="5270500" y="2921000"/>
          <p14:tracePt t="73965" x="5346700" y="2921000"/>
          <p14:tracePt t="73982" x="5518150" y="2901950"/>
          <p14:tracePt t="73998" x="5568950" y="2901950"/>
          <p14:tracePt t="74015" x="5607050" y="2901950"/>
          <p14:tracePt t="74032" x="5664200" y="2901950"/>
          <p14:tracePt t="74048" x="5721350" y="2901950"/>
          <p14:tracePt t="74065" x="5753100" y="2901950"/>
          <p14:tracePt t="74081" x="5797550" y="2901950"/>
          <p14:tracePt t="74098" x="5848350" y="2895600"/>
          <p14:tracePt t="74115" x="5880100" y="2895600"/>
          <p14:tracePt t="74131" x="5956300" y="2895600"/>
          <p14:tracePt t="74147" x="6013450" y="2895600"/>
          <p14:tracePt t="74165" x="6076950" y="2895600"/>
          <p14:tracePt t="74181" x="6121400" y="2895600"/>
          <p14:tracePt t="74197" x="6184900" y="2895600"/>
          <p14:tracePt t="74214" x="6254750" y="2889250"/>
          <p14:tracePt t="74230" x="6273800" y="2889250"/>
          <p14:tracePt t="74247" x="6305550" y="2876550"/>
          <p14:tracePt t="74264" x="6343650" y="2876550"/>
          <p14:tracePt t="74281" x="6369050" y="2876550"/>
          <p14:tracePt t="74298" x="6381750" y="2876550"/>
          <p14:tracePt t="74330" x="6375400" y="2876550"/>
          <p14:tracePt t="74347" x="6356350" y="2870200"/>
          <p14:tracePt t="74363" x="6337300" y="2870200"/>
          <p14:tracePt t="74381" x="6261100" y="2870200"/>
          <p14:tracePt t="74397" x="6026150" y="2863850"/>
          <p14:tracePt t="74413" x="5835650" y="2863850"/>
          <p14:tracePt t="74430" x="5238750" y="2863850"/>
          <p14:tracePt t="74447" x="4559300" y="2895600"/>
          <p14:tracePt t="74463" x="4248150" y="2895600"/>
          <p14:tracePt t="74481" x="3746500" y="2921000"/>
          <p14:tracePt t="74496" x="3422650" y="2933700"/>
          <p14:tracePt t="74513" x="3282950" y="2946400"/>
          <p14:tracePt t="74530" x="3079750" y="2965450"/>
          <p14:tracePt t="74546" x="2959100" y="2984500"/>
          <p14:tracePt t="74563" x="2933700" y="2984500"/>
          <p14:tracePt t="74581" x="2889250" y="2984500"/>
          <p14:tracePt t="74596" x="2876550" y="2984500"/>
          <p14:tracePt t="74613" x="2863850" y="2984500"/>
          <p14:tracePt t="74656" x="2863850" y="2978150"/>
          <p14:tracePt t="74775" x="2870200" y="2971800"/>
          <p14:tracePt t="74789" x="2876550" y="2971800"/>
          <p14:tracePt t="74810" x="2882900" y="2971800"/>
          <p14:tracePt t="74817" x="2889250" y="2971800"/>
          <p14:tracePt t="74829" x="2895600" y="2965450"/>
          <p14:tracePt t="74846" x="2908300" y="2965450"/>
          <p14:tracePt t="74862" x="2921000" y="2959100"/>
          <p14:tracePt t="74879" x="2952750" y="2959100"/>
          <p14:tracePt t="74895" x="3143250" y="2952750"/>
          <p14:tracePt t="74912" x="3257550" y="2952750"/>
          <p14:tracePt t="74928" x="3384550" y="2952750"/>
          <p14:tracePt t="74945" x="3702050" y="2940050"/>
          <p14:tracePt t="74961" x="4013200" y="2940050"/>
          <p14:tracePt t="74979" x="4311650" y="2940050"/>
          <p14:tracePt t="74995" x="4451350" y="2940050"/>
          <p14:tracePt t="75011" x="4679950" y="2946400"/>
          <p14:tracePt t="75028" x="4864100" y="2946400"/>
          <p14:tracePt t="75044" x="4953000" y="2946400"/>
          <p14:tracePt t="75061" x="5086350" y="2952750"/>
          <p14:tracePt t="75078" x="5213350" y="2971800"/>
          <p14:tracePt t="75095" x="5270500" y="2971800"/>
          <p14:tracePt t="75111" x="5359400" y="2984500"/>
          <p14:tracePt t="75127" x="5454650" y="2990850"/>
          <p14:tracePt t="75144" x="5480050" y="2990850"/>
          <p14:tracePt t="75148" x="5518150" y="2990850"/>
          <p14:tracePt t="75164" x="5562600" y="2990850"/>
          <p14:tracePt t="75177" x="5626100" y="2990850"/>
          <p14:tracePt t="75194" x="5657850" y="2990850"/>
          <p14:tracePt t="75211" x="5721350" y="2984500"/>
          <p14:tracePt t="75228" x="5765800" y="2971800"/>
          <p14:tracePt t="75244" x="5803900" y="2965450"/>
          <p14:tracePt t="75261" x="5842000" y="2952750"/>
          <p14:tracePt t="75277" x="5854700" y="2952750"/>
          <p14:tracePt t="75294" x="5861050" y="2946400"/>
          <p14:tracePt t="75337" x="5861050" y="2940050"/>
          <p14:tracePt t="75358" x="5854700" y="2940050"/>
          <p14:tracePt t="75372" x="5848350" y="2940050"/>
          <p14:tracePt t="75379" x="5848350" y="2933700"/>
          <p14:tracePt t="75393" x="5842000" y="2933700"/>
          <p14:tracePt t="75414" x="5842000" y="2927350"/>
          <p14:tracePt t="75758" x="5753100" y="2921000"/>
          <p14:tracePt t="75771" x="5594350" y="2908300"/>
          <p14:tracePt t="75778" x="5378450" y="2895600"/>
          <p14:tracePt t="75795" x="5111750" y="2863850"/>
          <p14:tracePt t="75809" x="4559300" y="2870200"/>
          <p14:tracePt t="75825" x="4267200" y="2901950"/>
          <p14:tracePt t="75842" x="3733800" y="2933700"/>
          <p14:tracePt t="75859" x="3511550" y="2978150"/>
          <p14:tracePt t="75875" x="3086100" y="3060700"/>
          <p14:tracePt t="75892" x="2711450" y="3124200"/>
          <p14:tracePt t="75908" x="2584450" y="3155950"/>
          <p14:tracePt t="75926" x="2336800" y="3219450"/>
          <p14:tracePt t="75941" x="2127250" y="3289300"/>
          <p14:tracePt t="75958" x="2051050" y="3321050"/>
          <p14:tracePt t="75975" x="1930400" y="3352800"/>
          <p14:tracePt t="75991" x="1841500" y="3384550"/>
          <p14:tracePt t="76008" x="1809750" y="3390900"/>
          <p14:tracePt t="76025" x="1778000" y="3403600"/>
          <p14:tracePt t="76041" x="1758950" y="3409950"/>
          <p14:tracePt t="76087" x="1752600" y="3409950"/>
          <p14:tracePt t="76193" x="1746250" y="3409950"/>
          <p14:tracePt t="76228" x="1739900" y="3409950"/>
          <p14:tracePt t="76249" x="1727200" y="3403600"/>
          <p14:tracePt t="76263" x="1720850" y="3403600"/>
          <p14:tracePt t="76270" x="1714500" y="3390900"/>
          <p14:tracePt t="76283" x="1701800" y="3384550"/>
          <p14:tracePt t="76293" x="1689100" y="3371850"/>
          <p14:tracePt t="76307" x="1682750" y="3359150"/>
          <p14:tracePt t="76323" x="1663700" y="3327400"/>
          <p14:tracePt t="76340" x="1638300" y="3282950"/>
          <p14:tracePt t="76356" x="1625600" y="3257550"/>
          <p14:tracePt t="76373" x="1606550" y="3206750"/>
          <p14:tracePt t="76390" x="1587500" y="3168650"/>
          <p14:tracePt t="76406" x="1581150" y="3155950"/>
          <p14:tracePt t="76424" x="1574800" y="3130550"/>
          <p14:tracePt t="76440" x="1574800" y="3124200"/>
          <p14:tracePt t="76456" x="1574800" y="3117850"/>
          <p14:tracePt t="76522" x="1568450" y="3117850"/>
          <p14:tracePt t="76564" x="1555750" y="3117850"/>
          <p14:tracePt t="76571" x="1555750" y="3124200"/>
          <p14:tracePt t="76578" x="1549400" y="3124200"/>
          <p14:tracePt t="76592" x="1536700" y="3124200"/>
          <p14:tracePt t="76606" x="1536700" y="3130550"/>
          <p14:tracePt t="76622" x="1524000" y="3136900"/>
          <p14:tracePt t="76639" x="1511300" y="3143250"/>
          <p14:tracePt t="76656" x="1473200" y="3155950"/>
          <p14:tracePt t="76673" x="1435100" y="3175000"/>
          <p14:tracePt t="76689" x="1409700" y="3181350"/>
          <p14:tracePt t="76706" x="1371600" y="3206750"/>
          <p14:tracePt t="76722" x="1320800" y="3225800"/>
          <p14:tracePt t="76740" x="1270000" y="3238500"/>
          <p14:tracePt t="76755" x="1257300" y="3244850"/>
          <p14:tracePt t="76772" x="1231900" y="3251200"/>
          <p14:tracePt t="76789" x="1181100" y="3263900"/>
          <p14:tracePt t="76805" x="1168400" y="3263900"/>
          <p14:tracePt t="76822" x="1162050" y="3263900"/>
          <p14:tracePt t="76839" x="1149350" y="3263900"/>
          <p14:tracePt t="76871" x="1143000" y="3263900"/>
          <p14:tracePt t="76888" x="1136650" y="3263900"/>
          <p14:tracePt t="76915" x="1136650" y="3257550"/>
          <p14:tracePt t="76950" x="1136650" y="3251200"/>
          <p14:tracePt t="76972" x="1143000" y="3251200"/>
          <p14:tracePt t="76992" x="1149350" y="3244850"/>
          <p14:tracePt t="76999" x="1155700" y="3244850"/>
          <p14:tracePt t="77013" x="1155700" y="3238500"/>
          <p14:tracePt t="77022" x="1162050" y="3238500"/>
          <p14:tracePt t="77037" x="1168400" y="3232150"/>
          <p14:tracePt t="77056" x="1193800" y="3225800"/>
          <p14:tracePt t="77070" x="1219200" y="3213100"/>
          <p14:tracePt t="77087" x="1238250" y="3206750"/>
          <p14:tracePt t="77105" x="1282700" y="3194050"/>
          <p14:tracePt t="77120" x="1295400" y="3187700"/>
          <p14:tracePt t="77137" x="1314450" y="3175000"/>
          <p14:tracePt t="77154" x="1333500" y="3168650"/>
          <p14:tracePt t="77170" x="1333500" y="3162300"/>
          <p14:tracePt t="77273" x="1327150" y="3168650"/>
          <p14:tracePt t="77280" x="1327150" y="3175000"/>
          <p14:tracePt t="77294" x="1320800" y="3175000"/>
          <p14:tracePt t="77303" x="1314450" y="3181350"/>
          <p14:tracePt t="77319" x="1308100" y="3181350"/>
          <p14:tracePt t="77337" x="1295400" y="3187700"/>
          <p14:tracePt t="77353" x="1270000" y="3206750"/>
          <p14:tracePt t="77370" x="1257300" y="3225800"/>
          <p14:tracePt t="77386" x="1219200" y="3251200"/>
          <p14:tracePt t="77403" x="1200150" y="3263900"/>
          <p14:tracePt t="77420" x="1162050" y="3289300"/>
          <p14:tracePt t="77436" x="1155700" y="3295650"/>
          <p14:tracePt t="77453" x="1155700" y="3302000"/>
          <p14:tracePt t="77470" x="1149350" y="3308350"/>
          <p14:tracePt t="77486" x="1143000" y="3308350"/>
          <p14:tracePt t="77561" x="1149350" y="3308350"/>
          <p14:tracePt t="77582" x="1155700" y="3308350"/>
          <p14:tracePt t="77596" x="1162050" y="3302000"/>
          <p14:tracePt t="77605" x="1168400" y="3302000"/>
          <p14:tracePt t="77619" x="1181100" y="3295650"/>
          <p14:tracePt t="77635" x="1219200" y="3276600"/>
          <p14:tracePt t="77652" x="1282700" y="3244850"/>
          <p14:tracePt t="77669" x="1314450" y="3232150"/>
          <p14:tracePt t="77687" x="1377950" y="3206750"/>
          <p14:tracePt t="77703" x="1428750" y="3181350"/>
          <p14:tracePt t="77719" x="1460500" y="3168650"/>
          <p14:tracePt t="77736" x="1492250" y="3155950"/>
          <p14:tracePt t="77752" x="1504950" y="3155950"/>
          <p14:tracePt t="77769" x="1524000" y="3149600"/>
          <p14:tracePt t="77786" x="1530350" y="3143250"/>
          <p14:tracePt t="77833" x="1536700" y="3143250"/>
          <p14:tracePt t="77841" x="1543050" y="3143250"/>
          <p14:tracePt t="77862" x="1549400" y="3143250"/>
          <p14:tracePt t="77884" x="1555750" y="3143250"/>
          <p14:tracePt t="77897" x="1562100" y="3143250"/>
          <p14:tracePt t="77905" x="1568450" y="3143250"/>
          <p14:tracePt t="77919" x="1574800" y="3149600"/>
          <p14:tracePt t="77934" x="1606550" y="3149600"/>
          <p14:tracePt t="77951" x="1619250" y="3149600"/>
          <p14:tracePt t="77968" x="1689100" y="3149600"/>
          <p14:tracePt t="77984" x="1765300" y="3155950"/>
          <p14:tracePt t="78002" x="1809750" y="3155950"/>
          <p14:tracePt t="78018" x="1892300" y="3175000"/>
          <p14:tracePt t="78034" x="1930400" y="3175000"/>
          <p14:tracePt t="78052" x="2012950" y="3194050"/>
          <p14:tracePt t="78067" x="2032000" y="3200400"/>
          <p14:tracePt t="78084" x="2057400" y="3200400"/>
          <p14:tracePt t="78102" x="2070100" y="3206750"/>
          <p14:tracePt t="78118" x="2076450" y="3206750"/>
          <p14:tracePt t="78150" x="2070100" y="3206750"/>
          <p14:tracePt t="78167" x="2057400" y="3206750"/>
          <p14:tracePt t="78183" x="2051050" y="3206750"/>
          <p14:tracePt t="78200" x="2025650" y="3206750"/>
          <p14:tracePt t="78217" x="1981200" y="3213100"/>
          <p14:tracePt t="78235" x="1905000" y="3232150"/>
          <p14:tracePt t="78250" x="1847850" y="3238500"/>
          <p14:tracePt t="78267" x="1714500" y="3276600"/>
          <p14:tracePt t="78284" x="1587500" y="3295650"/>
          <p14:tracePt t="78300" x="1530350" y="3314700"/>
          <p14:tracePt t="78317" x="1492250" y="3321050"/>
          <p14:tracePt t="78334" x="1409700" y="3340100"/>
          <p14:tracePt t="78350" x="1397000" y="3340100"/>
          <p14:tracePt t="78367" x="1390650" y="3340100"/>
          <p14:tracePt t="78383" x="1371600" y="3340100"/>
          <p14:tracePt t="78480" x="1371600" y="3333750"/>
          <p14:tracePt t="78888" x="1352550" y="3333750"/>
          <p14:tracePt t="78895" x="1320800" y="3333750"/>
          <p14:tracePt t="78909" x="1295400" y="3333750"/>
          <p14:tracePt t="78917" x="1270000" y="3333750"/>
          <p14:tracePt t="78931" x="1263650" y="3333750"/>
          <p14:tracePt t="78948" x="1225550" y="3333750"/>
          <p14:tracePt t="78965" x="1212850" y="3333750"/>
          <p14:tracePt t="78981" x="1206500" y="3333750"/>
          <p14:tracePt t="78998" x="1193800" y="3333750"/>
          <p14:tracePt t="79014" x="1174750" y="3333750"/>
          <p14:tracePt t="79047" x="1168400" y="3333750"/>
          <p14:tracePt t="79064" x="1155700" y="3333750"/>
          <p14:tracePt t="79081" x="1143000" y="3333750"/>
          <p14:tracePt t="79097" x="1136650" y="3333750"/>
          <p14:tracePt t="79114" x="1123950" y="3333750"/>
          <p14:tracePt t="79130" x="1111250" y="3333750"/>
          <p14:tracePt t="79148" x="1092200" y="3333750"/>
          <p14:tracePt t="79180" x="1079500" y="3333750"/>
          <p14:tracePt t="79197" x="1066800" y="3333750"/>
          <p14:tracePt t="79213" x="1060450" y="3333750"/>
          <p14:tracePt t="79230" x="1054100" y="3333750"/>
          <p14:tracePt t="79330" x="1047750" y="3333750"/>
          <p14:tracePt t="79400" x="1041400" y="3333750"/>
          <p14:tracePt t="79491" x="1041400" y="3321050"/>
          <p14:tracePt t="79519" x="1047750" y="3321050"/>
          <p14:tracePt t="79547" x="1054100" y="3314700"/>
          <p14:tracePt t="79597" x="1054100" y="3308350"/>
          <p14:tracePt t="79687" x="1060450" y="3302000"/>
          <p14:tracePt t="79716" x="1066800" y="3302000"/>
          <p14:tracePt t="79758" x="1073150" y="3295650"/>
          <p14:tracePt t="79800" x="1079500" y="3295650"/>
          <p14:tracePt t="79842" x="1079500" y="3289300"/>
          <p14:tracePt t="79877" x="1085850" y="3289300"/>
          <p14:tracePt t="79919" x="1085850" y="3282950"/>
          <p14:tracePt t="79947" x="1092200" y="3276600"/>
          <p14:tracePt t="79982" x="1098550" y="3276600"/>
          <p14:tracePt t="80017" x="1104900" y="3270250"/>
          <p14:tracePt t="80088" x="1111250" y="3270250"/>
          <p14:tracePt t="80130" x="1117600" y="3263900"/>
          <p14:tracePt t="80193" x="1123950" y="3263900"/>
          <p14:tracePt t="80228" x="1123950" y="3257550"/>
          <p14:tracePt t="80270" x="1130300" y="3257550"/>
          <p14:tracePt t="80277" x="1136650" y="3251200"/>
          <p14:tracePt t="80298" x="1143000" y="3251200"/>
          <p14:tracePt t="80312" x="1149350" y="3244850"/>
          <p14:tracePt t="80333" x="1155700" y="3244850"/>
          <p14:tracePt t="80340" x="1162050" y="3238500"/>
          <p14:tracePt t="80368" x="1168400" y="3232150"/>
          <p14:tracePt t="80382" x="1174750" y="3232150"/>
          <p14:tracePt t="80388" x="1181100" y="3232150"/>
          <p14:tracePt t="80403" x="1187450" y="3232150"/>
          <p14:tracePt t="80412" x="1200150" y="3232150"/>
          <p14:tracePt t="80426" x="1219200" y="3232150"/>
          <p14:tracePt t="80442" x="1257300" y="3232150"/>
          <p14:tracePt t="80460" x="1327150" y="3232150"/>
          <p14:tracePt t="80476" x="1358900" y="3238500"/>
          <p14:tracePt t="80492" x="1447800" y="3244850"/>
          <p14:tracePt t="80509" x="1543050" y="3257550"/>
          <p14:tracePt t="80525" x="1581150" y="3257550"/>
          <p14:tracePt t="80542" x="1631950" y="3263900"/>
          <p14:tracePt t="80559" x="1720850" y="3270250"/>
          <p14:tracePt t="80575" x="1746250" y="3270250"/>
          <p14:tracePt t="80592" x="1784350" y="3276600"/>
          <p14:tracePt t="80609" x="1797050" y="3276600"/>
          <p14:tracePt t="80625" x="1809750" y="3282950"/>
          <p14:tracePt t="80642" x="1822450" y="3282950"/>
          <p14:tracePt t="80659" x="1828800" y="3282950"/>
          <p14:tracePt t="80675" x="1841500" y="3282950"/>
          <p14:tracePt t="80708" x="1847850" y="3282950"/>
          <p14:tracePt t="80726" x="1860550" y="3282950"/>
          <p14:tracePt t="80741" x="1866900" y="3282950"/>
          <p14:tracePt t="80758" x="1873250" y="3282950"/>
          <p14:tracePt t="80775" x="1879600" y="3282950"/>
          <p14:tracePt t="80791" x="1885950" y="3282950"/>
          <p14:tracePt t="80811" x="1892300" y="3282950"/>
          <p14:tracePt t="80831" x="1898650" y="3282950"/>
          <p14:tracePt t="80841" x="1905000" y="3282950"/>
          <p14:tracePt t="80857" x="1911350" y="3282950"/>
          <p14:tracePt t="80874" x="1917700" y="3276600"/>
          <p14:tracePt t="80891" x="1924050" y="3276600"/>
          <p14:tracePt t="80908" x="1936750" y="3270250"/>
          <p14:tracePt t="80941" x="1943100" y="3263900"/>
          <p14:tracePt t="80993" x="1943100" y="3257550"/>
          <p14:tracePt t="81000" x="1936750" y="3257550"/>
          <p14:tracePt t="81014" x="1924050" y="3257550"/>
          <p14:tracePt t="81023" x="1911350" y="3257550"/>
          <p14:tracePt t="81040" x="1892300" y="3257550"/>
          <p14:tracePt t="81057" x="1835150" y="3270250"/>
          <p14:tracePt t="81073" x="1739900" y="3282950"/>
          <p14:tracePt t="81091" x="1631950" y="3314700"/>
          <p14:tracePt t="81107" x="1574800" y="3327400"/>
          <p14:tracePt t="81123" x="1492250" y="3352800"/>
          <p14:tracePt t="81141" x="1416050" y="3384550"/>
          <p14:tracePt t="81157" x="1397000" y="3397250"/>
          <p14:tracePt t="81173" x="1371600" y="3403600"/>
          <p14:tracePt t="81190" x="1308100" y="3435350"/>
          <p14:tracePt t="81206" x="1295400" y="3448050"/>
          <p14:tracePt t="81225" x="1250950" y="3486150"/>
          <p14:tracePt t="81239" x="1231900" y="3498850"/>
          <p14:tracePt t="81256" x="1193800" y="3536950"/>
          <p14:tracePt t="81274" x="1155700" y="3562350"/>
          <p14:tracePt t="81290" x="1130300" y="3581400"/>
          <p14:tracePt t="81306" x="1073150" y="3613150"/>
          <p14:tracePt t="81323" x="1028700" y="3657600"/>
          <p14:tracePt t="81339" x="996950" y="3670300"/>
          <p14:tracePt t="81356" x="958850" y="3708400"/>
          <p14:tracePt t="81373" x="920750" y="3746500"/>
          <p14:tracePt t="81390" x="908050" y="3771900"/>
          <p14:tracePt t="81406" x="895350" y="3810000"/>
          <p14:tracePt t="81422" x="882650" y="3854450"/>
          <p14:tracePt t="81439" x="876300" y="3873500"/>
          <p14:tracePt t="81456" x="863600" y="3924300"/>
          <p14:tracePt t="81472" x="863600" y="3956050"/>
          <p14:tracePt t="81490" x="863600" y="3968750"/>
          <p14:tracePt t="81506" x="863600" y="3981450"/>
          <p14:tracePt t="81522" x="863600" y="3987800"/>
          <p14:tracePt t="81539" x="863600" y="3994150"/>
          <p14:tracePt t="81750" x="863600" y="4000500"/>
          <p14:tracePt t="81764" x="863600" y="4013200"/>
          <p14:tracePt t="81774" x="857250" y="4019550"/>
          <p14:tracePt t="81788" x="850900" y="4032250"/>
          <p14:tracePt t="81805" x="844550" y="4051300"/>
          <p14:tracePt t="81821" x="812800" y="4089400"/>
          <p14:tracePt t="81837" x="806450" y="4102100"/>
          <p14:tracePt t="81855" x="793750" y="4133850"/>
          <p14:tracePt t="81887" x="793750" y="4146550"/>
          <p14:tracePt t="81926" x="793750" y="4152900"/>
          <p14:tracePt t="81955" x="800100" y="4146550"/>
          <p14:tracePt t="81961" x="800100" y="4140200"/>
          <p14:tracePt t="81974" x="806450" y="4133850"/>
          <p14:tracePt t="81987" x="812800" y="4127500"/>
          <p14:tracePt t="82004" x="831850" y="4083050"/>
          <p14:tracePt t="82021" x="844550" y="4051300"/>
          <p14:tracePt t="82038" x="876300" y="3987800"/>
          <p14:tracePt t="82053" x="895350" y="3930650"/>
          <p14:tracePt t="82070" x="901700" y="3898900"/>
          <p14:tracePt t="82088" x="920750" y="3848100"/>
          <p14:tracePt t="82103" x="933450" y="3816350"/>
          <p14:tracePt t="82120" x="933450" y="3803650"/>
          <p14:tracePt t="82137" x="933450" y="3784600"/>
          <p14:tracePt t="82153" x="933450" y="3778250"/>
          <p14:tracePt t="82170" x="939800" y="3771900"/>
          <p14:tracePt t="82186" x="939800" y="3765550"/>
          <p14:tracePt t="82213" x="946150" y="3759200"/>
          <p14:tracePt t="82227" x="946150" y="3752850"/>
          <p14:tracePt t="82236" x="946150" y="3740150"/>
          <p14:tracePt t="82253" x="958850" y="3727450"/>
          <p14:tracePt t="82270" x="971550" y="3683000"/>
          <p14:tracePt t="82286" x="996950" y="3619500"/>
          <p14:tracePt t="82303" x="1016000" y="3594100"/>
          <p14:tracePt t="82320" x="1047750" y="3517900"/>
          <p14:tracePt t="82336" x="1079500" y="3441700"/>
          <p14:tracePt t="82353" x="1104900" y="3397250"/>
          <p14:tracePt t="82369" x="1117600" y="3378200"/>
          <p14:tracePt t="82386" x="1130300" y="3359150"/>
          <p14:tracePt t="82403" x="1136650" y="3340100"/>
          <p14:tracePt t="82419" x="1143000" y="3340100"/>
          <p14:tracePt t="82436" x="1143000" y="3333750"/>
          <p14:tracePt t="82453" x="1149350" y="3321050"/>
          <p14:tracePt t="82485" x="1149350" y="3314700"/>
          <p14:tracePt t="82502" x="1155700" y="3302000"/>
          <p14:tracePt t="82519" x="1162050" y="3295650"/>
          <p14:tracePt t="82536" x="1168400" y="3282950"/>
          <p14:tracePt t="82552" x="1168400" y="3276600"/>
          <p14:tracePt t="82569" x="1168400" y="3270250"/>
          <p14:tracePt t="82585" x="1174750" y="3263900"/>
          <p14:tracePt t="82602" x="1181100" y="3257550"/>
          <p14:tracePt t="82618" x="1181100" y="3244850"/>
          <p14:tracePt t="82656" x="1181100" y="3238500"/>
          <p14:tracePt t="82684" x="1181100" y="3232150"/>
          <p14:tracePt t="82719" x="1187450" y="3225800"/>
          <p14:tracePt t="82768" x="1187450" y="3219450"/>
          <p14:tracePt t="82824" x="1193800" y="3213100"/>
          <p14:tracePt t="82887" x="1193800" y="3206750"/>
          <p14:tracePt t="82957" x="1200150" y="3206750"/>
          <p14:tracePt t="83013" x="1206500" y="3200400"/>
          <p14:tracePt t="83076" x="1212850" y="3200400"/>
          <p14:tracePt t="83126" x="1212850" y="3206750"/>
          <p14:tracePt t="83175" x="1219200" y="3206750"/>
          <p14:tracePt t="83245" x="1225550" y="3206750"/>
          <p14:tracePt t="83287" x="1238250" y="3206750"/>
          <p14:tracePt t="83308" x="1244600" y="3206750"/>
          <p14:tracePt t="83315" x="1250950" y="3206750"/>
          <p14:tracePt t="83329" x="1257300" y="3206750"/>
          <p14:tracePt t="83336" x="1270000" y="3206750"/>
          <p14:tracePt t="83352" x="1282700" y="3206750"/>
          <p14:tracePt t="83366" x="1327150" y="3206750"/>
          <p14:tracePt t="83382" x="1365250" y="3206750"/>
          <p14:tracePt t="83399" x="1435100" y="3194050"/>
          <p14:tracePt t="83415" x="1473200" y="3187700"/>
          <p14:tracePt t="83432" x="1555750" y="3187700"/>
          <p14:tracePt t="83449" x="1606550" y="3187700"/>
          <p14:tracePt t="83465" x="1631950" y="3187700"/>
          <p14:tracePt t="83482" x="1670050" y="3187700"/>
          <p14:tracePt t="83499" x="1695450" y="3181350"/>
          <p14:tracePt t="83515" x="1701800" y="3181350"/>
          <p14:tracePt t="83532" x="1714500" y="3181350"/>
          <p14:tracePt t="83548" x="1714500" y="3187700"/>
          <p14:tracePt t="83582" x="1720850" y="3194050"/>
          <p14:tracePt t="83598" x="1727200" y="3194050"/>
          <p14:tracePt t="83638" x="1733550" y="3200400"/>
          <p14:tracePt t="83680" x="1739900" y="3200400"/>
          <p14:tracePt t="83715" x="1746250" y="3200400"/>
          <p14:tracePt t="83750" x="1752600" y="3200400"/>
          <p14:tracePt t="83756" x="1752600" y="3194050"/>
          <p14:tracePt t="83785" x="1758950" y="3187700"/>
          <p14:tracePt t="83806" x="1765300" y="3187700"/>
          <p14:tracePt t="83827" x="1771650" y="3187700"/>
          <p14:tracePt t="83848" x="1778000" y="3181350"/>
          <p14:tracePt t="83876" x="1784350" y="3175000"/>
          <p14:tracePt t="83898" x="1790700" y="3175000"/>
          <p14:tracePt t="83911" x="1790700" y="3168650"/>
          <p14:tracePt t="83918" x="1797050" y="3168650"/>
          <p14:tracePt t="83946" x="1809750" y="3168650"/>
          <p14:tracePt t="83968" x="1816100" y="3168650"/>
          <p14:tracePt t="83989" x="1822450" y="3168650"/>
          <p14:tracePt t="83996" x="1828800" y="3168650"/>
          <p14:tracePt t="84017" x="1835150" y="3168650"/>
          <p14:tracePt t="84059" x="1841500" y="3168650"/>
          <p14:tracePt t="84066" x="1847850" y="3168650"/>
          <p14:tracePt t="84087" x="1854200" y="3168650"/>
          <p14:tracePt t="84108" x="1860550" y="3168650"/>
          <p14:tracePt t="84136" x="1866900" y="3168650"/>
          <p14:tracePt t="84157" x="1866900" y="3162300"/>
          <p14:tracePt t="84192" x="1873250" y="3162300"/>
          <p14:tracePt t="84206" x="1879600" y="3162300"/>
          <p14:tracePt t="84227" x="1885950" y="3162300"/>
          <p14:tracePt t="84248" x="1885950" y="3155950"/>
          <p14:tracePt t="84339" x="1879600" y="3155950"/>
          <p14:tracePt t="84347" x="1873250" y="3162300"/>
          <p14:tracePt t="84360" x="1866900" y="3168650"/>
          <p14:tracePt t="84368" x="1854200" y="3175000"/>
          <p14:tracePt t="84382" x="1828800" y="3181350"/>
          <p14:tracePt t="84396" x="1809750" y="3194050"/>
          <p14:tracePt t="84412" x="1727200" y="3232150"/>
          <p14:tracePt t="84429" x="1682750" y="3263900"/>
          <p14:tracePt t="84445" x="1555750" y="3308350"/>
          <p14:tracePt t="84462" x="1447800" y="3346450"/>
          <p14:tracePt t="84479" x="1339850" y="3371850"/>
          <p14:tracePt t="84496" x="1295400" y="3384550"/>
          <p14:tracePt t="84512" x="1250950" y="3390900"/>
          <p14:tracePt t="84529" x="1212850" y="3390900"/>
          <p14:tracePt t="84562" x="1206500" y="3390900"/>
          <p14:tracePt t="84592" x="1206500" y="3384550"/>
          <p14:tracePt t="84620" x="1206500" y="3378200"/>
          <p14:tracePt t="84641" x="1206500" y="3371850"/>
          <p14:tracePt t="84648" x="1219200" y="3371850"/>
          <p14:tracePt t="84664" x="1225550" y="3371850"/>
          <p14:tracePt t="84678" x="1238250" y="3365500"/>
          <p14:tracePt t="84695" x="1270000" y="3352800"/>
          <p14:tracePt t="84712" x="1333500" y="3333750"/>
          <p14:tracePt t="84728" x="1390650" y="3314700"/>
          <p14:tracePt t="84731" x="1441450" y="3295650"/>
          <p14:tracePt t="84744" x="1498600" y="3263900"/>
          <p14:tracePt t="84761" x="1619250" y="3232150"/>
          <p14:tracePt t="84777" x="1663700" y="3213100"/>
          <p14:tracePt t="84796" x="1727200" y="3187700"/>
          <p14:tracePt t="84811" x="1765300" y="3175000"/>
          <p14:tracePt t="84827" x="1778000" y="3175000"/>
          <p14:tracePt t="84845" x="1797050" y="3168650"/>
          <p14:tracePt t="84860" x="1797050" y="3162300"/>
          <p14:tracePt t="84894" x="1803400" y="3168650"/>
          <p14:tracePt t="84912" x="1803400" y="3175000"/>
          <p14:tracePt t="85013" x="1803400" y="3181350"/>
          <p14:tracePt t="85252" x="1797050" y="3181350"/>
          <p14:tracePt t="85469" x="1790700" y="3187700"/>
          <p14:tracePt t="85504" x="1784350" y="3187700"/>
          <p14:tracePt t="85539" x="1778000" y="3187700"/>
          <p14:tracePt t="85560" x="1778000" y="3194050"/>
          <p14:tracePt t="85581" x="1778000" y="3206750"/>
          <p14:tracePt t="85595" x="1778000" y="3213100"/>
          <p14:tracePt t="85603" x="1771650" y="3213100"/>
          <p14:tracePt t="85610" x="1771650" y="3219450"/>
          <p14:tracePt t="85625" x="1771650" y="3225800"/>
          <p14:tracePt t="85642" x="1771650" y="3232150"/>
          <p14:tracePt t="85659" x="1765300" y="3244850"/>
          <p14:tracePt t="85675" x="1765300" y="3270250"/>
          <p14:tracePt t="85691" x="1765300" y="3282950"/>
          <p14:tracePt t="85708" x="1771650" y="3308350"/>
          <p14:tracePt t="85724" x="1778000" y="3333750"/>
          <p14:tracePt t="85741" x="1784350" y="3346450"/>
          <p14:tracePt t="85744" x="1784350" y="3352800"/>
          <p14:tracePt t="85758" x="1797050" y="3359150"/>
          <p14:tracePt t="85775" x="1816100" y="3378200"/>
          <p14:tracePt t="85792" x="1854200" y="3390900"/>
          <p14:tracePt t="85807" x="1873250" y="3397250"/>
          <p14:tracePt t="85824" x="1917700" y="3409950"/>
          <p14:tracePt t="85842" x="1949450" y="3422650"/>
          <p14:tracePt t="85857" x="1968500" y="3429000"/>
          <p14:tracePt t="85874" x="1981200" y="3435350"/>
          <p14:tracePt t="85891" x="2012950" y="3448050"/>
          <p14:tracePt t="85907" x="2019300" y="3448050"/>
          <p14:tracePt t="85924" x="2025650" y="3448050"/>
          <p14:tracePt t="85940" x="2038350" y="3454400"/>
          <p14:tracePt t="85960" x="2044700" y="3454400"/>
          <p14:tracePt t="86030" x="2038350" y="3454400"/>
          <p14:tracePt t="86044" x="2032000" y="3454400"/>
          <p14:tracePt t="86052" x="2025650" y="3454400"/>
          <p14:tracePt t="86074" x="2019300" y="3454400"/>
          <p14:tracePt t="86079" x="2012950" y="3454400"/>
          <p14:tracePt t="86456" x="2019300" y="3454400"/>
          <p14:tracePt t="86463" x="2051050" y="3454400"/>
          <p14:tracePt t="86476" x="2089150" y="3460750"/>
          <p14:tracePt t="86488" x="2139950" y="3473450"/>
          <p14:tracePt t="86505" x="2298700" y="3498850"/>
          <p14:tracePt t="86521" x="2374900" y="3511550"/>
          <p14:tracePt t="86538" x="2565400" y="3530600"/>
          <p14:tracePt t="86555" x="2774950" y="3562350"/>
          <p14:tracePt t="86571" x="2876550" y="3581400"/>
          <p14:tracePt t="86589" x="3067050" y="3594100"/>
          <p14:tracePt t="86605" x="3257550" y="3594100"/>
          <p14:tracePt t="86621" x="3371850" y="3587750"/>
          <p14:tracePt t="86638" x="3549650" y="3587750"/>
          <p14:tracePt t="86654" x="3721100" y="3568700"/>
          <p14:tracePt t="86671" x="3797300" y="3562350"/>
          <p14:tracePt t="86688" x="3949700" y="3543300"/>
          <p14:tracePt t="86704" x="4044950" y="3530600"/>
          <p14:tracePt t="86721" x="4197350" y="3498850"/>
          <p14:tracePt t="86737" x="4356100" y="3479800"/>
          <p14:tracePt t="86754" x="4419600" y="3473450"/>
          <p14:tracePt t="86771" x="4572000" y="3460750"/>
          <p14:tracePt t="86787" x="4705350" y="3441700"/>
          <p14:tracePt t="86804" x="4756150" y="3441700"/>
          <p14:tracePt t="86821" x="4902200" y="3422650"/>
          <p14:tracePt t="86837" x="5016500" y="3416300"/>
          <p14:tracePt t="86854" x="5080000" y="3416300"/>
          <p14:tracePt t="86870" x="5187950" y="3416300"/>
          <p14:tracePt t="86887" x="5289550" y="3416300"/>
          <p14:tracePt t="86906" x="5372100" y="3429000"/>
          <p14:tracePt t="86920" x="5422900" y="3429000"/>
          <p14:tracePt t="86937" x="5461000" y="3435350"/>
          <p14:tracePt t="86954" x="5543550" y="3441700"/>
          <p14:tracePt t="86970" x="5600700" y="3441700"/>
          <p14:tracePt t="86987" x="5632450" y="3441700"/>
          <p14:tracePt t="87003" x="5670550" y="3448050"/>
          <p14:tracePt t="87020" x="5702300" y="3448050"/>
          <p14:tracePt t="87037" x="5715000" y="3448050"/>
          <p14:tracePt t="87053" x="5734050" y="3448050"/>
          <p14:tracePt t="87070" x="5740400" y="3448050"/>
          <p14:tracePt t="87087" x="5746750" y="3454400"/>
          <p14:tracePt t="87103" x="5753100" y="3454400"/>
          <p14:tracePt t="87199" x="5746750" y="3454400"/>
          <p14:tracePt t="87213" x="5746750" y="3448050"/>
          <p14:tracePt t="87234" x="5753100" y="3441700"/>
          <p14:tracePt t="87897" x="5734050" y="3441700"/>
          <p14:tracePt t="87911" x="5715000" y="3441700"/>
          <p14:tracePt t="87919" x="5695950" y="3441700"/>
          <p14:tracePt t="87933" x="5670550" y="3441700"/>
          <p14:tracePt t="87950" x="5613400" y="3454400"/>
          <p14:tracePt t="87967" x="5537200" y="3454400"/>
          <p14:tracePt t="87983" x="5480050" y="3460750"/>
          <p14:tracePt t="88001" x="5391150" y="3460750"/>
          <p14:tracePt t="88016" x="5321300" y="3460750"/>
          <p14:tracePt t="88033" x="5270500" y="3460750"/>
          <p14:tracePt t="88051" x="5168900" y="3460750"/>
          <p14:tracePt t="88066" x="5054600" y="3460750"/>
          <p14:tracePt t="88083" x="4984750" y="3460750"/>
          <p14:tracePt t="88101" x="4857750" y="3479800"/>
          <p14:tracePt t="88116" x="4800600" y="3479800"/>
          <p14:tracePt t="88132" x="4724400" y="3479800"/>
          <p14:tracePt t="88149" x="4667250" y="3486150"/>
          <p14:tracePt t="88166" x="4635500" y="3486150"/>
          <p14:tracePt t="88183" x="4591050" y="3492500"/>
          <p14:tracePt t="88200" x="4540250" y="3505200"/>
          <p14:tracePt t="88216" x="4521200" y="3505200"/>
          <p14:tracePt t="88233" x="4476750" y="3511550"/>
          <p14:tracePt t="88249" x="4445000" y="3511550"/>
          <p14:tracePt t="88265" x="4432300" y="3517900"/>
          <p14:tracePt t="88269" x="4419600" y="3517900"/>
          <p14:tracePt t="88282" x="4406900" y="3517900"/>
          <p14:tracePt t="88299" x="4394200" y="3517900"/>
          <p14:tracePt t="88315" x="4387850" y="3517900"/>
          <p14:tracePt t="88332" x="4381500" y="3524250"/>
          <p14:tracePt t="88348" x="4375150" y="3524250"/>
          <p14:tracePt t="88507" x="4368800" y="3524250"/>
          <p14:tracePt t="88528" x="4362450" y="3524250"/>
          <p14:tracePt t="88542" x="4349750" y="3524250"/>
          <p14:tracePt t="88556" x="4337050" y="3524250"/>
          <p14:tracePt t="88570" x="4305300" y="3517900"/>
          <p14:tracePt t="88581" x="4279900" y="3517900"/>
          <p14:tracePt t="88599" x="4140200" y="3517900"/>
          <p14:tracePt t="88614" x="4051300" y="3517900"/>
          <p14:tracePt t="88631" x="3829050" y="3517900"/>
          <p14:tracePt t="88649" x="3549650" y="3517900"/>
          <p14:tracePt t="88664" x="3409950" y="3524250"/>
          <p14:tracePt t="88681" x="3282950" y="3536950"/>
          <p14:tracePt t="88698" x="2940050" y="3556000"/>
          <p14:tracePt t="88714" x="2863850" y="3556000"/>
          <p14:tracePt t="88731" x="2800350" y="3562350"/>
          <p14:tracePt t="88747" x="2711450" y="3562350"/>
          <p14:tracePt t="88765" x="2654300" y="3562350"/>
          <p14:tracePt t="88781" x="2616200" y="3562350"/>
          <p14:tracePt t="88797" x="2603500" y="3562350"/>
          <p14:tracePt t="89262" x="2578100" y="3562350"/>
          <p14:tracePt t="89269" x="2546350" y="3549650"/>
          <p14:tracePt t="89283" x="2495550" y="3549650"/>
          <p14:tracePt t="89296" x="2457450" y="3549650"/>
          <p14:tracePt t="89312" x="2336800" y="3549650"/>
          <p14:tracePt t="89328" x="2286000" y="3549650"/>
          <p14:tracePt t="89346" x="2171700" y="3556000"/>
          <p14:tracePt t="89361" x="2089150" y="3556000"/>
          <p14:tracePt t="89378" x="2051050" y="3556000"/>
          <p14:tracePt t="89395" x="2019300" y="3562350"/>
          <p14:tracePt t="89411" x="2000250" y="3562350"/>
          <p14:tracePt t="89445" x="1993900" y="3562350"/>
          <p14:tracePt t="89493" x="1993900" y="3568700"/>
          <p14:tracePt t="89521" x="2006600" y="3568700"/>
          <p14:tracePt t="89529" x="2012950" y="3568700"/>
          <p14:tracePt t="89549" x="2025650" y="3568700"/>
          <p14:tracePt t="89563" x="2032000" y="3562350"/>
          <p14:tracePt t="89584" x="2038350" y="3562350"/>
          <p14:tracePt t="89591" x="2051050" y="3562350"/>
          <p14:tracePt t="89598" x="2070100" y="3562350"/>
          <p14:tracePt t="89614" x="2095500" y="3556000"/>
          <p14:tracePt t="89627" x="2133600" y="3549650"/>
          <p14:tracePt t="89644" x="2241550" y="3530600"/>
          <p14:tracePt t="89661" x="2368550" y="3498850"/>
          <p14:tracePt t="89677" x="2451100" y="3492500"/>
          <p14:tracePt t="89694" x="2584450" y="3460750"/>
          <p14:tracePt t="89711" x="2692400" y="3435350"/>
          <p14:tracePt t="89727" x="2743200" y="3416300"/>
          <p14:tracePt t="89744" x="2813050" y="3403600"/>
          <p14:tracePt t="89760" x="2863850" y="3390900"/>
          <p14:tracePt t="89777" x="2876550" y="3384550"/>
          <p14:tracePt t="89794" x="2889250" y="3384550"/>
          <p14:tracePt t="90082" x="2882900" y="3384550"/>
          <p14:tracePt t="90103" x="2876550" y="3384550"/>
          <p14:tracePt t="90111" x="2870200" y="3390900"/>
          <p14:tracePt t="90125" x="2863850" y="3390900"/>
          <p14:tracePt t="90132" x="2851150" y="3397250"/>
          <p14:tracePt t="90146" x="2832100" y="3403600"/>
          <p14:tracePt t="90159" x="2794000" y="3409950"/>
          <p14:tracePt t="90175" x="2711450" y="3429000"/>
          <p14:tracePt t="90192" x="2654300" y="3448050"/>
          <p14:tracePt t="90209" x="2495550" y="3479800"/>
          <p14:tracePt t="90225" x="2368550" y="3498850"/>
          <p14:tracePt t="90242" x="2311400" y="3505200"/>
          <p14:tracePt t="90259" x="2228850" y="3517900"/>
          <p14:tracePt t="90275" x="2190750" y="3517900"/>
          <p14:tracePt t="90293" x="2165350" y="3517900"/>
          <p14:tracePt t="90308" x="2159000" y="3517900"/>
          <p14:tracePt t="90325" x="2152650" y="3517900"/>
          <p14:tracePt t="90356" x="2152650" y="3524250"/>
          <p14:tracePt t="90482" x="2159000" y="3524250"/>
          <p14:tracePt t="90503" x="2165350" y="3524250"/>
          <p14:tracePt t="90510" x="2171700" y="3524250"/>
          <p14:tracePt t="90545" x="2178050" y="3524250"/>
          <p14:tracePt t="90552" x="2184400" y="3524250"/>
          <p14:tracePt t="90567" x="2197100" y="3517900"/>
          <p14:tracePt t="90574" x="2209800" y="3517900"/>
          <p14:tracePt t="90591" x="2228850" y="3517900"/>
          <p14:tracePt t="90608" x="2286000" y="3511550"/>
          <p14:tracePt t="90624" x="2368550" y="3498850"/>
          <p14:tracePt t="90641" x="2406650" y="3492500"/>
          <p14:tracePt t="90658" x="2501900" y="3486150"/>
          <p14:tracePt t="90674" x="2565400" y="3473450"/>
          <p14:tracePt t="90690" x="2590800" y="3467100"/>
          <p14:tracePt t="90707" x="2628900" y="3460750"/>
          <p14:tracePt t="90724" x="2660650" y="3454400"/>
          <p14:tracePt t="90741" x="2673350" y="3448050"/>
          <p14:tracePt t="90757" x="2692400" y="3441700"/>
          <p14:tracePt t="90773" x="2698750" y="3441700"/>
          <p14:tracePt t="90791" x="2711450" y="3441700"/>
          <p14:tracePt t="90823" x="2717800" y="3441700"/>
          <p14:tracePt t="90847" x="2724150" y="3435350"/>
          <p14:tracePt t="90966" x="2724150" y="3441700"/>
          <p14:tracePt t="91022" x="2717800" y="3441700"/>
          <p14:tracePt t="91142" x="2724150" y="3441700"/>
          <p14:tracePt t="91163" x="2730500" y="3435350"/>
          <p14:tracePt t="91232" x="2736850" y="3435350"/>
          <p14:tracePt t="91246" x="2743200" y="3435350"/>
          <p14:tracePt t="91255" x="2749550" y="3435350"/>
          <p14:tracePt t="91268" x="2755900" y="3435350"/>
          <p14:tracePt t="91275" x="2762250" y="3441700"/>
          <p14:tracePt t="91289" x="2781300" y="3441700"/>
          <p14:tracePt t="91305" x="2813050" y="3448050"/>
          <p14:tracePt t="91321" x="2832100" y="3448050"/>
          <p14:tracePt t="91325" x="2863850" y="3454400"/>
          <p14:tracePt t="91341" x="2889250" y="3460750"/>
          <p14:tracePt t="91354" x="2952750" y="3473450"/>
          <p14:tracePt t="91371" x="2978150" y="3479800"/>
          <p14:tracePt t="91389" x="3035300" y="3486150"/>
          <p14:tracePt t="91405" x="3073400" y="3492500"/>
          <p14:tracePt t="91422" x="3175000" y="3524250"/>
          <p14:tracePt t="91437" x="3206750" y="3524250"/>
          <p14:tracePt t="91454" x="3244850" y="3530600"/>
          <p14:tracePt t="91472" x="3302000" y="3549650"/>
          <p14:tracePt t="91488" x="3371850" y="3556000"/>
          <p14:tracePt t="91504" x="3390900" y="3556000"/>
          <p14:tracePt t="91521" x="3448050" y="3562350"/>
          <p14:tracePt t="91537" x="3492500" y="3568700"/>
          <p14:tracePt t="91554" x="3511550" y="3568700"/>
          <p14:tracePt t="91571" x="3543300" y="3575050"/>
          <p14:tracePt t="91587" x="3575050" y="3575050"/>
          <p14:tracePt t="91605" x="3613150" y="3581400"/>
          <p14:tracePt t="91621" x="3619500" y="3581400"/>
          <p14:tracePt t="91638" x="3644900" y="3581400"/>
          <p14:tracePt t="91654" x="3683000" y="3581400"/>
          <p14:tracePt t="91670" x="3689350" y="3581400"/>
          <p14:tracePt t="91687" x="3714750" y="3575050"/>
          <p14:tracePt t="91704" x="3784600" y="3568700"/>
          <p14:tracePt t="91720" x="3803650" y="3562350"/>
          <p14:tracePt t="91738" x="3854450" y="3556000"/>
          <p14:tracePt t="91754" x="3873500" y="3549650"/>
          <p14:tracePt t="91770" x="3911600" y="3536950"/>
          <p14:tracePt t="91787" x="3930650" y="3536950"/>
          <p14:tracePt t="91803" x="3937000" y="3536950"/>
          <p14:tracePt t="91820" x="3956050" y="3530600"/>
          <p14:tracePt t="91837" x="3962400" y="3530600"/>
          <p14:tracePt t="91854" x="3968750" y="3530600"/>
          <p14:tracePt t="91935" x="3968750" y="3524250"/>
          <p14:tracePt t="92068" x="3962400" y="3517900"/>
          <p14:tracePt t="92117" x="3956050" y="3517900"/>
          <p14:tracePt t="92166" x="3949700" y="3511550"/>
          <p14:tracePt t="92264" x="3943350" y="3511550"/>
          <p14:tracePt t="92321" x="3937000" y="3511550"/>
          <p14:tracePt t="92698" x="3987800" y="3511550"/>
          <p14:tracePt t="92705" x="4076700" y="3511550"/>
          <p14:tracePt t="92720" x="4178300" y="3524250"/>
          <p14:tracePt t="92733" x="4286250" y="3549650"/>
          <p14:tracePt t="92750" x="4476750" y="3575050"/>
          <p14:tracePt t="92767" x="4565650" y="3587750"/>
          <p14:tracePt t="92783" x="4749800" y="3606800"/>
          <p14:tracePt t="92800" x="4889500" y="3606800"/>
          <p14:tracePt t="92817" x="4991100" y="3619500"/>
          <p14:tracePt t="92833" x="5022850" y="3619500"/>
          <p14:tracePt t="92849" x="5080000" y="3625850"/>
          <p14:tracePt t="92867" x="5137150" y="3625850"/>
          <p14:tracePt t="92883" x="5162550" y="3625850"/>
          <p14:tracePt t="92899" x="5187950" y="3625850"/>
          <p14:tracePt t="92916" x="5264150" y="3600450"/>
          <p14:tracePt t="92932" x="5295900" y="3594100"/>
          <p14:tracePt t="92950" x="5327650" y="3581400"/>
          <p14:tracePt t="92966" x="5378450" y="3543300"/>
          <p14:tracePt t="92982" x="5422900" y="3517900"/>
          <p14:tracePt t="93000" x="5448300" y="3498850"/>
          <p14:tracePt t="93016" x="5461000" y="3486150"/>
          <p14:tracePt t="93032" x="5480050" y="3467100"/>
          <p14:tracePt t="93049" x="5505450" y="3448050"/>
          <p14:tracePt t="93065" x="5518150" y="3435350"/>
          <p14:tracePt t="93082" x="5530850" y="3397250"/>
          <p14:tracePt t="93099" x="5549900" y="3371850"/>
          <p14:tracePt t="93115" x="5556250" y="3359150"/>
          <p14:tracePt t="93132" x="5581650" y="3321050"/>
          <p14:tracePt t="93149" x="5607050" y="3270250"/>
          <p14:tracePt t="93165" x="5626100" y="3238500"/>
          <p14:tracePt t="93183" x="5645150" y="3187700"/>
          <p14:tracePt t="93198" x="5664200" y="3136900"/>
          <p14:tracePt t="93215" x="5676900" y="3111500"/>
          <p14:tracePt t="93232" x="5695950" y="3079750"/>
          <p14:tracePt t="93248" x="5708650" y="3060700"/>
          <p14:tracePt t="93265" x="5727700" y="3028950"/>
          <p14:tracePt t="93282" x="5759450" y="3003550"/>
          <p14:tracePt t="93298" x="5765800" y="2990850"/>
          <p14:tracePt t="93316" x="5784850" y="2971800"/>
          <p14:tracePt t="93331" x="5797550" y="2959100"/>
          <p14:tracePt t="93348" x="5803900" y="2959100"/>
          <p14:tracePt t="93351" x="5810250" y="2952750"/>
          <p14:tracePt t="93365" x="5816600" y="2952750"/>
          <p14:tracePt t="93381" x="5822950" y="2946400"/>
          <p14:tracePt t="93407" x="5829300" y="2940050"/>
          <p14:tracePt t="93603" x="5835650" y="2946400"/>
          <p14:tracePt t="93744" x="5835650" y="2952750"/>
          <p14:tracePt t="93779" x="5829300" y="2959100"/>
          <p14:tracePt t="93793" x="5822950" y="2959100"/>
          <p14:tracePt t="93800" x="5822950" y="2965450"/>
          <p14:tracePt t="93816" x="5822950" y="2971800"/>
          <p14:tracePt t="93829" x="5816600" y="2984500"/>
          <p14:tracePt t="93846" x="5816600" y="2990850"/>
          <p14:tracePt t="93850" x="5816600" y="3003550"/>
          <p14:tracePt t="93866" x="5816600" y="3035300"/>
          <p14:tracePt t="93879" x="5810250" y="3073400"/>
          <p14:tracePt t="93896" x="5810250" y="3162300"/>
          <p14:tracePt t="93913" x="5791200" y="3282950"/>
          <p14:tracePt t="93929" x="5778500" y="3340100"/>
          <p14:tracePt t="93946" x="5778500" y="3441700"/>
          <p14:tracePt t="93962" x="5765800" y="3524250"/>
          <p14:tracePt t="93979" x="5759450" y="3556000"/>
          <p14:tracePt t="93996" x="5753100" y="3587750"/>
          <p14:tracePt t="94012" x="5746750" y="3606800"/>
          <p14:tracePt t="94045" x="5746750" y="3613150"/>
          <p14:tracePt t="94263" x="5753100" y="3613150"/>
          <p14:tracePt t="94291" x="5759450" y="3613150"/>
          <p14:tracePt t="94305" x="5765800" y="3613150"/>
          <p14:tracePt t="94314" x="5772150" y="3613150"/>
          <p14:tracePt t="94328" x="5778500" y="3613150"/>
          <p14:tracePt t="94345" x="5810250" y="3606800"/>
          <p14:tracePt t="94361" x="5861050" y="3600450"/>
          <p14:tracePt t="94378" x="5899150" y="3600450"/>
          <p14:tracePt t="94394" x="5988050" y="3594100"/>
          <p14:tracePt t="94412" x="6083300" y="3575050"/>
          <p14:tracePt t="94428" x="6134100" y="3575050"/>
          <p14:tracePt t="94445" x="6254750" y="3575050"/>
          <p14:tracePt t="94460" x="6305550" y="3575050"/>
          <p14:tracePt t="94477" x="6407150" y="3568700"/>
          <p14:tracePt t="94495" x="6515100" y="3562350"/>
          <p14:tracePt t="94511" x="6578600" y="3562350"/>
          <p14:tracePt t="94527" x="6667500" y="3562350"/>
          <p14:tracePt t="94544" x="6762750" y="3549650"/>
          <p14:tracePt t="94560" x="6800850" y="3556000"/>
          <p14:tracePt t="94577" x="6845300" y="3556000"/>
          <p14:tracePt t="94594" x="6902450" y="3549650"/>
          <p14:tracePt t="94611" x="6927850" y="3543300"/>
          <p14:tracePt t="94628" x="6985000" y="3536950"/>
          <p14:tracePt t="94643" x="7016750" y="3524250"/>
          <p14:tracePt t="94660" x="7048500" y="3517900"/>
          <p14:tracePt t="94677" x="7105650" y="3505200"/>
          <p14:tracePt t="94693" x="7137400" y="3498850"/>
          <p14:tracePt t="94710" x="7181850" y="3492500"/>
          <p14:tracePt t="94727" x="7226300" y="3486150"/>
          <p14:tracePt t="94742" x="7239000" y="3486150"/>
          <p14:tracePt t="94760" x="7270750" y="3486150"/>
          <p14:tracePt t="94776" x="7289800" y="3486150"/>
          <p14:tracePt t="94793" x="7296150" y="3486150"/>
          <p14:tracePt t="94811" x="7302500" y="3486150"/>
          <p14:tracePt t="94826" x="7302500" y="3479800"/>
          <p14:tracePt t="95614" x="7251700" y="3479800"/>
          <p14:tracePt t="95628" x="7194550" y="3498850"/>
          <p14:tracePt t="95635" x="7118350" y="3511550"/>
          <p14:tracePt t="95643" x="7023100" y="3543300"/>
          <p14:tracePt t="95657" x="6921500" y="3581400"/>
          <p14:tracePt t="95674" x="6826250" y="3625850"/>
          <p14:tracePt t="95690" x="6591300" y="3695700"/>
          <p14:tracePt t="95706" x="6362700" y="3784600"/>
          <p14:tracePt t="95723" x="6242050" y="3829050"/>
          <p14:tracePt t="95740" x="6045200" y="3898900"/>
          <p14:tracePt t="95756" x="5873750" y="3949700"/>
          <p14:tracePt t="95773" x="5803900" y="3987800"/>
          <p14:tracePt t="95790" x="5683250" y="4025900"/>
          <p14:tracePt t="95806" x="5543550" y="4095750"/>
          <p14:tracePt t="95823" x="5480050" y="4121150"/>
          <p14:tracePt t="95840" x="5327650" y="4203700"/>
          <p14:tracePt t="95856" x="5207000" y="4260850"/>
          <p14:tracePt t="95875" x="5124450" y="4324350"/>
          <p14:tracePt t="95889" x="5092700" y="4337050"/>
          <p14:tracePt t="95906" x="5048250" y="4381500"/>
          <p14:tracePt t="95923" x="5029200" y="4394200"/>
          <p14:tracePt t="95939" x="5022850" y="4400550"/>
          <p14:tracePt t="95956" x="5022850" y="4419600"/>
          <p14:tracePt t="95972" x="5010150" y="4387850"/>
          <p14:tracePt t="96549" x="5041900" y="4356100"/>
          <p14:tracePt t="96556" x="5086350" y="4318000"/>
          <p14:tracePt t="96572" x="5156200" y="4267200"/>
          <p14:tracePt t="96587" x="5327650" y="4133850"/>
          <p14:tracePt t="96603" x="5422900" y="4064000"/>
          <p14:tracePt t="96620" x="5594350" y="3949700"/>
          <p14:tracePt t="96637" x="5676900" y="3886200"/>
          <p14:tracePt t="96654" x="5886450" y="3778250"/>
          <p14:tracePt t="96670" x="5930900" y="3759200"/>
          <p14:tracePt t="96686" x="5969000" y="3752850"/>
          <p14:tracePt t="96704" x="6032500" y="3727450"/>
          <p14:tracePt t="96720" x="6070600" y="3714750"/>
          <p14:tracePt t="96736" x="6089650" y="3714750"/>
          <p14:tracePt t="96753" x="6115050" y="3708400"/>
          <p14:tracePt t="96769" x="6146800" y="3695700"/>
          <p14:tracePt t="96786" x="6153150" y="3695700"/>
          <p14:tracePt t="96803" x="6172200" y="3695700"/>
          <p14:tracePt t="96819" x="6197600" y="3695700"/>
          <p14:tracePt t="96837" x="6223000" y="3695700"/>
          <p14:tracePt t="96852" x="6242050" y="3695700"/>
          <p14:tracePt t="96869" x="6273800" y="3695700"/>
          <p14:tracePt t="96886" x="6305550" y="3689350"/>
          <p14:tracePt t="96902" x="6318250" y="3689350"/>
          <p14:tracePt t="96906" x="6343650" y="3683000"/>
          <p14:tracePt t="96936" x="6413500" y="3663950"/>
          <p14:tracePt t="96952" x="6438900" y="3663950"/>
          <p14:tracePt t="96969" x="6457950" y="3657600"/>
          <p14:tracePt t="96985" x="6508750" y="3651250"/>
          <p14:tracePt t="97002" x="6559550" y="3644900"/>
          <p14:tracePt t="97019" x="6604000" y="3638550"/>
          <p14:tracePt t="97035" x="6623050" y="3638550"/>
          <p14:tracePt t="97052" x="6648450" y="3638550"/>
          <p14:tracePt t="97069" x="6673850" y="3625850"/>
          <p14:tracePt t="97085" x="6680200" y="3625850"/>
          <p14:tracePt t="97102" x="6692900" y="3619500"/>
          <p14:tracePt t="97119" x="6705600" y="3619500"/>
          <p14:tracePt t="97135" x="6711950" y="3619500"/>
          <p14:tracePt t="97152" x="6718300" y="3613150"/>
          <p14:tracePt t="97356" x="6711950" y="3613150"/>
          <p14:tracePt t="97370" x="6705600" y="3613150"/>
          <p14:tracePt t="97377" x="6699250" y="3613150"/>
          <p14:tracePt t="97391" x="6692900" y="3606800"/>
          <p14:tracePt t="97400" x="6686550" y="3606800"/>
          <p14:tracePt t="97417" x="6673850" y="3606800"/>
          <p14:tracePt t="97434" x="6623050" y="3600450"/>
          <p14:tracePt t="97451" x="6540500" y="3587750"/>
          <p14:tracePt t="97469" x="6457950" y="3575050"/>
          <p14:tracePt t="97483" x="6407150" y="3568700"/>
          <p14:tracePt t="97500" x="6318250" y="3568700"/>
          <p14:tracePt t="97517" x="6248400" y="3556000"/>
          <p14:tracePt t="97533" x="6216650" y="3556000"/>
          <p14:tracePt t="97550" x="6197600" y="3543300"/>
          <p14:tracePt t="97567" x="6127750" y="3536950"/>
          <p14:tracePt t="97583" x="6115050" y="3530600"/>
          <p14:tracePt t="97600" x="6102350" y="3524250"/>
          <p14:tracePt t="97616" x="6057900" y="3517900"/>
          <p14:tracePt t="97633" x="6026150" y="3505200"/>
          <p14:tracePt t="97651" x="5975350" y="3505200"/>
          <p14:tracePt t="97666" x="5956300" y="3498850"/>
          <p14:tracePt t="97683" x="5899150" y="3498850"/>
          <p14:tracePt t="97700" x="5810250" y="3492500"/>
          <p14:tracePt t="97717" x="5759450" y="3492500"/>
          <p14:tracePt t="97733" x="5626100" y="3492500"/>
          <p14:tracePt t="97749" x="5448300" y="3505200"/>
          <p14:tracePt t="97766" x="5359400" y="3505200"/>
          <p14:tracePt t="97783" x="5181600" y="3505200"/>
          <p14:tracePt t="97799" x="5016500" y="3524250"/>
          <p14:tracePt t="97816" x="4927600" y="3530600"/>
          <p14:tracePt t="97833" x="4724400" y="3530600"/>
          <p14:tracePt t="97849" x="4508500" y="3543300"/>
          <p14:tracePt t="97866" x="4394200" y="3556000"/>
          <p14:tracePt t="97883" x="4191000" y="3562350"/>
          <p14:tracePt t="97899" x="4083050" y="3575050"/>
          <p14:tracePt t="97902" x="3968750" y="3587750"/>
          <p14:tracePt t="97917" x="3765550" y="3625850"/>
          <p14:tracePt t="97932" x="3676650" y="3638550"/>
          <p14:tracePt t="97949" x="3587750" y="3644900"/>
          <p14:tracePt t="97966" x="3429000" y="3676650"/>
          <p14:tracePt t="97981" x="3282950" y="3695700"/>
          <p14:tracePt t="97999" x="3206750" y="3689350"/>
          <p14:tracePt t="98017" x="3054350" y="3683000"/>
          <p14:tracePt t="98032" x="2959100" y="3676650"/>
          <p14:tracePt t="98048" x="2933700" y="3676650"/>
          <p14:tracePt t="98065" x="2876550" y="3663950"/>
          <p14:tracePt t="98081" x="2832100" y="3657600"/>
          <p14:tracePt t="98099" x="2819400" y="3657600"/>
          <p14:tracePt t="98115" x="2794000" y="3657600"/>
          <p14:tracePt t="98132" x="2774950" y="3657600"/>
          <p14:tracePt t="98164" x="2768600" y="3657600"/>
          <p14:tracePt t="98191" x="2762250" y="3651250"/>
          <p14:tracePt t="98310" x="2768600" y="3644900"/>
          <p14:tracePt t="98332" x="2774950" y="3638550"/>
          <p14:tracePt t="98338" x="2794000" y="3638550"/>
          <p14:tracePt t="98352" x="2813050" y="3632200"/>
          <p14:tracePt t="98364" x="2838450" y="3625850"/>
          <p14:tracePt t="98380" x="2965450" y="3606800"/>
          <p14:tracePt t="98397" x="3079750" y="3575050"/>
          <p14:tracePt t="98414" x="3378200" y="3543300"/>
          <p14:tracePt t="98431" x="3848100" y="3486150"/>
          <p14:tracePt t="98447" x="4083050" y="3467100"/>
          <p14:tracePt t="98465" x="4591050" y="3441700"/>
          <p14:tracePt t="98481" x="4984750" y="3448050"/>
          <p14:tracePt t="98497" x="5149850" y="3460750"/>
          <p14:tracePt t="98514" x="5378450" y="3460750"/>
          <p14:tracePt t="98530" x="5467350" y="3467100"/>
          <p14:tracePt t="98546" x="5588000" y="3486150"/>
          <p14:tracePt t="98563" x="5670550" y="3511550"/>
          <p14:tracePt t="98580" x="5702300" y="3530600"/>
          <p14:tracePt t="98597" x="5746750" y="3543300"/>
          <p14:tracePt t="98613" x="5765800" y="3549650"/>
          <p14:tracePt t="98661" x="5759450" y="3549650"/>
          <p14:tracePt t="98675" x="5746750" y="3549650"/>
          <p14:tracePt t="98683" x="5734050" y="3549650"/>
          <p14:tracePt t="98697" x="5721350" y="3549650"/>
          <p14:tracePt t="98713" x="5683250" y="3536950"/>
          <p14:tracePt t="98730" x="5645150" y="3536950"/>
          <p14:tracePt t="98746" x="5486400" y="3530600"/>
          <p14:tracePt t="98762" x="5207000" y="3511550"/>
          <p14:tracePt t="98780" x="4819650" y="3467100"/>
          <p14:tracePt t="98795" x="4578350" y="3454400"/>
          <p14:tracePt t="98812" x="4362450" y="3441700"/>
          <p14:tracePt t="98830" x="3829050" y="3416300"/>
          <p14:tracePt t="98845" x="3676650" y="3416300"/>
          <p14:tracePt t="98862" x="3536950" y="3409950"/>
          <p14:tracePt t="98879" x="3308350" y="3409950"/>
          <p14:tracePt t="98895" x="3155950" y="3409950"/>
          <p14:tracePt t="98912" x="3098800" y="3422650"/>
          <p14:tracePt t="98929" x="3009900" y="3422650"/>
          <p14:tracePt t="98945" x="2952750" y="3422650"/>
          <p14:tracePt t="98962" x="2914650" y="3429000"/>
          <p14:tracePt t="98978" x="2895600" y="3435350"/>
          <p14:tracePt t="98995" x="2863850" y="3435350"/>
          <p14:tracePt t="99012" x="2838450" y="3441700"/>
          <p14:tracePt t="99028" x="2825750" y="3441700"/>
          <p14:tracePt t="99045" x="2819400" y="3441700"/>
          <p14:tracePt t="99061" x="2813050" y="3441700"/>
          <p14:tracePt t="99109" x="2813050" y="3448050"/>
          <p14:tracePt t="99130" x="2819400" y="3448050"/>
          <p14:tracePt t="99151" x="2832100" y="3448050"/>
          <p14:tracePt t="99508" x="2768600" y="3448050"/>
          <p14:tracePt t="99516" x="2705100" y="3448050"/>
          <p14:tracePt t="99527" x="2628900" y="3448050"/>
          <p14:tracePt t="99544" x="2438400" y="3454400"/>
          <p14:tracePt t="99560" x="2349500" y="3448050"/>
          <p14:tracePt t="99576" x="2159000" y="3454400"/>
          <p14:tracePt t="99593" x="2012950" y="3460750"/>
          <p14:tracePt t="99610" x="1987550" y="3460750"/>
          <p14:tracePt t="99626" x="1930400" y="3467100"/>
          <p14:tracePt t="99643" x="1885950" y="3467100"/>
          <p14:tracePt t="99659" x="1860550" y="3467100"/>
          <p14:tracePt t="99676" x="1835150" y="3467100"/>
          <p14:tracePt t="99693" x="1758950" y="3467100"/>
          <p14:tracePt t="99709" x="1739900" y="3467100"/>
          <p14:tracePt t="99726" x="1701800" y="3467100"/>
          <p14:tracePt t="99742" x="1689100" y="3467100"/>
          <p14:tracePt t="99759" x="1644650" y="3467100"/>
          <p14:tracePt t="99776" x="1631950" y="3467100"/>
          <p14:tracePt t="99792" x="1619250" y="3467100"/>
          <p14:tracePt t="99809" x="1600200" y="3467100"/>
          <p14:tracePt t="99825" x="1581150" y="3467100"/>
          <p14:tracePt t="99842" x="1562100" y="3467100"/>
          <p14:tracePt t="99859" x="1530350" y="3473450"/>
          <p14:tracePt t="99875" x="1504950" y="3473450"/>
          <p14:tracePt t="99893" x="1485900" y="3473450"/>
          <p14:tracePt t="99909" x="1454150" y="3479800"/>
          <p14:tracePt t="99925" x="1403350" y="3492500"/>
          <p14:tracePt t="99942" x="1377950" y="3492500"/>
          <p14:tracePt t="99959" x="1308100" y="3492500"/>
          <p14:tracePt t="99975" x="1257300" y="3498850"/>
          <p14:tracePt t="99992" x="1238250" y="3505200"/>
          <p14:tracePt t="100024" x="1231900" y="3505200"/>
          <p14:tracePt t="100042" x="1225550" y="3505200"/>
          <p14:tracePt t="100105" x="1225550" y="3511550"/>
          <p14:tracePt t="100111" x="1231900" y="3517900"/>
          <p14:tracePt t="102111" x="1244600" y="3530600"/>
          <p14:tracePt t="102118" x="1257300" y="3543300"/>
          <p14:tracePt t="102132" x="1276350" y="3568700"/>
          <p14:tracePt t="102139" x="1301750" y="3587750"/>
          <p14:tracePt t="102151" x="1333500" y="3613150"/>
          <p14:tracePt t="102168" x="1384300" y="3657600"/>
          <p14:tracePt t="102184" x="1409700" y="3683000"/>
          <p14:tracePt t="102201" x="1441450" y="3708400"/>
          <p14:tracePt t="102217" x="1517650" y="3759200"/>
          <p14:tracePt t="102233" x="1536700" y="3771900"/>
          <p14:tracePt t="102251" x="1581150" y="3803650"/>
          <p14:tracePt t="102267" x="1600200" y="3816350"/>
          <p14:tracePt t="102284" x="1644650" y="3841750"/>
          <p14:tracePt t="102301" x="1689100" y="3879850"/>
          <p14:tracePt t="102317" x="1720850" y="3898900"/>
          <p14:tracePt t="102334" x="1765300" y="3924300"/>
          <p14:tracePt t="102350" x="1828800" y="3962400"/>
          <p14:tracePt t="102367" x="1847850" y="3981450"/>
          <p14:tracePt t="102384" x="1898650" y="4006850"/>
          <p14:tracePt t="102400" x="1949450" y="4038600"/>
          <p14:tracePt t="102417" x="1974850" y="4051300"/>
          <p14:tracePt t="102434" x="2006600" y="4064000"/>
          <p14:tracePt t="102450" x="2038350" y="4076700"/>
          <p14:tracePt t="102466" x="2051050" y="4083050"/>
          <p14:tracePt t="102483" x="2063750" y="4095750"/>
          <p14:tracePt t="102500" x="2076450" y="4102100"/>
          <p14:tracePt t="102516" x="2082800" y="4108450"/>
          <p14:tracePt t="102533" x="2095500" y="4114800"/>
          <p14:tracePt t="102553" x="2101850" y="4121150"/>
          <p14:tracePt t="102569" x="2108200" y="4121150"/>
          <p14:tracePt t="102588" x="2114550" y="4133850"/>
          <p14:tracePt t="102599" x="2120900" y="4133850"/>
          <p14:tracePt t="102619" x="2133600" y="4133850"/>
          <p14:tracePt t="103252" x="2127250" y="4133850"/>
          <p14:tracePt t="103259" x="2108200" y="4133850"/>
          <p14:tracePt t="103272" x="2082800" y="4133850"/>
          <p14:tracePt t="103281" x="2063750" y="4133850"/>
          <p14:tracePt t="103296" x="2051050" y="4133850"/>
          <p14:tracePt t="103314" x="2019300" y="4133850"/>
          <p14:tracePt t="103330" x="1987550" y="4133850"/>
          <p14:tracePt t="103347" x="1968500" y="4133850"/>
          <p14:tracePt t="103364" x="1943100" y="4133850"/>
          <p14:tracePt t="103380" x="1924050" y="4133850"/>
          <p14:tracePt t="103396" x="1892300" y="4140200"/>
          <p14:tracePt t="103413" x="1866900" y="4146550"/>
          <p14:tracePt t="103430" x="1854200" y="4146550"/>
          <p14:tracePt t="103446" x="1828800" y="4146550"/>
          <p14:tracePt t="103463" x="1803400" y="4152900"/>
          <p14:tracePt t="103479" x="1790700" y="4152900"/>
          <p14:tracePt t="103497" x="1771650" y="4152900"/>
          <p14:tracePt t="103513" x="1758950" y="4152900"/>
          <p14:tracePt t="103529" x="1752600" y="4152900"/>
          <p14:tracePt t="103533" x="1746250" y="4152900"/>
          <p14:tracePt t="103546" x="1739900" y="4152900"/>
          <p14:tracePt t="103562" x="1733550" y="4152900"/>
          <p14:tracePt t="103579" x="1727200" y="4152900"/>
          <p14:tracePt t="103596" x="1720850" y="4152900"/>
          <p14:tracePt t="103645" x="1714500" y="4152900"/>
          <p14:tracePt t="103672" x="1708150" y="4152900"/>
          <p14:tracePt t="103680" x="1701800" y="4152900"/>
          <p14:tracePt t="103693" x="1695450" y="4152900"/>
          <p14:tracePt t="103700" x="1695450" y="4146550"/>
          <p14:tracePt t="103721" x="1689100" y="4146550"/>
          <p14:tracePt t="103735" x="1682750" y="4146550"/>
          <p14:tracePt t="103745" x="1682750" y="4140200"/>
          <p14:tracePt t="103762" x="1682750" y="4133850"/>
          <p14:tracePt t="103779" x="1682750" y="4127500"/>
          <p14:tracePt t="103795" x="1676400" y="4114800"/>
          <p14:tracePt t="103815" x="1670050" y="4114800"/>
          <p14:tracePt t="103828" x="1663700" y="4108450"/>
          <p14:tracePt t="103844" x="1663700" y="4102100"/>
          <p14:tracePt t="103862" x="1657350" y="4095750"/>
          <p14:tracePt t="103895" x="1651000" y="4089400"/>
          <p14:tracePt t="103912" x="1651000" y="4076700"/>
          <p14:tracePt t="103947" x="1644650" y="4076700"/>
          <p14:tracePt t="103961" x="1644650" y="4070350"/>
          <p14:tracePt t="104002" x="1644650" y="4064000"/>
          <p14:tracePt t="104023" x="1638300" y="4057650"/>
          <p14:tracePt t="104045" x="1631950" y="4057650"/>
          <p14:tracePt t="104051" x="1625600" y="4051300"/>
          <p14:tracePt t="104065" x="1619250" y="4044950"/>
          <p14:tracePt t="104077" x="1619250" y="4038600"/>
          <p14:tracePt t="104094" x="1606550" y="4038600"/>
          <p14:tracePt t="104111" x="1606550" y="4032250"/>
          <p14:tracePt t="104128" x="1587500" y="4019550"/>
          <p14:tracePt t="104144" x="1568450" y="4000500"/>
          <p14:tracePt t="104160" x="1555750" y="3994150"/>
          <p14:tracePt t="104178" x="1536700" y="3981450"/>
          <p14:tracePt t="104195" x="1517650" y="3975100"/>
          <p14:tracePt t="104227" x="1504950" y="3968750"/>
          <p14:tracePt t="104244" x="1498600" y="3962400"/>
          <p14:tracePt t="104277" x="1485900" y="3962400"/>
          <p14:tracePt t="104311" x="1479550" y="3962400"/>
          <p14:tracePt t="104332" x="1479550" y="3956050"/>
          <p14:tracePt t="104347" x="1473200" y="3956050"/>
          <p14:tracePt t="104360" x="1466850" y="3956050"/>
          <p14:tracePt t="104376" x="1460500" y="3956050"/>
          <p14:tracePt t="104396" x="1454150" y="3956050"/>
          <p14:tracePt t="104410" x="1441450" y="3956050"/>
          <p14:tracePt t="104906" x="1428750" y="3956050"/>
          <p14:tracePt t="104913" x="1397000" y="3949700"/>
          <p14:tracePt t="104927" x="1365250" y="3949700"/>
          <p14:tracePt t="104941" x="1346200" y="3943350"/>
          <p14:tracePt t="104958" x="1295400" y="3930650"/>
          <p14:tracePt t="104977" x="1244600" y="3917950"/>
          <p14:tracePt t="104991" x="1225550" y="3917950"/>
          <p14:tracePt t="105007" x="1193800" y="3917950"/>
          <p14:tracePt t="105025" x="1181100" y="3917950"/>
          <p14:tracePt t="105041" x="1149350" y="3911600"/>
          <p14:tracePt t="105058" x="1123950" y="3905250"/>
          <p14:tracePt t="105075" x="1098550" y="3905250"/>
          <p14:tracePt t="105091" x="1085850" y="3905250"/>
          <p14:tracePt t="105107" x="1054100" y="3905250"/>
          <p14:tracePt t="105124" x="1035050" y="3905250"/>
          <p14:tracePt t="105140" x="1016000" y="3905250"/>
          <p14:tracePt t="105158" x="1009650" y="3905250"/>
          <p14:tracePt t="105174" x="952500" y="3905250"/>
          <p14:tracePt t="105191" x="939800" y="3905250"/>
          <p14:tracePt t="105208" x="901700" y="3905250"/>
          <p14:tracePt t="105223" x="882650" y="3905250"/>
          <p14:tracePt t="105240" x="838200" y="3911600"/>
          <p14:tracePt t="105258" x="806450" y="3911600"/>
          <p14:tracePt t="105274" x="787400" y="3911600"/>
          <p14:tracePt t="105290" x="755650" y="3911600"/>
          <p14:tracePt t="105307" x="736600" y="3911600"/>
          <p14:tracePt t="105323" x="730250" y="3911600"/>
          <p14:tracePt t="105340" x="717550" y="3911600"/>
          <p14:tracePt t="105356" x="704850" y="3911600"/>
          <p14:tracePt t="105373" x="698500" y="3911600"/>
          <p14:tracePt t="105390" x="685800" y="3911600"/>
          <p14:tracePt t="105406" x="673100" y="3911600"/>
          <p14:tracePt t="105442" x="666750" y="3911600"/>
          <p14:tracePt t="105456" x="660400" y="3911600"/>
          <p14:tracePt t="105475" x="654050" y="3911600"/>
          <p14:tracePt t="105495" x="647700" y="3911600"/>
          <p14:tracePt t="105509" x="641350" y="3911600"/>
          <p14:tracePt t="105525" x="635000" y="3911600"/>
          <p14:tracePt t="105566" x="622300" y="3905250"/>
          <p14:tracePt t="105586" x="615950" y="3905250"/>
          <p14:tracePt t="105594" x="609600" y="3905250"/>
          <p14:tracePt t="105615" x="603250" y="3905250"/>
          <p14:tracePt t="105628" x="596900" y="3905250"/>
          <p14:tracePt t="105638" x="590550" y="3905250"/>
          <p14:tracePt t="105658" x="584200" y="3905250"/>
          <p14:tracePt t="105672" x="577850" y="3905250"/>
          <p14:tracePt t="105689" x="558800" y="3898900"/>
          <p14:tracePt t="105706" x="533400" y="3892550"/>
          <p14:tracePt t="105722" x="514350" y="3892550"/>
          <p14:tracePt t="105739" x="488950" y="3886200"/>
          <p14:tracePt t="105755" x="463550" y="3879850"/>
          <p14:tracePt t="105772" x="457200" y="3879850"/>
          <p14:tracePt t="105789" x="444500" y="3873500"/>
          <p14:tracePt t="105806" x="431800" y="3873500"/>
          <p14:tracePt t="105839" x="425450" y="3873500"/>
          <p14:tracePt t="105854" x="419100" y="3867150"/>
          <p14:tracePt t="105923" x="412750" y="3867150"/>
          <p14:tracePt t="105972" x="406400" y="3860800"/>
          <p14:tracePt t="106367" x="438150" y="3860800"/>
          <p14:tracePt t="106381" x="488950" y="3860800"/>
          <p14:tracePt t="106389" x="539750" y="3860800"/>
          <p14:tracePt t="106403" x="603250" y="3860800"/>
          <p14:tracePt t="106419" x="717550" y="3860800"/>
          <p14:tracePt t="106436" x="781050" y="3860800"/>
          <p14:tracePt t="106452" x="939800" y="3860800"/>
          <p14:tracePt t="106469" x="1104900" y="3860800"/>
          <p14:tracePt t="106487" x="1244600" y="3860800"/>
          <p14:tracePt t="106502" x="1295400" y="3860800"/>
          <p14:tracePt t="106519" x="1346200" y="3860800"/>
          <p14:tracePt t="106536" x="1454150" y="3860800"/>
          <p14:tracePt t="106552" x="1473200" y="3860800"/>
          <p14:tracePt t="106569" x="1504950" y="3860800"/>
          <p14:tracePt t="106585" x="1549400" y="3860800"/>
          <p14:tracePt t="106602" x="1587500" y="3860800"/>
          <p14:tracePt t="106620" x="1631950" y="3860800"/>
          <p14:tracePt t="106635" x="1651000" y="3854450"/>
          <p14:tracePt t="106652" x="1701800" y="3848100"/>
          <p14:tracePt t="106669" x="1727200" y="3841750"/>
          <p14:tracePt t="106685" x="1771650" y="3835400"/>
          <p14:tracePt t="106701" x="1841500" y="3835400"/>
          <p14:tracePt t="106718" x="1924050" y="3829050"/>
          <p14:tracePt t="106735" x="1987550" y="3822700"/>
          <p14:tracePt t="106751" x="2114550" y="3810000"/>
          <p14:tracePt t="106768" x="2286000" y="3803650"/>
          <p14:tracePt t="106785" x="2374900" y="3803650"/>
          <p14:tracePt t="106803" x="2578100" y="3790950"/>
          <p14:tracePt t="106818" x="2794000" y="3771900"/>
          <p14:tracePt t="106834" x="2895600" y="3771900"/>
          <p14:tracePt t="106852" x="3124200" y="3759200"/>
          <p14:tracePt t="106868" x="3238500" y="3765550"/>
          <p14:tracePt t="106884" x="3454400" y="3765550"/>
          <p14:tracePt t="106901" x="3619500" y="3778250"/>
          <p14:tracePt t="106918" x="3695700" y="3778250"/>
          <p14:tracePt t="106935" x="3835400" y="3778250"/>
          <p14:tracePt t="106951" x="3962400" y="3771900"/>
          <p14:tracePt t="106967" x="4019550" y="3765550"/>
          <p14:tracePt t="106985" x="4089400" y="3765550"/>
          <p14:tracePt t="107001" x="4127500" y="3765550"/>
          <p14:tracePt t="107017" x="4146550" y="3765550"/>
          <p14:tracePt t="107034" x="4165600" y="3771900"/>
          <p14:tracePt t="107050" x="4178300" y="3771900"/>
          <p14:tracePt t="107067" x="4178300" y="3778250"/>
          <p14:tracePt t="107111" x="4178300" y="3784600"/>
          <p14:tracePt t="107131" x="4197350" y="3784600"/>
          <p14:tracePt t="107139" x="4203700" y="3784600"/>
          <p14:tracePt t="107150" x="4203700" y="3790950"/>
          <p14:tracePt t="107592" x="4273550" y="3790950"/>
          <p14:tracePt t="107600" x="4362450" y="3803650"/>
          <p14:tracePt t="107613" x="4470400" y="3816350"/>
          <p14:tracePt t="107620" x="4565650" y="3816350"/>
          <p14:tracePt t="107635" x="4667250" y="3816350"/>
          <p14:tracePt t="107649" x="4883150" y="3816350"/>
          <p14:tracePt t="107665" x="4972050" y="3816350"/>
          <p14:tracePt t="107682" x="5060950" y="3816350"/>
          <p14:tracePt t="107698" x="5207000" y="3822700"/>
          <p14:tracePt t="107715" x="5334000" y="3822700"/>
          <p14:tracePt t="107733" x="5429250" y="3803650"/>
          <p14:tracePt t="107748" x="5480050" y="3803650"/>
          <p14:tracePt t="107765" x="5556250" y="3803650"/>
          <p14:tracePt t="107782" x="5613400" y="3803650"/>
          <p14:tracePt t="107798" x="5638800" y="3803650"/>
          <p14:tracePt t="107815" x="5676900" y="3803650"/>
          <p14:tracePt t="107832" x="5702300" y="3797300"/>
          <p14:tracePt t="107848" x="5708650" y="3797300"/>
          <p14:tracePt t="107865" x="5721350" y="3790950"/>
          <p14:tracePt t="107881" x="5727700" y="3790950"/>
          <p14:tracePt t="107898" x="5734050" y="3790950"/>
          <p14:tracePt t="107915" x="5746750" y="3790950"/>
          <p14:tracePt t="107932" x="5759450" y="3784600"/>
          <p14:tracePt t="107947" x="5765800" y="3784600"/>
          <p14:tracePt t="107964" x="5784850" y="3778250"/>
          <p14:tracePt t="107980" x="5791200" y="3778250"/>
          <p14:tracePt t="107997" x="5816600" y="3771900"/>
          <p14:tracePt t="108014" x="5829300" y="3765550"/>
          <p14:tracePt t="108031" x="5842000" y="3765550"/>
          <p14:tracePt t="108048" x="5861050" y="3765550"/>
          <p14:tracePt t="108063" x="5886450" y="3759200"/>
          <p14:tracePt t="108080" x="5899150" y="3752850"/>
          <p14:tracePt t="108097" x="5918200" y="3752850"/>
          <p14:tracePt t="108113" x="5924550" y="3752850"/>
          <p14:tracePt t="108130" x="5930900" y="3746500"/>
          <p14:tracePt t="108147" x="5937250" y="3746500"/>
          <p14:tracePt t="108174" x="5943600" y="3746500"/>
          <p14:tracePt t="108230" x="5949950" y="3746500"/>
          <p14:tracePt t="108251" x="5956300" y="3746500"/>
          <p14:tracePt t="108265" x="5962650" y="3746500"/>
          <p14:tracePt t="108272" x="5969000" y="3746500"/>
          <p14:tracePt t="108294" x="5975350" y="3746500"/>
          <p14:tracePt t="108300" x="5988050" y="3746500"/>
          <p14:tracePt t="108316" x="5994400" y="3746500"/>
          <p14:tracePt t="108330" x="6007100" y="3746500"/>
          <p14:tracePt t="108346" x="6051550" y="3752850"/>
          <p14:tracePt t="108363" x="6121400" y="3765550"/>
          <p14:tracePt t="108379" x="6159500" y="3765550"/>
          <p14:tracePt t="108396" x="6261100" y="3771900"/>
          <p14:tracePt t="108413" x="6369050" y="3771900"/>
          <p14:tracePt t="108429" x="6419850" y="3771900"/>
          <p14:tracePt t="108446" x="6515100" y="3778250"/>
          <p14:tracePt t="108463" x="6578600" y="3778250"/>
          <p14:tracePt t="108479" x="6610350" y="3778250"/>
          <p14:tracePt t="108496" x="6661150" y="3778250"/>
          <p14:tracePt t="108512" x="6686550" y="3784600"/>
          <p14:tracePt t="108529" x="6699250" y="3784600"/>
          <p14:tracePt t="108546" x="6699250" y="3790950"/>
          <p14:tracePt t="108574" x="6699250" y="3784600"/>
          <p14:tracePt t="108596" x="6692900" y="3784600"/>
          <p14:tracePt t="108602" x="6680200" y="3784600"/>
          <p14:tracePt t="108616" x="6667500" y="3784600"/>
          <p14:tracePt t="108628" x="6642100" y="3784600"/>
          <p14:tracePt t="108645" x="6502400" y="3784600"/>
          <p14:tracePt t="108662" x="6375400" y="3784600"/>
          <p14:tracePt t="108680" x="6013450" y="3784600"/>
          <p14:tracePt t="108696" x="5461000" y="3816350"/>
          <p14:tracePt t="108711" x="5168900" y="3829050"/>
          <p14:tracePt t="108729" x="4660900" y="3860800"/>
          <p14:tracePt t="108745" x="4178300" y="3905250"/>
          <p14:tracePt t="108761" x="3981450" y="3930650"/>
          <p14:tracePt t="108778" x="3625850" y="3968750"/>
          <p14:tracePt t="108795" x="3365500" y="4006850"/>
          <p14:tracePt t="108811" x="3276600" y="4019550"/>
          <p14:tracePt t="108828" x="3098800" y="4051300"/>
          <p14:tracePt t="108844" x="2978150" y="4057650"/>
          <p14:tracePt t="108862" x="2889250" y="4070350"/>
          <p14:tracePt t="108878" x="2857500" y="4076700"/>
          <p14:tracePt t="108894" x="2825750" y="4083050"/>
          <p14:tracePt t="108912" x="2774950" y="4089400"/>
          <p14:tracePt t="108927" x="2755900" y="4089400"/>
          <p14:tracePt t="108944" x="2736850" y="4089400"/>
          <p14:tracePt t="108960" x="2698750" y="4089400"/>
          <p14:tracePt t="108977" x="2667000" y="4089400"/>
          <p14:tracePt t="108995" x="2647950" y="4089400"/>
          <p14:tracePt t="109010" x="2597150" y="4089400"/>
          <p14:tracePt t="109027" x="2552700" y="4089400"/>
          <p14:tracePt t="109044" x="2495550" y="4083050"/>
          <p14:tracePt t="109060" x="2470150" y="4083050"/>
          <p14:tracePt t="109077" x="2413000" y="4083050"/>
          <p14:tracePt t="109094" x="2381250" y="4076700"/>
          <p14:tracePt t="109110" x="2368550" y="4076700"/>
          <p14:tracePt t="109113" x="2355850" y="4076700"/>
          <p14:tracePt t="109127" x="2343150" y="4076700"/>
          <p14:tracePt t="109143" x="2336800" y="4070350"/>
          <p14:tracePt t="109160" x="2330450" y="4070350"/>
          <p14:tracePt t="109192" x="2324100" y="4064000"/>
          <p14:tracePt t="109669" x="2317750" y="4064000"/>
          <p14:tracePt t="109676" x="2311400" y="4064000"/>
          <p14:tracePt t="109682" x="2305050" y="4064000"/>
          <p14:tracePt t="109697" x="2292350" y="4070350"/>
          <p14:tracePt t="109718" x="2286000" y="4070350"/>
          <p14:tracePt t="109727" x="2273300" y="4076700"/>
          <p14:tracePt t="109741" x="2260600" y="4076700"/>
          <p14:tracePt t="109758" x="2228850" y="4083050"/>
          <p14:tracePt t="109774" x="2171700" y="4083050"/>
          <p14:tracePt t="109791" x="2146300" y="4089400"/>
          <p14:tracePt t="109808" x="2120900" y="4089400"/>
          <p14:tracePt t="109824" x="2044700" y="4095750"/>
          <p14:tracePt t="109841" x="2032000" y="4095750"/>
          <p14:tracePt t="109858" x="2000250" y="4095750"/>
          <p14:tracePt t="109874" x="1981200" y="4095750"/>
          <p14:tracePt t="109890" x="1968500" y="4095750"/>
          <p14:tracePt t="109908" x="1955800" y="4089400"/>
          <p14:tracePt t="109941" x="1936750" y="4083050"/>
          <p14:tracePt t="109957" x="1917700" y="4076700"/>
          <p14:tracePt t="109974" x="1911350" y="4070350"/>
          <p14:tracePt t="109991" x="1873250" y="4057650"/>
          <p14:tracePt t="110007" x="1816100" y="4051300"/>
          <p14:tracePt t="110024" x="1758950" y="4038600"/>
          <p14:tracePt t="110041" x="1657350" y="4019550"/>
          <p14:tracePt t="110057" x="1536700" y="4000500"/>
          <p14:tracePt t="110073" x="1479550" y="3987800"/>
          <p14:tracePt t="110090" x="1397000" y="3962400"/>
          <p14:tracePt t="110107" x="1397000" y="3949700"/>
          <p14:tracePt t="110438" x="1314450" y="3930650"/>
          <p14:tracePt t="110444" x="1200150" y="3911600"/>
          <p14:tracePt t="110459" x="1085850" y="3879850"/>
          <p14:tracePt t="110472" x="984250" y="3867150"/>
          <p14:tracePt t="110488" x="812800" y="3841750"/>
          <p14:tracePt t="110505" x="749300" y="3822700"/>
          <p14:tracePt t="110522" x="628650" y="3803650"/>
          <p14:tracePt t="110538" x="552450" y="3803650"/>
          <p14:tracePt t="110555" x="520700" y="3803650"/>
          <p14:tracePt t="110572" x="488950" y="3803650"/>
          <p14:tracePt t="110588" x="463550" y="3803650"/>
          <p14:tracePt t="110605" x="457200" y="3803650"/>
          <p14:tracePt t="110711" x="457200" y="3810000"/>
          <p14:tracePt t="110746" x="457200" y="3816350"/>
          <p14:tracePt t="110760" x="457200" y="3822700"/>
          <p14:tracePt t="110767" x="450850" y="3829050"/>
          <p14:tracePt t="110789" x="450850" y="3835400"/>
          <p14:tracePt t="110816" x="450850" y="3841750"/>
          <p14:tracePt t="110971" x="463550" y="3841750"/>
          <p14:tracePt t="110977" x="469900" y="3841750"/>
          <p14:tracePt t="110991" x="476250" y="3841750"/>
          <p14:tracePt t="111004" x="495300" y="3835400"/>
          <p14:tracePt t="111020" x="546100" y="3822700"/>
          <p14:tracePt t="111037" x="596900" y="3810000"/>
          <p14:tracePt t="111054" x="704850" y="3790950"/>
          <p14:tracePt t="111070" x="812800" y="3765550"/>
          <p14:tracePt t="111087" x="863600" y="3759200"/>
          <p14:tracePt t="111104" x="958850" y="3746500"/>
          <p14:tracePt t="111120" x="1016000" y="3740150"/>
          <p14:tracePt t="111137" x="1035050" y="3733800"/>
          <p14:tracePt t="111141" x="1047750" y="3733800"/>
          <p14:tracePt t="111160" x="1054100" y="3733800"/>
          <p14:tracePt t="111202" x="1041400" y="3733800"/>
          <p14:tracePt t="111216" x="1028700" y="3733800"/>
          <p14:tracePt t="111230" x="1016000" y="3733800"/>
          <p14:tracePt t="111239" x="996950" y="3733800"/>
          <p14:tracePt t="111252" x="965200" y="3733800"/>
          <p14:tracePt t="111269" x="927100" y="3733800"/>
          <p14:tracePt t="111286" x="730250" y="3746500"/>
          <p14:tracePt t="111302" x="679450" y="3746500"/>
          <p14:tracePt t="111319" x="603250" y="3752850"/>
          <p14:tracePt t="111336" x="495300" y="3765550"/>
          <p14:tracePt t="111352" x="438150" y="3771900"/>
          <p14:tracePt t="111369" x="425450" y="3771900"/>
          <p14:tracePt t="111385" x="412750" y="3771900"/>
          <p14:tracePt t="111440" x="425450" y="3771900"/>
          <p14:tracePt t="111448" x="438150" y="3771900"/>
          <p14:tracePt t="111462" x="469900" y="3771900"/>
          <p14:tracePt t="111472" x="508000" y="3771900"/>
          <p14:tracePt t="111485" x="571500" y="3759200"/>
          <p14:tracePt t="111502" x="730250" y="3740150"/>
          <p14:tracePt t="111518" x="869950" y="3721100"/>
          <p14:tracePt t="111535" x="920750" y="3714750"/>
          <p14:tracePt t="111553" x="984250" y="3695700"/>
          <p14:tracePt t="111568" x="1009650" y="3689350"/>
          <p14:tracePt t="111604" x="1009650" y="3683000"/>
          <p14:tracePt t="111623" x="1003300" y="3683000"/>
          <p14:tracePt t="111634" x="990600" y="3683000"/>
          <p14:tracePt t="111652" x="952500" y="3683000"/>
          <p14:tracePt t="111668" x="920750" y="3683000"/>
          <p14:tracePt t="111685" x="844550" y="3683000"/>
          <p14:tracePt t="111701" x="723900" y="3708400"/>
          <p14:tracePt t="111718" x="685800" y="3721100"/>
          <p14:tracePt t="111735" x="603250" y="3727450"/>
          <p14:tracePt t="111751" x="558800" y="3733800"/>
          <p14:tracePt t="111768" x="546100" y="3740150"/>
          <p14:tracePt t="111785" x="533400" y="3746500"/>
          <p14:tracePt t="111821" x="539750" y="3746500"/>
          <p14:tracePt t="111836" x="552450" y="3746500"/>
          <p14:tracePt t="111851" x="590550" y="3746500"/>
          <p14:tracePt t="111868" x="641350" y="3740150"/>
          <p14:tracePt t="111884" x="749300" y="3721100"/>
          <p14:tracePt t="111900" x="806450" y="3708400"/>
          <p14:tracePt t="111918" x="914400" y="3689350"/>
          <p14:tracePt t="111934" x="927100" y="3683000"/>
          <p14:tracePt t="111950" x="939800" y="3683000"/>
          <p14:tracePt t="111967" x="946150" y="3670300"/>
          <p14:tracePt t="112000" x="939800" y="3670300"/>
          <p14:tracePt t="112017" x="927100" y="3670300"/>
          <p14:tracePt t="112033" x="889000" y="3676650"/>
          <p14:tracePt t="112051" x="850900" y="3683000"/>
          <p14:tracePt t="112067" x="812800" y="3683000"/>
          <p14:tracePt t="112084" x="736600" y="3708400"/>
          <p14:tracePt t="112100" x="660400" y="3714750"/>
          <p14:tracePt t="112116" x="628650" y="3721100"/>
          <p14:tracePt t="112133" x="590550" y="3727450"/>
          <p14:tracePt t="112150" x="565150" y="3733800"/>
          <p14:tracePt t="112166" x="565150" y="3740150"/>
          <p14:tracePt t="112183" x="558800" y="3740150"/>
          <p14:tracePt t="112215" x="565150" y="3740150"/>
          <p14:tracePt t="112233" x="571500" y="3733800"/>
          <p14:tracePt t="112249" x="584200" y="3733800"/>
          <p14:tracePt t="112266" x="615950" y="3727450"/>
          <p14:tracePt t="112283" x="654050" y="3721100"/>
          <p14:tracePt t="112299" x="673100" y="3714750"/>
          <p14:tracePt t="112316" x="704850" y="3708400"/>
          <p14:tracePt t="112332" x="730250" y="3702050"/>
          <p14:tracePt t="112349" x="736600" y="3702050"/>
          <p14:tracePt t="112365" x="749300" y="3702050"/>
          <p14:tracePt t="112471" x="742950" y="3702050"/>
          <p14:tracePt t="112493" x="736600" y="3702050"/>
          <p14:tracePt t="112500" x="736600" y="3708400"/>
          <p14:tracePt t="112521" x="730250" y="3708400"/>
          <p14:tracePt t="112933" x="711200" y="3721100"/>
          <p14:tracePt t="112939" x="679450" y="3733800"/>
          <p14:tracePt t="112954" x="660400" y="3740150"/>
          <p14:tracePt t="112963" x="641350" y="3759200"/>
          <p14:tracePt t="112979" x="615950" y="3765550"/>
          <p14:tracePt t="112997" x="596900" y="3778250"/>
          <p14:tracePt t="113013" x="590550" y="3778250"/>
          <p14:tracePt t="113052" x="590550" y="3771900"/>
          <p14:tracePt t="113066" x="596900" y="3771900"/>
          <p14:tracePt t="113080" x="628650" y="3752850"/>
          <p14:tracePt t="113096" x="647700" y="3733800"/>
          <p14:tracePt t="113113" x="666750" y="3714750"/>
          <p14:tracePt t="113130" x="736600" y="3663950"/>
          <p14:tracePt t="113146" x="844550" y="3568700"/>
          <p14:tracePt t="113163" x="889000" y="3511550"/>
          <p14:tracePt t="113179" x="965200" y="3384550"/>
          <p14:tracePt t="113196" x="1028700" y="3225800"/>
          <p14:tracePt t="113213" x="1066800" y="3054350"/>
          <p14:tracePt t="113229" x="1079500" y="2952750"/>
          <p14:tracePt t="113245" x="1085850" y="2838450"/>
          <p14:tracePt t="113263" x="1085850" y="2546350"/>
          <p14:tracePt t="113279" x="1085850" y="2247900"/>
          <p14:tracePt t="113296" x="1085850" y="2108200"/>
          <p14:tracePt t="113312" x="1073150" y="1765300"/>
          <p14:tracePt t="113329" x="1073150" y="1689100"/>
          <p14:tracePt t="113345" x="1073150" y="1612900"/>
          <p14:tracePt t="113362" x="1085850" y="1428750"/>
          <p14:tracePt t="113378" x="1085850" y="1390650"/>
          <p14:tracePt t="113396" x="1085850" y="1333500"/>
          <p14:tracePt t="113412" x="1085850" y="1320800"/>
          <p14:tracePt t="113429" x="1085850" y="1295400"/>
          <p14:tracePt t="113445" x="1085850" y="1270000"/>
          <p14:tracePt t="113462" x="1085850" y="1257300"/>
          <p14:tracePt t="113478" x="1085850" y="1238250"/>
          <p14:tracePt t="113495" x="1085850" y="1219200"/>
          <p14:tracePt t="113529" x="1079500" y="1206500"/>
          <p14:tracePt t="113544" x="1079500" y="1200150"/>
          <p14:tracePt t="113561" x="1073150" y="1206500"/>
          <p14:tracePt t="113578" x="1073150" y="1225550"/>
          <p14:tracePt t="113594" x="1054100" y="1257300"/>
          <p14:tracePt t="113611" x="1047750" y="1295400"/>
          <p14:tracePt t="113628" x="996950" y="1492250"/>
          <p14:tracePt t="113644" x="971550" y="1631950"/>
          <p14:tracePt t="113661" x="933450" y="1809750"/>
          <p14:tracePt t="113678" x="812800" y="2679700"/>
          <p14:tracePt t="113694" x="762000" y="3028950"/>
          <p14:tracePt t="113711" x="641350" y="3752850"/>
          <p14:tracePt t="113727" x="622300" y="3879850"/>
          <p14:tracePt t="113744" x="609600" y="3994150"/>
          <p14:tracePt t="113761" x="590550" y="4127500"/>
          <p14:tracePt t="113777" x="590550" y="4165600"/>
          <p14:tracePt t="113794" x="590550" y="4178300"/>
          <p14:tracePt t="113827" x="609600" y="4165600"/>
          <p14:tracePt t="113844" x="615950" y="4152900"/>
          <p14:tracePt t="113860" x="660400" y="4064000"/>
          <p14:tracePt t="113877" x="717550" y="3905250"/>
          <p14:tracePt t="113894" x="742950" y="3778250"/>
          <p14:tracePt t="113910" x="793750" y="3397250"/>
          <p14:tracePt t="113927" x="838200" y="3143250"/>
          <p14:tracePt t="113943" x="882650" y="2559050"/>
          <p14:tracePt t="113960" x="895350" y="2165350"/>
          <p14:tracePt t="113976" x="895350" y="2006600"/>
          <p14:tracePt t="113993" x="869950" y="1676400"/>
          <p14:tracePt t="114010" x="869950" y="1600200"/>
          <p14:tracePt t="114027" x="863600" y="1504950"/>
          <p14:tracePt t="114043" x="863600" y="1466850"/>
          <p14:tracePt t="114060" x="863600" y="1428750"/>
          <p14:tracePt t="114077" x="863600" y="1397000"/>
          <p14:tracePt t="114093" x="863600" y="1390650"/>
          <p14:tracePt t="114189" x="857250" y="1390650"/>
          <p14:tracePt t="114203" x="857250" y="1403350"/>
          <p14:tracePt t="114217" x="857250" y="1416050"/>
          <p14:tracePt t="114225" x="857250" y="1428750"/>
          <p14:tracePt t="114243" x="857250" y="1447800"/>
          <p14:tracePt t="114259" x="844550" y="1530350"/>
          <p14:tracePt t="114275" x="831850" y="1593850"/>
          <p14:tracePt t="114292" x="812800" y="1809750"/>
          <p14:tracePt t="114309" x="812800" y="2101850"/>
          <p14:tracePt t="114325" x="800100" y="2317750"/>
          <p14:tracePt t="114343" x="800100" y="2787650"/>
          <p14:tracePt t="114359" x="806450" y="3282950"/>
          <p14:tracePt t="114375" x="819150" y="3448050"/>
          <p14:tracePt t="114392" x="850900" y="3670300"/>
          <p14:tracePt t="114408" x="850900" y="3797300"/>
          <p14:tracePt t="114425" x="857250" y="3822700"/>
          <p14:tracePt t="114442" x="863600" y="3860800"/>
          <p14:tracePt t="114475" x="869950" y="3860800"/>
          <p14:tracePt t="114491" x="876300" y="3860800"/>
          <p14:tracePt t="114508" x="889000" y="3860800"/>
          <p14:tracePt t="114525" x="889000" y="3854450"/>
          <p14:tracePt t="114558" x="895350" y="3848100"/>
          <p14:tracePt t="114575" x="901700" y="3841750"/>
          <p14:tracePt t="114608" x="901700" y="3835400"/>
          <p14:tracePt t="114645" x="901700" y="3829050"/>
          <p14:tracePt t="114687" x="901700" y="3822700"/>
          <p14:tracePt t="114715" x="901700" y="3816350"/>
          <p14:tracePt t="114757" x="901700" y="3810000"/>
          <p14:tracePt t="114785" x="901700" y="3803650"/>
          <p14:tracePt t="114806" x="901700" y="3797300"/>
          <p14:tracePt t="114826" x="901700" y="3790950"/>
          <p14:tracePt t="114834" x="901700" y="3784600"/>
          <p14:tracePt t="114848" x="901700" y="3778250"/>
          <p14:tracePt t="114857" x="908050" y="3771900"/>
          <p14:tracePt t="114873" x="908050" y="3765550"/>
          <p14:tracePt t="114891" x="920750" y="3733800"/>
          <p14:tracePt t="114906" x="927100" y="3676650"/>
          <p14:tracePt t="114923" x="939800" y="3632200"/>
          <p14:tracePt t="114940" x="965200" y="3549650"/>
          <p14:tracePt t="114957" x="971550" y="3524250"/>
          <p14:tracePt t="114974" x="984250" y="3479800"/>
          <p14:tracePt t="114990" x="1003300" y="3409950"/>
          <p14:tracePt t="115006" x="1009650" y="3365500"/>
          <p14:tracePt t="115024" x="1016000" y="3327400"/>
          <p14:tracePt t="115039" x="1022350" y="3314700"/>
          <p14:tracePt t="115056" x="1022350" y="3302000"/>
          <p14:tracePt t="115073" x="1022350" y="3289300"/>
          <p14:tracePt t="115109" x="1022350" y="3295650"/>
          <p14:tracePt t="115123" x="1009650" y="3314700"/>
          <p14:tracePt t="115139" x="1003300" y="3314700"/>
          <p14:tracePt t="115157" x="977900" y="3340100"/>
          <p14:tracePt t="115172" x="971550" y="3352800"/>
          <p14:tracePt t="115189" x="927100" y="3397250"/>
          <p14:tracePt t="115207" x="876300" y="3467100"/>
          <p14:tracePt t="115222" x="844550" y="3486150"/>
          <p14:tracePt t="115239" x="806450" y="3536950"/>
          <p14:tracePt t="115256" x="692150" y="3651250"/>
          <p14:tracePt t="115272" x="660400" y="3676650"/>
          <p14:tracePt t="115289" x="635000" y="3695700"/>
          <p14:tracePt t="115306" x="584200" y="3740150"/>
          <p14:tracePt t="115322" x="546100" y="3752850"/>
          <p14:tracePt t="115339" x="533400" y="3759200"/>
          <p14:tracePt t="115355" x="527050" y="3759200"/>
          <p14:tracePt t="115372" x="520700" y="3759200"/>
          <p14:tracePt t="115390" x="520700" y="3752850"/>
          <p14:tracePt t="115431" x="520700" y="3746500"/>
          <p14:tracePt t="115466" x="520700" y="3740150"/>
          <p14:tracePt t="115592" x="508000" y="3740150"/>
          <p14:tracePt t="115599" x="501650" y="3746500"/>
          <p14:tracePt t="115607" x="495300" y="3746500"/>
          <p14:tracePt t="115627" x="488950" y="3746500"/>
          <p14:tracePt t="115641" x="482600" y="3752850"/>
          <p14:tracePt t="115653" x="476250" y="3752850"/>
          <p14:tracePt t="115670" x="463550" y="3752850"/>
          <p14:tracePt t="115687" x="450850" y="3759200"/>
          <p14:tracePt t="115704" x="438150" y="3759200"/>
          <p14:tracePt t="115721" x="419100" y="3765550"/>
          <p14:tracePt t="115737" x="412750" y="3765550"/>
          <p14:tracePt t="115754" x="400050" y="3765550"/>
          <p14:tracePt t="115770" x="393700" y="3765550"/>
          <p14:tracePt t="115804" x="393700" y="3771900"/>
          <p14:tracePt t="115922" x="400050" y="3771900"/>
          <p14:tracePt t="115943" x="406400" y="3771900"/>
          <p14:tracePt t="115949" x="412750" y="3771900"/>
          <p14:tracePt t="115957" x="419100" y="3771900"/>
          <p14:tracePt t="115978" x="425450" y="3771900"/>
          <p14:tracePt t="115999" x="431800" y="3771900"/>
          <p14:tracePt t="116013" x="438150" y="3771900"/>
          <p14:tracePt t="116022" x="450850" y="3771900"/>
          <p14:tracePt t="116036" x="463550" y="3771900"/>
          <p14:tracePt t="116053" x="514350" y="3771900"/>
          <p14:tracePt t="116070" x="571500" y="3778250"/>
          <p14:tracePt t="116086" x="609600" y="3778250"/>
          <p14:tracePt t="116103" x="698500" y="3778250"/>
          <p14:tracePt t="116119" x="812800" y="3778250"/>
          <p14:tracePt t="116136" x="889000" y="3778250"/>
          <p14:tracePt t="116153" x="952500" y="3778250"/>
          <p14:tracePt t="116169" x="1174750" y="3778250"/>
          <p14:tracePt t="116186" x="1225550" y="3778250"/>
          <p14:tracePt t="116203" x="1314450" y="3784600"/>
          <p14:tracePt t="116219" x="1346200" y="3784600"/>
          <p14:tracePt t="116222" x="1365250" y="3790950"/>
          <p14:tracePt t="116236" x="1384300" y="3797300"/>
          <p14:tracePt t="116252" x="1403350" y="3797300"/>
          <p14:tracePt t="116269" x="1409700" y="3797300"/>
          <p14:tracePt t="116285" x="1409700" y="3803650"/>
          <p14:tracePt t="116318" x="1403350" y="3803650"/>
          <p14:tracePt t="116335" x="1397000" y="3803650"/>
          <p14:tracePt t="116352" x="1384300" y="3803650"/>
          <p14:tracePt t="116368" x="1377950" y="3810000"/>
          <p14:tracePt t="116385" x="1371600" y="3816350"/>
          <p14:tracePt t="117143" x="1377950" y="3816350"/>
          <p14:tracePt t="117171" x="1384300" y="3816350"/>
          <p14:tracePt t="117240" x="1390650" y="3816350"/>
          <p14:tracePt t="117381" x="1397000" y="3822700"/>
          <p14:tracePt t="117402" x="1403350" y="3822700"/>
          <p14:tracePt t="117423" x="1409700" y="3822700"/>
          <p14:tracePt t="117445" x="1416050" y="3822700"/>
          <p14:tracePt t="117451" x="1422400" y="3822700"/>
          <p14:tracePt t="117473" x="1428750" y="3822700"/>
          <p14:tracePt t="117487" x="1435100" y="3822700"/>
          <p14:tracePt t="117498" x="1441450" y="3822700"/>
          <p14:tracePt t="117515" x="1466850" y="3829050"/>
          <p14:tracePt t="117531" x="1492250" y="3829050"/>
          <p14:tracePt t="117549" x="1555750" y="3829050"/>
          <p14:tracePt t="117564" x="1682750" y="3835400"/>
          <p14:tracePt t="117581" x="1758950" y="3835400"/>
          <p14:tracePt t="117597" x="1974850" y="3848100"/>
          <p14:tracePt t="117614" x="2317750" y="3841750"/>
          <p14:tracePt t="117631" x="2603500" y="3829050"/>
          <p14:tracePt t="117648" x="3251200" y="3829050"/>
          <p14:tracePt t="117664" x="4006850" y="3835400"/>
          <p14:tracePt t="117680" x="4400550" y="3854450"/>
          <p14:tracePt t="117697" x="5111750" y="3905250"/>
          <p14:tracePt t="117714" x="5695950" y="3949700"/>
          <p14:tracePt t="117730" x="5924550" y="4006850"/>
          <p14:tracePt t="117747" x="6324600" y="4076700"/>
          <p14:tracePt t="117764" x="6496050" y="4095750"/>
          <p14:tracePt t="117781" x="6788150" y="4146550"/>
          <p14:tracePt t="117797" x="7029450" y="4197350"/>
          <p14:tracePt t="117813" x="7143750" y="4216400"/>
          <p14:tracePt t="117831" x="7372350" y="4260850"/>
          <p14:tracePt t="117846" x="7493000" y="4292600"/>
          <p14:tracePt t="117863" x="7594600" y="4330700"/>
          <p14:tracePt t="117880" x="7804150" y="4375150"/>
          <p14:tracePt t="117897" x="8007350" y="4394200"/>
          <p14:tracePt t="117914" x="8083550" y="4394200"/>
          <p14:tracePt t="117930" x="8210550" y="4394200"/>
          <p14:tracePt t="117946" x="8267700" y="4381500"/>
          <p14:tracePt t="117963" x="8394700" y="4375150"/>
          <p14:tracePt t="117979" x="8521700" y="4324350"/>
          <p14:tracePt t="117997" x="8553450" y="4305300"/>
          <p14:tracePt t="118013" x="8629650" y="4260850"/>
          <p14:tracePt t="118029" x="8661400" y="4235450"/>
          <p14:tracePt t="118046" x="8718550" y="4178300"/>
          <p14:tracePt t="118063" x="8769350" y="4108450"/>
          <p14:tracePt t="118079" x="8801100" y="4076700"/>
          <p14:tracePt t="118097" x="8858250" y="4000500"/>
          <p14:tracePt t="118112" x="8877300" y="3987800"/>
          <p14:tracePt t="118129" x="8909050" y="3930650"/>
          <p14:tracePt t="118146" x="8934450" y="3879850"/>
          <p14:tracePt t="118162" x="8940800" y="3854450"/>
          <p14:tracePt t="118179" x="8959850" y="3829050"/>
          <p14:tracePt t="118196" x="8972550" y="3803650"/>
          <p14:tracePt t="118212" x="8972550" y="3790950"/>
          <p14:tracePt t="118229" x="8978900" y="3784600"/>
          <p14:tracePt t="118245" x="8978900" y="3778250"/>
          <p14:tracePt t="118285" x="8978900" y="3771900"/>
          <p14:tracePt t="118321" x="8978900" y="3765550"/>
          <p14:tracePt t="118399" x="8978900" y="3759200"/>
          <p14:tracePt t="119441" x="8902700" y="3752850"/>
          <p14:tracePt t="119448" x="8743950" y="3752850"/>
          <p14:tracePt t="119457" x="8534400" y="3740150"/>
          <p14:tracePt t="119474" x="8324850" y="3740150"/>
          <p14:tracePt t="119491" x="7867650" y="3733800"/>
          <p14:tracePt t="119507" x="7607300" y="3733800"/>
          <p14:tracePt t="119525" x="6718300" y="3733800"/>
          <p14:tracePt t="119540" x="6375400" y="3771900"/>
          <p14:tracePt t="119557" x="6089650" y="3771900"/>
          <p14:tracePt t="119574" x="5378450" y="3816350"/>
          <p14:tracePt t="119590" x="4787900" y="3879850"/>
          <p14:tracePt t="119607" x="4483100" y="3943350"/>
          <p14:tracePt t="119623" x="4019550" y="4000500"/>
          <p14:tracePt t="119640" x="3752850" y="4032250"/>
          <p14:tracePt t="119658" x="3625850" y="4044950"/>
          <p14:tracePt t="119673" x="3403600" y="4064000"/>
          <p14:tracePt t="119690" x="3251200" y="4064000"/>
          <p14:tracePt t="119708" x="3187700" y="4064000"/>
          <p14:tracePt t="119723" x="3162300" y="4070350"/>
          <p14:tracePt t="119740" x="3130550" y="4070350"/>
          <p14:tracePt t="119757" x="3105150" y="4070350"/>
          <p14:tracePt t="119773" x="3092450" y="4070350"/>
          <p14:tracePt t="119793" x="3086100" y="4076700"/>
          <p14:tracePt t="119806" x="3067050" y="4089400"/>
          <p14:tracePt t="120159" x="2978150" y="4089400"/>
          <p14:tracePt t="120166" x="2870200" y="4089400"/>
          <p14:tracePt t="120180" x="2743200" y="4089400"/>
          <p14:tracePt t="120189" x="2641600" y="4089400"/>
          <p14:tracePt t="120205" x="2540000" y="4089400"/>
          <p14:tracePt t="120222" x="2336800" y="4102100"/>
          <p14:tracePt t="120238" x="2152650" y="4114800"/>
          <p14:tracePt t="120255" x="2051050" y="4121150"/>
          <p14:tracePt t="120272" x="1943100" y="4140200"/>
          <p14:tracePt t="120288" x="1892300" y="4152900"/>
          <p14:tracePt t="120305" x="1835150" y="4159250"/>
          <p14:tracePt t="120322" x="1797050" y="4159250"/>
          <p14:tracePt t="120338" x="1784350" y="4159250"/>
          <p14:tracePt t="120355" x="1758950" y="4159250"/>
          <p14:tracePt t="120371" x="1746250" y="4159250"/>
          <p14:tracePt t="120388" x="1739900" y="4159250"/>
          <p14:tracePt t="120482" x="1739900" y="4152900"/>
          <p14:tracePt t="120517" x="1739900" y="4146550"/>
          <p14:tracePt t="120531" x="1746250" y="4146550"/>
          <p14:tracePt t="120552" x="1752600" y="4146550"/>
          <p14:tracePt t="120560" x="1752600" y="4140200"/>
          <p14:tracePt t="120581" x="1765300" y="4133850"/>
          <p14:tracePt t="120590" x="1778000" y="4133850"/>
          <p14:tracePt t="120603" x="1803400" y="4127500"/>
          <p14:tracePt t="120620" x="1822450" y="4121150"/>
          <p14:tracePt t="120637" x="1924050" y="4114800"/>
          <p14:tracePt t="120654" x="2095500" y="4083050"/>
          <p14:tracePt t="120670" x="2184400" y="4076700"/>
          <p14:tracePt t="120687" x="2336800" y="4057650"/>
          <p14:tracePt t="120703" x="2470150" y="4038600"/>
          <p14:tracePt t="120721" x="2552700" y="4025900"/>
          <p14:tracePt t="120737" x="2578100" y="4019550"/>
          <p14:tracePt t="120754" x="2622550" y="4019550"/>
          <p14:tracePt t="120770" x="2654300" y="4013200"/>
          <p14:tracePt t="120786" x="2667000" y="4013200"/>
          <p14:tracePt t="120803" x="2679700" y="4006850"/>
          <p14:tracePt t="120820" x="2686050" y="4006850"/>
          <p14:tracePt t="120910" x="2679700" y="4006850"/>
          <p14:tracePt t="120938" x="2673350" y="4006850"/>
          <p14:tracePt t="120953" x="2667000" y="4006850"/>
          <p14:tracePt t="120980" x="2660650" y="4006850"/>
          <p14:tracePt t="121008" x="2660650" y="4013200"/>
          <p14:tracePt t="121391" x="2628900" y="4025900"/>
          <p14:tracePt t="121399" x="2584450" y="4044950"/>
          <p14:tracePt t="121413" x="2527300" y="4064000"/>
          <p14:tracePt t="121420" x="2476500" y="4083050"/>
          <p14:tracePt t="121437" x="2419350" y="4102100"/>
          <p14:tracePt t="121451" x="2362200" y="4121150"/>
          <p14:tracePt t="121467" x="2254250" y="4152900"/>
          <p14:tracePt t="121484" x="2108200" y="4216400"/>
          <p14:tracePt t="121501" x="2038350" y="4235450"/>
          <p14:tracePt t="121517" x="1905000" y="4279900"/>
          <p14:tracePt t="121533" x="1809750" y="4318000"/>
          <p14:tracePt t="121550" x="1765300" y="4343400"/>
          <p14:tracePt t="121568" x="1720850" y="4368800"/>
          <p14:tracePt t="121584" x="1670050" y="4387850"/>
          <p14:tracePt t="121601" x="1651000" y="4394200"/>
          <p14:tracePt t="121617" x="1625600" y="4406900"/>
          <p14:tracePt t="121633" x="1619250" y="4413250"/>
          <p14:tracePt t="121650" x="1606550" y="4419600"/>
          <p14:tracePt t="121667" x="1587500" y="4432300"/>
          <p14:tracePt t="121683" x="1574800" y="4438650"/>
          <p14:tracePt t="121701" x="1568450" y="4445000"/>
          <p14:tracePt t="121716" x="1562100" y="4445000"/>
          <p14:tracePt t="121733" x="1555750" y="4445000"/>
          <p14:tracePt t="121750" x="1543050" y="4457700"/>
          <p14:tracePt t="121783" x="1536700" y="4457700"/>
          <p14:tracePt t="121800" x="1536700" y="4464050"/>
          <p14:tracePt t="121816" x="1530350" y="4464050"/>
          <p14:tracePt t="122017" x="1524000" y="4464050"/>
          <p14:tracePt t="122024" x="1517650" y="4470400"/>
          <p14:tracePt t="122032" x="1504950" y="4470400"/>
          <p14:tracePt t="122048" x="1498600" y="4470400"/>
          <p14:tracePt t="122066" x="1485900" y="4476750"/>
          <p14:tracePt t="122082" x="1473200" y="4476750"/>
          <p14:tracePt t="122099" x="1428750" y="4483100"/>
          <p14:tracePt t="122115" x="1390650" y="4483100"/>
          <p14:tracePt t="122132" x="1365250" y="4489450"/>
          <p14:tracePt t="122148" x="1327150" y="4489450"/>
          <p14:tracePt t="122165" x="1289050" y="4489450"/>
          <p14:tracePt t="122181" x="1263650" y="4489450"/>
          <p14:tracePt t="122199" x="1238250" y="4489450"/>
          <p14:tracePt t="122214" x="1231900" y="4483100"/>
          <p14:tracePt t="122232" x="1225550" y="4483100"/>
          <p14:tracePt t="122248" x="1219200" y="4483100"/>
          <p14:tracePt t="122283" x="1212850" y="4476750"/>
          <p14:tracePt t="122375" x="1206500" y="4476750"/>
          <p14:tracePt t="122634" x="1212850" y="4476750"/>
          <p14:tracePt t="122662" x="1219200" y="4470400"/>
          <p14:tracePt t="122683" x="1225550" y="4470400"/>
          <p14:tracePt t="122718" x="1231900" y="4470400"/>
          <p14:tracePt t="122725" x="1231900" y="4464050"/>
          <p14:tracePt t="122747" x="1244600" y="4464050"/>
          <p14:tracePt t="122753" x="1250950" y="4464050"/>
          <p14:tracePt t="122767" x="1263650" y="4457700"/>
          <p14:tracePt t="122779" x="1276350" y="4457700"/>
          <p14:tracePt t="122796" x="1346200" y="4438650"/>
          <p14:tracePt t="122813" x="1390650" y="4432300"/>
          <p14:tracePt t="122830" x="1492250" y="4413250"/>
          <p14:tracePt t="122846" x="1600200" y="4394200"/>
          <p14:tracePt t="122862" x="1644650" y="4387850"/>
          <p14:tracePt t="122879" x="1720850" y="4381500"/>
          <p14:tracePt t="122896" x="1771650" y="4375150"/>
          <p14:tracePt t="122912" x="1790700" y="4375150"/>
          <p14:tracePt t="122929" x="1822450" y="4368800"/>
          <p14:tracePt t="122945" x="1835150" y="4368800"/>
          <p14:tracePt t="122979" x="1841500" y="4368800"/>
          <p14:tracePt t="122999" x="1847850" y="4368800"/>
          <p14:tracePt t="123069" x="1854200" y="4368800"/>
          <p14:tracePt t="123076" x="1860550" y="4368800"/>
          <p14:tracePt t="123083" x="1860550" y="4375150"/>
          <p14:tracePt t="123104" x="1866900" y="4375150"/>
          <p14:tracePt t="123118" x="1873250" y="4375150"/>
          <p14:tracePt t="123128" x="1879600" y="4375150"/>
          <p14:tracePt t="123144" x="1885950" y="4375150"/>
          <p14:tracePt t="123161" x="1898650" y="4381500"/>
          <p14:tracePt t="123178" x="1911350" y="4387850"/>
          <p14:tracePt t="123195" x="1943100" y="4387850"/>
          <p14:tracePt t="123211" x="1962150" y="4394200"/>
          <p14:tracePt t="123228" x="2006600" y="4400550"/>
          <p14:tracePt t="123245" x="2038350" y="4406900"/>
          <p14:tracePt t="123261" x="2057400" y="4406900"/>
          <p14:tracePt t="123278" x="2070100" y="4406900"/>
          <p14:tracePt t="123294" x="2108200" y="4413250"/>
          <p14:tracePt t="123311" x="2114550" y="4413250"/>
          <p14:tracePt t="123328" x="2120900" y="4419600"/>
          <p14:tracePt t="123344" x="2127250" y="4419600"/>
          <p14:tracePt t="123361" x="2133600" y="4419600"/>
          <p14:tracePt t="123420" x="2139950" y="4419600"/>
          <p14:tracePt t="123447" x="2146300" y="4419600"/>
          <p14:tracePt t="123454" x="2152650" y="4419600"/>
          <p14:tracePt t="123476" x="2159000" y="4419600"/>
          <p14:tracePt t="123497" x="2165350" y="4419600"/>
          <p14:tracePt t="123539" x="2171700" y="4425950"/>
          <p14:tracePt t="123546" x="2178050" y="4425950"/>
          <p14:tracePt t="123562" x="2184400" y="4425950"/>
          <p14:tracePt t="123576" x="2190750" y="4425950"/>
          <p14:tracePt t="123593" x="2197100" y="4425950"/>
          <p14:tracePt t="123610" x="2203450" y="4425950"/>
          <p14:tracePt t="123627" x="2209800" y="4425950"/>
          <p14:tracePt t="123644" x="2235200" y="4432300"/>
          <p14:tracePt t="123660" x="2260600" y="4438650"/>
          <p14:tracePt t="123676" x="2279650" y="4445000"/>
          <p14:tracePt t="123693" x="2305050" y="4445000"/>
          <p14:tracePt t="123710" x="2330450" y="4451350"/>
          <p14:tracePt t="123726" x="2349500" y="4451350"/>
          <p14:tracePt t="123743" x="2368550" y="4451350"/>
          <p14:tracePt t="123759" x="2387600" y="4451350"/>
          <p14:tracePt t="123776" x="2400300" y="4451350"/>
          <p14:tracePt t="123793" x="2413000" y="4451350"/>
          <p14:tracePt t="123809" x="2425700" y="4451350"/>
          <p14:tracePt t="123826" x="2451100" y="4451350"/>
          <p14:tracePt t="123842" x="2463800" y="4451350"/>
          <p14:tracePt t="123859" x="2495550" y="4451350"/>
          <p14:tracePt t="123876" x="2527300" y="4451350"/>
          <p14:tracePt t="123892" x="2559050" y="4451350"/>
          <p14:tracePt t="123909" x="2584450" y="4451350"/>
          <p14:tracePt t="123926" x="2673350" y="4445000"/>
          <p14:tracePt t="123942" x="2698750" y="4445000"/>
          <p14:tracePt t="123959" x="2736850" y="4445000"/>
          <p14:tracePt t="123976" x="2806700" y="4445000"/>
          <p14:tracePt t="123992" x="2882900" y="4445000"/>
          <p14:tracePt t="124009" x="2978150" y="4445000"/>
          <p14:tracePt t="124025" x="3028950" y="4445000"/>
          <p14:tracePt t="124043" x="3143250" y="4445000"/>
          <p14:tracePt t="124058" x="3263900" y="4425950"/>
          <p14:tracePt t="124075" x="3327400" y="4425950"/>
          <p14:tracePt t="124092" x="3467100" y="4425950"/>
          <p14:tracePt t="124108" x="3587750" y="4413250"/>
          <p14:tracePt t="124125" x="3638550" y="4413250"/>
          <p14:tracePt t="124142" x="3727450" y="4406900"/>
          <p14:tracePt t="124158" x="3797300" y="4400550"/>
          <p14:tracePt t="124175" x="3829050" y="4394200"/>
          <p14:tracePt t="124192" x="3886200" y="4375150"/>
          <p14:tracePt t="124208" x="3898900" y="4375150"/>
          <p14:tracePt t="124224" x="3937000" y="4368800"/>
          <p14:tracePt t="124241" x="3949700" y="4368800"/>
          <p14:tracePt t="124258" x="3956050" y="4368800"/>
          <p14:tracePt t="124275" x="3968750" y="4368800"/>
          <p14:tracePt t="124291" x="3975100" y="4368800"/>
          <p14:tracePt t="124346" x="3975100" y="4375150"/>
          <p14:tracePt t="124759" x="4038600" y="4381500"/>
          <p14:tracePt t="124766" x="4127500" y="4394200"/>
          <p14:tracePt t="124775" x="4203700" y="4400550"/>
          <p14:tracePt t="124789" x="4279900" y="4413250"/>
          <p14:tracePt t="124805" x="4356100" y="4413250"/>
          <p14:tracePt t="124822" x="4514850" y="4419600"/>
          <p14:tracePt t="124839" x="4660900" y="4438650"/>
          <p14:tracePt t="124857" x="4787900" y="4438650"/>
          <p14:tracePt t="124872" x="4838700" y="4438650"/>
          <p14:tracePt t="124890" x="4933950" y="4432300"/>
          <p14:tracePt t="124906" x="5010150" y="4432300"/>
          <p14:tracePt t="124922" x="5041900" y="4432300"/>
          <p14:tracePt t="124939" x="5099050" y="4432300"/>
          <p14:tracePt t="124956" x="5156200" y="4432300"/>
          <p14:tracePt t="124972" x="5175250" y="4432300"/>
          <p14:tracePt t="124990" x="5219700" y="4413250"/>
          <p14:tracePt t="125005" x="5251450" y="4406900"/>
          <p14:tracePt t="125022" x="5264150" y="4406900"/>
          <p14:tracePt t="125040" x="5283200" y="4400550"/>
          <p14:tracePt t="125071" x="5289550" y="4400550"/>
          <p14:tracePt t="125158" x="5295900" y="4400550"/>
          <p14:tracePt t="125187" x="5302250" y="4400550"/>
          <p14:tracePt t="125194" x="5308600" y="4400550"/>
          <p14:tracePt t="125208" x="5314950" y="4400550"/>
          <p14:tracePt t="125229" x="5327650" y="4400550"/>
          <p14:tracePt t="125250" x="5340350" y="4400550"/>
          <p14:tracePt t="125257" x="5346700" y="4400550"/>
          <p14:tracePt t="125271" x="5359400" y="4400550"/>
          <p14:tracePt t="125288" x="5391150" y="4400550"/>
          <p14:tracePt t="125305" x="5410200" y="4400550"/>
          <p14:tracePt t="125308" x="5429250" y="4400550"/>
          <p14:tracePt t="125321" x="5461000" y="4400550"/>
          <p14:tracePt t="125337" x="5511800" y="4400550"/>
          <p14:tracePt t="125355" x="5556250" y="4400550"/>
          <p14:tracePt t="125370" x="5581650" y="4406900"/>
          <p14:tracePt t="125387" x="5607050" y="4406900"/>
          <p14:tracePt t="125405" x="5645150" y="4413250"/>
          <p14:tracePt t="125421" x="5657850" y="4413250"/>
          <p14:tracePt t="125437" x="5670550" y="4413250"/>
          <p14:tracePt t="125454" x="5683250" y="4413250"/>
          <p14:tracePt t="125470" x="5689600" y="4413250"/>
          <p14:tracePt t="125504" x="5695950" y="4413250"/>
          <p14:tracePt t="125520" x="5702300" y="4413250"/>
          <p14:tracePt t="125558" x="5702300" y="4419600"/>
          <p14:tracePt t="125566" x="5695950" y="4419600"/>
          <p14:tracePt t="125588" x="5689600" y="4419600"/>
          <p14:tracePt t="125607" x="5689600" y="4425950"/>
          <p14:tracePt t="125615" x="5683250" y="4425950"/>
          <p14:tracePt t="125931" x="5715000" y="4425950"/>
          <p14:tracePt t="125938" x="5778500" y="4425950"/>
          <p14:tracePt t="125952" x="5861050" y="4425950"/>
          <p14:tracePt t="125968" x="6045200" y="4425950"/>
          <p14:tracePt t="125985" x="6159500" y="4438650"/>
          <p14:tracePt t="126002" x="6337300" y="4438650"/>
          <p14:tracePt t="126018" x="6496050" y="4457700"/>
          <p14:tracePt t="126035" x="6572250" y="4470400"/>
          <p14:tracePt t="126052" x="6692900" y="4476750"/>
          <p14:tracePt t="126068" x="6743700" y="4476750"/>
          <p14:tracePt t="126085" x="6889750" y="4464050"/>
          <p14:tracePt t="126101" x="6915150" y="4457700"/>
          <p14:tracePt t="126118" x="6946900" y="4457700"/>
          <p14:tracePt t="126135" x="6997700" y="4457700"/>
          <p14:tracePt t="126151" x="7035800" y="4457700"/>
          <p14:tracePt t="126168" x="7048500" y="4457700"/>
          <p14:tracePt t="126184" x="7073900" y="4457700"/>
          <p14:tracePt t="126201" x="7099300" y="4451350"/>
          <p14:tracePt t="126218" x="7118350" y="4445000"/>
          <p14:tracePt t="126234" x="7131050" y="4445000"/>
          <p14:tracePt t="126251" x="7143750" y="4445000"/>
          <p14:tracePt t="126268" x="7162800" y="4445000"/>
          <p14:tracePt t="126284" x="7169150" y="4438650"/>
          <p14:tracePt t="126300" x="7181850" y="4438650"/>
          <p14:tracePt t="126318" x="7200900" y="4438650"/>
          <p14:tracePt t="126334" x="7207250" y="4432300"/>
          <p14:tracePt t="126351" x="7219950" y="4432300"/>
          <p14:tracePt t="126367" x="7245350" y="4432300"/>
          <p14:tracePt t="126384" x="7258050" y="4432300"/>
          <p14:tracePt t="126401" x="7283450" y="4432300"/>
          <p14:tracePt t="126417" x="7302500" y="4432300"/>
          <p14:tracePt t="126433" x="7334250" y="4432300"/>
          <p14:tracePt t="126450" x="7378700" y="4432300"/>
          <p14:tracePt t="126466" x="7391400" y="4432300"/>
          <p14:tracePt t="126483" x="7423150" y="4432300"/>
          <p14:tracePt t="126500" x="7435850" y="4432300"/>
          <p14:tracePt t="126517" x="7442200" y="4432300"/>
          <p14:tracePt t="126533" x="7448550" y="4432300"/>
          <p14:tracePt t="126550" x="7454900" y="4432300"/>
          <p14:tracePt t="126583" x="7461250" y="4432300"/>
          <p14:tracePt t="126773" x="7461250" y="4425950"/>
          <p14:tracePt t="126843" x="7454900" y="4425950"/>
          <p14:tracePt t="126850" x="7448550" y="4425950"/>
          <p14:tracePt t="126878" x="7442200" y="4425950"/>
          <p14:tracePt t="126900" x="7429500" y="4425950"/>
          <p14:tracePt t="126913" x="7416800" y="4419600"/>
          <p14:tracePt t="126920" x="7391400" y="4419600"/>
          <p14:tracePt t="126931" x="7353300" y="4406900"/>
          <p14:tracePt t="126949" x="7226300" y="4406900"/>
          <p14:tracePt t="126965" x="7137400" y="4400550"/>
          <p14:tracePt t="126982" x="7023100" y="4400550"/>
          <p14:tracePt t="126999" x="6559550" y="4387850"/>
          <p14:tracePt t="127015" x="6375400" y="4387850"/>
          <p14:tracePt t="127032" x="6140450" y="4387850"/>
          <p14:tracePt t="127048" x="5727700" y="4387850"/>
          <p14:tracePt t="127065" x="5334000" y="4387850"/>
          <p14:tracePt t="127082" x="4959350" y="4394200"/>
          <p14:tracePt t="127098" x="4826000" y="4394200"/>
          <p14:tracePt t="127114" x="4559300" y="4406900"/>
          <p14:tracePt t="127131" x="4330700" y="4413250"/>
          <p14:tracePt t="127148" x="4216400" y="4413250"/>
          <p14:tracePt t="127165" x="4013200" y="4425950"/>
          <p14:tracePt t="127181" x="3848100" y="4425950"/>
          <p14:tracePt t="127197" x="3784600" y="4432300"/>
          <p14:tracePt t="127214" x="3676650" y="4445000"/>
          <p14:tracePt t="127230" x="3587750" y="4445000"/>
          <p14:tracePt t="127247" x="3562350" y="4451350"/>
          <p14:tracePt t="127265" x="3517900" y="4457700"/>
          <p14:tracePt t="127280" x="3473450" y="4476750"/>
          <p14:tracePt t="127297" x="3473450" y="4489450"/>
          <p14:tracePt t="127314" x="3479800" y="4489450"/>
          <p14:tracePt t="127577" x="3422650" y="4483100"/>
          <p14:tracePt t="127583" x="3333750" y="4451350"/>
          <p14:tracePt t="127596" x="3257550" y="4432300"/>
          <p14:tracePt t="127613" x="3111500" y="4394200"/>
          <p14:tracePt t="127629" x="3041650" y="4362450"/>
          <p14:tracePt t="127646" x="2927350" y="4298950"/>
          <p14:tracePt t="127663" x="2857500" y="4235450"/>
          <p14:tracePt t="127679" x="2844800" y="4216400"/>
          <p14:tracePt t="127696" x="2813050" y="4178300"/>
          <p14:tracePt t="127712" x="2800350" y="4152900"/>
          <p14:tracePt t="127729" x="2794000" y="4146550"/>
          <p14:tracePt t="127746" x="2787650" y="4146550"/>
          <p14:tracePt t="127762" x="2787650" y="4140200"/>
          <p14:tracePt t="127914" x="2787650" y="4133850"/>
          <p14:tracePt t="127991" x="2787650" y="4127500"/>
          <p14:tracePt t="128601" x="2838450" y="4095750"/>
          <p14:tracePt t="128614" x="2965450" y="4013200"/>
          <p14:tracePt t="128621" x="3098800" y="3917950"/>
          <p14:tracePt t="128635" x="3206750" y="3841750"/>
          <p14:tracePt t="128645" x="3314700" y="3752850"/>
          <p14:tracePt t="128659" x="3403600" y="3670300"/>
          <p14:tracePt t="128676" x="3575050" y="3467100"/>
          <p14:tracePt t="128693" x="3765550" y="3194050"/>
          <p14:tracePt t="128709" x="3860800" y="3022600"/>
          <p14:tracePt t="128726" x="3943350" y="2895600"/>
          <p14:tracePt t="128742" x="4121150" y="2514600"/>
          <p14:tracePt t="128758" x="4152900" y="2413000"/>
          <p14:tracePt t="128776" x="4216400" y="2228850"/>
          <p14:tracePt t="128792" x="4241800" y="2146300"/>
          <p14:tracePt t="128809" x="4260850" y="2082800"/>
          <p14:tracePt t="128826" x="4298950" y="1968500"/>
          <p14:tracePt t="128842" x="4318000" y="1917700"/>
          <p14:tracePt t="128858" x="4324350" y="1860550"/>
          <p14:tracePt t="128875" x="4349750" y="1784350"/>
          <p14:tracePt t="128891" x="4356100" y="1771650"/>
          <p14:tracePt t="128908" x="4356100" y="1746250"/>
          <p14:tracePt t="128925" x="4356100" y="1727200"/>
          <p14:tracePt t="128942" x="4356100" y="1714500"/>
          <p14:tracePt t="128958" x="4356100" y="1708150"/>
          <p14:tracePt t="128975" x="4349750" y="1689100"/>
          <p14:tracePt t="128991" x="4349750" y="1682750"/>
          <p14:tracePt t="129008" x="4343400" y="1657350"/>
          <p14:tracePt t="129024" x="4343400" y="1625600"/>
          <p14:tracePt t="129041" x="4343400" y="1606550"/>
          <p14:tracePt t="129058" x="4343400" y="1555750"/>
          <p14:tracePt t="129074" x="4343400" y="1530350"/>
          <p14:tracePt t="129091" x="4337050" y="1428750"/>
          <p14:tracePt t="129107" x="4337050" y="1403350"/>
          <p14:tracePt t="129124" x="4337050" y="1352550"/>
          <p14:tracePt t="129141" x="4337050" y="1289050"/>
          <p14:tracePt t="129157" x="4337050" y="1231900"/>
          <p14:tracePt t="129174" x="4337050" y="1212850"/>
          <p14:tracePt t="129191" x="4337050" y="1187450"/>
          <p14:tracePt t="129207" x="4337050" y="1168400"/>
          <p14:tracePt t="129224" x="4337050" y="1162050"/>
          <p14:tracePt t="129359" x="4337050" y="1168400"/>
          <p14:tracePt t="129394" x="4337050" y="1174750"/>
          <p14:tracePt t="129422" x="4330700" y="1181100"/>
          <p14:tracePt t="129457" x="4330700" y="1187450"/>
          <p14:tracePt t="129485" x="4330700" y="1193800"/>
          <p14:tracePt t="129507" x="4330700" y="1200150"/>
          <p14:tracePt t="129513" x="4330700" y="1206500"/>
          <p14:tracePt t="129555" x="4337050" y="1212850"/>
          <p14:tracePt t="129569" x="4343400" y="1212850"/>
          <p14:tracePt t="129576" x="4349750" y="1212850"/>
          <p14:tracePt t="129589" x="4356100" y="1212850"/>
          <p14:tracePt t="129605" x="4406900" y="1225550"/>
          <p14:tracePt t="129622" x="4438650" y="1225550"/>
          <p14:tracePt t="129640" x="4527550" y="1238250"/>
          <p14:tracePt t="129656" x="4603750" y="1238250"/>
          <p14:tracePt t="129672" x="4749800" y="1250950"/>
          <p14:tracePt t="129689" x="4914900" y="1250950"/>
          <p14:tracePt t="129705" x="5003800" y="1250950"/>
          <p14:tracePt t="129722" x="5156200" y="1250950"/>
          <p14:tracePt t="129739" x="5283200" y="1244600"/>
          <p14:tracePt t="129755" x="5327650" y="1238250"/>
          <p14:tracePt t="129772" x="5410200" y="1219200"/>
          <p14:tracePt t="129788" x="5461000" y="1212850"/>
          <p14:tracePt t="129805" x="5480050" y="1206500"/>
          <p14:tracePt t="129822" x="5511800" y="1200150"/>
          <p14:tracePt t="129839" x="5537200" y="1187450"/>
          <p14:tracePt t="129855" x="5549900" y="1187450"/>
          <p14:tracePt t="129872" x="5568950" y="1174750"/>
          <p14:tracePt t="129888" x="5581650" y="1168400"/>
          <p14:tracePt t="129905" x="5588000" y="1168400"/>
          <p14:tracePt t="129938" x="5600700" y="1168400"/>
          <p14:tracePt t="129955" x="5613400" y="1162050"/>
          <p14:tracePt t="129988" x="5619750" y="1162050"/>
          <p14:tracePt t="130004" x="5626100" y="1162050"/>
          <p14:tracePt t="130074" x="5626100" y="1155700"/>
          <p14:tracePt t="130159" x="5626100" y="1149350"/>
          <p14:tracePt t="130236" x="5626100" y="1143000"/>
          <p14:tracePt t="130397" x="5619750" y="1143000"/>
          <p14:tracePt t="130460" x="5613400" y="1143000"/>
          <p14:tracePt t="130495" x="5607050" y="1143000"/>
          <p14:tracePt t="130537" x="5600700" y="1143000"/>
          <p14:tracePt t="130558" x="5588000" y="1143000"/>
          <p14:tracePt t="130565" x="5588000" y="1149350"/>
          <p14:tracePt t="130580" x="5575300" y="1155700"/>
          <p14:tracePt t="130588" x="5562600" y="1168400"/>
          <p14:tracePt t="130602" x="5537200" y="1181100"/>
          <p14:tracePt t="130619" x="5505450" y="1206500"/>
          <p14:tracePt t="130636" x="5308600" y="1365250"/>
          <p14:tracePt t="130652" x="5213350" y="1454150"/>
          <p14:tracePt t="130668" x="5080000" y="1555750"/>
          <p14:tracePt t="130686" x="4749800" y="1828800"/>
          <p14:tracePt t="130702" x="4298950" y="2190750"/>
          <p14:tracePt t="130720" x="3790950" y="2597150"/>
          <p14:tracePt t="130735" x="3556000" y="2774950"/>
          <p14:tracePt t="130752" x="3105150" y="3117850"/>
          <p14:tracePt t="130769" x="2705100" y="3409950"/>
          <p14:tracePt t="130785" x="2565400" y="3524250"/>
          <p14:tracePt t="130802" x="2273300" y="3740150"/>
          <p14:tracePt t="130819" x="2019300" y="3943350"/>
          <p14:tracePt t="130835" x="1924050" y="4019550"/>
          <p14:tracePt t="130852" x="1758950" y="4140200"/>
          <p14:tracePt t="130869" x="1651000" y="4260850"/>
          <p14:tracePt t="130885" x="1606550" y="4298950"/>
          <p14:tracePt t="130902" x="1536700" y="4368800"/>
          <p14:tracePt t="130918" x="1466850" y="4425950"/>
          <p14:tracePt t="130934" x="1447800" y="4451350"/>
          <p14:tracePt t="130952" x="1397000" y="4489450"/>
          <p14:tracePt t="130968" x="1365250" y="4502150"/>
          <p14:tracePt t="130984" x="1308100" y="4533900"/>
          <p14:tracePt t="131001" x="1257300" y="4578350"/>
          <p14:tracePt t="131018" x="1231900" y="4597400"/>
          <p14:tracePt t="131034" x="1200150" y="4635500"/>
          <p14:tracePt t="131051" x="1174750" y="4673600"/>
          <p14:tracePt t="131068" x="1168400" y="4686300"/>
          <p14:tracePt t="131085" x="1155700" y="4711700"/>
          <p14:tracePt t="131101" x="1149350" y="4711700"/>
          <p14:tracePt t="131134" x="1149350" y="4718050"/>
          <p14:tracePt t="131260" x="1149350" y="4711700"/>
          <p14:tracePt t="131268" x="1155700" y="4711700"/>
          <p14:tracePt t="131288" x="1162050" y="4705350"/>
          <p14:tracePt t="131309" x="1168400" y="4699000"/>
          <p14:tracePt t="131323" x="1174750" y="4692650"/>
          <p14:tracePt t="131330" x="1181100" y="4692650"/>
          <p14:tracePt t="131337" x="1181100" y="4686300"/>
          <p14:tracePt t="131353" x="1187450" y="4686300"/>
          <p14:tracePt t="131367" x="1193800" y="4673600"/>
          <p14:tracePt t="131383" x="1219200" y="4641850"/>
          <p14:tracePt t="131400" x="1257300" y="4610100"/>
          <p14:tracePt t="131416" x="1270000" y="4597400"/>
          <p14:tracePt t="131433" x="1301750" y="4559300"/>
          <p14:tracePt t="131450" x="1320800" y="4540250"/>
          <p14:tracePt t="131466" x="1333500" y="4527550"/>
          <p14:tracePt t="131483" x="1346200" y="4521200"/>
          <p14:tracePt t="131500" x="1346200" y="4514850"/>
          <p14:tracePt t="131533" x="1346200" y="4508500"/>
          <p14:tracePt t="131653" x="1352550" y="4502150"/>
          <p14:tracePt t="131674" x="1358900" y="4495800"/>
          <p14:tracePt t="131681" x="1358900" y="4489450"/>
          <p14:tracePt t="131688" x="1365250" y="4483100"/>
          <p14:tracePt t="131702" x="1371600" y="4470400"/>
          <p14:tracePt t="131716" x="1377950" y="4451350"/>
          <p14:tracePt t="131732" x="1409700" y="4356100"/>
          <p14:tracePt t="131749" x="1428750" y="4279900"/>
          <p14:tracePt t="131766" x="1485900" y="4070350"/>
          <p14:tracePt t="131781" x="1549400" y="3822700"/>
          <p14:tracePt t="131799" x="1581150" y="3708400"/>
          <p14:tracePt t="131815" x="1612900" y="3479800"/>
          <p14:tracePt t="131832" x="1631950" y="3378200"/>
          <p14:tracePt t="131848" x="1638300" y="3295650"/>
          <p14:tracePt t="131865" x="1657350" y="3111500"/>
          <p14:tracePt t="131881" x="1670050" y="3073400"/>
          <p14:tracePt t="131884" x="1670050" y="3041650"/>
          <p14:tracePt t="131900" x="1676400" y="3009900"/>
          <p14:tracePt t="131915" x="1676400" y="2997200"/>
          <p14:tracePt t="131932" x="1676400" y="2990850"/>
          <p14:tracePt t="132025" x="1670050" y="2984500"/>
          <p14:tracePt t="132060" x="1670050" y="2978150"/>
          <p14:tracePt t="132102" x="1670050" y="2971800"/>
          <p14:tracePt t="132144" x="1670050" y="2965450"/>
          <p14:tracePt t="132165" x="1670050" y="2959100"/>
          <p14:tracePt t="132172" x="1670050" y="2952750"/>
          <p14:tracePt t="132193" x="1670050" y="2940050"/>
          <p14:tracePt t="132201" x="1663700" y="2927350"/>
          <p14:tracePt t="132216" x="1663700" y="2908300"/>
          <p14:tracePt t="132230" x="1657350" y="2882900"/>
          <p14:tracePt t="132247" x="1657350" y="2844800"/>
          <p14:tracePt t="132264" x="1651000" y="2800350"/>
          <p14:tracePt t="132280" x="1651000" y="2781300"/>
          <p14:tracePt t="132296" x="1651000" y="2755900"/>
          <p14:tracePt t="132313" x="1651000" y="2730500"/>
          <p14:tracePt t="132390" x="1651000" y="2736850"/>
          <p14:tracePt t="132404" x="1644650" y="2749550"/>
          <p14:tracePt t="132411" x="1644650" y="2755900"/>
          <p14:tracePt t="132425" x="1644650" y="2774950"/>
          <p14:tracePt t="132439" x="1644650" y="2794000"/>
          <p14:tracePt t="132449" x="1644650" y="2832100"/>
          <p14:tracePt t="132463" x="1644650" y="2921000"/>
          <p14:tracePt t="132479" x="1644650" y="2990850"/>
          <p14:tracePt t="132496" x="1657350" y="3117850"/>
          <p14:tracePt t="132512" x="1663700" y="3181350"/>
          <p14:tracePt t="132529" x="1682750" y="3289300"/>
          <p14:tracePt t="132545" x="1695450" y="3346450"/>
          <p14:tracePt t="132562" x="1701800" y="3371850"/>
          <p14:tracePt t="132579" x="1708150" y="3397250"/>
          <p14:tracePt t="132595" x="1714500" y="3403600"/>
          <p14:tracePt t="132612" x="1720850" y="3403600"/>
          <p14:tracePt t="132645" x="1727200" y="3403600"/>
          <p14:tracePt t="132775" x="1733550" y="3403600"/>
          <p14:tracePt t="132804" x="1739900" y="3397250"/>
          <p14:tracePt t="132832" x="1739900" y="3390900"/>
          <p14:tracePt t="132867" x="1739900" y="3384550"/>
          <p14:tracePt t="132902" x="1739900" y="3378200"/>
          <p14:tracePt t="132937" x="1739900" y="3371850"/>
          <p14:tracePt t="133014" x="1739900" y="3365500"/>
          <p14:tracePt t="133056" x="1739900" y="3359150"/>
          <p14:tracePt t="133113" x="1739900" y="3352800"/>
          <p14:tracePt t="133246" x="1739900" y="3359150"/>
          <p14:tracePt t="133288" x="1739900" y="3365500"/>
          <p14:tracePt t="133316" x="1739900" y="3371850"/>
          <p14:tracePt t="133323" x="1733550" y="3371850"/>
          <p14:tracePt t="133337" x="1733550" y="3378200"/>
          <p14:tracePt t="133346" x="1733550" y="3384550"/>
          <p14:tracePt t="133359" x="1733550" y="3390900"/>
          <p14:tracePt t="133376" x="1733550" y="3422650"/>
          <p14:tracePt t="133393" x="1727200" y="3479800"/>
          <p14:tracePt t="133409" x="1708150" y="3530600"/>
          <p14:tracePt t="133426" x="1701800" y="3575050"/>
          <p14:tracePt t="133443" x="1631950" y="3778250"/>
          <p14:tracePt t="133459" x="1600200" y="3854450"/>
          <p14:tracePt t="133476" x="1543050" y="4013200"/>
          <p14:tracePt t="133493" x="1460500" y="4165600"/>
          <p14:tracePt t="133509" x="1422400" y="4222750"/>
          <p14:tracePt t="133526" x="1346200" y="4337050"/>
          <p14:tracePt t="133543" x="1276350" y="4419600"/>
          <p14:tracePt t="133559" x="1257300" y="4438650"/>
          <p14:tracePt t="133575" x="1200150" y="4489450"/>
          <p14:tracePt t="133592" x="1162050" y="4527550"/>
          <p14:tracePt t="133609" x="1149350" y="4533900"/>
          <p14:tracePt t="133627" x="1123950" y="4552950"/>
          <p14:tracePt t="133641" x="1111250" y="4559300"/>
          <p14:tracePt t="133659" x="1104900" y="4565650"/>
          <p14:tracePt t="133675" x="1098550" y="4572000"/>
          <p14:tracePt t="133692" x="1098550" y="4578350"/>
          <p14:tracePt t="133725" x="1092200" y="4578350"/>
          <p14:tracePt t="133753" x="1085850" y="4578350"/>
          <p14:tracePt t="133802" x="1079500" y="4578350"/>
          <p14:tracePt t="133872" x="1079500" y="4572000"/>
          <p14:tracePt t="133900" x="1073150" y="4565650"/>
          <p14:tracePt t="133935" x="1073150" y="4559300"/>
          <p14:tracePt t="133942" x="1073150" y="4552950"/>
          <p14:tracePt t="133963" x="1066800" y="4546600"/>
          <p14:tracePt t="133970" x="1066800" y="4540250"/>
          <p14:tracePt t="133985" x="1066800" y="4533900"/>
          <p14:tracePt t="134013" x="1066800" y="4527550"/>
          <p14:tracePt t="134019" x="1066800" y="4521200"/>
          <p14:tracePt t="134034" x="1060450" y="4514850"/>
          <p14:tracePt t="134055" x="1060450" y="4508500"/>
          <p14:tracePt t="134061" x="1054100" y="4502150"/>
          <p14:tracePt t="134083" x="1054100" y="4495800"/>
          <p14:tracePt t="134091" x="1047750" y="4495800"/>
          <p14:tracePt t="134132" x="1047750" y="4489450"/>
          <p14:tracePt t="134153" x="1041400" y="4483100"/>
          <p14:tracePt t="134181" x="1041400" y="4476750"/>
          <p14:tracePt t="134216" x="1041400" y="4470400"/>
          <p14:tracePt t="134230" x="1041400" y="4464050"/>
          <p14:tracePt t="134251" x="1041400" y="4457700"/>
          <p14:tracePt t="134286" x="1047750" y="4457700"/>
          <p14:tracePt t="134300" x="1054100" y="4451350"/>
          <p14:tracePt t="134321" x="1066800" y="4451350"/>
          <p14:tracePt t="134336" x="1066800" y="4445000"/>
          <p14:tracePt t="134343" x="1073150" y="4445000"/>
          <p14:tracePt t="134359" x="1092200" y="4438650"/>
          <p14:tracePt t="134373" x="1143000" y="4425950"/>
          <p14:tracePt t="134391" x="1212850" y="4413250"/>
          <p14:tracePt t="134406" x="1238250" y="4406900"/>
          <p14:tracePt t="134423" x="1295400" y="4400550"/>
          <p14:tracePt t="134440" x="1454150" y="4362450"/>
          <p14:tracePt t="134456" x="1524000" y="4356100"/>
          <p14:tracePt t="134473" x="1587500" y="4343400"/>
          <p14:tracePt t="134490" x="1739900" y="4324350"/>
          <p14:tracePt t="134506" x="1917700" y="4324350"/>
          <p14:tracePt t="134522" x="2012950" y="4305300"/>
          <p14:tracePt t="134539" x="2190750" y="4292600"/>
          <p14:tracePt t="134555" x="2343150" y="4273550"/>
          <p14:tracePt t="134572" x="2413000" y="4279900"/>
          <p14:tracePt t="134589" x="2527300" y="4273550"/>
          <p14:tracePt t="134605" x="2597150" y="4286250"/>
          <p14:tracePt t="134623" x="2641600" y="4286250"/>
          <p14:tracePt t="134638" x="2654300" y="4279900"/>
          <p14:tracePt t="134655" x="2667000" y="4279900"/>
          <p14:tracePt t="134672" x="2673350" y="4279900"/>
          <p14:tracePt t="134735" x="2667000" y="4279900"/>
          <p14:tracePt t="134827" x="2667000" y="4286250"/>
          <p14:tracePt t="134833" x="2673350" y="4286250"/>
          <p14:tracePt t="134856" x="2679700" y="4286250"/>
          <p14:tracePt t="134861" x="2692400" y="4292600"/>
          <p14:tracePt t="134875" x="2705100" y="4292600"/>
          <p14:tracePt t="134887" x="2724150" y="4292600"/>
          <p14:tracePt t="134905" x="2774950" y="4292600"/>
          <p14:tracePt t="134921" x="2813050" y="4298950"/>
          <p14:tracePt t="134924" x="2851150" y="4298950"/>
          <p14:tracePt t="134938" x="2901950" y="4298950"/>
          <p14:tracePt t="134954" x="2997200" y="4298950"/>
          <p14:tracePt t="134971" x="3048000" y="4298950"/>
          <p14:tracePt t="134988" x="3143250" y="4279900"/>
          <p14:tracePt t="135004" x="3206750" y="4260850"/>
          <p14:tracePt t="135021" x="3232150" y="4248150"/>
          <p14:tracePt t="135037" x="3257550" y="4235450"/>
          <p14:tracePt t="135054" x="3263900" y="4235450"/>
          <p14:tracePt t="135070" x="3270250" y="4235450"/>
          <p14:tracePt t="135087" x="3270250" y="4248150"/>
          <p14:tracePt t="135103" x="3270250" y="4254500"/>
          <p14:tracePt t="135121" x="3263900" y="4279900"/>
          <p14:tracePt t="135137" x="3257550" y="4311650"/>
          <p14:tracePt t="135153" x="3257550" y="4330700"/>
          <p14:tracePt t="135170" x="3244850" y="4375150"/>
          <p14:tracePt t="135186" x="3232150" y="4413250"/>
          <p14:tracePt t="135203" x="3225800" y="4438650"/>
          <p14:tracePt t="135220" x="3219450" y="4464050"/>
          <p14:tracePt t="135237" x="3219450" y="4470400"/>
          <p14:tracePt t="135253" x="3213100" y="4470400"/>
          <p14:tracePt t="135286" x="3219450" y="4470400"/>
          <p14:tracePt t="135305" x="3225800" y="4470400"/>
          <p14:tracePt t="135319" x="3232150" y="4470400"/>
          <p14:tracePt t="135336" x="3244850" y="4464050"/>
          <p14:tracePt t="135353" x="3270250" y="4457700"/>
          <p14:tracePt t="135369" x="3282950" y="4451350"/>
          <p14:tracePt t="135386" x="3302000" y="4445000"/>
          <p14:tracePt t="135402" x="3352800" y="4413250"/>
          <p14:tracePt t="135419" x="3416300" y="4387850"/>
          <p14:tracePt t="135436" x="3441700" y="4381500"/>
          <p14:tracePt t="135439" x="3473450" y="4368800"/>
          <p14:tracePt t="135452" x="3498850" y="4362450"/>
          <p14:tracePt t="135469" x="3530600" y="4343400"/>
          <p14:tracePt t="135486" x="3536950" y="4343400"/>
          <p14:tracePt t="135528" x="3524250" y="4343400"/>
          <p14:tracePt t="135538" x="3517900" y="4343400"/>
          <p14:tracePt t="135552" x="3511550" y="4343400"/>
          <p14:tracePt t="135568" x="3505200" y="4356100"/>
          <p14:tracePt t="135586" x="3492500" y="4362450"/>
          <p14:tracePt t="135976" x="3530600" y="4362450"/>
          <p14:tracePt t="135985" x="3594100" y="4362450"/>
          <p14:tracePt t="135998" x="3683000" y="4362450"/>
          <p14:tracePt t="136005" x="3771900" y="4362450"/>
          <p14:tracePt t="136020" x="3873500" y="4362450"/>
          <p14:tracePt t="136034" x="3981450" y="4381500"/>
          <p14:tracePt t="136050" x="4146550" y="4394200"/>
          <p14:tracePt t="136067" x="4222750" y="4387850"/>
          <p14:tracePt t="136083" x="4337050" y="4387850"/>
          <p14:tracePt t="136100" x="4432300" y="4387850"/>
          <p14:tracePt t="136117" x="4470400" y="4375150"/>
          <p14:tracePt t="136133" x="4483100" y="4375150"/>
          <p14:tracePt t="136150" x="4508500" y="4375150"/>
          <p14:tracePt t="136167" x="4514850" y="4375150"/>
          <p14:tracePt t="136200" x="4527550" y="4375150"/>
          <p14:tracePt t="136216" x="4540250" y="4381500"/>
          <p14:tracePt t="136233" x="4559300" y="4381500"/>
          <p14:tracePt t="136250" x="4584700" y="4381500"/>
          <p14:tracePt t="136266" x="4699000" y="4387850"/>
          <p14:tracePt t="136282" x="4737100" y="4387850"/>
          <p14:tracePt t="136300" x="4870450" y="4400550"/>
          <p14:tracePt t="136316" x="4959350" y="4406900"/>
          <p14:tracePt t="136332" x="5137150" y="4406900"/>
          <p14:tracePt t="136350" x="5365750" y="4406900"/>
          <p14:tracePt t="136366" x="5480050" y="4406900"/>
          <p14:tracePt t="136382" x="5695950" y="4406900"/>
          <p14:tracePt t="136399" x="5886450" y="4419600"/>
          <p14:tracePt t="136416" x="5975350" y="4419600"/>
          <p14:tracePt t="136433" x="6140450" y="4425950"/>
          <p14:tracePt t="136449" x="6318250" y="4445000"/>
          <p14:tracePt t="136465" x="6413500" y="4457700"/>
          <p14:tracePt t="136483" x="6565900" y="4476750"/>
          <p14:tracePt t="136499" x="6737350" y="4495800"/>
          <p14:tracePt t="136515" x="6813550" y="4508500"/>
          <p14:tracePt t="136532" x="6978650" y="4514850"/>
          <p14:tracePt t="136549" x="7112000" y="4533900"/>
          <p14:tracePt t="136565" x="7162800" y="4546600"/>
          <p14:tracePt t="136581" x="7226300" y="4546600"/>
          <p14:tracePt t="136598" x="7366000" y="4546600"/>
          <p14:tracePt t="136615" x="7512050" y="4540250"/>
          <p14:tracePt t="136631" x="7575550" y="4540250"/>
          <p14:tracePt t="136648" x="7677150" y="4540250"/>
          <p14:tracePt t="136665" x="7747000" y="4533900"/>
          <p14:tracePt t="136681" x="7766050" y="4527550"/>
          <p14:tracePt t="136698" x="7810500" y="4514850"/>
          <p14:tracePt t="136715" x="7842250" y="4502150"/>
          <p14:tracePt t="136731" x="7854950" y="4495800"/>
          <p14:tracePt t="136749" x="7880350" y="4489450"/>
          <p14:tracePt t="136764" x="7899400" y="4483100"/>
          <p14:tracePt t="136781" x="7924800" y="4476750"/>
          <p14:tracePt t="136798" x="7931150" y="4470400"/>
          <p14:tracePt t="136831" x="7937500" y="4470400"/>
          <p14:tracePt t="136875" x="7937500" y="4464050"/>
          <p14:tracePt t="136889" x="7931150" y="4464050"/>
          <p14:tracePt t="136930" x="7924800" y="4464050"/>
          <p14:tracePt t="137675" x="7854950" y="4451350"/>
          <p14:tracePt t="137681" x="7740650" y="4432300"/>
          <p14:tracePt t="137696" x="7613650" y="4432300"/>
          <p14:tracePt t="137711" x="7340600" y="4413250"/>
          <p14:tracePt t="137728" x="7181850" y="4387850"/>
          <p14:tracePt t="137745" x="6819900" y="4349750"/>
          <p14:tracePt t="137761" x="6483350" y="4349750"/>
          <p14:tracePt t="137778" x="6286500" y="4324350"/>
          <p14:tracePt t="137794" x="6007100" y="4324350"/>
          <p14:tracePt t="137811" x="5683250" y="4356100"/>
          <p14:tracePt t="137827" x="5524500" y="4356100"/>
          <p14:tracePt t="137844" x="5251450" y="4362450"/>
          <p14:tracePt t="137861" x="5105400" y="4387850"/>
          <p14:tracePt t="137879" x="4686300" y="4451350"/>
          <p14:tracePt t="137894" x="4572000" y="4464050"/>
          <p14:tracePt t="137911" x="4457700" y="4470400"/>
          <p14:tracePt t="137928" x="4203700" y="4502150"/>
          <p14:tracePt t="137944" x="3987800" y="4527550"/>
          <p14:tracePt t="137960" x="3879850" y="4546600"/>
          <p14:tracePt t="137977" x="3727450" y="4565650"/>
          <p14:tracePt t="137994" x="3594100" y="4584700"/>
          <p14:tracePt t="138012" x="3454400" y="4584700"/>
          <p14:tracePt t="138027" x="3416300" y="4584700"/>
          <p14:tracePt t="138043" x="3378200" y="4584700"/>
          <p14:tracePt t="138060" x="3378200" y="4591050"/>
          <p14:tracePt t="138435" x="3276600" y="4591050"/>
          <p14:tracePt t="138443" x="3117850" y="4578350"/>
          <p14:tracePt t="138450" x="2959100" y="4578350"/>
          <p14:tracePt t="138463" x="2819400" y="4565650"/>
          <p14:tracePt t="138475" x="2667000" y="4552950"/>
          <p14:tracePt t="138492" x="2413000" y="4552950"/>
          <p14:tracePt t="138508" x="2286000" y="4552950"/>
          <p14:tracePt t="138525" x="2057400" y="4559300"/>
          <p14:tracePt t="138542" x="1841500" y="4572000"/>
          <p14:tracePt t="138559" x="1739900" y="4578350"/>
          <p14:tracePt t="138576" x="1562100" y="4610100"/>
          <p14:tracePt t="138591" x="1454150" y="4629150"/>
          <p14:tracePt t="138608" x="1409700" y="4635500"/>
          <p14:tracePt t="138625" x="1352550" y="4648200"/>
          <p14:tracePt t="138641" x="1320800" y="4660900"/>
          <p14:tracePt t="138658" x="1282700" y="4660900"/>
          <p14:tracePt t="138675" x="1250950" y="4667250"/>
          <p14:tracePt t="138691" x="1225550" y="4673600"/>
          <p14:tracePt t="138708" x="1212850" y="4673600"/>
          <p14:tracePt t="138724" x="1187450" y="4679950"/>
          <p14:tracePt t="138741" x="1174750" y="4686300"/>
          <p14:tracePt t="138758" x="1155700" y="4692650"/>
          <p14:tracePt t="138774" x="1130300" y="4692650"/>
          <p14:tracePt t="138791" x="1104900" y="4692650"/>
          <p14:tracePt t="138807" x="1066800" y="4692650"/>
          <p14:tracePt t="138824" x="1035050" y="4692650"/>
          <p14:tracePt t="138841" x="1022350" y="4692650"/>
          <p14:tracePt t="138858" x="1009650" y="4699000"/>
          <p14:tracePt t="138874" x="996950" y="4699000"/>
          <p14:tracePt t="138890" x="990600" y="4699000"/>
          <p14:tracePt t="138907" x="984250" y="4699000"/>
          <p14:tracePt t="138941" x="977900" y="4705350"/>
          <p14:tracePt t="139067" x="984250" y="4705350"/>
          <p14:tracePt t="139074" x="990600" y="4705350"/>
          <p14:tracePt t="139081" x="996950" y="4705350"/>
          <p14:tracePt t="139095" x="1003300" y="4705350"/>
          <p14:tracePt t="139106" x="1016000" y="4699000"/>
          <p14:tracePt t="139123" x="1047750" y="4699000"/>
          <p14:tracePt t="139140" x="1073150" y="4699000"/>
          <p14:tracePt t="139156" x="1130300" y="4699000"/>
          <p14:tracePt t="139173" x="1187450" y="4692650"/>
          <p14:tracePt t="139189" x="1231900" y="4692650"/>
          <p14:tracePt t="139207" x="1250950" y="4692650"/>
          <p14:tracePt t="139222" x="1301750" y="4686300"/>
          <p14:tracePt t="139239" x="1308100" y="4679950"/>
          <p14:tracePt t="139257" x="1327150" y="4679950"/>
          <p14:tracePt t="139289" x="1333500" y="4679950"/>
          <p14:tracePt t="139425" x="1339850" y="4679950"/>
          <p14:tracePt t="139516" x="1346200" y="4679950"/>
          <p14:tracePt t="139558" x="1352550" y="4679950"/>
          <p14:tracePt t="139565" x="1358900" y="4679950"/>
          <p14:tracePt t="139574" x="1365250" y="4679950"/>
          <p14:tracePt t="139593" x="1371600" y="4679950"/>
          <p14:tracePt t="139608" x="1377950" y="4679950"/>
          <p14:tracePt t="139621" x="1384300" y="4679950"/>
          <p14:tracePt t="139638" x="1403350" y="4679950"/>
          <p14:tracePt t="139654" x="1416050" y="4679950"/>
          <p14:tracePt t="139671" x="1447800" y="4679950"/>
          <p14:tracePt t="139688" x="1479550" y="4679950"/>
          <p14:tracePt t="139706" x="1517650" y="4679950"/>
          <p14:tracePt t="139721" x="1543050" y="4679950"/>
          <p14:tracePt t="139737" x="1581150" y="4673600"/>
          <p14:tracePt t="139755" x="1625600" y="4667250"/>
          <p14:tracePt t="139771" x="1638300" y="4660900"/>
          <p14:tracePt t="139787" x="1663700" y="4654550"/>
          <p14:tracePt t="139804" x="1676400" y="4654550"/>
          <p14:tracePt t="139820" x="1689100" y="4654550"/>
          <p14:tracePt t="139837" x="1689100" y="4648200"/>
          <p14:tracePt t="139854" x="1701800" y="4648200"/>
          <p14:tracePt t="139887" x="1708150" y="4648200"/>
          <p14:tracePt t="139903" x="1714500" y="4648200"/>
          <p14:tracePt t="139986" x="1720850" y="4648200"/>
          <p14:tracePt t="140063" x="1714500" y="4648200"/>
          <p14:tracePt t="140070" x="1714500" y="4654550"/>
          <p14:tracePt t="141342" x="1714500" y="4629150"/>
          <p14:tracePt t="141350" x="1733550" y="4559300"/>
          <p14:tracePt t="141356" x="1739900" y="4495800"/>
          <p14:tracePt t="141370" x="1771650" y="4413250"/>
          <p14:tracePt t="141382" x="1790700" y="4324350"/>
          <p14:tracePt t="141399" x="1841500" y="4102100"/>
          <p14:tracePt t="141415" x="1854200" y="3987800"/>
          <p14:tracePt t="141431" x="1885950" y="3746500"/>
          <p14:tracePt t="141449" x="1905000" y="3517900"/>
          <p14:tracePt t="141465" x="1917700" y="3416300"/>
          <p14:tracePt t="141482" x="1930400" y="3327400"/>
          <p14:tracePt t="141498" x="1949450" y="3092450"/>
          <p14:tracePt t="141515" x="1949450" y="3041650"/>
          <p14:tracePt t="141519" x="1949450" y="2990850"/>
          <p14:tracePt t="141534" x="1955800" y="2959100"/>
          <p14:tracePt t="141548" x="1962150" y="2940050"/>
          <p14:tracePt t="141564" x="1962150" y="2889250"/>
          <p14:tracePt t="141581" x="1962150" y="2863850"/>
          <p14:tracePt t="141615" x="1962150" y="2857500"/>
          <p14:tracePt t="141728" x="1955800" y="2857500"/>
          <p14:tracePt t="141770" x="1949450" y="2857500"/>
          <p14:tracePt t="141798" x="1943100" y="2863850"/>
          <p14:tracePt t="141848" x="1943100" y="2870200"/>
          <p14:tracePt t="141911" x="1943100" y="2876550"/>
          <p14:tracePt t="141953" x="1949450" y="2876550"/>
          <p14:tracePt t="141960" x="1955800" y="2876550"/>
          <p14:tracePt t="141974" x="1962150" y="2876550"/>
          <p14:tracePt t="141983" x="1968500" y="2876550"/>
          <p14:tracePt t="141996" x="1974850" y="2876550"/>
          <p14:tracePt t="142013" x="2025650" y="2876550"/>
          <p14:tracePt t="142031" x="2152650" y="2876550"/>
          <p14:tracePt t="142046" x="2254250" y="2876550"/>
          <p14:tracePt t="142063" x="2482850" y="2863850"/>
          <p14:tracePt t="142079" x="2781300" y="2851150"/>
          <p14:tracePt t="142096" x="2946400" y="2844800"/>
          <p14:tracePt t="142113" x="3136900" y="2832100"/>
          <p14:tracePt t="142129" x="3695700" y="2806700"/>
          <p14:tracePt t="142146" x="3879850" y="2806700"/>
          <p14:tracePt t="142163" x="4197350" y="2794000"/>
          <p14:tracePt t="142179" x="4337050" y="2794000"/>
          <p14:tracePt t="142196" x="4578350" y="2781300"/>
          <p14:tracePt t="142213" x="4749800" y="2774950"/>
          <p14:tracePt t="142229" x="4813300" y="2787650"/>
          <p14:tracePt t="142245" x="4908550" y="2800350"/>
          <p14:tracePt t="142262" x="4959350" y="2806700"/>
          <p14:tracePt t="142279" x="4978400" y="2819400"/>
          <p14:tracePt t="142296" x="5003800" y="2825750"/>
          <p14:tracePt t="142311" x="5016500" y="2825750"/>
          <p14:tracePt t="142329" x="5022850" y="2825750"/>
          <p14:tracePt t="142362" x="5035550" y="2851150"/>
          <p14:tracePt t="142379" x="5041900" y="2857500"/>
          <p14:tracePt t="142813" x="5010150" y="2863850"/>
          <p14:tracePt t="142820" x="4959350" y="2882900"/>
          <p14:tracePt t="142834" x="4876800" y="2901950"/>
          <p14:tracePt t="142843" x="4800600" y="2921000"/>
          <p14:tracePt t="142860" x="4711700" y="2933700"/>
          <p14:tracePt t="142877" x="4540250" y="2965450"/>
          <p14:tracePt t="142893" x="4368800" y="2990850"/>
          <p14:tracePt t="142910" x="4292600" y="2990850"/>
          <p14:tracePt t="142926" x="4140200" y="3003550"/>
          <p14:tracePt t="142943" x="4032250" y="3009900"/>
          <p14:tracePt t="142961" x="3987800" y="3009900"/>
          <p14:tracePt t="142976" x="3962400" y="3009900"/>
          <p14:tracePt t="142993" x="3956050" y="3009900"/>
          <p14:tracePt t="143010" x="3949700" y="3003550"/>
          <p14:tracePt t="143052" x="3949700" y="2997200"/>
          <p14:tracePt t="143080" x="3949700" y="2990850"/>
          <p14:tracePt t="143094" x="3956050" y="2990850"/>
          <p14:tracePt t="143115" x="3962400" y="2990850"/>
          <p14:tracePt t="143122" x="3975100" y="2984500"/>
          <p14:tracePt t="143135" x="3994150" y="2978150"/>
          <p14:tracePt t="143145" x="4044950" y="2971800"/>
          <p14:tracePt t="143159" x="4127500" y="2946400"/>
          <p14:tracePt t="143175" x="4356100" y="2908300"/>
          <p14:tracePt t="143193" x="4679950" y="2882900"/>
          <p14:tracePt t="143209" x="4876800" y="2857500"/>
          <p14:tracePt t="143225" x="5289550" y="2819400"/>
          <p14:tracePt t="143242" x="5638800" y="2794000"/>
          <p14:tracePt t="143259" x="5803900" y="2781300"/>
          <p14:tracePt t="143276" x="5930900" y="2781300"/>
          <p14:tracePt t="143292" x="6235700" y="2774950"/>
          <p14:tracePt t="143309" x="6299200" y="2774950"/>
          <p14:tracePt t="143326" x="6400800" y="2774950"/>
          <p14:tracePt t="143342" x="6445250" y="2762250"/>
          <p14:tracePt t="143358" x="6483350" y="2762250"/>
          <p14:tracePt t="143375" x="6502400" y="2762250"/>
          <p14:tracePt t="143408" x="6496050" y="2762250"/>
          <p14:tracePt t="143425" x="6483350" y="2762250"/>
          <p14:tracePt t="143441" x="6477000" y="2762250"/>
          <p14:tracePt t="143458" x="6438900" y="2787650"/>
          <p14:tracePt t="143474" x="6438900" y="2800350"/>
          <p14:tracePt t="143491" x="6445250" y="2819400"/>
          <p14:tracePt t="143803" x="6286500" y="2819400"/>
          <p14:tracePt t="143809" x="6051550" y="2819400"/>
          <p14:tracePt t="143824" x="5759450" y="2832100"/>
          <p14:tracePt t="143840" x="5137150" y="2933700"/>
          <p14:tracePt t="143857" x="4832350" y="2997200"/>
          <p14:tracePt t="143873" x="3873500" y="3276600"/>
          <p14:tracePt t="143890" x="3613150" y="3352800"/>
          <p14:tracePt t="143906" x="3371850" y="3460750"/>
          <p14:tracePt t="143923" x="2705100" y="3689350"/>
          <p14:tracePt t="143940" x="2495550" y="3759200"/>
          <p14:tracePt t="143957" x="2114550" y="3911600"/>
          <p14:tracePt t="143972" x="1962150" y="4000500"/>
          <p14:tracePt t="143990" x="1682750" y="4159250"/>
          <p14:tracePt t="144006" x="1504950" y="4305300"/>
          <p14:tracePt t="144022" x="1435100" y="4362450"/>
          <p14:tracePt t="144039" x="1314450" y="4470400"/>
          <p14:tracePt t="144043" x="1270000" y="4521200"/>
          <p14:tracePt t="144057" x="1212850" y="4565650"/>
          <p14:tracePt t="144072" x="1174750" y="4610100"/>
          <p14:tracePt t="144090" x="1130300" y="4679950"/>
          <p14:tracePt t="144105" x="1123950" y="4718050"/>
          <p14:tracePt t="144122" x="1130300" y="4737100"/>
          <p14:tracePt t="144139" x="1130300" y="4749800"/>
          <p14:tracePt t="144526" x="1111250" y="4794250"/>
          <p14:tracePt t="144539" x="1073150" y="4826000"/>
          <p14:tracePt t="144546" x="1047750" y="4870450"/>
          <p14:tracePt t="144555" x="1022350" y="4914900"/>
          <p14:tracePt t="144570" x="1009650" y="4940300"/>
          <p14:tracePt t="144588" x="971550" y="4972050"/>
          <p14:tracePt t="144604" x="958850" y="4997450"/>
          <p14:tracePt t="144621" x="933450" y="5035550"/>
          <p14:tracePt t="144638" x="914400" y="5060950"/>
          <p14:tracePt t="144654" x="908050" y="5067300"/>
          <p14:tracePt t="144670" x="908050" y="5086350"/>
          <p14:tracePt t="144736" x="908050" y="5092700"/>
          <p14:tracePt t="144939" x="908050" y="5086350"/>
          <p14:tracePt t="144967" x="908050" y="5080000"/>
          <p14:tracePt t="144974" x="908050" y="5073650"/>
          <p14:tracePt t="145038" x="908050" y="5067300"/>
          <p14:tracePt t="145044" x="908050" y="5060950"/>
          <p14:tracePt t="145065" x="914400" y="5054600"/>
          <p14:tracePt t="145080" x="920750" y="5054600"/>
          <p14:tracePt t="145088" x="933450" y="5048250"/>
          <p14:tracePt t="145102" x="946150" y="5041900"/>
          <p14:tracePt t="145119" x="996950" y="5029200"/>
          <p14:tracePt t="145136" x="1066800" y="5003800"/>
          <p14:tracePt t="145152" x="1104900" y="5003800"/>
          <p14:tracePt t="145169" x="1136650" y="4997450"/>
          <p14:tracePt t="145185" x="1257300" y="4991100"/>
          <p14:tracePt t="145202" x="1289050" y="4991100"/>
          <p14:tracePt t="145219" x="1308100" y="4991100"/>
          <p14:tracePt t="145236" x="1339850" y="4997450"/>
          <p14:tracePt t="145252" x="1358900" y="4997450"/>
          <p14:tracePt t="145269" x="1365250" y="5003800"/>
          <p14:tracePt t="145318" x="1371600" y="5003800"/>
          <p14:tracePt t="145417" x="1377950" y="5003800"/>
          <p14:tracePt t="145465" x="1384300" y="5003800"/>
          <p14:tracePt t="145479" x="1390650" y="5003800"/>
          <p14:tracePt t="145487" x="1397000" y="5003800"/>
          <p14:tracePt t="145503" x="1403350" y="5010150"/>
          <p14:tracePt t="145521" x="1409700" y="5010150"/>
          <p14:tracePt t="145534" x="1416050" y="5010150"/>
          <p14:tracePt t="145551" x="1454150" y="5016500"/>
          <p14:tracePt t="145568" x="1479550" y="5016500"/>
          <p14:tracePt t="145585" x="1543050" y="5029200"/>
          <p14:tracePt t="145600" x="1612900" y="5035550"/>
          <p14:tracePt t="145617" x="1651000" y="5035550"/>
          <p14:tracePt t="145634" x="1708150" y="5041900"/>
          <p14:tracePt t="145650" x="1758950" y="5048250"/>
          <p14:tracePt t="145667" x="1778000" y="5048250"/>
          <p14:tracePt t="145684" x="1809750" y="5048250"/>
          <p14:tracePt t="145700" x="1828800" y="5048250"/>
          <p14:tracePt t="145717" x="1835150" y="5048250"/>
          <p14:tracePt t="145733" x="1847850" y="5048250"/>
          <p14:tracePt t="145750" x="1854200" y="5048250"/>
          <p14:tracePt t="146041" x="1847850" y="5041900"/>
          <p14:tracePt t="146097" x="1841500" y="5041900"/>
          <p14:tracePt t="146146" x="1835150" y="5041900"/>
          <p14:tracePt t="146188" x="1828800" y="5041900"/>
          <p14:tracePt t="146621" x="1828800" y="4997450"/>
          <p14:tracePt t="146628" x="1841500" y="4921250"/>
          <p14:tracePt t="146643" x="1854200" y="4832350"/>
          <p14:tracePt t="146650" x="1866900" y="4705350"/>
          <p14:tracePt t="146666" x="1866900" y="4546600"/>
          <p14:tracePt t="146680" x="1866900" y="4394200"/>
          <p14:tracePt t="146697" x="1866900" y="4025900"/>
          <p14:tracePt t="146714" x="1841500" y="3702050"/>
          <p14:tracePt t="146730" x="1835150" y="3600450"/>
          <p14:tracePt t="146747" x="1835150" y="3435350"/>
          <p14:tracePt t="146763" x="1835150" y="3359150"/>
          <p14:tracePt t="146780" x="1835150" y="3340100"/>
          <p14:tracePt t="146797" x="1835150" y="3302000"/>
          <p14:tracePt t="146813" x="1828800" y="3295650"/>
          <p14:tracePt t="146830" x="1828800" y="3289300"/>
          <p14:tracePt t="146846" x="1828800" y="3282950"/>
          <p14:tracePt t="146874" x="1822450" y="3282950"/>
          <p14:tracePt t="146895" x="1816100" y="3289300"/>
          <p14:tracePt t="146930" x="1809750" y="3295650"/>
          <p14:tracePt t="146950" x="1803400" y="3308350"/>
          <p14:tracePt t="146964" x="1797050" y="3314700"/>
          <p14:tracePt t="146972" x="1797050" y="3321050"/>
          <p14:tracePt t="146982" x="1790700" y="3327400"/>
          <p14:tracePt t="146995" x="1784350" y="3333750"/>
          <p14:tracePt t="147012" x="1778000" y="3333750"/>
          <p14:tracePt t="147029" x="1765300" y="3340100"/>
          <p14:tracePt t="147045" x="1746250" y="3359150"/>
          <p14:tracePt t="147063" x="1733550" y="3365500"/>
          <p14:tracePt t="147066" x="1720850" y="3371850"/>
          <p14:tracePt t="147079" x="1708150" y="3378200"/>
          <p14:tracePt t="147095" x="1682750" y="3384550"/>
          <p14:tracePt t="147113" x="1657350" y="3397250"/>
          <p14:tracePt t="147128" x="1651000" y="3403600"/>
          <p14:tracePt t="147145" x="1631950" y="3409950"/>
          <p14:tracePt t="147162" x="1625600" y="3416300"/>
          <p14:tracePt t="147195" x="1625600" y="3422650"/>
          <p14:tracePt t="147253" x="1631950" y="3422650"/>
          <p14:tracePt t="147259" x="1644650" y="3422650"/>
          <p14:tracePt t="147274" x="1657350" y="3429000"/>
          <p14:tracePt t="147281" x="1689100" y="3429000"/>
          <p14:tracePt t="147297" x="1733550" y="3429000"/>
          <p14:tracePt t="147312" x="1797050" y="3429000"/>
          <p14:tracePt t="147328" x="1987550" y="3435350"/>
          <p14:tracePt t="147345" x="2254250" y="3448050"/>
          <p14:tracePt t="147361" x="2393950" y="3448050"/>
          <p14:tracePt t="147378" x="2755900" y="3441700"/>
          <p14:tracePt t="147394" x="3098800" y="3429000"/>
          <p14:tracePt t="147411" x="3257550" y="3429000"/>
          <p14:tracePt t="147428" x="3543300" y="3416300"/>
          <p14:tracePt t="147444" x="3784600" y="3416300"/>
          <p14:tracePt t="147461" x="3886200" y="3416300"/>
          <p14:tracePt t="147477" x="4076700" y="3416300"/>
          <p14:tracePt t="147494" x="4229100" y="3422650"/>
          <p14:tracePt t="147510" x="4292600" y="3422650"/>
          <p14:tracePt t="147527" x="4419600" y="3429000"/>
          <p14:tracePt t="147544" x="4514850" y="3441700"/>
          <p14:tracePt t="147561" x="4540250" y="3441700"/>
          <p14:tracePt t="147564" x="4578350" y="3441700"/>
          <p14:tracePt t="147577" x="4622800" y="3441700"/>
          <p14:tracePt t="147594" x="4641850" y="3441700"/>
          <p14:tracePt t="147611" x="4711700" y="3448050"/>
          <p14:tracePt t="147627" x="4730750" y="3448050"/>
          <p14:tracePt t="147643" x="4743450" y="3448050"/>
          <p14:tracePt t="147660" x="4762500" y="3448050"/>
          <p14:tracePt t="147677" x="4768850" y="3448050"/>
          <p14:tracePt t="147711" x="4768850" y="3435350"/>
          <p14:tracePt t="147726" x="4756150" y="3435350"/>
          <p14:tracePt t="147744" x="4737100" y="3441700"/>
          <p14:tracePt t="147760" x="4724400" y="3448050"/>
          <p14:tracePt t="148203" x="4686300" y="3454400"/>
          <p14:tracePt t="148217" x="4622800" y="3473450"/>
          <p14:tracePt t="148224" x="4540250" y="3486150"/>
          <p14:tracePt t="148238" x="4476750" y="3505200"/>
          <p14:tracePt t="148245" x="4400550" y="3511550"/>
          <p14:tracePt t="148258" x="4305300" y="3530600"/>
          <p14:tracePt t="148274" x="4165600" y="3549650"/>
          <p14:tracePt t="148291" x="4108450" y="3562350"/>
          <p14:tracePt t="148309" x="4006850" y="3568700"/>
          <p14:tracePt t="148325" x="3937000" y="3575050"/>
          <p14:tracePt t="148342" x="3905250" y="3575050"/>
          <p14:tracePt t="148358" x="3886200" y="3575050"/>
          <p14:tracePt t="148374" x="3873500" y="3575050"/>
          <p14:tracePt t="148391" x="3854450" y="3575050"/>
          <p14:tracePt t="148408" x="3835400" y="3575050"/>
          <p14:tracePt t="148428" x="3822700" y="3575050"/>
          <p14:tracePt t="148444" x="3816350" y="3575050"/>
          <p14:tracePt t="148463" x="3816350" y="3568700"/>
          <p14:tracePt t="148484" x="3810000" y="3568700"/>
          <p14:tracePt t="148526" x="3803650" y="3568700"/>
          <p14:tracePt t="148603" x="3803650" y="3562350"/>
          <p14:tracePt t="148617" x="3810000" y="3562350"/>
          <p14:tracePt t="148626" x="3816350" y="3562350"/>
          <p14:tracePt t="148640" x="3841750" y="3562350"/>
          <p14:tracePt t="148657" x="3867150" y="3562350"/>
          <p14:tracePt t="148673" x="4108450" y="3543300"/>
          <p14:tracePt t="148690" x="4254500" y="3524250"/>
          <p14:tracePt t="148707" x="4406900" y="3524250"/>
          <p14:tracePt t="148723" x="4876800" y="3467100"/>
          <p14:tracePt t="148740" x="5327650" y="3435350"/>
          <p14:tracePt t="148758" x="5746750" y="3435350"/>
          <p14:tracePt t="148773" x="5930900" y="3435350"/>
          <p14:tracePt t="148789" x="6203950" y="3416300"/>
          <p14:tracePt t="148807" x="6445250" y="3416300"/>
          <p14:tracePt t="148823" x="6534150" y="3416300"/>
          <p14:tracePt t="148839" x="6699250" y="3416300"/>
          <p14:tracePt t="148856" x="6819900" y="3397250"/>
          <p14:tracePt t="148873" x="6870700" y="3390900"/>
          <p14:tracePt t="148889" x="6953250" y="3371850"/>
          <p14:tracePt t="148906" x="7048500" y="3365500"/>
          <p14:tracePt t="148922" x="7086600" y="3365500"/>
          <p14:tracePt t="148940" x="7162800" y="3365500"/>
          <p14:tracePt t="148956" x="7258050" y="3346450"/>
          <p14:tracePt t="148973" x="7315200" y="3340100"/>
          <p14:tracePt t="148989" x="7410450" y="3321050"/>
          <p14:tracePt t="149005" x="7473950" y="3321050"/>
          <p14:tracePt t="149022" x="7562850" y="3314700"/>
          <p14:tracePt t="149039" x="7620000" y="3314700"/>
          <p14:tracePt t="149055" x="7645400" y="3314700"/>
          <p14:tracePt t="149072" x="7677150" y="3314700"/>
          <p14:tracePt t="149089" x="7702550" y="3314700"/>
          <p14:tracePt t="149105" x="7708900" y="3314700"/>
          <p14:tracePt t="149151" x="7708900" y="3321050"/>
          <p14:tracePt t="149158" x="7708900" y="3327400"/>
          <p14:tracePt t="149172" x="7702550" y="3327400"/>
          <p14:tracePt t="149188" x="7696200" y="3327400"/>
          <p14:tracePt t="149204" x="7689850" y="3327400"/>
          <p14:tracePt t="149221" x="7677150" y="3327400"/>
          <p14:tracePt t="149238" x="7677150" y="3333750"/>
          <p14:tracePt t="149256" x="7670800" y="3333750"/>
          <p14:tracePt t="149306" x="7664450" y="3333750"/>
          <p14:tracePt t="149325" x="7658100" y="3333750"/>
          <p14:tracePt t="149340" x="7651750" y="3333750"/>
          <p14:tracePt t="149368" x="7645400" y="3333750"/>
          <p14:tracePt t="149395" x="7639050" y="3333750"/>
          <p14:tracePt t="149417" x="7632700" y="3340100"/>
          <p14:tracePt t="149466" x="7626350" y="3340100"/>
          <p14:tracePt t="149488" x="7620000" y="3340100"/>
          <p14:tracePt t="149515" x="7613650" y="3346450"/>
          <p14:tracePt t="149841" x="7524750" y="3346450"/>
          <p14:tracePt t="149848" x="7372350" y="3346450"/>
          <p14:tracePt t="149862" x="7181850" y="3359150"/>
          <p14:tracePt t="149872" x="7016750" y="3371850"/>
          <p14:tracePt t="149886" x="6750050" y="3397250"/>
          <p14:tracePt t="149902" x="6191250" y="3429000"/>
          <p14:tracePt t="149919" x="5568950" y="3524250"/>
          <p14:tracePt t="149935" x="5276850" y="3556000"/>
          <p14:tracePt t="149953" x="4762500" y="3600450"/>
          <p14:tracePt t="149968" x="4324350" y="3714750"/>
          <p14:tracePt t="149985" x="4140200" y="3778250"/>
          <p14:tracePt t="150003" x="3784600" y="3854450"/>
          <p14:tracePt t="150018" x="3454400" y="3943350"/>
          <p14:tracePt t="150035" x="3295650" y="3994150"/>
          <p14:tracePt t="150052" x="3028950" y="4083050"/>
          <p14:tracePt t="150068" x="2927350" y="4127500"/>
          <p14:tracePt t="150085" x="2705100" y="4210050"/>
          <p14:tracePt t="150088" x="2609850" y="4248150"/>
          <p14:tracePt t="150102" x="2527300" y="4279900"/>
          <p14:tracePt t="150118" x="2476500" y="4305300"/>
          <p14:tracePt t="150135" x="2330450" y="4368800"/>
          <p14:tracePt t="150151" x="2298700" y="4387850"/>
          <p14:tracePt t="150168" x="2266950" y="4400550"/>
          <p14:tracePt t="150185" x="2190750" y="4413250"/>
          <p14:tracePt t="150201" x="2184400" y="4432300"/>
          <p14:tracePt t="150218" x="2171700" y="4438650"/>
          <p14:tracePt t="150752" x="2127250" y="4451350"/>
          <p14:tracePt t="150759" x="2082800" y="4489450"/>
          <p14:tracePt t="150773" x="2025650" y="4527550"/>
          <p14:tracePt t="150782" x="1968500" y="4565650"/>
          <p14:tracePt t="150799" x="1911350" y="4591050"/>
          <p14:tracePt t="150816" x="1784350" y="4673600"/>
          <p14:tracePt t="150832" x="1682750" y="4743450"/>
          <p14:tracePt t="150851" x="1619250" y="4794250"/>
          <p14:tracePt t="150866" x="1581150" y="4819650"/>
          <p14:tracePt t="150882" x="1530350" y="4857750"/>
          <p14:tracePt t="150900" x="1479550" y="4895850"/>
          <p14:tracePt t="150916" x="1447800" y="4921250"/>
          <p14:tracePt t="150932" x="1403350" y="4946650"/>
          <p14:tracePt t="150949" x="1358900" y="4978400"/>
          <p14:tracePt t="150965" x="1339850" y="4991100"/>
          <p14:tracePt t="150982" x="1320800" y="4997450"/>
          <p14:tracePt t="150999" x="1282700" y="5016500"/>
          <p14:tracePt t="151015" x="1250950" y="5048250"/>
          <p14:tracePt t="151031" x="1238250" y="5054600"/>
          <p14:tracePt t="151048" x="1206500" y="5067300"/>
          <p14:tracePt t="151065" x="1193800" y="5073650"/>
          <p14:tracePt t="151082" x="1174750" y="5080000"/>
          <p14:tracePt t="151098" x="1162050" y="5080000"/>
          <p14:tracePt t="151101" x="1149350" y="5086350"/>
          <p14:tracePt t="151115" x="1136650" y="5086350"/>
          <p14:tracePt t="151131" x="1117600" y="5086350"/>
          <p14:tracePt t="151148" x="1104900" y="5092700"/>
          <p14:tracePt t="153093" x="1123950" y="5092700"/>
          <p14:tracePt t="153107" x="1149350" y="5105400"/>
          <p14:tracePt t="153115" x="1193800" y="5118100"/>
          <p14:tracePt t="153128" x="1250950" y="5130800"/>
          <p14:tracePt t="153141" x="1314450" y="5143500"/>
          <p14:tracePt t="153158" x="1460500" y="5175250"/>
          <p14:tracePt t="153174" x="1549400" y="5181600"/>
          <p14:tracePt t="153192" x="1739900" y="5226050"/>
          <p14:tracePt t="153208" x="1962150" y="5251450"/>
          <p14:tracePt t="153224" x="2051050" y="5264150"/>
          <p14:tracePt t="153241" x="2216150" y="5264150"/>
          <p14:tracePt t="153257" x="2355850" y="5276850"/>
          <p14:tracePt t="153274" x="2425700" y="5283200"/>
          <p14:tracePt t="153291" x="2527300" y="5302250"/>
          <p14:tracePt t="153307" x="2647950" y="5302250"/>
          <p14:tracePt t="153325" x="2711450" y="5308600"/>
          <p14:tracePt t="153340" x="2743200" y="5314950"/>
          <p14:tracePt t="153357" x="2774950" y="5321300"/>
          <p14:tracePt t="153374" x="2813050" y="5340350"/>
          <p14:tracePt t="153390" x="2857500" y="5346700"/>
          <p14:tracePt t="153407" x="2876550" y="5346700"/>
          <p14:tracePt t="153424" x="2921000" y="5353050"/>
          <p14:tracePt t="153440" x="2959100" y="5365750"/>
          <p14:tracePt t="153457" x="2990850" y="5378450"/>
          <p14:tracePt t="153473" x="3016250" y="5378450"/>
          <p14:tracePt t="153490" x="3041650" y="5391150"/>
          <p14:tracePt t="153507" x="3073400" y="5397500"/>
          <p14:tracePt t="153523" x="3086100" y="5397500"/>
          <p14:tracePt t="153540" x="3105150" y="5403850"/>
          <p14:tracePt t="153557" x="3117850" y="5403850"/>
          <p14:tracePt t="153590" x="3130550" y="5403850"/>
          <p14:tracePt t="153675" x="3124200" y="5397500"/>
          <p14:tracePt t="153717" x="3117850" y="5391150"/>
          <p14:tracePt t="153725" x="3111500" y="5391150"/>
          <p14:tracePt t="153780" x="3105150" y="5384800"/>
          <p14:tracePt t="153788" x="3098800" y="5384800"/>
          <p14:tracePt t="153809" x="3092450" y="5378450"/>
          <p14:tracePt t="153816" x="3086100" y="5378450"/>
          <p14:tracePt t="153858" x="3086100" y="5372100"/>
          <p14:tracePt t="153865" x="3079750" y="5372100"/>
          <p14:tracePt t="153921" x="3073400" y="5372100"/>
          <p14:tracePt t="153927" x="3067050" y="5365750"/>
          <p14:tracePt t="153956" x="3060700" y="5365750"/>
          <p14:tracePt t="153977" x="3054350" y="5365750"/>
          <p14:tracePt t="154012" x="3048000" y="5365750"/>
          <p14:tracePt t="154068" x="3041650" y="5365750"/>
          <p14:tracePt t="154110" x="3035300" y="5359400"/>
          <p14:tracePt t="154139" x="3028950" y="5359400"/>
          <p14:tracePt t="154145" x="3022600" y="5359400"/>
          <p14:tracePt t="154173" x="3016250" y="5353050"/>
          <p14:tracePt t="154244" x="3009900" y="5346700"/>
          <p14:tracePt t="154265" x="3003550" y="5346700"/>
          <p14:tracePt t="154272" x="3003550" y="5340350"/>
          <p14:tracePt t="154279" x="2997200" y="5340350"/>
          <p14:tracePt t="154307" x="2990850" y="5340350"/>
          <p14:tracePt t="154869" x="2997200" y="5340350"/>
          <p14:tracePt t="154882" x="3016250" y="5340350"/>
          <p14:tracePt t="154890" x="3028950" y="5340350"/>
          <p14:tracePt t="154901" x="3041650" y="5334000"/>
          <p14:tracePt t="154919" x="3073400" y="5334000"/>
          <p14:tracePt t="154935" x="3086100" y="5327650"/>
          <p14:tracePt t="154951" x="3105150" y="5327650"/>
          <p14:tracePt t="154968" x="3162300" y="5321300"/>
          <p14:tracePt t="154985" x="3181350" y="5321300"/>
          <p14:tracePt t="155002" x="3225800" y="5321300"/>
          <p14:tracePt t="155018" x="3251200" y="5314950"/>
          <p14:tracePt t="155035" x="3282950" y="5314950"/>
          <p14:tracePt t="155052" x="3314700" y="5308600"/>
          <p14:tracePt t="155068" x="3321050" y="5302250"/>
          <p14:tracePt t="155084" x="3340100" y="5302250"/>
          <p14:tracePt t="155101" x="3352800" y="5302250"/>
          <p14:tracePt t="155118" x="3359150" y="5302250"/>
          <p14:tracePt t="155122" x="3359150" y="5295900"/>
          <p14:tracePt t="155134" x="3365500" y="5295900"/>
          <p14:tracePt t="155151" x="3371850" y="5295900"/>
          <p14:tracePt t="155178" x="3378200" y="5295900"/>
          <p14:tracePt t="155339" x="3371850" y="5295900"/>
          <p14:tracePt t="155374" x="3365500" y="5295900"/>
          <p14:tracePt t="155409" x="3365500" y="5302250"/>
          <p14:tracePt t="155852" x="3314700" y="5302250"/>
          <p14:tracePt t="155859" x="3251200" y="5321300"/>
          <p14:tracePt t="155874" x="3168650" y="5327650"/>
          <p14:tracePt t="155882" x="3092450" y="5359400"/>
          <p14:tracePt t="155898" x="3009900" y="5378450"/>
          <p14:tracePt t="155916" x="2876550" y="5429250"/>
          <p14:tracePt t="155931" x="2755900" y="5467350"/>
          <p14:tracePt t="155948" x="2711450" y="5480050"/>
          <p14:tracePt t="155966" x="2641600" y="5505450"/>
          <p14:tracePt t="155982" x="2616200" y="5511800"/>
          <p14:tracePt t="155998" x="2578100" y="5524500"/>
          <p14:tracePt t="156015" x="2552700" y="5530850"/>
          <p14:tracePt t="156031" x="2540000" y="5537200"/>
          <p14:tracePt t="156048" x="2527300" y="5543550"/>
          <p14:tracePt t="156065" x="2514600" y="5543550"/>
          <p14:tracePt t="156081" x="2508250" y="5543550"/>
          <p14:tracePt t="156098" x="2495550" y="5549900"/>
          <p14:tracePt t="156130" x="2482850" y="5556250"/>
          <p14:tracePt t="156148" x="2463800" y="5556250"/>
          <p14:tracePt t="156164" x="2438400" y="5556250"/>
          <p14:tracePt t="156183" x="2413000" y="5556250"/>
          <p14:tracePt t="156197" x="2393950" y="5556250"/>
          <p14:tracePt t="156214" x="2355850" y="5556250"/>
          <p14:tracePt t="156231" x="2286000" y="5556250"/>
          <p14:tracePt t="156247" x="2260600" y="5556250"/>
          <p14:tracePt t="156264" x="2222500" y="5556250"/>
          <p14:tracePt t="156281" x="2089150" y="5556250"/>
          <p14:tracePt t="156297" x="2057400" y="5562600"/>
          <p14:tracePt t="156313" x="2032000" y="5562600"/>
          <p14:tracePt t="156330" x="1981200" y="5581650"/>
          <p14:tracePt t="156347" x="1930400" y="5588000"/>
          <p14:tracePt t="156364" x="1911350" y="5588000"/>
          <p14:tracePt t="156380" x="1860550" y="5594350"/>
          <p14:tracePt t="156397" x="1822450" y="5600700"/>
          <p14:tracePt t="156414" x="1778000" y="5607050"/>
          <p14:tracePt t="156430" x="1758950" y="5613400"/>
          <p14:tracePt t="156446" x="1733550" y="5613400"/>
          <p14:tracePt t="156463" x="1714500" y="5619750"/>
          <p14:tracePt t="156479" x="1708150" y="5619750"/>
          <p14:tracePt t="156513" x="1701800" y="5619750"/>
          <p14:tracePt t="156547" x="1695450" y="5619750"/>
          <p14:tracePt t="156666" x="1701800" y="5619750"/>
          <p14:tracePt t="156722" x="1708150" y="5619750"/>
          <p14:tracePt t="156744" x="1714500" y="5613400"/>
          <p14:tracePt t="156757" x="1720850" y="5613400"/>
          <p14:tracePt t="156765" x="1727200" y="5613400"/>
          <p14:tracePt t="156779" x="1733550" y="5607050"/>
          <p14:tracePt t="156795" x="1758950" y="5581650"/>
          <p14:tracePt t="156812" x="1765300" y="5556250"/>
          <p14:tracePt t="156829" x="1803400" y="5492750"/>
          <p14:tracePt t="156844" x="1828800" y="5384800"/>
          <p14:tracePt t="156863" x="1860550" y="5276850"/>
          <p14:tracePt t="156878" x="1860550" y="5226050"/>
          <p14:tracePt t="156895" x="1866900" y="5162550"/>
          <p14:tracePt t="156912" x="1873250" y="5016500"/>
          <p14:tracePt t="156928" x="1873250" y="4978400"/>
          <p14:tracePt t="156945" x="1873250" y="4933950"/>
          <p14:tracePt t="156961" x="1873250" y="4870450"/>
          <p14:tracePt t="156978" x="1873250" y="4813300"/>
          <p14:tracePt t="156995" x="1873250" y="4775200"/>
          <p14:tracePt t="157011" x="1866900" y="4718050"/>
          <p14:tracePt t="157028" x="1860550" y="4648200"/>
          <p14:tracePt t="157045" x="1854200" y="4597400"/>
          <p14:tracePt t="157061" x="1854200" y="4572000"/>
          <p14:tracePt t="157077" x="1847850" y="4521200"/>
          <p14:tracePt t="157095" x="1835150" y="4483100"/>
          <p14:tracePt t="157111" x="1835150" y="4457700"/>
          <p14:tracePt t="157127" x="1828800" y="4432300"/>
          <p14:tracePt t="157144" x="1816100" y="4413250"/>
          <p14:tracePt t="157165" x="1816100" y="4406900"/>
          <p14:tracePt t="157180" x="1809750" y="4400550"/>
          <p14:tracePt t="157194" x="1809750" y="4394200"/>
          <p14:tracePt t="157214" x="1809750" y="4387850"/>
          <p14:tracePt t="157263" x="1816100" y="4387850"/>
          <p14:tracePt t="157297" x="1828800" y="4387850"/>
          <p14:tracePt t="157305" x="1835150" y="4381500"/>
          <p14:tracePt t="157319" x="1841500" y="4381500"/>
          <p14:tracePt t="157327" x="1860550" y="4381500"/>
          <p14:tracePt t="157343" x="1885950" y="4375150"/>
          <p14:tracePt t="157360" x="1981200" y="4375150"/>
          <p14:tracePt t="157376" x="2159000" y="4368800"/>
          <p14:tracePt t="157393" x="2260600" y="4356100"/>
          <p14:tracePt t="157410" x="2489200" y="4356100"/>
          <p14:tracePt t="157426" x="2736850" y="4356100"/>
          <p14:tracePt t="157443" x="2876550" y="4356100"/>
          <p14:tracePt t="157460" x="3143250" y="4362450"/>
          <p14:tracePt t="157476" x="3397250" y="4356100"/>
          <p14:tracePt t="157493" x="3524250" y="4356100"/>
          <p14:tracePt t="157510" x="3759200" y="4356100"/>
          <p14:tracePt t="157526" x="3848100" y="4356100"/>
          <p14:tracePt t="157543" x="4038600" y="4343400"/>
          <p14:tracePt t="157559" x="4184650" y="4343400"/>
          <p14:tracePt t="157576" x="4248150" y="4343400"/>
          <p14:tracePt t="157593" x="4349750" y="4343400"/>
          <p14:tracePt t="157609" x="4419600" y="4343400"/>
          <p14:tracePt t="157626" x="4445000" y="4343400"/>
          <p14:tracePt t="157643" x="4489450" y="4343400"/>
          <p14:tracePt t="157659" x="4521200" y="4343400"/>
          <p14:tracePt t="157676" x="4533900" y="4343400"/>
          <p14:tracePt t="157692" x="4546600" y="4343400"/>
          <p14:tracePt t="157768" x="4540250" y="4343400"/>
          <p14:tracePt t="157776" x="4533900" y="4343400"/>
          <p14:tracePt t="157789" x="4527550" y="4343400"/>
          <p14:tracePt t="157796" x="4521200" y="4337050"/>
          <p14:tracePt t="157817" x="4514850" y="4337050"/>
          <p14:tracePt t="157825" x="4508500" y="4330700"/>
          <p14:tracePt t="157845" x="4502150" y="4330700"/>
          <p14:tracePt t="157866" x="4495800" y="4330700"/>
          <p14:tracePt t="157887" x="4489450" y="4324350"/>
          <p14:tracePt t="157929" x="4483100" y="4324350"/>
          <p14:tracePt t="157979" x="4476750" y="4318000"/>
          <p14:tracePt t="158035" x="4483100" y="4318000"/>
          <p14:tracePt t="158056" x="4489450" y="4318000"/>
          <p14:tracePt t="158069" x="4502150" y="4318000"/>
          <p14:tracePt t="158077" x="4514850" y="4318000"/>
          <p14:tracePt t="158093" x="4533900" y="4318000"/>
          <p14:tracePt t="158107" x="4572000" y="4318000"/>
          <p14:tracePt t="158124" x="4699000" y="4330700"/>
          <p14:tracePt t="158141" x="4895850" y="4362450"/>
          <p14:tracePt t="158157" x="5022850" y="4375150"/>
          <p14:tracePt t="158160" x="5149850" y="4406900"/>
          <p14:tracePt t="158173" x="5264150" y="4425950"/>
          <p14:tracePt t="158190" x="5537200" y="4470400"/>
          <p14:tracePt t="158207" x="5651500" y="4489450"/>
          <p14:tracePt t="158224" x="5867400" y="4533900"/>
          <p14:tracePt t="158241" x="5975350" y="4540250"/>
          <p14:tracePt t="158257" x="6140450" y="4565650"/>
          <p14:tracePt t="158274" x="6254750" y="4565650"/>
          <p14:tracePt t="158290" x="6311900" y="4559300"/>
          <p14:tracePt t="158307" x="6388100" y="4552950"/>
          <p14:tracePt t="158323" x="6451600" y="4546600"/>
          <p14:tracePt t="158340" x="6470650" y="4546600"/>
          <p14:tracePt t="158357" x="6502400" y="4540250"/>
          <p14:tracePt t="158373" x="6515100" y="4540250"/>
          <p14:tracePt t="158390" x="6521450" y="4540250"/>
          <p14:tracePt t="158406" x="6527800" y="4540250"/>
          <p14:tracePt t="158423" x="6534150" y="4540250"/>
          <p14:tracePt t="158449" x="6534150" y="4533900"/>
          <p14:tracePt t="158457" x="6534150" y="4527550"/>
          <p14:tracePt t="158473" x="6527800" y="4527550"/>
          <p14:tracePt t="158489" x="6521450" y="4514850"/>
          <p14:tracePt t="158506" x="6496050" y="4514850"/>
          <p14:tracePt t="158523" x="6457950" y="4514850"/>
          <p14:tracePt t="158540" x="6324600" y="4540250"/>
          <p14:tracePt t="158556" x="6045200" y="4610100"/>
          <p14:tracePt t="158572" x="5810250" y="4679950"/>
          <p14:tracePt t="158589" x="5118100" y="4851400"/>
          <p14:tracePt t="158605" x="4292600" y="5105400"/>
          <p14:tracePt t="158622" x="3460750" y="5372100"/>
          <p14:tracePt t="158639" x="2724150" y="5651500"/>
          <p14:tracePt t="158656" x="2400300" y="5791200"/>
          <p14:tracePt t="158659" x="2159000" y="5899150"/>
          <p14:tracePt t="158672" x="1955800" y="6013450"/>
          <p14:tracePt t="158688" x="1638300" y="6165850"/>
          <p14:tracePt t="158705" x="1524000" y="6216650"/>
          <p14:tracePt t="158723" x="1308100" y="6311900"/>
          <p14:tracePt t="158739" x="1187450" y="6356350"/>
          <p14:tracePt t="158755" x="1143000" y="6375400"/>
          <p14:tracePt t="158772" x="1111250" y="6388100"/>
          <p14:tracePt t="158789" x="1104900" y="6388100"/>
          <p14:tracePt t="158805" x="1098550" y="6388100"/>
          <p14:tracePt t="158849" x="1092200" y="6388100"/>
          <p14:tracePt t="158869" x="1092200" y="6381750"/>
          <p14:tracePt t="158877" x="1092200" y="6375400"/>
          <p14:tracePt t="158891" x="1092200" y="6369050"/>
          <p14:tracePt t="158912" x="1092200" y="6362700"/>
          <p14:tracePt t="158920" x="1092200" y="6350000"/>
          <p14:tracePt t="158937" x="1098550" y="6343650"/>
          <p14:tracePt t="158955" x="1104900" y="6337300"/>
          <p14:tracePt t="158971" x="1117600" y="6324600"/>
          <p14:tracePt t="158989" x="1130300" y="6299200"/>
          <p14:tracePt t="159004" x="1136650" y="6286500"/>
          <p14:tracePt t="159021" x="1155700" y="6242050"/>
          <p14:tracePt t="159038" x="1193800" y="6178550"/>
          <p14:tracePt t="159054" x="1231900" y="6146800"/>
          <p14:tracePt t="159071" x="1263650" y="6115050"/>
          <p14:tracePt t="159090" x="1384300" y="5981700"/>
          <p14:tracePt t="159104" x="1428750" y="5937250"/>
          <p14:tracePt t="159122" x="1485900" y="5899150"/>
          <p14:tracePt t="159137" x="1600200" y="5810250"/>
          <p14:tracePt t="159155" x="1708150" y="5746750"/>
          <p14:tracePt t="159157" x="1752600" y="5721350"/>
          <p14:tracePt t="159173" x="1784350" y="5695950"/>
          <p14:tracePt t="159187" x="1816100" y="5683250"/>
          <p14:tracePt t="159204" x="1841500" y="5657850"/>
          <p14:tracePt t="159221" x="1854200" y="5645150"/>
          <p14:tracePt t="159236" x="1860550" y="5645150"/>
          <p14:tracePt t="159272" x="1854200" y="5645150"/>
          <p14:tracePt t="159286" x="1847850" y="5645150"/>
          <p14:tracePt t="159304" x="1835150" y="5651500"/>
          <p14:tracePt t="159320" x="1822450" y="5664200"/>
          <p14:tracePt t="159336" x="1809750" y="5670550"/>
          <p14:tracePt t="159354" x="1778000" y="5683250"/>
          <p14:tracePt t="159370" x="1714500" y="5708650"/>
          <p14:tracePt t="159386" x="1670050" y="5721350"/>
          <p14:tracePt t="159403" x="1562100" y="5772150"/>
          <p14:tracePt t="159419" x="1492250" y="5797550"/>
          <p14:tracePt t="159436" x="1358900" y="5854700"/>
          <p14:tracePt t="159453" x="1244600" y="5911850"/>
          <p14:tracePt t="159469" x="1200150" y="5937250"/>
          <p14:tracePt t="159486" x="1123950" y="5981700"/>
          <p14:tracePt t="159503" x="1098550" y="5994400"/>
          <p14:tracePt t="159519" x="1092200" y="6000750"/>
          <p14:tracePt t="159536" x="1085850" y="6007100"/>
          <p14:tracePt t="159600" x="1092200" y="6007100"/>
          <p14:tracePt t="159620" x="1104900" y="6007100"/>
          <p14:tracePt t="159649" x="1111250" y="6007100"/>
          <p14:tracePt t="159691" x="1117600" y="6007100"/>
          <p14:tracePt t="159712" x="1123950" y="6007100"/>
          <p14:tracePt t="159733" x="1130300" y="6007100"/>
          <p14:tracePt t="159754" x="1136650" y="6007100"/>
          <p14:tracePt t="159760" x="1143000" y="6013450"/>
          <p14:tracePt t="159774" x="1149350" y="6019800"/>
          <p14:tracePt t="159788" x="1155700" y="6032500"/>
          <p14:tracePt t="159805" x="1162050" y="6038850"/>
          <p14:tracePt t="159818" x="1174750" y="6051550"/>
          <p14:tracePt t="159835" x="1212850" y="6096000"/>
          <p14:tracePt t="159852" x="1257300" y="6153150"/>
          <p14:tracePt t="159868" x="1282700" y="6172200"/>
          <p14:tracePt t="159884" x="1327150" y="6216650"/>
          <p14:tracePt t="159901" x="1358900" y="6254750"/>
          <p14:tracePt t="159918" x="1371600" y="6267450"/>
          <p14:tracePt t="159934" x="1390650" y="6273800"/>
          <p14:tracePt t="159951" x="1397000" y="6286500"/>
          <p14:tracePt t="159967" x="1403350" y="6286500"/>
          <p14:tracePt t="159985" x="1409700" y="6286500"/>
          <p14:tracePt t="160021" x="1416050" y="6286500"/>
          <p14:tracePt t="160084" x="1416050" y="6280150"/>
          <p14:tracePt t="160161" x="1409700" y="6280150"/>
          <p14:tracePt t="160182" x="1403350" y="6280150"/>
          <p14:tracePt t="160714" x="1422400" y="6280150"/>
          <p14:tracePt t="160720" x="1466850" y="6299200"/>
          <p14:tracePt t="160735" x="1524000" y="6311900"/>
          <p14:tracePt t="160748" x="1587500" y="6324600"/>
          <p14:tracePt t="160765" x="1733550" y="6350000"/>
          <p14:tracePt t="160781" x="1822450" y="6375400"/>
          <p14:tracePt t="160798" x="2032000" y="6407150"/>
          <p14:tracePt t="160815" x="2260600" y="6426200"/>
          <p14:tracePt t="160831" x="2362200" y="6426200"/>
          <p14:tracePt t="160848" x="2552700" y="6432550"/>
          <p14:tracePt t="160864" x="2717800" y="6432550"/>
          <p14:tracePt t="160882" x="2844800" y="6432550"/>
          <p14:tracePt t="160897" x="2895600" y="6432550"/>
          <p14:tracePt t="160914" x="2946400" y="6445250"/>
          <p14:tracePt t="160932" x="3067050" y="6432550"/>
          <p14:tracePt t="160947" x="3092450" y="6432550"/>
          <p14:tracePt t="160964" x="3111500" y="6432550"/>
          <p14:tracePt t="160981" x="3143250" y="6432550"/>
          <p14:tracePt t="160997" x="3168650" y="6438900"/>
          <p14:tracePt t="161014" x="3181350" y="6438900"/>
          <p14:tracePt t="161030" x="3200400" y="6438900"/>
          <p14:tracePt t="161047" x="3206750" y="6438900"/>
          <p14:tracePt t="161064" x="3219450" y="6438900"/>
          <p14:tracePt t="161080" x="3225800" y="6438900"/>
          <p14:tracePt t="161097" x="3244850" y="6438900"/>
          <p14:tracePt t="161114" x="3257550" y="6438900"/>
          <p14:tracePt t="161130" x="3263900" y="6445250"/>
          <p14:tracePt t="161147" x="3276600" y="6445250"/>
          <p14:tracePt t="161163" x="3295650" y="6445250"/>
          <p14:tracePt t="161180" x="3314700" y="6445250"/>
          <p14:tracePt t="161197" x="3327400" y="6445250"/>
          <p14:tracePt t="161200" x="3340100" y="6451600"/>
          <p14:tracePt t="161214" x="3352800" y="6451600"/>
          <p14:tracePt t="161230" x="3359150" y="6451600"/>
          <p14:tracePt t="161247" x="3403600" y="6457950"/>
          <p14:tracePt t="161263" x="3429000" y="6457950"/>
          <p14:tracePt t="161280" x="3460750" y="6457950"/>
          <p14:tracePt t="161296" x="3536950" y="6457950"/>
          <p14:tracePt t="161313" x="3594100" y="6457950"/>
          <p14:tracePt t="161330" x="3644900" y="6457950"/>
          <p14:tracePt t="161346" x="3733800" y="6457950"/>
          <p14:tracePt t="161363" x="3784600" y="6457950"/>
          <p14:tracePt t="161381" x="3873500" y="6457950"/>
          <p14:tracePt t="161396" x="3917950" y="6457950"/>
          <p14:tracePt t="161412" x="3968750" y="6457950"/>
          <p14:tracePt t="161430" x="4025900" y="6451600"/>
          <p14:tracePt t="161445" x="4044950" y="6451600"/>
          <p14:tracePt t="161462" x="4064000" y="6451600"/>
          <p14:tracePt t="161479" x="4114800" y="6445250"/>
          <p14:tracePt t="161495" x="4133850" y="6445250"/>
          <p14:tracePt t="161512" x="4159250" y="6445250"/>
          <p14:tracePt t="161529" x="4191000" y="6438900"/>
          <p14:tracePt t="161546" x="4210050" y="6438900"/>
          <p14:tracePt t="161563" x="4235450" y="6432550"/>
          <p14:tracePt t="161579" x="4248150" y="6432550"/>
          <p14:tracePt t="161596" x="4254500" y="6432550"/>
          <p14:tracePt t="161612" x="4260850" y="6426200"/>
          <p14:tracePt t="161629" x="4267200" y="6426200"/>
          <p14:tracePt t="161662" x="4273550" y="6419850"/>
          <p14:tracePt t="161678" x="4279900" y="6419850"/>
          <p14:tracePt t="161695" x="4292600" y="6413500"/>
          <p14:tracePt t="161711" x="4298950" y="6407150"/>
          <p14:tracePt t="162164" x="4330700" y="6394450"/>
          <p14:tracePt t="162178" x="4375150" y="6369050"/>
          <p14:tracePt t="162186" x="4445000" y="6337300"/>
          <p14:tracePt t="162200" x="4502150" y="6311900"/>
          <p14:tracePt t="162210" x="4552950" y="6280150"/>
          <p14:tracePt t="162226" x="4597400" y="6267450"/>
          <p14:tracePt t="162243" x="4743450" y="6216650"/>
          <p14:tracePt t="162260" x="4826000" y="6203950"/>
          <p14:tracePt t="162277" x="4984750" y="6165850"/>
          <p14:tracePt t="162293" x="5073650" y="6146800"/>
          <p14:tracePt t="162309" x="5257800" y="6096000"/>
          <p14:tracePt t="162326" x="5403850" y="6045200"/>
          <p14:tracePt t="162343" x="5461000" y="6019800"/>
          <p14:tracePt t="162361" x="5530850" y="5994400"/>
          <p14:tracePt t="162376" x="5575300" y="5975350"/>
          <p14:tracePt t="162393" x="5594350" y="5962650"/>
          <p14:tracePt t="162410" x="5632450" y="5943600"/>
          <p14:tracePt t="162425" x="5676900" y="5911850"/>
          <p14:tracePt t="162442" x="5695950" y="5911850"/>
          <p14:tracePt t="166876" x="5683250" y="5905500"/>
          <p14:tracePt t="166889" x="5638800" y="5892800"/>
          <p14:tracePt t="166896" x="5594350" y="5867400"/>
          <p14:tracePt t="166913" x="5543550" y="5835650"/>
          <p14:tracePt t="166927" x="5429250" y="5778500"/>
          <p14:tracePt t="166943" x="5346700" y="5727700"/>
          <p14:tracePt t="166960" x="5168900" y="5607050"/>
          <p14:tracePt t="166977" x="5086350" y="5543550"/>
          <p14:tracePt t="166993" x="4857750" y="5391150"/>
          <p14:tracePt t="167010" x="4591050" y="5207000"/>
          <p14:tracePt t="167027" x="4470400" y="5130800"/>
          <p14:tracePt t="167043" x="4260850" y="4965700"/>
          <p14:tracePt t="167060" x="4070350" y="4832350"/>
          <p14:tracePt t="167076" x="3975100" y="4768850"/>
          <p14:tracePt t="167093" x="3803650" y="4654550"/>
          <p14:tracePt t="167110" x="3638550" y="4559300"/>
          <p14:tracePt t="167126" x="3568700" y="4508500"/>
          <p14:tracePt t="167143" x="3403600" y="4438650"/>
          <p14:tracePt t="167159" x="3270250" y="4381500"/>
          <p14:tracePt t="167178" x="3149600" y="4343400"/>
          <p14:tracePt t="167192" x="3086100" y="4337050"/>
          <p14:tracePt t="167209" x="2965450" y="4318000"/>
          <p14:tracePt t="167226" x="2857500" y="4305300"/>
          <p14:tracePt t="167242" x="2806700" y="4305300"/>
          <p14:tracePt t="167259" x="2755900" y="4298950"/>
          <p14:tracePt t="167263" x="2698750" y="4298950"/>
          <p14:tracePt t="167276" x="2609850" y="4298950"/>
          <p14:tracePt t="167292" x="2565400" y="4311650"/>
          <p14:tracePt t="167309" x="2514600" y="4318000"/>
          <p14:tracePt t="167325" x="2444750" y="4324350"/>
          <p14:tracePt t="167342" x="2393950" y="4349750"/>
          <p14:tracePt t="167360" x="2343150" y="4368800"/>
          <p14:tracePt t="167375" x="2324100" y="4387850"/>
          <p14:tracePt t="167392" x="2298700" y="4419600"/>
          <p14:tracePt t="167409" x="2273300" y="4470400"/>
          <p14:tracePt t="167425" x="2273300" y="4483100"/>
          <p14:tracePt t="167786" x="2228850" y="4483100"/>
          <p14:tracePt t="167800" x="2159000" y="4495800"/>
          <p14:tracePt t="167810" x="2070100" y="4495800"/>
          <p14:tracePt t="167823" x="2006600" y="4495800"/>
          <p14:tracePt t="167840" x="1943100" y="4495800"/>
          <p14:tracePt t="167857" x="1797050" y="4489450"/>
          <p14:tracePt t="167873" x="1758950" y="4489450"/>
          <p14:tracePt t="167892" x="1701800" y="4483100"/>
          <p14:tracePt t="167907" x="1663700" y="4476750"/>
          <p14:tracePt t="167923" x="1612900" y="4457700"/>
          <p14:tracePt t="167940" x="1581150" y="4451350"/>
          <p14:tracePt t="167956" x="1530350" y="4438650"/>
          <p14:tracePt t="167973" x="1473200" y="4413250"/>
          <p14:tracePt t="167990" x="1409700" y="4381500"/>
          <p14:tracePt t="168006" x="1377950" y="4375150"/>
          <p14:tracePt t="168023" x="1327150" y="4356100"/>
          <p14:tracePt t="168040" x="1282700" y="4330700"/>
          <p14:tracePt t="168056" x="1270000" y="4318000"/>
          <p14:tracePt t="168074" x="1238250" y="4305300"/>
          <p14:tracePt t="168089" x="1200150" y="4292600"/>
          <p14:tracePt t="168106" x="1187450" y="4286250"/>
          <p14:tracePt t="168123" x="1162050" y="4286250"/>
          <p14:tracePt t="168139" x="1149350" y="4279900"/>
          <p14:tracePt t="168172" x="1130300" y="4279900"/>
          <p14:tracePt t="168206" x="1117600" y="4279900"/>
          <p14:tracePt t="168239" x="1111250" y="4279900"/>
          <p14:tracePt t="168390" x="1111250" y="4273550"/>
          <p14:tracePt t="168410" x="1111250" y="4267200"/>
          <p14:tracePt t="168417" x="1111250" y="4260850"/>
          <p14:tracePt t="168762" x="1123950" y="4311650"/>
          <p14:tracePt t="168776" x="1149350" y="4387850"/>
          <p14:tracePt t="168783" x="1174750" y="4470400"/>
          <p14:tracePt t="168790" x="1193800" y="4546600"/>
          <p14:tracePt t="168806" x="1200150" y="4635500"/>
          <p14:tracePt t="168820" x="1231900" y="4794250"/>
          <p14:tracePt t="168837" x="1238250" y="4870450"/>
          <p14:tracePt t="168854" x="1270000" y="5041900"/>
          <p14:tracePt t="168870" x="1289050" y="5130800"/>
          <p14:tracePt t="168887" x="1314450" y="5334000"/>
          <p14:tracePt t="168903" x="1333500" y="5518150"/>
          <p14:tracePt t="168920" x="1339850" y="5581650"/>
          <p14:tracePt t="168937" x="1352550" y="5708650"/>
          <p14:tracePt t="168953" x="1371600" y="5842000"/>
          <p14:tracePt t="168970" x="1371600" y="5892800"/>
          <p14:tracePt t="168987" x="1377950" y="5988050"/>
          <p14:tracePt t="169003" x="1377950" y="6057900"/>
          <p14:tracePt t="169020" x="1377950" y="6083300"/>
          <p14:tracePt t="169036" x="1377950" y="6134100"/>
          <p14:tracePt t="169053" x="1377950" y="6159500"/>
          <p14:tracePt t="169069" x="1377950" y="6172200"/>
          <p14:tracePt t="169086" x="1377950" y="6178550"/>
          <p14:tracePt t="169190" x="1377950" y="6172200"/>
          <p14:tracePt t="169211" x="1377950" y="6165850"/>
          <p14:tracePt t="169225" x="1377950" y="6153150"/>
          <p14:tracePt t="169232" x="1377950" y="6140450"/>
          <p14:tracePt t="169239" x="1371600" y="6121400"/>
          <p14:tracePt t="169255" x="1371600" y="6089650"/>
          <p14:tracePt t="169269" x="1358900" y="6045200"/>
          <p14:tracePt t="169286" x="1352550" y="5899150"/>
          <p14:tracePt t="169303" x="1333500" y="5734050"/>
          <p14:tracePt t="169319" x="1320800" y="5645150"/>
          <p14:tracePt t="169335" x="1301750" y="5473700"/>
          <p14:tracePt t="169352" x="1270000" y="5321300"/>
          <p14:tracePt t="169368" x="1270000" y="5245100"/>
          <p14:tracePt t="169385" x="1244600" y="5099050"/>
          <p14:tracePt t="169402" x="1212850" y="4991100"/>
          <p14:tracePt t="169418" x="1200150" y="4946650"/>
          <p14:tracePt t="169436" x="1168400" y="4883150"/>
          <p14:tracePt t="169451" x="1155700" y="4832350"/>
          <p14:tracePt t="169468" x="1136650" y="4813300"/>
          <p14:tracePt t="169485" x="1123950" y="4781550"/>
          <p14:tracePt t="169502" x="1117600" y="4756150"/>
          <p14:tracePt t="169518" x="1092200" y="4724400"/>
          <p14:tracePt t="169535" x="1066800" y="4679950"/>
          <p14:tracePt t="169551" x="1054100" y="4667250"/>
          <p14:tracePt t="169568" x="1035050" y="4622800"/>
          <p14:tracePt t="169585" x="1009650" y="4572000"/>
          <p14:tracePt t="169601" x="996950" y="4552950"/>
          <p14:tracePt t="169619" x="971550" y="4502150"/>
          <p14:tracePt t="169634" x="958850" y="4470400"/>
          <p14:tracePt t="169651" x="927100" y="4419600"/>
          <p14:tracePt t="169668" x="908050" y="4356100"/>
          <p14:tracePt t="169684" x="876300" y="4305300"/>
          <p14:tracePt t="169701" x="869950" y="4279900"/>
          <p14:tracePt t="169717" x="857250" y="4248150"/>
          <p14:tracePt t="169734" x="844550" y="4216400"/>
          <p14:tracePt t="169751" x="844550" y="4203700"/>
          <p14:tracePt t="169767" x="838200" y="4184650"/>
          <p14:tracePt t="169783" x="831850" y="4178300"/>
          <p14:tracePt t="169801" x="825500" y="4171950"/>
          <p14:tracePt t="169817" x="825500" y="4165600"/>
          <p14:tracePt t="169833" x="825500" y="4159250"/>
          <p14:tracePt t="169864" x="819150" y="4159250"/>
          <p14:tracePt t="169906" x="819150" y="4152900"/>
          <p14:tracePt t="169962" x="819150" y="4146550"/>
          <p14:tracePt t="170095" x="819150" y="4152900"/>
          <p14:tracePt t="170102" x="819150" y="4159250"/>
          <p14:tracePt t="170118" x="819150" y="4171950"/>
          <p14:tracePt t="170132" x="819150" y="4178300"/>
          <p14:tracePt t="170149" x="825500" y="4241800"/>
          <p14:tracePt t="170166" x="844550" y="4362450"/>
          <p14:tracePt t="170182" x="863600" y="4438650"/>
          <p14:tracePt t="170199" x="895350" y="4622800"/>
          <p14:tracePt t="170216" x="939800" y="4813300"/>
          <p14:tracePt t="170232" x="958850" y="4914900"/>
          <p14:tracePt t="170250" x="996950" y="5137150"/>
          <p14:tracePt t="170265" x="1041400" y="5327650"/>
          <p14:tracePt t="170282" x="1060450" y="5422900"/>
          <p14:tracePt t="170299" x="1079500" y="5575300"/>
          <p14:tracePt t="170315" x="1104900" y="5683250"/>
          <p14:tracePt t="170332" x="1117600" y="5740400"/>
          <p14:tracePt t="170348" x="1143000" y="5835650"/>
          <p14:tracePt t="170364" x="1162050" y="5930900"/>
          <p14:tracePt t="170381" x="1168400" y="5981700"/>
          <p14:tracePt t="170398" x="1174750" y="6051550"/>
          <p14:tracePt t="170415" x="1187450" y="6076950"/>
          <p14:tracePt t="170432" x="1193800" y="6140450"/>
          <p14:tracePt t="170448" x="1193800" y="6159500"/>
          <p14:tracePt t="170464" x="1200150" y="6172200"/>
          <p14:tracePt t="170481" x="1200150" y="6197600"/>
          <p14:tracePt t="170498" x="1206500" y="6203950"/>
          <p14:tracePt t="170514" x="1206500" y="6210300"/>
          <p14:tracePt t="170531" x="1206500" y="6216650"/>
          <p14:tracePt t="170567" x="1212850" y="6216650"/>
          <p14:tracePt t="170581" x="1219200" y="6216650"/>
          <p14:tracePt t="170597" x="1231900" y="6216650"/>
          <p14:tracePt t="170615" x="1257300" y="6216650"/>
          <p14:tracePt t="170630" x="1282700" y="6223000"/>
          <p14:tracePt t="170647" x="1377950" y="6242050"/>
          <p14:tracePt t="170664" x="1511300" y="6261100"/>
          <p14:tracePt t="170680" x="1600200" y="6267450"/>
          <p14:tracePt t="170697" x="1676400" y="6286500"/>
          <p14:tracePt t="170714" x="1949450" y="6337300"/>
          <p14:tracePt t="170730" x="2044700" y="6350000"/>
          <p14:tracePt t="170748" x="2209800" y="6388100"/>
          <p14:tracePt t="170763" x="2279650" y="6407150"/>
          <p14:tracePt t="170780" x="2406650" y="6426200"/>
          <p14:tracePt t="170797" x="2501900" y="6445250"/>
          <p14:tracePt t="170813" x="2546350" y="6451600"/>
          <p14:tracePt t="170830" x="2628900" y="6457950"/>
          <p14:tracePt t="170847" x="2698750" y="6477000"/>
          <p14:tracePt t="170863" x="2724150" y="6477000"/>
          <p14:tracePt t="170880" x="2774950" y="6483350"/>
          <p14:tracePt t="170896" x="2819400" y="6496050"/>
          <p14:tracePt t="170913" x="2838450" y="6496050"/>
          <p14:tracePt t="170930" x="2870200" y="6502400"/>
          <p14:tracePt t="170946" x="2914650" y="6508750"/>
          <p14:tracePt t="170963" x="2933700" y="6515100"/>
          <p14:tracePt t="170980" x="2965450" y="6521450"/>
          <p14:tracePt t="170996" x="3009900" y="6534150"/>
          <p14:tracePt t="171013" x="3022600" y="6534150"/>
          <p14:tracePt t="171029" x="3054350" y="6546850"/>
          <p14:tracePt t="171046" x="3067050" y="6546850"/>
          <p14:tracePt t="171063" x="3092450" y="6546850"/>
          <p14:tracePt t="171079" x="3098800" y="6546850"/>
          <p14:tracePt t="171095" x="3105150" y="6546850"/>
          <p14:tracePt t="171113" x="3111500" y="6546850"/>
          <p14:tracePt t="171155" x="3111500" y="6540500"/>
          <p14:tracePt t="171204" x="3105150" y="6540500"/>
          <p14:tracePt t="171225" x="3098800" y="6534150"/>
          <p14:tracePt t="171267" x="3092450" y="6527800"/>
          <p14:tracePt t="171295" x="3086100" y="6527800"/>
          <p14:tracePt t="171316" x="3073400" y="6527800"/>
          <p14:tracePt t="171330" x="3073400" y="6521450"/>
          <p14:tracePt t="171337" x="3067050" y="6521450"/>
          <p14:tracePt t="171345" x="3060700" y="6521450"/>
          <p14:tracePt t="171379" x="3054350" y="6521450"/>
          <p14:tracePt t="171400" x="3048000" y="6521450"/>
          <p14:tracePt t="171415" x="3041650" y="6515100"/>
          <p14:tracePt t="171436" x="3035300" y="6515100"/>
          <p14:tracePt t="171457" x="3028950" y="6515100"/>
          <p14:tracePt t="171478" x="3022600" y="6515100"/>
          <p14:tracePt t="171505" x="3022600" y="6508750"/>
          <p14:tracePt t="171541" x="3016250" y="6508750"/>
          <p14:tracePt t="171555" x="3009900" y="6502400"/>
          <p14:tracePt t="171575" x="3003550" y="6496050"/>
          <p14:tracePt t="171597" x="2997200" y="6496050"/>
          <p14:tracePt t="171618" x="2997200" y="6489700"/>
          <p14:tracePt t="171646" x="2990850" y="6483350"/>
          <p14:tracePt t="171667" x="2984500" y="6483350"/>
          <p14:tracePt t="171814" x="2978150" y="6483350"/>
          <p14:tracePt t="172271" x="2978150" y="6464300"/>
          <p14:tracePt t="172278" x="2978150" y="6413500"/>
          <p14:tracePt t="172294" x="2965450" y="6350000"/>
          <p14:tracePt t="172308" x="2959100" y="6216650"/>
          <p14:tracePt t="172325" x="2940050" y="6153150"/>
          <p14:tracePt t="172342" x="2889250" y="5969000"/>
          <p14:tracePt t="172358" x="2844800" y="5854700"/>
          <p14:tracePt t="172375" x="2749550" y="5619750"/>
          <p14:tracePt t="172392" x="2667000" y="5397500"/>
          <p14:tracePt t="172408" x="2609850" y="5302250"/>
          <p14:tracePt t="172425" x="2520950" y="5137150"/>
          <p14:tracePt t="172441" x="2432050" y="4984750"/>
          <p14:tracePt t="172458" x="2393950" y="4921250"/>
          <p14:tracePt t="172475" x="2317750" y="4838700"/>
          <p14:tracePt t="172491" x="2266950" y="4794250"/>
          <p14:tracePt t="172508" x="2228850" y="4768850"/>
          <p14:tracePt t="172524" x="2171700" y="4743450"/>
          <p14:tracePt t="172540" x="2095500" y="4718050"/>
          <p14:tracePt t="172557" x="2057400" y="4699000"/>
          <p14:tracePt t="172574" x="1987550" y="4686300"/>
          <p14:tracePt t="172591" x="1917700" y="4686300"/>
          <p14:tracePt t="172609" x="1860550" y="4686300"/>
          <p14:tracePt t="172624" x="1828800" y="4692650"/>
          <p14:tracePt t="172640" x="1803400" y="4692650"/>
          <p14:tracePt t="172657" x="1689100" y="4730750"/>
          <p14:tracePt t="172673" x="1631950" y="4756150"/>
          <p14:tracePt t="172690" x="1587500" y="4794250"/>
          <p14:tracePt t="172707" x="1479550" y="4870450"/>
          <p14:tracePt t="172724" x="1397000" y="4959350"/>
          <p14:tracePt t="172740" x="1352550" y="5010150"/>
          <p14:tracePt t="172756" x="1295400" y="5118100"/>
          <p14:tracePt t="172773" x="1270000" y="5226050"/>
          <p14:tracePt t="172791" x="1263650" y="5308600"/>
          <p14:tracePt t="172806" x="1263650" y="5327650"/>
          <p14:tracePt t="172823" x="1263650" y="5372100"/>
          <p14:tracePt t="172840" x="1263650" y="5384800"/>
          <p14:tracePt t="172856" x="1263650" y="5391150"/>
          <p14:tracePt t="172873" x="1263650" y="5397500"/>
          <p14:tracePt t="172890" x="1276350" y="5397500"/>
          <p14:tracePt t="172906" x="1282700" y="5391150"/>
          <p14:tracePt t="172924" x="1295400" y="5378450"/>
          <p14:tracePt t="172939" x="1314450" y="5340350"/>
          <p14:tracePt t="172956" x="1327150" y="5321300"/>
          <p14:tracePt t="172973" x="1365250" y="5226050"/>
          <p14:tracePt t="172989" x="1390650" y="5156200"/>
          <p14:tracePt t="173006" x="1435100" y="4978400"/>
          <p14:tracePt t="173023" x="1454150" y="4743450"/>
          <p14:tracePt t="173039" x="1454150" y="4635500"/>
          <p14:tracePt t="173056" x="1466850" y="4419600"/>
          <p14:tracePt t="173072" x="1466850" y="4273550"/>
          <p14:tracePt t="173089" x="1473200" y="4235450"/>
          <p14:tracePt t="173106" x="1473200" y="4197350"/>
          <p14:tracePt t="173122" x="1473200" y="4191000"/>
          <p14:tracePt t="173155" x="1479550" y="4197350"/>
          <p14:tracePt t="173172" x="1479550" y="4222750"/>
          <p14:tracePt t="173188" x="1479550" y="4254500"/>
          <p14:tracePt t="173205" x="1492250" y="4349750"/>
          <p14:tracePt t="173221" x="1492250" y="4514850"/>
          <p14:tracePt t="173240" x="1517650" y="4743450"/>
          <p14:tracePt t="173255" x="1517650" y="4870450"/>
          <p14:tracePt t="173271" x="1517650" y="5003800"/>
          <p14:tracePt t="173289" x="1511300" y="5397500"/>
          <p14:tracePt t="173305" x="1511300" y="5499100"/>
          <p14:tracePt t="173321" x="1504950" y="5588000"/>
          <p14:tracePt t="173338" x="1504950" y="5727700"/>
          <p14:tracePt t="173355" x="1504950" y="5822950"/>
          <p14:tracePt t="173371" x="1504950" y="5848350"/>
          <p14:tracePt t="173388" x="1504950" y="5880100"/>
          <p14:tracePt t="173404" x="1504950" y="5886450"/>
          <p14:tracePt t="173443" x="1511300" y="5886450"/>
          <p14:tracePt t="173450" x="1517650" y="5880100"/>
          <p14:tracePt t="173464" x="1524000" y="5880100"/>
          <p14:tracePt t="173474" x="1530350" y="5867400"/>
          <p14:tracePt t="173487" x="1536700" y="5842000"/>
          <p14:tracePt t="173504" x="1568450" y="5759450"/>
          <p14:tracePt t="173521" x="1619250" y="5588000"/>
          <p14:tracePt t="173537" x="1651000" y="5473700"/>
          <p14:tracePt t="173554" x="1676400" y="5346700"/>
          <p14:tracePt t="173570" x="1739900" y="4953000"/>
          <p14:tracePt t="173587" x="1746250" y="4838700"/>
          <p14:tracePt t="173604" x="1765300" y="4641850"/>
          <p14:tracePt t="173620" x="1765300" y="4578350"/>
          <p14:tracePt t="173637" x="1765300" y="4502150"/>
          <p14:tracePt t="173654" x="1765300" y="4483100"/>
          <p14:tracePt t="173670" x="1765300" y="4476750"/>
          <p14:tracePt t="173687" x="1765300" y="4483100"/>
          <p14:tracePt t="173704" x="1765300" y="4514850"/>
          <p14:tracePt t="173720" x="1758950" y="4540250"/>
          <p14:tracePt t="173737" x="1752600" y="4616450"/>
          <p14:tracePt t="173753" x="1739900" y="4768850"/>
          <p14:tracePt t="173770" x="1720850" y="4883150"/>
          <p14:tracePt t="173787" x="1708150" y="5149850"/>
          <p14:tracePt t="173803" x="1701800" y="5416550"/>
          <p14:tracePt t="173820" x="1689100" y="5543550"/>
          <p14:tracePt t="173837" x="1689100" y="5772150"/>
          <p14:tracePt t="173853" x="1695450" y="5937250"/>
          <p14:tracePt t="173870" x="1701800" y="5988050"/>
          <p14:tracePt t="173886" x="1720850" y="6083300"/>
          <p14:tracePt t="173903" x="1727200" y="6102350"/>
          <p14:tracePt t="173920" x="1752600" y="6121400"/>
          <p14:tracePt t="173935" x="1758950" y="6121400"/>
          <p14:tracePt t="173952" x="1765300" y="6121400"/>
          <p14:tracePt t="173969" x="1822450" y="6096000"/>
          <p14:tracePt t="173986" x="1924050" y="6019800"/>
          <p14:tracePt t="174002" x="1993900" y="5962650"/>
          <p14:tracePt t="174019" x="2266950" y="5740400"/>
          <p14:tracePt t="174035" x="2654300" y="5397500"/>
          <p14:tracePt t="174052" x="2870200" y="5226050"/>
          <p14:tracePt t="174069" x="3289300" y="4927600"/>
          <p14:tracePt t="174085" x="3689350" y="4699000"/>
          <p14:tracePt t="174103" x="4076700" y="4533900"/>
          <p14:tracePt t="174119" x="4241800" y="4470400"/>
          <p14:tracePt t="174135" x="4425950" y="4413250"/>
          <p14:tracePt t="174152" x="4826000" y="4337050"/>
          <p14:tracePt t="174168" x="4914900" y="4324350"/>
          <p14:tracePt t="174185" x="4991100" y="4318000"/>
          <p14:tracePt t="174202" x="5111750" y="4305300"/>
          <p14:tracePt t="174218" x="5226050" y="4311650"/>
          <p14:tracePt t="174235" x="5276850" y="4311650"/>
          <p14:tracePt t="174251" x="5327650" y="4318000"/>
          <p14:tracePt t="174269" x="5397500" y="4324350"/>
          <p14:tracePt t="174285" x="5441950" y="4337050"/>
          <p14:tracePt t="174301" x="5448300" y="4292600"/>
          <p14:tracePt t="177753" x="5441950" y="4273550"/>
          <p14:tracePt t="177759" x="5410200" y="4248150"/>
          <p14:tracePt t="177775" x="5372100" y="4216400"/>
          <p14:tracePt t="177789" x="5340350" y="4178300"/>
          <p14:tracePt t="177806" x="5251450" y="4076700"/>
          <p14:tracePt t="177823" x="5156200" y="3962400"/>
          <p14:tracePt t="177839" x="5099050" y="3886200"/>
          <p14:tracePt t="177856" x="4933950" y="3683000"/>
          <p14:tracePt t="177872" x="4756150" y="3460750"/>
          <p14:tracePt t="177889" x="4660900" y="3365500"/>
          <p14:tracePt t="177906" x="4476750" y="3168650"/>
          <p14:tracePt t="177922" x="4318000" y="3003550"/>
          <p14:tracePt t="177939" x="4248150" y="2921000"/>
          <p14:tracePt t="177956" x="4076700" y="2749550"/>
          <p14:tracePt t="177971" x="3911600" y="2603500"/>
          <p14:tracePt t="177989" x="3829050" y="2533650"/>
          <p14:tracePt t="178005" x="3708400" y="2400300"/>
          <p14:tracePt t="178022" x="3568700" y="2305050"/>
          <p14:tracePt t="178039" x="3448050" y="2197100"/>
          <p14:tracePt t="178056" x="3403600" y="2139950"/>
          <p14:tracePt t="178072" x="3346450" y="2089150"/>
          <p14:tracePt t="178089" x="3238500" y="1968500"/>
          <p14:tracePt t="178105" x="3162300" y="1911350"/>
          <p14:tracePt t="178121" x="3086100" y="1828800"/>
          <p14:tracePt t="178139" x="3060700" y="1797050"/>
          <p14:tracePt t="178155" x="3009900" y="1739900"/>
          <p14:tracePt t="178172" x="2997200" y="1708150"/>
          <p14:tracePt t="178187" x="2984500" y="1695450"/>
          <p14:tracePt t="178204" x="2946400" y="1682750"/>
          <p14:tracePt t="178221" x="2927350" y="1676400"/>
          <p14:tracePt t="178238" x="2908300" y="1670050"/>
          <p14:tracePt t="178255" x="2851150" y="1676400"/>
          <p14:tracePt t="178271" x="2819400" y="1695450"/>
          <p14:tracePt t="178287" x="2730500" y="1746250"/>
          <p14:tracePt t="178304" x="2673350" y="1784350"/>
          <p14:tracePt t="178321" x="2495550" y="1930400"/>
          <p14:tracePt t="178337" x="2444750" y="1987550"/>
          <p14:tracePt t="178354" x="2400300" y="2044700"/>
          <p14:tracePt t="178371" x="2298700" y="2254250"/>
          <p14:tracePt t="178387" x="2279650" y="2343150"/>
          <p14:tracePt t="178405" x="2260600" y="2501900"/>
          <p14:tracePt t="178420" x="2260600" y="2578100"/>
          <p14:tracePt t="178437" x="2260600" y="2692400"/>
          <p14:tracePt t="178455" x="2286000" y="2768600"/>
          <p14:tracePt t="178470" x="2292350" y="2787650"/>
          <p14:tracePt t="178487" x="2317750" y="2832100"/>
          <p14:tracePt t="178504" x="2343150" y="2863850"/>
          <p14:tracePt t="178520" x="2349500" y="2870200"/>
          <p14:tracePt t="178537" x="2381250" y="2889250"/>
          <p14:tracePt t="178553" x="2400300" y="2895600"/>
          <p14:tracePt t="178570" x="2406650" y="2895600"/>
          <p14:tracePt t="178587" x="2425700" y="2895600"/>
          <p14:tracePt t="178603" x="2438400" y="2895600"/>
          <p14:tracePt t="178620" x="2451100" y="2889250"/>
          <p14:tracePt t="178637" x="2476500" y="2882900"/>
          <p14:tracePt t="178653" x="2501900" y="2870200"/>
          <p14:tracePt t="178669" x="2520950" y="2857500"/>
          <p14:tracePt t="178687" x="2546350" y="2838450"/>
          <p14:tracePt t="178703" x="2565400" y="2825750"/>
          <p14:tracePt t="178721" x="2616200" y="2755900"/>
          <p14:tracePt t="178736" x="2628900" y="2736850"/>
          <p14:tracePt t="178753" x="2647950" y="2705100"/>
          <p14:tracePt t="178770" x="2660650" y="2647950"/>
          <p14:tracePt t="178786" x="2673350" y="2578100"/>
          <p14:tracePt t="178803" x="2686050" y="2533650"/>
          <p14:tracePt t="178819" x="2686050" y="2444750"/>
          <p14:tracePt t="178836" x="2679700" y="2336800"/>
          <p14:tracePt t="178852" x="2673350" y="2273300"/>
          <p14:tracePt t="178869" x="2654300" y="2152650"/>
          <p14:tracePt t="178885" x="2647950" y="2089150"/>
          <p14:tracePt t="178903" x="2609850" y="1955800"/>
          <p14:tracePt t="178920" x="2590800" y="1885950"/>
          <p14:tracePt t="178935" x="2540000" y="1739900"/>
          <p14:tracePt t="178952" x="2495550" y="1631950"/>
          <p14:tracePt t="178969" x="2476500" y="1562100"/>
          <p14:tracePt t="178985" x="2470150" y="1536700"/>
          <p14:tracePt t="179002" x="2463800" y="1498600"/>
          <p14:tracePt t="179019" x="2457450" y="1498600"/>
          <p14:tracePt t="179057" x="2457450" y="1504950"/>
          <p14:tracePt t="179068" x="2457450" y="1511300"/>
          <p14:tracePt t="179085" x="2451100" y="1530350"/>
          <p14:tracePt t="179101" x="2451100" y="1536700"/>
          <p14:tracePt t="179118" x="2451100" y="1549400"/>
          <p14:tracePt t="179135" x="2438400" y="1593850"/>
          <p14:tracePt t="179151" x="2438400" y="1682750"/>
          <p14:tracePt t="179168" x="2438400" y="1758950"/>
          <p14:tracePt t="179185" x="2438400" y="1987550"/>
          <p14:tracePt t="179201" x="2444750" y="2254250"/>
          <p14:tracePt t="179218" x="2444750" y="2489200"/>
          <p14:tracePt t="179234" x="2451100" y="2717800"/>
          <p14:tracePt t="179251" x="2451100" y="2832100"/>
          <p14:tracePt t="179268" x="2463800" y="3035300"/>
          <p14:tracePt t="179284" x="2463800" y="3213100"/>
          <p14:tracePt t="179300" x="2463800" y="3276600"/>
          <p14:tracePt t="179318" x="2463800" y="3416300"/>
          <p14:tracePt t="179334" x="2463800" y="3473450"/>
          <p14:tracePt t="179351" x="2463800" y="3549650"/>
          <p14:tracePt t="179367" x="2463800" y="3587750"/>
          <p14:tracePt t="179486" x="2463800" y="3581400"/>
          <p14:tracePt t="179528" x="2463800" y="3575050"/>
          <p14:tracePt t="179556" x="2463800" y="3568700"/>
          <p14:tracePt t="179605" x="2470150" y="3568700"/>
          <p14:tracePt t="180490" x="2482850" y="3511550"/>
          <p14:tracePt t="180497" x="2501900" y="3441700"/>
          <p14:tracePt t="180513" x="2514600" y="3378200"/>
          <p14:tracePt t="180531" x="2540000" y="3206750"/>
          <p14:tracePt t="180546" x="2540000" y="2990850"/>
          <p14:tracePt t="180563" x="2540000" y="2882900"/>
          <p14:tracePt t="180580" x="2520950" y="2686050"/>
          <p14:tracePt t="180596" x="2495550" y="2597150"/>
          <p14:tracePt t="180613" x="2457450" y="2413000"/>
          <p14:tracePt t="180630" x="2387600" y="2228850"/>
          <p14:tracePt t="180646" x="2343150" y="2133600"/>
          <p14:tracePt t="180663" x="2241550" y="1962150"/>
          <p14:tracePt t="180679" x="2197100" y="1866900"/>
          <p14:tracePt t="180696" x="2095500" y="1714500"/>
          <p14:tracePt t="180713" x="2051050" y="1657350"/>
          <p14:tracePt t="180729" x="1987550" y="1600200"/>
          <p14:tracePt t="180746" x="1911350" y="1549400"/>
          <p14:tracePt t="180762" x="1873250" y="1530350"/>
          <p14:tracePt t="180779" x="1752600" y="1549400"/>
          <p14:tracePt t="180795" x="1682750" y="1581150"/>
          <p14:tracePt t="180812" x="1530350" y="1714500"/>
          <p14:tracePt t="180829" x="1390650" y="1930400"/>
          <p14:tracePt t="180846" x="1301750" y="2152650"/>
          <p14:tracePt t="180862" x="1270000" y="2279650"/>
          <p14:tracePt t="180879" x="1250950" y="2393950"/>
          <p14:tracePt t="180882" x="1250950" y="2533650"/>
          <p14:tracePt t="180896" x="1250950" y="2762250"/>
          <p14:tracePt t="180912" x="1257300" y="2851150"/>
          <p14:tracePt t="180928" x="1263650" y="2927350"/>
          <p14:tracePt t="180945" x="1282700" y="3060700"/>
          <p14:tracePt t="180961" x="1327150" y="3155950"/>
          <p14:tracePt t="180978" x="1358900" y="3200400"/>
          <p14:tracePt t="180995" x="1447800" y="3295650"/>
          <p14:tracePt t="181011" x="1530350" y="3371850"/>
          <p14:tracePt t="181028" x="1600200" y="3422650"/>
          <p14:tracePt t="181045" x="1727200" y="3479800"/>
          <p14:tracePt t="181061" x="1809750" y="3511550"/>
          <p14:tracePt t="181078" x="1879600" y="3517900"/>
          <p14:tracePt t="181094" x="1911350" y="3517900"/>
          <p14:tracePt t="181111" x="1962150" y="3505200"/>
          <p14:tracePt t="181128" x="2019300" y="3479800"/>
          <p14:tracePt t="181144" x="2051050" y="3467100"/>
          <p14:tracePt t="181161" x="2082800" y="3448050"/>
          <p14:tracePt t="181177" x="2165350" y="3359150"/>
          <p14:tracePt t="181193" x="2190750" y="3314700"/>
          <p14:tracePt t="181211" x="2247900" y="3194050"/>
          <p14:tracePt t="181227" x="2266950" y="3111500"/>
          <p14:tracePt t="181244" x="2286000" y="2933700"/>
          <p14:tracePt t="181261" x="2286000" y="2705100"/>
          <p14:tracePt t="181277" x="2254250" y="2578100"/>
          <p14:tracePt t="181294" x="2190750" y="2317750"/>
          <p14:tracePt t="181311" x="2101850" y="2082800"/>
          <p14:tracePt t="181327" x="2063750" y="1993900"/>
          <p14:tracePt t="181344" x="1987550" y="1809750"/>
          <p14:tracePt t="181360" x="1949450" y="1727200"/>
          <p14:tracePt t="181377" x="1911350" y="1657350"/>
          <p14:tracePt t="181381" x="1860550" y="1574800"/>
          <p14:tracePt t="181394" x="1828800" y="1517650"/>
          <p14:tracePt t="181410" x="1778000" y="1473200"/>
          <p14:tracePt t="181427" x="1771650" y="1466850"/>
          <p14:tracePt t="181443" x="1765300" y="1466850"/>
          <p14:tracePt t="181460" x="1720850" y="1517650"/>
          <p14:tracePt t="181477" x="1670050" y="1574800"/>
          <p14:tracePt t="181493" x="1555750" y="1778000"/>
          <p14:tracePt t="181510" x="1447800" y="2070100"/>
          <p14:tracePt t="181527" x="1409700" y="2324100"/>
          <p14:tracePt t="181543" x="1384300" y="2565400"/>
          <p14:tracePt t="181560" x="1377950" y="2692400"/>
          <p14:tracePt t="181576" x="1365250" y="2921000"/>
          <p14:tracePt t="181593" x="1377950" y="3079750"/>
          <p14:tracePt t="181609" x="1397000" y="3155950"/>
          <p14:tracePt t="181626" x="1416050" y="3302000"/>
          <p14:tracePt t="181642" x="1447800" y="3416300"/>
          <p14:tracePt t="181660" x="1492250" y="3473450"/>
          <p14:tracePt t="181676" x="1504950" y="3486150"/>
          <p14:tracePt t="181692" x="1543050" y="3511550"/>
          <p14:tracePt t="181710" x="1562100" y="3517900"/>
          <p14:tracePt t="181726" x="1612900" y="3517900"/>
          <p14:tracePt t="181742" x="1682750" y="3498850"/>
          <p14:tracePt t="181760" x="1758950" y="3467100"/>
          <p14:tracePt t="181776" x="1778000" y="3441700"/>
          <p14:tracePt t="181794" x="1841500" y="3409950"/>
          <p14:tracePt t="181809" x="1892300" y="3365500"/>
          <p14:tracePt t="181825" x="1911350" y="3333750"/>
          <p14:tracePt t="181843" x="1962150" y="3257550"/>
          <p14:tracePt t="181859" x="1993900" y="3213100"/>
          <p14:tracePt t="181876" x="2019300" y="3130550"/>
          <p14:tracePt t="181879" x="2025650" y="3086100"/>
          <p14:tracePt t="181894" x="2032000" y="3035300"/>
          <p14:tracePt t="181909" x="2032000" y="2984500"/>
          <p14:tracePt t="181927" x="2044700" y="2851150"/>
          <p14:tracePt t="181942" x="2032000" y="2724150"/>
          <p14:tracePt t="181958" x="2012950" y="2654300"/>
          <p14:tracePt t="181976" x="1993900" y="2520950"/>
          <p14:tracePt t="181991" x="1968500" y="2413000"/>
          <p14:tracePt t="182008" x="1949450" y="2374900"/>
          <p14:tracePt t="182025" x="1911350" y="2273300"/>
          <p14:tracePt t="182041" x="1885950" y="2203450"/>
          <p14:tracePt t="182058" x="1873250" y="2159000"/>
          <p14:tracePt t="182075" x="1841500" y="2108200"/>
          <p14:tracePt t="182091" x="1828800" y="2095500"/>
          <p14:tracePt t="182108" x="1822450" y="2070100"/>
          <p14:tracePt t="182124" x="1790700" y="2032000"/>
          <p14:tracePt t="182141" x="1784350" y="2006600"/>
          <p14:tracePt t="182158" x="1758950" y="1968500"/>
          <p14:tracePt t="182174" x="1752600" y="1943100"/>
          <p14:tracePt t="182191" x="1733550" y="1930400"/>
          <p14:tracePt t="182208" x="1720850" y="1905000"/>
          <p14:tracePt t="182224" x="1714500" y="1898650"/>
          <p14:tracePt t="182257" x="1714500" y="1892300"/>
          <p14:tracePt t="182502" x="1708150" y="1885950"/>
          <p14:tracePt t="182509" x="1708150" y="1873250"/>
          <p14:tracePt t="182526" x="1701800" y="1860550"/>
          <p14:tracePt t="182539" x="1701800" y="1847850"/>
          <p14:tracePt t="182556" x="1695450" y="1790700"/>
          <p14:tracePt t="182573" x="1676400" y="1714500"/>
          <p14:tracePt t="182590" x="1676400" y="1676400"/>
          <p14:tracePt t="182607" x="1676400" y="1587500"/>
          <p14:tracePt t="182623" x="1695450" y="1504950"/>
          <p14:tracePt t="182639" x="1714500" y="1473200"/>
          <p14:tracePt t="182656" x="1739900" y="1416050"/>
          <p14:tracePt t="182672" x="1784350" y="1390650"/>
          <p14:tracePt t="182689" x="1816100" y="1390650"/>
          <p14:tracePt t="182707" x="1873250" y="1390650"/>
          <p14:tracePt t="182722" x="1936750" y="1441450"/>
          <p14:tracePt t="182739" x="2000250" y="1498600"/>
          <p14:tracePt t="182755" x="2133600" y="1651000"/>
          <p14:tracePt t="182771" x="2209800" y="1778000"/>
          <p14:tracePt t="182788" x="2292350" y="1905000"/>
          <p14:tracePt t="182805" x="2444750" y="2286000"/>
          <p14:tracePt t="182822" x="2527300" y="2711450"/>
          <p14:tracePt t="182839" x="2520950" y="3111500"/>
          <p14:tracePt t="182855" x="2457450" y="3435350"/>
          <p14:tracePt t="182871" x="2425700" y="3549650"/>
          <p14:tracePt t="182888" x="2343150" y="3771900"/>
          <p14:tracePt t="182905" x="2241550" y="3924300"/>
          <p14:tracePt t="182922" x="2216150" y="3968750"/>
          <p14:tracePt t="182938" x="2146300" y="4019550"/>
          <p14:tracePt t="182955" x="2101850" y="4038600"/>
          <p14:tracePt t="182973" x="2070100" y="4038600"/>
          <p14:tracePt t="182987" x="2063750" y="4038600"/>
          <p14:tracePt t="183004" x="2063750" y="4032250"/>
          <p14:tracePt t="183022" x="2063750" y="4006850"/>
          <p14:tracePt t="183038" x="2051050" y="3975100"/>
          <p14:tracePt t="183054" x="2044700" y="3949700"/>
          <p14:tracePt t="183071" x="2019300" y="3765550"/>
          <p14:tracePt t="183087" x="2019300" y="3689350"/>
          <p14:tracePt t="183104" x="2019300" y="3600450"/>
          <p14:tracePt t="183120" x="2032000" y="3390900"/>
          <p14:tracePt t="183137" x="2082800" y="3187700"/>
          <p14:tracePt t="183155" x="2171700" y="2965450"/>
          <p14:tracePt t="183171" x="2209800" y="2870200"/>
          <p14:tracePt t="183187" x="2241550" y="2781300"/>
          <p14:tracePt t="183204" x="2311400" y="2628900"/>
          <p14:tracePt t="183220" x="2349500" y="2571750"/>
          <p14:tracePt t="183237" x="2374900" y="2514600"/>
          <p14:tracePt t="183254" x="2406650" y="2476500"/>
          <p14:tracePt t="183270" x="2413000" y="2470150"/>
          <p14:tracePt t="183287" x="2444750" y="2463800"/>
          <p14:tracePt t="212225" x="2451100" y="2463800"/>
          <p14:tracePt t="212231" x="2457450" y="2463800"/>
          <p14:tracePt t="212246" x="2476500" y="2463800"/>
          <p14:tracePt t="212254" x="2489200" y="2463800"/>
          <p14:tracePt t="212270" x="2501900" y="2463800"/>
          <p14:tracePt t="212287" x="2533650" y="2470150"/>
          <p14:tracePt t="212303" x="2559050" y="2476500"/>
          <p14:tracePt t="212320" x="2584450" y="2482850"/>
          <p14:tracePt t="212337" x="2622550" y="2501900"/>
          <p14:tracePt t="212353" x="2673350" y="2520950"/>
          <p14:tracePt t="212370" x="2692400" y="2533650"/>
          <p14:tracePt t="212386" x="2736850" y="2552700"/>
          <p14:tracePt t="212403" x="2781300" y="2571750"/>
          <p14:tracePt t="212421" x="2813050" y="2584450"/>
          <p14:tracePt t="212436" x="2832100" y="2590800"/>
          <p14:tracePt t="212453" x="2857500" y="2597150"/>
          <p14:tracePt t="212470" x="2921000" y="2622550"/>
          <p14:tracePt t="212486" x="2940050" y="2641600"/>
          <p14:tracePt t="212502" x="2971800" y="2647950"/>
          <p14:tracePt t="212519" x="3022600" y="2667000"/>
          <p14:tracePt t="212536" x="3073400" y="2686050"/>
          <p14:tracePt t="212552" x="3098800" y="2692400"/>
          <p14:tracePt t="212569" x="3149600" y="2705100"/>
          <p14:tracePt t="212586" x="3206750" y="2717800"/>
          <p14:tracePt t="212603" x="3251200" y="2730500"/>
          <p14:tracePt t="212619" x="3282950" y="2743200"/>
          <p14:tracePt t="212635" x="3333750" y="2755900"/>
          <p14:tracePt t="212653" x="3371850" y="2768600"/>
          <p14:tracePt t="212669" x="3390900" y="2768600"/>
          <p14:tracePt t="212685" x="3435350" y="2774950"/>
          <p14:tracePt t="212702" x="3473450" y="2781300"/>
          <p14:tracePt t="212718" x="3486150" y="2781300"/>
          <p14:tracePt t="212736" x="3517900" y="2787650"/>
          <p14:tracePt t="212751" x="3543300" y="2787650"/>
          <p14:tracePt t="212768" x="3556000" y="2787650"/>
          <p14:tracePt t="212786" x="3581400" y="2787650"/>
          <p14:tracePt t="212801" x="3594100" y="2787650"/>
          <p14:tracePt t="212818" x="3619500" y="2781300"/>
          <p14:tracePt t="212835" x="3644900" y="2774950"/>
          <p14:tracePt t="212851" x="3657600" y="2768600"/>
          <p14:tracePt t="212868" x="3676650" y="2762250"/>
          <p14:tracePt t="212885" x="3689350" y="2755900"/>
          <p14:tracePt t="212901" x="3695700" y="2755900"/>
          <p14:tracePt t="212918" x="3708400" y="2743200"/>
          <p14:tracePt t="212934" x="3721100" y="2736850"/>
          <p14:tracePt t="212954" x="3727450" y="2730500"/>
          <p14:tracePt t="212975" x="3727450" y="2724150"/>
          <p14:tracePt t="212984" x="3727450" y="2717800"/>
          <p14:tracePt t="213004" x="3733800" y="2717800"/>
          <p14:tracePt t="213019" x="3733800" y="2711450"/>
          <p14:tracePt t="213034" x="3740150" y="2698750"/>
          <p14:tracePt t="213050" x="3746500" y="2686050"/>
          <p14:tracePt t="213068" x="3746500" y="2673350"/>
          <p14:tracePt t="213084" x="3752850" y="2660650"/>
          <p14:tracePt t="213101" x="3752850" y="2616200"/>
          <p14:tracePt t="213117" x="3752850" y="2597150"/>
          <p14:tracePt t="213134" x="3746500" y="2565400"/>
          <p14:tracePt t="213151" x="3702050" y="2476500"/>
          <p14:tracePt t="213167" x="3638550" y="2362200"/>
          <p14:tracePt t="213183" x="3594100" y="2292350"/>
          <p14:tracePt t="213200" x="3511550" y="2178050"/>
          <p14:tracePt t="213217" x="3435350" y="2076450"/>
          <p14:tracePt t="213234" x="3384550" y="2019300"/>
          <p14:tracePt t="213250" x="3314700" y="1936750"/>
          <p14:tracePt t="213266" x="3282950" y="1911350"/>
          <p14:tracePt t="213284" x="3251200" y="1879600"/>
          <p14:tracePt t="213300" x="3194050" y="1841500"/>
          <p14:tracePt t="213316" x="3162300" y="1822450"/>
          <p14:tracePt t="213333" x="3117850" y="1803400"/>
          <p14:tracePt t="213349" x="3098800" y="1803400"/>
          <p14:tracePt t="213366" x="3079750" y="1797050"/>
          <p14:tracePt t="213383" x="3054350" y="1797050"/>
          <p14:tracePt t="213399" x="3048000" y="1797050"/>
          <p14:tracePt t="213417" x="3035300" y="1797050"/>
          <p14:tracePt t="213459" x="3028950" y="1797050"/>
          <p14:tracePt t="213550" x="3022600" y="1803400"/>
          <p14:tracePt t="213592" x="3022600" y="1809750"/>
          <p14:tracePt t="213641" x="3028950" y="1809750"/>
          <p14:tracePt t="213676" x="3028950" y="1816100"/>
          <p14:tracePt t="213683" x="3028950" y="1822450"/>
          <p14:tracePt t="213696" x="3035300" y="1822450"/>
          <p14:tracePt t="213726" x="3041650" y="1822450"/>
          <p14:tracePt t="213733" x="3048000" y="1822450"/>
          <p14:tracePt t="213760" x="3054350" y="1816100"/>
          <p14:tracePt t="213767" x="3060700" y="1816100"/>
          <p14:tracePt t="213795" x="3060700" y="1809750"/>
          <p14:tracePt t="213810" x="3067050" y="1803400"/>
          <p14:tracePt t="213818" x="3073400" y="1784350"/>
          <p14:tracePt t="213832" x="3079750" y="1765300"/>
          <p14:tracePt t="213848" x="3086100" y="1746250"/>
          <p14:tracePt t="213866" x="3098800" y="1657350"/>
          <p14:tracePt t="213881" x="3105150" y="1631950"/>
          <p14:tracePt t="213898" x="3117850" y="1562100"/>
          <p14:tracePt t="213915" x="3117850" y="1511300"/>
          <p14:tracePt t="213931" x="3117850" y="1492250"/>
          <p14:tracePt t="213934" x="3117850" y="1479550"/>
          <p14:tracePt t="213948" x="3117850" y="1466850"/>
          <p14:tracePt t="213964" x="3117850" y="1454150"/>
          <p14:tracePt t="214013" x="3111500" y="1447800"/>
          <p14:tracePt t="214069" x="3105150" y="1447800"/>
          <p14:tracePt t="214118" x="3098800" y="1447800"/>
          <p14:tracePt t="214125" x="3092450" y="1447800"/>
          <p14:tracePt t="214145" x="3086100" y="1447800"/>
          <p14:tracePt t="214153" x="3079750" y="1447800"/>
          <p14:tracePt t="214167" x="3073400" y="1447800"/>
          <p14:tracePt t="214182" x="3067050" y="1447800"/>
          <p14:tracePt t="214197" x="3048000" y="1447800"/>
          <p14:tracePt t="214213" x="3041650" y="1447800"/>
          <p14:tracePt t="214230" x="3003550" y="1447800"/>
          <p14:tracePt t="214246" x="2959100" y="1447800"/>
          <p14:tracePt t="214263" x="2933700" y="1447800"/>
          <p14:tracePt t="214280" x="2870200" y="1460500"/>
          <p14:tracePt t="214297" x="2781300" y="1485900"/>
          <p14:tracePt t="214313" x="2736850" y="1511300"/>
          <p14:tracePt t="214329" x="2660650" y="1555750"/>
          <p14:tracePt t="214345" x="2622550" y="1574800"/>
          <p14:tracePt t="214364" x="2565400" y="1612900"/>
          <p14:tracePt t="214380" x="2533650" y="1625600"/>
          <p14:tracePt t="214396" x="2520950" y="1638300"/>
          <p14:tracePt t="214413" x="2495550" y="1670050"/>
          <p14:tracePt t="214429" x="2482850" y="1676400"/>
          <p14:tracePt t="214446" x="2463800" y="1689100"/>
          <p14:tracePt t="214463" x="2457450" y="1708150"/>
          <p14:tracePt t="214479" x="2451100" y="1720850"/>
          <p14:tracePt t="215030" x="2444750" y="1733550"/>
          <p14:tracePt t="215037" x="2438400" y="1746250"/>
          <p14:tracePt t="215050" x="2438400" y="1765300"/>
          <p14:tracePt t="215060" x="2438400" y="1797050"/>
          <p14:tracePt t="215077" x="2438400" y="1816100"/>
          <p14:tracePt t="215094" x="2444750" y="1885950"/>
          <p14:tracePt t="215110" x="2482850" y="1962150"/>
          <p14:tracePt t="215128" x="2540000" y="2038350"/>
          <p14:tracePt t="215144" x="2590800" y="2082800"/>
          <p14:tracePt t="215160" x="2743200" y="2197100"/>
          <p14:tracePt t="215177" x="2927350" y="2279650"/>
          <p14:tracePt t="215193" x="3022600" y="2298700"/>
          <p14:tracePt t="215210" x="3098800" y="2317750"/>
          <p14:tracePt t="215226" x="3263900" y="2317750"/>
          <p14:tracePt t="215243" x="3416300" y="2235200"/>
          <p14:tracePt t="215260" x="3479800" y="2152650"/>
          <p14:tracePt t="215276" x="3549650" y="1943100"/>
          <p14:tracePt t="215293" x="3575050" y="1784350"/>
          <p14:tracePt t="215310" x="3530600" y="1301750"/>
          <p14:tracePt t="215326" x="3505200" y="1054100"/>
          <p14:tracePt t="215343" x="3403600" y="704850"/>
          <p14:tracePt t="215360" x="3359150" y="571500"/>
          <p14:tracePt t="215376" x="3346450" y="552450"/>
          <p14:tracePt t="215392" x="3340100" y="533400"/>
          <p14:tracePt t="215409" x="3321050" y="533400"/>
          <p14:tracePt t="215426" x="3276600" y="552450"/>
          <p14:tracePt t="215443" x="3219450" y="596900"/>
          <p14:tracePt t="215446" x="3162300" y="660400"/>
          <p14:tracePt t="215459" x="3111500" y="749300"/>
          <p14:tracePt t="215475" x="2965450" y="1244600"/>
          <p14:tracePt t="215493" x="2901950" y="1962150"/>
          <p14:tracePt t="215509" x="2882900" y="2330450"/>
          <p14:tracePt t="215525" x="2882900" y="2825750"/>
          <p14:tracePt t="215542" x="2908300" y="3067050"/>
          <p14:tracePt t="215559" x="2940050" y="3136900"/>
          <p14:tracePt t="215575" x="2984500" y="3232150"/>
          <p14:tracePt t="215592" x="3067050" y="3302000"/>
          <p14:tracePt t="215609" x="3143250" y="3333750"/>
          <p14:tracePt t="215625" x="3365500" y="3327400"/>
          <p14:tracePt t="215641" x="3575050" y="3225800"/>
          <p14:tracePt t="215658" x="3651250" y="3143250"/>
          <p14:tracePt t="215675" x="3778250" y="2901950"/>
          <p14:tracePt t="215692" x="3829050" y="2559050"/>
          <p14:tracePt t="215708" x="3829050" y="2349500"/>
          <p14:tracePt t="215725" x="3790950" y="2120900"/>
          <p14:tracePt t="215741" x="3657600" y="1631950"/>
          <p14:tracePt t="215758" x="3549650" y="1365250"/>
          <p14:tracePt t="215774" x="3276600" y="927100"/>
          <p14:tracePt t="215791" x="3130550" y="800100"/>
          <p14:tracePt t="215808" x="2844800" y="596900"/>
          <p14:tracePt t="215824" x="2597150" y="508000"/>
          <p14:tracePt t="215841" x="2495550" y="488950"/>
          <p14:tracePt t="215858" x="2279650" y="501650"/>
          <p14:tracePt t="215874" x="2089150" y="584200"/>
          <p14:tracePt t="215891" x="2019300" y="647700"/>
          <p14:tracePt t="215908" x="1917700" y="793750"/>
          <p14:tracePt t="215924" x="1885950" y="889000"/>
          <p14:tracePt t="215941" x="1873250" y="1130300"/>
          <p14:tracePt t="215957" x="1987550" y="1403350"/>
          <p14:tracePt t="215974" x="2070100" y="1530350"/>
          <p14:tracePt t="215991" x="2400300" y="1771650"/>
          <p14:tracePt t="216007" x="2565400" y="1847850"/>
          <p14:tracePt t="216024" x="2749550" y="1905000"/>
          <p14:tracePt t="216040" x="3067050" y="1949450"/>
          <p14:tracePt t="216057" x="3352800" y="1924050"/>
          <p14:tracePt t="216074" x="3467100" y="1879600"/>
          <p14:tracePt t="216090" x="3644900" y="1733550"/>
          <p14:tracePt t="216107" x="3714750" y="1625600"/>
          <p14:tracePt t="216124" x="3771900" y="1409700"/>
          <p14:tracePt t="216140" x="3702050" y="908050"/>
          <p14:tracePt t="216156" x="3581400" y="520700"/>
          <p14:tracePt t="216173" x="3270250" y="0"/>
          <p14:tracePt t="216190" x="3098800" y="0"/>
          <p14:tracePt t="216206" x="2736850" y="0"/>
          <p14:tracePt t="216223" x="2406650" y="0"/>
          <p14:tracePt t="216240" x="2273300" y="0"/>
          <p14:tracePt t="216257" x="2057400" y="0"/>
          <p14:tracePt t="216273" x="1847850" y="69850"/>
          <p14:tracePt t="216289" x="1752600" y="146050"/>
          <p14:tracePt t="216307" x="1568450" y="336550"/>
          <p14:tracePt t="216323" x="1403350" y="698500"/>
          <p14:tracePt t="216339" x="1346200" y="933450"/>
          <p14:tracePt t="216356" x="1320800" y="1435100"/>
          <p14:tracePt t="216372" x="1327150" y="1651000"/>
          <p14:tracePt t="216389" x="1422400" y="2082800"/>
          <p14:tracePt t="216406" x="1625600" y="2413000"/>
          <p14:tracePt t="216422" x="1885950" y="2667000"/>
          <p14:tracePt t="216439" x="2247900" y="2901950"/>
          <p14:tracePt t="216456" x="2463800" y="2990850"/>
          <p14:tracePt t="216472" x="2654300" y="3054350"/>
          <p14:tracePt t="216489" x="3143250" y="3111500"/>
          <p14:tracePt t="216505" x="3257550" y="3079750"/>
          <p14:tracePt t="216522" x="3359150" y="3041650"/>
          <p14:tracePt t="216538" x="3492500" y="2927350"/>
          <p14:tracePt t="216555" x="3562350" y="2730500"/>
          <p14:tracePt t="216572" x="3587750" y="2628900"/>
          <p14:tracePt t="216588" x="3562350" y="2413000"/>
          <p14:tracePt t="216605" x="3498850" y="2260600"/>
          <p14:tracePt t="216622" x="3187700" y="1701800"/>
          <p14:tracePt t="216638" x="2997200" y="1460500"/>
          <p14:tracePt t="216654" x="2667000" y="1117600"/>
          <p14:tracePt t="216672" x="2387600" y="933450"/>
          <p14:tracePt t="216688" x="2266950" y="889000"/>
          <p14:tracePt t="216705" x="2051050" y="857250"/>
          <p14:tracePt t="216721" x="1835150" y="882650"/>
          <p14:tracePt t="216738" x="1739900" y="946150"/>
          <p14:tracePt t="216755" x="1587500" y="1060450"/>
          <p14:tracePt t="216771" x="1492250" y="1212850"/>
          <p14:tracePt t="216788" x="1466850" y="1301750"/>
          <p14:tracePt t="216805" x="1447800" y="1543050"/>
          <p14:tracePt t="216821" x="1492250" y="1695450"/>
          <p14:tracePt t="216837" x="1644650" y="2006600"/>
          <p14:tracePt t="216854" x="1898650" y="2273300"/>
          <p14:tracePt t="216871" x="2032000" y="2374900"/>
          <p14:tracePt t="216888" x="2362200" y="2571750"/>
          <p14:tracePt t="216904" x="2609850" y="2686050"/>
          <p14:tracePt t="216920" x="2717800" y="2705100"/>
          <p14:tracePt t="216938" x="2895600" y="2711450"/>
          <p14:tracePt t="216954" x="3028950" y="2673350"/>
          <p14:tracePt t="216970" x="3060700" y="2647950"/>
          <p14:tracePt t="216987" x="3092450" y="2584450"/>
          <p14:tracePt t="217003" x="3136900" y="2501900"/>
          <p14:tracePt t="217020" x="3168650" y="2476500"/>
          <p14:tracePt t="217622" x="3168650" y="2470150"/>
          <p14:tracePt t="217636" x="3162300" y="2463800"/>
          <p14:tracePt t="217642" x="3136900" y="2438400"/>
          <p14:tracePt t="217657" x="3124200" y="2419350"/>
          <p14:tracePt t="217668" x="3105150" y="2400300"/>
          <p14:tracePt t="217685" x="3067050" y="2355850"/>
          <p14:tracePt t="217701" x="3035300" y="2311400"/>
          <p14:tracePt t="217718" x="2965450" y="2209800"/>
          <p14:tracePt t="217735" x="2876550" y="2051050"/>
          <p14:tracePt t="217751" x="2825750" y="1943100"/>
          <p14:tracePt t="217768" x="2705100" y="1739900"/>
          <p14:tracePt t="217784" x="2590800" y="1530350"/>
          <p14:tracePt t="217801" x="2552700" y="1435100"/>
          <p14:tracePt t="217820" x="2489200" y="1301750"/>
          <p14:tracePt t="217834" x="2457450" y="1225550"/>
          <p14:tracePt t="217851" x="2457450" y="1206500"/>
          <p14:tracePt t="217868" x="2451100" y="1187450"/>
          <p14:tracePt t="217884" x="2444750" y="1187450"/>
          <p14:tracePt t="217917" x="2438400" y="1187450"/>
          <p14:tracePt t="217934" x="2425700" y="1193800"/>
          <p14:tracePt t="217951" x="2374900" y="1206500"/>
          <p14:tracePt t="217967" x="2317750" y="1244600"/>
          <p14:tracePt t="217983" x="2273300" y="1282700"/>
          <p14:tracePt t="218000" x="2209800" y="1346200"/>
          <p14:tracePt t="218017" x="2127250" y="1473200"/>
          <p14:tracePt t="218034" x="2089150" y="1543050"/>
          <p14:tracePt t="218050" x="2019300" y="1714500"/>
          <p14:tracePt t="218067" x="1981200" y="1854200"/>
          <p14:tracePt t="218085" x="1962150" y="1955800"/>
          <p14:tracePt t="218100" x="1955800" y="2000250"/>
          <p14:tracePt t="218116" x="1949450" y="2032000"/>
          <p14:tracePt t="218134" x="1943100" y="2051050"/>
          <p14:tracePt t="218150" x="1943100" y="2057400"/>
          <p14:tracePt t="218218" x="1943100" y="2044700"/>
          <p14:tracePt t="218225" x="1943100" y="2038350"/>
          <p14:tracePt t="218239" x="1949450" y="2019300"/>
          <p14:tracePt t="218249" x="1955800" y="2000250"/>
          <p14:tracePt t="218267" x="1974850" y="1930400"/>
          <p14:tracePt t="218282" x="1974850" y="1892300"/>
          <p14:tracePt t="218299" x="1968500" y="1771650"/>
          <p14:tracePt t="218316" x="1962150" y="1682750"/>
          <p14:tracePt t="218332" x="1955800" y="1651000"/>
          <p14:tracePt t="218349" x="1955800" y="1631950"/>
          <p14:tracePt t="218382" x="1949450" y="1638300"/>
          <p14:tracePt t="218399" x="1949450" y="1689100"/>
          <p14:tracePt t="218415" x="1955800" y="1816100"/>
          <p14:tracePt t="218432" x="1955800" y="1911350"/>
          <p14:tracePt t="218449" x="1955800" y="2165350"/>
          <p14:tracePt t="218465" x="1949450" y="2305050"/>
          <p14:tracePt t="218469" x="1936750" y="2463800"/>
          <p14:tracePt t="218482" x="1911350" y="2635250"/>
          <p14:tracePt t="218499" x="1822450" y="3016250"/>
          <p14:tracePt t="218515" x="1784350" y="3168650"/>
          <p14:tracePt t="218532" x="1720850" y="3365500"/>
          <p14:tracePt t="218548" x="1676400" y="3486150"/>
          <p14:tracePt t="218565" x="1657350" y="3517900"/>
          <p14:tracePt t="218582" x="1638300" y="3549650"/>
          <p14:tracePt t="218598" x="1631950" y="3549650"/>
          <p14:tracePt t="218631" x="1625600" y="3549650"/>
          <p14:tracePt t="218648" x="1612900" y="3530600"/>
          <p14:tracePt t="218665" x="1606550" y="3517900"/>
          <p14:tracePt t="218681" x="1593850" y="3498850"/>
          <p14:tracePt t="218698" x="1581150" y="3473450"/>
          <p14:tracePt t="218714" x="1574800" y="3460750"/>
          <p14:tracePt t="218731" x="1562100" y="3441700"/>
          <p14:tracePt t="218747" x="1549400" y="3416300"/>
          <p14:tracePt t="218765" x="1543050" y="3403600"/>
          <p14:tracePt t="218781" x="1536700" y="3397250"/>
          <p14:tracePt t="218814" x="1536700" y="3378200"/>
          <p14:tracePt t="218831" x="1536700" y="3371850"/>
          <p14:tracePt t="218847" x="1536700" y="3365500"/>
          <p14:tracePt t="218864" x="1549400" y="3359150"/>
          <p14:tracePt t="218880" x="1568450" y="3352800"/>
          <p14:tracePt t="218899" x="1600200" y="3340100"/>
          <p14:tracePt t="218913" x="1625600" y="3327400"/>
          <p14:tracePt t="218930" x="1670050" y="3314700"/>
          <p14:tracePt t="218947" x="1720850" y="3308350"/>
          <p14:tracePt t="218963" x="1733550" y="3308350"/>
          <p14:tracePt t="218980" x="1758950" y="3302000"/>
          <p14:tracePt t="218997" x="1765300" y="3302000"/>
          <p14:tracePt t="219038" x="1758950" y="3302000"/>
          <p14:tracePt t="219046" x="1752600" y="3295650"/>
          <p14:tracePt t="219067" x="1746250" y="3295650"/>
          <p14:tracePt t="219081" x="1733550" y="3289300"/>
          <p14:tracePt t="219087" x="1727200" y="3289300"/>
          <p14:tracePt t="219096" x="1714500" y="3282950"/>
          <p14:tracePt t="219114" x="1695450" y="3276600"/>
          <p14:tracePt t="219131" x="1657350" y="3263900"/>
          <p14:tracePt t="219147" x="1631950" y="3251200"/>
          <p14:tracePt t="219163" x="1568450" y="3232150"/>
          <p14:tracePt t="219180" x="1498600" y="3219450"/>
          <p14:tracePt t="219196" x="1473200" y="3213100"/>
          <p14:tracePt t="219213" x="1403350" y="3206750"/>
          <p14:tracePt t="219229" x="1352550" y="3200400"/>
          <p14:tracePt t="219246" x="1339850" y="3200400"/>
          <p14:tracePt t="219263" x="1320800" y="3200400"/>
          <p14:tracePt t="219279" x="1314450" y="3200400"/>
          <p14:tracePt t="219320" x="1320800" y="3200400"/>
          <p14:tracePt t="219329" x="1327150" y="3200400"/>
          <p14:tracePt t="219345" x="1339850" y="3200400"/>
          <p14:tracePt t="219362" x="1390650" y="3200400"/>
          <p14:tracePt t="219379" x="1466850" y="3200400"/>
          <p14:tracePt t="219397" x="1581150" y="3206750"/>
          <p14:tracePt t="219411" x="1651000" y="3219450"/>
          <p14:tracePt t="219429" x="1714500" y="3225800"/>
          <p14:tracePt t="219446" x="1885950" y="3244850"/>
          <p14:tracePt t="219462" x="1949450" y="3244850"/>
          <p14:tracePt t="219479" x="2000250" y="3244850"/>
          <p14:tracePt t="219482" x="2051050" y="3251200"/>
          <p14:tracePt t="219495" x="2108200" y="3251200"/>
          <p14:tracePt t="219512" x="2197100" y="3251200"/>
          <p14:tracePt t="219528" x="2247900" y="3251200"/>
          <p14:tracePt t="219545" x="2317750" y="3263900"/>
          <p14:tracePt t="219561" x="2374900" y="3263900"/>
          <p14:tracePt t="219579" x="2432050" y="3270250"/>
          <p14:tracePt t="219595" x="2463800" y="3270250"/>
          <p14:tracePt t="219611" x="2508250" y="3270250"/>
          <p14:tracePt t="219628" x="2578100" y="3270250"/>
          <p14:tracePt t="219644" x="2616200" y="3270250"/>
          <p14:tracePt t="219661" x="2673350" y="3270250"/>
          <p14:tracePt t="219678" x="2743200" y="3276600"/>
          <p14:tracePt t="219694" x="2768600" y="3276600"/>
          <p14:tracePt t="219712" x="2794000" y="3276600"/>
          <p14:tracePt t="219727" x="2876550" y="3282950"/>
          <p14:tracePt t="219744" x="2901950" y="3289300"/>
          <p14:tracePt t="219761" x="2959100" y="3308350"/>
          <p14:tracePt t="219777" x="2997200" y="3308350"/>
          <p14:tracePt t="219794" x="3048000" y="3321050"/>
          <p14:tracePt t="219811" x="3117850" y="3327400"/>
          <p14:tracePt t="219827" x="3155950" y="3333750"/>
          <p14:tracePt t="219844" x="3206750" y="3340100"/>
          <p14:tracePt t="219860" x="3232150" y="3340100"/>
          <p14:tracePt t="219877" x="3238500" y="3346450"/>
          <p14:tracePt t="219894" x="3244850" y="3346450"/>
          <p14:tracePt t="219911" x="3238500" y="3346450"/>
          <p14:tracePt t="219927" x="3232150" y="3346450"/>
          <p14:tracePt t="219944" x="3162300" y="3340100"/>
          <p14:tracePt t="219960" x="3073400" y="3321050"/>
          <p14:tracePt t="219977" x="2730500" y="3257550"/>
          <p14:tracePt t="219980" x="2457450" y="3225800"/>
          <p14:tracePt t="219995" x="2165350" y="3194050"/>
          <p14:tracePt t="220010" x="1504950" y="3162300"/>
          <p14:tracePt t="220027" x="1250950" y="3162300"/>
          <p14:tracePt t="220043" x="800100" y="3168650"/>
          <p14:tracePt t="220060" x="609600" y="3181350"/>
          <p14:tracePt t="220077" x="215900" y="3225800"/>
          <p14:tracePt t="220093" x="120650" y="3238500"/>
          <p14:tracePt t="220109" x="57150" y="3244850"/>
          <p14:tracePt t="220209" x="6350" y="3263900"/>
          <p14:tracePt t="220225" x="44450" y="3263900"/>
          <p14:tracePt t="220242" x="152400" y="3282950"/>
          <p14:tracePt t="220260" x="279400" y="3289300"/>
          <p14:tracePt t="220276" x="374650" y="3302000"/>
          <p14:tracePt t="220292" x="577850" y="3321050"/>
          <p14:tracePt t="220309" x="831850" y="3365500"/>
          <p14:tracePt t="220325" x="958850" y="3378200"/>
          <p14:tracePt t="220342" x="1085850" y="3384550"/>
          <p14:tracePt t="220359" x="1409700" y="3435350"/>
          <p14:tracePt t="220375" x="1485900" y="3448050"/>
          <p14:tracePt t="220393" x="1581150" y="3473450"/>
          <p14:tracePt t="220409" x="1606550" y="3486150"/>
          <p14:tracePt t="220425" x="1631950" y="3505200"/>
          <p14:tracePt t="220442" x="1644650" y="3543300"/>
          <p14:tracePt t="220458" x="1651000" y="3568700"/>
          <p14:tracePt t="220475" x="1651000" y="3644900"/>
          <p14:tracePt t="220492" x="1638300" y="3790950"/>
          <p14:tracePt t="220509" x="1619250" y="3892550"/>
          <p14:tracePt t="220525" x="1549400" y="4076700"/>
          <p14:tracePt t="220541" x="1473200" y="4254500"/>
          <p14:tracePt t="220558" x="1447800" y="4318000"/>
          <p14:tracePt t="220575" x="1377950" y="4445000"/>
          <p14:tracePt t="220591" x="1352550" y="4565650"/>
          <p14:tracePt t="220608" x="1339850" y="4629150"/>
          <p14:tracePt t="220624" x="1339850" y="4711700"/>
          <p14:tracePt t="220641" x="1346200" y="4768850"/>
          <p14:tracePt t="220657" x="1352550" y="4787900"/>
          <p14:tracePt t="220674" x="1365250" y="4813300"/>
          <p14:tracePt t="220691" x="1371600" y="4819650"/>
          <p14:tracePt t="220709" x="1422400" y="4832350"/>
          <p14:tracePt t="220724" x="1441450" y="4838700"/>
          <p14:tracePt t="220740" x="1460500" y="4845050"/>
          <p14:tracePt t="220758" x="1504950" y="4864100"/>
          <p14:tracePt t="220774" x="1543050" y="4921250"/>
          <p14:tracePt t="220790" x="1562100" y="4959350"/>
          <p14:tracePt t="220807" x="1593850" y="5073650"/>
          <p14:tracePt t="220824" x="1625600" y="5213350"/>
          <p14:tracePt t="220840" x="1638300" y="5295900"/>
          <p14:tracePt t="220856" x="1644650" y="5473700"/>
          <p14:tracePt t="220873" x="1631950" y="5651500"/>
          <p14:tracePt t="220891" x="1612900" y="5810250"/>
          <p14:tracePt t="220907" x="1600200" y="5873750"/>
          <p14:tracePt t="220924" x="1574800" y="5969000"/>
          <p14:tracePt t="220941" x="1562100" y="6032500"/>
          <p14:tracePt t="220957" x="1555750" y="6051550"/>
          <p14:tracePt t="220973" x="1555750" y="6057900"/>
          <p14:tracePt t="220977" x="1555750" y="6064250"/>
          <p14:tracePt t="220990" x="1555750" y="6070600"/>
          <p14:tracePt t="221045" x="1555750" y="6064250"/>
          <p14:tracePt t="221052" x="1555750" y="6057900"/>
          <p14:tracePt t="221059" x="1555750" y="6051550"/>
          <p14:tracePt t="221076" x="1562100" y="6038850"/>
          <p14:tracePt t="221089" x="1581150" y="6019800"/>
          <p14:tracePt t="221106" x="1612900" y="5949950"/>
          <p14:tracePt t="221124" x="1657350" y="5797550"/>
          <p14:tracePt t="221139" x="1689100" y="5695950"/>
          <p14:tracePt t="221156" x="1752600" y="5473700"/>
          <p14:tracePt t="221172" x="1809750" y="5232400"/>
          <p14:tracePt t="221189" x="1828800" y="5118100"/>
          <p14:tracePt t="221206" x="1860550" y="4908550"/>
          <p14:tracePt t="221222" x="1879600" y="4730750"/>
          <p14:tracePt t="221239" x="1885950" y="4654550"/>
          <p14:tracePt t="221257" x="1898650" y="4533900"/>
          <p14:tracePt t="221272" x="1898650" y="4476750"/>
          <p14:tracePt t="221289" x="1905000" y="4457700"/>
          <p14:tracePt t="221306" x="1905000" y="4432300"/>
          <p14:tracePt t="221322" x="1905000" y="4425950"/>
          <p14:tracePt t="221339" x="1905000" y="4413250"/>
          <p14:tracePt t="221396" x="1905000" y="4432300"/>
          <p14:tracePt t="221403" x="1898650" y="4457700"/>
          <p14:tracePt t="221410" x="1898650" y="4483100"/>
          <p14:tracePt t="221425" x="1892300" y="4521200"/>
          <p14:tracePt t="221439" x="1879600" y="4591050"/>
          <p14:tracePt t="221455" x="1841500" y="4806950"/>
          <p14:tracePt t="221472" x="1816100" y="4946650"/>
          <p14:tracePt t="221475" x="1784350" y="5099050"/>
          <p14:tracePt t="221488" x="1746250" y="5251450"/>
          <p14:tracePt t="221505" x="1657350" y="5530850"/>
          <p14:tracePt t="221522" x="1612900" y="5715000"/>
          <p14:tracePt t="221538" x="1593850" y="5778500"/>
          <p14:tracePt t="221555" x="1581150" y="5873750"/>
          <p14:tracePt t="221572" x="1581150" y="5905500"/>
          <p14:tracePt t="221588" x="1581150" y="5918200"/>
          <p14:tracePt t="221621" x="1587500" y="5911850"/>
          <p14:tracePt t="221638" x="1587500" y="5905500"/>
          <p14:tracePt t="221654" x="1600200" y="5886450"/>
          <p14:tracePt t="221671" x="1631950" y="5842000"/>
          <p14:tracePt t="221687" x="1689100" y="5734050"/>
          <p14:tracePt t="221705" x="1746250" y="5594350"/>
          <p14:tracePt t="221720" x="1778000" y="5505450"/>
          <p14:tracePt t="221737" x="1828800" y="5283200"/>
          <p14:tracePt t="221755" x="1879600" y="5029200"/>
          <p14:tracePt t="221770" x="1905000" y="4902200"/>
          <p14:tracePt t="221787" x="1924050" y="4686300"/>
          <p14:tracePt t="221804" x="1943100" y="4527550"/>
          <p14:tracePt t="221820" x="1943100" y="4489450"/>
          <p14:tracePt t="221837" x="1949450" y="4419600"/>
          <p14:tracePt t="221853" x="1955800" y="4387850"/>
          <p14:tracePt t="221870" x="1955800" y="4362450"/>
          <p14:tracePt t="221887" x="1955800" y="4349750"/>
          <p14:tracePt t="221903" x="1955800" y="4343400"/>
          <p14:tracePt t="221964" x="1955800" y="4349750"/>
          <p14:tracePt t="221985" x="1955800" y="4356100"/>
          <p14:tracePt t="221992" x="1949450" y="4362450"/>
          <p14:tracePt t="222007" x="1943100" y="4375150"/>
          <p14:tracePt t="222020" x="1943100" y="4394200"/>
          <p14:tracePt t="222036" x="1943100" y="4406900"/>
          <p14:tracePt t="222053" x="1943100" y="4419600"/>
          <p14:tracePt t="224748" x="1949450" y="4413250"/>
          <p14:tracePt t="224762" x="1981200" y="4381500"/>
          <p14:tracePt t="224769" x="2006600" y="4337050"/>
          <p14:tracePt t="224783" x="2038350" y="4292600"/>
          <p14:tracePt t="224793" x="2057400" y="4254500"/>
          <p14:tracePt t="224810" x="2089150" y="4197350"/>
          <p14:tracePt t="224827" x="2127250" y="4076700"/>
          <p14:tracePt t="224843" x="2165350" y="3917950"/>
          <p14:tracePt t="224861" x="2197100" y="3714750"/>
          <p14:tracePt t="224876" x="2203450" y="3600450"/>
          <p14:tracePt t="224893" x="2235200" y="3384550"/>
          <p14:tracePt t="224910" x="2247900" y="3181350"/>
          <p14:tracePt t="224926" x="2247900" y="3092450"/>
          <p14:tracePt t="224944" x="2260600" y="2933700"/>
          <p14:tracePt t="224960" x="2260600" y="2806700"/>
          <p14:tracePt t="224976" x="2260600" y="2781300"/>
          <p14:tracePt t="224993" x="2254250" y="2730500"/>
          <p14:tracePt t="225009" x="2254250" y="2717800"/>
          <p14:tracePt t="225026" x="2254250" y="2705100"/>
          <p14:tracePt t="225091" x="2254250" y="2698750"/>
          <p14:tracePt t="225155" x="2254250" y="2692400"/>
          <p14:tracePt t="225169" x="2254250" y="2686050"/>
          <p14:tracePt t="225178" x="2254250" y="2679700"/>
          <p14:tracePt t="225192" x="2247900" y="2660650"/>
          <p14:tracePt t="225209" x="2247900" y="2635250"/>
          <p14:tracePt t="225225" x="2197100" y="2444750"/>
          <p14:tracePt t="225242" x="2178050" y="2368550"/>
          <p14:tracePt t="225260" x="2127250" y="2222500"/>
          <p14:tracePt t="225275" x="2082800" y="2108200"/>
          <p14:tracePt t="225292" x="2070100" y="2082800"/>
          <p14:tracePt t="225309" x="2051050" y="2057400"/>
          <p14:tracePt t="225341" x="2044700" y="2057400"/>
          <p14:tracePt t="225358" x="2032000" y="2057400"/>
          <p14:tracePt t="225375" x="2019300" y="2044700"/>
          <p14:tracePt t="225391" x="2000250" y="2025650"/>
          <p14:tracePt t="225408" x="1968500" y="1981200"/>
          <p14:tracePt t="225424" x="1924050" y="1917700"/>
          <p14:tracePt t="225442" x="1905000" y="1873250"/>
          <p14:tracePt t="225458" x="1822450" y="1727200"/>
          <p14:tracePt t="225474" x="1790700" y="1657350"/>
          <p14:tracePt t="225492" x="1746250" y="1511300"/>
          <p14:tracePt t="225507" x="1708150" y="1377950"/>
          <p14:tracePt t="225524" x="1689100" y="1301750"/>
          <p14:tracePt t="225541" x="1657350" y="1206500"/>
          <p14:tracePt t="225557" x="1651000" y="1181100"/>
          <p14:tracePt t="225574" x="1651000" y="1162050"/>
          <p14:tracePt t="225611" x="1651000" y="1174750"/>
          <p14:tracePt t="225617" x="1651000" y="1187450"/>
          <p14:tracePt t="225632" x="1651000" y="1219200"/>
          <p14:tracePt t="225640" x="1651000" y="1257300"/>
          <p14:tracePt t="225657" x="1651000" y="1333500"/>
          <p14:tracePt t="225674" x="1651000" y="1555750"/>
          <p14:tracePt t="225690" x="1676400" y="1905000"/>
          <p14:tracePt t="225707" x="1701800" y="2127250"/>
          <p14:tracePt t="225724" x="1746250" y="2584450"/>
          <p14:tracePt t="225740" x="1746250" y="2819400"/>
          <p14:tracePt t="225757" x="1771650" y="3270250"/>
          <p14:tracePt t="225773" x="1790700" y="3625850"/>
          <p14:tracePt t="225790" x="1797050" y="3740150"/>
          <p14:tracePt t="225807" x="1816100" y="3911600"/>
          <p14:tracePt t="225823" x="1816100" y="3930650"/>
          <p14:tracePt t="225840" x="1816100" y="3943350"/>
          <p14:tracePt t="225857" x="1816100" y="3962400"/>
          <p14:tracePt t="225919" x="1816100" y="3949700"/>
          <p14:tracePt t="225927" x="1822450" y="3943350"/>
          <p14:tracePt t="225942" x="1822450" y="3937000"/>
          <p14:tracePt t="225956" x="1822450" y="3930650"/>
          <p14:tracePt t="225972" x="1828800" y="3924300"/>
          <p14:tracePt t="225990" x="1828800" y="3911600"/>
          <p14:tracePt t="226006" x="1828800" y="3898900"/>
          <p14:tracePt t="226022" x="1828800" y="3879850"/>
          <p14:tracePt t="226039" x="1822450" y="3829050"/>
          <p14:tracePt t="226056" x="1816100" y="3784600"/>
          <p14:tracePt t="226073" x="1797050" y="3721100"/>
          <p14:tracePt t="226076" x="1790700" y="3638550"/>
          <p14:tracePt t="226089" x="1765300" y="3549650"/>
          <p14:tracePt t="226106" x="1727200" y="3333750"/>
          <p14:tracePt t="226123" x="1682750" y="3124200"/>
          <p14:tracePt t="226138" x="1657350" y="3003550"/>
          <p14:tracePt t="226155" x="1657350" y="2965450"/>
          <p14:tracePt t="226172" x="1651000" y="2946400"/>
          <p14:tracePt t="226189" x="1651000" y="2940050"/>
          <p14:tracePt t="226228" x="1651000" y="2946400"/>
          <p14:tracePt t="226242" x="1651000" y="2959100"/>
          <p14:tracePt t="226254" x="1651000" y="2971800"/>
          <p14:tracePt t="226271" x="1651000" y="2990850"/>
          <p14:tracePt t="226288" x="1663700" y="3048000"/>
          <p14:tracePt t="226306" x="1695450" y="3181350"/>
          <p14:tracePt t="226321" x="1720850" y="3263900"/>
          <p14:tracePt t="226338" x="1784350" y="3460750"/>
          <p14:tracePt t="226355" x="1860550" y="3683000"/>
          <p14:tracePt t="226371" x="1955800" y="3917950"/>
          <p14:tracePt t="226388" x="2000250" y="4032250"/>
          <p14:tracePt t="226405" x="2063750" y="4267200"/>
          <p14:tracePt t="226421" x="2101850" y="4457700"/>
          <p14:tracePt t="226438" x="2120900" y="4616450"/>
          <p14:tracePt t="226454" x="2133600" y="4679950"/>
          <p14:tracePt t="226471" x="2139950" y="4730750"/>
          <p14:tracePt t="226488" x="2146300" y="4832350"/>
          <p14:tracePt t="226504" x="2146300" y="4851400"/>
          <p14:tracePt t="226521" x="2146300" y="4870450"/>
          <p14:tracePt t="226537" x="2146300" y="4895850"/>
          <p14:tracePt t="226554" x="2152650" y="4908550"/>
          <p14:tracePt t="226600" x="2159000" y="4908550"/>
          <p14:tracePt t="226628" x="2159000" y="4902200"/>
          <p14:tracePt t="226642" x="2159000" y="4895850"/>
          <p14:tracePt t="226649" x="2165350" y="4889500"/>
          <p14:tracePt t="226663" x="2165350" y="4883150"/>
          <p14:tracePt t="226691" x="2165350" y="4876800"/>
          <p14:tracePt t="226712" x="2165350" y="4870450"/>
          <p14:tracePt t="226733" x="2165350" y="4864100"/>
          <p14:tracePt t="226740" x="2165350" y="4857750"/>
          <p14:tracePt t="226756" x="2165350" y="4851400"/>
          <p14:tracePt t="226769" x="2159000" y="4845050"/>
          <p14:tracePt t="226786" x="2159000" y="4832350"/>
          <p14:tracePt t="226804" x="2146300" y="4826000"/>
          <p14:tracePt t="227195" x="2146300" y="4749800"/>
          <p14:tracePt t="227202" x="2165350" y="4622800"/>
          <p14:tracePt t="227215" x="2184400" y="4489450"/>
          <p14:tracePt t="227222" x="2197100" y="4356100"/>
          <p14:tracePt t="227236" x="2203450" y="4197350"/>
          <p14:tracePt t="227252" x="2228850" y="3867150"/>
          <p14:tracePt t="227268" x="2241550" y="3740150"/>
          <p14:tracePt t="227286" x="2247900" y="3562350"/>
          <p14:tracePt t="227301" x="2247900" y="3473450"/>
          <p14:tracePt t="227319" x="2247900" y="3448050"/>
          <p14:tracePt t="227335" x="2247900" y="3409950"/>
          <p14:tracePt t="227351" x="2247900" y="3397250"/>
          <p14:tracePt t="227368" x="2247900" y="3384550"/>
          <p14:tracePt t="227385" x="2235200" y="3378200"/>
          <p14:tracePt t="227401" x="2228850" y="3371850"/>
          <p14:tracePt t="227419" x="2216150" y="3359150"/>
          <p14:tracePt t="227434" x="2203450" y="3346450"/>
          <p14:tracePt t="227451" x="2203450" y="3340100"/>
          <p14:tracePt t="227468" x="2203450" y="3327400"/>
          <p14:tracePt t="227484" x="2190750" y="3327400"/>
          <p14:tracePt t="227501" x="2190750" y="3321050"/>
          <p14:tracePt t="227518" x="2184400" y="3302000"/>
          <p14:tracePt t="227534" x="2178050" y="3289300"/>
          <p14:tracePt t="227550" x="2171700" y="3282950"/>
          <p14:tracePt t="227567" x="2165350" y="3263900"/>
          <p14:tracePt t="227584" x="2159000" y="3244850"/>
          <p14:tracePt t="227601" x="2146300" y="3219450"/>
          <p14:tracePt t="227617" x="2133600" y="3213100"/>
          <p14:tracePt t="227634" x="2127250" y="3200400"/>
          <p14:tracePt t="227651" x="2089150" y="3143250"/>
          <p14:tracePt t="227666" x="2076450" y="3124200"/>
          <p14:tracePt t="228397" x="2076450" y="3162300"/>
          <p14:tracePt t="228404" x="2076450" y="3225800"/>
          <p14:tracePt t="228418" x="2076450" y="3257550"/>
          <p14:tracePt t="228430" x="2076450" y="3295650"/>
          <p14:tracePt t="228447" x="2063750" y="3352800"/>
          <p14:tracePt t="228464" x="2063750" y="3390900"/>
          <p14:tracePt t="228481" x="2051050" y="3441700"/>
          <p14:tracePt t="228497" x="2044700" y="3492500"/>
          <p14:tracePt t="228514" x="2044700" y="3511550"/>
          <p14:tracePt t="228530" x="2044700" y="3536950"/>
          <p14:tracePt t="228547" x="2038350" y="3549650"/>
          <p14:tracePt t="228706" x="2044700" y="3556000"/>
          <p14:tracePt t="228714" x="2044700" y="3562350"/>
          <p14:tracePt t="228734" x="2044700" y="3568700"/>
          <p14:tracePt t="228783" x="2044700" y="3575050"/>
          <p14:tracePt t="228804" x="2051050" y="3581400"/>
          <p14:tracePt t="228825" x="2057400" y="3587750"/>
          <p14:tracePt t="228839" x="2057400" y="3594100"/>
          <p14:tracePt t="228848" x="2063750" y="3594100"/>
          <p14:tracePt t="228862" x="2063750" y="3600450"/>
          <p14:tracePt t="228879" x="2070100" y="3606800"/>
          <p14:tracePt t="228896" x="2082800" y="3625850"/>
          <p14:tracePt t="228912" x="2089150" y="3638550"/>
          <p14:tracePt t="228930" x="2095500" y="3657600"/>
          <p14:tracePt t="228946" x="2108200" y="3663950"/>
          <p14:tracePt t="228962" x="2108200" y="3670300"/>
          <p14:tracePt t="228979" x="2114550" y="3670300"/>
          <p14:tracePt t="228995" x="2127250" y="3670300"/>
          <p14:tracePt t="229029" x="2127250" y="3663950"/>
          <p14:tracePt t="229045" x="2127250" y="3644900"/>
          <p14:tracePt t="229062" x="2133600" y="3594100"/>
          <p14:tracePt t="229079" x="2127250" y="3505200"/>
          <p14:tracePt t="229095" x="2127250" y="3448050"/>
          <p14:tracePt t="229112" x="2120900" y="3346450"/>
          <p14:tracePt t="229128" x="2114550" y="3251200"/>
          <p14:tracePt t="229145" x="2101850" y="3213100"/>
          <p14:tracePt t="229162" x="2089150" y="3130550"/>
          <p14:tracePt t="229178" x="2063750" y="3054350"/>
          <p14:tracePt t="229195" x="2057400" y="3035300"/>
          <p14:tracePt t="229211" x="2038350" y="2978150"/>
          <p14:tracePt t="229228" x="2025650" y="2933700"/>
          <p14:tracePt t="229246" x="2006600" y="2889250"/>
          <p14:tracePt t="229261" x="2000250" y="2876550"/>
          <p14:tracePt t="229278" x="1981200" y="2838450"/>
          <p14:tracePt t="229295" x="1968500" y="2813050"/>
          <p14:tracePt t="229311" x="1955800" y="2794000"/>
          <p14:tracePt t="229328" x="1936750" y="2749550"/>
          <p14:tracePt t="229345" x="1911350" y="2692400"/>
          <p14:tracePt t="229360" x="1879600" y="2628900"/>
          <p14:tracePt t="229377" x="1866900" y="2597150"/>
          <p14:tracePt t="229394" x="1835150" y="2520950"/>
          <p14:tracePt t="229411" x="1809750" y="2463800"/>
          <p14:tracePt t="229428" x="1803400" y="2438400"/>
          <p14:tracePt t="229444" x="1771650" y="2374900"/>
          <p14:tracePt t="229460" x="1752600" y="2330450"/>
          <p14:tracePt t="229478" x="1720850" y="2266950"/>
          <p14:tracePt t="229494" x="1701800" y="2235200"/>
          <p14:tracePt t="229510" x="1682750" y="2184400"/>
          <p14:tracePt t="229527" x="1670050" y="2139950"/>
          <p14:tracePt t="229543" x="1651000" y="2108200"/>
          <p14:tracePt t="229561" x="1638300" y="2070100"/>
          <p14:tracePt t="229577" x="1619250" y="2025650"/>
          <p14:tracePt t="229593" x="1606550" y="2000250"/>
          <p14:tracePt t="229611" x="1587500" y="1962150"/>
          <p14:tracePt t="229626" x="1568450" y="1911350"/>
          <p14:tracePt t="229643" x="1562100" y="1885950"/>
          <p14:tracePt t="229660" x="1543050" y="1847850"/>
          <p14:tracePt t="229676" x="1536700" y="1822450"/>
          <p14:tracePt t="229693" x="1530350" y="1797050"/>
          <p14:tracePt t="229710" x="1524000" y="1765300"/>
          <p14:tracePt t="229726" x="1524000" y="1739900"/>
          <p14:tracePt t="229743" x="1524000" y="1676400"/>
          <p14:tracePt t="229760" x="1562100" y="1606550"/>
          <p14:tracePt t="229776" x="1574800" y="1574800"/>
          <p14:tracePt t="229793" x="1631950" y="1504950"/>
          <p14:tracePt t="229809" x="1714500" y="1441450"/>
          <p14:tracePt t="229826" x="1746250" y="1409700"/>
          <p14:tracePt t="229843" x="1822450" y="1365250"/>
          <p14:tracePt t="229859" x="1879600" y="1339850"/>
          <p14:tracePt t="229876" x="1898650" y="1333500"/>
          <p14:tracePt t="229893" x="1943100" y="1308100"/>
          <p14:tracePt t="229909" x="1974850" y="1295400"/>
          <p14:tracePt t="229927" x="1993900" y="1276350"/>
          <p14:tracePt t="229942" x="2000250" y="1270000"/>
          <p14:tracePt t="229976" x="2012950" y="1263650"/>
          <p14:tracePt t="230012" x="2019300" y="1257300"/>
          <p14:tracePt t="230060" x="2019300" y="1250950"/>
          <p14:tracePt t="230067" x="2025650" y="1250950"/>
          <p14:tracePt t="230137" x="2032000" y="1250950"/>
          <p14:tracePt t="230151" x="2032000" y="1257300"/>
          <p14:tracePt t="230161" x="2032000" y="1263650"/>
          <p14:tracePt t="230179" x="2038350" y="1276350"/>
          <p14:tracePt t="230191" x="2044700" y="1289050"/>
          <p14:tracePt t="230208" x="2057400" y="1339850"/>
          <p14:tracePt t="230224" x="2063750" y="1371600"/>
          <p14:tracePt t="230242" x="2076450" y="1441450"/>
          <p14:tracePt t="230258" x="2089150" y="1536700"/>
          <p14:tracePt t="230274" x="2095500" y="1587500"/>
          <p14:tracePt t="230292" x="2095500" y="1701800"/>
          <p14:tracePt t="230308" x="2095500" y="1778000"/>
          <p14:tracePt t="230324" x="2089150" y="1936750"/>
          <p14:tracePt t="230341" x="2082800" y="2101850"/>
          <p14:tracePt t="230357" x="2070100" y="2203450"/>
          <p14:tracePt t="230374" x="2063750" y="2393950"/>
          <p14:tracePt t="230391" x="2051050" y="2571750"/>
          <p14:tracePt t="230407" x="2038350" y="2660650"/>
          <p14:tracePt t="230425" x="2038350" y="2813050"/>
          <p14:tracePt t="230440" x="2032000" y="2870200"/>
          <p14:tracePt t="230457" x="2032000" y="2971800"/>
          <p14:tracePt t="230474" x="2032000" y="3054350"/>
          <p14:tracePt t="230490" x="2032000" y="3079750"/>
          <p14:tracePt t="230507" x="2032000" y="3130550"/>
          <p14:tracePt t="230524" x="2057400" y="3187700"/>
          <p14:tracePt t="230540" x="2076450" y="3270250"/>
          <p14:tracePt t="230559" x="2101850" y="3378200"/>
          <p14:tracePt t="230573" x="2120900" y="3435350"/>
          <p14:tracePt t="230590" x="2127250" y="3486150"/>
          <p14:tracePt t="230608" x="2171700" y="3676650"/>
          <p14:tracePt t="230624" x="2184400" y="3727450"/>
          <p14:tracePt t="230640" x="2190750" y="3797300"/>
          <p14:tracePt t="230644" x="2203450" y="3860800"/>
          <p14:tracePt t="230656" x="2209800" y="3924300"/>
          <p14:tracePt t="230673" x="2222500" y="4044950"/>
          <p14:tracePt t="230690" x="2222500" y="4095750"/>
          <p14:tracePt t="230706" x="2216150" y="4178300"/>
          <p14:tracePt t="230723" x="2216150" y="4216400"/>
          <p14:tracePt t="230740" x="2216150" y="4235450"/>
          <p14:tracePt t="230755" x="2216150" y="4248150"/>
          <p14:tracePt t="230773" x="2216150" y="4254500"/>
          <p14:tracePt t="230860" x="2216150" y="4248150"/>
          <p14:tracePt t="230874" x="2216150" y="4241800"/>
          <p14:tracePt t="230880" x="2222500" y="4235450"/>
          <p14:tracePt t="230889" x="2222500" y="4229100"/>
          <p14:tracePt t="230905" x="2222500" y="4222750"/>
          <p14:tracePt t="230923" x="2228850" y="4222750"/>
          <p14:tracePt t="230939" x="2235200" y="4216400"/>
          <p14:tracePt t="230979" x="2241550" y="4229100"/>
          <p14:tracePt t="230993" x="2241550" y="4235450"/>
          <p14:tracePt t="231000" x="2241550" y="4248150"/>
          <p14:tracePt t="231014" x="2247900" y="4267200"/>
          <p14:tracePt t="231022" x="2254250" y="4286250"/>
          <p14:tracePt t="231039" x="2254250" y="4324350"/>
          <p14:tracePt t="231056" x="2273300" y="4419600"/>
          <p14:tracePt t="231072" x="2279650" y="4552950"/>
          <p14:tracePt t="231088" x="2279650" y="4629150"/>
          <p14:tracePt t="231105" x="2279650" y="4756150"/>
          <p14:tracePt t="231121" x="2279650" y="4883150"/>
          <p14:tracePt t="231138" x="2279650" y="4921250"/>
          <p14:tracePt t="231155" x="2279650" y="4978400"/>
          <p14:tracePt t="231172" x="2279650" y="5003800"/>
          <p14:tracePt t="231188" x="2279650" y="5016500"/>
          <p14:tracePt t="231204" x="2279650" y="5022850"/>
          <p14:tracePt t="232301" x="2279650" y="5010150"/>
          <p14:tracePt t="232315" x="2279650" y="5003800"/>
          <p14:tracePt t="232322" x="2279650" y="4997450"/>
          <p14:tracePt t="232337" x="2279650" y="4984750"/>
          <p14:tracePt t="232351" x="2279650" y="4972050"/>
          <p14:tracePt t="232367" x="2279650" y="4953000"/>
          <p14:tracePt t="232384" x="2279650" y="4921250"/>
          <p14:tracePt t="232400" x="2279650" y="4908550"/>
          <p14:tracePt t="232417" x="2273300" y="4889500"/>
          <p14:tracePt t="232434" x="2273300" y="4883150"/>
          <p14:tracePt t="232450" x="2273300" y="4876800"/>
          <p14:tracePt t="232467" x="2266950" y="4864100"/>
          <p14:tracePt t="232484" x="2260600" y="4857750"/>
          <p14:tracePt t="232517" x="2254250" y="4851400"/>
          <p14:tracePt t="232533" x="2241550" y="4838700"/>
          <p14:tracePt t="232550" x="2228850" y="4832350"/>
          <p14:tracePt t="232567" x="2203450" y="4806950"/>
          <p14:tracePt t="232583" x="2165350" y="4775200"/>
          <p14:tracePt t="232600" x="2146300" y="4749800"/>
          <p14:tracePt t="232617" x="2089150" y="4705350"/>
          <p14:tracePt t="232633" x="2063750" y="4673600"/>
          <p14:tracePt t="232650" x="2006600" y="4616450"/>
          <p14:tracePt t="232666" x="1968500" y="4559300"/>
          <p14:tracePt t="232683" x="1955800" y="4546600"/>
          <p14:tracePt t="232701" x="1924050" y="4514850"/>
          <p14:tracePt t="232716" x="1911350" y="4489450"/>
          <p14:tracePt t="232732" x="1905000" y="4464050"/>
          <p14:tracePt t="232750" x="1898650" y="4451350"/>
          <p14:tracePt t="232766" x="1892300" y="4432300"/>
          <p14:tracePt t="232783" x="1885950" y="4419600"/>
          <p14:tracePt t="232799" x="1879600" y="4394200"/>
          <p14:tracePt t="232816" x="1879600" y="4375150"/>
          <p14:tracePt t="232832" x="1879600" y="4368800"/>
          <p14:tracePt t="232849" x="1879600" y="4362450"/>
          <p14:tracePt t="232865" x="1873250" y="4362450"/>
          <p14:tracePt t="232925" x="1873250" y="4375150"/>
          <p14:tracePt t="232933" x="1873250" y="4381500"/>
          <p14:tracePt t="232946" x="1873250" y="4394200"/>
          <p14:tracePt t="232953" x="1879600" y="4413250"/>
          <p14:tracePt t="232968" x="1879600" y="4438650"/>
          <p14:tracePt t="232982" x="1885950" y="4470400"/>
          <p14:tracePt t="232998" x="1905000" y="4565650"/>
          <p14:tracePt t="233015" x="1905000" y="4629150"/>
          <p14:tracePt t="233031" x="1924050" y="4787900"/>
          <p14:tracePt t="233048" x="1943100" y="4940300"/>
          <p14:tracePt t="233066" x="1949450" y="5080000"/>
          <p14:tracePt t="233081" x="1962150" y="5149850"/>
          <p14:tracePt t="233098" x="1974850" y="5245100"/>
          <p14:tracePt t="233115" x="1993900" y="5314950"/>
          <p14:tracePt t="233131" x="2000250" y="5340350"/>
          <p14:tracePt t="233148" x="2025650" y="5403850"/>
          <p14:tracePt t="233164" x="2038350" y="5454650"/>
          <p14:tracePt t="233181" x="2044700" y="5486400"/>
          <p14:tracePt t="233198" x="2076450" y="5543550"/>
          <p14:tracePt t="233215" x="2089150" y="5613400"/>
          <p14:tracePt t="233231" x="2101850" y="5645150"/>
          <p14:tracePt t="233248" x="2120900" y="5721350"/>
          <p14:tracePt t="233264" x="2120900" y="5746750"/>
          <p14:tracePt t="233281" x="2139950" y="5803900"/>
          <p14:tracePt t="233297" x="2146300" y="5861050"/>
          <p14:tracePt t="233314" x="2146300" y="5886450"/>
          <p14:tracePt t="233330" x="2146300" y="5924550"/>
          <p14:tracePt t="233347" x="2146300" y="5956300"/>
          <p14:tracePt t="233364" x="2146300" y="5975350"/>
          <p14:tracePt t="233381" x="2146300" y="5994400"/>
          <p14:tracePt t="233397" x="2133600" y="6013450"/>
          <p14:tracePt t="233413" x="2133600" y="6019800"/>
          <p14:tracePt t="233430" x="2127250" y="6026150"/>
          <p14:tracePt t="233447" x="2120900" y="6038850"/>
          <p14:tracePt t="233480" x="2114550" y="6051550"/>
          <p14:tracePt t="233496" x="2101850" y="6051550"/>
          <p14:tracePt t="233514" x="2089150" y="6057900"/>
          <p14:tracePt t="233546" x="2082800" y="6057900"/>
          <p14:tracePt t="233563" x="2076450" y="6057900"/>
          <p14:tracePt t="233579" x="2070100" y="6057900"/>
          <p14:tracePt t="233596" x="2063750" y="6057900"/>
          <p14:tracePt t="233613" x="2057400" y="6057900"/>
          <p14:tracePt t="233629" x="2051050" y="6057900"/>
          <p14:tracePt t="233646" x="2044700" y="6057900"/>
          <p14:tracePt t="233703" x="2032000" y="6057900"/>
          <p14:tracePt t="233725" x="2025650" y="6064250"/>
          <p14:tracePt t="233747" x="2012950" y="6064250"/>
          <p14:tracePt t="233759" x="2012950" y="6070600"/>
          <p14:tracePt t="233766" x="2000250" y="6070600"/>
          <p14:tracePt t="233779" x="1987550" y="6070600"/>
          <p14:tracePt t="233796" x="1962150" y="6083300"/>
          <p14:tracePt t="233813" x="1943100" y="6089650"/>
          <p14:tracePt t="233829" x="1892300" y="6115050"/>
          <p14:tracePt t="233845" x="1841500" y="6140450"/>
          <p14:tracePt t="233862" x="1816100" y="6146800"/>
          <p14:tracePt t="233879" x="1765300" y="6178550"/>
          <p14:tracePt t="233895" x="1733550" y="6203950"/>
          <p14:tracePt t="233912" x="1720850" y="6216650"/>
          <p14:tracePt t="233929" x="1701800" y="6229350"/>
          <p14:tracePt t="233945" x="1695450" y="6229350"/>
          <p14:tracePt t="233962" x="1682750" y="6242050"/>
          <p14:tracePt t="233978" x="1676400" y="6254750"/>
          <p14:tracePt t="233995" x="1676400" y="6261100"/>
          <p14:tracePt t="234012" x="1670050" y="6267450"/>
          <p14:tracePt t="234047" x="1670050" y="6273800"/>
          <p14:tracePt t="234349" x="1670050" y="6280150"/>
          <p14:tracePt t="234425" x="1676400" y="6286500"/>
          <p14:tracePt t="234447" x="1676400" y="6292850"/>
          <p14:tracePt t="234461" x="1682750" y="6292850"/>
          <p14:tracePt t="234468" x="1682750" y="6299200"/>
          <p14:tracePt t="234477" x="1689100" y="6305550"/>
          <p14:tracePt t="234496" x="1695450" y="6305550"/>
          <p14:tracePt t="234517" x="1695450" y="6311900"/>
          <p14:tracePt t="234539" x="1695450" y="6318250"/>
          <p14:tracePt t="234546" x="1701800" y="6324600"/>
          <p14:tracePt t="234567" x="1701800" y="6330950"/>
          <p14:tracePt t="234581" x="1701800" y="6337300"/>
          <p14:tracePt t="234609" x="1708150" y="6343650"/>
          <p14:tracePt t="234615" x="1708150" y="6350000"/>
          <p14:tracePt t="234630" x="1708150" y="6356350"/>
          <p14:tracePt t="234642" x="1714500" y="6362700"/>
          <p14:tracePt t="234659" x="1714500" y="6369050"/>
          <p14:tracePt t="234676" x="1720850" y="6381750"/>
          <p14:tracePt t="234693" x="1727200" y="6394450"/>
          <p14:tracePt t="234709" x="1739900" y="6432550"/>
          <p14:tracePt t="234725" x="1746250" y="6445250"/>
          <p14:tracePt t="234742" x="1758950" y="6483350"/>
          <p14:tracePt t="235450" x="2057400" y="6445250"/>
          <p14:tracePt t="235459" x="2127250" y="6394450"/>
          <p14:tracePt t="235473" x="2197100" y="6350000"/>
          <p14:tracePt t="235490" x="2260600" y="6305550"/>
          <p14:tracePt t="235507" x="2413000" y="6229350"/>
          <p14:tracePt t="235523" x="2527300" y="6159500"/>
          <p14:tracePt t="235540" x="2584450" y="6140450"/>
          <p14:tracePt t="235556" x="2679700" y="6108700"/>
          <p14:tracePt t="235573" x="2736850" y="6102350"/>
          <p14:tracePt t="235590" x="2755900" y="6102350"/>
          <p14:tracePt t="235606" x="2794000" y="6102350"/>
          <p14:tracePt t="235622" x="2819400" y="6108700"/>
          <p14:tracePt t="235640" x="2844800" y="6127750"/>
          <p14:tracePt t="235656" x="2851150" y="6146800"/>
          <p14:tracePt t="235672" x="2876550" y="6191250"/>
          <p14:tracePt t="235689" x="2901950" y="6242050"/>
          <p14:tracePt t="235706" x="2908300" y="6273800"/>
          <p14:tracePt t="235722" x="2914650" y="6299200"/>
          <p14:tracePt t="235739" x="2933700" y="6400800"/>
          <p14:tracePt t="235755" x="2940050" y="6426200"/>
          <p14:tracePt t="235772" x="2946400" y="6470650"/>
          <p14:tracePt t="235775" x="2952750" y="6496050"/>
          <p14:tracePt t="235789" x="2959100" y="6527800"/>
          <p14:tracePt t="235805" x="2971800" y="6572250"/>
          <p14:tracePt t="235823" x="2990850" y="6610350"/>
          <p14:tracePt t="235838" x="2997200" y="6623050"/>
          <p14:tracePt t="235855" x="3016250" y="6648450"/>
          <p14:tracePt t="235872" x="3035300" y="6661150"/>
          <p14:tracePt t="235888" x="3041650" y="6667500"/>
          <p14:tracePt t="235905" x="3054350" y="6673850"/>
          <p14:tracePt t="235922" x="3073400" y="6680200"/>
          <p14:tracePt t="235955" x="3086100" y="6686550"/>
          <p14:tracePt t="235971" x="3092450" y="6686550"/>
          <p14:tracePt t="236019" x="3098800" y="6686550"/>
          <p14:tracePt t="236054" x="3105150" y="6686550"/>
          <p14:tracePt t="236124" x="3111500" y="6680200"/>
          <p14:tracePt t="236159" x="3117850" y="6673850"/>
          <p14:tracePt t="236201" x="3124200" y="6673850"/>
          <p14:tracePt t="236271" x="3130550" y="6673850"/>
          <p14:tracePt t="236321" x="3130550" y="6667500"/>
          <p14:tracePt t="236342" x="3136900" y="6667500"/>
          <p14:tracePt t="236356" x="3143250" y="6667500"/>
          <p14:tracePt t="236362" x="3149600" y="6667500"/>
          <p14:tracePt t="236373" x="3162300" y="6667500"/>
          <p14:tracePt t="236386" x="3175000" y="6661150"/>
          <p14:tracePt t="236403" x="3194050" y="6661150"/>
          <p14:tracePt t="236420" x="3263900" y="6648450"/>
          <p14:tracePt t="236436" x="3371850" y="6623050"/>
          <p14:tracePt t="236454" x="3530600" y="6591300"/>
          <p14:tracePt t="236469" x="3619500" y="6572250"/>
          <p14:tracePt t="236486" x="3816350" y="6527800"/>
          <p14:tracePt t="236503" x="4000500" y="6489700"/>
          <p14:tracePt t="236520" x="4064000" y="6470650"/>
          <p14:tracePt t="236536" x="4197350" y="6432550"/>
          <p14:tracePt t="236553" x="4305300" y="6407150"/>
          <p14:tracePt t="236569" x="4337050" y="6400800"/>
          <p14:tracePt t="236587" x="4400550" y="6369050"/>
          <p14:tracePt t="236602" x="4438650" y="6330950"/>
          <p14:tracePt t="236619" x="4445000" y="6299200"/>
          <p14:tracePt t="236636" x="4451350" y="6223000"/>
          <p14:tracePt t="236652" x="4445000" y="6127750"/>
          <p14:tracePt t="236669" x="4375150" y="5803900"/>
          <p14:tracePt t="236686" x="4171950" y="5124450"/>
          <p14:tracePt t="236702" x="4025900" y="4711700"/>
          <p14:tracePt t="236720" x="3695700" y="3841750"/>
          <p14:tracePt t="236736" x="3390900" y="3054350"/>
          <p14:tracePt t="236752" x="3251200" y="2660650"/>
          <p14:tracePt t="236770" x="2959100" y="1854200"/>
          <p14:tracePt t="236785" x="2800350" y="1454150"/>
          <p14:tracePt t="236802" x="2451100" y="615950"/>
          <p14:tracePt t="236819" x="2171700" y="19050"/>
          <p14:tracePt t="236835" x="2095500" y="0"/>
          <p14:tracePt t="236852" x="2012950" y="0"/>
          <p14:tracePt t="236868" x="1968500" y="0"/>
          <p14:tracePt t="236885" x="1943100" y="0"/>
          <p14:tracePt t="236902" x="1905000" y="0"/>
          <p14:tracePt t="236919" x="1879600" y="0"/>
          <p14:tracePt t="236934" x="1866900" y="0"/>
          <p14:tracePt t="236994" x="1866900" y="6350"/>
          <p14:tracePt t="237002" x="1866900" y="25400"/>
          <p14:tracePt t="237015" x="1847850" y="50800"/>
          <p14:tracePt t="237022" x="1841500" y="88900"/>
          <p14:tracePt t="237038" x="1822450" y="139700"/>
          <p14:tracePt t="237051" x="1816100" y="234950"/>
          <p14:tracePt t="237068" x="1816100" y="457200"/>
          <p14:tracePt t="237085" x="1854200" y="793750"/>
          <p14:tracePt t="237100" x="1879600" y="984250"/>
          <p14:tracePt t="237118" x="1943100" y="1244600"/>
          <p14:tracePt t="237135" x="2146300" y="1943100"/>
          <p14:tracePt t="237151" x="2190750" y="2101850"/>
          <p14:tracePt t="237167" x="2266950" y="2298700"/>
          <p14:tracePt t="237184" x="2311400" y="2419350"/>
          <p14:tracePt t="237200" x="2317750" y="2451100"/>
          <p14:tracePt t="237217" x="2324100" y="2476500"/>
          <p14:tracePt t="237234" x="2324100" y="2482850"/>
          <p14:tracePt t="237270" x="2330450" y="2482850"/>
          <p14:tracePt t="237283" x="2336800" y="2482850"/>
          <p14:tracePt t="237324" x="2336800" y="2476500"/>
          <p14:tracePt t="237366" x="2343150" y="2470150"/>
          <p14:tracePt t="237457" x="2355850" y="2476500"/>
          <p14:tracePt t="237464" x="2374900" y="2501900"/>
          <p14:tracePt t="237478" x="2393950" y="2533650"/>
          <p14:tracePt t="237486" x="2432050" y="2590800"/>
          <p14:tracePt t="237500" x="2457450" y="2647950"/>
          <p14:tracePt t="237516" x="2571750" y="2819400"/>
          <p14:tracePt t="237533" x="2622550" y="2901950"/>
          <p14:tracePt t="237550" x="2749550" y="3105150"/>
          <p14:tracePt t="237566" x="2895600" y="3321050"/>
          <p14:tracePt t="237583" x="2997200" y="3511550"/>
          <p14:tracePt t="237599" x="3060700" y="3581400"/>
          <p14:tracePt t="237616" x="3117850" y="3638550"/>
          <p14:tracePt t="237633" x="3238500" y="3790950"/>
          <p14:tracePt t="237649" x="3257550" y="3803650"/>
          <p14:tracePt t="237666" x="3282950" y="3829050"/>
          <p14:tracePt t="237682" x="3302000" y="3835400"/>
          <p14:tracePt t="237699" x="3321050" y="3835400"/>
          <p14:tracePt t="237732" x="3340100" y="3822700"/>
          <p14:tracePt t="237749" x="3365500" y="3797300"/>
          <p14:tracePt t="237766" x="3397250" y="3771900"/>
          <p14:tracePt t="238238" x="3429000" y="3848100"/>
          <p14:tracePt t="238252" x="3460750" y="3943350"/>
          <p14:tracePt t="238259" x="3505200" y="4032250"/>
          <p14:tracePt t="238266" x="3536950" y="4127500"/>
          <p14:tracePt t="238283" x="3556000" y="4191000"/>
          <p14:tracePt t="238297" x="3600450" y="4349750"/>
          <p14:tracePt t="238313" x="3613150" y="4432300"/>
          <p14:tracePt t="238330" x="3651250" y="4610100"/>
          <p14:tracePt t="238346" x="3670300" y="4705350"/>
          <p14:tracePt t="238363" x="3702050" y="4889500"/>
          <p14:tracePt t="238380" x="3708400" y="4927600"/>
          <p14:tracePt t="238396" x="3714750" y="4984750"/>
          <p14:tracePt t="238413" x="3746500" y="5080000"/>
          <p14:tracePt t="238430" x="3765550" y="5143500"/>
          <p14:tracePt t="238446" x="3784600" y="5162550"/>
          <p14:tracePt t="238463" x="3816350" y="5200650"/>
          <p14:tracePt t="238479" x="3848100" y="5226050"/>
          <p14:tracePt t="238496" x="3867150" y="5232400"/>
          <p14:tracePt t="238513" x="3898900" y="5245100"/>
          <p14:tracePt t="238529" x="3949700" y="5270500"/>
          <p14:tracePt t="238547" x="4013200" y="5295900"/>
          <p14:tracePt t="238562" x="4051300" y="5302250"/>
          <p14:tracePt t="238579" x="4146550" y="5308600"/>
          <p14:tracePt t="238597" x="4241800" y="5314950"/>
          <p14:tracePt t="238612" x="4279900" y="5314950"/>
          <p14:tracePt t="238629" x="4318000" y="5314950"/>
          <p14:tracePt t="238646" x="4419600" y="5302250"/>
          <p14:tracePt t="238662" x="4445000" y="5295900"/>
          <p14:tracePt t="238679" x="4470400" y="5295900"/>
          <p14:tracePt t="238695" x="4502150" y="5283200"/>
          <p14:tracePt t="238712" x="4521200" y="5270500"/>
          <p14:tracePt t="238729" x="4527550" y="5264150"/>
          <p14:tracePt t="238745" x="4527550" y="5257800"/>
          <p14:tracePt t="238785" x="4527550" y="5251450"/>
          <p14:tracePt t="238807" x="4521200" y="5251450"/>
          <p14:tracePt t="238820" x="4514850" y="5251450"/>
          <p14:tracePt t="238829" x="4508500" y="5251450"/>
          <p14:tracePt t="238856" x="4502150" y="5251450"/>
          <p14:tracePt t="238891" x="4502150" y="5257800"/>
          <p14:tracePt t="238912" x="4495800" y="5264150"/>
          <p14:tracePt t="238926" x="4489450" y="5270500"/>
          <p14:tracePt t="238947" x="4483100" y="5283200"/>
          <p14:tracePt t="238962" x="4470400" y="5295900"/>
          <p14:tracePt t="238968" x="4464050" y="5321300"/>
          <p14:tracePt t="238982" x="4438650" y="5340350"/>
          <p14:tracePt t="238994" x="4425950" y="5365750"/>
          <p14:tracePt t="239011" x="4375150" y="5435600"/>
          <p14:tracePt t="239027" x="4349750" y="5467350"/>
          <p14:tracePt t="239045" x="4273550" y="5575300"/>
          <p14:tracePt t="239060" x="4235450" y="5651500"/>
          <p14:tracePt t="239077" x="4210050" y="5683250"/>
          <p14:tracePt t="239094" x="4191000" y="5734050"/>
          <p14:tracePt t="239110" x="4184650" y="5759450"/>
          <p14:tracePt t="239127" x="4184650" y="5765800"/>
          <p14:tracePt t="239144" x="4184650" y="5772150"/>
          <p14:tracePt t="239160" x="4229100" y="5784850"/>
          <p14:tracePt t="239177" x="4254500" y="5784850"/>
          <p14:tracePt t="239193" x="4368800" y="5784850"/>
          <p14:tracePt t="239210" x="4508500" y="5784850"/>
          <p14:tracePt t="239228" x="4648200" y="5791200"/>
          <p14:tracePt t="239243" x="4699000" y="5791200"/>
          <p14:tracePt t="239260" x="4756150" y="5791200"/>
          <p14:tracePt t="239277" x="4832350" y="5791200"/>
          <p14:tracePt t="239293" x="4838700" y="5791200"/>
          <p14:tracePt t="239310" x="4845050" y="5791200"/>
          <p14:tracePt t="239347" x="4838700" y="5791200"/>
          <p14:tracePt t="239382" x="4832350" y="5797550"/>
          <p14:tracePt t="239389" x="4826000" y="5797550"/>
          <p14:tracePt t="239403" x="4819650" y="5803900"/>
          <p14:tracePt t="239412" x="4806950" y="5810250"/>
          <p14:tracePt t="239426" x="4806950" y="5822950"/>
          <p14:tracePt t="239443" x="4787900" y="5842000"/>
          <p14:tracePt t="239460" x="4781550" y="5848350"/>
          <p14:tracePt t="239476" x="4775200" y="5861050"/>
          <p14:tracePt t="239492" x="4775200" y="5867400"/>
          <p14:tracePt t="239509" x="4775200" y="5873750"/>
          <p14:tracePt t="239545" x="4775200" y="5880100"/>
          <p14:tracePt t="239559" x="4787900" y="5880100"/>
          <p14:tracePt t="239576" x="4794250" y="5880100"/>
          <p14:tracePt t="239592" x="4826000" y="5873750"/>
          <p14:tracePt t="239609" x="4857750" y="5854700"/>
          <p14:tracePt t="239625" x="4953000" y="5803900"/>
          <p14:tracePt t="239642" x="5086350" y="5715000"/>
          <p14:tracePt t="239659" x="5162550" y="5664200"/>
          <p14:tracePt t="239676" x="5308600" y="5549900"/>
          <p14:tracePt t="239691" x="5372100" y="5511800"/>
          <p14:tracePt t="239709" x="5467350" y="5441950"/>
          <p14:tracePt t="239725" x="5511800" y="5416550"/>
          <p14:tracePt t="239742" x="5530850" y="5397500"/>
          <p14:tracePt t="239758" x="5549900" y="5372100"/>
          <p14:tracePt t="239775" x="5556250" y="5365750"/>
          <p14:tracePt t="239791" x="5562600" y="5359400"/>
          <p14:tracePt t="239859" x="5556250" y="5359400"/>
          <p14:tracePt t="239901" x="5556250" y="5353050"/>
          <p14:tracePt t="240133" x="5530850" y="5353050"/>
          <p14:tracePt t="240140" x="5492750" y="5353050"/>
          <p14:tracePt t="240153" x="5429250" y="5353050"/>
          <p14:tracePt t="240160" x="5378450" y="5353050"/>
          <p14:tracePt t="240176" x="5314950" y="5365750"/>
          <p14:tracePt t="240190" x="5194300" y="5365750"/>
          <p14:tracePt t="240207" x="5130800" y="5365750"/>
          <p14:tracePt t="240225" x="5041900" y="5365750"/>
          <p14:tracePt t="240241" x="5016500" y="5365750"/>
          <p14:tracePt t="240257" x="4965700" y="5365750"/>
          <p14:tracePt t="240273" x="4946650" y="5365750"/>
          <p14:tracePt t="240290" x="4940300" y="5359400"/>
          <p14:tracePt t="240306" x="4933950" y="5353050"/>
          <p14:tracePt t="240323" x="4933950" y="5340350"/>
          <p14:tracePt t="240340" x="4933950" y="5308600"/>
          <p14:tracePt t="240357" x="4953000" y="5238750"/>
          <p14:tracePt t="240372" x="4972050" y="5118100"/>
          <p14:tracePt t="240389" x="4991100" y="5041900"/>
          <p14:tracePt t="240406" x="5022850" y="4832350"/>
          <p14:tracePt t="240423" x="5022850" y="4635500"/>
          <p14:tracePt t="240440" x="5022850" y="4521200"/>
          <p14:tracePt t="240456" x="5010150" y="4349750"/>
          <p14:tracePt t="240472" x="4978400" y="4216400"/>
          <p14:tracePt t="240490" x="4965700" y="4146550"/>
          <p14:tracePt t="240505" x="4959350" y="4127500"/>
          <p14:tracePt t="240522" x="4946650" y="4114800"/>
          <p14:tracePt t="240539" x="4933950" y="4089400"/>
          <p14:tracePt t="240556" x="4927600" y="4083050"/>
          <p14:tracePt t="240572" x="4921250" y="4083050"/>
          <p14:tracePt t="240589" x="4908550" y="4076700"/>
          <p14:tracePt t="240605" x="4889500" y="4070350"/>
          <p14:tracePt t="240622" x="4876800" y="4064000"/>
          <p14:tracePt t="240639" x="4845050" y="4057650"/>
          <p14:tracePt t="240655" x="4819650" y="4038600"/>
          <p14:tracePt t="241236" x="4806950" y="4025900"/>
          <p14:tracePt t="241243" x="4787900" y="3994150"/>
          <p14:tracePt t="241256" x="4775200" y="3962400"/>
          <p14:tracePt t="241270" x="4737100" y="3905250"/>
          <p14:tracePt t="241287" x="4641850" y="3746500"/>
          <p14:tracePt t="241303" x="4584700" y="3651250"/>
          <p14:tracePt t="241320" x="4425950" y="3378200"/>
          <p14:tracePt t="241336" x="4254500" y="3073400"/>
          <p14:tracePt t="241353" x="4133850" y="2914650"/>
          <p14:tracePt t="241369" x="3937000" y="2641600"/>
          <p14:tracePt t="241386" x="3778250" y="2451100"/>
          <p14:tracePt t="241403" x="3714750" y="2368550"/>
          <p14:tracePt t="241419" x="3606800" y="2254250"/>
          <p14:tracePt t="241436" x="3536950" y="2171700"/>
          <p14:tracePt t="241453" x="3498850" y="2146300"/>
          <p14:tracePt t="241469" x="3486150" y="2139950"/>
          <p14:tracePt t="241486" x="3479800" y="2127250"/>
          <p14:tracePt t="241503" x="3460750" y="2127250"/>
          <p14:tracePt t="241519" x="3454400" y="2127250"/>
          <p14:tracePt t="241535" x="3441700" y="2127250"/>
          <p14:tracePt t="241552" x="3397250" y="2139950"/>
          <p14:tracePt t="241569" x="3384550" y="2139950"/>
          <p14:tracePt t="241585" x="3371850" y="2146300"/>
          <p14:tracePt t="241602" x="3359150" y="2152650"/>
          <p14:tracePt t="241619" x="3346450" y="2159000"/>
          <p14:tracePt t="241636" x="3333750" y="2171700"/>
          <p14:tracePt t="241652" x="3321050" y="2178050"/>
          <p14:tracePt t="241668" x="3308350" y="2178050"/>
          <p14:tracePt t="241685" x="3295650" y="2178050"/>
          <p14:tracePt t="241702" x="3289300" y="2178050"/>
          <p14:tracePt t="241718" x="3276600" y="2178050"/>
          <p14:tracePt t="241735" x="3270250" y="2171700"/>
          <p14:tracePt t="241751" x="3270250" y="2165350"/>
          <p14:tracePt t="241769" x="3257550" y="2146300"/>
          <p14:tracePt t="241784" x="3251200" y="2095500"/>
          <p14:tracePt t="241801" x="3244850" y="2057400"/>
          <p14:tracePt t="241819" x="3225800" y="1911350"/>
          <p14:tracePt t="241834" x="3213100" y="1809750"/>
          <p14:tracePt t="241851" x="3181350" y="1530350"/>
          <p14:tracePt t="241868" x="3143250" y="1168400"/>
          <p14:tracePt t="241884" x="3130550" y="1003300"/>
          <p14:tracePt t="241887" x="3124200" y="876300"/>
          <p14:tracePt t="241901" x="3111500" y="787400"/>
          <p14:tracePt t="241918" x="3092450" y="666750"/>
          <p14:tracePt t="241934" x="3092450" y="647700"/>
          <p14:tracePt t="241951" x="3092450" y="641350"/>
          <p14:tracePt t="241967" x="3092450" y="660400"/>
          <p14:tracePt t="241984" x="3092450" y="698500"/>
          <p14:tracePt t="242001" x="3136900" y="857250"/>
          <p14:tracePt t="242017" x="3155950" y="971550"/>
          <p14:tracePt t="242034" x="3263900" y="1409700"/>
          <p14:tracePt t="242051" x="3435350" y="1936750"/>
          <p14:tracePt t="242067" x="3606800" y="2508250"/>
          <p14:tracePt t="242083" x="3683000" y="2768600"/>
          <p14:tracePt t="242100" x="3803650" y="3251200"/>
          <p14:tracePt t="242117" x="3886200" y="3543300"/>
          <p14:tracePt t="242134" x="3937000" y="3733800"/>
          <p14:tracePt t="242150" x="3956050" y="3816350"/>
          <p14:tracePt t="242167" x="3975100" y="3892550"/>
          <p14:tracePt t="242184" x="4038600" y="4000500"/>
          <p14:tracePt t="242200" x="4057650" y="4032250"/>
          <p14:tracePt t="242216" x="4070350" y="4051300"/>
          <p14:tracePt t="242233" x="4089400" y="4051300"/>
          <p14:tracePt t="242250" x="4095750" y="4057650"/>
          <p14:tracePt t="242316" x="4102100" y="4057650"/>
          <p14:tracePt t="242323" x="4108450" y="4057650"/>
          <p14:tracePt t="244770" x="4114800" y="4025900"/>
          <p14:tracePt t="244784" x="4127500" y="3975100"/>
          <p14:tracePt t="244792" x="4133850" y="3905250"/>
          <p14:tracePt t="244804" x="4152900" y="3854450"/>
          <p14:tracePt t="244811" x="4159250" y="3797300"/>
          <p14:tracePt t="244824" x="4178300" y="3746500"/>
          <p14:tracePt t="244841" x="4216400" y="3619500"/>
          <p14:tracePt t="244857" x="4235450" y="3556000"/>
          <p14:tracePt t="244875" x="4254500" y="3422650"/>
          <p14:tracePt t="244891" x="4286250" y="3276600"/>
          <p14:tracePt t="244907" x="4292600" y="3213100"/>
          <p14:tracePt t="244924" x="4305300" y="3098800"/>
          <p14:tracePt t="244940" x="4298950" y="3041650"/>
          <p14:tracePt t="244943" x="4292600" y="2990850"/>
          <p14:tracePt t="244957" x="4279900" y="2933700"/>
          <p14:tracePt t="244974" x="4267200" y="2832100"/>
          <p14:tracePt t="244990" x="4248150" y="2787650"/>
          <p14:tracePt t="245008" x="4210050" y="2654300"/>
          <p14:tracePt t="245023" x="4191000" y="2584450"/>
          <p14:tracePt t="245040" x="4152900" y="2476500"/>
          <p14:tracePt t="245057" x="4121150" y="2387600"/>
          <p14:tracePt t="245073" x="4089400" y="2336800"/>
          <p14:tracePt t="245090" x="4038600" y="2235200"/>
          <p14:tracePt t="245106" x="3994150" y="2146300"/>
          <p14:tracePt t="245123" x="3943350" y="2044700"/>
          <p14:tracePt t="245140" x="3924300" y="2012950"/>
          <p14:tracePt t="245156" x="3848100" y="1898650"/>
          <p14:tracePt t="245173" x="3765550" y="1784350"/>
          <p14:tracePt t="245190" x="3702050" y="1670050"/>
          <p14:tracePt t="245206" x="3663950" y="1625600"/>
          <p14:tracePt t="245223" x="3638550" y="1581150"/>
          <p14:tracePt t="245240" x="3587750" y="1504950"/>
          <p14:tracePt t="245256" x="3568700" y="1479550"/>
          <p14:tracePt t="245272" x="3562350" y="1466850"/>
          <p14:tracePt t="245289" x="3543300" y="1441450"/>
          <p14:tracePt t="245306" x="3536950" y="1428750"/>
          <p14:tracePt t="245324" x="3530600" y="1422400"/>
          <p14:tracePt t="245355" x="3524250" y="1435100"/>
          <p14:tracePt t="245373" x="3505200" y="1435100"/>
          <p14:tracePt t="248768" x="3505200" y="1428750"/>
          <p14:tracePt t="248781" x="3511550" y="1409700"/>
          <p14:tracePt t="248788" x="3524250" y="1377950"/>
          <p14:tracePt t="248803" x="3543300" y="1333500"/>
          <p14:tracePt t="248810" x="3556000" y="1314450"/>
          <p14:tracePt t="248827" x="3568700" y="1282700"/>
          <p14:tracePt t="248844" x="3581400" y="1244600"/>
          <p14:tracePt t="248860" x="3587750" y="1200150"/>
          <p14:tracePt t="248877" x="3587750" y="1187450"/>
          <p14:tracePt t="248894" x="3594100" y="1155700"/>
          <p14:tracePt t="248910" x="3594100" y="1143000"/>
          <p14:tracePt t="248927" x="3594100" y="1136650"/>
          <p14:tracePt t="248978" x="3587750" y="1136650"/>
          <p14:tracePt t="248992" x="3587750" y="1143000"/>
          <p14:tracePt t="248999" x="3581400" y="1155700"/>
          <p14:tracePt t="249013" x="3581400" y="1174750"/>
          <p14:tracePt t="249027" x="3575050" y="1244600"/>
          <p14:tracePt t="249043" x="3568700" y="1308100"/>
          <p14:tracePt t="249060" x="3556000" y="1377950"/>
          <p14:tracePt t="249076" x="3536950" y="1517650"/>
          <p14:tracePt t="249093" x="3517900" y="1676400"/>
          <p14:tracePt t="249109" x="3517900" y="1752600"/>
          <p14:tracePt t="249126" x="3517900" y="1879600"/>
          <p14:tracePt t="249142" x="3517900" y="1981200"/>
          <p14:tracePt t="249159" x="3517900" y="2025650"/>
          <p14:tracePt t="249175" x="3536950" y="2095500"/>
          <p14:tracePt t="249192" x="3543300" y="2133600"/>
          <p14:tracePt t="249209" x="3549650" y="2152650"/>
          <p14:tracePt t="249225" x="3556000" y="2159000"/>
          <p14:tracePt t="249242" x="3556000" y="2165350"/>
          <p14:tracePt t="249259" x="3562350" y="2165350"/>
          <p14:tracePt t="249295" x="3568700" y="2165350"/>
          <p14:tracePt t="249309" x="3568700" y="2171700"/>
          <p14:tracePt t="249325" x="3575050" y="2178050"/>
          <p14:tracePt t="249342" x="3581400" y="2184400"/>
          <p14:tracePt t="249358" x="3594100" y="2197100"/>
          <p14:tracePt t="249375" x="3600450" y="2203450"/>
          <p14:tracePt t="249392" x="3606800" y="2216150"/>
          <p14:tracePt t="278859" x="3619500" y="2228850"/>
          <p14:tracePt t="278866" x="3638550" y="2247900"/>
          <p14:tracePt t="278875" x="3657600" y="2260600"/>
          <p14:tracePt t="278890" x="3714750" y="2311400"/>
          <p14:tracePt t="278906" x="3803650" y="2374900"/>
          <p14:tracePt t="278923" x="3968750" y="2438400"/>
          <p14:tracePt t="278940" x="4114800" y="2476500"/>
          <p14:tracePt t="278957" x="4311650" y="2520950"/>
          <p14:tracePt t="278972" x="4432300" y="2552700"/>
          <p14:tracePt t="278989" x="4540250" y="2559050"/>
          <p14:tracePt t="279006" x="4679950" y="2559050"/>
          <p14:tracePt t="279023" x="4787900" y="2546350"/>
          <p14:tracePt t="279039" x="4870450" y="2540000"/>
          <p14:tracePt t="279056" x="4940300" y="2520950"/>
          <p14:tracePt t="279073" x="4991100" y="2495550"/>
          <p14:tracePt t="279089" x="5016500" y="2470150"/>
          <p14:tracePt t="279106" x="5048250" y="2432050"/>
          <p14:tracePt t="279122" x="5054600" y="2387600"/>
          <p14:tracePt t="279140" x="5054600" y="2317750"/>
          <p14:tracePt t="279156" x="5054600" y="2260600"/>
          <p14:tracePt t="279172" x="5035550" y="2203450"/>
          <p14:tracePt t="279189" x="4997450" y="2146300"/>
          <p14:tracePt t="279205" x="4978400" y="2120900"/>
          <p14:tracePt t="279222" x="4959350" y="2095500"/>
          <p14:tracePt t="279238" x="4946650" y="2070100"/>
          <p14:tracePt t="279254" x="4940300" y="2063750"/>
          <p14:tracePt t="279271" x="4933950" y="2057400"/>
          <p14:tracePt t="279337" x="4927600" y="2057400"/>
          <p14:tracePt t="279344" x="4927600" y="2051050"/>
          <p14:tracePt t="279358" x="4908550" y="2051050"/>
        </p14:tracePtLst>
      </p14:laserTraceLst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52400" y="0"/>
            <a:ext cx="876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1000"/>
              </a:lnSpc>
            </a:pPr>
            <a:endParaRPr 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" y="0"/>
            <a:ext cx="899160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("</a:t>
            </a:r>
            <a:r>
              <a:rPr lang="en-US" altLang="en-US" dirty="0">
                <a:solidFill>
                  <a:srgbClr val="FF0000"/>
                </a:solidFill>
              </a:rPr>
              <a:t>\</a:t>
            </a:r>
            <a:r>
              <a:rPr lang="en-US" altLang="en-US" dirty="0" err="1">
                <a:solidFill>
                  <a:srgbClr val="FF0000"/>
                </a:solidFill>
              </a:rPr>
              <a:t>nBefore</a:t>
            </a:r>
            <a:r>
              <a:rPr lang="en-US" altLang="en-US" dirty="0">
                <a:solidFill>
                  <a:srgbClr val="FF0000"/>
                </a:solidFill>
              </a:rPr>
              <a:t> creating instances: </a:t>
            </a:r>
            <a:r>
              <a:rPr lang="en-US" altLang="en-US" dirty="0" err="1">
                <a:solidFill>
                  <a:srgbClr val="FF0000"/>
                </a:solidFill>
              </a:rPr>
              <a:t>Person.total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dirty="0">
                <a:solidFill>
                  <a:srgbClr val="000000"/>
                </a:solidFill>
              </a:rPr>
              <a:t>", </a:t>
            </a:r>
            <a:r>
              <a:rPr lang="en-US" altLang="en-US" dirty="0" err="1">
                <a:solidFill>
                  <a:srgbClr val="00B050"/>
                </a:solidFill>
              </a:rPr>
              <a:t>Person.total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000000"/>
                </a:solidFill>
              </a:rPr>
              <a:t>aperson</a:t>
            </a:r>
            <a:r>
              <a:rPr lang="en-US" altLang="en-US" dirty="0">
                <a:solidFill>
                  <a:srgbClr val="000000"/>
                </a:solidFill>
              </a:rPr>
              <a:t> = Person()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print("</a:t>
            </a:r>
            <a:r>
              <a:rPr lang="en-US" altLang="en-US" dirty="0">
                <a:solidFill>
                  <a:srgbClr val="3333CC"/>
                </a:solidFill>
              </a:rPr>
              <a:t>Hi, </a:t>
            </a:r>
            <a:r>
              <a:rPr lang="en-US" altLang="en-US" dirty="0" err="1">
                <a:solidFill>
                  <a:srgbClr val="3333CC"/>
                </a:solidFill>
              </a:rPr>
              <a:t>I'm</a:t>
            </a:r>
            <a:r>
              <a:rPr lang="en-US" altLang="en-US" dirty="0" err="1">
                <a:solidFill>
                  <a:srgbClr val="000000"/>
                </a:solidFill>
              </a:rPr>
              <a:t>",</a:t>
            </a:r>
            <a:r>
              <a:rPr lang="en-US" altLang="en-US" dirty="0" err="1">
                <a:solidFill>
                  <a:srgbClr val="00B050"/>
                </a:solidFill>
              </a:rPr>
              <a:t>aperson.name</a:t>
            </a:r>
            <a:r>
              <a:rPr lang="en-US" altLang="en-US" dirty="0" err="1">
                <a:solidFill>
                  <a:srgbClr val="000000"/>
                </a:solidFill>
              </a:rPr>
              <a:t>,"</a:t>
            </a:r>
            <a:r>
              <a:rPr lang="en-US" altLang="en-US" dirty="0" err="1">
                <a:solidFill>
                  <a:srgbClr val="3333CC"/>
                </a:solidFill>
              </a:rPr>
              <a:t>and</a:t>
            </a:r>
            <a:r>
              <a:rPr lang="en-US" altLang="en-US" dirty="0">
                <a:solidFill>
                  <a:srgbClr val="3333CC"/>
                </a:solidFill>
              </a:rPr>
              <a:t> </a:t>
            </a:r>
            <a:r>
              <a:rPr lang="en-US" altLang="en-US" dirty="0" err="1">
                <a:solidFill>
                  <a:srgbClr val="3333CC"/>
                </a:solidFill>
              </a:rPr>
              <a:t>I'm</a:t>
            </a:r>
            <a:r>
              <a:rPr lang="en-US" altLang="en-US" dirty="0" err="1">
                <a:solidFill>
                  <a:srgbClr val="000000"/>
                </a:solidFill>
              </a:rPr>
              <a:t>",</a:t>
            </a:r>
            <a:r>
              <a:rPr lang="en-US" altLang="en-US" dirty="0" err="1">
                <a:solidFill>
                  <a:srgbClr val="00B050"/>
                </a:solidFill>
              </a:rPr>
              <a:t>aperson.age</a:t>
            </a:r>
            <a:r>
              <a:rPr lang="en-US" altLang="en-US" dirty="0" err="1">
                <a:solidFill>
                  <a:srgbClr val="000000"/>
                </a:solidFill>
              </a:rPr>
              <a:t>,"</a:t>
            </a:r>
            <a:r>
              <a:rPr lang="en-US" altLang="en-US" dirty="0" err="1">
                <a:solidFill>
                  <a:srgbClr val="3333CC"/>
                </a:solidFill>
              </a:rPr>
              <a:t>years</a:t>
            </a:r>
            <a:r>
              <a:rPr lang="en-US" altLang="en-US" dirty="0">
                <a:solidFill>
                  <a:srgbClr val="3333CC"/>
                </a:solidFill>
              </a:rPr>
              <a:t> old</a:t>
            </a:r>
            <a:r>
              <a:rPr lang="en-US" altLang="en-US" dirty="0">
                <a:solidFill>
                  <a:srgbClr val="000000"/>
                </a:solidFill>
              </a:rPr>
              <a:t>")</a:t>
            </a:r>
            <a:endParaRPr lang="en-US" altLang="ja-JP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CC00CC"/>
                </a:solidFill>
              </a:rPr>
              <a:t>aperson.talk</a:t>
            </a:r>
            <a:r>
              <a:rPr lang="en-US" altLang="en-US" dirty="0">
                <a:solidFill>
                  <a:srgbClr val="CC00CC"/>
                </a:solidFill>
              </a:rPr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</a:t>
            </a:r>
            <a:r>
              <a:rPr lang="en-US" altLang="en-US" dirty="0" err="1">
                <a:solidFill>
                  <a:srgbClr val="DAA100"/>
                </a:solidFill>
              </a:rPr>
              <a:t>aperson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ruby = Person("Ruby", 21)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("</a:t>
            </a:r>
            <a:r>
              <a:rPr lang="en-US" altLang="en-US" dirty="0">
                <a:solidFill>
                  <a:srgbClr val="3333CC"/>
                </a:solidFill>
              </a:rPr>
              <a:t>Hi, I'm</a:t>
            </a:r>
            <a:r>
              <a:rPr lang="en-US" altLang="en-US" dirty="0">
                <a:solidFill>
                  <a:srgbClr val="000000"/>
                </a:solidFill>
              </a:rPr>
              <a:t>", </a:t>
            </a:r>
            <a:r>
              <a:rPr lang="en-US" altLang="en-US" dirty="0">
                <a:solidFill>
                  <a:srgbClr val="00B050"/>
                </a:solidFill>
              </a:rPr>
              <a:t>ruby.name</a:t>
            </a:r>
            <a:r>
              <a:rPr lang="en-US" altLang="en-US" dirty="0">
                <a:solidFill>
                  <a:srgbClr val="000000"/>
                </a:solidFill>
              </a:rPr>
              <a:t>, "</a:t>
            </a:r>
            <a:r>
              <a:rPr lang="en-US" altLang="en-US" dirty="0">
                <a:solidFill>
                  <a:srgbClr val="3333CC"/>
                </a:solidFill>
              </a:rPr>
              <a:t>and I'm</a:t>
            </a:r>
            <a:r>
              <a:rPr lang="en-US" altLang="en-US" dirty="0">
                <a:solidFill>
                  <a:srgbClr val="000000"/>
                </a:solidFill>
              </a:rPr>
              <a:t>", </a:t>
            </a:r>
            <a:r>
              <a:rPr lang="en-US" altLang="en-US" dirty="0" err="1">
                <a:solidFill>
                  <a:srgbClr val="00B050"/>
                </a:solidFill>
              </a:rPr>
              <a:t>ruby.age</a:t>
            </a:r>
            <a:r>
              <a:rPr lang="en-US" altLang="en-US" dirty="0">
                <a:solidFill>
                  <a:srgbClr val="000000"/>
                </a:solidFill>
              </a:rPr>
              <a:t>, "</a:t>
            </a:r>
            <a:r>
              <a:rPr lang="en-US" altLang="en-US" dirty="0">
                <a:solidFill>
                  <a:srgbClr val="3333CC"/>
                </a:solidFill>
              </a:rPr>
              <a:t>years old</a:t>
            </a:r>
            <a:r>
              <a:rPr lang="en-US" altLang="en-US" dirty="0">
                <a:solidFill>
                  <a:srgbClr val="000000"/>
                </a:solidFill>
              </a:rPr>
              <a:t>")</a:t>
            </a:r>
            <a:endParaRPr lang="en-US" altLang="ja-JP" dirty="0">
              <a:solidFill>
                <a:srgbClr val="000000"/>
              </a:solidFill>
            </a:endParaRPr>
          </a:p>
          <a:p>
            <a:pPr eaLnBrk="1" hangingPunct="1">
              <a:lnSpc>
                <a:spcPct val="81000"/>
              </a:lnSpc>
            </a:pPr>
            <a:r>
              <a:rPr lang="en-US" altLang="en-US" dirty="0" err="1">
                <a:solidFill>
                  <a:srgbClr val="CC00CC"/>
                </a:solidFill>
              </a:rPr>
              <a:t>ruby.talk</a:t>
            </a:r>
            <a:r>
              <a:rPr lang="en-US" altLang="en-US" dirty="0">
                <a:solidFill>
                  <a:srgbClr val="CC00CC"/>
                </a:solidFill>
              </a:rPr>
              <a:t>()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</a:t>
            </a:r>
            <a:r>
              <a:rPr lang="en-US" altLang="en-US" dirty="0">
                <a:solidFill>
                  <a:srgbClr val="DAA100"/>
                </a:solidFill>
              </a:rPr>
              <a:t>ruby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print ("</a:t>
            </a:r>
            <a:r>
              <a:rPr lang="en-US" altLang="en-US" dirty="0">
                <a:solidFill>
                  <a:srgbClr val="FF0000"/>
                </a:solidFill>
              </a:rPr>
              <a:t>Now </a:t>
            </a:r>
            <a:r>
              <a:rPr lang="en-US" altLang="en-US" dirty="0" err="1">
                <a:solidFill>
                  <a:srgbClr val="FF0000"/>
                </a:solidFill>
              </a:rPr>
              <a:t>Person.total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dirty="0">
                <a:solidFill>
                  <a:srgbClr val="000000"/>
                </a:solidFill>
              </a:rPr>
              <a:t>", </a:t>
            </a:r>
            <a:r>
              <a:rPr lang="en-US" altLang="en-US" dirty="0" err="1">
                <a:solidFill>
                  <a:srgbClr val="00B050"/>
                </a:solidFill>
              </a:rPr>
              <a:t>Person.total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81000"/>
              </a:lnSpc>
            </a:pPr>
            <a:r>
              <a:rPr lang="en-US" altLang="en-US" dirty="0">
                <a:solidFill>
                  <a:srgbClr val="FFFFFF">
                    <a:lumMod val="65000"/>
                  </a:srgbClr>
                </a:solidFill>
              </a:rPr>
              <a:t>%</a:t>
            </a:r>
            <a:r>
              <a:rPr lang="en-US" altLang="en-US" dirty="0">
                <a:solidFill>
                  <a:srgbClr val="000000"/>
                </a:solidFill>
              </a:rPr>
              <a:t> python3 runaclass.py</a:t>
            </a:r>
          </a:p>
          <a:p>
            <a:pPr eaLnBrk="1" hangingPunct="1">
              <a:lnSpc>
                <a:spcPct val="81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Before creating instances: </a:t>
            </a:r>
            <a:r>
              <a:rPr lang="en-US" dirty="0" err="1">
                <a:solidFill>
                  <a:srgbClr val="FF0000"/>
                </a:solidFill>
              </a:rPr>
              <a:t>Person.total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>
                <a:solidFill>
                  <a:srgbClr val="00B050"/>
                </a:solidFill>
              </a:rPr>
              <a:t>0</a:t>
            </a:r>
          </a:p>
          <a:p>
            <a:r>
              <a:rPr lang="en-US" dirty="0">
                <a:solidFill>
                  <a:srgbClr val="3333CC"/>
                </a:solidFill>
              </a:rPr>
              <a:t>Hi, I'm </a:t>
            </a:r>
            <a:r>
              <a:rPr lang="en-US" dirty="0">
                <a:solidFill>
                  <a:srgbClr val="00B050"/>
                </a:solidFill>
              </a:rPr>
              <a:t>Tom</a:t>
            </a:r>
            <a:r>
              <a:rPr lang="en-US" dirty="0">
                <a:solidFill>
                  <a:srgbClr val="3333CC"/>
                </a:solidFill>
              </a:rPr>
              <a:t> and I'm </a:t>
            </a:r>
            <a:r>
              <a:rPr lang="en-US" dirty="0">
                <a:solidFill>
                  <a:srgbClr val="00B050"/>
                </a:solidFill>
              </a:rPr>
              <a:t>19</a:t>
            </a:r>
            <a:r>
              <a:rPr lang="en-US" dirty="0">
                <a:solidFill>
                  <a:srgbClr val="3333CC"/>
                </a:solidFill>
              </a:rPr>
              <a:t> years old</a:t>
            </a:r>
          </a:p>
          <a:p>
            <a:r>
              <a:rPr lang="en-US" dirty="0">
                <a:solidFill>
                  <a:srgbClr val="CC00CC"/>
                </a:solidFill>
              </a:rPr>
              <a:t>I'm Tom and I'm 19 years old</a:t>
            </a:r>
          </a:p>
          <a:p>
            <a:r>
              <a:rPr lang="en-US" dirty="0">
                <a:solidFill>
                  <a:srgbClr val="DAA100"/>
                </a:solidFill>
              </a:rPr>
              <a:t>I'm Tom and I live in Kaohsiung</a:t>
            </a:r>
          </a:p>
          <a:p>
            <a:r>
              <a:rPr lang="en-US" dirty="0">
                <a:solidFill>
                  <a:srgbClr val="3333CC"/>
                </a:solidFill>
              </a:rPr>
              <a:t>Hi, I'm </a:t>
            </a:r>
            <a:r>
              <a:rPr lang="en-US" dirty="0">
                <a:solidFill>
                  <a:srgbClr val="00B050"/>
                </a:solidFill>
              </a:rPr>
              <a:t>Ruby</a:t>
            </a:r>
            <a:r>
              <a:rPr lang="en-US" dirty="0">
                <a:solidFill>
                  <a:srgbClr val="3333CC"/>
                </a:solidFill>
              </a:rPr>
              <a:t> and I'm </a:t>
            </a:r>
            <a:r>
              <a:rPr lang="en-US" dirty="0">
                <a:solidFill>
                  <a:srgbClr val="00B050"/>
                </a:solidFill>
              </a:rPr>
              <a:t>21</a:t>
            </a:r>
            <a:r>
              <a:rPr lang="en-US" dirty="0">
                <a:solidFill>
                  <a:srgbClr val="3333CC"/>
                </a:solidFill>
              </a:rPr>
              <a:t> years old</a:t>
            </a:r>
          </a:p>
          <a:p>
            <a:r>
              <a:rPr lang="en-US" dirty="0">
                <a:solidFill>
                  <a:srgbClr val="CC00CC"/>
                </a:solidFill>
              </a:rPr>
              <a:t>I'm Ruby and I'm 21 years old</a:t>
            </a:r>
          </a:p>
          <a:p>
            <a:r>
              <a:rPr lang="en-US" dirty="0">
                <a:solidFill>
                  <a:srgbClr val="DAA100"/>
                </a:solidFill>
              </a:rPr>
              <a:t>I'm Ruby and I live in Kaohsiung</a:t>
            </a:r>
          </a:p>
          <a:p>
            <a:r>
              <a:rPr lang="en-US" dirty="0">
                <a:solidFill>
                  <a:srgbClr val="FF0000"/>
                </a:solidFill>
              </a:rPr>
              <a:t>Now </a:t>
            </a:r>
            <a:r>
              <a:rPr lang="en-US" dirty="0" err="1">
                <a:solidFill>
                  <a:srgbClr val="FF0000"/>
                </a:solidFill>
              </a:rPr>
              <a:t>Person.total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>
                <a:solidFill>
                  <a:srgbClr val="00B050"/>
                </a:solidFill>
              </a:rPr>
              <a:t>2</a:t>
            </a:r>
          </a:p>
          <a:p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%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47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333"/>
    </mc:Choice>
    <mc:Fallback xmlns="">
      <p:transition spd="slow" advTm="322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Motion origin="layout" path="M -3.33333E-6 0 L -0.00034 -0.5182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2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xit" presetSubtype="0" fill="hold" grpId="1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8434" grpId="0"/>
      <p:bldP spid="18434" grpId="1"/>
      <p:bldP spid="3" grpId="0"/>
    </p:bldLst>
  </p:timing>
  <p:extLst>
    <p:ext uri="{3A86A75C-4F4B-4683-9AE1-C65F6400EC91}">
      <p14:laserTraceLst xmlns:p14="http://schemas.microsoft.com/office/powerpoint/2010/main">
        <p14:tracePtLst>
          <p14:tracePt t="1363" x="4349750" y="3752850"/>
          <p14:tracePt t="1369" x="4343400" y="3721100"/>
          <p14:tracePt t="1385" x="4330700" y="3689350"/>
          <p14:tracePt t="1399" x="4286250" y="3600450"/>
          <p14:tracePt t="1416" x="4248150" y="3556000"/>
          <p14:tracePt t="1433" x="4191000" y="3435350"/>
          <p14:tracePt t="1449" x="4152900" y="3365500"/>
          <p14:tracePt t="1466" x="4121150" y="3295650"/>
          <p14:tracePt t="1482" x="4019550" y="3130550"/>
          <p14:tracePt t="1499" x="3917950" y="2933700"/>
          <p14:tracePt t="1516" x="3835400" y="2768600"/>
          <p14:tracePt t="1532" x="3797300" y="2711450"/>
          <p14:tracePt t="1549" x="3714750" y="2578100"/>
          <p14:tracePt t="1566" x="3638550" y="2438400"/>
          <p14:tracePt t="1582" x="3600450" y="2381250"/>
          <p14:tracePt t="1598" x="3511550" y="2266950"/>
          <p14:tracePt t="1615" x="3435350" y="2139950"/>
          <p14:tracePt t="1632" x="3352800" y="2032000"/>
          <p14:tracePt t="1649" x="3314700" y="2000250"/>
          <p14:tracePt t="1665" x="3232150" y="1885950"/>
          <p14:tracePt t="1681" x="3124200" y="1765300"/>
          <p14:tracePt t="1699" x="3009900" y="1625600"/>
          <p14:tracePt t="1714" x="2952750" y="1555750"/>
          <p14:tracePt t="1731" x="2901950" y="1498600"/>
          <p14:tracePt t="1748" x="2794000" y="1390650"/>
          <p14:tracePt t="1765" x="2711450" y="1276350"/>
          <p14:tracePt t="1781" x="2660650" y="1225550"/>
          <p14:tracePt t="1798" x="2597150" y="1168400"/>
          <p14:tracePt t="1814" x="2559050" y="1123950"/>
          <p14:tracePt t="1831" x="2533650" y="1092200"/>
          <p14:tracePt t="1848" x="2508250" y="1060450"/>
          <p14:tracePt t="1864" x="2489200" y="1041400"/>
          <p14:tracePt t="1882" x="2476500" y="1035050"/>
          <p14:tracePt t="1897" x="2470150" y="1028700"/>
          <p14:tracePt t="1914" x="2463800" y="1022350"/>
          <p14:tracePt t="1931" x="2457450" y="1016000"/>
          <p14:tracePt t="1947" x="2451100" y="1016000"/>
          <p14:tracePt t="1964" x="2444750" y="1009650"/>
          <p14:tracePt t="1981" x="2432050" y="1009650"/>
          <p14:tracePt t="2015" x="2413000" y="1009650"/>
          <p14:tracePt t="2030" x="2393950" y="1009650"/>
          <p14:tracePt t="2047" x="2374900" y="1009650"/>
          <p14:tracePt t="2064" x="2330450" y="1009650"/>
          <p14:tracePt t="2080" x="2311400" y="1009650"/>
          <p14:tracePt t="2097" x="2254250" y="1003300"/>
          <p14:tracePt t="2114" x="2171700" y="1003300"/>
          <p14:tracePt t="2130" x="2146300" y="1003300"/>
          <p14:tracePt t="2133" x="2095500" y="1003300"/>
          <p14:tracePt t="2146" x="2070100" y="1003300"/>
          <p14:tracePt t="2163" x="1993900" y="996950"/>
          <p14:tracePt t="2180" x="1949450" y="996950"/>
          <p14:tracePt t="2197" x="1873250" y="990600"/>
          <p14:tracePt t="2213" x="1816100" y="977900"/>
          <p14:tracePt t="2229" x="1790700" y="971550"/>
          <p14:tracePt t="2247" x="1758950" y="965200"/>
          <p14:tracePt t="2263" x="1739900" y="952500"/>
          <p14:tracePt t="2279" x="1727200" y="952500"/>
          <p14:tracePt t="2296" x="1720850" y="952500"/>
          <p14:tracePt t="2313" x="1701800" y="952500"/>
          <p14:tracePt t="2329" x="1689100" y="952500"/>
          <p14:tracePt t="2346" x="1670050" y="946150"/>
          <p14:tracePt t="2362" x="1651000" y="939800"/>
          <p14:tracePt t="2380" x="1631950" y="939800"/>
          <p14:tracePt t="2921" x="1625600" y="939800"/>
          <p14:tracePt t="2935" x="1612900" y="933450"/>
          <p14:tracePt t="2942" x="1600200" y="927100"/>
          <p14:tracePt t="2956" x="1587500" y="920750"/>
          <p14:tracePt t="2963" x="1581150" y="914400"/>
          <p14:tracePt t="2980" x="1568450" y="908050"/>
          <p14:tracePt t="2994" x="1549400" y="901700"/>
          <p14:tracePt t="3010" x="1543050" y="901700"/>
          <p14:tracePt t="3027" x="1517650" y="901700"/>
          <p14:tracePt t="3043" x="1504950" y="908050"/>
          <p14:tracePt t="3061" x="1473200" y="927100"/>
          <p14:tracePt t="3077" x="1447800" y="965200"/>
          <p14:tracePt t="3093" x="1428750" y="1003300"/>
          <p14:tracePt t="3110" x="1409700" y="1085850"/>
          <p14:tracePt t="3126" x="1390650" y="1193800"/>
          <p14:tracePt t="3143" x="1390650" y="1257300"/>
          <p14:tracePt t="3160" x="1390650" y="1409700"/>
          <p14:tracePt t="3177" x="1447800" y="1644650"/>
          <p14:tracePt t="3193" x="1479550" y="1790700"/>
          <p14:tracePt t="3210" x="1619250" y="2127250"/>
          <p14:tracePt t="3226" x="1771650" y="2438400"/>
          <p14:tracePt t="3243" x="1854200" y="2571750"/>
          <p14:tracePt t="3259" x="2025650" y="2813050"/>
          <p14:tracePt t="3276" x="2120900" y="2908300"/>
          <p14:tracePt t="3293" x="2317750" y="3105150"/>
          <p14:tracePt t="3309" x="2482850" y="3225800"/>
          <p14:tracePt t="3325" x="2552700" y="3270250"/>
          <p14:tracePt t="3343" x="2755900" y="3327400"/>
          <p14:tracePt t="3359" x="2806700" y="3333750"/>
          <p14:tracePt t="3378" x="2914650" y="3333750"/>
          <p14:tracePt t="3392" x="2959100" y="3314700"/>
          <p14:tracePt t="3409" x="3035300" y="3263900"/>
          <p14:tracePt t="3426" x="3067050" y="3232150"/>
          <p14:tracePt t="3442" x="3092450" y="3206750"/>
          <p14:tracePt t="3459" x="3136900" y="3105150"/>
          <p14:tracePt t="3476" x="3162300" y="2984500"/>
          <p14:tracePt t="3492" x="3162300" y="2857500"/>
          <p14:tracePt t="3509" x="3162300" y="2768600"/>
          <p14:tracePt t="3525" x="3117850" y="2540000"/>
          <p14:tracePt t="3542" x="3041650" y="2279650"/>
          <p14:tracePt t="3558" x="2971800" y="2139950"/>
          <p14:tracePt t="3575" x="2844800" y="1911350"/>
          <p14:tracePt t="3592" x="2711450" y="1682750"/>
          <p14:tracePt t="3609" x="2584450" y="1504950"/>
          <p14:tracePt t="3624" x="2527300" y="1422400"/>
          <p14:tracePt t="3641" x="2438400" y="1320800"/>
          <p14:tracePt t="3658" x="2381250" y="1263650"/>
          <p14:tracePt t="3675" x="2349500" y="1225550"/>
          <p14:tracePt t="3692" x="2286000" y="1136650"/>
          <p14:tracePt t="3709" x="2235200" y="1079500"/>
          <p14:tracePt t="3724" x="2216150" y="1066800"/>
          <p14:tracePt t="3741" x="2171700" y="1022350"/>
          <p14:tracePt t="3757" x="2139950" y="996950"/>
          <p14:tracePt t="3774" x="2114550" y="984250"/>
          <p14:tracePt t="3792" x="2089150" y="952500"/>
          <p14:tracePt t="3808" x="2057400" y="933450"/>
          <p14:tracePt t="3824" x="2051050" y="927100"/>
          <p14:tracePt t="3841" x="2025650" y="914400"/>
          <p14:tracePt t="3857" x="2012950" y="908050"/>
          <p14:tracePt t="3874" x="2000250" y="901700"/>
          <p14:tracePt t="3891" x="1993900" y="895350"/>
          <p14:tracePt t="3908" x="1974850" y="889000"/>
          <p14:tracePt t="3925" x="1955800" y="876300"/>
          <p14:tracePt t="3940" x="1949450" y="869950"/>
          <p14:tracePt t="3957" x="1936750" y="869950"/>
          <p14:tracePt t="3974" x="1898650" y="844550"/>
          <p14:tracePt t="3990" x="1879600" y="831850"/>
          <p14:tracePt t="4007" x="1847850" y="812800"/>
          <p14:tracePt t="4024" x="1797050" y="787400"/>
          <p14:tracePt t="4041" x="1765300" y="762000"/>
          <p14:tracePt t="4057" x="1739900" y="736600"/>
          <p14:tracePt t="4073" x="1670050" y="679450"/>
          <p14:tracePt t="4090" x="1638300" y="654050"/>
          <p14:tracePt t="4107" x="1574800" y="603250"/>
          <p14:tracePt t="4123" x="1549400" y="584200"/>
          <p14:tracePt t="4140" x="1517650" y="539750"/>
          <p14:tracePt t="4157" x="1492250" y="514350"/>
          <p14:tracePt t="4173" x="1479550" y="501650"/>
          <p14:tracePt t="4190" x="1473200" y="488950"/>
          <p14:tracePt t="4206" x="1473200" y="476250"/>
          <p14:tracePt t="4242" x="1485900" y="469900"/>
          <p14:tracePt t="4256" x="1498600" y="463550"/>
          <p14:tracePt t="4273" x="1511300" y="463550"/>
          <p14:tracePt t="4290" x="1536700" y="457200"/>
          <p14:tracePt t="4306" x="1555750" y="457200"/>
          <p14:tracePt t="4323" x="1612900" y="444500"/>
          <p14:tracePt t="4339" x="1708150" y="438150"/>
          <p14:tracePt t="4356" x="1758950" y="425450"/>
          <p14:tracePt t="4372" x="1892300" y="406400"/>
          <p14:tracePt t="4389" x="2006600" y="406400"/>
          <p14:tracePt t="4405" x="2063750" y="400050"/>
          <p14:tracePt t="4422" x="2165350" y="393700"/>
          <p14:tracePt t="4439" x="2247900" y="381000"/>
          <p14:tracePt t="4455" x="2266950" y="381000"/>
          <p14:tracePt t="4472" x="2298700" y="374650"/>
          <p14:tracePt t="4489" x="2324100" y="374650"/>
          <p14:tracePt t="4505" x="2336800" y="374650"/>
          <p14:tracePt t="4522" x="2362200" y="374650"/>
          <p14:tracePt t="4538" x="2374900" y="381000"/>
          <p14:tracePt t="4557" x="2387600" y="381000"/>
          <p14:tracePt t="4598" x="2393950" y="381000"/>
          <p14:tracePt t="4739" x="2387600" y="374650"/>
          <p14:tracePt t="4767" x="2374900" y="374650"/>
          <p14:tracePt t="4809" x="2362200" y="374650"/>
          <p14:tracePt t="4823" x="2355850" y="374650"/>
          <p14:tracePt t="5140" x="2324100" y="387350"/>
          <p14:tracePt t="5154" x="2266950" y="419100"/>
          <p14:tracePt t="5167" x="2209800" y="457200"/>
          <p14:tracePt t="5175" x="2127250" y="495300"/>
          <p14:tracePt t="5189" x="2044700" y="546100"/>
          <p14:tracePt t="5203" x="1860550" y="641350"/>
          <p14:tracePt t="5219" x="1778000" y="666750"/>
          <p14:tracePt t="5236" x="1657350" y="730250"/>
          <p14:tracePt t="5253" x="1581150" y="762000"/>
          <p14:tracePt t="5269" x="1562100" y="774700"/>
          <p14:tracePt t="5287" x="1504950" y="787400"/>
          <p14:tracePt t="5302" x="1492250" y="787400"/>
          <p14:tracePt t="5319" x="1485900" y="793750"/>
          <p14:tracePt t="5336" x="1479550" y="793750"/>
          <p14:tracePt t="5352" x="1473200" y="793750"/>
          <p14:tracePt t="5448" x="1466850" y="793750"/>
          <p14:tracePt t="5470" x="1460500" y="787400"/>
          <p14:tracePt t="5532" x="1454150" y="787400"/>
          <p14:tracePt t="5589" x="1454150" y="781050"/>
          <p14:tracePt t="5630" x="1460500" y="774700"/>
          <p14:tracePt t="5637" x="1466850" y="774700"/>
          <p14:tracePt t="5658" x="1473200" y="774700"/>
          <p14:tracePt t="5673" x="1485900" y="774700"/>
          <p14:tracePt t="5680" x="1504950" y="768350"/>
          <p14:tracePt t="5694" x="1536700" y="768350"/>
          <p14:tracePt t="5703" x="1574800" y="762000"/>
          <p14:tracePt t="5717" x="1631950" y="749300"/>
          <p14:tracePt t="5735" x="1733550" y="742950"/>
          <p14:tracePt t="5751" x="1841500" y="730250"/>
          <p14:tracePt t="5767" x="1879600" y="723900"/>
          <p14:tracePt t="5785" x="1936750" y="717550"/>
          <p14:tracePt t="5800" x="1955800" y="717550"/>
          <p14:tracePt t="5817" x="2000250" y="711200"/>
          <p14:tracePt t="5834" x="2006600" y="711200"/>
          <p14:tracePt t="5850" x="2012950" y="711200"/>
          <p14:tracePt t="5890" x="2019300" y="711200"/>
          <p14:tracePt t="5900" x="2025650" y="711200"/>
          <p14:tracePt t="5932" x="2032000" y="704850"/>
          <p14:tracePt t="5961" x="2038350" y="704850"/>
          <p14:tracePt t="5981" x="2044700" y="704850"/>
          <p14:tracePt t="5989" x="2051050" y="704850"/>
          <p14:tracePt t="6024" x="2057400" y="704850"/>
          <p14:tracePt t="6030" x="2063750" y="704850"/>
          <p14:tracePt t="6045" x="2070100" y="704850"/>
          <p14:tracePt t="6053" x="2076450" y="704850"/>
          <p14:tracePt t="6066" x="2089150" y="704850"/>
          <p14:tracePt t="6083" x="2120900" y="711200"/>
          <p14:tracePt t="6101" x="2159000" y="717550"/>
          <p14:tracePt t="6116" x="2184400" y="717550"/>
          <p14:tracePt t="6133" x="2209800" y="723900"/>
          <p14:tracePt t="6151" x="2228850" y="723900"/>
          <p14:tracePt t="6166" x="2241550" y="723900"/>
          <p14:tracePt t="6183" x="2247900" y="723900"/>
          <p14:tracePt t="6186" x="2247900" y="730250"/>
          <p14:tracePt t="6200" x="2254250" y="730250"/>
          <p14:tracePt t="6262" x="2247900" y="730250"/>
          <p14:tracePt t="6319" x="2247900" y="723900"/>
          <p14:tracePt t="6706" x="2222500" y="723900"/>
          <p14:tracePt t="6712" x="2190750" y="723900"/>
          <p14:tracePt t="6726" x="2139950" y="723900"/>
          <p14:tracePt t="6734" x="2101850" y="723900"/>
          <p14:tracePt t="6748" x="2063750" y="723900"/>
          <p14:tracePt t="6764" x="1949450" y="723900"/>
          <p14:tracePt t="6781" x="1898650" y="723900"/>
          <p14:tracePt t="6797" x="1790700" y="736600"/>
          <p14:tracePt t="6814" x="1670050" y="762000"/>
          <p14:tracePt t="6831" x="1638300" y="781050"/>
          <p14:tracePt t="6847" x="1574800" y="800100"/>
          <p14:tracePt t="6864" x="1536700" y="806450"/>
          <p14:tracePt t="6882" x="1435100" y="850900"/>
          <p14:tracePt t="6897" x="1403350" y="863600"/>
          <p14:tracePt t="6914" x="1358900" y="882650"/>
          <p14:tracePt t="6930" x="1282700" y="927100"/>
          <p14:tracePt t="6947" x="1219200" y="946150"/>
          <p14:tracePt t="6963" x="1200150" y="958850"/>
          <p14:tracePt t="6980" x="1168400" y="977900"/>
          <p14:tracePt t="6997" x="1143000" y="984250"/>
          <p14:tracePt t="7014" x="1123950" y="990600"/>
          <p14:tracePt t="7030" x="1117600" y="990600"/>
          <p14:tracePt t="7046" x="1104900" y="990600"/>
          <p14:tracePt t="7063" x="1092200" y="990600"/>
          <p14:tracePt t="7080" x="1085850" y="990600"/>
          <p14:tracePt t="7096" x="1073150" y="990600"/>
          <p14:tracePt t="7113" x="1060450" y="984250"/>
          <p14:tracePt t="7130" x="1054100" y="984250"/>
          <p14:tracePt t="7146" x="1047750" y="977900"/>
          <p14:tracePt t="7163" x="1035050" y="977900"/>
          <p14:tracePt t="7196" x="1035050" y="971550"/>
          <p14:tracePt t="7225" x="1028700" y="965200"/>
          <p14:tracePt t="7253" x="1022350" y="958850"/>
          <p14:tracePt t="7274" x="1016000" y="958850"/>
          <p14:tracePt t="7302" x="1009650" y="952500"/>
          <p14:tracePt t="7323" x="1003300" y="946150"/>
          <p14:tracePt t="7351" x="996950" y="939800"/>
          <p14:tracePt t="7372" x="990600" y="933450"/>
          <p14:tracePt t="7393" x="977900" y="927100"/>
          <p14:tracePt t="7414" x="971550" y="927100"/>
          <p14:tracePt t="7435" x="958850" y="920750"/>
          <p14:tracePt t="7456" x="952500" y="914400"/>
          <p14:tracePt t="7463" x="946150" y="914400"/>
          <p14:tracePt t="7498" x="939800" y="914400"/>
          <p14:tracePt t="7505" x="933450" y="914400"/>
          <p14:tracePt t="7515" x="927100" y="914400"/>
          <p14:tracePt t="7528" x="920750" y="908050"/>
          <p14:tracePt t="7545" x="914400" y="908050"/>
          <p14:tracePt t="7562" x="908050" y="901700"/>
          <p14:tracePt t="7578" x="901700" y="895350"/>
          <p14:tracePt t="7594" x="889000" y="895350"/>
          <p14:tracePt t="7611" x="869950" y="889000"/>
          <p14:tracePt t="7628" x="844550" y="882650"/>
          <p14:tracePt t="7645" x="819150" y="869950"/>
          <p14:tracePt t="7661" x="806450" y="863600"/>
          <p14:tracePt t="7677" x="787400" y="857250"/>
          <p14:tracePt t="7744" x="781050" y="850900"/>
          <p14:tracePt t="8329" x="787400" y="850900"/>
          <p14:tracePt t="8335" x="793750" y="850900"/>
          <p14:tracePt t="8349" x="806450" y="850900"/>
          <p14:tracePt t="8358" x="831850" y="850900"/>
          <p14:tracePt t="8375" x="850900" y="850900"/>
          <p14:tracePt t="8392" x="876300" y="850900"/>
          <p14:tracePt t="8408" x="908050" y="857250"/>
          <p14:tracePt t="8425" x="927100" y="857250"/>
          <p14:tracePt t="8442" x="952500" y="857250"/>
          <p14:tracePt t="8458" x="984250" y="857250"/>
          <p14:tracePt t="8476" x="1016000" y="863600"/>
          <p14:tracePt t="8491" x="1041400" y="863600"/>
          <p14:tracePt t="8508" x="1047750" y="863600"/>
          <p14:tracePt t="8525" x="1079500" y="863600"/>
          <p14:tracePt t="8541" x="1092200" y="863600"/>
          <p14:tracePt t="8558" x="1104900" y="863600"/>
          <p14:tracePt t="8574" x="1130300" y="863600"/>
          <p14:tracePt t="8591" x="1155700" y="863600"/>
          <p14:tracePt t="8608" x="1174750" y="863600"/>
          <p14:tracePt t="8624" x="1200150" y="857250"/>
          <p14:tracePt t="8641" x="1225550" y="850900"/>
          <p14:tracePt t="8658" x="1244600" y="850900"/>
          <p14:tracePt t="8691" x="1257300" y="850900"/>
          <p14:tracePt t="8708" x="1270000" y="844550"/>
          <p14:tracePt t="8728" x="1276350" y="844550"/>
          <p14:tracePt t="8820" x="1282700" y="844550"/>
          <p14:tracePt t="9289" x="1289050" y="844550"/>
          <p14:tracePt t="9331" x="1295400" y="838200"/>
          <p14:tracePt t="9360" x="1301750" y="838200"/>
          <p14:tracePt t="9387" x="1308100" y="838200"/>
          <p14:tracePt t="9430" x="1308100" y="831850"/>
          <p14:tracePt t="9528" x="1314450" y="825500"/>
          <p14:tracePt t="9668" x="1320800" y="825500"/>
          <p14:tracePt t="9753" x="1327150" y="825500"/>
          <p14:tracePt t="9760" x="1333500" y="825500"/>
          <p14:tracePt t="9781" x="1339850" y="825500"/>
          <p14:tracePt t="9809" x="1346200" y="825500"/>
          <p14:tracePt t="9830" x="1352550" y="825500"/>
          <p14:tracePt t="9879" x="1352550" y="831850"/>
          <p14:tracePt t="9899" x="1346200" y="831850"/>
          <p14:tracePt t="9928" x="1333500" y="838200"/>
          <p14:tracePt t="9949" x="1327150" y="838200"/>
          <p14:tracePt t="9963" x="1320800" y="838200"/>
          <p14:tracePt t="9972" x="1308100" y="838200"/>
          <p14:tracePt t="9986" x="1295400" y="844550"/>
          <p14:tracePt t="10003" x="1250950" y="850900"/>
          <p14:tracePt t="10020" x="1181100" y="850900"/>
          <p14:tracePt t="10035" x="1143000" y="850900"/>
          <p14:tracePt t="10053" x="1104900" y="850900"/>
          <p14:tracePt t="10070" x="996950" y="857250"/>
          <p14:tracePt t="10086" x="965200" y="857250"/>
          <p14:tracePt t="10103" x="920750" y="863600"/>
          <p14:tracePt t="10119" x="882650" y="869950"/>
          <p14:tracePt t="10135" x="863600" y="869950"/>
          <p14:tracePt t="10153" x="844550" y="869950"/>
          <p14:tracePt t="10169" x="838200" y="869950"/>
          <p14:tracePt t="10186" x="831850" y="869950"/>
          <p14:tracePt t="10203" x="825500" y="863600"/>
          <p14:tracePt t="10219" x="819150" y="863600"/>
          <p14:tracePt t="10244" x="812800" y="863600"/>
          <p14:tracePt t="10314" x="806450" y="863600"/>
          <p14:tracePt t="10651" x="806450" y="857250"/>
          <p14:tracePt t="10721" x="812800" y="857250"/>
          <p14:tracePt t="10735" x="819150" y="857250"/>
          <p14:tracePt t="10756" x="825500" y="857250"/>
          <p14:tracePt t="10763" x="838200" y="857250"/>
          <p14:tracePt t="10785" x="844550" y="857250"/>
          <p14:tracePt t="10791" x="857250" y="857250"/>
          <p14:tracePt t="10805" x="869950" y="857250"/>
          <p14:tracePt t="10816" x="901700" y="857250"/>
          <p14:tracePt t="10833" x="965200" y="857250"/>
          <p14:tracePt t="10850" x="1016000" y="857250"/>
          <p14:tracePt t="10866" x="1149350" y="844550"/>
          <p14:tracePt t="10883" x="1263650" y="844550"/>
          <p14:tracePt t="10899" x="1314450" y="844550"/>
          <p14:tracePt t="10917" x="1390650" y="844550"/>
          <p14:tracePt t="10933" x="1441450" y="844550"/>
          <p14:tracePt t="10950" x="1460500" y="838200"/>
          <p14:tracePt t="10967" x="1479550" y="838200"/>
          <p14:tracePt t="10983" x="1492250" y="838200"/>
          <p14:tracePt t="10999" x="1498600" y="838200"/>
          <p14:tracePt t="11191" x="1498600" y="844550"/>
          <p14:tracePt t="12720" x="1498600" y="850900"/>
          <p14:tracePt t="12749" x="1498600" y="857250"/>
          <p14:tracePt t="12776" x="1492250" y="863600"/>
          <p14:tracePt t="12798" x="1485900" y="863600"/>
          <p14:tracePt t="12805" x="1485900" y="869950"/>
          <p14:tracePt t="12819" x="1479550" y="876300"/>
          <p14:tracePt t="12840" x="1479550" y="882650"/>
          <p14:tracePt t="12847" x="1473200" y="895350"/>
          <p14:tracePt t="12862" x="1473200" y="914400"/>
          <p14:tracePt t="12876" x="1466850" y="946150"/>
          <p14:tracePt t="12893" x="1460500" y="977900"/>
          <p14:tracePt t="12910" x="1447800" y="1028700"/>
          <p14:tracePt t="12926" x="1447800" y="1054100"/>
          <p14:tracePt t="12943" x="1441450" y="1104900"/>
          <p14:tracePt t="12960" x="1441450" y="1143000"/>
          <p14:tracePt t="12976" x="1441450" y="1168400"/>
          <p14:tracePt t="12992" x="1441450" y="1181100"/>
          <p14:tracePt t="13009" x="1441450" y="1193800"/>
          <p14:tracePt t="13043" x="1447800" y="1200150"/>
          <p14:tracePt t="13059" x="1454150" y="1200150"/>
          <p14:tracePt t="13078" x="1460500" y="1200150"/>
          <p14:tracePt t="13093" x="1466850" y="1200150"/>
          <p14:tracePt t="13108" x="1473200" y="1200150"/>
          <p14:tracePt t="13128" x="1479550" y="1200150"/>
          <p14:tracePt t="13149" x="1485900" y="1200150"/>
          <p14:tracePt t="13177" x="1492250" y="1200150"/>
          <p14:tracePt t="13190" x="1498600" y="1200150"/>
          <p14:tracePt t="13198" x="1504950" y="1200150"/>
          <p14:tracePt t="13212" x="1511300" y="1193800"/>
          <p14:tracePt t="13228" x="1524000" y="1187450"/>
          <p14:tracePt t="13241" x="1530350" y="1187450"/>
          <p14:tracePt t="13258" x="1543050" y="1181100"/>
          <p14:tracePt t="13275" x="1581150" y="1174750"/>
          <p14:tracePt t="13291" x="1619250" y="1168400"/>
          <p14:tracePt t="13295" x="1638300" y="1168400"/>
          <p14:tracePt t="13325" x="1676400" y="1155700"/>
          <p14:tracePt t="13341" x="1695450" y="1149350"/>
          <p14:tracePt t="13358" x="1701800" y="1149350"/>
          <p14:tracePt t="13375" x="1701800" y="1143000"/>
          <p14:tracePt t="13392" x="1695450" y="1136650"/>
          <p14:tracePt t="13408" x="1689100" y="1136650"/>
          <p14:tracePt t="13424" x="1670050" y="1136650"/>
          <p14:tracePt t="13441" x="1651000" y="1136650"/>
          <p14:tracePt t="13458" x="1600200" y="1136650"/>
          <p14:tracePt t="13475" x="1568450" y="1149350"/>
          <p14:tracePt t="13491" x="1530350" y="1149350"/>
          <p14:tracePt t="13507" x="1435100" y="1155700"/>
          <p14:tracePt t="13523" x="1409700" y="1162050"/>
          <p14:tracePt t="13541" x="1371600" y="1168400"/>
          <p14:tracePt t="13557" x="1365250" y="1168400"/>
          <p14:tracePt t="13574" x="1352550" y="1168400"/>
          <p14:tracePt t="13591" x="1352550" y="1174750"/>
          <p14:tracePt t="13624" x="1358900" y="1181100"/>
          <p14:tracePt t="13640" x="1384300" y="1181100"/>
          <p14:tracePt t="13657" x="1409700" y="1181100"/>
          <p14:tracePt t="13674" x="1517650" y="1187450"/>
          <p14:tracePt t="13691" x="1708150" y="1206500"/>
          <p14:tracePt t="13707" x="1822450" y="1219200"/>
          <p14:tracePt t="13724" x="2051050" y="1250950"/>
          <p14:tracePt t="13740" x="2286000" y="1289050"/>
          <p14:tracePt t="13756" x="2387600" y="1314450"/>
          <p14:tracePt t="13773" x="2565400" y="1333500"/>
          <p14:tracePt t="13790" x="2647950" y="1339850"/>
          <p14:tracePt t="13794" x="2711450" y="1352550"/>
          <p14:tracePt t="13806" x="2762250" y="1352550"/>
          <p14:tracePt t="13823" x="2819400" y="1352550"/>
          <p14:tracePt t="13840" x="2844800" y="1346200"/>
          <p14:tracePt t="13857" x="2870200" y="1333500"/>
          <p14:tracePt t="13872" x="2889250" y="1327150"/>
          <p14:tracePt t="13890" x="2895600" y="1327150"/>
          <p14:tracePt t="13908" x="2895600" y="1308100"/>
          <p14:tracePt t="13923" x="2895600" y="1295400"/>
          <p14:tracePt t="13956" x="2876550" y="1289050"/>
          <p14:tracePt t="13972" x="2851150" y="1289050"/>
          <p14:tracePt t="13990" x="2813050" y="1295400"/>
          <p14:tracePt t="14006" x="2768600" y="1295400"/>
          <p14:tracePt t="14023" x="2628900" y="1295400"/>
          <p14:tracePt t="14040" x="2451100" y="1295400"/>
          <p14:tracePt t="14055" x="2349500" y="1295400"/>
          <p14:tracePt t="14072" x="2159000" y="1301750"/>
          <p14:tracePt t="14090" x="1993900" y="1301750"/>
          <p14:tracePt t="14105" x="1917700" y="1301750"/>
          <p14:tracePt t="14122" x="1866900" y="1314450"/>
          <p14:tracePt t="14139" x="1765300" y="1320800"/>
          <p14:tracePt t="14155" x="1752600" y="1320800"/>
          <p14:tracePt t="14172" x="1739900" y="1320800"/>
          <p14:tracePt t="14188" x="1733550" y="1327150"/>
          <p14:tracePt t="14243" x="1739900" y="1327150"/>
          <p14:tracePt t="14250" x="1752600" y="1320800"/>
          <p14:tracePt t="14264" x="1765300" y="1314450"/>
          <p14:tracePt t="14274" x="1778000" y="1308100"/>
          <p14:tracePt t="14288" x="1790700" y="1301750"/>
          <p14:tracePt t="14305" x="1841500" y="1289050"/>
          <p14:tracePt t="14321" x="1892300" y="1270000"/>
          <p14:tracePt t="14339" x="1924050" y="1257300"/>
          <p14:tracePt t="14355" x="1974850" y="1244600"/>
          <p14:tracePt t="14371" x="2000250" y="1231900"/>
          <p14:tracePt t="14388" x="2006600" y="1225550"/>
          <p14:tracePt t="14405" x="2012950" y="1225550"/>
          <p14:tracePt t="14425" x="2000250" y="1219200"/>
          <p14:tracePt t="14438" x="1993900" y="1219200"/>
          <p14:tracePt t="14454" x="1974850" y="1219200"/>
          <p14:tracePt t="14471" x="1962150" y="1219200"/>
          <p14:tracePt t="14487" x="1924050" y="1219200"/>
          <p14:tracePt t="14504" x="1841500" y="1225550"/>
          <p14:tracePt t="14521" x="1790700" y="1238250"/>
          <p14:tracePt t="14538" x="1682750" y="1244600"/>
          <p14:tracePt t="14554" x="1600200" y="1263650"/>
          <p14:tracePt t="14570" x="1574800" y="1263650"/>
          <p14:tracePt t="14587" x="1536700" y="1270000"/>
          <p14:tracePt t="14629" x="1543050" y="1270000"/>
          <p14:tracePt t="14643" x="1562100" y="1270000"/>
          <p14:tracePt t="14653" x="1587500" y="1270000"/>
          <p14:tracePt t="14669" x="1625600" y="1263650"/>
          <p14:tracePt t="14687" x="1752600" y="1263650"/>
          <p14:tracePt t="14703" x="1828800" y="1263650"/>
          <p14:tracePt t="14721" x="2095500" y="1276350"/>
          <p14:tracePt t="14737" x="2190750" y="1289050"/>
          <p14:tracePt t="14753" x="2266950" y="1295400"/>
          <p14:tracePt t="14770" x="2362200" y="1314450"/>
          <p14:tracePt t="14786" x="2406650" y="1314450"/>
          <p14:tracePt t="14803" x="2419350" y="1314450"/>
          <p14:tracePt t="14820" x="2432050" y="1308100"/>
          <p14:tracePt t="14836" x="2438400" y="1308100"/>
          <p14:tracePt t="14854" x="2438400" y="1295400"/>
          <p14:tracePt t="14885" x="2432050" y="1295400"/>
          <p14:tracePt t="14903" x="2425700" y="1289050"/>
          <p14:tracePt t="14924" x="2419350" y="1282700"/>
          <p14:tracePt t="14966" x="2413000" y="1276350"/>
          <p14:tracePt t="15065" x="2406650" y="1276350"/>
          <p14:tracePt t="15141" x="2406650" y="1282700"/>
          <p14:tracePt t="15163" x="2400300" y="1289050"/>
          <p14:tracePt t="15184" x="2400300" y="1295400"/>
          <p14:tracePt t="15190" x="2393950" y="1301750"/>
          <p14:tracePt t="15205" x="2393950" y="1314450"/>
          <p14:tracePt t="15218" x="2387600" y="1327150"/>
          <p14:tracePt t="15235" x="2362200" y="1409700"/>
          <p14:tracePt t="15251" x="2343150" y="1479550"/>
          <p14:tracePt t="15268" x="2305050" y="1631950"/>
          <p14:tracePt t="15284" x="2260600" y="1816100"/>
          <p14:tracePt t="15301" x="2254250" y="1917700"/>
          <p14:tracePt t="15318" x="2228850" y="2089150"/>
          <p14:tracePt t="15334" x="2222500" y="2228850"/>
          <p14:tracePt t="15352" x="2222500" y="2343150"/>
          <p14:tracePt t="15367" x="2241550" y="2387600"/>
          <p14:tracePt t="15384" x="2247900" y="2419350"/>
          <p14:tracePt t="15401" x="2273300" y="2482850"/>
          <p14:tracePt t="15417" x="2292350" y="2501900"/>
          <p14:tracePt t="15434" x="2305050" y="2508250"/>
          <p14:tracePt t="15451" x="2317750" y="2508250"/>
          <p14:tracePt t="15467" x="2336800" y="2508250"/>
          <p14:tracePt t="15484" x="2343150" y="2508250"/>
          <p14:tracePt t="15500" x="2355850" y="2508250"/>
          <p14:tracePt t="15517" x="2368550" y="2508250"/>
          <p14:tracePt t="15534" x="2387600" y="2508250"/>
          <p14:tracePt t="15566" x="2400300" y="2508250"/>
          <p14:tracePt t="15584" x="2400300" y="2501900"/>
          <p14:tracePt t="15600" x="2406650" y="2495550"/>
          <p14:tracePt t="15617" x="2413000" y="2489200"/>
          <p14:tracePt t="15634" x="2419350" y="2489200"/>
          <p14:tracePt t="15650" x="2425700" y="2489200"/>
          <p14:tracePt t="15683" x="2438400" y="2482850"/>
          <p14:tracePt t="15700" x="2457450" y="2476500"/>
          <p14:tracePt t="15717" x="2495550" y="2470150"/>
          <p14:tracePt t="15733" x="2520950" y="2457450"/>
          <p14:tracePt t="15750" x="2571750" y="2444750"/>
          <p14:tracePt t="15767" x="2628900" y="2419350"/>
          <p14:tracePt t="15783" x="2647950" y="2413000"/>
          <p14:tracePt t="15799" x="2673350" y="2400300"/>
          <p14:tracePt t="15816" x="2679700" y="2393950"/>
          <p14:tracePt t="15850" x="2673350" y="2381250"/>
          <p14:tracePt t="15865" x="2654300" y="2381250"/>
          <p14:tracePt t="15882" x="2647950" y="2381250"/>
          <p14:tracePt t="15899" x="2597150" y="2381250"/>
          <p14:tracePt t="15915" x="2508250" y="2374900"/>
          <p14:tracePt t="15933" x="2444750" y="2374900"/>
          <p14:tracePt t="15949" x="2311400" y="2368550"/>
          <p14:tracePt t="15965" x="2184400" y="2355850"/>
          <p14:tracePt t="15982" x="2133600" y="2349500"/>
          <p14:tracePt t="15999" x="2070100" y="2336800"/>
          <p14:tracePt t="16015" x="2051050" y="2330450"/>
          <p14:tracePt t="16033" x="2032000" y="2324100"/>
          <p14:tracePt t="16049" x="2025650" y="2324100"/>
          <p14:tracePt t="16075" x="2032000" y="2324100"/>
          <p14:tracePt t="16096" x="2051050" y="2324100"/>
          <p14:tracePt t="16102" x="2076450" y="2317750"/>
          <p14:tracePt t="16118" x="2095500" y="2317750"/>
          <p14:tracePt t="16132" x="2133600" y="2317750"/>
          <p14:tracePt t="16148" x="2286000" y="2317750"/>
          <p14:tracePt t="16167" x="2463800" y="2324100"/>
          <p14:tracePt t="16182" x="2565400" y="2324100"/>
          <p14:tracePt t="16198" x="2794000" y="2343150"/>
          <p14:tracePt t="16215" x="2997200" y="2355850"/>
          <p14:tracePt t="16231" x="3073400" y="2355850"/>
          <p14:tracePt t="16248" x="3124200" y="2355850"/>
          <p14:tracePt t="16265" x="3206750" y="2355850"/>
          <p14:tracePt t="16282" x="3225800" y="2355850"/>
          <p14:tracePt t="16298" x="3251200" y="2355850"/>
          <p14:tracePt t="16314" x="3257550" y="2355850"/>
          <p14:tracePt t="16348" x="3251200" y="2343150"/>
          <p14:tracePt t="16364" x="3244850" y="2343150"/>
          <p14:tracePt t="16368" x="3232150" y="2336800"/>
          <p14:tracePt t="16381" x="3225800" y="2336800"/>
          <p14:tracePt t="16397" x="3187700" y="2336800"/>
          <p14:tracePt t="16414" x="3168650" y="2336800"/>
          <p14:tracePt t="16430" x="3105150" y="2336800"/>
          <p14:tracePt t="16447" x="3009900" y="2343150"/>
          <p14:tracePt t="16464" x="2959100" y="2343150"/>
          <p14:tracePt t="16481" x="2851150" y="2355850"/>
          <p14:tracePt t="16497" x="2749550" y="2355850"/>
          <p14:tracePt t="16514" x="2711450" y="2355850"/>
          <p14:tracePt t="16531" x="2667000" y="2362200"/>
          <p14:tracePt t="16547" x="2654300" y="2362200"/>
          <p14:tracePt t="16563" x="2641600" y="2368550"/>
          <p14:tracePt t="16580" x="2635250" y="2368550"/>
          <p14:tracePt t="16597" x="2628900" y="2368550"/>
          <p14:tracePt t="16677" x="2635250" y="2368550"/>
          <p14:tracePt t="16685" x="2641600" y="2368550"/>
          <p14:tracePt t="16699" x="2647950" y="2368550"/>
          <p14:tracePt t="16713" x="2660650" y="2368550"/>
          <p14:tracePt t="16730" x="2705100" y="2368550"/>
          <p14:tracePt t="16746" x="2743200" y="2374900"/>
          <p14:tracePt t="16763" x="2832100" y="2374900"/>
          <p14:tracePt t="16779" x="2946400" y="2374900"/>
          <p14:tracePt t="16796" x="3003550" y="2374900"/>
          <p14:tracePt t="16812" x="3073400" y="2362200"/>
          <p14:tracePt t="16829" x="3111500" y="2362200"/>
          <p14:tracePt t="16846" x="3124200" y="2355850"/>
          <p14:tracePt t="16862" x="3124200" y="2349500"/>
          <p14:tracePt t="16879" x="3117850" y="2336800"/>
          <p14:tracePt t="16896" x="3098800" y="2336800"/>
          <p14:tracePt t="16912" x="3073400" y="2336800"/>
          <p14:tracePt t="16929" x="3048000" y="2336800"/>
          <p14:tracePt t="16946" x="2901950" y="2336800"/>
          <p14:tracePt t="16962" x="2838450" y="2349500"/>
          <p14:tracePt t="16979" x="2724150" y="2355850"/>
          <p14:tracePt t="16995" x="2654300" y="2368550"/>
          <p14:tracePt t="17012" x="2565400" y="2368550"/>
          <p14:tracePt t="17029" x="2495550" y="2374900"/>
          <p14:tracePt t="17045" x="2482850" y="2381250"/>
          <p14:tracePt t="17062" x="2463800" y="2381250"/>
          <p14:tracePt t="17079" x="2457450" y="2381250"/>
          <p14:tracePt t="17095" x="2451100" y="2381250"/>
          <p14:tracePt t="17128" x="2451100" y="2387600"/>
          <p14:tracePt t="17144" x="2457450" y="2387600"/>
          <p14:tracePt t="17162" x="2476500" y="2387600"/>
          <p14:tracePt t="17178" x="2508250" y="2381250"/>
          <p14:tracePt t="17195" x="2533650" y="2374900"/>
          <p14:tracePt t="17212" x="2590800" y="2368550"/>
          <p14:tracePt t="17228" x="2686050" y="2355850"/>
          <p14:tracePt t="17244" x="2736850" y="2355850"/>
          <p14:tracePt t="17261" x="2832100" y="2355850"/>
          <p14:tracePt t="17278" x="2870200" y="2355850"/>
          <p14:tracePt t="17295" x="2921000" y="2349500"/>
          <p14:tracePt t="17311" x="2952750" y="2343150"/>
          <p14:tracePt t="17327" x="2965450" y="2343150"/>
          <p14:tracePt t="17345" x="2971800" y="2343150"/>
          <p14:tracePt t="17361" x="2978150" y="2336800"/>
          <p14:tracePt t="17436" x="2971800" y="2336800"/>
          <p14:tracePt t="17450" x="2965450" y="2336800"/>
          <p14:tracePt t="17457" x="2959100" y="2336800"/>
          <p14:tracePt t="17464" x="2959100" y="2349500"/>
          <p14:tracePt t="32288" x="2952750" y="2349500"/>
          <p14:tracePt t="32295" x="2946400" y="2349500"/>
          <p14:tracePt t="32309" x="2933700" y="2343150"/>
          <p14:tracePt t="32325" x="2908300" y="2330450"/>
          <p14:tracePt t="32342" x="2889250" y="2324100"/>
          <p14:tracePt t="32359" x="2844800" y="2298700"/>
          <p14:tracePt t="32375" x="2806700" y="2279650"/>
          <p14:tracePt t="32392" x="2768600" y="2266950"/>
          <p14:tracePt t="32409" x="2686050" y="2247900"/>
          <p14:tracePt t="32425" x="2622550" y="2222500"/>
          <p14:tracePt t="32442" x="2527300" y="2203450"/>
          <p14:tracePt t="32458" x="2444750" y="2203450"/>
          <p14:tracePt t="32475" x="2368550" y="2197100"/>
          <p14:tracePt t="32492" x="2247900" y="2190750"/>
          <p14:tracePt t="32508" x="2190750" y="2190750"/>
          <p14:tracePt t="32525" x="2139950" y="2184400"/>
          <p14:tracePt t="32541" x="2070100" y="2184400"/>
          <p14:tracePt t="32558" x="2038350" y="2178050"/>
          <p14:tracePt t="32576" x="2000250" y="2171700"/>
          <p14:tracePt t="32591" x="1993900" y="2171700"/>
          <p14:tracePt t="32608" x="1987550" y="2165350"/>
          <p14:tracePt t="32625" x="1981200" y="2165350"/>
          <p14:tracePt t="32653" x="1974850" y="2165350"/>
          <p14:tracePt t="32702" x="1962150" y="2165350"/>
          <p14:tracePt t="32723" x="1955800" y="2165350"/>
          <p14:tracePt t="32730" x="1943100" y="2165350"/>
          <p14:tracePt t="32741" x="1936750" y="2165350"/>
          <p14:tracePt t="32758" x="1911350" y="2171700"/>
          <p14:tracePt t="32774" x="1898650" y="2171700"/>
          <p14:tracePt t="32791" x="1873250" y="2178050"/>
          <p14:tracePt t="32807" x="1841500" y="2190750"/>
          <p14:tracePt t="32824" x="1822450" y="2197100"/>
          <p14:tracePt t="32840" x="1809750" y="2203450"/>
          <p14:tracePt t="32857" x="1778000" y="2216150"/>
          <p14:tracePt t="32874" x="1758950" y="2228850"/>
          <p14:tracePt t="32891" x="1720850" y="2241550"/>
          <p14:tracePt t="32908" x="1695450" y="2254250"/>
          <p14:tracePt t="32924" x="1663700" y="2266950"/>
          <p14:tracePt t="32941" x="1625600" y="2279650"/>
          <p14:tracePt t="32957" x="1606550" y="2279650"/>
          <p14:tracePt t="32975" x="1587500" y="2286000"/>
          <p14:tracePt t="32991" x="1574800" y="2286000"/>
          <p14:tracePt t="33007" x="1562100" y="2286000"/>
          <p14:tracePt t="33025" x="1543050" y="2286000"/>
          <p14:tracePt t="33041" x="1530350" y="2286000"/>
          <p14:tracePt t="33057" x="1511300" y="2286000"/>
          <p14:tracePt t="33075" x="1485900" y="2286000"/>
          <p14:tracePt t="33090" x="1466850" y="2286000"/>
          <p14:tracePt t="33109" x="1428750" y="2286000"/>
          <p14:tracePt t="33124" x="1403350" y="2279650"/>
          <p14:tracePt t="33141" x="1390650" y="2279650"/>
          <p14:tracePt t="33158" x="1371600" y="2279650"/>
          <p14:tracePt t="33174" x="1365250" y="2279650"/>
          <p14:tracePt t="33190" x="1358900" y="2279650"/>
          <p14:tracePt t="33241" x="1352550" y="2273300"/>
          <p14:tracePt t="33290" x="1352550" y="2266950"/>
          <p14:tracePt t="33311" x="1358900" y="2266950"/>
          <p14:tracePt t="33325" x="1365250" y="2266950"/>
          <p14:tracePt t="33332" x="1377950" y="2266950"/>
          <p14:tracePt t="33342" x="1390650" y="2266950"/>
          <p14:tracePt t="33356" x="1435100" y="2266950"/>
          <p14:tracePt t="33373" x="1492250" y="2260600"/>
          <p14:tracePt t="33390" x="1606550" y="2254250"/>
          <p14:tracePt t="33406" x="1701800" y="2247900"/>
          <p14:tracePt t="33422" x="1797050" y="2235200"/>
          <p14:tracePt t="33439" x="1917700" y="2228850"/>
          <p14:tracePt t="33456" x="1974850" y="2222500"/>
          <p14:tracePt t="33474" x="2044700" y="2216150"/>
          <p14:tracePt t="33489" x="2076450" y="2216150"/>
          <p14:tracePt t="33506" x="2095500" y="2209800"/>
          <p14:tracePt t="33539" x="2101850" y="2209800"/>
          <p14:tracePt t="33746" x="2108200" y="2209800"/>
          <p14:tracePt t="33761" x="2114550" y="2209800"/>
          <p14:tracePt t="33782" x="2120900" y="2209800"/>
          <p14:tracePt t="33796" x="2127250" y="2209800"/>
          <p14:tracePt t="33810" x="2139950" y="2209800"/>
          <p14:tracePt t="33817" x="2146300" y="2216150"/>
          <p14:tracePt t="33824" x="2152650" y="2216150"/>
          <p14:tracePt t="33837" x="2171700" y="2222500"/>
          <p14:tracePt t="33854" x="2216150" y="2235200"/>
          <p14:tracePt t="33871" x="2266950" y="2254250"/>
          <p14:tracePt t="33889" x="2330450" y="2266950"/>
          <p14:tracePt t="33903" x="2362200" y="2273300"/>
          <p14:tracePt t="33920" x="2393950" y="2279650"/>
          <p14:tracePt t="33937" x="2419350" y="2286000"/>
          <p14:tracePt t="33954" x="2438400" y="2292350"/>
          <p14:tracePt t="34013" x="2444750" y="2292350"/>
          <p14:tracePt t="34174" x="2438400" y="2292350"/>
          <p14:tracePt t="35300" x="2432050" y="2292350"/>
          <p14:tracePt t="35306" x="2425700" y="2292350"/>
          <p14:tracePt t="35315" x="2419350" y="2292350"/>
          <p14:tracePt t="35332" x="2393950" y="2292350"/>
          <p14:tracePt t="35349" x="2374900" y="2292350"/>
          <p14:tracePt t="35365" x="2349500" y="2286000"/>
          <p14:tracePt t="35382" x="2330450" y="2286000"/>
          <p14:tracePt t="35398" x="2279650" y="2273300"/>
          <p14:tracePt t="35415" x="2241550" y="2273300"/>
          <p14:tracePt t="35432" x="2197100" y="2266950"/>
          <p14:tracePt t="35448" x="2152650" y="2266950"/>
          <p14:tracePt t="35465" x="2127250" y="2266950"/>
          <p14:tracePt t="35482" x="2114550" y="2266950"/>
          <p14:tracePt t="35498" x="2101850" y="2266950"/>
          <p14:tracePt t="35515" x="2089150" y="2266950"/>
          <p14:tracePt t="35531" x="2070100" y="2266950"/>
          <p14:tracePt t="35564" x="2063750" y="2266950"/>
          <p14:tracePt t="35581" x="2051050" y="2266950"/>
          <p14:tracePt t="35597" x="2044700" y="2266950"/>
          <p14:tracePt t="35615" x="2032000" y="2266950"/>
          <p14:tracePt t="35647" x="2032000" y="2273300"/>
          <p14:tracePt t="35664" x="2025650" y="2273300"/>
          <p14:tracePt t="35720" x="2019300" y="2279650"/>
          <p14:tracePt t="35770" x="2012950" y="2279650"/>
          <p14:tracePt t="35868" x="2006600" y="2279650"/>
          <p14:tracePt t="35945" x="2006600" y="2266950"/>
          <p14:tracePt t="35952" x="2000250" y="2260600"/>
          <p14:tracePt t="35972" x="2000250" y="2247900"/>
          <p14:tracePt t="35987" x="2000250" y="2235200"/>
          <p14:tracePt t="35996" x="1993900" y="2228850"/>
          <p14:tracePt t="36013" x="1993900" y="2216150"/>
          <p14:tracePt t="36029" x="1993900" y="2203450"/>
          <p14:tracePt t="36046" x="1993900" y="2190750"/>
          <p14:tracePt t="36062" x="1993900" y="2184400"/>
          <p14:tracePt t="36079" x="1993900" y="2171700"/>
          <p14:tracePt t="36141" x="1993900" y="2165350"/>
          <p14:tracePt t="36211" x="1987550" y="2165350"/>
          <p14:tracePt t="36247" x="1981200" y="2165350"/>
          <p14:tracePt t="36268" x="1981200" y="2171700"/>
          <p14:tracePt t="36281" x="1974850" y="2178050"/>
          <p14:tracePt t="36289" x="1968500" y="2190750"/>
          <p14:tracePt t="36298" x="1962150" y="2197100"/>
          <p14:tracePt t="36312" x="1962150" y="2216150"/>
          <p14:tracePt t="36316" x="1949450" y="2235200"/>
          <p14:tracePt t="36345" x="1943100" y="2266950"/>
          <p14:tracePt t="36362" x="1930400" y="2298700"/>
          <p14:tracePt t="36395" x="1924050" y="2317750"/>
          <p14:tracePt t="36412" x="1924050" y="2324100"/>
          <p14:tracePt t="36513" x="1930400" y="2324100"/>
          <p14:tracePt t="36520" x="1936750" y="2324100"/>
          <p14:tracePt t="36570" x="1949450" y="2317750"/>
          <p14:tracePt t="36591" x="1955800" y="2317750"/>
          <p14:tracePt t="36612" x="1962150" y="2317750"/>
          <p14:tracePt t="36618" x="1968500" y="2317750"/>
          <p14:tracePt t="36639" x="1981200" y="2317750"/>
          <p14:tracePt t="36661" x="1993900" y="2317750"/>
          <p14:tracePt t="36668" x="2000250" y="2317750"/>
          <p14:tracePt t="36682" x="2012950" y="2317750"/>
          <p14:tracePt t="36694" x="2025650" y="2317750"/>
          <p14:tracePt t="36711" x="2063750" y="2317750"/>
          <p14:tracePt t="36727" x="2070100" y="2317750"/>
          <p14:tracePt t="36744" x="2108200" y="2317750"/>
          <p14:tracePt t="36760" x="2120900" y="2317750"/>
          <p14:tracePt t="36777" x="2133600" y="2317750"/>
          <p14:tracePt t="36794" x="2146300" y="2317750"/>
          <p14:tracePt t="36810" x="2152650" y="2317750"/>
          <p14:tracePt t="36844" x="2159000" y="2317750"/>
          <p14:tracePt t="36871" x="2165350" y="2317750"/>
          <p14:tracePt t="36892" x="2171700" y="2317750"/>
          <p14:tracePt t="36899" x="2178050" y="2317750"/>
          <p14:tracePt t="36913" x="2184400" y="2317750"/>
          <p14:tracePt t="36934" x="2190750" y="2317750"/>
          <p14:tracePt t="36943" x="2197100" y="2317750"/>
          <p14:tracePt t="36963" x="2203450" y="2317750"/>
          <p14:tracePt t="36977" x="2209800" y="2317750"/>
          <p14:tracePt t="36992" x="2216150" y="2317750"/>
          <p14:tracePt t="37012" x="2228850" y="2317750"/>
          <p14:tracePt t="37032" x="2235200" y="2317750"/>
          <p14:tracePt t="37053" x="2241550" y="2317750"/>
          <p14:tracePt t="37062" x="2241550" y="2311400"/>
          <p14:tracePt t="37089" x="2247900" y="2311400"/>
          <p14:tracePt t="37110" x="2254250" y="2311400"/>
          <p14:tracePt t="37130" x="2260600" y="2311400"/>
          <p14:tracePt t="37152" x="2266950" y="2311400"/>
          <p14:tracePt t="37180" x="2273300" y="2311400"/>
          <p14:tracePt t="37201" x="2279650" y="2311400"/>
          <p14:tracePt t="37221" x="2286000" y="2311400"/>
          <p14:tracePt t="37228" x="2292350" y="2311400"/>
          <p14:tracePt t="37244" x="2305050" y="2311400"/>
          <p14:tracePt t="37259" x="2311400" y="2311400"/>
          <p14:tracePt t="37275" x="2343150" y="2311400"/>
          <p14:tracePt t="37292" x="2381250" y="2305050"/>
          <p14:tracePt t="37308" x="2400300" y="2305050"/>
          <p14:tracePt t="37325" x="2444750" y="2305050"/>
          <p14:tracePt t="37342" x="2476500" y="2305050"/>
          <p14:tracePt t="37358" x="2489200" y="2298700"/>
          <p14:tracePt t="37375" x="2508250" y="2298700"/>
          <p14:tracePt t="37392" x="2508250" y="2292350"/>
          <p14:tracePt t="37460" x="2501900" y="2292350"/>
          <p14:tracePt t="37481" x="2495550" y="2292350"/>
          <p14:tracePt t="37496" x="2489200" y="2292350"/>
          <p14:tracePt t="37502" x="2482850" y="2292350"/>
          <p14:tracePt t="37525" x="2476500" y="2292350"/>
          <p14:tracePt t="37545" x="2470150" y="2292350"/>
          <p14:tracePt t="37552" x="2457450" y="2292350"/>
          <p14:tracePt t="37565" x="2444750" y="2286000"/>
          <p14:tracePt t="37574" x="2438400" y="2286000"/>
          <p14:tracePt t="37591" x="2419350" y="2279650"/>
          <p14:tracePt t="37608" x="2362200" y="2266950"/>
          <p14:tracePt t="37624" x="2305050" y="2260600"/>
          <p14:tracePt t="37640" x="2266950" y="2254250"/>
          <p14:tracePt t="37657" x="2216150" y="2247900"/>
          <p14:tracePt t="37674" x="2165350" y="2241550"/>
          <p14:tracePt t="37690" x="2152650" y="2241550"/>
          <p14:tracePt t="37707" x="2120900" y="2241550"/>
          <p14:tracePt t="37723" x="2095500" y="2241550"/>
          <p14:tracePt t="37741" x="2089150" y="2241550"/>
          <p14:tracePt t="37756" x="2082800" y="2241550"/>
          <p14:tracePt t="37773" x="2076450" y="2241550"/>
          <p14:tracePt t="37790" x="2057400" y="2235200"/>
          <p14:tracePt t="37807" x="2051050" y="2235200"/>
          <p14:tracePt t="37823" x="2051050" y="2228850"/>
          <p14:tracePt t="37840" x="2044700" y="2228850"/>
          <p14:tracePt t="37856" x="2032000" y="2222500"/>
          <p14:tracePt t="37873" x="2019300" y="2222500"/>
          <p14:tracePt t="39112" x="2012950" y="2222500"/>
          <p14:tracePt t="39126" x="2012950" y="2216150"/>
          <p14:tracePt t="39133" x="2006600" y="2216150"/>
          <p14:tracePt t="39147" x="1993900" y="2209800"/>
          <p14:tracePt t="39155" x="1987550" y="2203450"/>
          <p14:tracePt t="39171" x="1974850" y="2197100"/>
          <p14:tracePt t="39185" x="1962150" y="2190750"/>
          <p14:tracePt t="39202" x="1955800" y="2184400"/>
          <p14:tracePt t="39219" x="1949450" y="2178050"/>
          <p14:tracePt t="39235" x="1943100" y="2171700"/>
          <p14:tracePt t="39252" x="1930400" y="2165350"/>
          <p14:tracePt t="39269" x="1911350" y="2146300"/>
          <p14:tracePt t="39285" x="1911350" y="2139950"/>
          <p14:tracePt t="39303" x="1898650" y="2127250"/>
          <p14:tracePt t="39318" x="1885950" y="2114550"/>
          <p14:tracePt t="39335" x="1879600" y="2101850"/>
          <p14:tracePt t="39352" x="1873250" y="2082800"/>
          <p14:tracePt t="39368" x="1860550" y="2063750"/>
          <p14:tracePt t="39385" x="1860550" y="2051050"/>
          <p14:tracePt t="39401" x="1847850" y="2025650"/>
          <p14:tracePt t="39418" x="1841500" y="1974850"/>
          <p14:tracePt t="39435" x="1835150" y="1955800"/>
          <p14:tracePt t="39451" x="1828800" y="1905000"/>
          <p14:tracePt t="39467" x="1828800" y="1866900"/>
          <p14:tracePt t="39485" x="1828800" y="1847850"/>
          <p14:tracePt t="39517" x="1828800" y="1841500"/>
          <p14:tracePt t="39569" x="1828800" y="1847850"/>
          <p14:tracePt t="39576" x="1828800" y="1854200"/>
          <p14:tracePt t="39590" x="1828800" y="1860550"/>
          <p14:tracePt t="39600" x="1828800" y="1873250"/>
          <p14:tracePt t="39618" x="1828800" y="1898650"/>
          <p14:tracePt t="39634" x="1828800" y="1917700"/>
          <p14:tracePt t="39650" x="1822450" y="1974850"/>
          <p14:tracePt t="39668" x="1822450" y="2038350"/>
          <p14:tracePt t="39683" x="1816100" y="2070100"/>
          <p14:tracePt t="39700" x="1809750" y="2127250"/>
          <p14:tracePt t="39717" x="1797050" y="2159000"/>
          <p14:tracePt t="39734" x="1797050" y="2178050"/>
          <p14:tracePt t="39750" x="1797050" y="2190750"/>
          <p14:tracePt t="39766" x="1797050" y="2197100"/>
          <p14:tracePt t="39836" x="1803400" y="2197100"/>
          <p14:tracePt t="39885" x="1809750" y="2197100"/>
          <p14:tracePt t="39955" x="1816100" y="2197100"/>
          <p14:tracePt t="40018" x="1816100" y="2203450"/>
          <p14:tracePt t="40060" x="1816100" y="2209800"/>
          <p14:tracePt t="40110" x="1816100" y="2216150"/>
          <p14:tracePt t="40187" x="1822450" y="2216150"/>
          <p14:tracePt t="40208" x="1828800" y="2222500"/>
          <p14:tracePt t="40271" x="1835150" y="2222500"/>
          <p14:tracePt t="40278" x="1841500" y="2222500"/>
          <p14:tracePt t="40299" x="1847850" y="2222500"/>
          <p14:tracePt t="40326" x="1860550" y="2222500"/>
          <p14:tracePt t="40333" x="1860550" y="2216150"/>
          <p14:tracePt t="40350" x="1866900" y="2216150"/>
          <p14:tracePt t="40369" x="1873250" y="2216150"/>
          <p14:tracePt t="40411" x="1879600" y="2216150"/>
          <p14:tracePt t="40417" x="1879600" y="2209800"/>
          <p14:tracePt t="40434" x="1885950" y="2209800"/>
          <p14:tracePt t="40466" x="1892300" y="2209800"/>
          <p14:tracePt t="40482" x="1898650" y="2209800"/>
          <p14:tracePt t="40509" x="1905000" y="2209800"/>
          <p14:tracePt t="40720" x="1905000" y="2216150"/>
          <p14:tracePt t="40762" x="1911350" y="2216150"/>
          <p14:tracePt t="40783" x="1917700" y="2222500"/>
          <p14:tracePt t="40818" x="1924050" y="2222500"/>
          <p14:tracePt t="40832" x="1930400" y="2222500"/>
          <p14:tracePt t="40839" x="1930400" y="2228850"/>
          <p14:tracePt t="40853" x="1936750" y="2228850"/>
          <p14:tracePt t="40867" x="1943100" y="2228850"/>
          <p14:tracePt t="40888" x="1949450" y="2235200"/>
          <p14:tracePt t="40909" x="1955800" y="2235200"/>
          <p14:tracePt t="40931" x="1962150" y="2241550"/>
          <p14:tracePt t="40958" x="1968500" y="2241550"/>
          <p14:tracePt t="40980" x="1974850" y="2241550"/>
          <p14:tracePt t="41001" x="1981200" y="2241550"/>
          <p14:tracePt t="41029" x="1987550" y="2241550"/>
          <p14:tracePt t="41078" x="1993900" y="2247900"/>
          <p14:tracePt t="41134" x="2000250" y="2247900"/>
          <p14:tracePt t="41168" x="2006600" y="2247900"/>
          <p14:tracePt t="41183" x="2012950" y="2247900"/>
          <p14:tracePt t="41190" x="2019300" y="2254250"/>
          <p14:tracePt t="41204" x="2025650" y="2254250"/>
          <p14:tracePt t="41239" x="2032000" y="2254250"/>
          <p14:tracePt t="41253" x="2038350" y="2254250"/>
          <p14:tracePt t="41260" x="2044700" y="2254250"/>
          <p14:tracePt t="41274" x="2051050" y="2254250"/>
          <p14:tracePt t="41288" x="2057400" y="2254250"/>
          <p14:tracePt t="41301" x="2063750" y="2254250"/>
          <p14:tracePt t="41330" x="2070100" y="2254250"/>
          <p14:tracePt t="41346" x="2076450" y="2260600"/>
          <p14:tracePt t="41358" x="2082800" y="2260600"/>
          <p14:tracePt t="41379" x="2089150" y="2260600"/>
          <p14:tracePt t="41400" x="2095500" y="2260600"/>
          <p14:tracePt t="41421" x="2095500" y="2266950"/>
          <p14:tracePt t="41429" x="2101850" y="2266950"/>
          <p14:tracePt t="41492" x="2108200" y="2266950"/>
          <p14:tracePt t="41499" x="2114550" y="2266950"/>
          <p14:tracePt t="41520" x="2114550" y="2260600"/>
          <p14:tracePt t="41541" x="2120900" y="2260600"/>
          <p14:tracePt t="41562" x="2120900" y="2254250"/>
          <p14:tracePt t="41569" x="2120900" y="2247900"/>
          <p14:tracePt t="41632" x="2120900" y="2241550"/>
          <p14:tracePt t="41674" x="2114550" y="2235200"/>
          <p14:tracePt t="41681" x="2108200" y="2235200"/>
          <p14:tracePt t="41708" x="2101850" y="2235200"/>
          <p14:tracePt t="41765" x="2095500" y="2235200"/>
          <p14:tracePt t="41771" x="2089150" y="2235200"/>
          <p14:tracePt t="41794" x="2082800" y="2235200"/>
          <p14:tracePt t="41814" x="2076450" y="2235200"/>
          <p14:tracePt t="41821" x="2070100" y="2235200"/>
          <p14:tracePt t="41850" x="2063750" y="2235200"/>
          <p14:tracePt t="41870" x="2057400" y="2235200"/>
          <p14:tracePt t="41892" x="2044700" y="2235200"/>
          <p14:tracePt t="41913" x="2038350" y="2235200"/>
          <p14:tracePt t="41934" x="2032000" y="2235200"/>
          <p14:tracePt t="41940" x="2025650" y="2235200"/>
          <p14:tracePt t="41983" x="2019300" y="2235200"/>
          <p14:tracePt t="42011" x="2012950" y="2235200"/>
          <p14:tracePt t="42032" x="2006600" y="2235200"/>
          <p14:tracePt t="42053" x="2000250" y="2235200"/>
          <p14:tracePt t="42116" x="1993900" y="2235200"/>
          <p14:tracePt t="42151" x="1987550" y="2235200"/>
          <p14:tracePt t="42200" x="1981200" y="2235200"/>
          <p14:tracePt t="42221" x="1974850" y="2235200"/>
          <p14:tracePt t="42257" x="1968500" y="2235200"/>
          <p14:tracePt t="42327" x="1962150" y="2235200"/>
          <p14:tracePt t="42376" x="1962150" y="2241550"/>
          <p14:tracePt t="42411" x="1968500" y="2241550"/>
          <p14:tracePt t="42432" x="1974850" y="2241550"/>
          <p14:tracePt t="42446" x="1981200" y="2247900"/>
          <p14:tracePt t="42481" x="1987550" y="2254250"/>
          <p14:tracePt t="42502" x="1993900" y="2254250"/>
          <p14:tracePt t="42544" x="2000250" y="2254250"/>
          <p14:tracePt t="42565" x="2006600" y="2254250"/>
          <p14:tracePt t="42593" x="2012950" y="2260600"/>
          <p14:tracePt t="42614" x="2019300" y="2260600"/>
          <p14:tracePt t="42642" x="2025650" y="2260600"/>
          <p14:tracePt t="42664" x="2032000" y="2260600"/>
          <p14:tracePt t="42685" x="2038350" y="2260600"/>
          <p14:tracePt t="42713" x="2044700" y="2260600"/>
          <p14:tracePt t="42748" x="2051050" y="2260600"/>
          <p14:tracePt t="42818" x="2057400" y="2260600"/>
          <p14:tracePt t="42825" x="2063750" y="2260600"/>
          <p14:tracePt t="42874" x="2070100" y="2254250"/>
          <p14:tracePt t="42895" x="2070100" y="2247900"/>
          <p14:tracePt t="42944" x="2070100" y="2241550"/>
          <p14:tracePt t="42972" x="2070100" y="2235200"/>
          <p14:tracePt t="43007" x="2070100" y="2228850"/>
          <p14:tracePt t="43028" x="2063750" y="2228850"/>
          <p14:tracePt t="43056" x="2057400" y="2222500"/>
          <p14:tracePt t="43113" x="2051050" y="2216150"/>
          <p14:tracePt t="43127" x="2044700" y="2216150"/>
          <p14:tracePt t="43162" x="2038350" y="2216150"/>
          <p14:tracePt t="43190" x="2032000" y="2216150"/>
          <p14:tracePt t="43197" x="2025650" y="2216150"/>
          <p14:tracePt t="43225" x="2025650" y="2209800"/>
          <p14:tracePt t="43240" x="2019300" y="2209800"/>
          <p14:tracePt t="43274" x="2012950" y="2209800"/>
          <p14:tracePt t="43295" x="2006600" y="2209800"/>
          <p14:tracePt t="43322" x="2000250" y="2209800"/>
          <p14:tracePt t="43393" x="2000250" y="2216150"/>
          <p14:tracePt t="43414" x="2000250" y="2222500"/>
          <p14:tracePt t="43469" x="2000250" y="2228850"/>
          <p14:tracePt t="43526" x="2006600" y="2228850"/>
          <p14:tracePt t="43681" x="2006600" y="2222500"/>
          <p14:tracePt t="43688" x="2006600" y="2216150"/>
          <p14:tracePt t="43730" x="2000250" y="2216150"/>
          <p14:tracePt t="43765" x="2000250" y="2209800"/>
          <p14:tracePt t="43772" x="2000250" y="2203450"/>
          <p14:tracePt t="43788" x="1993900" y="2203450"/>
          <p14:tracePt t="43814" x="1987550" y="2203450"/>
          <p14:tracePt t="43822" x="1987550" y="2197100"/>
          <p14:tracePt t="43849" x="1981200" y="2190750"/>
          <p14:tracePt t="43885" x="1968500" y="2184400"/>
          <p14:tracePt t="43933" x="1962150" y="2184400"/>
          <p14:tracePt t="43955" x="1955800" y="2184400"/>
          <p14:tracePt t="43983" x="1949450" y="2184400"/>
          <p14:tracePt t="44017" x="1943100" y="2178050"/>
          <p14:tracePt t="44067" x="1936750" y="2171700"/>
          <p14:tracePt t="44116" x="1930400" y="2171700"/>
          <p14:tracePt t="44123" x="1924050" y="2171700"/>
          <p14:tracePt t="44171" x="1917700" y="2171700"/>
          <p14:tracePt t="44186" x="1911350" y="2165350"/>
          <p14:tracePt t="44248" x="1905000" y="2165350"/>
          <p14:tracePt t="44325" x="1905000" y="2171700"/>
          <p14:tracePt t="44347" x="1905000" y="2178050"/>
          <p14:tracePt t="44354" x="1911350" y="2178050"/>
          <p14:tracePt t="44375" x="1917700" y="2178050"/>
          <p14:tracePt t="44397" x="1924050" y="2184400"/>
          <p14:tracePt t="44838" x="1917700" y="2184400"/>
          <p14:tracePt t="44852" x="1911350" y="2184400"/>
          <p14:tracePt t="44859" x="1898650" y="2190750"/>
          <p14:tracePt t="44872" x="1885950" y="2197100"/>
          <p14:tracePt t="44881" x="1873250" y="2203450"/>
          <p14:tracePt t="44899" x="1854200" y="2222500"/>
          <p14:tracePt t="44915" x="1803400" y="2241550"/>
          <p14:tracePt t="44932" x="1739900" y="2266950"/>
          <p14:tracePt t="44949" x="1720850" y="2266950"/>
          <p14:tracePt t="44965" x="1689100" y="2279650"/>
          <p14:tracePt t="44982" x="1663700" y="2279650"/>
          <p14:tracePt t="44999" x="1644650" y="2279650"/>
          <p14:tracePt t="45015" x="1631950" y="2279650"/>
          <p14:tracePt t="45032" x="1619250" y="2279650"/>
          <p14:tracePt t="45048" x="1593850" y="2279650"/>
          <p14:tracePt t="45065" x="1581150" y="2279650"/>
          <p14:tracePt t="45082" x="1568450" y="2279650"/>
          <p14:tracePt t="45098" x="1498600" y="2266950"/>
          <p14:tracePt t="45114" x="1454150" y="2254250"/>
          <p14:tracePt t="45132" x="1384300" y="2241550"/>
          <p14:tracePt t="45148" x="1352550" y="2235200"/>
          <p14:tracePt t="45164" x="1308100" y="2228850"/>
          <p14:tracePt t="45182" x="1263650" y="2209800"/>
          <p14:tracePt t="45198" x="1257300" y="2209800"/>
          <p14:tracePt t="45214" x="1244600" y="2203450"/>
          <p14:tracePt t="45322" x="1250950" y="2203450"/>
          <p14:tracePt t="45328" x="1257300" y="2203450"/>
          <p14:tracePt t="45350" x="1270000" y="2203450"/>
          <p14:tracePt t="45365" x="1276350" y="2203450"/>
          <p14:tracePt t="45371" x="1282700" y="2203450"/>
          <p14:tracePt t="45380" x="1289050" y="2203450"/>
          <p14:tracePt t="45397" x="1314450" y="2209800"/>
          <p14:tracePt t="45414" x="1371600" y="2209800"/>
          <p14:tracePt t="45430" x="1409700" y="2216150"/>
          <p14:tracePt t="45447" x="1517650" y="2235200"/>
          <p14:tracePt t="45463" x="1657350" y="2254250"/>
          <p14:tracePt t="45480" x="1720850" y="2254250"/>
          <p14:tracePt t="45497" x="1866900" y="2260600"/>
          <p14:tracePt t="45514" x="1981200" y="2279650"/>
          <p14:tracePt t="45529" x="2044700" y="2279650"/>
          <p14:tracePt t="45547" x="2114550" y="2286000"/>
          <p14:tracePt t="45563" x="2178050" y="2292350"/>
          <p14:tracePt t="45579" x="2197100" y="2292350"/>
          <p14:tracePt t="45596" x="2216150" y="2292350"/>
          <p14:tracePt t="45613" x="2228850" y="2292350"/>
          <p14:tracePt t="45630" x="2235200" y="2292350"/>
          <p14:tracePt t="45646" x="2241550" y="2292350"/>
          <p14:tracePt t="45663" x="2247900" y="2292350"/>
          <p14:tracePt t="45715" x="2254250" y="2292350"/>
          <p14:tracePt t="45960" x="2247900" y="2292350"/>
          <p14:tracePt t="46002" x="2241550" y="2292350"/>
          <p14:tracePt t="46115" x="2235200" y="2292350"/>
          <p14:tracePt t="46149" x="2228850" y="2292350"/>
          <p14:tracePt t="46185" x="2228850" y="2286000"/>
          <p14:tracePt t="46220" x="2222500" y="2279650"/>
          <p14:tracePt t="46360" x="2228850" y="2279650"/>
          <p14:tracePt t="46374" x="2235200" y="2279650"/>
          <p14:tracePt t="46395" x="2247900" y="2279650"/>
          <p14:tracePt t="46402" x="2254250" y="2286000"/>
          <p14:tracePt t="46416" x="2273300" y="2286000"/>
          <p14:tracePt t="46426" x="2286000" y="2292350"/>
          <p14:tracePt t="46445" x="2343150" y="2298700"/>
          <p14:tracePt t="46460" x="2381250" y="2305050"/>
          <p14:tracePt t="46477" x="2451100" y="2324100"/>
          <p14:tracePt t="46494" x="2533650" y="2336800"/>
          <p14:tracePt t="46510" x="2565400" y="2343150"/>
          <p14:tracePt t="46527" x="2597150" y="2343150"/>
          <p14:tracePt t="46544" x="2641600" y="2355850"/>
          <p14:tracePt t="46560" x="2667000" y="2355850"/>
          <p14:tracePt t="46578" x="2705100" y="2355850"/>
          <p14:tracePt t="46593" x="2736850" y="2349500"/>
          <p14:tracePt t="46610" x="2749550" y="2343150"/>
          <p14:tracePt t="46627" x="2762250" y="2343150"/>
          <p14:tracePt t="46643" x="2768600" y="2336800"/>
          <p14:tracePt t="46660" x="2774950" y="2330450"/>
          <p14:tracePt t="46693" x="2774950" y="2324100"/>
          <p14:tracePt t="46712" x="2774950" y="2317750"/>
          <p14:tracePt t="46732" x="2768600" y="2317750"/>
          <p14:tracePt t="46746" x="2762250" y="2317750"/>
          <p14:tracePt t="46761" x="2762250" y="2311400"/>
          <p14:tracePt t="46776" x="2749550" y="2311400"/>
          <p14:tracePt t="46792" x="2749550" y="2305050"/>
          <p14:tracePt t="46809" x="2736850" y="2305050"/>
          <p14:tracePt t="46825" x="2717800" y="2305050"/>
          <p14:tracePt t="46842" x="2698750" y="2305050"/>
          <p14:tracePt t="46859" x="2628900" y="2286000"/>
          <p14:tracePt t="46875" x="2597150" y="2279650"/>
          <p14:tracePt t="46892" x="2546350" y="2273300"/>
          <p14:tracePt t="46909" x="2451100" y="2241550"/>
          <p14:tracePt t="46925" x="2393950" y="2235200"/>
          <p14:tracePt t="46942" x="2298700" y="2216150"/>
          <p14:tracePt t="46958" x="2260600" y="2216150"/>
          <p14:tracePt t="46975" x="2235200" y="2216150"/>
          <p14:tracePt t="46992" x="2184400" y="2216150"/>
          <p14:tracePt t="47008" x="2165350" y="2216150"/>
          <p14:tracePt t="47025" x="2146300" y="2216150"/>
          <p14:tracePt t="47042" x="2139950" y="2216150"/>
          <p14:tracePt t="47058" x="2133600" y="2216150"/>
          <p14:tracePt t="47406" x="2133600" y="2222500"/>
          <p14:tracePt t="47525" x="2139950" y="2222500"/>
          <p14:tracePt t="47553" x="2139950" y="2228850"/>
          <p14:tracePt t="47574" x="2146300" y="2235200"/>
          <p14:tracePt t="47587" x="2152650" y="2241550"/>
          <p14:tracePt t="47623" x="2159000" y="2241550"/>
          <p14:tracePt t="47644" x="2165350" y="2241550"/>
          <p14:tracePt t="47665" x="2171700" y="2247900"/>
          <p14:tracePt t="47686" x="2178050" y="2247900"/>
          <p14:tracePt t="47693" x="2184400" y="2247900"/>
          <p14:tracePt t="47708" x="2184400" y="2254250"/>
          <p14:tracePt t="47722" x="2190750" y="2254250"/>
          <p14:tracePt t="47739" x="2190750" y="2260600"/>
          <p14:tracePt t="47758" x="2197100" y="2260600"/>
          <p14:tracePt t="47772" x="2203450" y="2260600"/>
          <p14:tracePt t="47789" x="2209800" y="2260600"/>
          <p14:tracePt t="47806" x="2216150" y="2266950"/>
          <p14:tracePt t="47827" x="2228850" y="2266950"/>
          <p14:tracePt t="47876" x="2235200" y="2266950"/>
          <p14:tracePt t="47904" x="2241550" y="2273300"/>
          <p14:tracePt t="47974" x="2247900" y="2279650"/>
          <p14:tracePt t="48065" x="2254250" y="2279650"/>
          <p14:tracePt t="48087" x="2254250" y="2273300"/>
          <p14:tracePt t="48107" x="2254250" y="2266950"/>
          <p14:tracePt t="48135" x="2254250" y="2260600"/>
          <p14:tracePt t="48142" x="2254250" y="2254250"/>
          <p14:tracePt t="48172" x="2247900" y="2247900"/>
          <p14:tracePt t="48206" x="2247900" y="2241550"/>
          <p14:tracePt t="48220" x="2241550" y="2235200"/>
          <p14:tracePt t="48227" x="2235200" y="2228850"/>
          <p14:tracePt t="48237" x="2235200" y="2216150"/>
          <p14:tracePt t="48254" x="2235200" y="2209800"/>
          <p14:tracePt t="48270" x="2216150" y="2184400"/>
          <p14:tracePt t="48287" x="2190750" y="2152650"/>
          <p14:tracePt t="48304" x="2165350" y="2127250"/>
          <p14:tracePt t="48320" x="2139950" y="2095500"/>
          <p14:tracePt t="48337" x="2127250" y="2082800"/>
          <p14:tracePt t="48354" x="2089150" y="2070100"/>
          <p14:tracePt t="48370" x="2051050" y="2057400"/>
          <p14:tracePt t="48388" x="2012950" y="2044700"/>
          <p14:tracePt t="48403" x="1993900" y="2038350"/>
          <p14:tracePt t="48420" x="1968500" y="2032000"/>
          <p14:tracePt t="48437" x="1936750" y="2025650"/>
          <p14:tracePt t="48453" x="1924050" y="2025650"/>
          <p14:tracePt t="48470" x="1898650" y="2025650"/>
          <p14:tracePt t="48487" x="1873250" y="2025650"/>
          <p14:tracePt t="48503" x="1854200" y="2025650"/>
          <p14:tracePt t="48520" x="1835150" y="2019300"/>
          <p14:tracePt t="48536" x="1778000" y="2006600"/>
          <p14:tracePt t="48553" x="1758950" y="2006600"/>
          <p14:tracePt t="48570" x="1727200" y="2006600"/>
          <p14:tracePt t="48586" x="1714500" y="2006600"/>
          <p14:tracePt t="48603" x="1695450" y="2006600"/>
          <p14:tracePt t="48620" x="1682750" y="2006600"/>
          <p14:tracePt t="48636" x="1676400" y="2006600"/>
          <p14:tracePt t="48652" x="1663700" y="2012950"/>
          <p14:tracePt t="48669" x="1651000" y="2019300"/>
          <p14:tracePt t="48686" x="1644650" y="2019300"/>
          <p14:tracePt t="48702" x="1644650" y="2025650"/>
          <p14:tracePt t="48719" x="1638300" y="2032000"/>
          <p14:tracePt t="48752" x="1631950" y="2038350"/>
          <p14:tracePt t="48795" x="1625600" y="2044700"/>
          <p14:tracePt t="48830" x="1619250" y="2051050"/>
          <p14:tracePt t="48865" x="1619250" y="2063750"/>
          <p14:tracePt t="48886" x="1612900" y="2070100"/>
          <p14:tracePt t="48914" x="1612900" y="2076450"/>
          <p14:tracePt t="48921" x="1606550" y="2082800"/>
          <p14:tracePt t="48970" x="1606550" y="2089150"/>
          <p14:tracePt t="48977" x="1606550" y="2095500"/>
          <p14:tracePt t="48987" x="1600200" y="2095500"/>
          <p14:tracePt t="49001" x="1600200" y="2101850"/>
          <p14:tracePt t="49018" x="1587500" y="2114550"/>
          <p14:tracePt t="49035" x="1581150" y="2127250"/>
          <p14:tracePt t="49051" x="1568450" y="2139950"/>
          <p14:tracePt t="49069" x="1549400" y="2171700"/>
          <p14:tracePt t="49084" x="1536700" y="2184400"/>
          <p14:tracePt t="49101" x="1524000" y="2209800"/>
          <p14:tracePt t="49118" x="1524000" y="2222500"/>
          <p14:tracePt t="49135" x="1517650" y="2228850"/>
          <p14:tracePt t="49150" x="1511300" y="2228850"/>
          <p14:tracePt t="49167" x="1511300" y="2235200"/>
          <p14:tracePt t="49203" x="1504950" y="2241550"/>
          <p14:tracePt t="49237" x="1504950" y="2247900"/>
          <p14:tracePt t="49300" x="1498600" y="2254250"/>
          <p14:tracePt t="49770" x="1504950" y="2254250"/>
          <p14:tracePt t="49883" x="1511300" y="2254250"/>
          <p14:tracePt t="49974" x="1517650" y="2254250"/>
          <p14:tracePt t="50009" x="1517650" y="2260600"/>
          <p14:tracePt t="50044" x="1530350" y="2260600"/>
          <p14:tracePt t="50050" x="1536700" y="2260600"/>
          <p14:tracePt t="50067" x="1543050" y="2266950"/>
          <p14:tracePt t="50081" x="1568450" y="2266950"/>
          <p14:tracePt t="50098" x="1581150" y="2273300"/>
          <p14:tracePt t="50114" x="1625600" y="2279650"/>
          <p14:tracePt t="50130" x="1670050" y="2286000"/>
          <p14:tracePt t="50147" x="1746250" y="2292350"/>
          <p14:tracePt t="50164" x="1854200" y="2305050"/>
          <p14:tracePt t="50180" x="1892300" y="2305050"/>
          <p14:tracePt t="50198" x="1981200" y="2305050"/>
          <p14:tracePt t="50214" x="2063750" y="2305050"/>
          <p14:tracePt t="50230" x="2101850" y="2298700"/>
          <p14:tracePt t="50247" x="2152650" y="2298700"/>
          <p14:tracePt t="50263" x="2184400" y="2298700"/>
          <p14:tracePt t="50280" x="2197100" y="2298700"/>
          <p14:tracePt t="50297" x="2222500" y="2298700"/>
          <p14:tracePt t="50314" x="2241550" y="2298700"/>
          <p14:tracePt t="50347" x="2260600" y="2298700"/>
          <p14:tracePt t="50363" x="2279650" y="2298700"/>
          <p14:tracePt t="50380" x="2286000" y="2298700"/>
          <p14:tracePt t="50396" x="2292350" y="2298700"/>
          <p14:tracePt t="50413" x="2298700" y="2298700"/>
          <p14:tracePt t="50430" x="2311400" y="2298700"/>
          <p14:tracePt t="50463" x="2317750" y="2298700"/>
          <p14:tracePt t="50486" x="2324100" y="2298700"/>
          <p14:tracePt t="50542" x="2324100" y="2292350"/>
          <p14:tracePt t="50564" x="2324100" y="2286000"/>
          <p14:tracePt t="50570" x="2330450" y="2286000"/>
          <p14:tracePt t="50584" x="2330450" y="2279650"/>
          <p14:tracePt t="50613" x="2330450" y="2273300"/>
          <p14:tracePt t="50640" x="2336800" y="2266950"/>
          <p14:tracePt t="50661" x="2349500" y="2266950"/>
          <p14:tracePt t="50682" x="2362200" y="2266950"/>
          <p14:tracePt t="50703" x="2368550" y="2266950"/>
          <p14:tracePt t="50710" x="2374900" y="2266950"/>
          <p14:tracePt t="50725" x="2381250" y="2260600"/>
          <p14:tracePt t="50747" x="2393950" y="2260600"/>
          <p14:tracePt t="50753" x="2406650" y="2260600"/>
          <p14:tracePt t="50767" x="2419350" y="2260600"/>
          <p14:tracePt t="50778" x="2438400" y="2260600"/>
          <p14:tracePt t="50795" x="2482850" y="2260600"/>
          <p14:tracePt t="50812" x="2501900" y="2260600"/>
          <p14:tracePt t="50828" x="2527300" y="2260600"/>
          <p14:tracePt t="50845" x="2571750" y="2247900"/>
          <p14:tracePt t="50861" x="2590800" y="2247900"/>
          <p14:tracePt t="50879" x="2616200" y="2247900"/>
          <p14:tracePt t="50895" x="2622550" y="2247900"/>
          <p14:tracePt t="50911" x="2628900" y="2247900"/>
          <p14:tracePt t="50944" x="2622550" y="2247900"/>
          <p14:tracePt t="50961" x="2609850" y="2247900"/>
          <p14:tracePt t="50978" x="2584450" y="2247900"/>
          <p14:tracePt t="50994" x="2578100" y="2247900"/>
          <p14:tracePt t="51012" x="2527300" y="2235200"/>
          <p14:tracePt t="51027" x="2451100" y="2235200"/>
          <p14:tracePt t="51044" x="2406650" y="2228850"/>
          <p14:tracePt t="51061" x="2247900" y="2209800"/>
          <p14:tracePt t="51077" x="2197100" y="2203450"/>
          <p14:tracePt t="51094" x="2133600" y="2190750"/>
          <p14:tracePt t="51111" x="2025650" y="2178050"/>
          <p14:tracePt t="51127" x="1968500" y="2165350"/>
          <p14:tracePt t="51144" x="1905000" y="2165350"/>
          <p14:tracePt t="51160" x="1803400" y="2165350"/>
          <p14:tracePt t="51177" x="1765300" y="2165350"/>
          <p14:tracePt t="51194" x="1708150" y="2165350"/>
          <p14:tracePt t="51210" x="1689100" y="2165350"/>
          <p14:tracePt t="51227" x="1676400" y="2165350"/>
          <p14:tracePt t="51244" x="1663700" y="2165350"/>
          <p14:tracePt t="51321" x="1670050" y="2171700"/>
          <p14:tracePt t="51335" x="1682750" y="2171700"/>
          <p14:tracePt t="51349" x="1701800" y="2171700"/>
          <p14:tracePt t="51356" x="1720850" y="2171700"/>
          <p14:tracePt t="51363" x="1752600" y="2178050"/>
          <p14:tracePt t="51379" x="1803400" y="2178050"/>
          <p14:tracePt t="51393" x="1866900" y="2190750"/>
          <p14:tracePt t="51410" x="2000250" y="2216150"/>
          <p14:tracePt t="51427" x="2139950" y="2235200"/>
          <p14:tracePt t="51443" x="2197100" y="2241550"/>
          <p14:tracePt t="51460" x="2292350" y="2260600"/>
          <p14:tracePt t="51476" x="2343150" y="2273300"/>
          <p14:tracePt t="51492" x="2362200" y="2273300"/>
          <p14:tracePt t="51510" x="2374900" y="2273300"/>
          <p14:tracePt t="51553" x="2368550" y="2273300"/>
          <p14:tracePt t="51567" x="2362200" y="2273300"/>
          <p14:tracePt t="51575" x="2349500" y="2273300"/>
          <p14:tracePt t="51592" x="2343150" y="2273300"/>
          <p14:tracePt t="51609" x="2324100" y="2273300"/>
          <p14:tracePt t="51625" x="2279650" y="2273300"/>
          <p14:tracePt t="51642" x="2254250" y="2273300"/>
          <p14:tracePt t="51659" x="2139950" y="2260600"/>
          <p14:tracePt t="51675" x="2076450" y="2260600"/>
          <p14:tracePt t="51693" x="1816100" y="2254250"/>
          <p14:tracePt t="51708" x="1739900" y="2254250"/>
          <p14:tracePt t="51725" x="1651000" y="2241550"/>
          <p14:tracePt t="51743" x="1536700" y="2235200"/>
          <p14:tracePt t="51759" x="1466850" y="2235200"/>
          <p14:tracePt t="51774" x="1441450" y="2235200"/>
          <p14:tracePt t="51792" x="1422400" y="2235200"/>
          <p14:tracePt t="51808" x="1416050" y="2235200"/>
          <p14:tracePt t="51842" x="1409700" y="2235200"/>
          <p14:tracePt t="51896" x="1416050" y="2235200"/>
          <p14:tracePt t="51924" x="1428750" y="2235200"/>
          <p14:tracePt t="51946" x="1435100" y="2235200"/>
          <p14:tracePt t="51967" x="1441450" y="2235200"/>
          <p14:tracePt t="51974" x="1447800" y="2235200"/>
          <p14:tracePt t="51988" x="1454150" y="2235200"/>
          <p14:tracePt t="51994" x="1460500" y="2235200"/>
          <p14:tracePt t="52010" x="1473200" y="2235200"/>
          <p14:tracePt t="52024" x="1485900" y="2235200"/>
          <p14:tracePt t="52041" x="1543050" y="2241550"/>
          <p14:tracePt t="52058" x="1644650" y="2254250"/>
          <p14:tracePt t="52074" x="1714500" y="2266950"/>
          <p14:tracePt t="52090" x="1879600" y="2298700"/>
          <p14:tracePt t="52107" x="2051050" y="2324100"/>
          <p14:tracePt t="52124" x="2152650" y="2336800"/>
          <p14:tracePt t="52141" x="2355850" y="2368550"/>
          <p14:tracePt t="52157" x="2565400" y="2400300"/>
          <p14:tracePt t="52174" x="2654300" y="2406650"/>
          <p14:tracePt t="52191" x="2819400" y="2419350"/>
          <p14:tracePt t="52207" x="2895600" y="2419350"/>
          <p14:tracePt t="52223" x="3035300" y="2419350"/>
          <p14:tracePt t="52241" x="3136900" y="2419350"/>
          <p14:tracePt t="52257" x="3232150" y="2419350"/>
          <p14:tracePt t="52273" x="3270250" y="2419350"/>
          <p14:tracePt t="52290" x="3321050" y="2419350"/>
          <p14:tracePt t="52306" x="3340100" y="2419350"/>
          <p14:tracePt t="52323" x="3365500" y="2419350"/>
          <p14:tracePt t="52340" x="3390900" y="2419350"/>
          <p14:tracePt t="52357" x="3403600" y="2419350"/>
          <p14:tracePt t="52373" x="3409950" y="2419350"/>
          <p14:tracePt t="52390" x="3429000" y="2419350"/>
          <p14:tracePt t="52486" x="3422650" y="2419350"/>
          <p14:tracePt t="52507" x="3416300" y="2419350"/>
          <p14:tracePt t="52570" x="3409950" y="2419350"/>
          <p14:tracePt t="52626" x="3403600" y="2413000"/>
          <p14:tracePt t="52647" x="3403600" y="2406650"/>
          <p14:tracePt t="52661" x="3403600" y="2400300"/>
          <p14:tracePt t="52682" x="3403600" y="2393950"/>
          <p14:tracePt t="52703" x="3403600" y="2387600"/>
          <p14:tracePt t="52717" x="3403600" y="2381250"/>
          <p14:tracePt t="52725" x="3403600" y="2368550"/>
          <p14:tracePt t="52741" x="3403600" y="2355850"/>
          <p14:tracePt t="52754" x="3403600" y="2336800"/>
          <p14:tracePt t="52772" x="3397250" y="2305050"/>
          <p14:tracePt t="52789" x="3371850" y="2235200"/>
          <p14:tracePt t="52805" x="3340100" y="2171700"/>
          <p14:tracePt t="52821" x="3321050" y="2127250"/>
          <p14:tracePt t="52838" x="3251200" y="2032000"/>
          <p14:tracePt t="52854" x="3213100" y="1987550"/>
          <p14:tracePt t="52872" x="3130550" y="1911350"/>
          <p14:tracePt t="52888" x="3086100" y="1885950"/>
          <p14:tracePt t="52905" x="2978150" y="1841500"/>
          <p14:tracePt t="52922" x="2844800" y="1803400"/>
          <p14:tracePt t="52938" x="2762250" y="1790700"/>
          <p14:tracePt t="52954" x="2635250" y="1765300"/>
          <p14:tracePt t="52971" x="2489200" y="1746250"/>
          <p14:tracePt t="52987" x="2425700" y="1733550"/>
          <p14:tracePt t="53005" x="2298700" y="1733550"/>
          <p14:tracePt t="53021" x="2203450" y="1739900"/>
          <p14:tracePt t="53037" x="2159000" y="1746250"/>
          <p14:tracePt t="53054" x="2101850" y="1758950"/>
          <p14:tracePt t="53070" x="2038350" y="1784350"/>
          <p14:tracePt t="53087" x="2012950" y="1790700"/>
          <p14:tracePt t="53103" x="1949450" y="1816100"/>
          <p14:tracePt t="53120" x="1885950" y="1835150"/>
          <p14:tracePt t="53137" x="1866900" y="1841500"/>
          <p14:tracePt t="53153" x="1816100" y="1866900"/>
          <p14:tracePt t="53170" x="1771650" y="1885950"/>
          <p14:tracePt t="53187" x="1720850" y="1917700"/>
          <p14:tracePt t="53203" x="1701800" y="1924050"/>
          <p14:tracePt t="53220" x="1682750" y="1936750"/>
          <p14:tracePt t="53237" x="1638300" y="1968500"/>
          <p14:tracePt t="53253" x="1625600" y="1987550"/>
          <p14:tracePt t="53270" x="1612900" y="1993900"/>
          <p14:tracePt t="53286" x="1593850" y="2012950"/>
          <p14:tracePt t="53303" x="1581150" y="2025650"/>
          <p14:tracePt t="53320" x="1574800" y="2032000"/>
          <p14:tracePt t="53336" x="1574800" y="2038350"/>
          <p14:tracePt t="53353" x="1568450" y="2051050"/>
          <p14:tracePt t="53370" x="1562100" y="2057400"/>
          <p14:tracePt t="53386" x="1555750" y="2057400"/>
          <p14:tracePt t="53433" x="1555750" y="2063750"/>
          <p14:tracePt t="53475" x="1555750" y="2070100"/>
          <p14:tracePt t="53489" x="1549400" y="2076450"/>
          <p14:tracePt t="53510" x="1549400" y="2082800"/>
          <p14:tracePt t="53517" x="1543050" y="2089150"/>
          <p14:tracePt t="53538" x="1543050" y="2095500"/>
          <p14:tracePt t="53573" x="1536700" y="2095500"/>
          <p14:tracePt t="53580" x="1536700" y="2101850"/>
          <p14:tracePt t="53608" x="1536700" y="2108200"/>
          <p14:tracePt t="53643" x="1536700" y="2114550"/>
          <p14:tracePt t="53657" x="1536700" y="2120900"/>
          <p14:tracePt t="53679" x="1536700" y="2127250"/>
          <p14:tracePt t="53720" x="1536700" y="2133600"/>
          <p14:tracePt t="53749" x="1530350" y="2139950"/>
          <p14:tracePt t="53784" x="1530350" y="2146300"/>
          <p14:tracePt t="53797" x="1530350" y="2152650"/>
          <p14:tracePt t="53819" x="1524000" y="2152650"/>
          <p14:tracePt t="53839" x="1524000" y="2159000"/>
          <p14:tracePt t="53861" x="1524000" y="2165350"/>
          <p14:tracePt t="53889" x="1524000" y="2171700"/>
          <p14:tracePt t="53909" x="1524000" y="2178050"/>
          <p14:tracePt t="53931" x="1517650" y="2184400"/>
          <p14:tracePt t="53973" x="1517650" y="2190750"/>
          <p14:tracePt t="53980" x="1517650" y="2197100"/>
          <p14:tracePt t="54002" x="1517650" y="2203450"/>
          <p14:tracePt t="54050" x="1517650" y="2209800"/>
          <p14:tracePt t="54071" x="1517650" y="2216150"/>
          <p14:tracePt t="54099" x="1511300" y="2222500"/>
          <p14:tracePt t="54135" x="1511300" y="2228850"/>
          <p14:tracePt t="54184" x="1511300" y="2235200"/>
          <p14:tracePt t="54282" x="1511300" y="2241550"/>
          <p14:tracePt t="54331" x="1504950" y="2241550"/>
          <p14:tracePt t="54345" x="1504950" y="2247900"/>
          <p14:tracePt t="54353" x="1492250" y="2247900"/>
          <p14:tracePt t="54367" x="1485900" y="2254250"/>
          <p14:tracePt t="54382" x="1454150" y="2266950"/>
          <p14:tracePt t="54399" x="1428750" y="2273300"/>
          <p14:tracePt t="54416" x="1384300" y="2279650"/>
          <p14:tracePt t="54432" x="1327150" y="2292350"/>
          <p14:tracePt t="54450" x="1282700" y="2298700"/>
          <p14:tracePt t="54465" x="1270000" y="2305050"/>
          <p14:tracePt t="54482" x="1257300" y="2305050"/>
          <p14:tracePt t="54499" x="1238250" y="2305050"/>
          <p14:tracePt t="54515" x="1231900" y="2305050"/>
          <p14:tracePt t="54584" x="1244600" y="2305050"/>
          <p14:tracePt t="54590" x="1250950" y="2305050"/>
          <p14:tracePt t="54605" x="1270000" y="2305050"/>
          <p14:tracePt t="54615" x="1295400" y="2305050"/>
          <p14:tracePt t="54631" x="1346200" y="2305050"/>
          <p14:tracePt t="54648" x="1460500" y="2305050"/>
          <p14:tracePt t="54665" x="1593850" y="2317750"/>
          <p14:tracePt t="54682" x="1695450" y="2324100"/>
          <p14:tracePt t="54698" x="1733550" y="2324100"/>
          <p14:tracePt t="54715" x="1784350" y="2330450"/>
          <p14:tracePt t="54732" x="1809750" y="2330450"/>
          <p14:tracePt t="54748" x="1816100" y="2330450"/>
          <p14:tracePt t="54781" x="1803400" y="2330450"/>
          <p14:tracePt t="54798" x="1790700" y="2330450"/>
          <p14:tracePt t="54815" x="1752600" y="2330450"/>
          <p14:tracePt t="54831" x="1727200" y="2330450"/>
          <p14:tracePt t="54848" x="1612900" y="2324100"/>
          <p14:tracePt t="54865" x="1473200" y="2305050"/>
          <p14:tracePt t="54881" x="1397000" y="2305050"/>
          <p14:tracePt t="54898" x="1263650" y="2286000"/>
          <p14:tracePt t="54915" x="1168400" y="2273300"/>
          <p14:tracePt t="54931" x="1149350" y="2273300"/>
          <p14:tracePt t="54947" x="1117600" y="2273300"/>
          <p14:tracePt t="54963" x="1104900" y="2273300"/>
          <p14:tracePt t="55026" x="1111250" y="2273300"/>
          <p14:tracePt t="55032" x="1117600" y="2273300"/>
          <p14:tracePt t="55047" x="1123950" y="2273300"/>
          <p14:tracePt t="55054" x="1130300" y="2273300"/>
          <p14:tracePt t="55063" x="1155700" y="2273300"/>
          <p14:tracePt t="55080" x="1168400" y="2273300"/>
          <p14:tracePt t="55097" x="1225550" y="2273300"/>
          <p14:tracePt t="55113" x="1263650" y="2273300"/>
          <p14:tracePt t="55131" x="1409700" y="2298700"/>
          <p14:tracePt t="55147" x="1454150" y="2311400"/>
          <p14:tracePt t="55163" x="1504950" y="2317750"/>
          <p14:tracePt t="55180" x="1562100" y="2324100"/>
          <p14:tracePt t="55196" x="1593850" y="2324100"/>
          <p14:tracePt t="55213" x="1606550" y="2330450"/>
          <p14:tracePt t="55230" x="1612900" y="2330450"/>
          <p14:tracePt t="55264" x="1606550" y="2330450"/>
          <p14:tracePt t="55271" x="1600200" y="2330450"/>
          <p14:tracePt t="55285" x="1593850" y="2330450"/>
          <p14:tracePt t="55296" x="1587500" y="2330450"/>
          <p14:tracePt t="55314" x="1562100" y="2330450"/>
          <p14:tracePt t="55330" x="1549400" y="2330450"/>
          <p14:tracePt t="55346" x="1517650" y="2336800"/>
          <p14:tracePt t="55363" x="1466850" y="2362200"/>
          <p14:tracePt t="55379" x="1447800" y="2362200"/>
          <p14:tracePt t="55396" x="1435100" y="2368550"/>
          <p14:tracePt t="55413" x="1409700" y="2381250"/>
          <p14:tracePt t="55429" x="1403350" y="2381250"/>
          <p14:tracePt t="55454" x="1409700" y="2387600"/>
          <p14:tracePt t="55468" x="1422400" y="2387600"/>
          <p14:tracePt t="55479" x="1435100" y="2387600"/>
          <p14:tracePt t="55496" x="1485900" y="2381250"/>
          <p14:tracePt t="55512" x="1524000" y="2381250"/>
          <p14:tracePt t="55529" x="1612900" y="2381250"/>
          <p14:tracePt t="55546" x="1701800" y="2381250"/>
          <p14:tracePt t="55562" x="1739900" y="2381250"/>
          <p14:tracePt t="55579" x="1790700" y="2381250"/>
          <p14:tracePt t="55595" x="1816100" y="2381250"/>
          <p14:tracePt t="55636" x="1809750" y="2381250"/>
          <p14:tracePt t="55645" x="1797050" y="2381250"/>
          <p14:tracePt t="55665" x="1784350" y="2381250"/>
          <p14:tracePt t="55680" x="1765300" y="2381250"/>
          <p14:tracePt t="55694" x="1701800" y="2387600"/>
          <p14:tracePt t="55711" x="1663700" y="2393950"/>
          <p14:tracePt t="55728" x="1543050" y="2400300"/>
          <p14:tracePt t="55745" x="1504950" y="2400300"/>
          <p14:tracePt t="55762" x="1384300" y="2400300"/>
          <p14:tracePt t="55778" x="1358900" y="2400300"/>
          <p14:tracePt t="55794" x="1346200" y="2400300"/>
          <p14:tracePt t="55811" x="1333500" y="2400300"/>
          <p14:tracePt t="55827" x="1320800" y="2400300"/>
          <p14:tracePt t="55896" x="1327150" y="2400300"/>
          <p14:tracePt t="55902" x="1333500" y="2400300"/>
          <p14:tracePt t="55923" x="1339850" y="2400300"/>
          <p14:tracePt t="55945" x="1346200" y="2400300"/>
          <p14:tracePt t="56972" x="1371600" y="2400300"/>
          <p14:tracePt t="56979" x="1403350" y="2387600"/>
          <p14:tracePt t="56993" x="1447800" y="2381250"/>
          <p14:tracePt t="57008" x="1517650" y="2355850"/>
          <p14:tracePt t="57024" x="1574800" y="2336800"/>
          <p14:tracePt t="57040" x="1619250" y="2324100"/>
          <p14:tracePt t="57057" x="1701800" y="2298700"/>
          <p14:tracePt t="57073" x="1771650" y="2273300"/>
          <p14:tracePt t="57092" x="1866900" y="2254250"/>
          <p14:tracePt t="57106" x="1911350" y="2247900"/>
          <p14:tracePt t="57124" x="2012950" y="2235200"/>
          <p14:tracePt t="57141" x="2139950" y="2235200"/>
          <p14:tracePt t="57156" x="2197100" y="2241550"/>
          <p14:tracePt t="57173" x="2311400" y="2241550"/>
          <p14:tracePt t="57190" x="2393950" y="2241550"/>
          <p14:tracePt t="57206" x="2432050" y="2247900"/>
          <p14:tracePt t="57224" x="2482850" y="2260600"/>
          <p14:tracePt t="57240" x="2520950" y="2273300"/>
          <p14:tracePt t="57256" x="2552700" y="2273300"/>
          <p14:tracePt t="57274" x="2590800" y="2292350"/>
          <p14:tracePt t="57289" x="2635250" y="2292350"/>
          <p14:tracePt t="57306" x="2660650" y="2292350"/>
          <p14:tracePt t="57323" x="2730500" y="2292350"/>
          <p14:tracePt t="57339" x="2768600" y="2286000"/>
          <p14:tracePt t="57356" x="2863850" y="2273300"/>
          <p14:tracePt t="57372" x="2990850" y="2273300"/>
          <p14:tracePt t="57389" x="3060700" y="2273300"/>
          <p14:tracePt t="57406" x="3175000" y="2260600"/>
          <p14:tracePt t="57422" x="3282950" y="2254250"/>
          <p14:tracePt t="57439" x="3308350" y="2247900"/>
          <p14:tracePt t="57456" x="3359150" y="2247900"/>
          <p14:tracePt t="57472" x="3397250" y="2247900"/>
          <p14:tracePt t="57489" x="3409950" y="2247900"/>
          <p14:tracePt t="57505" x="3441700" y="2247900"/>
          <p14:tracePt t="57522" x="3505200" y="2254250"/>
          <p14:tracePt t="57539" x="3530600" y="2254250"/>
          <p14:tracePt t="57555" x="3613150" y="2266950"/>
          <p14:tracePt t="57571" x="3721100" y="2279650"/>
          <p14:tracePt t="57590" x="3860800" y="2286000"/>
          <p14:tracePt t="57604" x="3949700" y="2286000"/>
          <p14:tracePt t="57621" x="4051300" y="2298700"/>
          <p14:tracePt t="57639" x="4343400" y="2298700"/>
          <p14:tracePt t="57655" x="4432300" y="2298700"/>
          <p14:tracePt t="57671" x="4521200" y="2292350"/>
          <p14:tracePt t="57688" x="4673600" y="2286000"/>
          <p14:tracePt t="57704" x="4819650" y="2273300"/>
          <p14:tracePt t="57721" x="4883150" y="2266950"/>
          <p14:tracePt t="57738" x="4997450" y="2254250"/>
          <p14:tracePt t="57754" x="5092700" y="2247900"/>
          <p14:tracePt t="57772" x="5149850" y="2241550"/>
          <p14:tracePt t="57787" x="5181600" y="2241550"/>
          <p14:tracePt t="57804" x="5226050" y="2241550"/>
          <p14:tracePt t="57821" x="5276850" y="2241550"/>
          <p14:tracePt t="57837" x="5308600" y="2235200"/>
          <p14:tracePt t="57854" x="5327650" y="2235200"/>
          <p14:tracePt t="57871" x="5410200" y="2235200"/>
          <p14:tracePt t="57887" x="5441950" y="2235200"/>
          <p14:tracePt t="57906" x="5492750" y="2235200"/>
          <p14:tracePt t="57920" x="5518150" y="2241550"/>
          <p14:tracePt t="57937" x="5537200" y="2241550"/>
          <p14:tracePt t="57954" x="5607050" y="2241550"/>
          <p14:tracePt t="57970" x="5651500" y="2241550"/>
          <p14:tracePt t="57987" x="5746750" y="2241550"/>
          <p14:tracePt t="58004" x="5810250" y="2235200"/>
          <p14:tracePt t="58020" x="5937250" y="2235200"/>
          <p14:tracePt t="58037" x="6000750" y="2235200"/>
          <p14:tracePt t="58053" x="6159500" y="2241550"/>
          <p14:tracePt t="58069" x="6210300" y="2247900"/>
          <p14:tracePt t="58087" x="6330950" y="2260600"/>
          <p14:tracePt t="58103" x="6381750" y="2266950"/>
          <p14:tracePt t="58120" x="6502400" y="2298700"/>
          <p14:tracePt t="58137" x="6610350" y="2311400"/>
          <p14:tracePt t="58153" x="6654800" y="2324100"/>
          <p14:tracePt t="58170" x="6711950" y="2336800"/>
          <p14:tracePt t="58186" x="6769100" y="2349500"/>
          <p14:tracePt t="58203" x="6788150" y="2355850"/>
          <p14:tracePt t="58220" x="6819900" y="2362200"/>
          <p14:tracePt t="58236" x="6858000" y="2362200"/>
          <p14:tracePt t="58252" x="6902450" y="2362200"/>
          <p14:tracePt t="58270" x="6934200" y="2362200"/>
          <p14:tracePt t="58286" x="6946900" y="2362200"/>
          <p14:tracePt t="58302" x="6965950" y="2362200"/>
          <p14:tracePt t="58319" x="6997700" y="2362200"/>
          <p14:tracePt t="58336" x="7023100" y="2362200"/>
          <p14:tracePt t="58352" x="7035800" y="2362200"/>
          <p14:tracePt t="58369" x="7054850" y="2362200"/>
          <p14:tracePt t="58385" x="7061200" y="2362200"/>
          <p14:tracePt t="58402" x="7067550" y="2355850"/>
          <p14:tracePt t="58419" x="7073900" y="2355850"/>
          <p14:tracePt t="58435" x="7080250" y="2355850"/>
          <p14:tracePt t="58452" x="7086600" y="2355850"/>
          <p14:tracePt t="58529" x="7092950" y="2349500"/>
          <p14:tracePt t="58579" x="7092950" y="2343150"/>
          <p14:tracePt t="58628" x="7092950" y="2336800"/>
          <p14:tracePt t="58719" x="7092950" y="2330450"/>
          <p14:tracePt t="58747" x="7092950" y="2324100"/>
          <p14:tracePt t="58761" x="7086600" y="2324100"/>
          <p14:tracePt t="58770" x="7080250" y="2324100"/>
          <p14:tracePt t="58784" x="7067550" y="2324100"/>
          <p14:tracePt t="58800" x="7035800" y="2317750"/>
          <p14:tracePt t="58817" x="6965950" y="2298700"/>
          <p14:tracePt t="58834" x="6915150" y="2292350"/>
          <p14:tracePt t="58852" x="6629400" y="2247900"/>
          <p14:tracePt t="58868" x="6477000" y="2247900"/>
          <p14:tracePt t="58884" x="6280150" y="2222500"/>
          <p14:tracePt t="58901" x="5753100" y="2209800"/>
          <p14:tracePt t="58917" x="5251450" y="2178050"/>
          <p14:tracePt t="58934" x="5060950" y="2165350"/>
          <p14:tracePt t="58951" x="4768850" y="2146300"/>
          <p14:tracePt t="58967" x="4565650" y="2133600"/>
          <p14:tracePt t="58983" x="4489450" y="2127250"/>
          <p14:tracePt t="59000" x="4349750" y="2114550"/>
          <p14:tracePt t="59016" x="4267200" y="2101850"/>
          <p14:tracePt t="59035" x="4216400" y="2082800"/>
          <p14:tracePt t="59050" x="4191000" y="2076450"/>
          <p14:tracePt t="59067" x="4165600" y="2070100"/>
          <p14:tracePt t="59084" x="4140200" y="2051050"/>
          <p14:tracePt t="59100" x="4121150" y="2038350"/>
          <p14:tracePt t="59116" x="4083050" y="2012950"/>
          <p14:tracePt t="59133" x="4064000" y="1993900"/>
          <p14:tracePt t="59150" x="4044950" y="1974850"/>
          <p14:tracePt t="59167" x="3994150" y="1917700"/>
          <p14:tracePt t="59183" x="3911600" y="1822450"/>
          <p14:tracePt t="59200" x="3822700" y="1708150"/>
          <p14:tracePt t="59216" x="3708400" y="1555750"/>
          <p14:tracePt t="59232" x="3670300" y="1473200"/>
          <p14:tracePt t="59249" x="3556000" y="1250950"/>
          <p14:tracePt t="59267" x="3429000" y="990600"/>
          <p14:tracePt t="59283" x="3378200" y="882650"/>
          <p14:tracePt t="59299" x="3276600" y="717550"/>
          <p14:tracePt t="59316" x="3213100" y="628650"/>
          <p14:tracePt t="59332" x="3187700" y="596900"/>
          <p14:tracePt t="59349" x="3155950" y="558800"/>
          <p14:tracePt t="59365" x="3136900" y="546100"/>
          <p14:tracePt t="59382" x="3124200" y="539750"/>
          <p14:tracePt t="59400" x="3098800" y="527050"/>
          <p14:tracePt t="59415" x="3086100" y="520700"/>
          <p14:tracePt t="59431" x="3073400" y="520700"/>
          <p14:tracePt t="59449" x="3054350" y="520700"/>
          <p14:tracePt t="59465" x="3028950" y="520700"/>
          <p14:tracePt t="59482" x="3009900" y="527050"/>
          <p14:tracePt t="59499" x="2984500" y="539750"/>
          <p14:tracePt t="59515" x="2965450" y="546100"/>
          <p14:tracePt t="59519" x="2940050" y="552450"/>
          <p14:tracePt t="59533" x="2901950" y="577850"/>
          <p14:tracePt t="59548" x="2870200" y="603250"/>
          <p14:tracePt t="59565" x="2832100" y="628650"/>
          <p14:tracePt t="59582" x="2774950" y="698500"/>
          <p14:tracePt t="59598" x="2724150" y="774700"/>
          <p14:tracePt t="59615" x="2698750" y="819150"/>
          <p14:tracePt t="59631" x="2647950" y="952500"/>
          <p14:tracePt t="59648" x="2616200" y="1111250"/>
          <p14:tracePt t="59664" x="2616200" y="1200150"/>
          <p14:tracePt t="59681" x="2616200" y="1327150"/>
          <p14:tracePt t="59698" x="2641600" y="1447800"/>
          <p14:tracePt t="59716" x="2686050" y="1555750"/>
          <p14:tracePt t="59730" x="2711450" y="1600200"/>
          <p14:tracePt t="59747" x="2749550" y="1625600"/>
          <p14:tracePt t="59765" x="2787650" y="1657350"/>
          <p14:tracePt t="59781" x="2813050" y="1663700"/>
          <p14:tracePt t="59797" x="2832100" y="1663700"/>
          <p14:tracePt t="59814" x="2870200" y="1651000"/>
          <p14:tracePt t="59831" x="2908300" y="1619250"/>
          <p14:tracePt t="59847" x="2927350" y="1600200"/>
          <p14:tracePt t="59864" x="2971800" y="1511300"/>
          <p14:tracePt t="59880" x="3009900" y="1352550"/>
          <p14:tracePt t="59898" x="3035300" y="1111250"/>
          <p14:tracePt t="59913" x="3041650" y="971550"/>
          <p14:tracePt t="59930" x="3028950" y="717550"/>
          <p14:tracePt t="59947" x="2990850" y="501650"/>
          <p14:tracePt t="59963" x="2965450" y="419100"/>
          <p14:tracePt t="59980" x="2940050" y="311150"/>
          <p14:tracePt t="59997" x="2921000" y="285750"/>
          <p14:tracePt t="60013" x="2914650" y="285750"/>
          <p14:tracePt t="60031" x="2901950" y="285750"/>
          <p14:tracePt t="60046" x="2876550" y="298450"/>
          <p14:tracePt t="60062" x="2863850" y="311150"/>
          <p14:tracePt t="60080" x="2813050" y="342900"/>
          <p14:tracePt t="60096" x="2730500" y="431800"/>
          <p14:tracePt t="60113" x="2692400" y="488950"/>
          <p14:tracePt t="60130" x="2578100" y="704850"/>
          <p14:tracePt t="60146" x="2520950" y="838200"/>
          <p14:tracePt t="60163" x="2387600" y="1212850"/>
          <p14:tracePt t="60180" x="2298700" y="1549400"/>
          <p14:tracePt t="60195" x="2260600" y="1727200"/>
          <p14:tracePt t="60213" x="2241550" y="1981200"/>
          <p14:tracePt t="60229" x="2266950" y="2171700"/>
          <p14:tracePt t="60246" x="2286000" y="2247900"/>
          <p14:tracePt t="60262" x="2330450" y="2374900"/>
          <p14:tracePt t="60279" x="2381250" y="2451100"/>
          <p14:tracePt t="60296" x="2406650" y="2476500"/>
          <p14:tracePt t="60312" x="2438400" y="2495550"/>
          <p14:tracePt t="60329" x="2489200" y="2495550"/>
          <p14:tracePt t="60346" x="2520950" y="2476500"/>
          <p14:tracePt t="60361" x="2616200" y="2451100"/>
          <p14:tracePt t="60378" x="2730500" y="2374900"/>
          <p14:tracePt t="60396" x="2838450" y="2241550"/>
          <p14:tracePt t="60412" x="2901950" y="2152650"/>
          <p14:tracePt t="60428" x="2946400" y="2032000"/>
          <p14:tracePt t="60445" x="3022600" y="1651000"/>
          <p14:tracePt t="60461" x="3028950" y="1536700"/>
          <p14:tracePt t="60478" x="3028950" y="1422400"/>
          <p14:tracePt t="60495" x="3003550" y="1187450"/>
          <p14:tracePt t="60511" x="2952750" y="1022350"/>
          <p14:tracePt t="60530" x="2914650" y="946150"/>
          <p14:tracePt t="60545" x="2889250" y="927100"/>
          <p14:tracePt t="60561" x="2851150" y="920750"/>
          <p14:tracePt t="60578" x="2774950" y="920750"/>
          <p14:tracePt t="60594" x="2705100" y="927100"/>
          <p14:tracePt t="60611" x="2533650" y="1016000"/>
          <p14:tracePt t="60628" x="2311400" y="1181100"/>
          <p14:tracePt t="60644" x="2171700" y="1314450"/>
          <p14:tracePt t="60661" x="1974850" y="1543050"/>
          <p14:tracePt t="60678" x="1822450" y="1758950"/>
          <p14:tracePt t="60694" x="1771650" y="1854200"/>
          <p14:tracePt t="60712" x="1720850" y="2025650"/>
          <p14:tracePt t="60727" x="1701800" y="2146300"/>
          <p14:tracePt t="60744" x="1701800" y="2209800"/>
          <p14:tracePt t="60761" x="1733550" y="2298700"/>
          <p14:tracePt t="60777" x="1752600" y="2330450"/>
          <p14:tracePt t="60794" x="1828800" y="2362200"/>
          <p14:tracePt t="60811" x="1962150" y="2400300"/>
          <p14:tracePt t="60827" x="2051050" y="2419350"/>
          <p14:tracePt t="60845" x="2266950" y="2406650"/>
          <p14:tracePt t="60860" x="2527300" y="2343150"/>
          <p14:tracePt t="60877" x="2628900" y="2286000"/>
          <p14:tracePt t="60894" x="2851150" y="2133600"/>
          <p14:tracePt t="60910" x="2921000" y="2051050"/>
          <p14:tracePt t="60927" x="3048000" y="1847850"/>
          <p14:tracePt t="60943" x="3124200" y="1631950"/>
          <p14:tracePt t="60960" x="3143250" y="1536700"/>
          <p14:tracePt t="60976" x="3155950" y="1320800"/>
          <p14:tracePt t="60993" x="3136900" y="1117600"/>
          <p14:tracePt t="61010" x="3079750" y="946150"/>
          <p14:tracePt t="61027" x="3016250" y="844550"/>
          <p14:tracePt t="61042" x="2965450" y="793750"/>
          <p14:tracePt t="61060" x="2933700" y="774700"/>
          <p14:tracePt t="61077" x="2794000" y="711200"/>
          <p14:tracePt t="61093" x="2749550" y="692150"/>
          <p14:tracePt t="61110" x="2692400" y="685800"/>
          <p14:tracePt t="61126" x="2578100" y="685800"/>
          <p14:tracePt t="61143" x="2444750" y="723900"/>
          <p14:tracePt t="61160" x="2368550" y="742950"/>
          <p14:tracePt t="61176" x="2152650" y="869950"/>
          <p14:tracePt t="61192" x="1962150" y="1066800"/>
          <p14:tracePt t="61210" x="1784350" y="1320800"/>
          <p14:tracePt t="61225" x="1733550" y="1428750"/>
          <p14:tracePt t="61242" x="1682750" y="1631950"/>
          <p14:tracePt t="61259" x="1651000" y="1816100"/>
          <p14:tracePt t="61275" x="1651000" y="1879600"/>
          <p14:tracePt t="61292" x="1663700" y="2000250"/>
          <p14:tracePt t="61309" x="1695450" y="2063750"/>
          <p14:tracePt t="61325" x="1727200" y="2082800"/>
          <p14:tracePt t="61343" x="1841500" y="2139950"/>
          <p14:tracePt t="61358" x="2006600" y="2171700"/>
          <p14:tracePt t="61375" x="2120900" y="2171700"/>
          <p14:tracePt t="61392" x="2362200" y="2165350"/>
          <p14:tracePt t="61408" x="2470150" y="2133600"/>
          <p14:tracePt t="61425" x="2686050" y="2063750"/>
          <p14:tracePt t="61442" x="2863850" y="1955800"/>
          <p14:tracePt t="61459" x="2940050" y="1873250"/>
          <p14:tracePt t="61475" x="3016250" y="1746250"/>
          <p14:tracePt t="61491" x="3054350" y="1638300"/>
          <p14:tracePt t="61508" x="3054350" y="1587500"/>
          <p14:tracePt t="61525" x="3054350" y="1511300"/>
          <p14:tracePt t="61541" x="3028950" y="1390650"/>
          <p14:tracePt t="61558" x="3009900" y="1320800"/>
          <p14:tracePt t="61575" x="2946400" y="1193800"/>
          <p14:tracePt t="61591" x="2889250" y="1098550"/>
          <p14:tracePt t="61607" x="2857500" y="1073150"/>
          <p14:tracePt t="61625" x="2819400" y="1028700"/>
          <p14:tracePt t="61641" x="2768600" y="996950"/>
          <p14:tracePt t="61659" x="2717800" y="977900"/>
          <p14:tracePt t="61674" x="2698750" y="977900"/>
          <p14:tracePt t="61690" x="2654300" y="977900"/>
          <p14:tracePt t="61708" x="2622550" y="977900"/>
          <p14:tracePt t="61724" x="2609850" y="977900"/>
          <p14:tracePt t="61740" x="2603500" y="984250"/>
          <p14:tracePt t="61758" x="2590800" y="990600"/>
          <p14:tracePt t="61774" x="2590800" y="1003300"/>
          <p14:tracePt t="61790" x="2584450" y="1003300"/>
          <p14:tracePt t="61807" x="2578100" y="1028700"/>
          <p14:tracePt t="62252" x="2616200" y="1041400"/>
          <p14:tracePt t="62260" x="2660650" y="1047750"/>
          <p14:tracePt t="62275" x="2698750" y="1054100"/>
          <p14:tracePt t="62289" x="2755900" y="1073150"/>
          <p14:tracePt t="62306" x="2832100" y="1098550"/>
          <p14:tracePt t="62322" x="2889250" y="1111250"/>
          <p14:tracePt t="62338" x="2914650" y="1117600"/>
          <p14:tracePt t="62355" x="2978150" y="1143000"/>
          <p14:tracePt t="62372" x="3048000" y="1155700"/>
          <p14:tracePt t="62388" x="3092450" y="1168400"/>
          <p14:tracePt t="62405" x="3162300" y="1193800"/>
          <p14:tracePt t="62422" x="3232150" y="1200150"/>
          <p14:tracePt t="62438" x="3263900" y="1206500"/>
          <p14:tracePt t="62457" x="3314700" y="1219200"/>
          <p14:tracePt t="62471" x="3346450" y="1225550"/>
          <p14:tracePt t="62488" x="3359150" y="1225550"/>
          <p14:tracePt t="62505" x="3371850" y="1225550"/>
          <p14:tracePt t="62521" x="3378200" y="1225550"/>
          <p14:tracePt t="62538" x="3384550" y="1231900"/>
          <p14:tracePt t="62582" x="3378200" y="1231900"/>
          <p14:tracePt t="62596" x="3371850" y="1231900"/>
          <p14:tracePt t="62603" x="3365500" y="1231900"/>
          <p14:tracePt t="62610" x="3352800" y="1238250"/>
          <p14:tracePt t="62624" x="3333750" y="1244600"/>
          <p14:tracePt t="62638" x="3302000" y="1250950"/>
          <p14:tracePt t="62654" x="3181350" y="1282700"/>
          <p14:tracePt t="62671" x="3092450" y="1301750"/>
          <p14:tracePt t="62687" x="2882900" y="1333500"/>
          <p14:tracePt t="62704" x="2679700" y="1371600"/>
          <p14:tracePt t="62720" x="2565400" y="1384300"/>
          <p14:tracePt t="62737" x="2393950" y="1403350"/>
          <p14:tracePt t="62754" x="2266950" y="1422400"/>
          <p14:tracePt t="62771" x="2216150" y="1422400"/>
          <p14:tracePt t="62787" x="2146300" y="1428750"/>
          <p14:tracePt t="62804" x="2127250" y="1428750"/>
          <p14:tracePt t="62821" x="2108200" y="1428750"/>
          <p14:tracePt t="62904" x="2101850" y="1428750"/>
          <p14:tracePt t="63093" x="2095500" y="1428750"/>
          <p14:tracePt t="63101" x="2089150" y="1428750"/>
          <p14:tracePt t="63136" x="2082800" y="1428750"/>
          <p14:tracePt t="63157" x="2076450" y="1428750"/>
          <p14:tracePt t="63164" x="2070100" y="1428750"/>
          <p14:tracePt t="63172" x="2063750" y="1428750"/>
          <p14:tracePt t="63192" x="2057400" y="1428750"/>
          <p14:tracePt t="63234" x="2051050" y="1428750"/>
          <p14:tracePt t="63262" x="2044700" y="1428750"/>
          <p14:tracePt t="63325" x="2051050" y="1428750"/>
          <p14:tracePt t="63347" x="2063750" y="1428750"/>
          <p14:tracePt t="63354" x="2076450" y="1428750"/>
          <p14:tracePt t="63369" x="2095500" y="1428750"/>
          <p14:tracePt t="63374" x="2133600" y="1428750"/>
          <p14:tracePt t="63384" x="2171700" y="1428750"/>
          <p14:tracePt t="63401" x="2216150" y="1428750"/>
          <p14:tracePt t="63418" x="2292350" y="1428750"/>
          <p14:tracePt t="63435" x="2336800" y="1428750"/>
          <p14:tracePt t="63452" x="2393950" y="1428750"/>
          <p14:tracePt t="63467" x="2406650" y="1428750"/>
          <p14:tracePt t="63484" x="2413000" y="1428750"/>
          <p14:tracePt t="63502" x="2419350" y="1428750"/>
          <p14:tracePt t="63517" x="2413000" y="1428750"/>
          <p14:tracePt t="63534" x="2400300" y="1435100"/>
          <p14:tracePt t="63551" x="2362200" y="1454150"/>
          <p14:tracePt t="63568" x="2273300" y="1492250"/>
          <p14:tracePt t="63586" x="2165350" y="1543050"/>
          <p14:tracePt t="63601" x="2108200" y="1568450"/>
          <p14:tracePt t="63618" x="2019300" y="1612900"/>
          <p14:tracePt t="63635" x="1955800" y="1663700"/>
          <p14:tracePt t="63651" x="1943100" y="1676400"/>
          <p14:tracePt t="63668" x="1911350" y="1695450"/>
          <p14:tracePt t="63684" x="1898650" y="1714500"/>
          <p14:tracePt t="63732" x="1898650" y="1720850"/>
          <p14:tracePt t="63753" x="1911350" y="1720850"/>
          <p14:tracePt t="63768" x="1924050" y="1720850"/>
          <p14:tracePt t="63774" x="1936750" y="1720850"/>
          <p14:tracePt t="63788" x="1968500" y="1720850"/>
          <p14:tracePt t="63800" x="2006600" y="1714500"/>
          <p14:tracePt t="63817" x="2133600" y="1695450"/>
          <p14:tracePt t="63833" x="2203450" y="1682750"/>
          <p14:tracePt t="63850" x="2355850" y="1676400"/>
          <p14:tracePt t="63867" x="2438400" y="1657350"/>
          <p14:tracePt t="63883" x="2470150" y="1657350"/>
          <p14:tracePt t="63900" x="2489200" y="1657350"/>
          <p14:tracePt t="63916" x="2495550" y="1657350"/>
          <p14:tracePt t="63964" x="2482850" y="1657350"/>
          <p14:tracePt t="63979" x="2476500" y="1657350"/>
          <p14:tracePt t="63986" x="2470150" y="1663700"/>
          <p14:tracePt t="64002" x="2457450" y="1663700"/>
          <p14:tracePt t="64016" x="2425700" y="1676400"/>
          <p14:tracePt t="64032" x="2400300" y="1689100"/>
          <p14:tracePt t="64036" x="2381250" y="1695450"/>
          <p14:tracePt t="64050" x="2349500" y="1720850"/>
          <p14:tracePt t="64066" x="2330450" y="1733550"/>
          <p14:tracePt t="64082" x="2273300" y="1778000"/>
          <p14:tracePt t="64099" x="2241550" y="1816100"/>
          <p14:tracePt t="64116" x="2228850" y="1835150"/>
          <p14:tracePt t="64133" x="2216150" y="1873250"/>
          <p14:tracePt t="64149" x="2209800" y="1911350"/>
          <p14:tracePt t="64166" x="2222500" y="1924050"/>
          <p14:tracePt t="64182" x="2241550" y="1968500"/>
          <p14:tracePt t="64199" x="2292350" y="2006600"/>
          <p14:tracePt t="64215" x="2324100" y="2019300"/>
          <p14:tracePt t="64232" x="2387600" y="2051050"/>
          <p14:tracePt t="64249" x="2451100" y="2070100"/>
          <p14:tracePt t="64265" x="2476500" y="2076450"/>
          <p14:tracePt t="64281" x="2546350" y="2082800"/>
          <p14:tracePt t="64298" x="2609850" y="2082800"/>
          <p14:tracePt t="64315" x="2692400" y="2082800"/>
          <p14:tracePt t="64331" x="2755900" y="2076450"/>
          <p14:tracePt t="64348" x="2813050" y="2070100"/>
          <p14:tracePt t="64365" x="2971800" y="2044700"/>
          <p14:tracePt t="64381" x="3009900" y="2044700"/>
          <p14:tracePt t="64398" x="3041650" y="2038350"/>
          <p14:tracePt t="64414" x="3079750" y="2032000"/>
          <p14:tracePt t="64431" x="3105150" y="2032000"/>
          <p14:tracePt t="64448" x="3124200" y="2032000"/>
          <p14:tracePt t="64464" x="3130550" y="2032000"/>
          <p14:tracePt t="64481" x="3136900" y="2032000"/>
          <p14:tracePt t="64596" x="3130550" y="2032000"/>
          <p14:tracePt t="64617" x="3124200" y="2032000"/>
          <p14:tracePt t="64638" x="3117850" y="2032000"/>
          <p14:tracePt t="64645" x="3111500" y="2032000"/>
          <p14:tracePt t="64708" x="3105150" y="2032000"/>
          <p14:tracePt t="65509" x="3143250" y="2006600"/>
          <p14:tracePt t="65517" x="3206750" y="1981200"/>
          <p14:tracePt t="65531" x="3263900" y="1949450"/>
          <p14:tracePt t="65545" x="3321050" y="1924050"/>
          <p14:tracePt t="65561" x="3378200" y="1892300"/>
          <p14:tracePt t="65577" x="3479800" y="1841500"/>
          <p14:tracePt t="65594" x="3556000" y="1797050"/>
          <p14:tracePt t="65611" x="3625850" y="1765300"/>
          <p14:tracePt t="65627" x="3657600" y="1746250"/>
          <p14:tracePt t="65644" x="3714750" y="1708150"/>
          <p14:tracePt t="65660" x="3752850" y="1682750"/>
          <p14:tracePt t="65677" x="3771900" y="1670050"/>
          <p14:tracePt t="65694" x="3790950" y="1651000"/>
          <p14:tracePt t="65711" x="3803650" y="1631950"/>
          <p14:tracePt t="65728" x="3816350" y="1600200"/>
          <p14:tracePt t="65743" x="3816350" y="1593850"/>
          <p14:tracePt t="65760" x="3816350" y="1581150"/>
          <p14:tracePt t="65777" x="3816350" y="1562100"/>
          <p14:tracePt t="65793" x="3816350" y="1543050"/>
          <p14:tracePt t="65811" x="3810000" y="1530350"/>
          <p14:tracePt t="65827" x="3803650" y="1524000"/>
          <p14:tracePt t="65843" x="3797300" y="1498600"/>
          <p14:tracePt t="65860" x="3771900" y="1473200"/>
          <p14:tracePt t="65876" x="3759200" y="1447800"/>
          <p14:tracePt t="65893" x="3721100" y="1403350"/>
          <p14:tracePt t="65911" x="3657600" y="1358900"/>
          <p14:tracePt t="65926" x="3600450" y="1339850"/>
          <p14:tracePt t="65943" x="3492500" y="1301750"/>
          <p14:tracePt t="65960" x="3371850" y="1263650"/>
          <p14:tracePt t="65976" x="3314700" y="1257300"/>
          <p14:tracePt t="65992" x="3263900" y="1244600"/>
          <p14:tracePt t="66009" x="3143250" y="1219200"/>
          <p14:tracePt t="66025" x="3117850" y="1212850"/>
          <p14:tracePt t="66043" x="3086100" y="1206500"/>
          <p14:tracePt t="66059" x="3079750" y="1200150"/>
          <p14:tracePt t="66075" x="3060700" y="1200150"/>
          <p14:tracePt t="66120" x="3054350" y="1200150"/>
          <p14:tracePt t="66282" x="3060700" y="1200150"/>
          <p14:tracePt t="66288" x="3067050" y="1193800"/>
          <p14:tracePt t="66302" x="3073400" y="1193800"/>
          <p14:tracePt t="66311" x="3079750" y="1193800"/>
          <p14:tracePt t="66325" x="3098800" y="1193800"/>
          <p14:tracePt t="66341" x="3111500" y="1193800"/>
          <p14:tracePt t="66358" x="3276600" y="1174750"/>
          <p14:tracePt t="66374" x="3371850" y="1162050"/>
          <p14:tracePt t="66391" x="3467100" y="1162050"/>
          <p14:tracePt t="66408" x="3708400" y="1155700"/>
          <p14:tracePt t="66424" x="4006850" y="1143000"/>
          <p14:tracePt t="66441" x="4146550" y="1143000"/>
          <p14:tracePt t="66458" x="4406900" y="1130300"/>
          <p14:tracePt t="66474" x="4622800" y="1130300"/>
          <p14:tracePt t="66491" x="4699000" y="1130300"/>
          <p14:tracePt t="66507" x="4819650" y="1123950"/>
          <p14:tracePt t="66524" x="4870450" y="1123950"/>
          <p14:tracePt t="66541" x="4883150" y="1123950"/>
          <p14:tracePt t="66592" x="4876800" y="1123950"/>
          <p14:tracePt t="66605" x="4870450" y="1123950"/>
          <p14:tracePt t="66633" x="4864100" y="1123950"/>
          <p14:tracePt t="66639" x="4857750" y="1123950"/>
          <p14:tracePt t="66661" x="4851400" y="1123950"/>
          <p14:tracePt t="66710" x="4845050" y="1123950"/>
          <p14:tracePt t="66731" x="4838700" y="1130300"/>
          <p14:tracePt t="66752" x="4832350" y="1130300"/>
          <p14:tracePt t="67101" x="4870450" y="1130300"/>
          <p14:tracePt t="67115" x="4946650" y="1130300"/>
          <p14:tracePt t="67124" x="5048250" y="1130300"/>
          <p14:tracePt t="67138" x="5149850" y="1130300"/>
          <p14:tracePt t="67155" x="5257800" y="1130300"/>
          <p14:tracePt t="67172" x="5492750" y="1123950"/>
          <p14:tracePt t="67188" x="5556250" y="1123950"/>
          <p14:tracePt t="67206" x="5657850" y="1123950"/>
          <p14:tracePt t="67221" x="5715000" y="1130300"/>
          <p14:tracePt t="67238" x="5784850" y="1117600"/>
          <p14:tracePt t="67255" x="5822950" y="1111250"/>
          <p14:tracePt t="67271" x="5835650" y="1111250"/>
          <p14:tracePt t="67288" x="5848350" y="1104900"/>
          <p14:tracePt t="67305" x="5861050" y="1104900"/>
          <p14:tracePt t="67402" x="5867400" y="1104900"/>
          <p14:tracePt t="67416" x="5873750" y="1104900"/>
          <p14:tracePt t="67439" x="5886450" y="1104900"/>
          <p14:tracePt t="67444" x="5892800" y="1104900"/>
          <p14:tracePt t="67454" x="5911850" y="1104900"/>
          <p14:tracePt t="67470" x="5930900" y="1104900"/>
          <p14:tracePt t="67487" x="5988050" y="1104900"/>
          <p14:tracePt t="67504" x="6076950" y="1111250"/>
          <p14:tracePt t="67521" x="6153150" y="1111250"/>
          <p14:tracePt t="67537" x="6299200" y="1111250"/>
          <p14:tracePt t="67554" x="6477000" y="1092200"/>
          <p14:tracePt t="67572" x="6642100" y="1092200"/>
          <p14:tracePt t="67587" x="6731000" y="1079500"/>
          <p14:tracePt t="67604" x="6877050" y="1073150"/>
          <p14:tracePt t="67621" x="6991350" y="1073150"/>
          <p14:tracePt t="67637" x="7042150" y="1079500"/>
          <p14:tracePt t="67653" x="7124700" y="1092200"/>
          <p14:tracePt t="67670" x="7207250" y="1098550"/>
          <p14:tracePt t="67687" x="7239000" y="1104900"/>
          <p14:tracePt t="67703" x="7296150" y="1104900"/>
          <p14:tracePt t="67720" x="7353300" y="1111250"/>
          <p14:tracePt t="67736" x="7391400" y="1117600"/>
          <p14:tracePt t="67754" x="7454900" y="1117600"/>
          <p14:tracePt t="67770" x="7524750" y="1130300"/>
          <p14:tracePt t="67786" x="7569200" y="1136650"/>
          <p14:tracePt t="67803" x="7658100" y="1136650"/>
          <p14:tracePt t="67820" x="7708900" y="1136650"/>
          <p14:tracePt t="67836" x="7823200" y="1136650"/>
          <p14:tracePt t="67853" x="7956550" y="1130300"/>
          <p14:tracePt t="67870" x="8007350" y="1123950"/>
          <p14:tracePt t="67886" x="8045450" y="1123950"/>
          <p14:tracePt t="67902" x="8115300" y="1123950"/>
          <p14:tracePt t="67919" x="8140700" y="1123950"/>
          <p14:tracePt t="67936" x="8185150" y="1123950"/>
          <p14:tracePt t="67952" x="8197850" y="1123950"/>
          <p14:tracePt t="67969" x="8204200" y="1123950"/>
          <p14:tracePt t="68007" x="8204200" y="1117600"/>
          <p14:tracePt t="68018" x="8204200" y="1111250"/>
          <p14:tracePt t="68036" x="8178800" y="1092200"/>
          <p14:tracePt t="68052" x="8159750" y="1085850"/>
          <p14:tracePt t="68055" x="8134350" y="1085850"/>
          <p14:tracePt t="68071" x="8007350" y="1066800"/>
          <p14:tracePt t="68085" x="7918450" y="1066800"/>
          <p14:tracePt t="68102" x="7804150" y="1066800"/>
          <p14:tracePt t="68119" x="7562850" y="1066800"/>
          <p14:tracePt t="68135" x="7296150" y="1060450"/>
          <p14:tracePt t="68152" x="7124700" y="1060450"/>
          <p14:tracePt t="68169" x="6648450" y="1041400"/>
          <p14:tracePt t="68185" x="6070600" y="1066800"/>
          <p14:tracePt t="68202" x="5784850" y="1066800"/>
          <p14:tracePt t="68218" x="5429250" y="1092200"/>
          <p14:tracePt t="68235" x="5219700" y="1092200"/>
          <p14:tracePt t="68252" x="5086350" y="1098550"/>
          <p14:tracePt t="68268" x="5022850" y="1092200"/>
          <p14:tracePt t="68285" x="4927600" y="1073150"/>
          <p14:tracePt t="68302" x="4870450" y="1066800"/>
          <p14:tracePt t="68317" x="4845050" y="1060450"/>
          <p14:tracePt t="68334" x="4838700" y="1054100"/>
          <p14:tracePt t="68371" x="4845050" y="1047750"/>
          <p14:tracePt t="68387" x="4857750" y="1047750"/>
          <p14:tracePt t="68401" x="4908550" y="1041400"/>
          <p14:tracePt t="68417" x="4933950" y="1041400"/>
          <p14:tracePt t="68435" x="5073650" y="1041400"/>
          <p14:tracePt t="68451" x="5187950" y="1066800"/>
          <p14:tracePt t="68467" x="5588000" y="1117600"/>
          <p14:tracePt t="68484" x="6134100" y="1193800"/>
          <p14:tracePt t="68501" x="6356350" y="1219200"/>
          <p14:tracePt t="68517" x="6724650" y="1282700"/>
          <p14:tracePt t="68533" x="6959600" y="1314450"/>
          <p14:tracePt t="68550" x="7035800" y="1314450"/>
          <p14:tracePt t="68554" x="7099300" y="1314450"/>
          <p14:tracePt t="68567" x="7137400" y="1314450"/>
          <p14:tracePt t="68583" x="7169150" y="1314450"/>
          <p14:tracePt t="68600" x="7175500" y="1314450"/>
          <p14:tracePt t="68617" x="7175500" y="1308100"/>
          <p14:tracePt t="68633" x="7162800" y="1289050"/>
          <p14:tracePt t="68650" x="7150100" y="1276350"/>
          <p14:tracePt t="68667" x="7048500" y="1270000"/>
          <p14:tracePt t="68683" x="6610350" y="1219200"/>
          <p14:tracePt t="68700" x="6248400" y="1200150"/>
          <p14:tracePt t="68717" x="5289550" y="1200150"/>
          <p14:tracePt t="68733" x="4768850" y="1250950"/>
          <p14:tracePt t="68750" x="3416300" y="1390650"/>
          <p14:tracePt t="68766" x="3067050" y="1441450"/>
          <p14:tracePt t="68783" x="2813050" y="1504950"/>
          <p14:tracePt t="68800" x="2482850" y="1574800"/>
          <p14:tracePt t="68816" x="2324100" y="1612900"/>
          <p14:tracePt t="68833" x="2273300" y="1631950"/>
          <p14:tracePt t="68849" x="2228850" y="1657350"/>
          <p14:tracePt t="68866" x="2216150" y="1670050"/>
          <p14:tracePt t="68919" x="2228850" y="1670050"/>
          <p14:tracePt t="68934" x="2254250" y="1682750"/>
          <p14:tracePt t="68940" x="2266950" y="1689100"/>
          <p14:tracePt t="68949" x="2266950" y="1682750"/>
          <p14:tracePt t="69705" x="2247900" y="1695450"/>
          <p14:tracePt t="69714" x="2222500" y="1727200"/>
          <p14:tracePt t="69726" x="2178050" y="1778000"/>
          <p14:tracePt t="69733" x="2120900" y="1822450"/>
          <p14:tracePt t="69749" x="2070100" y="1885950"/>
          <p14:tracePt t="69763" x="2012950" y="1943100"/>
          <p14:tracePt t="69779" x="1905000" y="2057400"/>
          <p14:tracePt t="69797" x="1803400" y="2190750"/>
          <p14:tracePt t="69813" x="1758950" y="2235200"/>
          <p14:tracePt t="69829" x="1676400" y="2330450"/>
          <p14:tracePt t="69846" x="1619250" y="2393950"/>
          <p14:tracePt t="69862" x="1600200" y="2419350"/>
          <p14:tracePt t="69879" x="1562100" y="2482850"/>
          <p14:tracePt t="69896" x="1543050" y="2520950"/>
          <p14:tracePt t="69912" x="1536700" y="2540000"/>
          <p14:tracePt t="69929" x="1511300" y="2578100"/>
          <p14:tracePt t="69945" x="1504950" y="2597150"/>
          <p14:tracePt t="69962" x="1492250" y="2609850"/>
          <p14:tracePt t="69979" x="1492250" y="2616200"/>
          <p14:tracePt t="69995" x="1492250" y="2622550"/>
          <p14:tracePt t="70545" x="1492250" y="2635250"/>
          <p14:tracePt t="70558" x="1485900" y="2647950"/>
          <p14:tracePt t="70565" x="1485900" y="2654300"/>
          <p14:tracePt t="70580" x="1485900" y="2673350"/>
          <p14:tracePt t="70593" x="1473200" y="2686050"/>
          <p14:tracePt t="70610" x="1460500" y="2717800"/>
          <p14:tracePt t="70626" x="1460500" y="2730500"/>
          <p14:tracePt t="70643" x="1447800" y="2768600"/>
          <p14:tracePt t="70660" x="1441450" y="2806700"/>
          <p14:tracePt t="70676" x="1435100" y="2819400"/>
          <p14:tracePt t="70693" x="1422400" y="2851150"/>
          <p14:tracePt t="70709" x="1416050" y="2870200"/>
          <p14:tracePt t="70727" x="1403350" y="2895600"/>
          <p14:tracePt t="70743" x="1403350" y="2901950"/>
          <p14:tracePt t="70759" x="1397000" y="2921000"/>
          <p14:tracePt t="70776" x="1390650" y="2927350"/>
          <p14:tracePt t="70792" x="1390650" y="2933700"/>
          <p14:tracePt t="70839" x="1390650" y="2940050"/>
          <p14:tracePt t="70937" x="1390650" y="2927350"/>
          <p14:tracePt t="70958" x="1390650" y="2914650"/>
          <p14:tracePt t="70965" x="1390650" y="2901950"/>
          <p14:tracePt t="70979" x="1390650" y="2870200"/>
          <p14:tracePt t="70992" x="1390650" y="2844800"/>
          <p14:tracePt t="71009" x="1390650" y="2755900"/>
          <p14:tracePt t="71025" x="1390650" y="2692400"/>
          <p14:tracePt t="71042" x="1390650" y="2597150"/>
          <p14:tracePt t="71058" x="1390650" y="2527300"/>
          <p14:tracePt t="71074" x="1390650" y="2495550"/>
          <p14:tracePt t="71092" x="1390650" y="2463800"/>
          <p14:tracePt t="71108" x="1390650" y="2457450"/>
          <p14:tracePt t="71125" x="1390650" y="2451100"/>
          <p14:tracePt t="71169" x="1384300" y="2451100"/>
          <p14:tracePt t="71189" x="1377950" y="2451100"/>
          <p14:tracePt t="71197" x="1365250" y="2457450"/>
          <p14:tracePt t="71211" x="1358900" y="2463800"/>
          <p14:tracePt t="71225" x="1352550" y="2470150"/>
          <p14:tracePt t="71241" x="1327150" y="2482850"/>
          <p14:tracePt t="71258" x="1308100" y="2495550"/>
          <p14:tracePt t="71274" x="1270000" y="2527300"/>
          <p14:tracePt t="71291" x="1219200" y="2546350"/>
          <p14:tracePt t="71308" x="1187450" y="2571750"/>
          <p14:tracePt t="71324" x="1143000" y="2597150"/>
          <p14:tracePt t="71340" x="1104900" y="2622550"/>
          <p14:tracePt t="71358" x="1092200" y="2628900"/>
          <p14:tracePt t="71374" x="1079500" y="2635250"/>
          <p14:tracePt t="71471" x="1085850" y="2635250"/>
          <p14:tracePt t="71477" x="1092200" y="2635250"/>
          <p14:tracePt t="71493" x="1098550" y="2635250"/>
          <p14:tracePt t="71507" x="1117600" y="2635250"/>
          <p14:tracePt t="71523" x="1155700" y="2628900"/>
          <p14:tracePt t="71541" x="1238250" y="2616200"/>
          <p14:tracePt t="71557" x="1276350" y="2609850"/>
          <p14:tracePt t="71560" x="1327150" y="2609850"/>
          <p14:tracePt t="71574" x="1384300" y="2603500"/>
          <p14:tracePt t="71590" x="1498600" y="2590800"/>
          <p14:tracePt t="71606" x="1543050" y="2584450"/>
          <p14:tracePt t="71623" x="1625600" y="2559050"/>
          <p14:tracePt t="71640" x="1682750" y="2552700"/>
          <p14:tracePt t="71656" x="1714500" y="2546350"/>
          <p14:tracePt t="71674" x="1752600" y="2540000"/>
          <p14:tracePt t="71690" x="1771650" y="2540000"/>
          <p14:tracePt t="71707" x="1778000" y="2540000"/>
          <p14:tracePt t="71758" x="1771650" y="2540000"/>
          <p14:tracePt t="71773" x="1765300" y="2540000"/>
          <p14:tracePt t="71779" x="1758950" y="2540000"/>
          <p14:tracePt t="71800" x="1752600" y="2540000"/>
          <p14:tracePt t="71808" x="1746250" y="2540000"/>
          <p14:tracePt t="71823" x="1739900" y="2540000"/>
          <p14:tracePt t="71839" x="1733550" y="2540000"/>
          <p14:tracePt t="71856" x="1727200" y="2540000"/>
          <p14:tracePt t="71872" x="1714500" y="2540000"/>
          <p14:tracePt t="71934" x="1708150" y="2540000"/>
          <p14:tracePt t="71969" x="1701800" y="2540000"/>
          <p14:tracePt t="71990" x="1695450" y="2540000"/>
          <p14:tracePt t="72011" x="1689100" y="2540000"/>
          <p14:tracePt t="72053" x="1682750" y="2540000"/>
          <p14:tracePt t="72144" x="1676400" y="2540000"/>
          <p14:tracePt t="72172" x="1670050" y="2540000"/>
          <p14:tracePt t="72193" x="1663700" y="2546350"/>
          <p14:tracePt t="72200" x="1657350" y="2552700"/>
          <p14:tracePt t="72214" x="1644650" y="2559050"/>
          <p14:tracePt t="72224" x="1631950" y="2565400"/>
          <p14:tracePt t="72238" x="1625600" y="2578100"/>
          <p14:tracePt t="72254" x="1600200" y="2597150"/>
          <p14:tracePt t="72271" x="1581150" y="2616200"/>
          <p14:tracePt t="72287" x="1574800" y="2628900"/>
          <p14:tracePt t="72304" x="1568450" y="2641600"/>
          <p14:tracePt t="72321" x="1574800" y="2647950"/>
          <p14:tracePt t="72338" x="1593850" y="2647950"/>
          <p14:tracePt t="72355" x="1644650" y="2667000"/>
          <p14:tracePt t="72370" x="1771650" y="2673350"/>
          <p14:tracePt t="72387" x="1860550" y="2673350"/>
          <p14:tracePt t="72404" x="2025650" y="2686050"/>
          <p14:tracePt t="72420" x="2101850" y="2686050"/>
          <p14:tracePt t="72437" x="2209800" y="2679700"/>
          <p14:tracePt t="72454" x="2260600" y="2679700"/>
          <p14:tracePt t="72470" x="2266950" y="2679700"/>
          <p14:tracePt t="72488" x="2279650" y="2679700"/>
          <p14:tracePt t="72521" x="2273300" y="2679700"/>
          <p14:tracePt t="72544" x="2260600" y="2679700"/>
          <p14:tracePt t="72553" x="2254250" y="2679700"/>
          <p14:tracePt t="72569" x="2241550" y="2679700"/>
          <p14:tracePt t="72587" x="2216150" y="2686050"/>
          <p14:tracePt t="72603" x="2139950" y="2724150"/>
          <p14:tracePt t="72622" x="2032000" y="2774950"/>
          <p14:tracePt t="72637" x="1974850" y="2806700"/>
          <p14:tracePt t="72653" x="1860550" y="2851150"/>
          <p14:tracePt t="72670" x="1784350" y="2901950"/>
          <p14:tracePt t="72686" x="1765300" y="2914650"/>
          <p14:tracePt t="72703" x="1752600" y="2933700"/>
          <p14:tracePt t="72720" x="1739900" y="2952750"/>
          <p14:tracePt t="72736" x="1739900" y="2959100"/>
          <p14:tracePt t="72769" x="1746250" y="2959100"/>
          <p14:tracePt t="72786" x="1784350" y="2959100"/>
          <p14:tracePt t="72803" x="1809750" y="2959100"/>
          <p14:tracePt t="72819" x="1847850" y="2965450"/>
          <p14:tracePt t="72835" x="1993900" y="2984500"/>
          <p14:tracePt t="72853" x="2209800" y="2997200"/>
          <p14:tracePt t="72869" x="2413000" y="3009900"/>
          <p14:tracePt t="72885" x="2514600" y="3009900"/>
          <p14:tracePt t="72902" x="2654300" y="3016250"/>
          <p14:tracePt t="72919" x="2717800" y="3028950"/>
          <p14:tracePt t="72936" x="2781300" y="3028950"/>
          <p14:tracePt t="72952" x="2901950" y="3035300"/>
          <p14:tracePt t="72968" x="2952750" y="3035300"/>
          <p14:tracePt t="72985" x="3035300" y="3028950"/>
          <p14:tracePt t="73001" x="3073400" y="3028950"/>
          <p14:tracePt t="73018" x="3117850" y="3016250"/>
          <p14:tracePt t="73035" x="3194050" y="3009900"/>
          <p14:tracePt t="73051" x="3238500" y="3003550"/>
          <p14:tracePt t="73068" x="3321050" y="2984500"/>
          <p14:tracePt t="73085" x="3359150" y="2978150"/>
          <p14:tracePt t="73101" x="3403600" y="2965450"/>
          <p14:tracePt t="73118" x="3473450" y="2952750"/>
          <p14:tracePt t="73134" x="3549650" y="2927350"/>
          <p14:tracePt t="73151" x="3575050" y="2921000"/>
          <p14:tracePt t="73168" x="3638550" y="2914650"/>
          <p14:tracePt t="73184" x="3689350" y="2901950"/>
          <p14:tracePt t="73201" x="3714750" y="2895600"/>
          <p14:tracePt t="73218" x="3759200" y="2889250"/>
          <p14:tracePt t="73234" x="3784600" y="2889250"/>
          <p14:tracePt t="73251" x="3797300" y="2889250"/>
          <p14:tracePt t="73268" x="3816350" y="2889250"/>
          <p14:tracePt t="73284" x="3835400" y="2882900"/>
          <p14:tracePt t="73302" x="3854450" y="2882900"/>
          <p14:tracePt t="73317" x="3860800" y="2882900"/>
          <p14:tracePt t="73365" x="3860800" y="2876550"/>
          <p14:tracePt t="73378" x="3854450" y="2876550"/>
          <p14:tracePt t="73393" x="3848100" y="2876550"/>
          <p14:tracePt t="73402" x="3848100" y="2870200"/>
          <p14:tracePt t="73793" x="3867150" y="2870200"/>
          <p14:tracePt t="73807" x="3905250" y="2870200"/>
          <p14:tracePt t="73814" x="3956050" y="2870200"/>
          <p14:tracePt t="73828" x="4025900" y="2870200"/>
          <p14:tracePt t="73835" x="4114800" y="2882900"/>
          <p14:tracePt t="73849" x="4216400" y="2889250"/>
          <p14:tracePt t="73865" x="4457700" y="2914650"/>
          <p14:tracePt t="73882" x="4572000" y="2921000"/>
          <p14:tracePt t="73899" x="4800600" y="2921000"/>
          <p14:tracePt t="73914" x="5016500" y="2921000"/>
          <p14:tracePt t="73932" x="5105400" y="2921000"/>
          <p14:tracePt t="73948" x="5270500" y="2921000"/>
          <p14:tracePt t="73965" x="5346700" y="2921000"/>
          <p14:tracePt t="73982" x="5518150" y="2901950"/>
          <p14:tracePt t="73998" x="5568950" y="2901950"/>
          <p14:tracePt t="74015" x="5607050" y="2901950"/>
          <p14:tracePt t="74032" x="5664200" y="2901950"/>
          <p14:tracePt t="74048" x="5721350" y="2901950"/>
          <p14:tracePt t="74065" x="5753100" y="2901950"/>
          <p14:tracePt t="74081" x="5797550" y="2901950"/>
          <p14:tracePt t="74098" x="5848350" y="2895600"/>
          <p14:tracePt t="74115" x="5880100" y="2895600"/>
          <p14:tracePt t="74131" x="5956300" y="2895600"/>
          <p14:tracePt t="74147" x="6013450" y="2895600"/>
          <p14:tracePt t="74165" x="6076950" y="2895600"/>
          <p14:tracePt t="74181" x="6121400" y="2895600"/>
          <p14:tracePt t="74197" x="6184900" y="2895600"/>
          <p14:tracePt t="74214" x="6254750" y="2889250"/>
          <p14:tracePt t="74230" x="6273800" y="2889250"/>
          <p14:tracePt t="74247" x="6305550" y="2876550"/>
          <p14:tracePt t="74264" x="6343650" y="2876550"/>
          <p14:tracePt t="74281" x="6369050" y="2876550"/>
          <p14:tracePt t="74298" x="6381750" y="2876550"/>
          <p14:tracePt t="74330" x="6375400" y="2876550"/>
          <p14:tracePt t="74347" x="6356350" y="2870200"/>
          <p14:tracePt t="74363" x="6337300" y="2870200"/>
          <p14:tracePt t="74381" x="6261100" y="2870200"/>
          <p14:tracePt t="74397" x="6026150" y="2863850"/>
          <p14:tracePt t="74413" x="5835650" y="2863850"/>
          <p14:tracePt t="74430" x="5238750" y="2863850"/>
          <p14:tracePt t="74447" x="4559300" y="2895600"/>
          <p14:tracePt t="74463" x="4248150" y="2895600"/>
          <p14:tracePt t="74481" x="3746500" y="2921000"/>
          <p14:tracePt t="74496" x="3422650" y="2933700"/>
          <p14:tracePt t="74513" x="3282950" y="2946400"/>
          <p14:tracePt t="74530" x="3079750" y="2965450"/>
          <p14:tracePt t="74546" x="2959100" y="2984500"/>
          <p14:tracePt t="74563" x="2933700" y="2984500"/>
          <p14:tracePt t="74581" x="2889250" y="2984500"/>
          <p14:tracePt t="74596" x="2876550" y="2984500"/>
          <p14:tracePt t="74613" x="2863850" y="2984500"/>
          <p14:tracePt t="74656" x="2863850" y="2978150"/>
          <p14:tracePt t="74775" x="2870200" y="2971800"/>
          <p14:tracePt t="74789" x="2876550" y="2971800"/>
          <p14:tracePt t="74810" x="2882900" y="2971800"/>
          <p14:tracePt t="74817" x="2889250" y="2971800"/>
          <p14:tracePt t="74829" x="2895600" y="2965450"/>
          <p14:tracePt t="74846" x="2908300" y="2965450"/>
          <p14:tracePt t="74862" x="2921000" y="2959100"/>
          <p14:tracePt t="74879" x="2952750" y="2959100"/>
          <p14:tracePt t="74895" x="3143250" y="2952750"/>
          <p14:tracePt t="74912" x="3257550" y="2952750"/>
          <p14:tracePt t="74928" x="3384550" y="2952750"/>
          <p14:tracePt t="74945" x="3702050" y="2940050"/>
          <p14:tracePt t="74961" x="4013200" y="2940050"/>
          <p14:tracePt t="74979" x="4311650" y="2940050"/>
          <p14:tracePt t="74995" x="4451350" y="2940050"/>
          <p14:tracePt t="75011" x="4679950" y="2946400"/>
          <p14:tracePt t="75028" x="4864100" y="2946400"/>
          <p14:tracePt t="75044" x="4953000" y="2946400"/>
          <p14:tracePt t="75061" x="5086350" y="2952750"/>
          <p14:tracePt t="75078" x="5213350" y="2971800"/>
          <p14:tracePt t="75095" x="5270500" y="2971800"/>
          <p14:tracePt t="75111" x="5359400" y="2984500"/>
          <p14:tracePt t="75127" x="5454650" y="2990850"/>
          <p14:tracePt t="75144" x="5480050" y="2990850"/>
          <p14:tracePt t="75148" x="5518150" y="2990850"/>
          <p14:tracePt t="75164" x="5562600" y="2990850"/>
          <p14:tracePt t="75177" x="5626100" y="2990850"/>
          <p14:tracePt t="75194" x="5657850" y="2990850"/>
          <p14:tracePt t="75211" x="5721350" y="2984500"/>
          <p14:tracePt t="75228" x="5765800" y="2971800"/>
          <p14:tracePt t="75244" x="5803900" y="2965450"/>
          <p14:tracePt t="75261" x="5842000" y="2952750"/>
          <p14:tracePt t="75277" x="5854700" y="2952750"/>
          <p14:tracePt t="75294" x="5861050" y="2946400"/>
          <p14:tracePt t="75337" x="5861050" y="2940050"/>
          <p14:tracePt t="75358" x="5854700" y="2940050"/>
          <p14:tracePt t="75372" x="5848350" y="2940050"/>
          <p14:tracePt t="75379" x="5848350" y="2933700"/>
          <p14:tracePt t="75393" x="5842000" y="2933700"/>
          <p14:tracePt t="75414" x="5842000" y="2927350"/>
          <p14:tracePt t="75758" x="5753100" y="2921000"/>
          <p14:tracePt t="75771" x="5594350" y="2908300"/>
          <p14:tracePt t="75778" x="5378450" y="2895600"/>
          <p14:tracePt t="75795" x="5111750" y="2863850"/>
          <p14:tracePt t="75809" x="4559300" y="2870200"/>
          <p14:tracePt t="75825" x="4267200" y="2901950"/>
          <p14:tracePt t="75842" x="3733800" y="2933700"/>
          <p14:tracePt t="75859" x="3511550" y="2978150"/>
          <p14:tracePt t="75875" x="3086100" y="3060700"/>
          <p14:tracePt t="75892" x="2711450" y="3124200"/>
          <p14:tracePt t="75908" x="2584450" y="3155950"/>
          <p14:tracePt t="75926" x="2336800" y="3219450"/>
          <p14:tracePt t="75941" x="2127250" y="3289300"/>
          <p14:tracePt t="75958" x="2051050" y="3321050"/>
          <p14:tracePt t="75975" x="1930400" y="3352800"/>
          <p14:tracePt t="75991" x="1841500" y="3384550"/>
          <p14:tracePt t="76008" x="1809750" y="3390900"/>
          <p14:tracePt t="76025" x="1778000" y="3403600"/>
          <p14:tracePt t="76041" x="1758950" y="3409950"/>
          <p14:tracePt t="76087" x="1752600" y="3409950"/>
          <p14:tracePt t="76193" x="1746250" y="3409950"/>
          <p14:tracePt t="76228" x="1739900" y="3409950"/>
          <p14:tracePt t="76249" x="1727200" y="3403600"/>
          <p14:tracePt t="76263" x="1720850" y="3403600"/>
          <p14:tracePt t="76270" x="1714500" y="3390900"/>
          <p14:tracePt t="76283" x="1701800" y="3384550"/>
          <p14:tracePt t="76293" x="1689100" y="3371850"/>
          <p14:tracePt t="76307" x="1682750" y="3359150"/>
          <p14:tracePt t="76323" x="1663700" y="3327400"/>
          <p14:tracePt t="76340" x="1638300" y="3282950"/>
          <p14:tracePt t="76356" x="1625600" y="3257550"/>
          <p14:tracePt t="76373" x="1606550" y="3206750"/>
          <p14:tracePt t="76390" x="1587500" y="3168650"/>
          <p14:tracePt t="76406" x="1581150" y="3155950"/>
          <p14:tracePt t="76424" x="1574800" y="3130550"/>
          <p14:tracePt t="76440" x="1574800" y="3124200"/>
          <p14:tracePt t="76456" x="1574800" y="3117850"/>
          <p14:tracePt t="76522" x="1568450" y="3117850"/>
          <p14:tracePt t="76564" x="1555750" y="3117850"/>
          <p14:tracePt t="76571" x="1555750" y="3124200"/>
          <p14:tracePt t="76578" x="1549400" y="3124200"/>
          <p14:tracePt t="76592" x="1536700" y="3124200"/>
          <p14:tracePt t="76606" x="1536700" y="3130550"/>
          <p14:tracePt t="76622" x="1524000" y="3136900"/>
          <p14:tracePt t="76639" x="1511300" y="3143250"/>
          <p14:tracePt t="76656" x="1473200" y="3155950"/>
          <p14:tracePt t="76673" x="1435100" y="3175000"/>
          <p14:tracePt t="76689" x="1409700" y="3181350"/>
          <p14:tracePt t="76706" x="1371600" y="3206750"/>
          <p14:tracePt t="76722" x="1320800" y="3225800"/>
          <p14:tracePt t="76740" x="1270000" y="3238500"/>
          <p14:tracePt t="76755" x="1257300" y="3244850"/>
          <p14:tracePt t="76772" x="1231900" y="3251200"/>
          <p14:tracePt t="76789" x="1181100" y="3263900"/>
          <p14:tracePt t="76805" x="1168400" y="3263900"/>
          <p14:tracePt t="76822" x="1162050" y="3263900"/>
          <p14:tracePt t="76839" x="1149350" y="3263900"/>
          <p14:tracePt t="76871" x="1143000" y="3263900"/>
          <p14:tracePt t="76888" x="1136650" y="3263900"/>
          <p14:tracePt t="76915" x="1136650" y="3257550"/>
          <p14:tracePt t="76950" x="1136650" y="3251200"/>
          <p14:tracePt t="76972" x="1143000" y="3251200"/>
          <p14:tracePt t="76992" x="1149350" y="3244850"/>
          <p14:tracePt t="76999" x="1155700" y="3244850"/>
          <p14:tracePt t="77013" x="1155700" y="3238500"/>
          <p14:tracePt t="77022" x="1162050" y="3238500"/>
          <p14:tracePt t="77037" x="1168400" y="3232150"/>
          <p14:tracePt t="77056" x="1193800" y="3225800"/>
          <p14:tracePt t="77070" x="1219200" y="3213100"/>
          <p14:tracePt t="77087" x="1238250" y="3206750"/>
          <p14:tracePt t="77105" x="1282700" y="3194050"/>
          <p14:tracePt t="77120" x="1295400" y="3187700"/>
          <p14:tracePt t="77137" x="1314450" y="3175000"/>
          <p14:tracePt t="77154" x="1333500" y="3168650"/>
          <p14:tracePt t="77170" x="1333500" y="3162300"/>
          <p14:tracePt t="77273" x="1327150" y="3168650"/>
          <p14:tracePt t="77280" x="1327150" y="3175000"/>
          <p14:tracePt t="77294" x="1320800" y="3175000"/>
          <p14:tracePt t="77303" x="1314450" y="3181350"/>
          <p14:tracePt t="77319" x="1308100" y="3181350"/>
          <p14:tracePt t="77337" x="1295400" y="3187700"/>
          <p14:tracePt t="77353" x="1270000" y="3206750"/>
          <p14:tracePt t="77370" x="1257300" y="3225800"/>
          <p14:tracePt t="77386" x="1219200" y="3251200"/>
          <p14:tracePt t="77403" x="1200150" y="3263900"/>
          <p14:tracePt t="77420" x="1162050" y="3289300"/>
          <p14:tracePt t="77436" x="1155700" y="3295650"/>
          <p14:tracePt t="77453" x="1155700" y="3302000"/>
          <p14:tracePt t="77470" x="1149350" y="3308350"/>
          <p14:tracePt t="77486" x="1143000" y="3308350"/>
          <p14:tracePt t="77561" x="1149350" y="3308350"/>
          <p14:tracePt t="77582" x="1155700" y="3308350"/>
          <p14:tracePt t="77596" x="1162050" y="3302000"/>
          <p14:tracePt t="77605" x="1168400" y="3302000"/>
          <p14:tracePt t="77619" x="1181100" y="3295650"/>
          <p14:tracePt t="77635" x="1219200" y="3276600"/>
          <p14:tracePt t="77652" x="1282700" y="3244850"/>
          <p14:tracePt t="77669" x="1314450" y="3232150"/>
          <p14:tracePt t="77687" x="1377950" y="3206750"/>
          <p14:tracePt t="77703" x="1428750" y="3181350"/>
          <p14:tracePt t="77719" x="1460500" y="3168650"/>
          <p14:tracePt t="77736" x="1492250" y="3155950"/>
          <p14:tracePt t="77752" x="1504950" y="3155950"/>
          <p14:tracePt t="77769" x="1524000" y="3149600"/>
          <p14:tracePt t="77786" x="1530350" y="3143250"/>
          <p14:tracePt t="77833" x="1536700" y="3143250"/>
          <p14:tracePt t="77841" x="1543050" y="3143250"/>
          <p14:tracePt t="77862" x="1549400" y="3143250"/>
          <p14:tracePt t="77884" x="1555750" y="3143250"/>
          <p14:tracePt t="77897" x="1562100" y="3143250"/>
          <p14:tracePt t="77905" x="1568450" y="3143250"/>
          <p14:tracePt t="77919" x="1574800" y="3149600"/>
          <p14:tracePt t="77934" x="1606550" y="3149600"/>
          <p14:tracePt t="77951" x="1619250" y="3149600"/>
          <p14:tracePt t="77968" x="1689100" y="3149600"/>
          <p14:tracePt t="77984" x="1765300" y="3155950"/>
          <p14:tracePt t="78002" x="1809750" y="3155950"/>
          <p14:tracePt t="78018" x="1892300" y="3175000"/>
          <p14:tracePt t="78034" x="1930400" y="3175000"/>
          <p14:tracePt t="78052" x="2012950" y="3194050"/>
          <p14:tracePt t="78067" x="2032000" y="3200400"/>
          <p14:tracePt t="78084" x="2057400" y="3200400"/>
          <p14:tracePt t="78102" x="2070100" y="3206750"/>
          <p14:tracePt t="78118" x="2076450" y="3206750"/>
          <p14:tracePt t="78150" x="2070100" y="3206750"/>
          <p14:tracePt t="78167" x="2057400" y="3206750"/>
          <p14:tracePt t="78183" x="2051050" y="3206750"/>
          <p14:tracePt t="78200" x="2025650" y="3206750"/>
          <p14:tracePt t="78217" x="1981200" y="3213100"/>
          <p14:tracePt t="78235" x="1905000" y="3232150"/>
          <p14:tracePt t="78250" x="1847850" y="3238500"/>
          <p14:tracePt t="78267" x="1714500" y="3276600"/>
          <p14:tracePt t="78284" x="1587500" y="3295650"/>
          <p14:tracePt t="78300" x="1530350" y="3314700"/>
          <p14:tracePt t="78317" x="1492250" y="3321050"/>
          <p14:tracePt t="78334" x="1409700" y="3340100"/>
          <p14:tracePt t="78350" x="1397000" y="3340100"/>
          <p14:tracePt t="78367" x="1390650" y="3340100"/>
          <p14:tracePt t="78383" x="1371600" y="3340100"/>
          <p14:tracePt t="78480" x="1371600" y="3333750"/>
          <p14:tracePt t="78888" x="1352550" y="3333750"/>
          <p14:tracePt t="78895" x="1320800" y="3333750"/>
          <p14:tracePt t="78909" x="1295400" y="3333750"/>
          <p14:tracePt t="78917" x="1270000" y="3333750"/>
          <p14:tracePt t="78931" x="1263650" y="3333750"/>
          <p14:tracePt t="78948" x="1225550" y="3333750"/>
          <p14:tracePt t="78965" x="1212850" y="3333750"/>
          <p14:tracePt t="78981" x="1206500" y="3333750"/>
          <p14:tracePt t="78998" x="1193800" y="3333750"/>
          <p14:tracePt t="79014" x="1174750" y="3333750"/>
          <p14:tracePt t="79047" x="1168400" y="3333750"/>
          <p14:tracePt t="79064" x="1155700" y="3333750"/>
          <p14:tracePt t="79081" x="1143000" y="3333750"/>
          <p14:tracePt t="79097" x="1136650" y="3333750"/>
          <p14:tracePt t="79114" x="1123950" y="3333750"/>
          <p14:tracePt t="79130" x="1111250" y="3333750"/>
          <p14:tracePt t="79148" x="1092200" y="3333750"/>
          <p14:tracePt t="79180" x="1079500" y="3333750"/>
          <p14:tracePt t="79197" x="1066800" y="3333750"/>
          <p14:tracePt t="79213" x="1060450" y="3333750"/>
          <p14:tracePt t="79230" x="1054100" y="3333750"/>
          <p14:tracePt t="79330" x="1047750" y="3333750"/>
          <p14:tracePt t="79400" x="1041400" y="3333750"/>
          <p14:tracePt t="79491" x="1041400" y="3321050"/>
          <p14:tracePt t="79519" x="1047750" y="3321050"/>
          <p14:tracePt t="79547" x="1054100" y="3314700"/>
          <p14:tracePt t="79597" x="1054100" y="3308350"/>
          <p14:tracePt t="79687" x="1060450" y="3302000"/>
          <p14:tracePt t="79716" x="1066800" y="3302000"/>
          <p14:tracePt t="79758" x="1073150" y="3295650"/>
          <p14:tracePt t="79800" x="1079500" y="3295650"/>
          <p14:tracePt t="79842" x="1079500" y="3289300"/>
          <p14:tracePt t="79877" x="1085850" y="3289300"/>
          <p14:tracePt t="79919" x="1085850" y="3282950"/>
          <p14:tracePt t="79947" x="1092200" y="3276600"/>
          <p14:tracePt t="79982" x="1098550" y="3276600"/>
          <p14:tracePt t="80017" x="1104900" y="3270250"/>
          <p14:tracePt t="80088" x="1111250" y="3270250"/>
          <p14:tracePt t="80130" x="1117600" y="3263900"/>
          <p14:tracePt t="80193" x="1123950" y="3263900"/>
          <p14:tracePt t="80228" x="1123950" y="3257550"/>
          <p14:tracePt t="80270" x="1130300" y="3257550"/>
          <p14:tracePt t="80277" x="1136650" y="3251200"/>
          <p14:tracePt t="80298" x="1143000" y="3251200"/>
          <p14:tracePt t="80312" x="1149350" y="3244850"/>
          <p14:tracePt t="80333" x="1155700" y="3244850"/>
          <p14:tracePt t="80340" x="1162050" y="3238500"/>
          <p14:tracePt t="80368" x="1168400" y="3232150"/>
          <p14:tracePt t="80382" x="1174750" y="3232150"/>
          <p14:tracePt t="80388" x="1181100" y="3232150"/>
          <p14:tracePt t="80403" x="1187450" y="3232150"/>
          <p14:tracePt t="80412" x="1200150" y="3232150"/>
          <p14:tracePt t="80426" x="1219200" y="3232150"/>
          <p14:tracePt t="80442" x="1257300" y="3232150"/>
          <p14:tracePt t="80460" x="1327150" y="3232150"/>
          <p14:tracePt t="80476" x="1358900" y="3238500"/>
          <p14:tracePt t="80492" x="1447800" y="3244850"/>
          <p14:tracePt t="80509" x="1543050" y="3257550"/>
          <p14:tracePt t="80525" x="1581150" y="3257550"/>
          <p14:tracePt t="80542" x="1631950" y="3263900"/>
          <p14:tracePt t="80559" x="1720850" y="3270250"/>
          <p14:tracePt t="80575" x="1746250" y="3270250"/>
          <p14:tracePt t="80592" x="1784350" y="3276600"/>
          <p14:tracePt t="80609" x="1797050" y="3276600"/>
          <p14:tracePt t="80625" x="1809750" y="3282950"/>
          <p14:tracePt t="80642" x="1822450" y="3282950"/>
          <p14:tracePt t="80659" x="1828800" y="3282950"/>
          <p14:tracePt t="80675" x="1841500" y="3282950"/>
          <p14:tracePt t="80708" x="1847850" y="3282950"/>
          <p14:tracePt t="80726" x="1860550" y="3282950"/>
          <p14:tracePt t="80741" x="1866900" y="3282950"/>
          <p14:tracePt t="80758" x="1873250" y="3282950"/>
          <p14:tracePt t="80775" x="1879600" y="3282950"/>
          <p14:tracePt t="80791" x="1885950" y="3282950"/>
          <p14:tracePt t="80811" x="1892300" y="3282950"/>
          <p14:tracePt t="80831" x="1898650" y="3282950"/>
          <p14:tracePt t="80841" x="1905000" y="3282950"/>
          <p14:tracePt t="80857" x="1911350" y="3282950"/>
          <p14:tracePt t="80874" x="1917700" y="3276600"/>
          <p14:tracePt t="80891" x="1924050" y="3276600"/>
          <p14:tracePt t="80908" x="1936750" y="3270250"/>
          <p14:tracePt t="80941" x="1943100" y="3263900"/>
          <p14:tracePt t="80993" x="1943100" y="3257550"/>
          <p14:tracePt t="81000" x="1936750" y="3257550"/>
          <p14:tracePt t="81014" x="1924050" y="3257550"/>
          <p14:tracePt t="81023" x="1911350" y="3257550"/>
          <p14:tracePt t="81040" x="1892300" y="3257550"/>
          <p14:tracePt t="81057" x="1835150" y="3270250"/>
          <p14:tracePt t="81073" x="1739900" y="3282950"/>
          <p14:tracePt t="81091" x="1631950" y="3314700"/>
          <p14:tracePt t="81107" x="1574800" y="3327400"/>
          <p14:tracePt t="81123" x="1492250" y="3352800"/>
          <p14:tracePt t="81141" x="1416050" y="3384550"/>
          <p14:tracePt t="81157" x="1397000" y="3397250"/>
          <p14:tracePt t="81173" x="1371600" y="3403600"/>
          <p14:tracePt t="81190" x="1308100" y="3435350"/>
          <p14:tracePt t="81206" x="1295400" y="3448050"/>
          <p14:tracePt t="81225" x="1250950" y="3486150"/>
          <p14:tracePt t="81239" x="1231900" y="3498850"/>
          <p14:tracePt t="81256" x="1193800" y="3536950"/>
          <p14:tracePt t="81274" x="1155700" y="3562350"/>
          <p14:tracePt t="81290" x="1130300" y="3581400"/>
          <p14:tracePt t="81306" x="1073150" y="3613150"/>
          <p14:tracePt t="81323" x="1028700" y="3657600"/>
          <p14:tracePt t="81339" x="996950" y="3670300"/>
          <p14:tracePt t="81356" x="958850" y="3708400"/>
          <p14:tracePt t="81373" x="920750" y="3746500"/>
          <p14:tracePt t="81390" x="908050" y="3771900"/>
          <p14:tracePt t="81406" x="895350" y="3810000"/>
          <p14:tracePt t="81422" x="882650" y="3854450"/>
          <p14:tracePt t="81439" x="876300" y="3873500"/>
          <p14:tracePt t="81456" x="863600" y="3924300"/>
          <p14:tracePt t="81472" x="863600" y="3956050"/>
          <p14:tracePt t="81490" x="863600" y="3968750"/>
          <p14:tracePt t="81506" x="863600" y="3981450"/>
          <p14:tracePt t="81522" x="863600" y="3987800"/>
          <p14:tracePt t="81539" x="863600" y="3994150"/>
          <p14:tracePt t="81750" x="863600" y="4000500"/>
          <p14:tracePt t="81764" x="863600" y="4013200"/>
          <p14:tracePt t="81774" x="857250" y="4019550"/>
          <p14:tracePt t="81788" x="850900" y="4032250"/>
          <p14:tracePt t="81805" x="844550" y="4051300"/>
          <p14:tracePt t="81821" x="812800" y="4089400"/>
          <p14:tracePt t="81837" x="806450" y="4102100"/>
          <p14:tracePt t="81855" x="793750" y="4133850"/>
          <p14:tracePt t="81887" x="793750" y="4146550"/>
          <p14:tracePt t="81926" x="793750" y="4152900"/>
          <p14:tracePt t="81955" x="800100" y="4146550"/>
          <p14:tracePt t="81961" x="800100" y="4140200"/>
          <p14:tracePt t="81974" x="806450" y="4133850"/>
          <p14:tracePt t="81987" x="812800" y="4127500"/>
          <p14:tracePt t="82004" x="831850" y="4083050"/>
          <p14:tracePt t="82021" x="844550" y="4051300"/>
          <p14:tracePt t="82038" x="876300" y="3987800"/>
          <p14:tracePt t="82053" x="895350" y="3930650"/>
          <p14:tracePt t="82070" x="901700" y="3898900"/>
          <p14:tracePt t="82088" x="920750" y="3848100"/>
          <p14:tracePt t="82103" x="933450" y="3816350"/>
          <p14:tracePt t="82120" x="933450" y="3803650"/>
          <p14:tracePt t="82137" x="933450" y="3784600"/>
          <p14:tracePt t="82153" x="933450" y="3778250"/>
          <p14:tracePt t="82170" x="939800" y="3771900"/>
          <p14:tracePt t="82186" x="939800" y="3765550"/>
          <p14:tracePt t="82213" x="946150" y="3759200"/>
          <p14:tracePt t="82227" x="946150" y="3752850"/>
          <p14:tracePt t="82236" x="946150" y="3740150"/>
          <p14:tracePt t="82253" x="958850" y="3727450"/>
          <p14:tracePt t="82270" x="971550" y="3683000"/>
          <p14:tracePt t="82286" x="996950" y="3619500"/>
          <p14:tracePt t="82303" x="1016000" y="3594100"/>
          <p14:tracePt t="82320" x="1047750" y="3517900"/>
          <p14:tracePt t="82336" x="1079500" y="3441700"/>
          <p14:tracePt t="82353" x="1104900" y="3397250"/>
          <p14:tracePt t="82369" x="1117600" y="3378200"/>
          <p14:tracePt t="82386" x="1130300" y="3359150"/>
          <p14:tracePt t="82403" x="1136650" y="3340100"/>
          <p14:tracePt t="82419" x="1143000" y="3340100"/>
          <p14:tracePt t="82436" x="1143000" y="3333750"/>
          <p14:tracePt t="82453" x="1149350" y="3321050"/>
          <p14:tracePt t="82485" x="1149350" y="3314700"/>
          <p14:tracePt t="82502" x="1155700" y="3302000"/>
          <p14:tracePt t="82519" x="1162050" y="3295650"/>
          <p14:tracePt t="82536" x="1168400" y="3282950"/>
          <p14:tracePt t="82552" x="1168400" y="3276600"/>
          <p14:tracePt t="82569" x="1168400" y="3270250"/>
          <p14:tracePt t="82585" x="1174750" y="3263900"/>
          <p14:tracePt t="82602" x="1181100" y="3257550"/>
          <p14:tracePt t="82618" x="1181100" y="3244850"/>
          <p14:tracePt t="82656" x="1181100" y="3238500"/>
          <p14:tracePt t="82684" x="1181100" y="3232150"/>
          <p14:tracePt t="82719" x="1187450" y="3225800"/>
          <p14:tracePt t="82768" x="1187450" y="3219450"/>
          <p14:tracePt t="82824" x="1193800" y="3213100"/>
          <p14:tracePt t="82887" x="1193800" y="3206750"/>
          <p14:tracePt t="82957" x="1200150" y="3206750"/>
          <p14:tracePt t="83013" x="1206500" y="3200400"/>
          <p14:tracePt t="83076" x="1212850" y="3200400"/>
          <p14:tracePt t="83126" x="1212850" y="3206750"/>
          <p14:tracePt t="83175" x="1219200" y="3206750"/>
          <p14:tracePt t="83245" x="1225550" y="3206750"/>
          <p14:tracePt t="83287" x="1238250" y="3206750"/>
          <p14:tracePt t="83308" x="1244600" y="3206750"/>
          <p14:tracePt t="83315" x="1250950" y="3206750"/>
          <p14:tracePt t="83329" x="1257300" y="3206750"/>
          <p14:tracePt t="83336" x="1270000" y="3206750"/>
          <p14:tracePt t="83352" x="1282700" y="3206750"/>
          <p14:tracePt t="83366" x="1327150" y="3206750"/>
          <p14:tracePt t="83382" x="1365250" y="3206750"/>
          <p14:tracePt t="83399" x="1435100" y="3194050"/>
          <p14:tracePt t="83415" x="1473200" y="3187700"/>
          <p14:tracePt t="83432" x="1555750" y="3187700"/>
          <p14:tracePt t="83449" x="1606550" y="3187700"/>
          <p14:tracePt t="83465" x="1631950" y="3187700"/>
          <p14:tracePt t="83482" x="1670050" y="3187700"/>
          <p14:tracePt t="83499" x="1695450" y="3181350"/>
          <p14:tracePt t="83515" x="1701800" y="3181350"/>
          <p14:tracePt t="83532" x="1714500" y="3181350"/>
          <p14:tracePt t="83548" x="1714500" y="3187700"/>
          <p14:tracePt t="83582" x="1720850" y="3194050"/>
          <p14:tracePt t="83598" x="1727200" y="3194050"/>
          <p14:tracePt t="83638" x="1733550" y="3200400"/>
          <p14:tracePt t="83680" x="1739900" y="3200400"/>
          <p14:tracePt t="83715" x="1746250" y="3200400"/>
          <p14:tracePt t="83750" x="1752600" y="3200400"/>
          <p14:tracePt t="83756" x="1752600" y="3194050"/>
          <p14:tracePt t="83785" x="1758950" y="3187700"/>
          <p14:tracePt t="83806" x="1765300" y="3187700"/>
          <p14:tracePt t="83827" x="1771650" y="3187700"/>
          <p14:tracePt t="83848" x="1778000" y="3181350"/>
          <p14:tracePt t="83876" x="1784350" y="3175000"/>
          <p14:tracePt t="83898" x="1790700" y="3175000"/>
          <p14:tracePt t="83911" x="1790700" y="3168650"/>
          <p14:tracePt t="83918" x="1797050" y="3168650"/>
          <p14:tracePt t="83946" x="1809750" y="3168650"/>
          <p14:tracePt t="83968" x="1816100" y="3168650"/>
          <p14:tracePt t="83989" x="1822450" y="3168650"/>
          <p14:tracePt t="83996" x="1828800" y="3168650"/>
          <p14:tracePt t="84017" x="1835150" y="3168650"/>
          <p14:tracePt t="84059" x="1841500" y="3168650"/>
          <p14:tracePt t="84066" x="1847850" y="3168650"/>
          <p14:tracePt t="84087" x="1854200" y="3168650"/>
          <p14:tracePt t="84108" x="1860550" y="3168650"/>
          <p14:tracePt t="84136" x="1866900" y="3168650"/>
          <p14:tracePt t="84157" x="1866900" y="3162300"/>
          <p14:tracePt t="84192" x="1873250" y="3162300"/>
          <p14:tracePt t="84206" x="1879600" y="3162300"/>
          <p14:tracePt t="84227" x="1885950" y="3162300"/>
          <p14:tracePt t="84248" x="1885950" y="3155950"/>
          <p14:tracePt t="84339" x="1879600" y="3155950"/>
          <p14:tracePt t="84347" x="1873250" y="3162300"/>
          <p14:tracePt t="84360" x="1866900" y="3168650"/>
          <p14:tracePt t="84368" x="1854200" y="3175000"/>
          <p14:tracePt t="84382" x="1828800" y="3181350"/>
          <p14:tracePt t="84396" x="1809750" y="3194050"/>
          <p14:tracePt t="84412" x="1727200" y="3232150"/>
          <p14:tracePt t="84429" x="1682750" y="3263900"/>
          <p14:tracePt t="84445" x="1555750" y="3308350"/>
          <p14:tracePt t="84462" x="1447800" y="3346450"/>
          <p14:tracePt t="84479" x="1339850" y="3371850"/>
          <p14:tracePt t="84496" x="1295400" y="3384550"/>
          <p14:tracePt t="84512" x="1250950" y="3390900"/>
          <p14:tracePt t="84529" x="1212850" y="3390900"/>
          <p14:tracePt t="84562" x="1206500" y="3390900"/>
          <p14:tracePt t="84592" x="1206500" y="3384550"/>
          <p14:tracePt t="84620" x="1206500" y="3378200"/>
          <p14:tracePt t="84641" x="1206500" y="3371850"/>
          <p14:tracePt t="84648" x="1219200" y="3371850"/>
          <p14:tracePt t="84664" x="1225550" y="3371850"/>
          <p14:tracePt t="84678" x="1238250" y="3365500"/>
          <p14:tracePt t="84695" x="1270000" y="3352800"/>
          <p14:tracePt t="84712" x="1333500" y="3333750"/>
          <p14:tracePt t="84728" x="1390650" y="3314700"/>
          <p14:tracePt t="84731" x="1441450" y="3295650"/>
          <p14:tracePt t="84744" x="1498600" y="3263900"/>
          <p14:tracePt t="84761" x="1619250" y="3232150"/>
          <p14:tracePt t="84777" x="1663700" y="3213100"/>
          <p14:tracePt t="84796" x="1727200" y="3187700"/>
          <p14:tracePt t="84811" x="1765300" y="3175000"/>
          <p14:tracePt t="84827" x="1778000" y="3175000"/>
          <p14:tracePt t="84845" x="1797050" y="3168650"/>
          <p14:tracePt t="84860" x="1797050" y="3162300"/>
          <p14:tracePt t="84894" x="1803400" y="3168650"/>
          <p14:tracePt t="84912" x="1803400" y="3175000"/>
          <p14:tracePt t="85013" x="1803400" y="3181350"/>
          <p14:tracePt t="85252" x="1797050" y="3181350"/>
          <p14:tracePt t="85469" x="1790700" y="3187700"/>
          <p14:tracePt t="85504" x="1784350" y="3187700"/>
          <p14:tracePt t="85539" x="1778000" y="3187700"/>
          <p14:tracePt t="85560" x="1778000" y="3194050"/>
          <p14:tracePt t="85581" x="1778000" y="3206750"/>
          <p14:tracePt t="85595" x="1778000" y="3213100"/>
          <p14:tracePt t="85603" x="1771650" y="3213100"/>
          <p14:tracePt t="85610" x="1771650" y="3219450"/>
          <p14:tracePt t="85625" x="1771650" y="3225800"/>
          <p14:tracePt t="85642" x="1771650" y="3232150"/>
          <p14:tracePt t="85659" x="1765300" y="3244850"/>
          <p14:tracePt t="85675" x="1765300" y="3270250"/>
          <p14:tracePt t="85691" x="1765300" y="3282950"/>
          <p14:tracePt t="85708" x="1771650" y="3308350"/>
          <p14:tracePt t="85724" x="1778000" y="3333750"/>
          <p14:tracePt t="85741" x="1784350" y="3346450"/>
          <p14:tracePt t="85744" x="1784350" y="3352800"/>
          <p14:tracePt t="85758" x="1797050" y="3359150"/>
          <p14:tracePt t="85775" x="1816100" y="3378200"/>
          <p14:tracePt t="85792" x="1854200" y="3390900"/>
          <p14:tracePt t="85807" x="1873250" y="3397250"/>
          <p14:tracePt t="85824" x="1917700" y="3409950"/>
          <p14:tracePt t="85842" x="1949450" y="3422650"/>
          <p14:tracePt t="85857" x="1968500" y="3429000"/>
          <p14:tracePt t="85874" x="1981200" y="3435350"/>
          <p14:tracePt t="85891" x="2012950" y="3448050"/>
          <p14:tracePt t="85907" x="2019300" y="3448050"/>
          <p14:tracePt t="85924" x="2025650" y="3448050"/>
          <p14:tracePt t="85940" x="2038350" y="3454400"/>
          <p14:tracePt t="85960" x="2044700" y="3454400"/>
          <p14:tracePt t="86030" x="2038350" y="3454400"/>
          <p14:tracePt t="86044" x="2032000" y="3454400"/>
          <p14:tracePt t="86052" x="2025650" y="3454400"/>
          <p14:tracePt t="86074" x="2019300" y="3454400"/>
          <p14:tracePt t="86079" x="2012950" y="3454400"/>
          <p14:tracePt t="86456" x="2019300" y="3454400"/>
          <p14:tracePt t="86463" x="2051050" y="3454400"/>
          <p14:tracePt t="86476" x="2089150" y="3460750"/>
          <p14:tracePt t="86488" x="2139950" y="3473450"/>
          <p14:tracePt t="86505" x="2298700" y="3498850"/>
          <p14:tracePt t="86521" x="2374900" y="3511550"/>
          <p14:tracePt t="86538" x="2565400" y="3530600"/>
          <p14:tracePt t="86555" x="2774950" y="3562350"/>
          <p14:tracePt t="86571" x="2876550" y="3581400"/>
          <p14:tracePt t="86589" x="3067050" y="3594100"/>
          <p14:tracePt t="86605" x="3257550" y="3594100"/>
          <p14:tracePt t="86621" x="3371850" y="3587750"/>
          <p14:tracePt t="86638" x="3549650" y="3587750"/>
          <p14:tracePt t="86654" x="3721100" y="3568700"/>
          <p14:tracePt t="86671" x="3797300" y="3562350"/>
          <p14:tracePt t="86688" x="3949700" y="3543300"/>
          <p14:tracePt t="86704" x="4044950" y="3530600"/>
          <p14:tracePt t="86721" x="4197350" y="3498850"/>
          <p14:tracePt t="86737" x="4356100" y="3479800"/>
          <p14:tracePt t="86754" x="4419600" y="3473450"/>
          <p14:tracePt t="86771" x="4572000" y="3460750"/>
          <p14:tracePt t="86787" x="4705350" y="3441700"/>
          <p14:tracePt t="86804" x="4756150" y="3441700"/>
          <p14:tracePt t="86821" x="4902200" y="3422650"/>
          <p14:tracePt t="86837" x="5016500" y="3416300"/>
          <p14:tracePt t="86854" x="5080000" y="3416300"/>
          <p14:tracePt t="86870" x="5187950" y="3416300"/>
          <p14:tracePt t="86887" x="5289550" y="3416300"/>
          <p14:tracePt t="86906" x="5372100" y="3429000"/>
          <p14:tracePt t="86920" x="5422900" y="3429000"/>
          <p14:tracePt t="86937" x="5461000" y="3435350"/>
          <p14:tracePt t="86954" x="5543550" y="3441700"/>
          <p14:tracePt t="86970" x="5600700" y="3441700"/>
          <p14:tracePt t="86987" x="5632450" y="3441700"/>
          <p14:tracePt t="87003" x="5670550" y="3448050"/>
          <p14:tracePt t="87020" x="5702300" y="3448050"/>
          <p14:tracePt t="87037" x="5715000" y="3448050"/>
          <p14:tracePt t="87053" x="5734050" y="3448050"/>
          <p14:tracePt t="87070" x="5740400" y="3448050"/>
          <p14:tracePt t="87087" x="5746750" y="3454400"/>
          <p14:tracePt t="87103" x="5753100" y="3454400"/>
          <p14:tracePt t="87199" x="5746750" y="3454400"/>
          <p14:tracePt t="87213" x="5746750" y="3448050"/>
          <p14:tracePt t="87234" x="5753100" y="3441700"/>
          <p14:tracePt t="87897" x="5734050" y="3441700"/>
          <p14:tracePt t="87911" x="5715000" y="3441700"/>
          <p14:tracePt t="87919" x="5695950" y="3441700"/>
          <p14:tracePt t="87933" x="5670550" y="3441700"/>
          <p14:tracePt t="87950" x="5613400" y="3454400"/>
          <p14:tracePt t="87967" x="5537200" y="3454400"/>
          <p14:tracePt t="87983" x="5480050" y="3460750"/>
          <p14:tracePt t="88001" x="5391150" y="3460750"/>
          <p14:tracePt t="88016" x="5321300" y="3460750"/>
          <p14:tracePt t="88033" x="5270500" y="3460750"/>
          <p14:tracePt t="88051" x="5168900" y="3460750"/>
          <p14:tracePt t="88066" x="5054600" y="3460750"/>
          <p14:tracePt t="88083" x="4984750" y="3460750"/>
          <p14:tracePt t="88101" x="4857750" y="3479800"/>
          <p14:tracePt t="88116" x="4800600" y="3479800"/>
          <p14:tracePt t="88132" x="4724400" y="3479800"/>
          <p14:tracePt t="88149" x="4667250" y="3486150"/>
          <p14:tracePt t="88166" x="4635500" y="3486150"/>
          <p14:tracePt t="88183" x="4591050" y="3492500"/>
          <p14:tracePt t="88200" x="4540250" y="3505200"/>
          <p14:tracePt t="88216" x="4521200" y="3505200"/>
          <p14:tracePt t="88233" x="4476750" y="3511550"/>
          <p14:tracePt t="88249" x="4445000" y="3511550"/>
          <p14:tracePt t="88265" x="4432300" y="3517900"/>
          <p14:tracePt t="88269" x="4419600" y="3517900"/>
          <p14:tracePt t="88282" x="4406900" y="3517900"/>
          <p14:tracePt t="88299" x="4394200" y="3517900"/>
          <p14:tracePt t="88315" x="4387850" y="3517900"/>
          <p14:tracePt t="88332" x="4381500" y="3524250"/>
          <p14:tracePt t="88348" x="4375150" y="3524250"/>
          <p14:tracePt t="88507" x="4368800" y="3524250"/>
          <p14:tracePt t="88528" x="4362450" y="3524250"/>
          <p14:tracePt t="88542" x="4349750" y="3524250"/>
          <p14:tracePt t="88556" x="4337050" y="3524250"/>
          <p14:tracePt t="88570" x="4305300" y="3517900"/>
          <p14:tracePt t="88581" x="4279900" y="3517900"/>
          <p14:tracePt t="88599" x="4140200" y="3517900"/>
          <p14:tracePt t="88614" x="4051300" y="3517900"/>
          <p14:tracePt t="88631" x="3829050" y="3517900"/>
          <p14:tracePt t="88649" x="3549650" y="3517900"/>
          <p14:tracePt t="88664" x="3409950" y="3524250"/>
          <p14:tracePt t="88681" x="3282950" y="3536950"/>
          <p14:tracePt t="88698" x="2940050" y="3556000"/>
          <p14:tracePt t="88714" x="2863850" y="3556000"/>
          <p14:tracePt t="88731" x="2800350" y="3562350"/>
          <p14:tracePt t="88747" x="2711450" y="3562350"/>
          <p14:tracePt t="88765" x="2654300" y="3562350"/>
          <p14:tracePt t="88781" x="2616200" y="3562350"/>
          <p14:tracePt t="88797" x="2603500" y="3562350"/>
          <p14:tracePt t="89262" x="2578100" y="3562350"/>
          <p14:tracePt t="89269" x="2546350" y="3549650"/>
          <p14:tracePt t="89283" x="2495550" y="3549650"/>
          <p14:tracePt t="89296" x="2457450" y="3549650"/>
          <p14:tracePt t="89312" x="2336800" y="3549650"/>
          <p14:tracePt t="89328" x="2286000" y="3549650"/>
          <p14:tracePt t="89346" x="2171700" y="3556000"/>
          <p14:tracePt t="89361" x="2089150" y="3556000"/>
          <p14:tracePt t="89378" x="2051050" y="3556000"/>
          <p14:tracePt t="89395" x="2019300" y="3562350"/>
          <p14:tracePt t="89411" x="2000250" y="3562350"/>
          <p14:tracePt t="89445" x="1993900" y="3562350"/>
          <p14:tracePt t="89493" x="1993900" y="3568700"/>
          <p14:tracePt t="89521" x="2006600" y="3568700"/>
          <p14:tracePt t="89529" x="2012950" y="3568700"/>
          <p14:tracePt t="89549" x="2025650" y="3568700"/>
          <p14:tracePt t="89563" x="2032000" y="3562350"/>
          <p14:tracePt t="89584" x="2038350" y="3562350"/>
          <p14:tracePt t="89591" x="2051050" y="3562350"/>
          <p14:tracePt t="89598" x="2070100" y="3562350"/>
          <p14:tracePt t="89614" x="2095500" y="3556000"/>
          <p14:tracePt t="89627" x="2133600" y="3549650"/>
          <p14:tracePt t="89644" x="2241550" y="3530600"/>
          <p14:tracePt t="89661" x="2368550" y="3498850"/>
          <p14:tracePt t="89677" x="2451100" y="3492500"/>
          <p14:tracePt t="89694" x="2584450" y="3460750"/>
          <p14:tracePt t="89711" x="2692400" y="3435350"/>
          <p14:tracePt t="89727" x="2743200" y="3416300"/>
          <p14:tracePt t="89744" x="2813050" y="3403600"/>
          <p14:tracePt t="89760" x="2863850" y="3390900"/>
          <p14:tracePt t="89777" x="2876550" y="3384550"/>
          <p14:tracePt t="89794" x="2889250" y="3384550"/>
          <p14:tracePt t="90082" x="2882900" y="3384550"/>
          <p14:tracePt t="90103" x="2876550" y="3384550"/>
          <p14:tracePt t="90111" x="2870200" y="3390900"/>
          <p14:tracePt t="90125" x="2863850" y="3390900"/>
          <p14:tracePt t="90132" x="2851150" y="3397250"/>
          <p14:tracePt t="90146" x="2832100" y="3403600"/>
          <p14:tracePt t="90159" x="2794000" y="3409950"/>
          <p14:tracePt t="90175" x="2711450" y="3429000"/>
          <p14:tracePt t="90192" x="2654300" y="3448050"/>
          <p14:tracePt t="90209" x="2495550" y="3479800"/>
          <p14:tracePt t="90225" x="2368550" y="3498850"/>
          <p14:tracePt t="90242" x="2311400" y="3505200"/>
          <p14:tracePt t="90259" x="2228850" y="3517900"/>
          <p14:tracePt t="90275" x="2190750" y="3517900"/>
          <p14:tracePt t="90293" x="2165350" y="3517900"/>
          <p14:tracePt t="90308" x="2159000" y="3517900"/>
          <p14:tracePt t="90325" x="2152650" y="3517900"/>
          <p14:tracePt t="90356" x="2152650" y="3524250"/>
          <p14:tracePt t="90482" x="2159000" y="3524250"/>
          <p14:tracePt t="90503" x="2165350" y="3524250"/>
          <p14:tracePt t="90510" x="2171700" y="3524250"/>
          <p14:tracePt t="90545" x="2178050" y="3524250"/>
          <p14:tracePt t="90552" x="2184400" y="3524250"/>
          <p14:tracePt t="90567" x="2197100" y="3517900"/>
          <p14:tracePt t="90574" x="2209800" y="3517900"/>
          <p14:tracePt t="90591" x="2228850" y="3517900"/>
          <p14:tracePt t="90608" x="2286000" y="3511550"/>
          <p14:tracePt t="90624" x="2368550" y="3498850"/>
          <p14:tracePt t="90641" x="2406650" y="3492500"/>
          <p14:tracePt t="90658" x="2501900" y="3486150"/>
          <p14:tracePt t="90674" x="2565400" y="3473450"/>
          <p14:tracePt t="90690" x="2590800" y="3467100"/>
          <p14:tracePt t="90707" x="2628900" y="3460750"/>
          <p14:tracePt t="90724" x="2660650" y="3454400"/>
          <p14:tracePt t="90741" x="2673350" y="3448050"/>
          <p14:tracePt t="90757" x="2692400" y="3441700"/>
          <p14:tracePt t="90773" x="2698750" y="3441700"/>
          <p14:tracePt t="90791" x="2711450" y="3441700"/>
          <p14:tracePt t="90823" x="2717800" y="3441700"/>
          <p14:tracePt t="90847" x="2724150" y="3435350"/>
          <p14:tracePt t="90966" x="2724150" y="3441700"/>
          <p14:tracePt t="91022" x="2717800" y="3441700"/>
          <p14:tracePt t="91142" x="2724150" y="3441700"/>
          <p14:tracePt t="91163" x="2730500" y="3435350"/>
          <p14:tracePt t="91232" x="2736850" y="3435350"/>
          <p14:tracePt t="91246" x="2743200" y="3435350"/>
          <p14:tracePt t="91255" x="2749550" y="3435350"/>
          <p14:tracePt t="91268" x="2755900" y="3435350"/>
          <p14:tracePt t="91275" x="2762250" y="3441700"/>
          <p14:tracePt t="91289" x="2781300" y="3441700"/>
          <p14:tracePt t="91305" x="2813050" y="3448050"/>
          <p14:tracePt t="91321" x="2832100" y="3448050"/>
          <p14:tracePt t="91325" x="2863850" y="3454400"/>
          <p14:tracePt t="91341" x="2889250" y="3460750"/>
          <p14:tracePt t="91354" x="2952750" y="3473450"/>
          <p14:tracePt t="91371" x="2978150" y="3479800"/>
          <p14:tracePt t="91389" x="3035300" y="3486150"/>
          <p14:tracePt t="91405" x="3073400" y="3492500"/>
          <p14:tracePt t="91422" x="3175000" y="3524250"/>
          <p14:tracePt t="91437" x="3206750" y="3524250"/>
          <p14:tracePt t="91454" x="3244850" y="3530600"/>
          <p14:tracePt t="91472" x="3302000" y="3549650"/>
          <p14:tracePt t="91488" x="3371850" y="3556000"/>
          <p14:tracePt t="91504" x="3390900" y="3556000"/>
          <p14:tracePt t="91521" x="3448050" y="3562350"/>
          <p14:tracePt t="91537" x="3492500" y="3568700"/>
          <p14:tracePt t="91554" x="3511550" y="3568700"/>
          <p14:tracePt t="91571" x="3543300" y="3575050"/>
          <p14:tracePt t="91587" x="3575050" y="3575050"/>
          <p14:tracePt t="91605" x="3613150" y="3581400"/>
          <p14:tracePt t="91621" x="3619500" y="3581400"/>
          <p14:tracePt t="91638" x="3644900" y="3581400"/>
          <p14:tracePt t="91654" x="3683000" y="3581400"/>
          <p14:tracePt t="91670" x="3689350" y="3581400"/>
          <p14:tracePt t="91687" x="3714750" y="3575050"/>
          <p14:tracePt t="91704" x="3784600" y="3568700"/>
          <p14:tracePt t="91720" x="3803650" y="3562350"/>
          <p14:tracePt t="91738" x="3854450" y="3556000"/>
          <p14:tracePt t="91754" x="3873500" y="3549650"/>
          <p14:tracePt t="91770" x="3911600" y="3536950"/>
          <p14:tracePt t="91787" x="3930650" y="3536950"/>
          <p14:tracePt t="91803" x="3937000" y="3536950"/>
          <p14:tracePt t="91820" x="3956050" y="3530600"/>
          <p14:tracePt t="91837" x="3962400" y="3530600"/>
          <p14:tracePt t="91854" x="3968750" y="3530600"/>
          <p14:tracePt t="91935" x="3968750" y="3524250"/>
          <p14:tracePt t="92068" x="3962400" y="3517900"/>
          <p14:tracePt t="92117" x="3956050" y="3517900"/>
          <p14:tracePt t="92166" x="3949700" y="3511550"/>
          <p14:tracePt t="92264" x="3943350" y="3511550"/>
          <p14:tracePt t="92321" x="3937000" y="3511550"/>
          <p14:tracePt t="92698" x="3987800" y="3511550"/>
          <p14:tracePt t="92705" x="4076700" y="3511550"/>
          <p14:tracePt t="92720" x="4178300" y="3524250"/>
          <p14:tracePt t="92733" x="4286250" y="3549650"/>
          <p14:tracePt t="92750" x="4476750" y="3575050"/>
          <p14:tracePt t="92767" x="4565650" y="3587750"/>
          <p14:tracePt t="92783" x="4749800" y="3606800"/>
          <p14:tracePt t="92800" x="4889500" y="3606800"/>
          <p14:tracePt t="92817" x="4991100" y="3619500"/>
          <p14:tracePt t="92833" x="5022850" y="3619500"/>
          <p14:tracePt t="92849" x="5080000" y="3625850"/>
          <p14:tracePt t="92867" x="5137150" y="3625850"/>
          <p14:tracePt t="92883" x="5162550" y="3625850"/>
          <p14:tracePt t="92899" x="5187950" y="3625850"/>
          <p14:tracePt t="92916" x="5264150" y="3600450"/>
          <p14:tracePt t="92932" x="5295900" y="3594100"/>
          <p14:tracePt t="92950" x="5327650" y="3581400"/>
          <p14:tracePt t="92966" x="5378450" y="3543300"/>
          <p14:tracePt t="92982" x="5422900" y="3517900"/>
          <p14:tracePt t="93000" x="5448300" y="3498850"/>
          <p14:tracePt t="93016" x="5461000" y="3486150"/>
          <p14:tracePt t="93032" x="5480050" y="3467100"/>
          <p14:tracePt t="93049" x="5505450" y="3448050"/>
          <p14:tracePt t="93065" x="5518150" y="3435350"/>
          <p14:tracePt t="93082" x="5530850" y="3397250"/>
          <p14:tracePt t="93099" x="5549900" y="3371850"/>
          <p14:tracePt t="93115" x="5556250" y="3359150"/>
          <p14:tracePt t="93132" x="5581650" y="3321050"/>
          <p14:tracePt t="93149" x="5607050" y="3270250"/>
          <p14:tracePt t="93165" x="5626100" y="3238500"/>
          <p14:tracePt t="93183" x="5645150" y="3187700"/>
          <p14:tracePt t="93198" x="5664200" y="3136900"/>
          <p14:tracePt t="93215" x="5676900" y="3111500"/>
          <p14:tracePt t="93232" x="5695950" y="3079750"/>
          <p14:tracePt t="93248" x="5708650" y="3060700"/>
          <p14:tracePt t="93265" x="5727700" y="3028950"/>
          <p14:tracePt t="93282" x="5759450" y="3003550"/>
          <p14:tracePt t="93298" x="5765800" y="2990850"/>
          <p14:tracePt t="93316" x="5784850" y="2971800"/>
          <p14:tracePt t="93331" x="5797550" y="2959100"/>
          <p14:tracePt t="93348" x="5803900" y="2959100"/>
          <p14:tracePt t="93351" x="5810250" y="2952750"/>
          <p14:tracePt t="93365" x="5816600" y="2952750"/>
          <p14:tracePt t="93381" x="5822950" y="2946400"/>
          <p14:tracePt t="93407" x="5829300" y="2940050"/>
          <p14:tracePt t="93603" x="5835650" y="2946400"/>
          <p14:tracePt t="93744" x="5835650" y="2952750"/>
          <p14:tracePt t="93779" x="5829300" y="2959100"/>
          <p14:tracePt t="93793" x="5822950" y="2959100"/>
          <p14:tracePt t="93800" x="5822950" y="2965450"/>
          <p14:tracePt t="93816" x="5822950" y="2971800"/>
          <p14:tracePt t="93829" x="5816600" y="2984500"/>
          <p14:tracePt t="93846" x="5816600" y="2990850"/>
          <p14:tracePt t="93850" x="5816600" y="3003550"/>
          <p14:tracePt t="93866" x="5816600" y="3035300"/>
          <p14:tracePt t="93879" x="5810250" y="3073400"/>
          <p14:tracePt t="93896" x="5810250" y="3162300"/>
          <p14:tracePt t="93913" x="5791200" y="3282950"/>
          <p14:tracePt t="93929" x="5778500" y="3340100"/>
          <p14:tracePt t="93946" x="5778500" y="3441700"/>
          <p14:tracePt t="93962" x="5765800" y="3524250"/>
          <p14:tracePt t="93979" x="5759450" y="3556000"/>
          <p14:tracePt t="93996" x="5753100" y="3587750"/>
          <p14:tracePt t="94012" x="5746750" y="3606800"/>
          <p14:tracePt t="94045" x="5746750" y="3613150"/>
          <p14:tracePt t="94263" x="5753100" y="3613150"/>
          <p14:tracePt t="94291" x="5759450" y="3613150"/>
          <p14:tracePt t="94305" x="5765800" y="3613150"/>
          <p14:tracePt t="94314" x="5772150" y="3613150"/>
          <p14:tracePt t="94328" x="5778500" y="3613150"/>
          <p14:tracePt t="94345" x="5810250" y="3606800"/>
          <p14:tracePt t="94361" x="5861050" y="3600450"/>
          <p14:tracePt t="94378" x="5899150" y="3600450"/>
          <p14:tracePt t="94394" x="5988050" y="3594100"/>
          <p14:tracePt t="94412" x="6083300" y="3575050"/>
          <p14:tracePt t="94428" x="6134100" y="3575050"/>
          <p14:tracePt t="94445" x="6254750" y="3575050"/>
          <p14:tracePt t="94460" x="6305550" y="3575050"/>
          <p14:tracePt t="94477" x="6407150" y="3568700"/>
          <p14:tracePt t="94495" x="6515100" y="3562350"/>
          <p14:tracePt t="94511" x="6578600" y="3562350"/>
          <p14:tracePt t="94527" x="6667500" y="3562350"/>
          <p14:tracePt t="94544" x="6762750" y="3549650"/>
          <p14:tracePt t="94560" x="6800850" y="3556000"/>
          <p14:tracePt t="94577" x="6845300" y="3556000"/>
          <p14:tracePt t="94594" x="6902450" y="3549650"/>
          <p14:tracePt t="94611" x="6927850" y="3543300"/>
          <p14:tracePt t="94628" x="6985000" y="3536950"/>
          <p14:tracePt t="94643" x="7016750" y="3524250"/>
          <p14:tracePt t="94660" x="7048500" y="3517900"/>
          <p14:tracePt t="94677" x="7105650" y="3505200"/>
          <p14:tracePt t="94693" x="7137400" y="3498850"/>
          <p14:tracePt t="94710" x="7181850" y="3492500"/>
          <p14:tracePt t="94727" x="7226300" y="3486150"/>
          <p14:tracePt t="94742" x="7239000" y="3486150"/>
          <p14:tracePt t="94760" x="7270750" y="3486150"/>
          <p14:tracePt t="94776" x="7289800" y="3486150"/>
          <p14:tracePt t="94793" x="7296150" y="3486150"/>
          <p14:tracePt t="94811" x="7302500" y="3486150"/>
          <p14:tracePt t="94826" x="7302500" y="3479800"/>
          <p14:tracePt t="95614" x="7251700" y="3479800"/>
          <p14:tracePt t="95628" x="7194550" y="3498850"/>
          <p14:tracePt t="95635" x="7118350" y="3511550"/>
          <p14:tracePt t="95643" x="7023100" y="3543300"/>
          <p14:tracePt t="95657" x="6921500" y="3581400"/>
          <p14:tracePt t="95674" x="6826250" y="3625850"/>
          <p14:tracePt t="95690" x="6591300" y="3695700"/>
          <p14:tracePt t="95706" x="6362700" y="3784600"/>
          <p14:tracePt t="95723" x="6242050" y="3829050"/>
          <p14:tracePt t="95740" x="6045200" y="3898900"/>
          <p14:tracePt t="95756" x="5873750" y="3949700"/>
          <p14:tracePt t="95773" x="5803900" y="3987800"/>
          <p14:tracePt t="95790" x="5683250" y="4025900"/>
          <p14:tracePt t="95806" x="5543550" y="4095750"/>
          <p14:tracePt t="95823" x="5480050" y="4121150"/>
          <p14:tracePt t="95840" x="5327650" y="4203700"/>
          <p14:tracePt t="95856" x="5207000" y="4260850"/>
          <p14:tracePt t="95875" x="5124450" y="4324350"/>
          <p14:tracePt t="95889" x="5092700" y="4337050"/>
          <p14:tracePt t="95906" x="5048250" y="4381500"/>
          <p14:tracePt t="95923" x="5029200" y="4394200"/>
          <p14:tracePt t="95939" x="5022850" y="4400550"/>
          <p14:tracePt t="95956" x="5022850" y="4419600"/>
          <p14:tracePt t="95972" x="5010150" y="4387850"/>
          <p14:tracePt t="96549" x="5041900" y="4356100"/>
          <p14:tracePt t="96556" x="5086350" y="4318000"/>
          <p14:tracePt t="96572" x="5156200" y="4267200"/>
          <p14:tracePt t="96587" x="5327650" y="4133850"/>
          <p14:tracePt t="96603" x="5422900" y="4064000"/>
          <p14:tracePt t="96620" x="5594350" y="3949700"/>
          <p14:tracePt t="96637" x="5676900" y="3886200"/>
          <p14:tracePt t="96654" x="5886450" y="3778250"/>
          <p14:tracePt t="96670" x="5930900" y="3759200"/>
          <p14:tracePt t="96686" x="5969000" y="3752850"/>
          <p14:tracePt t="96704" x="6032500" y="3727450"/>
          <p14:tracePt t="96720" x="6070600" y="3714750"/>
          <p14:tracePt t="96736" x="6089650" y="3714750"/>
          <p14:tracePt t="96753" x="6115050" y="3708400"/>
          <p14:tracePt t="96769" x="6146800" y="3695700"/>
          <p14:tracePt t="96786" x="6153150" y="3695700"/>
          <p14:tracePt t="96803" x="6172200" y="3695700"/>
          <p14:tracePt t="96819" x="6197600" y="3695700"/>
          <p14:tracePt t="96837" x="6223000" y="3695700"/>
          <p14:tracePt t="96852" x="6242050" y="3695700"/>
          <p14:tracePt t="96869" x="6273800" y="3695700"/>
          <p14:tracePt t="96886" x="6305550" y="3689350"/>
          <p14:tracePt t="96902" x="6318250" y="3689350"/>
          <p14:tracePt t="96906" x="6343650" y="3683000"/>
          <p14:tracePt t="96936" x="6413500" y="3663950"/>
          <p14:tracePt t="96952" x="6438900" y="3663950"/>
          <p14:tracePt t="96969" x="6457950" y="3657600"/>
          <p14:tracePt t="96985" x="6508750" y="3651250"/>
          <p14:tracePt t="97002" x="6559550" y="3644900"/>
          <p14:tracePt t="97019" x="6604000" y="3638550"/>
          <p14:tracePt t="97035" x="6623050" y="3638550"/>
          <p14:tracePt t="97052" x="6648450" y="3638550"/>
          <p14:tracePt t="97069" x="6673850" y="3625850"/>
          <p14:tracePt t="97085" x="6680200" y="3625850"/>
          <p14:tracePt t="97102" x="6692900" y="3619500"/>
          <p14:tracePt t="97119" x="6705600" y="3619500"/>
          <p14:tracePt t="97135" x="6711950" y="3619500"/>
          <p14:tracePt t="97152" x="6718300" y="3613150"/>
          <p14:tracePt t="97356" x="6711950" y="3613150"/>
          <p14:tracePt t="97370" x="6705600" y="3613150"/>
          <p14:tracePt t="97377" x="6699250" y="3613150"/>
          <p14:tracePt t="97391" x="6692900" y="3606800"/>
          <p14:tracePt t="97400" x="6686550" y="3606800"/>
          <p14:tracePt t="97417" x="6673850" y="3606800"/>
          <p14:tracePt t="97434" x="6623050" y="3600450"/>
          <p14:tracePt t="97451" x="6540500" y="3587750"/>
          <p14:tracePt t="97469" x="6457950" y="3575050"/>
          <p14:tracePt t="97483" x="6407150" y="3568700"/>
          <p14:tracePt t="97500" x="6318250" y="3568700"/>
          <p14:tracePt t="97517" x="6248400" y="3556000"/>
          <p14:tracePt t="97533" x="6216650" y="3556000"/>
          <p14:tracePt t="97550" x="6197600" y="3543300"/>
          <p14:tracePt t="97567" x="6127750" y="3536950"/>
          <p14:tracePt t="97583" x="6115050" y="3530600"/>
          <p14:tracePt t="97600" x="6102350" y="3524250"/>
          <p14:tracePt t="97616" x="6057900" y="3517900"/>
          <p14:tracePt t="97633" x="6026150" y="3505200"/>
          <p14:tracePt t="97651" x="5975350" y="3505200"/>
          <p14:tracePt t="97666" x="5956300" y="3498850"/>
          <p14:tracePt t="97683" x="5899150" y="3498850"/>
          <p14:tracePt t="97700" x="5810250" y="3492500"/>
          <p14:tracePt t="97717" x="5759450" y="3492500"/>
          <p14:tracePt t="97733" x="5626100" y="3492500"/>
          <p14:tracePt t="97749" x="5448300" y="3505200"/>
          <p14:tracePt t="97766" x="5359400" y="3505200"/>
          <p14:tracePt t="97783" x="5181600" y="3505200"/>
          <p14:tracePt t="97799" x="5016500" y="3524250"/>
          <p14:tracePt t="97816" x="4927600" y="3530600"/>
          <p14:tracePt t="97833" x="4724400" y="3530600"/>
          <p14:tracePt t="97849" x="4508500" y="3543300"/>
          <p14:tracePt t="97866" x="4394200" y="3556000"/>
          <p14:tracePt t="97883" x="4191000" y="3562350"/>
          <p14:tracePt t="97899" x="4083050" y="3575050"/>
          <p14:tracePt t="97902" x="3968750" y="3587750"/>
          <p14:tracePt t="97917" x="3765550" y="3625850"/>
          <p14:tracePt t="97932" x="3676650" y="3638550"/>
          <p14:tracePt t="97949" x="3587750" y="3644900"/>
          <p14:tracePt t="97966" x="3429000" y="3676650"/>
          <p14:tracePt t="97981" x="3282950" y="3695700"/>
          <p14:tracePt t="97999" x="3206750" y="3689350"/>
          <p14:tracePt t="98017" x="3054350" y="3683000"/>
          <p14:tracePt t="98032" x="2959100" y="3676650"/>
          <p14:tracePt t="98048" x="2933700" y="3676650"/>
          <p14:tracePt t="98065" x="2876550" y="3663950"/>
          <p14:tracePt t="98081" x="2832100" y="3657600"/>
          <p14:tracePt t="98099" x="2819400" y="3657600"/>
          <p14:tracePt t="98115" x="2794000" y="3657600"/>
          <p14:tracePt t="98132" x="2774950" y="3657600"/>
          <p14:tracePt t="98164" x="2768600" y="3657600"/>
          <p14:tracePt t="98191" x="2762250" y="3651250"/>
          <p14:tracePt t="98310" x="2768600" y="3644900"/>
          <p14:tracePt t="98332" x="2774950" y="3638550"/>
          <p14:tracePt t="98338" x="2794000" y="3638550"/>
          <p14:tracePt t="98352" x="2813050" y="3632200"/>
          <p14:tracePt t="98364" x="2838450" y="3625850"/>
          <p14:tracePt t="98380" x="2965450" y="3606800"/>
          <p14:tracePt t="98397" x="3079750" y="3575050"/>
          <p14:tracePt t="98414" x="3378200" y="3543300"/>
          <p14:tracePt t="98431" x="3848100" y="3486150"/>
          <p14:tracePt t="98447" x="4083050" y="3467100"/>
          <p14:tracePt t="98465" x="4591050" y="3441700"/>
          <p14:tracePt t="98481" x="4984750" y="3448050"/>
          <p14:tracePt t="98497" x="5149850" y="3460750"/>
          <p14:tracePt t="98514" x="5378450" y="3460750"/>
          <p14:tracePt t="98530" x="5467350" y="3467100"/>
          <p14:tracePt t="98546" x="5588000" y="3486150"/>
          <p14:tracePt t="98563" x="5670550" y="3511550"/>
          <p14:tracePt t="98580" x="5702300" y="3530600"/>
          <p14:tracePt t="98597" x="5746750" y="3543300"/>
          <p14:tracePt t="98613" x="5765800" y="3549650"/>
          <p14:tracePt t="98661" x="5759450" y="3549650"/>
          <p14:tracePt t="98675" x="5746750" y="3549650"/>
          <p14:tracePt t="98683" x="5734050" y="3549650"/>
          <p14:tracePt t="98697" x="5721350" y="3549650"/>
          <p14:tracePt t="98713" x="5683250" y="3536950"/>
          <p14:tracePt t="98730" x="5645150" y="3536950"/>
          <p14:tracePt t="98746" x="5486400" y="3530600"/>
          <p14:tracePt t="98762" x="5207000" y="3511550"/>
          <p14:tracePt t="98780" x="4819650" y="3467100"/>
          <p14:tracePt t="98795" x="4578350" y="3454400"/>
          <p14:tracePt t="98812" x="4362450" y="3441700"/>
          <p14:tracePt t="98830" x="3829050" y="3416300"/>
          <p14:tracePt t="98845" x="3676650" y="3416300"/>
          <p14:tracePt t="98862" x="3536950" y="3409950"/>
          <p14:tracePt t="98879" x="3308350" y="3409950"/>
          <p14:tracePt t="98895" x="3155950" y="3409950"/>
          <p14:tracePt t="98912" x="3098800" y="3422650"/>
          <p14:tracePt t="98929" x="3009900" y="3422650"/>
          <p14:tracePt t="98945" x="2952750" y="3422650"/>
          <p14:tracePt t="98962" x="2914650" y="3429000"/>
          <p14:tracePt t="98978" x="2895600" y="3435350"/>
          <p14:tracePt t="98995" x="2863850" y="3435350"/>
          <p14:tracePt t="99012" x="2838450" y="3441700"/>
          <p14:tracePt t="99028" x="2825750" y="3441700"/>
          <p14:tracePt t="99045" x="2819400" y="3441700"/>
          <p14:tracePt t="99061" x="2813050" y="3441700"/>
          <p14:tracePt t="99109" x="2813050" y="3448050"/>
          <p14:tracePt t="99130" x="2819400" y="3448050"/>
          <p14:tracePt t="99151" x="2832100" y="3448050"/>
          <p14:tracePt t="99508" x="2768600" y="3448050"/>
          <p14:tracePt t="99516" x="2705100" y="3448050"/>
          <p14:tracePt t="99527" x="2628900" y="3448050"/>
          <p14:tracePt t="99544" x="2438400" y="3454400"/>
          <p14:tracePt t="99560" x="2349500" y="3448050"/>
          <p14:tracePt t="99576" x="2159000" y="3454400"/>
          <p14:tracePt t="99593" x="2012950" y="3460750"/>
          <p14:tracePt t="99610" x="1987550" y="3460750"/>
          <p14:tracePt t="99626" x="1930400" y="3467100"/>
          <p14:tracePt t="99643" x="1885950" y="3467100"/>
          <p14:tracePt t="99659" x="1860550" y="3467100"/>
          <p14:tracePt t="99676" x="1835150" y="3467100"/>
          <p14:tracePt t="99693" x="1758950" y="3467100"/>
          <p14:tracePt t="99709" x="1739900" y="3467100"/>
          <p14:tracePt t="99726" x="1701800" y="3467100"/>
          <p14:tracePt t="99742" x="1689100" y="3467100"/>
          <p14:tracePt t="99759" x="1644650" y="3467100"/>
          <p14:tracePt t="99776" x="1631950" y="3467100"/>
          <p14:tracePt t="99792" x="1619250" y="3467100"/>
          <p14:tracePt t="99809" x="1600200" y="3467100"/>
          <p14:tracePt t="99825" x="1581150" y="3467100"/>
          <p14:tracePt t="99842" x="1562100" y="3467100"/>
          <p14:tracePt t="99859" x="1530350" y="3473450"/>
          <p14:tracePt t="99875" x="1504950" y="3473450"/>
          <p14:tracePt t="99893" x="1485900" y="3473450"/>
          <p14:tracePt t="99909" x="1454150" y="3479800"/>
          <p14:tracePt t="99925" x="1403350" y="3492500"/>
          <p14:tracePt t="99942" x="1377950" y="3492500"/>
          <p14:tracePt t="99959" x="1308100" y="3492500"/>
          <p14:tracePt t="99975" x="1257300" y="3498850"/>
          <p14:tracePt t="99992" x="1238250" y="3505200"/>
          <p14:tracePt t="100024" x="1231900" y="3505200"/>
          <p14:tracePt t="100042" x="1225550" y="3505200"/>
          <p14:tracePt t="100105" x="1225550" y="3511550"/>
          <p14:tracePt t="100111" x="1231900" y="3517900"/>
          <p14:tracePt t="102111" x="1244600" y="3530600"/>
          <p14:tracePt t="102118" x="1257300" y="3543300"/>
          <p14:tracePt t="102132" x="1276350" y="3568700"/>
          <p14:tracePt t="102139" x="1301750" y="3587750"/>
          <p14:tracePt t="102151" x="1333500" y="3613150"/>
          <p14:tracePt t="102168" x="1384300" y="3657600"/>
          <p14:tracePt t="102184" x="1409700" y="3683000"/>
          <p14:tracePt t="102201" x="1441450" y="3708400"/>
          <p14:tracePt t="102217" x="1517650" y="3759200"/>
          <p14:tracePt t="102233" x="1536700" y="3771900"/>
          <p14:tracePt t="102251" x="1581150" y="3803650"/>
          <p14:tracePt t="102267" x="1600200" y="3816350"/>
          <p14:tracePt t="102284" x="1644650" y="3841750"/>
          <p14:tracePt t="102301" x="1689100" y="3879850"/>
          <p14:tracePt t="102317" x="1720850" y="3898900"/>
          <p14:tracePt t="102334" x="1765300" y="3924300"/>
          <p14:tracePt t="102350" x="1828800" y="3962400"/>
          <p14:tracePt t="102367" x="1847850" y="3981450"/>
          <p14:tracePt t="102384" x="1898650" y="4006850"/>
          <p14:tracePt t="102400" x="1949450" y="4038600"/>
          <p14:tracePt t="102417" x="1974850" y="4051300"/>
          <p14:tracePt t="102434" x="2006600" y="4064000"/>
          <p14:tracePt t="102450" x="2038350" y="4076700"/>
          <p14:tracePt t="102466" x="2051050" y="4083050"/>
          <p14:tracePt t="102483" x="2063750" y="4095750"/>
          <p14:tracePt t="102500" x="2076450" y="4102100"/>
          <p14:tracePt t="102516" x="2082800" y="4108450"/>
          <p14:tracePt t="102533" x="2095500" y="4114800"/>
          <p14:tracePt t="102553" x="2101850" y="4121150"/>
          <p14:tracePt t="102569" x="2108200" y="4121150"/>
          <p14:tracePt t="102588" x="2114550" y="4133850"/>
          <p14:tracePt t="102599" x="2120900" y="4133850"/>
          <p14:tracePt t="102619" x="2133600" y="4133850"/>
          <p14:tracePt t="103252" x="2127250" y="4133850"/>
          <p14:tracePt t="103259" x="2108200" y="4133850"/>
          <p14:tracePt t="103272" x="2082800" y="4133850"/>
          <p14:tracePt t="103281" x="2063750" y="4133850"/>
          <p14:tracePt t="103296" x="2051050" y="4133850"/>
          <p14:tracePt t="103314" x="2019300" y="4133850"/>
          <p14:tracePt t="103330" x="1987550" y="4133850"/>
          <p14:tracePt t="103347" x="1968500" y="4133850"/>
          <p14:tracePt t="103364" x="1943100" y="4133850"/>
          <p14:tracePt t="103380" x="1924050" y="4133850"/>
          <p14:tracePt t="103396" x="1892300" y="4140200"/>
          <p14:tracePt t="103413" x="1866900" y="4146550"/>
          <p14:tracePt t="103430" x="1854200" y="4146550"/>
          <p14:tracePt t="103446" x="1828800" y="4146550"/>
          <p14:tracePt t="103463" x="1803400" y="4152900"/>
          <p14:tracePt t="103479" x="1790700" y="4152900"/>
          <p14:tracePt t="103497" x="1771650" y="4152900"/>
          <p14:tracePt t="103513" x="1758950" y="4152900"/>
          <p14:tracePt t="103529" x="1752600" y="4152900"/>
          <p14:tracePt t="103533" x="1746250" y="4152900"/>
          <p14:tracePt t="103546" x="1739900" y="4152900"/>
          <p14:tracePt t="103562" x="1733550" y="4152900"/>
          <p14:tracePt t="103579" x="1727200" y="4152900"/>
          <p14:tracePt t="103596" x="1720850" y="4152900"/>
          <p14:tracePt t="103645" x="1714500" y="4152900"/>
          <p14:tracePt t="103672" x="1708150" y="4152900"/>
          <p14:tracePt t="103680" x="1701800" y="4152900"/>
          <p14:tracePt t="103693" x="1695450" y="4152900"/>
          <p14:tracePt t="103700" x="1695450" y="4146550"/>
          <p14:tracePt t="103721" x="1689100" y="4146550"/>
          <p14:tracePt t="103735" x="1682750" y="4146550"/>
          <p14:tracePt t="103745" x="1682750" y="4140200"/>
          <p14:tracePt t="103762" x="1682750" y="4133850"/>
          <p14:tracePt t="103779" x="1682750" y="4127500"/>
          <p14:tracePt t="103795" x="1676400" y="4114800"/>
          <p14:tracePt t="103815" x="1670050" y="4114800"/>
          <p14:tracePt t="103828" x="1663700" y="4108450"/>
          <p14:tracePt t="103844" x="1663700" y="4102100"/>
          <p14:tracePt t="103862" x="1657350" y="4095750"/>
          <p14:tracePt t="103895" x="1651000" y="4089400"/>
          <p14:tracePt t="103912" x="1651000" y="4076700"/>
          <p14:tracePt t="103947" x="1644650" y="4076700"/>
          <p14:tracePt t="103961" x="1644650" y="4070350"/>
          <p14:tracePt t="104002" x="1644650" y="4064000"/>
          <p14:tracePt t="104023" x="1638300" y="4057650"/>
          <p14:tracePt t="104045" x="1631950" y="4057650"/>
          <p14:tracePt t="104051" x="1625600" y="4051300"/>
          <p14:tracePt t="104065" x="1619250" y="4044950"/>
          <p14:tracePt t="104077" x="1619250" y="4038600"/>
          <p14:tracePt t="104094" x="1606550" y="4038600"/>
          <p14:tracePt t="104111" x="1606550" y="4032250"/>
          <p14:tracePt t="104128" x="1587500" y="4019550"/>
          <p14:tracePt t="104144" x="1568450" y="4000500"/>
          <p14:tracePt t="104160" x="1555750" y="3994150"/>
          <p14:tracePt t="104178" x="1536700" y="3981450"/>
          <p14:tracePt t="104195" x="1517650" y="3975100"/>
          <p14:tracePt t="104227" x="1504950" y="3968750"/>
          <p14:tracePt t="104244" x="1498600" y="3962400"/>
          <p14:tracePt t="104277" x="1485900" y="3962400"/>
          <p14:tracePt t="104311" x="1479550" y="3962400"/>
          <p14:tracePt t="104332" x="1479550" y="3956050"/>
          <p14:tracePt t="104347" x="1473200" y="3956050"/>
          <p14:tracePt t="104360" x="1466850" y="3956050"/>
          <p14:tracePt t="104376" x="1460500" y="3956050"/>
          <p14:tracePt t="104396" x="1454150" y="3956050"/>
          <p14:tracePt t="104410" x="1441450" y="3956050"/>
          <p14:tracePt t="104906" x="1428750" y="3956050"/>
          <p14:tracePt t="104913" x="1397000" y="3949700"/>
          <p14:tracePt t="104927" x="1365250" y="3949700"/>
          <p14:tracePt t="104941" x="1346200" y="3943350"/>
          <p14:tracePt t="104958" x="1295400" y="3930650"/>
          <p14:tracePt t="104977" x="1244600" y="3917950"/>
          <p14:tracePt t="104991" x="1225550" y="3917950"/>
          <p14:tracePt t="105007" x="1193800" y="3917950"/>
          <p14:tracePt t="105025" x="1181100" y="3917950"/>
          <p14:tracePt t="105041" x="1149350" y="3911600"/>
          <p14:tracePt t="105058" x="1123950" y="3905250"/>
          <p14:tracePt t="105075" x="1098550" y="3905250"/>
          <p14:tracePt t="105091" x="1085850" y="3905250"/>
          <p14:tracePt t="105107" x="1054100" y="3905250"/>
          <p14:tracePt t="105124" x="1035050" y="3905250"/>
          <p14:tracePt t="105140" x="1016000" y="3905250"/>
          <p14:tracePt t="105158" x="1009650" y="3905250"/>
          <p14:tracePt t="105174" x="952500" y="3905250"/>
          <p14:tracePt t="105191" x="939800" y="3905250"/>
          <p14:tracePt t="105208" x="901700" y="3905250"/>
          <p14:tracePt t="105223" x="882650" y="3905250"/>
          <p14:tracePt t="105240" x="838200" y="3911600"/>
          <p14:tracePt t="105258" x="806450" y="3911600"/>
          <p14:tracePt t="105274" x="787400" y="3911600"/>
          <p14:tracePt t="105290" x="755650" y="3911600"/>
          <p14:tracePt t="105307" x="736600" y="3911600"/>
          <p14:tracePt t="105323" x="730250" y="3911600"/>
          <p14:tracePt t="105340" x="717550" y="3911600"/>
          <p14:tracePt t="105356" x="704850" y="3911600"/>
          <p14:tracePt t="105373" x="698500" y="3911600"/>
          <p14:tracePt t="105390" x="685800" y="3911600"/>
          <p14:tracePt t="105406" x="673100" y="3911600"/>
          <p14:tracePt t="105442" x="666750" y="3911600"/>
          <p14:tracePt t="105456" x="660400" y="3911600"/>
          <p14:tracePt t="105475" x="654050" y="3911600"/>
          <p14:tracePt t="105495" x="647700" y="3911600"/>
          <p14:tracePt t="105509" x="641350" y="3911600"/>
          <p14:tracePt t="105525" x="635000" y="3911600"/>
          <p14:tracePt t="105566" x="622300" y="3905250"/>
          <p14:tracePt t="105586" x="615950" y="3905250"/>
          <p14:tracePt t="105594" x="609600" y="3905250"/>
          <p14:tracePt t="105615" x="603250" y="3905250"/>
          <p14:tracePt t="105628" x="596900" y="3905250"/>
          <p14:tracePt t="105638" x="590550" y="3905250"/>
          <p14:tracePt t="105658" x="584200" y="3905250"/>
          <p14:tracePt t="105672" x="577850" y="3905250"/>
          <p14:tracePt t="105689" x="558800" y="3898900"/>
          <p14:tracePt t="105706" x="533400" y="3892550"/>
          <p14:tracePt t="105722" x="514350" y="3892550"/>
          <p14:tracePt t="105739" x="488950" y="3886200"/>
          <p14:tracePt t="105755" x="463550" y="3879850"/>
          <p14:tracePt t="105772" x="457200" y="3879850"/>
          <p14:tracePt t="105789" x="444500" y="3873500"/>
          <p14:tracePt t="105806" x="431800" y="3873500"/>
          <p14:tracePt t="105839" x="425450" y="3873500"/>
          <p14:tracePt t="105854" x="419100" y="3867150"/>
          <p14:tracePt t="105923" x="412750" y="3867150"/>
          <p14:tracePt t="105972" x="406400" y="3860800"/>
          <p14:tracePt t="106367" x="438150" y="3860800"/>
          <p14:tracePt t="106381" x="488950" y="3860800"/>
          <p14:tracePt t="106389" x="539750" y="3860800"/>
          <p14:tracePt t="106403" x="603250" y="3860800"/>
          <p14:tracePt t="106419" x="717550" y="3860800"/>
          <p14:tracePt t="106436" x="781050" y="3860800"/>
          <p14:tracePt t="106452" x="939800" y="3860800"/>
          <p14:tracePt t="106469" x="1104900" y="3860800"/>
          <p14:tracePt t="106487" x="1244600" y="3860800"/>
          <p14:tracePt t="106502" x="1295400" y="3860800"/>
          <p14:tracePt t="106519" x="1346200" y="3860800"/>
          <p14:tracePt t="106536" x="1454150" y="3860800"/>
          <p14:tracePt t="106552" x="1473200" y="3860800"/>
          <p14:tracePt t="106569" x="1504950" y="3860800"/>
          <p14:tracePt t="106585" x="1549400" y="3860800"/>
          <p14:tracePt t="106602" x="1587500" y="3860800"/>
          <p14:tracePt t="106620" x="1631950" y="3860800"/>
          <p14:tracePt t="106635" x="1651000" y="3854450"/>
          <p14:tracePt t="106652" x="1701800" y="3848100"/>
          <p14:tracePt t="106669" x="1727200" y="3841750"/>
          <p14:tracePt t="106685" x="1771650" y="3835400"/>
          <p14:tracePt t="106701" x="1841500" y="3835400"/>
          <p14:tracePt t="106718" x="1924050" y="3829050"/>
          <p14:tracePt t="106735" x="1987550" y="3822700"/>
          <p14:tracePt t="106751" x="2114550" y="3810000"/>
          <p14:tracePt t="106768" x="2286000" y="3803650"/>
          <p14:tracePt t="106785" x="2374900" y="3803650"/>
          <p14:tracePt t="106803" x="2578100" y="3790950"/>
          <p14:tracePt t="106818" x="2794000" y="3771900"/>
          <p14:tracePt t="106834" x="2895600" y="3771900"/>
          <p14:tracePt t="106852" x="3124200" y="3759200"/>
          <p14:tracePt t="106868" x="3238500" y="3765550"/>
          <p14:tracePt t="106884" x="3454400" y="3765550"/>
          <p14:tracePt t="106901" x="3619500" y="3778250"/>
          <p14:tracePt t="106918" x="3695700" y="3778250"/>
          <p14:tracePt t="106935" x="3835400" y="3778250"/>
          <p14:tracePt t="106951" x="3962400" y="3771900"/>
          <p14:tracePt t="106967" x="4019550" y="3765550"/>
          <p14:tracePt t="106985" x="4089400" y="3765550"/>
          <p14:tracePt t="107001" x="4127500" y="3765550"/>
          <p14:tracePt t="107017" x="4146550" y="3765550"/>
          <p14:tracePt t="107034" x="4165600" y="3771900"/>
          <p14:tracePt t="107050" x="4178300" y="3771900"/>
          <p14:tracePt t="107067" x="4178300" y="3778250"/>
          <p14:tracePt t="107111" x="4178300" y="3784600"/>
          <p14:tracePt t="107131" x="4197350" y="3784600"/>
          <p14:tracePt t="107139" x="4203700" y="3784600"/>
          <p14:tracePt t="107150" x="4203700" y="3790950"/>
          <p14:tracePt t="107592" x="4273550" y="3790950"/>
          <p14:tracePt t="107600" x="4362450" y="3803650"/>
          <p14:tracePt t="107613" x="4470400" y="3816350"/>
          <p14:tracePt t="107620" x="4565650" y="3816350"/>
          <p14:tracePt t="107635" x="4667250" y="3816350"/>
          <p14:tracePt t="107649" x="4883150" y="3816350"/>
          <p14:tracePt t="107665" x="4972050" y="3816350"/>
          <p14:tracePt t="107682" x="5060950" y="3816350"/>
          <p14:tracePt t="107698" x="5207000" y="3822700"/>
          <p14:tracePt t="107715" x="5334000" y="3822700"/>
          <p14:tracePt t="107733" x="5429250" y="3803650"/>
          <p14:tracePt t="107748" x="5480050" y="3803650"/>
          <p14:tracePt t="107765" x="5556250" y="3803650"/>
          <p14:tracePt t="107782" x="5613400" y="3803650"/>
          <p14:tracePt t="107798" x="5638800" y="3803650"/>
          <p14:tracePt t="107815" x="5676900" y="3803650"/>
          <p14:tracePt t="107832" x="5702300" y="3797300"/>
          <p14:tracePt t="107848" x="5708650" y="3797300"/>
          <p14:tracePt t="107865" x="5721350" y="3790950"/>
          <p14:tracePt t="107881" x="5727700" y="3790950"/>
          <p14:tracePt t="107898" x="5734050" y="3790950"/>
          <p14:tracePt t="107915" x="5746750" y="3790950"/>
          <p14:tracePt t="107932" x="5759450" y="3784600"/>
          <p14:tracePt t="107947" x="5765800" y="3784600"/>
          <p14:tracePt t="107964" x="5784850" y="3778250"/>
          <p14:tracePt t="107980" x="5791200" y="3778250"/>
          <p14:tracePt t="107997" x="5816600" y="3771900"/>
          <p14:tracePt t="108014" x="5829300" y="3765550"/>
          <p14:tracePt t="108031" x="5842000" y="3765550"/>
          <p14:tracePt t="108048" x="5861050" y="3765550"/>
          <p14:tracePt t="108063" x="5886450" y="3759200"/>
          <p14:tracePt t="108080" x="5899150" y="3752850"/>
          <p14:tracePt t="108097" x="5918200" y="3752850"/>
          <p14:tracePt t="108113" x="5924550" y="3752850"/>
          <p14:tracePt t="108130" x="5930900" y="3746500"/>
          <p14:tracePt t="108147" x="5937250" y="3746500"/>
          <p14:tracePt t="108174" x="5943600" y="3746500"/>
          <p14:tracePt t="108230" x="5949950" y="3746500"/>
          <p14:tracePt t="108251" x="5956300" y="3746500"/>
          <p14:tracePt t="108265" x="5962650" y="3746500"/>
          <p14:tracePt t="108272" x="5969000" y="3746500"/>
          <p14:tracePt t="108294" x="5975350" y="3746500"/>
          <p14:tracePt t="108300" x="5988050" y="3746500"/>
          <p14:tracePt t="108316" x="5994400" y="3746500"/>
          <p14:tracePt t="108330" x="6007100" y="3746500"/>
          <p14:tracePt t="108346" x="6051550" y="3752850"/>
          <p14:tracePt t="108363" x="6121400" y="3765550"/>
          <p14:tracePt t="108379" x="6159500" y="3765550"/>
          <p14:tracePt t="108396" x="6261100" y="3771900"/>
          <p14:tracePt t="108413" x="6369050" y="3771900"/>
          <p14:tracePt t="108429" x="6419850" y="3771900"/>
          <p14:tracePt t="108446" x="6515100" y="3778250"/>
          <p14:tracePt t="108463" x="6578600" y="3778250"/>
          <p14:tracePt t="108479" x="6610350" y="3778250"/>
          <p14:tracePt t="108496" x="6661150" y="3778250"/>
          <p14:tracePt t="108512" x="6686550" y="3784600"/>
          <p14:tracePt t="108529" x="6699250" y="3784600"/>
          <p14:tracePt t="108546" x="6699250" y="3790950"/>
          <p14:tracePt t="108574" x="6699250" y="3784600"/>
          <p14:tracePt t="108596" x="6692900" y="3784600"/>
          <p14:tracePt t="108602" x="6680200" y="3784600"/>
          <p14:tracePt t="108616" x="6667500" y="3784600"/>
          <p14:tracePt t="108628" x="6642100" y="3784600"/>
          <p14:tracePt t="108645" x="6502400" y="3784600"/>
          <p14:tracePt t="108662" x="6375400" y="3784600"/>
          <p14:tracePt t="108680" x="6013450" y="3784600"/>
          <p14:tracePt t="108696" x="5461000" y="3816350"/>
          <p14:tracePt t="108711" x="5168900" y="3829050"/>
          <p14:tracePt t="108729" x="4660900" y="3860800"/>
          <p14:tracePt t="108745" x="4178300" y="3905250"/>
          <p14:tracePt t="108761" x="3981450" y="3930650"/>
          <p14:tracePt t="108778" x="3625850" y="3968750"/>
          <p14:tracePt t="108795" x="3365500" y="4006850"/>
          <p14:tracePt t="108811" x="3276600" y="4019550"/>
          <p14:tracePt t="108828" x="3098800" y="4051300"/>
          <p14:tracePt t="108844" x="2978150" y="4057650"/>
          <p14:tracePt t="108862" x="2889250" y="4070350"/>
          <p14:tracePt t="108878" x="2857500" y="4076700"/>
          <p14:tracePt t="108894" x="2825750" y="4083050"/>
          <p14:tracePt t="108912" x="2774950" y="4089400"/>
          <p14:tracePt t="108927" x="2755900" y="4089400"/>
          <p14:tracePt t="108944" x="2736850" y="4089400"/>
          <p14:tracePt t="108960" x="2698750" y="4089400"/>
          <p14:tracePt t="108977" x="2667000" y="4089400"/>
          <p14:tracePt t="108995" x="2647950" y="4089400"/>
          <p14:tracePt t="109010" x="2597150" y="4089400"/>
          <p14:tracePt t="109027" x="2552700" y="4089400"/>
          <p14:tracePt t="109044" x="2495550" y="4083050"/>
          <p14:tracePt t="109060" x="2470150" y="4083050"/>
          <p14:tracePt t="109077" x="2413000" y="4083050"/>
          <p14:tracePt t="109094" x="2381250" y="4076700"/>
          <p14:tracePt t="109110" x="2368550" y="4076700"/>
          <p14:tracePt t="109113" x="2355850" y="4076700"/>
          <p14:tracePt t="109127" x="2343150" y="4076700"/>
          <p14:tracePt t="109143" x="2336800" y="4070350"/>
          <p14:tracePt t="109160" x="2330450" y="4070350"/>
          <p14:tracePt t="109192" x="2324100" y="4064000"/>
          <p14:tracePt t="109669" x="2317750" y="4064000"/>
          <p14:tracePt t="109676" x="2311400" y="4064000"/>
          <p14:tracePt t="109682" x="2305050" y="4064000"/>
          <p14:tracePt t="109697" x="2292350" y="4070350"/>
          <p14:tracePt t="109718" x="2286000" y="4070350"/>
          <p14:tracePt t="109727" x="2273300" y="4076700"/>
          <p14:tracePt t="109741" x="2260600" y="4076700"/>
          <p14:tracePt t="109758" x="2228850" y="4083050"/>
          <p14:tracePt t="109774" x="2171700" y="4083050"/>
          <p14:tracePt t="109791" x="2146300" y="4089400"/>
          <p14:tracePt t="109808" x="2120900" y="4089400"/>
          <p14:tracePt t="109824" x="2044700" y="4095750"/>
          <p14:tracePt t="109841" x="2032000" y="4095750"/>
          <p14:tracePt t="109858" x="2000250" y="4095750"/>
          <p14:tracePt t="109874" x="1981200" y="4095750"/>
          <p14:tracePt t="109890" x="1968500" y="4095750"/>
          <p14:tracePt t="109908" x="1955800" y="4089400"/>
          <p14:tracePt t="109941" x="1936750" y="4083050"/>
          <p14:tracePt t="109957" x="1917700" y="4076700"/>
          <p14:tracePt t="109974" x="1911350" y="4070350"/>
          <p14:tracePt t="109991" x="1873250" y="4057650"/>
          <p14:tracePt t="110007" x="1816100" y="4051300"/>
          <p14:tracePt t="110024" x="1758950" y="4038600"/>
          <p14:tracePt t="110041" x="1657350" y="4019550"/>
          <p14:tracePt t="110057" x="1536700" y="4000500"/>
          <p14:tracePt t="110073" x="1479550" y="3987800"/>
          <p14:tracePt t="110090" x="1397000" y="3962400"/>
          <p14:tracePt t="110107" x="1397000" y="3949700"/>
          <p14:tracePt t="110438" x="1314450" y="3930650"/>
          <p14:tracePt t="110444" x="1200150" y="3911600"/>
          <p14:tracePt t="110459" x="1085850" y="3879850"/>
          <p14:tracePt t="110472" x="984250" y="3867150"/>
          <p14:tracePt t="110488" x="812800" y="3841750"/>
          <p14:tracePt t="110505" x="749300" y="3822700"/>
          <p14:tracePt t="110522" x="628650" y="3803650"/>
          <p14:tracePt t="110538" x="552450" y="3803650"/>
          <p14:tracePt t="110555" x="520700" y="3803650"/>
          <p14:tracePt t="110572" x="488950" y="3803650"/>
          <p14:tracePt t="110588" x="463550" y="3803650"/>
          <p14:tracePt t="110605" x="457200" y="3803650"/>
          <p14:tracePt t="110711" x="457200" y="3810000"/>
          <p14:tracePt t="110746" x="457200" y="3816350"/>
          <p14:tracePt t="110760" x="457200" y="3822700"/>
          <p14:tracePt t="110767" x="450850" y="3829050"/>
          <p14:tracePt t="110789" x="450850" y="3835400"/>
          <p14:tracePt t="110816" x="450850" y="3841750"/>
          <p14:tracePt t="110971" x="463550" y="3841750"/>
          <p14:tracePt t="110977" x="469900" y="3841750"/>
          <p14:tracePt t="110991" x="476250" y="3841750"/>
          <p14:tracePt t="111004" x="495300" y="3835400"/>
          <p14:tracePt t="111020" x="546100" y="3822700"/>
          <p14:tracePt t="111037" x="596900" y="3810000"/>
          <p14:tracePt t="111054" x="704850" y="3790950"/>
          <p14:tracePt t="111070" x="812800" y="3765550"/>
          <p14:tracePt t="111087" x="863600" y="3759200"/>
          <p14:tracePt t="111104" x="958850" y="3746500"/>
          <p14:tracePt t="111120" x="1016000" y="3740150"/>
          <p14:tracePt t="111137" x="1035050" y="3733800"/>
          <p14:tracePt t="111141" x="1047750" y="3733800"/>
          <p14:tracePt t="111160" x="1054100" y="3733800"/>
          <p14:tracePt t="111202" x="1041400" y="3733800"/>
          <p14:tracePt t="111216" x="1028700" y="3733800"/>
          <p14:tracePt t="111230" x="1016000" y="3733800"/>
          <p14:tracePt t="111239" x="996950" y="3733800"/>
          <p14:tracePt t="111252" x="965200" y="3733800"/>
          <p14:tracePt t="111269" x="927100" y="3733800"/>
          <p14:tracePt t="111286" x="730250" y="3746500"/>
          <p14:tracePt t="111302" x="679450" y="3746500"/>
          <p14:tracePt t="111319" x="603250" y="3752850"/>
          <p14:tracePt t="111336" x="495300" y="3765550"/>
          <p14:tracePt t="111352" x="438150" y="3771900"/>
          <p14:tracePt t="111369" x="425450" y="3771900"/>
          <p14:tracePt t="111385" x="412750" y="3771900"/>
          <p14:tracePt t="111440" x="425450" y="3771900"/>
          <p14:tracePt t="111448" x="438150" y="3771900"/>
          <p14:tracePt t="111462" x="469900" y="3771900"/>
          <p14:tracePt t="111472" x="508000" y="3771900"/>
          <p14:tracePt t="111485" x="571500" y="3759200"/>
          <p14:tracePt t="111502" x="730250" y="3740150"/>
          <p14:tracePt t="111518" x="869950" y="3721100"/>
          <p14:tracePt t="111535" x="920750" y="3714750"/>
          <p14:tracePt t="111553" x="984250" y="3695700"/>
          <p14:tracePt t="111568" x="1009650" y="3689350"/>
          <p14:tracePt t="111604" x="1009650" y="3683000"/>
          <p14:tracePt t="111623" x="1003300" y="3683000"/>
          <p14:tracePt t="111634" x="990600" y="3683000"/>
          <p14:tracePt t="111652" x="952500" y="3683000"/>
          <p14:tracePt t="111668" x="920750" y="3683000"/>
          <p14:tracePt t="111685" x="844550" y="3683000"/>
          <p14:tracePt t="111701" x="723900" y="3708400"/>
          <p14:tracePt t="111718" x="685800" y="3721100"/>
          <p14:tracePt t="111735" x="603250" y="3727450"/>
          <p14:tracePt t="111751" x="558800" y="3733800"/>
          <p14:tracePt t="111768" x="546100" y="3740150"/>
          <p14:tracePt t="111785" x="533400" y="3746500"/>
          <p14:tracePt t="111821" x="539750" y="3746500"/>
          <p14:tracePt t="111836" x="552450" y="3746500"/>
          <p14:tracePt t="111851" x="590550" y="3746500"/>
          <p14:tracePt t="111868" x="641350" y="3740150"/>
          <p14:tracePt t="111884" x="749300" y="3721100"/>
          <p14:tracePt t="111900" x="806450" y="3708400"/>
          <p14:tracePt t="111918" x="914400" y="3689350"/>
          <p14:tracePt t="111934" x="927100" y="3683000"/>
          <p14:tracePt t="111950" x="939800" y="3683000"/>
          <p14:tracePt t="111967" x="946150" y="3670300"/>
          <p14:tracePt t="112000" x="939800" y="3670300"/>
          <p14:tracePt t="112017" x="927100" y="3670300"/>
          <p14:tracePt t="112033" x="889000" y="3676650"/>
          <p14:tracePt t="112051" x="850900" y="3683000"/>
          <p14:tracePt t="112067" x="812800" y="3683000"/>
          <p14:tracePt t="112084" x="736600" y="3708400"/>
          <p14:tracePt t="112100" x="660400" y="3714750"/>
          <p14:tracePt t="112116" x="628650" y="3721100"/>
          <p14:tracePt t="112133" x="590550" y="3727450"/>
          <p14:tracePt t="112150" x="565150" y="3733800"/>
          <p14:tracePt t="112166" x="565150" y="3740150"/>
          <p14:tracePt t="112183" x="558800" y="3740150"/>
          <p14:tracePt t="112215" x="565150" y="3740150"/>
          <p14:tracePt t="112233" x="571500" y="3733800"/>
          <p14:tracePt t="112249" x="584200" y="3733800"/>
          <p14:tracePt t="112266" x="615950" y="3727450"/>
          <p14:tracePt t="112283" x="654050" y="3721100"/>
          <p14:tracePt t="112299" x="673100" y="3714750"/>
          <p14:tracePt t="112316" x="704850" y="3708400"/>
          <p14:tracePt t="112332" x="730250" y="3702050"/>
          <p14:tracePt t="112349" x="736600" y="3702050"/>
          <p14:tracePt t="112365" x="749300" y="3702050"/>
          <p14:tracePt t="112471" x="742950" y="3702050"/>
          <p14:tracePt t="112493" x="736600" y="3702050"/>
          <p14:tracePt t="112500" x="736600" y="3708400"/>
          <p14:tracePt t="112521" x="730250" y="3708400"/>
          <p14:tracePt t="112933" x="711200" y="3721100"/>
          <p14:tracePt t="112939" x="679450" y="3733800"/>
          <p14:tracePt t="112954" x="660400" y="3740150"/>
          <p14:tracePt t="112963" x="641350" y="3759200"/>
          <p14:tracePt t="112979" x="615950" y="3765550"/>
          <p14:tracePt t="112997" x="596900" y="3778250"/>
          <p14:tracePt t="113013" x="590550" y="3778250"/>
          <p14:tracePt t="113052" x="590550" y="3771900"/>
          <p14:tracePt t="113066" x="596900" y="3771900"/>
          <p14:tracePt t="113080" x="628650" y="3752850"/>
          <p14:tracePt t="113096" x="647700" y="3733800"/>
          <p14:tracePt t="113113" x="666750" y="3714750"/>
          <p14:tracePt t="113130" x="736600" y="3663950"/>
          <p14:tracePt t="113146" x="844550" y="3568700"/>
          <p14:tracePt t="113163" x="889000" y="3511550"/>
          <p14:tracePt t="113179" x="965200" y="3384550"/>
          <p14:tracePt t="113196" x="1028700" y="3225800"/>
          <p14:tracePt t="113213" x="1066800" y="3054350"/>
          <p14:tracePt t="113229" x="1079500" y="2952750"/>
          <p14:tracePt t="113245" x="1085850" y="2838450"/>
          <p14:tracePt t="113263" x="1085850" y="2546350"/>
          <p14:tracePt t="113279" x="1085850" y="2247900"/>
          <p14:tracePt t="113296" x="1085850" y="2108200"/>
          <p14:tracePt t="113312" x="1073150" y="1765300"/>
          <p14:tracePt t="113329" x="1073150" y="1689100"/>
          <p14:tracePt t="113345" x="1073150" y="1612900"/>
          <p14:tracePt t="113362" x="1085850" y="1428750"/>
          <p14:tracePt t="113378" x="1085850" y="1390650"/>
          <p14:tracePt t="113396" x="1085850" y="1333500"/>
          <p14:tracePt t="113412" x="1085850" y="1320800"/>
          <p14:tracePt t="113429" x="1085850" y="1295400"/>
          <p14:tracePt t="113445" x="1085850" y="1270000"/>
          <p14:tracePt t="113462" x="1085850" y="1257300"/>
          <p14:tracePt t="113478" x="1085850" y="1238250"/>
          <p14:tracePt t="113495" x="1085850" y="1219200"/>
          <p14:tracePt t="113529" x="1079500" y="1206500"/>
          <p14:tracePt t="113544" x="1079500" y="1200150"/>
          <p14:tracePt t="113561" x="1073150" y="1206500"/>
          <p14:tracePt t="113578" x="1073150" y="1225550"/>
          <p14:tracePt t="113594" x="1054100" y="1257300"/>
          <p14:tracePt t="113611" x="1047750" y="1295400"/>
          <p14:tracePt t="113628" x="996950" y="1492250"/>
          <p14:tracePt t="113644" x="971550" y="1631950"/>
          <p14:tracePt t="113661" x="933450" y="1809750"/>
          <p14:tracePt t="113678" x="812800" y="2679700"/>
          <p14:tracePt t="113694" x="762000" y="3028950"/>
          <p14:tracePt t="113711" x="641350" y="3752850"/>
          <p14:tracePt t="113727" x="622300" y="3879850"/>
          <p14:tracePt t="113744" x="609600" y="3994150"/>
          <p14:tracePt t="113761" x="590550" y="4127500"/>
          <p14:tracePt t="113777" x="590550" y="4165600"/>
          <p14:tracePt t="113794" x="590550" y="4178300"/>
          <p14:tracePt t="113827" x="609600" y="4165600"/>
          <p14:tracePt t="113844" x="615950" y="4152900"/>
          <p14:tracePt t="113860" x="660400" y="4064000"/>
          <p14:tracePt t="113877" x="717550" y="3905250"/>
          <p14:tracePt t="113894" x="742950" y="3778250"/>
          <p14:tracePt t="113910" x="793750" y="3397250"/>
          <p14:tracePt t="113927" x="838200" y="3143250"/>
          <p14:tracePt t="113943" x="882650" y="2559050"/>
          <p14:tracePt t="113960" x="895350" y="2165350"/>
          <p14:tracePt t="113976" x="895350" y="2006600"/>
          <p14:tracePt t="113993" x="869950" y="1676400"/>
          <p14:tracePt t="114010" x="869950" y="1600200"/>
          <p14:tracePt t="114027" x="863600" y="1504950"/>
          <p14:tracePt t="114043" x="863600" y="1466850"/>
          <p14:tracePt t="114060" x="863600" y="1428750"/>
          <p14:tracePt t="114077" x="863600" y="1397000"/>
          <p14:tracePt t="114093" x="863600" y="1390650"/>
          <p14:tracePt t="114189" x="857250" y="1390650"/>
          <p14:tracePt t="114203" x="857250" y="1403350"/>
          <p14:tracePt t="114217" x="857250" y="1416050"/>
          <p14:tracePt t="114225" x="857250" y="1428750"/>
          <p14:tracePt t="114243" x="857250" y="1447800"/>
          <p14:tracePt t="114259" x="844550" y="1530350"/>
          <p14:tracePt t="114275" x="831850" y="1593850"/>
          <p14:tracePt t="114292" x="812800" y="1809750"/>
          <p14:tracePt t="114309" x="812800" y="2101850"/>
          <p14:tracePt t="114325" x="800100" y="2317750"/>
          <p14:tracePt t="114343" x="800100" y="2787650"/>
          <p14:tracePt t="114359" x="806450" y="3282950"/>
          <p14:tracePt t="114375" x="819150" y="3448050"/>
          <p14:tracePt t="114392" x="850900" y="3670300"/>
          <p14:tracePt t="114408" x="850900" y="3797300"/>
          <p14:tracePt t="114425" x="857250" y="3822700"/>
          <p14:tracePt t="114442" x="863600" y="3860800"/>
          <p14:tracePt t="114475" x="869950" y="3860800"/>
          <p14:tracePt t="114491" x="876300" y="3860800"/>
          <p14:tracePt t="114508" x="889000" y="3860800"/>
          <p14:tracePt t="114525" x="889000" y="3854450"/>
          <p14:tracePt t="114558" x="895350" y="3848100"/>
          <p14:tracePt t="114575" x="901700" y="3841750"/>
          <p14:tracePt t="114608" x="901700" y="3835400"/>
          <p14:tracePt t="114645" x="901700" y="3829050"/>
          <p14:tracePt t="114687" x="901700" y="3822700"/>
          <p14:tracePt t="114715" x="901700" y="3816350"/>
          <p14:tracePt t="114757" x="901700" y="3810000"/>
          <p14:tracePt t="114785" x="901700" y="3803650"/>
          <p14:tracePt t="114806" x="901700" y="3797300"/>
          <p14:tracePt t="114826" x="901700" y="3790950"/>
          <p14:tracePt t="114834" x="901700" y="3784600"/>
          <p14:tracePt t="114848" x="901700" y="3778250"/>
          <p14:tracePt t="114857" x="908050" y="3771900"/>
          <p14:tracePt t="114873" x="908050" y="3765550"/>
          <p14:tracePt t="114891" x="920750" y="3733800"/>
          <p14:tracePt t="114906" x="927100" y="3676650"/>
          <p14:tracePt t="114923" x="939800" y="3632200"/>
          <p14:tracePt t="114940" x="965200" y="3549650"/>
          <p14:tracePt t="114957" x="971550" y="3524250"/>
          <p14:tracePt t="114974" x="984250" y="3479800"/>
          <p14:tracePt t="114990" x="1003300" y="3409950"/>
          <p14:tracePt t="115006" x="1009650" y="3365500"/>
          <p14:tracePt t="115024" x="1016000" y="3327400"/>
          <p14:tracePt t="115039" x="1022350" y="3314700"/>
          <p14:tracePt t="115056" x="1022350" y="3302000"/>
          <p14:tracePt t="115073" x="1022350" y="3289300"/>
          <p14:tracePt t="115109" x="1022350" y="3295650"/>
          <p14:tracePt t="115123" x="1009650" y="3314700"/>
          <p14:tracePt t="115139" x="1003300" y="3314700"/>
          <p14:tracePt t="115157" x="977900" y="3340100"/>
          <p14:tracePt t="115172" x="971550" y="3352800"/>
          <p14:tracePt t="115189" x="927100" y="3397250"/>
          <p14:tracePt t="115207" x="876300" y="3467100"/>
          <p14:tracePt t="115222" x="844550" y="3486150"/>
          <p14:tracePt t="115239" x="806450" y="3536950"/>
          <p14:tracePt t="115256" x="692150" y="3651250"/>
          <p14:tracePt t="115272" x="660400" y="3676650"/>
          <p14:tracePt t="115289" x="635000" y="3695700"/>
          <p14:tracePt t="115306" x="584200" y="3740150"/>
          <p14:tracePt t="115322" x="546100" y="3752850"/>
          <p14:tracePt t="115339" x="533400" y="3759200"/>
          <p14:tracePt t="115355" x="527050" y="3759200"/>
          <p14:tracePt t="115372" x="520700" y="3759200"/>
          <p14:tracePt t="115390" x="520700" y="3752850"/>
          <p14:tracePt t="115431" x="520700" y="3746500"/>
          <p14:tracePt t="115466" x="520700" y="3740150"/>
          <p14:tracePt t="115592" x="508000" y="3740150"/>
          <p14:tracePt t="115599" x="501650" y="3746500"/>
          <p14:tracePt t="115607" x="495300" y="3746500"/>
          <p14:tracePt t="115627" x="488950" y="3746500"/>
          <p14:tracePt t="115641" x="482600" y="3752850"/>
          <p14:tracePt t="115653" x="476250" y="3752850"/>
          <p14:tracePt t="115670" x="463550" y="3752850"/>
          <p14:tracePt t="115687" x="450850" y="3759200"/>
          <p14:tracePt t="115704" x="438150" y="3759200"/>
          <p14:tracePt t="115721" x="419100" y="3765550"/>
          <p14:tracePt t="115737" x="412750" y="3765550"/>
          <p14:tracePt t="115754" x="400050" y="3765550"/>
          <p14:tracePt t="115770" x="393700" y="3765550"/>
          <p14:tracePt t="115804" x="393700" y="3771900"/>
          <p14:tracePt t="115922" x="400050" y="3771900"/>
          <p14:tracePt t="115943" x="406400" y="3771900"/>
          <p14:tracePt t="115949" x="412750" y="3771900"/>
          <p14:tracePt t="115957" x="419100" y="3771900"/>
          <p14:tracePt t="115978" x="425450" y="3771900"/>
          <p14:tracePt t="115999" x="431800" y="3771900"/>
          <p14:tracePt t="116013" x="438150" y="3771900"/>
          <p14:tracePt t="116022" x="450850" y="3771900"/>
          <p14:tracePt t="116036" x="463550" y="3771900"/>
          <p14:tracePt t="116053" x="514350" y="3771900"/>
          <p14:tracePt t="116070" x="571500" y="3778250"/>
          <p14:tracePt t="116086" x="609600" y="3778250"/>
          <p14:tracePt t="116103" x="698500" y="3778250"/>
          <p14:tracePt t="116119" x="812800" y="3778250"/>
          <p14:tracePt t="116136" x="889000" y="3778250"/>
          <p14:tracePt t="116153" x="952500" y="3778250"/>
          <p14:tracePt t="116169" x="1174750" y="3778250"/>
          <p14:tracePt t="116186" x="1225550" y="3778250"/>
          <p14:tracePt t="116203" x="1314450" y="3784600"/>
          <p14:tracePt t="116219" x="1346200" y="3784600"/>
          <p14:tracePt t="116222" x="1365250" y="3790950"/>
          <p14:tracePt t="116236" x="1384300" y="3797300"/>
          <p14:tracePt t="116252" x="1403350" y="3797300"/>
          <p14:tracePt t="116269" x="1409700" y="3797300"/>
          <p14:tracePt t="116285" x="1409700" y="3803650"/>
          <p14:tracePt t="116318" x="1403350" y="3803650"/>
          <p14:tracePt t="116335" x="1397000" y="3803650"/>
          <p14:tracePt t="116352" x="1384300" y="3803650"/>
          <p14:tracePt t="116368" x="1377950" y="3810000"/>
          <p14:tracePt t="116385" x="1371600" y="3816350"/>
          <p14:tracePt t="117143" x="1377950" y="3816350"/>
          <p14:tracePt t="117171" x="1384300" y="3816350"/>
          <p14:tracePt t="117240" x="1390650" y="3816350"/>
          <p14:tracePt t="117381" x="1397000" y="3822700"/>
          <p14:tracePt t="117402" x="1403350" y="3822700"/>
          <p14:tracePt t="117423" x="1409700" y="3822700"/>
          <p14:tracePt t="117445" x="1416050" y="3822700"/>
          <p14:tracePt t="117451" x="1422400" y="3822700"/>
          <p14:tracePt t="117473" x="1428750" y="3822700"/>
          <p14:tracePt t="117487" x="1435100" y="3822700"/>
          <p14:tracePt t="117498" x="1441450" y="3822700"/>
          <p14:tracePt t="117515" x="1466850" y="3829050"/>
          <p14:tracePt t="117531" x="1492250" y="3829050"/>
          <p14:tracePt t="117549" x="1555750" y="3829050"/>
          <p14:tracePt t="117564" x="1682750" y="3835400"/>
          <p14:tracePt t="117581" x="1758950" y="3835400"/>
          <p14:tracePt t="117597" x="1974850" y="3848100"/>
          <p14:tracePt t="117614" x="2317750" y="3841750"/>
          <p14:tracePt t="117631" x="2603500" y="3829050"/>
          <p14:tracePt t="117648" x="3251200" y="3829050"/>
          <p14:tracePt t="117664" x="4006850" y="3835400"/>
          <p14:tracePt t="117680" x="4400550" y="3854450"/>
          <p14:tracePt t="117697" x="5111750" y="3905250"/>
          <p14:tracePt t="117714" x="5695950" y="3949700"/>
          <p14:tracePt t="117730" x="5924550" y="4006850"/>
          <p14:tracePt t="117747" x="6324600" y="4076700"/>
          <p14:tracePt t="117764" x="6496050" y="4095750"/>
          <p14:tracePt t="117781" x="6788150" y="4146550"/>
          <p14:tracePt t="117797" x="7029450" y="4197350"/>
          <p14:tracePt t="117813" x="7143750" y="4216400"/>
          <p14:tracePt t="117831" x="7372350" y="4260850"/>
          <p14:tracePt t="117846" x="7493000" y="4292600"/>
          <p14:tracePt t="117863" x="7594600" y="4330700"/>
          <p14:tracePt t="117880" x="7804150" y="4375150"/>
          <p14:tracePt t="117897" x="8007350" y="4394200"/>
          <p14:tracePt t="117914" x="8083550" y="4394200"/>
          <p14:tracePt t="117930" x="8210550" y="4394200"/>
          <p14:tracePt t="117946" x="8267700" y="4381500"/>
          <p14:tracePt t="117963" x="8394700" y="4375150"/>
          <p14:tracePt t="117979" x="8521700" y="4324350"/>
          <p14:tracePt t="117997" x="8553450" y="4305300"/>
          <p14:tracePt t="118013" x="8629650" y="4260850"/>
          <p14:tracePt t="118029" x="8661400" y="4235450"/>
          <p14:tracePt t="118046" x="8718550" y="4178300"/>
          <p14:tracePt t="118063" x="8769350" y="4108450"/>
          <p14:tracePt t="118079" x="8801100" y="4076700"/>
          <p14:tracePt t="118097" x="8858250" y="4000500"/>
          <p14:tracePt t="118112" x="8877300" y="3987800"/>
          <p14:tracePt t="118129" x="8909050" y="3930650"/>
          <p14:tracePt t="118146" x="8934450" y="3879850"/>
          <p14:tracePt t="118162" x="8940800" y="3854450"/>
          <p14:tracePt t="118179" x="8959850" y="3829050"/>
          <p14:tracePt t="118196" x="8972550" y="3803650"/>
          <p14:tracePt t="118212" x="8972550" y="3790950"/>
          <p14:tracePt t="118229" x="8978900" y="3784600"/>
          <p14:tracePt t="118245" x="8978900" y="3778250"/>
          <p14:tracePt t="118285" x="8978900" y="3771900"/>
          <p14:tracePt t="118321" x="8978900" y="3765550"/>
          <p14:tracePt t="118399" x="8978900" y="3759200"/>
          <p14:tracePt t="119441" x="8902700" y="3752850"/>
          <p14:tracePt t="119448" x="8743950" y="3752850"/>
          <p14:tracePt t="119457" x="8534400" y="3740150"/>
          <p14:tracePt t="119474" x="8324850" y="3740150"/>
          <p14:tracePt t="119491" x="7867650" y="3733800"/>
          <p14:tracePt t="119507" x="7607300" y="3733800"/>
          <p14:tracePt t="119525" x="6718300" y="3733800"/>
          <p14:tracePt t="119540" x="6375400" y="3771900"/>
          <p14:tracePt t="119557" x="6089650" y="3771900"/>
          <p14:tracePt t="119574" x="5378450" y="3816350"/>
          <p14:tracePt t="119590" x="4787900" y="3879850"/>
          <p14:tracePt t="119607" x="4483100" y="3943350"/>
          <p14:tracePt t="119623" x="4019550" y="4000500"/>
          <p14:tracePt t="119640" x="3752850" y="4032250"/>
          <p14:tracePt t="119658" x="3625850" y="4044950"/>
          <p14:tracePt t="119673" x="3403600" y="4064000"/>
          <p14:tracePt t="119690" x="3251200" y="4064000"/>
          <p14:tracePt t="119708" x="3187700" y="4064000"/>
          <p14:tracePt t="119723" x="3162300" y="4070350"/>
          <p14:tracePt t="119740" x="3130550" y="4070350"/>
          <p14:tracePt t="119757" x="3105150" y="4070350"/>
          <p14:tracePt t="119773" x="3092450" y="4070350"/>
          <p14:tracePt t="119793" x="3086100" y="4076700"/>
          <p14:tracePt t="119806" x="3067050" y="4089400"/>
          <p14:tracePt t="120159" x="2978150" y="4089400"/>
          <p14:tracePt t="120166" x="2870200" y="4089400"/>
          <p14:tracePt t="120180" x="2743200" y="4089400"/>
          <p14:tracePt t="120189" x="2641600" y="4089400"/>
          <p14:tracePt t="120205" x="2540000" y="4089400"/>
          <p14:tracePt t="120222" x="2336800" y="4102100"/>
          <p14:tracePt t="120238" x="2152650" y="4114800"/>
          <p14:tracePt t="120255" x="2051050" y="4121150"/>
          <p14:tracePt t="120272" x="1943100" y="4140200"/>
          <p14:tracePt t="120288" x="1892300" y="4152900"/>
          <p14:tracePt t="120305" x="1835150" y="4159250"/>
          <p14:tracePt t="120322" x="1797050" y="4159250"/>
          <p14:tracePt t="120338" x="1784350" y="4159250"/>
          <p14:tracePt t="120355" x="1758950" y="4159250"/>
          <p14:tracePt t="120371" x="1746250" y="4159250"/>
          <p14:tracePt t="120388" x="1739900" y="4159250"/>
          <p14:tracePt t="120482" x="1739900" y="4152900"/>
          <p14:tracePt t="120517" x="1739900" y="4146550"/>
          <p14:tracePt t="120531" x="1746250" y="4146550"/>
          <p14:tracePt t="120552" x="1752600" y="4146550"/>
          <p14:tracePt t="120560" x="1752600" y="4140200"/>
          <p14:tracePt t="120581" x="1765300" y="4133850"/>
          <p14:tracePt t="120590" x="1778000" y="4133850"/>
          <p14:tracePt t="120603" x="1803400" y="4127500"/>
          <p14:tracePt t="120620" x="1822450" y="4121150"/>
          <p14:tracePt t="120637" x="1924050" y="4114800"/>
          <p14:tracePt t="120654" x="2095500" y="4083050"/>
          <p14:tracePt t="120670" x="2184400" y="4076700"/>
          <p14:tracePt t="120687" x="2336800" y="4057650"/>
          <p14:tracePt t="120703" x="2470150" y="4038600"/>
          <p14:tracePt t="120721" x="2552700" y="4025900"/>
          <p14:tracePt t="120737" x="2578100" y="4019550"/>
          <p14:tracePt t="120754" x="2622550" y="4019550"/>
          <p14:tracePt t="120770" x="2654300" y="4013200"/>
          <p14:tracePt t="120786" x="2667000" y="4013200"/>
          <p14:tracePt t="120803" x="2679700" y="4006850"/>
          <p14:tracePt t="120820" x="2686050" y="4006850"/>
          <p14:tracePt t="120910" x="2679700" y="4006850"/>
          <p14:tracePt t="120938" x="2673350" y="4006850"/>
          <p14:tracePt t="120953" x="2667000" y="4006850"/>
          <p14:tracePt t="120980" x="2660650" y="4006850"/>
          <p14:tracePt t="121008" x="2660650" y="4013200"/>
          <p14:tracePt t="121391" x="2628900" y="4025900"/>
          <p14:tracePt t="121399" x="2584450" y="4044950"/>
          <p14:tracePt t="121413" x="2527300" y="4064000"/>
          <p14:tracePt t="121420" x="2476500" y="4083050"/>
          <p14:tracePt t="121437" x="2419350" y="4102100"/>
          <p14:tracePt t="121451" x="2362200" y="4121150"/>
          <p14:tracePt t="121467" x="2254250" y="4152900"/>
          <p14:tracePt t="121484" x="2108200" y="4216400"/>
          <p14:tracePt t="121501" x="2038350" y="4235450"/>
          <p14:tracePt t="121517" x="1905000" y="4279900"/>
          <p14:tracePt t="121533" x="1809750" y="4318000"/>
          <p14:tracePt t="121550" x="1765300" y="4343400"/>
          <p14:tracePt t="121568" x="1720850" y="4368800"/>
          <p14:tracePt t="121584" x="1670050" y="4387850"/>
          <p14:tracePt t="121601" x="1651000" y="4394200"/>
          <p14:tracePt t="121617" x="1625600" y="4406900"/>
          <p14:tracePt t="121633" x="1619250" y="4413250"/>
          <p14:tracePt t="121650" x="1606550" y="4419600"/>
          <p14:tracePt t="121667" x="1587500" y="4432300"/>
          <p14:tracePt t="121683" x="1574800" y="4438650"/>
          <p14:tracePt t="121701" x="1568450" y="4445000"/>
          <p14:tracePt t="121716" x="1562100" y="4445000"/>
          <p14:tracePt t="121733" x="1555750" y="4445000"/>
          <p14:tracePt t="121750" x="1543050" y="4457700"/>
          <p14:tracePt t="121783" x="1536700" y="4457700"/>
          <p14:tracePt t="121800" x="1536700" y="4464050"/>
          <p14:tracePt t="121816" x="1530350" y="4464050"/>
          <p14:tracePt t="122017" x="1524000" y="4464050"/>
          <p14:tracePt t="122024" x="1517650" y="4470400"/>
          <p14:tracePt t="122032" x="1504950" y="4470400"/>
          <p14:tracePt t="122048" x="1498600" y="4470400"/>
          <p14:tracePt t="122066" x="1485900" y="4476750"/>
          <p14:tracePt t="122082" x="1473200" y="4476750"/>
          <p14:tracePt t="122099" x="1428750" y="4483100"/>
          <p14:tracePt t="122115" x="1390650" y="4483100"/>
          <p14:tracePt t="122132" x="1365250" y="4489450"/>
          <p14:tracePt t="122148" x="1327150" y="4489450"/>
          <p14:tracePt t="122165" x="1289050" y="4489450"/>
          <p14:tracePt t="122181" x="1263650" y="4489450"/>
          <p14:tracePt t="122199" x="1238250" y="4489450"/>
          <p14:tracePt t="122214" x="1231900" y="4483100"/>
          <p14:tracePt t="122232" x="1225550" y="4483100"/>
          <p14:tracePt t="122248" x="1219200" y="4483100"/>
          <p14:tracePt t="122283" x="1212850" y="4476750"/>
          <p14:tracePt t="122375" x="1206500" y="4476750"/>
          <p14:tracePt t="122634" x="1212850" y="4476750"/>
          <p14:tracePt t="122662" x="1219200" y="4470400"/>
          <p14:tracePt t="122683" x="1225550" y="4470400"/>
          <p14:tracePt t="122718" x="1231900" y="4470400"/>
          <p14:tracePt t="122725" x="1231900" y="4464050"/>
          <p14:tracePt t="122747" x="1244600" y="4464050"/>
          <p14:tracePt t="122753" x="1250950" y="4464050"/>
          <p14:tracePt t="122767" x="1263650" y="4457700"/>
          <p14:tracePt t="122779" x="1276350" y="4457700"/>
          <p14:tracePt t="122796" x="1346200" y="4438650"/>
          <p14:tracePt t="122813" x="1390650" y="4432300"/>
          <p14:tracePt t="122830" x="1492250" y="4413250"/>
          <p14:tracePt t="122846" x="1600200" y="4394200"/>
          <p14:tracePt t="122862" x="1644650" y="4387850"/>
          <p14:tracePt t="122879" x="1720850" y="4381500"/>
          <p14:tracePt t="122896" x="1771650" y="4375150"/>
          <p14:tracePt t="122912" x="1790700" y="4375150"/>
          <p14:tracePt t="122929" x="1822450" y="4368800"/>
          <p14:tracePt t="122945" x="1835150" y="4368800"/>
          <p14:tracePt t="122979" x="1841500" y="4368800"/>
          <p14:tracePt t="122999" x="1847850" y="4368800"/>
          <p14:tracePt t="123069" x="1854200" y="4368800"/>
          <p14:tracePt t="123076" x="1860550" y="4368800"/>
          <p14:tracePt t="123083" x="1860550" y="4375150"/>
          <p14:tracePt t="123104" x="1866900" y="4375150"/>
          <p14:tracePt t="123118" x="1873250" y="4375150"/>
          <p14:tracePt t="123128" x="1879600" y="4375150"/>
          <p14:tracePt t="123144" x="1885950" y="4375150"/>
          <p14:tracePt t="123161" x="1898650" y="4381500"/>
          <p14:tracePt t="123178" x="1911350" y="4387850"/>
          <p14:tracePt t="123195" x="1943100" y="4387850"/>
          <p14:tracePt t="123211" x="1962150" y="4394200"/>
          <p14:tracePt t="123228" x="2006600" y="4400550"/>
          <p14:tracePt t="123245" x="2038350" y="4406900"/>
          <p14:tracePt t="123261" x="2057400" y="4406900"/>
          <p14:tracePt t="123278" x="2070100" y="4406900"/>
          <p14:tracePt t="123294" x="2108200" y="4413250"/>
          <p14:tracePt t="123311" x="2114550" y="4413250"/>
          <p14:tracePt t="123328" x="2120900" y="4419600"/>
          <p14:tracePt t="123344" x="2127250" y="4419600"/>
          <p14:tracePt t="123361" x="2133600" y="4419600"/>
          <p14:tracePt t="123420" x="2139950" y="4419600"/>
          <p14:tracePt t="123447" x="2146300" y="4419600"/>
          <p14:tracePt t="123454" x="2152650" y="4419600"/>
          <p14:tracePt t="123476" x="2159000" y="4419600"/>
          <p14:tracePt t="123497" x="2165350" y="4419600"/>
          <p14:tracePt t="123539" x="2171700" y="4425950"/>
          <p14:tracePt t="123546" x="2178050" y="4425950"/>
          <p14:tracePt t="123562" x="2184400" y="4425950"/>
          <p14:tracePt t="123576" x="2190750" y="4425950"/>
          <p14:tracePt t="123593" x="2197100" y="4425950"/>
          <p14:tracePt t="123610" x="2203450" y="4425950"/>
          <p14:tracePt t="123627" x="2209800" y="4425950"/>
          <p14:tracePt t="123644" x="2235200" y="4432300"/>
          <p14:tracePt t="123660" x="2260600" y="4438650"/>
          <p14:tracePt t="123676" x="2279650" y="4445000"/>
          <p14:tracePt t="123693" x="2305050" y="4445000"/>
          <p14:tracePt t="123710" x="2330450" y="4451350"/>
          <p14:tracePt t="123726" x="2349500" y="4451350"/>
          <p14:tracePt t="123743" x="2368550" y="4451350"/>
          <p14:tracePt t="123759" x="2387600" y="4451350"/>
          <p14:tracePt t="123776" x="2400300" y="4451350"/>
          <p14:tracePt t="123793" x="2413000" y="4451350"/>
          <p14:tracePt t="123809" x="2425700" y="4451350"/>
          <p14:tracePt t="123826" x="2451100" y="4451350"/>
          <p14:tracePt t="123842" x="2463800" y="4451350"/>
          <p14:tracePt t="123859" x="2495550" y="4451350"/>
          <p14:tracePt t="123876" x="2527300" y="4451350"/>
          <p14:tracePt t="123892" x="2559050" y="4451350"/>
          <p14:tracePt t="123909" x="2584450" y="4451350"/>
          <p14:tracePt t="123926" x="2673350" y="4445000"/>
          <p14:tracePt t="123942" x="2698750" y="4445000"/>
          <p14:tracePt t="123959" x="2736850" y="4445000"/>
          <p14:tracePt t="123976" x="2806700" y="4445000"/>
          <p14:tracePt t="123992" x="2882900" y="4445000"/>
          <p14:tracePt t="124009" x="2978150" y="4445000"/>
          <p14:tracePt t="124025" x="3028950" y="4445000"/>
          <p14:tracePt t="124043" x="3143250" y="4445000"/>
          <p14:tracePt t="124058" x="3263900" y="4425950"/>
          <p14:tracePt t="124075" x="3327400" y="4425950"/>
          <p14:tracePt t="124092" x="3467100" y="4425950"/>
          <p14:tracePt t="124108" x="3587750" y="4413250"/>
          <p14:tracePt t="124125" x="3638550" y="4413250"/>
          <p14:tracePt t="124142" x="3727450" y="4406900"/>
          <p14:tracePt t="124158" x="3797300" y="4400550"/>
          <p14:tracePt t="124175" x="3829050" y="4394200"/>
          <p14:tracePt t="124192" x="3886200" y="4375150"/>
          <p14:tracePt t="124208" x="3898900" y="4375150"/>
          <p14:tracePt t="124224" x="3937000" y="4368800"/>
          <p14:tracePt t="124241" x="3949700" y="4368800"/>
          <p14:tracePt t="124258" x="3956050" y="4368800"/>
          <p14:tracePt t="124275" x="3968750" y="4368800"/>
          <p14:tracePt t="124291" x="3975100" y="4368800"/>
          <p14:tracePt t="124346" x="3975100" y="4375150"/>
          <p14:tracePt t="124759" x="4038600" y="4381500"/>
          <p14:tracePt t="124766" x="4127500" y="4394200"/>
          <p14:tracePt t="124775" x="4203700" y="4400550"/>
          <p14:tracePt t="124789" x="4279900" y="4413250"/>
          <p14:tracePt t="124805" x="4356100" y="4413250"/>
          <p14:tracePt t="124822" x="4514850" y="4419600"/>
          <p14:tracePt t="124839" x="4660900" y="4438650"/>
          <p14:tracePt t="124857" x="4787900" y="4438650"/>
          <p14:tracePt t="124872" x="4838700" y="4438650"/>
          <p14:tracePt t="124890" x="4933950" y="4432300"/>
          <p14:tracePt t="124906" x="5010150" y="4432300"/>
          <p14:tracePt t="124922" x="5041900" y="4432300"/>
          <p14:tracePt t="124939" x="5099050" y="4432300"/>
          <p14:tracePt t="124956" x="5156200" y="4432300"/>
          <p14:tracePt t="124972" x="5175250" y="4432300"/>
          <p14:tracePt t="124990" x="5219700" y="4413250"/>
          <p14:tracePt t="125005" x="5251450" y="4406900"/>
          <p14:tracePt t="125022" x="5264150" y="4406900"/>
          <p14:tracePt t="125040" x="5283200" y="4400550"/>
          <p14:tracePt t="125071" x="5289550" y="4400550"/>
          <p14:tracePt t="125158" x="5295900" y="4400550"/>
          <p14:tracePt t="125187" x="5302250" y="4400550"/>
          <p14:tracePt t="125194" x="5308600" y="4400550"/>
          <p14:tracePt t="125208" x="5314950" y="4400550"/>
          <p14:tracePt t="125229" x="5327650" y="4400550"/>
          <p14:tracePt t="125250" x="5340350" y="4400550"/>
          <p14:tracePt t="125257" x="5346700" y="4400550"/>
          <p14:tracePt t="125271" x="5359400" y="4400550"/>
          <p14:tracePt t="125288" x="5391150" y="4400550"/>
          <p14:tracePt t="125305" x="5410200" y="4400550"/>
          <p14:tracePt t="125308" x="5429250" y="4400550"/>
          <p14:tracePt t="125321" x="5461000" y="4400550"/>
          <p14:tracePt t="125337" x="5511800" y="4400550"/>
          <p14:tracePt t="125355" x="5556250" y="4400550"/>
          <p14:tracePt t="125370" x="5581650" y="4406900"/>
          <p14:tracePt t="125387" x="5607050" y="4406900"/>
          <p14:tracePt t="125405" x="5645150" y="4413250"/>
          <p14:tracePt t="125421" x="5657850" y="4413250"/>
          <p14:tracePt t="125437" x="5670550" y="4413250"/>
          <p14:tracePt t="125454" x="5683250" y="4413250"/>
          <p14:tracePt t="125470" x="5689600" y="4413250"/>
          <p14:tracePt t="125504" x="5695950" y="4413250"/>
          <p14:tracePt t="125520" x="5702300" y="4413250"/>
          <p14:tracePt t="125558" x="5702300" y="4419600"/>
          <p14:tracePt t="125566" x="5695950" y="4419600"/>
          <p14:tracePt t="125588" x="5689600" y="4419600"/>
          <p14:tracePt t="125607" x="5689600" y="4425950"/>
          <p14:tracePt t="125615" x="5683250" y="4425950"/>
          <p14:tracePt t="125931" x="5715000" y="4425950"/>
          <p14:tracePt t="125938" x="5778500" y="4425950"/>
          <p14:tracePt t="125952" x="5861050" y="4425950"/>
          <p14:tracePt t="125968" x="6045200" y="4425950"/>
          <p14:tracePt t="125985" x="6159500" y="4438650"/>
          <p14:tracePt t="126002" x="6337300" y="4438650"/>
          <p14:tracePt t="126018" x="6496050" y="4457700"/>
          <p14:tracePt t="126035" x="6572250" y="4470400"/>
          <p14:tracePt t="126052" x="6692900" y="4476750"/>
          <p14:tracePt t="126068" x="6743700" y="4476750"/>
          <p14:tracePt t="126085" x="6889750" y="4464050"/>
          <p14:tracePt t="126101" x="6915150" y="4457700"/>
          <p14:tracePt t="126118" x="6946900" y="4457700"/>
          <p14:tracePt t="126135" x="6997700" y="4457700"/>
          <p14:tracePt t="126151" x="7035800" y="4457700"/>
          <p14:tracePt t="126168" x="7048500" y="4457700"/>
          <p14:tracePt t="126184" x="7073900" y="4457700"/>
          <p14:tracePt t="126201" x="7099300" y="4451350"/>
          <p14:tracePt t="126218" x="7118350" y="4445000"/>
          <p14:tracePt t="126234" x="7131050" y="4445000"/>
          <p14:tracePt t="126251" x="7143750" y="4445000"/>
          <p14:tracePt t="126268" x="7162800" y="4445000"/>
          <p14:tracePt t="126284" x="7169150" y="4438650"/>
          <p14:tracePt t="126300" x="7181850" y="4438650"/>
          <p14:tracePt t="126318" x="7200900" y="4438650"/>
          <p14:tracePt t="126334" x="7207250" y="4432300"/>
          <p14:tracePt t="126351" x="7219950" y="4432300"/>
          <p14:tracePt t="126367" x="7245350" y="4432300"/>
          <p14:tracePt t="126384" x="7258050" y="4432300"/>
          <p14:tracePt t="126401" x="7283450" y="4432300"/>
          <p14:tracePt t="126417" x="7302500" y="4432300"/>
          <p14:tracePt t="126433" x="7334250" y="4432300"/>
          <p14:tracePt t="126450" x="7378700" y="4432300"/>
          <p14:tracePt t="126466" x="7391400" y="4432300"/>
          <p14:tracePt t="126483" x="7423150" y="4432300"/>
          <p14:tracePt t="126500" x="7435850" y="4432300"/>
          <p14:tracePt t="126517" x="7442200" y="4432300"/>
          <p14:tracePt t="126533" x="7448550" y="4432300"/>
          <p14:tracePt t="126550" x="7454900" y="4432300"/>
          <p14:tracePt t="126583" x="7461250" y="4432300"/>
          <p14:tracePt t="126773" x="7461250" y="4425950"/>
          <p14:tracePt t="126843" x="7454900" y="4425950"/>
          <p14:tracePt t="126850" x="7448550" y="4425950"/>
          <p14:tracePt t="126878" x="7442200" y="4425950"/>
          <p14:tracePt t="126900" x="7429500" y="4425950"/>
          <p14:tracePt t="126913" x="7416800" y="4419600"/>
          <p14:tracePt t="126920" x="7391400" y="4419600"/>
          <p14:tracePt t="126931" x="7353300" y="4406900"/>
          <p14:tracePt t="126949" x="7226300" y="4406900"/>
          <p14:tracePt t="126965" x="7137400" y="4400550"/>
          <p14:tracePt t="126982" x="7023100" y="4400550"/>
          <p14:tracePt t="126999" x="6559550" y="4387850"/>
          <p14:tracePt t="127015" x="6375400" y="4387850"/>
          <p14:tracePt t="127032" x="6140450" y="4387850"/>
          <p14:tracePt t="127048" x="5727700" y="4387850"/>
          <p14:tracePt t="127065" x="5334000" y="4387850"/>
          <p14:tracePt t="127082" x="4959350" y="4394200"/>
          <p14:tracePt t="127098" x="4826000" y="4394200"/>
          <p14:tracePt t="127114" x="4559300" y="4406900"/>
          <p14:tracePt t="127131" x="4330700" y="4413250"/>
          <p14:tracePt t="127148" x="4216400" y="4413250"/>
          <p14:tracePt t="127165" x="4013200" y="4425950"/>
          <p14:tracePt t="127181" x="3848100" y="4425950"/>
          <p14:tracePt t="127197" x="3784600" y="4432300"/>
          <p14:tracePt t="127214" x="3676650" y="4445000"/>
          <p14:tracePt t="127230" x="3587750" y="4445000"/>
          <p14:tracePt t="127247" x="3562350" y="4451350"/>
          <p14:tracePt t="127265" x="3517900" y="4457700"/>
          <p14:tracePt t="127280" x="3473450" y="4476750"/>
          <p14:tracePt t="127297" x="3473450" y="4489450"/>
          <p14:tracePt t="127314" x="3479800" y="4489450"/>
          <p14:tracePt t="127577" x="3422650" y="4483100"/>
          <p14:tracePt t="127583" x="3333750" y="4451350"/>
          <p14:tracePt t="127596" x="3257550" y="4432300"/>
          <p14:tracePt t="127613" x="3111500" y="4394200"/>
          <p14:tracePt t="127629" x="3041650" y="4362450"/>
          <p14:tracePt t="127646" x="2927350" y="4298950"/>
          <p14:tracePt t="127663" x="2857500" y="4235450"/>
          <p14:tracePt t="127679" x="2844800" y="4216400"/>
          <p14:tracePt t="127696" x="2813050" y="4178300"/>
          <p14:tracePt t="127712" x="2800350" y="4152900"/>
          <p14:tracePt t="127729" x="2794000" y="4146550"/>
          <p14:tracePt t="127746" x="2787650" y="4146550"/>
          <p14:tracePt t="127762" x="2787650" y="4140200"/>
          <p14:tracePt t="127914" x="2787650" y="4133850"/>
          <p14:tracePt t="127991" x="2787650" y="4127500"/>
          <p14:tracePt t="128601" x="2838450" y="4095750"/>
          <p14:tracePt t="128614" x="2965450" y="4013200"/>
          <p14:tracePt t="128621" x="3098800" y="3917950"/>
          <p14:tracePt t="128635" x="3206750" y="3841750"/>
          <p14:tracePt t="128645" x="3314700" y="3752850"/>
          <p14:tracePt t="128659" x="3403600" y="3670300"/>
          <p14:tracePt t="128676" x="3575050" y="3467100"/>
          <p14:tracePt t="128693" x="3765550" y="3194050"/>
          <p14:tracePt t="128709" x="3860800" y="3022600"/>
          <p14:tracePt t="128726" x="3943350" y="2895600"/>
          <p14:tracePt t="128742" x="4121150" y="2514600"/>
          <p14:tracePt t="128758" x="4152900" y="2413000"/>
          <p14:tracePt t="128776" x="4216400" y="2228850"/>
          <p14:tracePt t="128792" x="4241800" y="2146300"/>
          <p14:tracePt t="128809" x="4260850" y="2082800"/>
          <p14:tracePt t="128826" x="4298950" y="1968500"/>
          <p14:tracePt t="128842" x="4318000" y="1917700"/>
          <p14:tracePt t="128858" x="4324350" y="1860550"/>
          <p14:tracePt t="128875" x="4349750" y="1784350"/>
          <p14:tracePt t="128891" x="4356100" y="1771650"/>
          <p14:tracePt t="128908" x="4356100" y="1746250"/>
          <p14:tracePt t="128925" x="4356100" y="1727200"/>
          <p14:tracePt t="128942" x="4356100" y="1714500"/>
          <p14:tracePt t="128958" x="4356100" y="1708150"/>
          <p14:tracePt t="128975" x="4349750" y="1689100"/>
          <p14:tracePt t="128991" x="4349750" y="1682750"/>
          <p14:tracePt t="129008" x="4343400" y="1657350"/>
          <p14:tracePt t="129024" x="4343400" y="1625600"/>
          <p14:tracePt t="129041" x="4343400" y="1606550"/>
          <p14:tracePt t="129058" x="4343400" y="1555750"/>
          <p14:tracePt t="129074" x="4343400" y="1530350"/>
          <p14:tracePt t="129091" x="4337050" y="1428750"/>
          <p14:tracePt t="129107" x="4337050" y="1403350"/>
          <p14:tracePt t="129124" x="4337050" y="1352550"/>
          <p14:tracePt t="129141" x="4337050" y="1289050"/>
          <p14:tracePt t="129157" x="4337050" y="1231900"/>
          <p14:tracePt t="129174" x="4337050" y="1212850"/>
          <p14:tracePt t="129191" x="4337050" y="1187450"/>
          <p14:tracePt t="129207" x="4337050" y="1168400"/>
          <p14:tracePt t="129224" x="4337050" y="1162050"/>
          <p14:tracePt t="129359" x="4337050" y="1168400"/>
          <p14:tracePt t="129394" x="4337050" y="1174750"/>
          <p14:tracePt t="129422" x="4330700" y="1181100"/>
          <p14:tracePt t="129457" x="4330700" y="1187450"/>
          <p14:tracePt t="129485" x="4330700" y="1193800"/>
          <p14:tracePt t="129507" x="4330700" y="1200150"/>
          <p14:tracePt t="129513" x="4330700" y="1206500"/>
          <p14:tracePt t="129555" x="4337050" y="1212850"/>
          <p14:tracePt t="129569" x="4343400" y="1212850"/>
          <p14:tracePt t="129576" x="4349750" y="1212850"/>
          <p14:tracePt t="129589" x="4356100" y="1212850"/>
          <p14:tracePt t="129605" x="4406900" y="1225550"/>
          <p14:tracePt t="129622" x="4438650" y="1225550"/>
          <p14:tracePt t="129640" x="4527550" y="1238250"/>
          <p14:tracePt t="129656" x="4603750" y="1238250"/>
          <p14:tracePt t="129672" x="4749800" y="1250950"/>
          <p14:tracePt t="129689" x="4914900" y="1250950"/>
          <p14:tracePt t="129705" x="5003800" y="1250950"/>
          <p14:tracePt t="129722" x="5156200" y="1250950"/>
          <p14:tracePt t="129739" x="5283200" y="1244600"/>
          <p14:tracePt t="129755" x="5327650" y="1238250"/>
          <p14:tracePt t="129772" x="5410200" y="1219200"/>
          <p14:tracePt t="129788" x="5461000" y="1212850"/>
          <p14:tracePt t="129805" x="5480050" y="1206500"/>
          <p14:tracePt t="129822" x="5511800" y="1200150"/>
          <p14:tracePt t="129839" x="5537200" y="1187450"/>
          <p14:tracePt t="129855" x="5549900" y="1187450"/>
          <p14:tracePt t="129872" x="5568950" y="1174750"/>
          <p14:tracePt t="129888" x="5581650" y="1168400"/>
          <p14:tracePt t="129905" x="5588000" y="1168400"/>
          <p14:tracePt t="129938" x="5600700" y="1168400"/>
          <p14:tracePt t="129955" x="5613400" y="1162050"/>
          <p14:tracePt t="129988" x="5619750" y="1162050"/>
          <p14:tracePt t="130004" x="5626100" y="1162050"/>
          <p14:tracePt t="130074" x="5626100" y="1155700"/>
          <p14:tracePt t="130159" x="5626100" y="1149350"/>
          <p14:tracePt t="130236" x="5626100" y="1143000"/>
          <p14:tracePt t="130397" x="5619750" y="1143000"/>
          <p14:tracePt t="130460" x="5613400" y="1143000"/>
          <p14:tracePt t="130495" x="5607050" y="1143000"/>
          <p14:tracePt t="130537" x="5600700" y="1143000"/>
          <p14:tracePt t="130558" x="5588000" y="1143000"/>
          <p14:tracePt t="130565" x="5588000" y="1149350"/>
          <p14:tracePt t="130580" x="5575300" y="1155700"/>
          <p14:tracePt t="130588" x="5562600" y="1168400"/>
          <p14:tracePt t="130602" x="5537200" y="1181100"/>
          <p14:tracePt t="130619" x="5505450" y="1206500"/>
          <p14:tracePt t="130636" x="5308600" y="1365250"/>
          <p14:tracePt t="130652" x="5213350" y="1454150"/>
          <p14:tracePt t="130668" x="5080000" y="1555750"/>
          <p14:tracePt t="130686" x="4749800" y="1828800"/>
          <p14:tracePt t="130702" x="4298950" y="2190750"/>
          <p14:tracePt t="130720" x="3790950" y="2597150"/>
          <p14:tracePt t="130735" x="3556000" y="2774950"/>
          <p14:tracePt t="130752" x="3105150" y="3117850"/>
          <p14:tracePt t="130769" x="2705100" y="3409950"/>
          <p14:tracePt t="130785" x="2565400" y="3524250"/>
          <p14:tracePt t="130802" x="2273300" y="3740150"/>
          <p14:tracePt t="130819" x="2019300" y="3943350"/>
          <p14:tracePt t="130835" x="1924050" y="4019550"/>
          <p14:tracePt t="130852" x="1758950" y="4140200"/>
          <p14:tracePt t="130869" x="1651000" y="4260850"/>
          <p14:tracePt t="130885" x="1606550" y="4298950"/>
          <p14:tracePt t="130902" x="1536700" y="4368800"/>
          <p14:tracePt t="130918" x="1466850" y="4425950"/>
          <p14:tracePt t="130934" x="1447800" y="4451350"/>
          <p14:tracePt t="130952" x="1397000" y="4489450"/>
          <p14:tracePt t="130968" x="1365250" y="4502150"/>
          <p14:tracePt t="130984" x="1308100" y="4533900"/>
          <p14:tracePt t="131001" x="1257300" y="4578350"/>
          <p14:tracePt t="131018" x="1231900" y="4597400"/>
          <p14:tracePt t="131034" x="1200150" y="4635500"/>
          <p14:tracePt t="131051" x="1174750" y="4673600"/>
          <p14:tracePt t="131068" x="1168400" y="4686300"/>
          <p14:tracePt t="131085" x="1155700" y="4711700"/>
          <p14:tracePt t="131101" x="1149350" y="4711700"/>
          <p14:tracePt t="131134" x="1149350" y="4718050"/>
          <p14:tracePt t="131260" x="1149350" y="4711700"/>
          <p14:tracePt t="131268" x="1155700" y="4711700"/>
          <p14:tracePt t="131288" x="1162050" y="4705350"/>
          <p14:tracePt t="131309" x="1168400" y="4699000"/>
          <p14:tracePt t="131323" x="1174750" y="4692650"/>
          <p14:tracePt t="131330" x="1181100" y="4692650"/>
          <p14:tracePt t="131337" x="1181100" y="4686300"/>
          <p14:tracePt t="131353" x="1187450" y="4686300"/>
          <p14:tracePt t="131367" x="1193800" y="4673600"/>
          <p14:tracePt t="131383" x="1219200" y="4641850"/>
          <p14:tracePt t="131400" x="1257300" y="4610100"/>
          <p14:tracePt t="131416" x="1270000" y="4597400"/>
          <p14:tracePt t="131433" x="1301750" y="4559300"/>
          <p14:tracePt t="131450" x="1320800" y="4540250"/>
          <p14:tracePt t="131466" x="1333500" y="4527550"/>
          <p14:tracePt t="131483" x="1346200" y="4521200"/>
          <p14:tracePt t="131500" x="1346200" y="4514850"/>
          <p14:tracePt t="131533" x="1346200" y="4508500"/>
          <p14:tracePt t="131653" x="1352550" y="4502150"/>
          <p14:tracePt t="131674" x="1358900" y="4495800"/>
          <p14:tracePt t="131681" x="1358900" y="4489450"/>
          <p14:tracePt t="131688" x="1365250" y="4483100"/>
          <p14:tracePt t="131702" x="1371600" y="4470400"/>
          <p14:tracePt t="131716" x="1377950" y="4451350"/>
          <p14:tracePt t="131732" x="1409700" y="4356100"/>
          <p14:tracePt t="131749" x="1428750" y="4279900"/>
          <p14:tracePt t="131766" x="1485900" y="4070350"/>
          <p14:tracePt t="131781" x="1549400" y="3822700"/>
          <p14:tracePt t="131799" x="1581150" y="3708400"/>
          <p14:tracePt t="131815" x="1612900" y="3479800"/>
          <p14:tracePt t="131832" x="1631950" y="3378200"/>
          <p14:tracePt t="131848" x="1638300" y="3295650"/>
          <p14:tracePt t="131865" x="1657350" y="3111500"/>
          <p14:tracePt t="131881" x="1670050" y="3073400"/>
          <p14:tracePt t="131884" x="1670050" y="3041650"/>
          <p14:tracePt t="131900" x="1676400" y="3009900"/>
          <p14:tracePt t="131915" x="1676400" y="2997200"/>
          <p14:tracePt t="131932" x="1676400" y="2990850"/>
          <p14:tracePt t="132025" x="1670050" y="2984500"/>
          <p14:tracePt t="132060" x="1670050" y="2978150"/>
          <p14:tracePt t="132102" x="1670050" y="2971800"/>
          <p14:tracePt t="132144" x="1670050" y="2965450"/>
          <p14:tracePt t="132165" x="1670050" y="2959100"/>
          <p14:tracePt t="132172" x="1670050" y="2952750"/>
          <p14:tracePt t="132193" x="1670050" y="2940050"/>
          <p14:tracePt t="132201" x="1663700" y="2927350"/>
          <p14:tracePt t="132216" x="1663700" y="2908300"/>
          <p14:tracePt t="132230" x="1657350" y="2882900"/>
          <p14:tracePt t="132247" x="1657350" y="2844800"/>
          <p14:tracePt t="132264" x="1651000" y="2800350"/>
          <p14:tracePt t="132280" x="1651000" y="2781300"/>
          <p14:tracePt t="132296" x="1651000" y="2755900"/>
          <p14:tracePt t="132313" x="1651000" y="2730500"/>
          <p14:tracePt t="132390" x="1651000" y="2736850"/>
          <p14:tracePt t="132404" x="1644650" y="2749550"/>
          <p14:tracePt t="132411" x="1644650" y="2755900"/>
          <p14:tracePt t="132425" x="1644650" y="2774950"/>
          <p14:tracePt t="132439" x="1644650" y="2794000"/>
          <p14:tracePt t="132449" x="1644650" y="2832100"/>
          <p14:tracePt t="132463" x="1644650" y="2921000"/>
          <p14:tracePt t="132479" x="1644650" y="2990850"/>
          <p14:tracePt t="132496" x="1657350" y="3117850"/>
          <p14:tracePt t="132512" x="1663700" y="3181350"/>
          <p14:tracePt t="132529" x="1682750" y="3289300"/>
          <p14:tracePt t="132545" x="1695450" y="3346450"/>
          <p14:tracePt t="132562" x="1701800" y="3371850"/>
          <p14:tracePt t="132579" x="1708150" y="3397250"/>
          <p14:tracePt t="132595" x="1714500" y="3403600"/>
          <p14:tracePt t="132612" x="1720850" y="3403600"/>
          <p14:tracePt t="132645" x="1727200" y="3403600"/>
          <p14:tracePt t="132775" x="1733550" y="3403600"/>
          <p14:tracePt t="132804" x="1739900" y="3397250"/>
          <p14:tracePt t="132832" x="1739900" y="3390900"/>
          <p14:tracePt t="132867" x="1739900" y="3384550"/>
          <p14:tracePt t="132902" x="1739900" y="3378200"/>
          <p14:tracePt t="132937" x="1739900" y="3371850"/>
          <p14:tracePt t="133014" x="1739900" y="3365500"/>
          <p14:tracePt t="133056" x="1739900" y="3359150"/>
          <p14:tracePt t="133113" x="1739900" y="3352800"/>
          <p14:tracePt t="133246" x="1739900" y="3359150"/>
          <p14:tracePt t="133288" x="1739900" y="3365500"/>
          <p14:tracePt t="133316" x="1739900" y="3371850"/>
          <p14:tracePt t="133323" x="1733550" y="3371850"/>
          <p14:tracePt t="133337" x="1733550" y="3378200"/>
          <p14:tracePt t="133346" x="1733550" y="3384550"/>
          <p14:tracePt t="133359" x="1733550" y="3390900"/>
          <p14:tracePt t="133376" x="1733550" y="3422650"/>
          <p14:tracePt t="133393" x="1727200" y="3479800"/>
          <p14:tracePt t="133409" x="1708150" y="3530600"/>
          <p14:tracePt t="133426" x="1701800" y="3575050"/>
          <p14:tracePt t="133443" x="1631950" y="3778250"/>
          <p14:tracePt t="133459" x="1600200" y="3854450"/>
          <p14:tracePt t="133476" x="1543050" y="4013200"/>
          <p14:tracePt t="133493" x="1460500" y="4165600"/>
          <p14:tracePt t="133509" x="1422400" y="4222750"/>
          <p14:tracePt t="133526" x="1346200" y="4337050"/>
          <p14:tracePt t="133543" x="1276350" y="4419600"/>
          <p14:tracePt t="133559" x="1257300" y="4438650"/>
          <p14:tracePt t="133575" x="1200150" y="4489450"/>
          <p14:tracePt t="133592" x="1162050" y="4527550"/>
          <p14:tracePt t="133609" x="1149350" y="4533900"/>
          <p14:tracePt t="133627" x="1123950" y="4552950"/>
          <p14:tracePt t="133641" x="1111250" y="4559300"/>
          <p14:tracePt t="133659" x="1104900" y="4565650"/>
          <p14:tracePt t="133675" x="1098550" y="4572000"/>
          <p14:tracePt t="133692" x="1098550" y="4578350"/>
          <p14:tracePt t="133725" x="1092200" y="4578350"/>
          <p14:tracePt t="133753" x="1085850" y="4578350"/>
          <p14:tracePt t="133802" x="1079500" y="4578350"/>
          <p14:tracePt t="133872" x="1079500" y="4572000"/>
          <p14:tracePt t="133900" x="1073150" y="4565650"/>
          <p14:tracePt t="133935" x="1073150" y="4559300"/>
          <p14:tracePt t="133942" x="1073150" y="4552950"/>
          <p14:tracePt t="133963" x="1066800" y="4546600"/>
          <p14:tracePt t="133970" x="1066800" y="4540250"/>
          <p14:tracePt t="133985" x="1066800" y="4533900"/>
          <p14:tracePt t="134013" x="1066800" y="4527550"/>
          <p14:tracePt t="134019" x="1066800" y="4521200"/>
          <p14:tracePt t="134034" x="1060450" y="4514850"/>
          <p14:tracePt t="134055" x="1060450" y="4508500"/>
          <p14:tracePt t="134061" x="1054100" y="4502150"/>
          <p14:tracePt t="134083" x="1054100" y="4495800"/>
          <p14:tracePt t="134091" x="1047750" y="4495800"/>
          <p14:tracePt t="134132" x="1047750" y="4489450"/>
          <p14:tracePt t="134153" x="1041400" y="4483100"/>
          <p14:tracePt t="134181" x="1041400" y="4476750"/>
          <p14:tracePt t="134216" x="1041400" y="4470400"/>
          <p14:tracePt t="134230" x="1041400" y="4464050"/>
          <p14:tracePt t="134251" x="1041400" y="4457700"/>
          <p14:tracePt t="134286" x="1047750" y="4457700"/>
          <p14:tracePt t="134300" x="1054100" y="4451350"/>
          <p14:tracePt t="134321" x="1066800" y="4451350"/>
          <p14:tracePt t="134336" x="1066800" y="4445000"/>
          <p14:tracePt t="134343" x="1073150" y="4445000"/>
          <p14:tracePt t="134359" x="1092200" y="4438650"/>
          <p14:tracePt t="134373" x="1143000" y="4425950"/>
          <p14:tracePt t="134391" x="1212850" y="4413250"/>
          <p14:tracePt t="134406" x="1238250" y="4406900"/>
          <p14:tracePt t="134423" x="1295400" y="4400550"/>
          <p14:tracePt t="134440" x="1454150" y="4362450"/>
          <p14:tracePt t="134456" x="1524000" y="4356100"/>
          <p14:tracePt t="134473" x="1587500" y="4343400"/>
          <p14:tracePt t="134490" x="1739900" y="4324350"/>
          <p14:tracePt t="134506" x="1917700" y="4324350"/>
          <p14:tracePt t="134522" x="2012950" y="4305300"/>
          <p14:tracePt t="134539" x="2190750" y="4292600"/>
          <p14:tracePt t="134555" x="2343150" y="4273550"/>
          <p14:tracePt t="134572" x="2413000" y="4279900"/>
          <p14:tracePt t="134589" x="2527300" y="4273550"/>
          <p14:tracePt t="134605" x="2597150" y="4286250"/>
          <p14:tracePt t="134623" x="2641600" y="4286250"/>
          <p14:tracePt t="134638" x="2654300" y="4279900"/>
          <p14:tracePt t="134655" x="2667000" y="4279900"/>
          <p14:tracePt t="134672" x="2673350" y="4279900"/>
          <p14:tracePt t="134735" x="2667000" y="4279900"/>
          <p14:tracePt t="134827" x="2667000" y="4286250"/>
          <p14:tracePt t="134833" x="2673350" y="4286250"/>
          <p14:tracePt t="134856" x="2679700" y="4286250"/>
          <p14:tracePt t="134861" x="2692400" y="4292600"/>
          <p14:tracePt t="134875" x="2705100" y="4292600"/>
          <p14:tracePt t="134887" x="2724150" y="4292600"/>
          <p14:tracePt t="134905" x="2774950" y="4292600"/>
          <p14:tracePt t="134921" x="2813050" y="4298950"/>
          <p14:tracePt t="134924" x="2851150" y="4298950"/>
          <p14:tracePt t="134938" x="2901950" y="4298950"/>
          <p14:tracePt t="134954" x="2997200" y="4298950"/>
          <p14:tracePt t="134971" x="3048000" y="4298950"/>
          <p14:tracePt t="134988" x="3143250" y="4279900"/>
          <p14:tracePt t="135004" x="3206750" y="4260850"/>
          <p14:tracePt t="135021" x="3232150" y="4248150"/>
          <p14:tracePt t="135037" x="3257550" y="4235450"/>
          <p14:tracePt t="135054" x="3263900" y="4235450"/>
          <p14:tracePt t="135070" x="3270250" y="4235450"/>
          <p14:tracePt t="135087" x="3270250" y="4248150"/>
          <p14:tracePt t="135103" x="3270250" y="4254500"/>
          <p14:tracePt t="135121" x="3263900" y="4279900"/>
          <p14:tracePt t="135137" x="3257550" y="4311650"/>
          <p14:tracePt t="135153" x="3257550" y="4330700"/>
          <p14:tracePt t="135170" x="3244850" y="4375150"/>
          <p14:tracePt t="135186" x="3232150" y="4413250"/>
          <p14:tracePt t="135203" x="3225800" y="4438650"/>
          <p14:tracePt t="135220" x="3219450" y="4464050"/>
          <p14:tracePt t="135237" x="3219450" y="4470400"/>
          <p14:tracePt t="135253" x="3213100" y="4470400"/>
          <p14:tracePt t="135286" x="3219450" y="4470400"/>
          <p14:tracePt t="135305" x="3225800" y="4470400"/>
          <p14:tracePt t="135319" x="3232150" y="4470400"/>
          <p14:tracePt t="135336" x="3244850" y="4464050"/>
          <p14:tracePt t="135353" x="3270250" y="4457700"/>
          <p14:tracePt t="135369" x="3282950" y="4451350"/>
          <p14:tracePt t="135386" x="3302000" y="4445000"/>
          <p14:tracePt t="135402" x="3352800" y="4413250"/>
          <p14:tracePt t="135419" x="3416300" y="4387850"/>
          <p14:tracePt t="135436" x="3441700" y="4381500"/>
          <p14:tracePt t="135439" x="3473450" y="4368800"/>
          <p14:tracePt t="135452" x="3498850" y="4362450"/>
          <p14:tracePt t="135469" x="3530600" y="4343400"/>
          <p14:tracePt t="135486" x="3536950" y="4343400"/>
          <p14:tracePt t="135528" x="3524250" y="4343400"/>
          <p14:tracePt t="135538" x="3517900" y="4343400"/>
          <p14:tracePt t="135552" x="3511550" y="4343400"/>
          <p14:tracePt t="135568" x="3505200" y="4356100"/>
          <p14:tracePt t="135586" x="3492500" y="4362450"/>
          <p14:tracePt t="135976" x="3530600" y="4362450"/>
          <p14:tracePt t="135985" x="3594100" y="4362450"/>
          <p14:tracePt t="135998" x="3683000" y="4362450"/>
          <p14:tracePt t="136005" x="3771900" y="4362450"/>
          <p14:tracePt t="136020" x="3873500" y="4362450"/>
          <p14:tracePt t="136034" x="3981450" y="4381500"/>
          <p14:tracePt t="136050" x="4146550" y="4394200"/>
          <p14:tracePt t="136067" x="4222750" y="4387850"/>
          <p14:tracePt t="136083" x="4337050" y="4387850"/>
          <p14:tracePt t="136100" x="4432300" y="4387850"/>
          <p14:tracePt t="136117" x="4470400" y="4375150"/>
          <p14:tracePt t="136133" x="4483100" y="4375150"/>
          <p14:tracePt t="136150" x="4508500" y="4375150"/>
          <p14:tracePt t="136167" x="4514850" y="4375150"/>
          <p14:tracePt t="136200" x="4527550" y="4375150"/>
          <p14:tracePt t="136216" x="4540250" y="4381500"/>
          <p14:tracePt t="136233" x="4559300" y="4381500"/>
          <p14:tracePt t="136250" x="4584700" y="4381500"/>
          <p14:tracePt t="136266" x="4699000" y="4387850"/>
          <p14:tracePt t="136282" x="4737100" y="4387850"/>
          <p14:tracePt t="136300" x="4870450" y="4400550"/>
          <p14:tracePt t="136316" x="4959350" y="4406900"/>
          <p14:tracePt t="136332" x="5137150" y="4406900"/>
          <p14:tracePt t="136350" x="5365750" y="4406900"/>
          <p14:tracePt t="136366" x="5480050" y="4406900"/>
          <p14:tracePt t="136382" x="5695950" y="4406900"/>
          <p14:tracePt t="136399" x="5886450" y="4419600"/>
          <p14:tracePt t="136416" x="5975350" y="4419600"/>
          <p14:tracePt t="136433" x="6140450" y="4425950"/>
          <p14:tracePt t="136449" x="6318250" y="4445000"/>
          <p14:tracePt t="136465" x="6413500" y="4457700"/>
          <p14:tracePt t="136483" x="6565900" y="4476750"/>
          <p14:tracePt t="136499" x="6737350" y="4495800"/>
          <p14:tracePt t="136515" x="6813550" y="4508500"/>
          <p14:tracePt t="136532" x="6978650" y="4514850"/>
          <p14:tracePt t="136549" x="7112000" y="4533900"/>
          <p14:tracePt t="136565" x="7162800" y="4546600"/>
          <p14:tracePt t="136581" x="7226300" y="4546600"/>
          <p14:tracePt t="136598" x="7366000" y="4546600"/>
          <p14:tracePt t="136615" x="7512050" y="4540250"/>
          <p14:tracePt t="136631" x="7575550" y="4540250"/>
          <p14:tracePt t="136648" x="7677150" y="4540250"/>
          <p14:tracePt t="136665" x="7747000" y="4533900"/>
          <p14:tracePt t="136681" x="7766050" y="4527550"/>
          <p14:tracePt t="136698" x="7810500" y="4514850"/>
          <p14:tracePt t="136715" x="7842250" y="4502150"/>
          <p14:tracePt t="136731" x="7854950" y="4495800"/>
          <p14:tracePt t="136749" x="7880350" y="4489450"/>
          <p14:tracePt t="136764" x="7899400" y="4483100"/>
          <p14:tracePt t="136781" x="7924800" y="4476750"/>
          <p14:tracePt t="136798" x="7931150" y="4470400"/>
          <p14:tracePt t="136831" x="7937500" y="4470400"/>
          <p14:tracePt t="136875" x="7937500" y="4464050"/>
          <p14:tracePt t="136889" x="7931150" y="4464050"/>
          <p14:tracePt t="136930" x="7924800" y="4464050"/>
          <p14:tracePt t="137675" x="7854950" y="4451350"/>
          <p14:tracePt t="137681" x="7740650" y="4432300"/>
          <p14:tracePt t="137696" x="7613650" y="4432300"/>
          <p14:tracePt t="137711" x="7340600" y="4413250"/>
          <p14:tracePt t="137728" x="7181850" y="4387850"/>
          <p14:tracePt t="137745" x="6819900" y="4349750"/>
          <p14:tracePt t="137761" x="6483350" y="4349750"/>
          <p14:tracePt t="137778" x="6286500" y="4324350"/>
          <p14:tracePt t="137794" x="6007100" y="4324350"/>
          <p14:tracePt t="137811" x="5683250" y="4356100"/>
          <p14:tracePt t="137827" x="5524500" y="4356100"/>
          <p14:tracePt t="137844" x="5251450" y="4362450"/>
          <p14:tracePt t="137861" x="5105400" y="4387850"/>
          <p14:tracePt t="137879" x="4686300" y="4451350"/>
          <p14:tracePt t="137894" x="4572000" y="4464050"/>
          <p14:tracePt t="137911" x="4457700" y="4470400"/>
          <p14:tracePt t="137928" x="4203700" y="4502150"/>
          <p14:tracePt t="137944" x="3987800" y="4527550"/>
          <p14:tracePt t="137960" x="3879850" y="4546600"/>
          <p14:tracePt t="137977" x="3727450" y="4565650"/>
          <p14:tracePt t="137994" x="3594100" y="4584700"/>
          <p14:tracePt t="138012" x="3454400" y="4584700"/>
          <p14:tracePt t="138027" x="3416300" y="4584700"/>
          <p14:tracePt t="138043" x="3378200" y="4584700"/>
          <p14:tracePt t="138060" x="3378200" y="4591050"/>
          <p14:tracePt t="138435" x="3276600" y="4591050"/>
          <p14:tracePt t="138443" x="3117850" y="4578350"/>
          <p14:tracePt t="138450" x="2959100" y="4578350"/>
          <p14:tracePt t="138463" x="2819400" y="4565650"/>
          <p14:tracePt t="138475" x="2667000" y="4552950"/>
          <p14:tracePt t="138492" x="2413000" y="4552950"/>
          <p14:tracePt t="138508" x="2286000" y="4552950"/>
          <p14:tracePt t="138525" x="2057400" y="4559300"/>
          <p14:tracePt t="138542" x="1841500" y="4572000"/>
          <p14:tracePt t="138559" x="1739900" y="4578350"/>
          <p14:tracePt t="138576" x="1562100" y="4610100"/>
          <p14:tracePt t="138591" x="1454150" y="4629150"/>
          <p14:tracePt t="138608" x="1409700" y="4635500"/>
          <p14:tracePt t="138625" x="1352550" y="4648200"/>
          <p14:tracePt t="138641" x="1320800" y="4660900"/>
          <p14:tracePt t="138658" x="1282700" y="4660900"/>
          <p14:tracePt t="138675" x="1250950" y="4667250"/>
          <p14:tracePt t="138691" x="1225550" y="4673600"/>
          <p14:tracePt t="138708" x="1212850" y="4673600"/>
          <p14:tracePt t="138724" x="1187450" y="4679950"/>
          <p14:tracePt t="138741" x="1174750" y="4686300"/>
          <p14:tracePt t="138758" x="1155700" y="4692650"/>
          <p14:tracePt t="138774" x="1130300" y="4692650"/>
          <p14:tracePt t="138791" x="1104900" y="4692650"/>
          <p14:tracePt t="138807" x="1066800" y="4692650"/>
          <p14:tracePt t="138824" x="1035050" y="4692650"/>
          <p14:tracePt t="138841" x="1022350" y="4692650"/>
          <p14:tracePt t="138858" x="1009650" y="4699000"/>
          <p14:tracePt t="138874" x="996950" y="4699000"/>
          <p14:tracePt t="138890" x="990600" y="4699000"/>
          <p14:tracePt t="138907" x="984250" y="4699000"/>
          <p14:tracePt t="138941" x="977900" y="4705350"/>
          <p14:tracePt t="139067" x="984250" y="4705350"/>
          <p14:tracePt t="139074" x="990600" y="4705350"/>
          <p14:tracePt t="139081" x="996950" y="4705350"/>
          <p14:tracePt t="139095" x="1003300" y="4705350"/>
          <p14:tracePt t="139106" x="1016000" y="4699000"/>
          <p14:tracePt t="139123" x="1047750" y="4699000"/>
          <p14:tracePt t="139140" x="1073150" y="4699000"/>
          <p14:tracePt t="139156" x="1130300" y="4699000"/>
          <p14:tracePt t="139173" x="1187450" y="4692650"/>
          <p14:tracePt t="139189" x="1231900" y="4692650"/>
          <p14:tracePt t="139207" x="1250950" y="4692650"/>
          <p14:tracePt t="139222" x="1301750" y="4686300"/>
          <p14:tracePt t="139239" x="1308100" y="4679950"/>
          <p14:tracePt t="139257" x="1327150" y="4679950"/>
          <p14:tracePt t="139289" x="1333500" y="4679950"/>
          <p14:tracePt t="139425" x="1339850" y="4679950"/>
          <p14:tracePt t="139516" x="1346200" y="4679950"/>
          <p14:tracePt t="139558" x="1352550" y="4679950"/>
          <p14:tracePt t="139565" x="1358900" y="4679950"/>
          <p14:tracePt t="139574" x="1365250" y="4679950"/>
          <p14:tracePt t="139593" x="1371600" y="4679950"/>
          <p14:tracePt t="139608" x="1377950" y="4679950"/>
          <p14:tracePt t="139621" x="1384300" y="4679950"/>
          <p14:tracePt t="139638" x="1403350" y="4679950"/>
          <p14:tracePt t="139654" x="1416050" y="4679950"/>
          <p14:tracePt t="139671" x="1447800" y="4679950"/>
          <p14:tracePt t="139688" x="1479550" y="4679950"/>
          <p14:tracePt t="139706" x="1517650" y="4679950"/>
          <p14:tracePt t="139721" x="1543050" y="4679950"/>
          <p14:tracePt t="139737" x="1581150" y="4673600"/>
          <p14:tracePt t="139755" x="1625600" y="4667250"/>
          <p14:tracePt t="139771" x="1638300" y="4660900"/>
          <p14:tracePt t="139787" x="1663700" y="4654550"/>
          <p14:tracePt t="139804" x="1676400" y="4654550"/>
          <p14:tracePt t="139820" x="1689100" y="4654550"/>
          <p14:tracePt t="139837" x="1689100" y="4648200"/>
          <p14:tracePt t="139854" x="1701800" y="4648200"/>
          <p14:tracePt t="139887" x="1708150" y="4648200"/>
          <p14:tracePt t="139903" x="1714500" y="4648200"/>
          <p14:tracePt t="139986" x="1720850" y="4648200"/>
          <p14:tracePt t="140063" x="1714500" y="4648200"/>
          <p14:tracePt t="140070" x="1714500" y="4654550"/>
          <p14:tracePt t="141342" x="1714500" y="4629150"/>
          <p14:tracePt t="141350" x="1733550" y="4559300"/>
          <p14:tracePt t="141356" x="1739900" y="4495800"/>
          <p14:tracePt t="141370" x="1771650" y="4413250"/>
          <p14:tracePt t="141382" x="1790700" y="4324350"/>
          <p14:tracePt t="141399" x="1841500" y="4102100"/>
          <p14:tracePt t="141415" x="1854200" y="3987800"/>
          <p14:tracePt t="141431" x="1885950" y="3746500"/>
          <p14:tracePt t="141449" x="1905000" y="3517900"/>
          <p14:tracePt t="141465" x="1917700" y="3416300"/>
          <p14:tracePt t="141482" x="1930400" y="3327400"/>
          <p14:tracePt t="141498" x="1949450" y="3092450"/>
          <p14:tracePt t="141515" x="1949450" y="3041650"/>
          <p14:tracePt t="141519" x="1949450" y="2990850"/>
          <p14:tracePt t="141534" x="1955800" y="2959100"/>
          <p14:tracePt t="141548" x="1962150" y="2940050"/>
          <p14:tracePt t="141564" x="1962150" y="2889250"/>
          <p14:tracePt t="141581" x="1962150" y="2863850"/>
          <p14:tracePt t="141615" x="1962150" y="2857500"/>
          <p14:tracePt t="141728" x="1955800" y="2857500"/>
          <p14:tracePt t="141770" x="1949450" y="2857500"/>
          <p14:tracePt t="141798" x="1943100" y="2863850"/>
          <p14:tracePt t="141848" x="1943100" y="2870200"/>
          <p14:tracePt t="141911" x="1943100" y="2876550"/>
          <p14:tracePt t="141953" x="1949450" y="2876550"/>
          <p14:tracePt t="141960" x="1955800" y="2876550"/>
          <p14:tracePt t="141974" x="1962150" y="2876550"/>
          <p14:tracePt t="141983" x="1968500" y="2876550"/>
          <p14:tracePt t="141996" x="1974850" y="2876550"/>
          <p14:tracePt t="142013" x="2025650" y="2876550"/>
          <p14:tracePt t="142031" x="2152650" y="2876550"/>
          <p14:tracePt t="142046" x="2254250" y="2876550"/>
          <p14:tracePt t="142063" x="2482850" y="2863850"/>
          <p14:tracePt t="142079" x="2781300" y="2851150"/>
          <p14:tracePt t="142096" x="2946400" y="2844800"/>
          <p14:tracePt t="142113" x="3136900" y="2832100"/>
          <p14:tracePt t="142129" x="3695700" y="2806700"/>
          <p14:tracePt t="142146" x="3879850" y="2806700"/>
          <p14:tracePt t="142163" x="4197350" y="2794000"/>
          <p14:tracePt t="142179" x="4337050" y="2794000"/>
          <p14:tracePt t="142196" x="4578350" y="2781300"/>
          <p14:tracePt t="142213" x="4749800" y="2774950"/>
          <p14:tracePt t="142229" x="4813300" y="2787650"/>
          <p14:tracePt t="142245" x="4908550" y="2800350"/>
          <p14:tracePt t="142262" x="4959350" y="2806700"/>
          <p14:tracePt t="142279" x="4978400" y="2819400"/>
          <p14:tracePt t="142296" x="5003800" y="2825750"/>
          <p14:tracePt t="142311" x="5016500" y="2825750"/>
          <p14:tracePt t="142329" x="5022850" y="2825750"/>
          <p14:tracePt t="142362" x="5035550" y="2851150"/>
          <p14:tracePt t="142379" x="5041900" y="2857500"/>
          <p14:tracePt t="142813" x="5010150" y="2863850"/>
          <p14:tracePt t="142820" x="4959350" y="2882900"/>
          <p14:tracePt t="142834" x="4876800" y="2901950"/>
          <p14:tracePt t="142843" x="4800600" y="2921000"/>
          <p14:tracePt t="142860" x="4711700" y="2933700"/>
          <p14:tracePt t="142877" x="4540250" y="2965450"/>
          <p14:tracePt t="142893" x="4368800" y="2990850"/>
          <p14:tracePt t="142910" x="4292600" y="2990850"/>
          <p14:tracePt t="142926" x="4140200" y="3003550"/>
          <p14:tracePt t="142943" x="4032250" y="3009900"/>
          <p14:tracePt t="142961" x="3987800" y="3009900"/>
          <p14:tracePt t="142976" x="3962400" y="3009900"/>
          <p14:tracePt t="142993" x="3956050" y="3009900"/>
          <p14:tracePt t="143010" x="3949700" y="3003550"/>
          <p14:tracePt t="143052" x="3949700" y="2997200"/>
          <p14:tracePt t="143080" x="3949700" y="2990850"/>
          <p14:tracePt t="143094" x="3956050" y="2990850"/>
          <p14:tracePt t="143115" x="3962400" y="2990850"/>
          <p14:tracePt t="143122" x="3975100" y="2984500"/>
          <p14:tracePt t="143135" x="3994150" y="2978150"/>
          <p14:tracePt t="143145" x="4044950" y="2971800"/>
          <p14:tracePt t="143159" x="4127500" y="2946400"/>
          <p14:tracePt t="143175" x="4356100" y="2908300"/>
          <p14:tracePt t="143193" x="4679950" y="2882900"/>
          <p14:tracePt t="143209" x="4876800" y="2857500"/>
          <p14:tracePt t="143225" x="5289550" y="2819400"/>
          <p14:tracePt t="143242" x="5638800" y="2794000"/>
          <p14:tracePt t="143259" x="5803900" y="2781300"/>
          <p14:tracePt t="143276" x="5930900" y="2781300"/>
          <p14:tracePt t="143292" x="6235700" y="2774950"/>
          <p14:tracePt t="143309" x="6299200" y="2774950"/>
          <p14:tracePt t="143326" x="6400800" y="2774950"/>
          <p14:tracePt t="143342" x="6445250" y="2762250"/>
          <p14:tracePt t="143358" x="6483350" y="2762250"/>
          <p14:tracePt t="143375" x="6502400" y="2762250"/>
          <p14:tracePt t="143408" x="6496050" y="2762250"/>
          <p14:tracePt t="143425" x="6483350" y="2762250"/>
          <p14:tracePt t="143441" x="6477000" y="2762250"/>
          <p14:tracePt t="143458" x="6438900" y="2787650"/>
          <p14:tracePt t="143474" x="6438900" y="2800350"/>
          <p14:tracePt t="143491" x="6445250" y="2819400"/>
          <p14:tracePt t="143803" x="6286500" y="2819400"/>
          <p14:tracePt t="143809" x="6051550" y="2819400"/>
          <p14:tracePt t="143824" x="5759450" y="2832100"/>
          <p14:tracePt t="143840" x="5137150" y="2933700"/>
          <p14:tracePt t="143857" x="4832350" y="2997200"/>
          <p14:tracePt t="143873" x="3873500" y="3276600"/>
          <p14:tracePt t="143890" x="3613150" y="3352800"/>
          <p14:tracePt t="143906" x="3371850" y="3460750"/>
          <p14:tracePt t="143923" x="2705100" y="3689350"/>
          <p14:tracePt t="143940" x="2495550" y="3759200"/>
          <p14:tracePt t="143957" x="2114550" y="3911600"/>
          <p14:tracePt t="143972" x="1962150" y="4000500"/>
          <p14:tracePt t="143990" x="1682750" y="4159250"/>
          <p14:tracePt t="144006" x="1504950" y="4305300"/>
          <p14:tracePt t="144022" x="1435100" y="4362450"/>
          <p14:tracePt t="144039" x="1314450" y="4470400"/>
          <p14:tracePt t="144043" x="1270000" y="4521200"/>
          <p14:tracePt t="144057" x="1212850" y="4565650"/>
          <p14:tracePt t="144072" x="1174750" y="4610100"/>
          <p14:tracePt t="144090" x="1130300" y="4679950"/>
          <p14:tracePt t="144105" x="1123950" y="4718050"/>
          <p14:tracePt t="144122" x="1130300" y="4737100"/>
          <p14:tracePt t="144139" x="1130300" y="4749800"/>
          <p14:tracePt t="144526" x="1111250" y="4794250"/>
          <p14:tracePt t="144539" x="1073150" y="4826000"/>
          <p14:tracePt t="144546" x="1047750" y="4870450"/>
          <p14:tracePt t="144555" x="1022350" y="4914900"/>
          <p14:tracePt t="144570" x="1009650" y="4940300"/>
          <p14:tracePt t="144588" x="971550" y="4972050"/>
          <p14:tracePt t="144604" x="958850" y="4997450"/>
          <p14:tracePt t="144621" x="933450" y="5035550"/>
          <p14:tracePt t="144638" x="914400" y="5060950"/>
          <p14:tracePt t="144654" x="908050" y="5067300"/>
          <p14:tracePt t="144670" x="908050" y="5086350"/>
          <p14:tracePt t="144736" x="908050" y="5092700"/>
          <p14:tracePt t="144939" x="908050" y="5086350"/>
          <p14:tracePt t="144967" x="908050" y="5080000"/>
          <p14:tracePt t="144974" x="908050" y="5073650"/>
          <p14:tracePt t="145038" x="908050" y="5067300"/>
          <p14:tracePt t="145044" x="908050" y="5060950"/>
          <p14:tracePt t="145065" x="914400" y="5054600"/>
          <p14:tracePt t="145080" x="920750" y="5054600"/>
          <p14:tracePt t="145088" x="933450" y="5048250"/>
          <p14:tracePt t="145102" x="946150" y="5041900"/>
          <p14:tracePt t="145119" x="996950" y="5029200"/>
          <p14:tracePt t="145136" x="1066800" y="5003800"/>
          <p14:tracePt t="145152" x="1104900" y="5003800"/>
          <p14:tracePt t="145169" x="1136650" y="4997450"/>
          <p14:tracePt t="145185" x="1257300" y="4991100"/>
          <p14:tracePt t="145202" x="1289050" y="4991100"/>
          <p14:tracePt t="145219" x="1308100" y="4991100"/>
          <p14:tracePt t="145236" x="1339850" y="4997450"/>
          <p14:tracePt t="145252" x="1358900" y="4997450"/>
          <p14:tracePt t="145269" x="1365250" y="5003800"/>
          <p14:tracePt t="145318" x="1371600" y="5003800"/>
          <p14:tracePt t="145417" x="1377950" y="5003800"/>
          <p14:tracePt t="145465" x="1384300" y="5003800"/>
          <p14:tracePt t="145479" x="1390650" y="5003800"/>
          <p14:tracePt t="145487" x="1397000" y="5003800"/>
          <p14:tracePt t="145503" x="1403350" y="5010150"/>
          <p14:tracePt t="145521" x="1409700" y="5010150"/>
          <p14:tracePt t="145534" x="1416050" y="5010150"/>
          <p14:tracePt t="145551" x="1454150" y="5016500"/>
          <p14:tracePt t="145568" x="1479550" y="5016500"/>
          <p14:tracePt t="145585" x="1543050" y="5029200"/>
          <p14:tracePt t="145600" x="1612900" y="5035550"/>
          <p14:tracePt t="145617" x="1651000" y="5035550"/>
          <p14:tracePt t="145634" x="1708150" y="5041900"/>
          <p14:tracePt t="145650" x="1758950" y="5048250"/>
          <p14:tracePt t="145667" x="1778000" y="5048250"/>
          <p14:tracePt t="145684" x="1809750" y="5048250"/>
          <p14:tracePt t="145700" x="1828800" y="5048250"/>
          <p14:tracePt t="145717" x="1835150" y="5048250"/>
          <p14:tracePt t="145733" x="1847850" y="5048250"/>
          <p14:tracePt t="145750" x="1854200" y="5048250"/>
          <p14:tracePt t="146041" x="1847850" y="5041900"/>
          <p14:tracePt t="146097" x="1841500" y="5041900"/>
          <p14:tracePt t="146146" x="1835150" y="5041900"/>
          <p14:tracePt t="146188" x="1828800" y="5041900"/>
          <p14:tracePt t="146621" x="1828800" y="4997450"/>
          <p14:tracePt t="146628" x="1841500" y="4921250"/>
          <p14:tracePt t="146643" x="1854200" y="4832350"/>
          <p14:tracePt t="146650" x="1866900" y="4705350"/>
          <p14:tracePt t="146666" x="1866900" y="4546600"/>
          <p14:tracePt t="146680" x="1866900" y="4394200"/>
          <p14:tracePt t="146697" x="1866900" y="4025900"/>
          <p14:tracePt t="146714" x="1841500" y="3702050"/>
          <p14:tracePt t="146730" x="1835150" y="3600450"/>
          <p14:tracePt t="146747" x="1835150" y="3435350"/>
          <p14:tracePt t="146763" x="1835150" y="3359150"/>
          <p14:tracePt t="146780" x="1835150" y="3340100"/>
          <p14:tracePt t="146797" x="1835150" y="3302000"/>
          <p14:tracePt t="146813" x="1828800" y="3295650"/>
          <p14:tracePt t="146830" x="1828800" y="3289300"/>
          <p14:tracePt t="146846" x="1828800" y="3282950"/>
          <p14:tracePt t="146874" x="1822450" y="3282950"/>
          <p14:tracePt t="146895" x="1816100" y="3289300"/>
          <p14:tracePt t="146930" x="1809750" y="3295650"/>
          <p14:tracePt t="146950" x="1803400" y="3308350"/>
          <p14:tracePt t="146964" x="1797050" y="3314700"/>
          <p14:tracePt t="146972" x="1797050" y="3321050"/>
          <p14:tracePt t="146982" x="1790700" y="3327400"/>
          <p14:tracePt t="146995" x="1784350" y="3333750"/>
          <p14:tracePt t="147012" x="1778000" y="3333750"/>
          <p14:tracePt t="147029" x="1765300" y="3340100"/>
          <p14:tracePt t="147045" x="1746250" y="3359150"/>
          <p14:tracePt t="147063" x="1733550" y="3365500"/>
          <p14:tracePt t="147066" x="1720850" y="3371850"/>
          <p14:tracePt t="147079" x="1708150" y="3378200"/>
          <p14:tracePt t="147095" x="1682750" y="3384550"/>
          <p14:tracePt t="147113" x="1657350" y="3397250"/>
          <p14:tracePt t="147128" x="1651000" y="3403600"/>
          <p14:tracePt t="147145" x="1631950" y="3409950"/>
          <p14:tracePt t="147162" x="1625600" y="3416300"/>
          <p14:tracePt t="147195" x="1625600" y="3422650"/>
          <p14:tracePt t="147253" x="1631950" y="3422650"/>
          <p14:tracePt t="147259" x="1644650" y="3422650"/>
          <p14:tracePt t="147274" x="1657350" y="3429000"/>
          <p14:tracePt t="147281" x="1689100" y="3429000"/>
          <p14:tracePt t="147297" x="1733550" y="3429000"/>
          <p14:tracePt t="147312" x="1797050" y="3429000"/>
          <p14:tracePt t="147328" x="1987550" y="3435350"/>
          <p14:tracePt t="147345" x="2254250" y="3448050"/>
          <p14:tracePt t="147361" x="2393950" y="3448050"/>
          <p14:tracePt t="147378" x="2755900" y="3441700"/>
          <p14:tracePt t="147394" x="3098800" y="3429000"/>
          <p14:tracePt t="147411" x="3257550" y="3429000"/>
          <p14:tracePt t="147428" x="3543300" y="3416300"/>
          <p14:tracePt t="147444" x="3784600" y="3416300"/>
          <p14:tracePt t="147461" x="3886200" y="3416300"/>
          <p14:tracePt t="147477" x="4076700" y="3416300"/>
          <p14:tracePt t="147494" x="4229100" y="3422650"/>
          <p14:tracePt t="147510" x="4292600" y="3422650"/>
          <p14:tracePt t="147527" x="4419600" y="3429000"/>
          <p14:tracePt t="147544" x="4514850" y="3441700"/>
          <p14:tracePt t="147561" x="4540250" y="3441700"/>
          <p14:tracePt t="147564" x="4578350" y="3441700"/>
          <p14:tracePt t="147577" x="4622800" y="3441700"/>
          <p14:tracePt t="147594" x="4641850" y="3441700"/>
          <p14:tracePt t="147611" x="4711700" y="3448050"/>
          <p14:tracePt t="147627" x="4730750" y="3448050"/>
          <p14:tracePt t="147643" x="4743450" y="3448050"/>
          <p14:tracePt t="147660" x="4762500" y="3448050"/>
          <p14:tracePt t="147677" x="4768850" y="3448050"/>
          <p14:tracePt t="147711" x="4768850" y="3435350"/>
          <p14:tracePt t="147726" x="4756150" y="3435350"/>
          <p14:tracePt t="147744" x="4737100" y="3441700"/>
          <p14:tracePt t="147760" x="4724400" y="3448050"/>
          <p14:tracePt t="148203" x="4686300" y="3454400"/>
          <p14:tracePt t="148217" x="4622800" y="3473450"/>
          <p14:tracePt t="148224" x="4540250" y="3486150"/>
          <p14:tracePt t="148238" x="4476750" y="3505200"/>
          <p14:tracePt t="148245" x="4400550" y="3511550"/>
          <p14:tracePt t="148258" x="4305300" y="3530600"/>
          <p14:tracePt t="148274" x="4165600" y="3549650"/>
          <p14:tracePt t="148291" x="4108450" y="3562350"/>
          <p14:tracePt t="148309" x="4006850" y="3568700"/>
          <p14:tracePt t="148325" x="3937000" y="3575050"/>
          <p14:tracePt t="148342" x="3905250" y="3575050"/>
          <p14:tracePt t="148358" x="3886200" y="3575050"/>
          <p14:tracePt t="148374" x="3873500" y="3575050"/>
          <p14:tracePt t="148391" x="3854450" y="3575050"/>
          <p14:tracePt t="148408" x="3835400" y="3575050"/>
          <p14:tracePt t="148428" x="3822700" y="3575050"/>
          <p14:tracePt t="148444" x="3816350" y="3575050"/>
          <p14:tracePt t="148463" x="3816350" y="3568700"/>
          <p14:tracePt t="148484" x="3810000" y="3568700"/>
          <p14:tracePt t="148526" x="3803650" y="3568700"/>
          <p14:tracePt t="148603" x="3803650" y="3562350"/>
          <p14:tracePt t="148617" x="3810000" y="3562350"/>
          <p14:tracePt t="148626" x="3816350" y="3562350"/>
          <p14:tracePt t="148640" x="3841750" y="3562350"/>
          <p14:tracePt t="148657" x="3867150" y="3562350"/>
          <p14:tracePt t="148673" x="4108450" y="3543300"/>
          <p14:tracePt t="148690" x="4254500" y="3524250"/>
          <p14:tracePt t="148707" x="4406900" y="3524250"/>
          <p14:tracePt t="148723" x="4876800" y="3467100"/>
          <p14:tracePt t="148740" x="5327650" y="3435350"/>
          <p14:tracePt t="148758" x="5746750" y="3435350"/>
          <p14:tracePt t="148773" x="5930900" y="3435350"/>
          <p14:tracePt t="148789" x="6203950" y="3416300"/>
          <p14:tracePt t="148807" x="6445250" y="3416300"/>
          <p14:tracePt t="148823" x="6534150" y="3416300"/>
          <p14:tracePt t="148839" x="6699250" y="3416300"/>
          <p14:tracePt t="148856" x="6819900" y="3397250"/>
          <p14:tracePt t="148873" x="6870700" y="3390900"/>
          <p14:tracePt t="148889" x="6953250" y="3371850"/>
          <p14:tracePt t="148906" x="7048500" y="3365500"/>
          <p14:tracePt t="148922" x="7086600" y="3365500"/>
          <p14:tracePt t="148940" x="7162800" y="3365500"/>
          <p14:tracePt t="148956" x="7258050" y="3346450"/>
          <p14:tracePt t="148973" x="7315200" y="3340100"/>
          <p14:tracePt t="148989" x="7410450" y="3321050"/>
          <p14:tracePt t="149005" x="7473950" y="3321050"/>
          <p14:tracePt t="149022" x="7562850" y="3314700"/>
          <p14:tracePt t="149039" x="7620000" y="3314700"/>
          <p14:tracePt t="149055" x="7645400" y="3314700"/>
          <p14:tracePt t="149072" x="7677150" y="3314700"/>
          <p14:tracePt t="149089" x="7702550" y="3314700"/>
          <p14:tracePt t="149105" x="7708900" y="3314700"/>
          <p14:tracePt t="149151" x="7708900" y="3321050"/>
          <p14:tracePt t="149158" x="7708900" y="3327400"/>
          <p14:tracePt t="149172" x="7702550" y="3327400"/>
          <p14:tracePt t="149188" x="7696200" y="3327400"/>
          <p14:tracePt t="149204" x="7689850" y="3327400"/>
          <p14:tracePt t="149221" x="7677150" y="3327400"/>
          <p14:tracePt t="149238" x="7677150" y="3333750"/>
          <p14:tracePt t="149256" x="7670800" y="3333750"/>
          <p14:tracePt t="149306" x="7664450" y="3333750"/>
          <p14:tracePt t="149325" x="7658100" y="3333750"/>
          <p14:tracePt t="149340" x="7651750" y="3333750"/>
          <p14:tracePt t="149368" x="7645400" y="3333750"/>
          <p14:tracePt t="149395" x="7639050" y="3333750"/>
          <p14:tracePt t="149417" x="7632700" y="3340100"/>
          <p14:tracePt t="149466" x="7626350" y="3340100"/>
          <p14:tracePt t="149488" x="7620000" y="3340100"/>
          <p14:tracePt t="149515" x="7613650" y="3346450"/>
          <p14:tracePt t="149841" x="7524750" y="3346450"/>
          <p14:tracePt t="149848" x="7372350" y="3346450"/>
          <p14:tracePt t="149862" x="7181850" y="3359150"/>
          <p14:tracePt t="149872" x="7016750" y="3371850"/>
          <p14:tracePt t="149886" x="6750050" y="3397250"/>
          <p14:tracePt t="149902" x="6191250" y="3429000"/>
          <p14:tracePt t="149919" x="5568950" y="3524250"/>
          <p14:tracePt t="149935" x="5276850" y="3556000"/>
          <p14:tracePt t="149953" x="4762500" y="3600450"/>
          <p14:tracePt t="149968" x="4324350" y="3714750"/>
          <p14:tracePt t="149985" x="4140200" y="3778250"/>
          <p14:tracePt t="150003" x="3784600" y="3854450"/>
          <p14:tracePt t="150018" x="3454400" y="3943350"/>
          <p14:tracePt t="150035" x="3295650" y="3994150"/>
          <p14:tracePt t="150052" x="3028950" y="4083050"/>
          <p14:tracePt t="150068" x="2927350" y="4127500"/>
          <p14:tracePt t="150085" x="2705100" y="4210050"/>
          <p14:tracePt t="150088" x="2609850" y="4248150"/>
          <p14:tracePt t="150102" x="2527300" y="4279900"/>
          <p14:tracePt t="150118" x="2476500" y="4305300"/>
          <p14:tracePt t="150135" x="2330450" y="4368800"/>
          <p14:tracePt t="150151" x="2298700" y="4387850"/>
          <p14:tracePt t="150168" x="2266950" y="4400550"/>
          <p14:tracePt t="150185" x="2190750" y="4413250"/>
          <p14:tracePt t="150201" x="2184400" y="4432300"/>
          <p14:tracePt t="150218" x="2171700" y="4438650"/>
          <p14:tracePt t="150752" x="2127250" y="4451350"/>
          <p14:tracePt t="150759" x="2082800" y="4489450"/>
          <p14:tracePt t="150773" x="2025650" y="4527550"/>
          <p14:tracePt t="150782" x="1968500" y="4565650"/>
          <p14:tracePt t="150799" x="1911350" y="4591050"/>
          <p14:tracePt t="150816" x="1784350" y="4673600"/>
          <p14:tracePt t="150832" x="1682750" y="4743450"/>
          <p14:tracePt t="150851" x="1619250" y="4794250"/>
          <p14:tracePt t="150866" x="1581150" y="4819650"/>
          <p14:tracePt t="150882" x="1530350" y="4857750"/>
          <p14:tracePt t="150900" x="1479550" y="4895850"/>
          <p14:tracePt t="150916" x="1447800" y="4921250"/>
          <p14:tracePt t="150932" x="1403350" y="4946650"/>
          <p14:tracePt t="150949" x="1358900" y="4978400"/>
          <p14:tracePt t="150965" x="1339850" y="4991100"/>
          <p14:tracePt t="150982" x="1320800" y="4997450"/>
          <p14:tracePt t="150999" x="1282700" y="5016500"/>
          <p14:tracePt t="151015" x="1250950" y="5048250"/>
          <p14:tracePt t="151031" x="1238250" y="5054600"/>
          <p14:tracePt t="151048" x="1206500" y="5067300"/>
          <p14:tracePt t="151065" x="1193800" y="5073650"/>
          <p14:tracePt t="151082" x="1174750" y="5080000"/>
          <p14:tracePt t="151098" x="1162050" y="5080000"/>
          <p14:tracePt t="151101" x="1149350" y="5086350"/>
          <p14:tracePt t="151115" x="1136650" y="5086350"/>
          <p14:tracePt t="151131" x="1117600" y="5086350"/>
          <p14:tracePt t="151148" x="1104900" y="5092700"/>
          <p14:tracePt t="153093" x="1123950" y="5092700"/>
          <p14:tracePt t="153107" x="1149350" y="5105400"/>
          <p14:tracePt t="153115" x="1193800" y="5118100"/>
          <p14:tracePt t="153128" x="1250950" y="5130800"/>
          <p14:tracePt t="153141" x="1314450" y="5143500"/>
          <p14:tracePt t="153158" x="1460500" y="5175250"/>
          <p14:tracePt t="153174" x="1549400" y="5181600"/>
          <p14:tracePt t="153192" x="1739900" y="5226050"/>
          <p14:tracePt t="153208" x="1962150" y="5251450"/>
          <p14:tracePt t="153224" x="2051050" y="5264150"/>
          <p14:tracePt t="153241" x="2216150" y="5264150"/>
          <p14:tracePt t="153257" x="2355850" y="5276850"/>
          <p14:tracePt t="153274" x="2425700" y="5283200"/>
          <p14:tracePt t="153291" x="2527300" y="5302250"/>
          <p14:tracePt t="153307" x="2647950" y="5302250"/>
          <p14:tracePt t="153325" x="2711450" y="5308600"/>
          <p14:tracePt t="153340" x="2743200" y="5314950"/>
          <p14:tracePt t="153357" x="2774950" y="5321300"/>
          <p14:tracePt t="153374" x="2813050" y="5340350"/>
          <p14:tracePt t="153390" x="2857500" y="5346700"/>
          <p14:tracePt t="153407" x="2876550" y="5346700"/>
          <p14:tracePt t="153424" x="2921000" y="5353050"/>
          <p14:tracePt t="153440" x="2959100" y="5365750"/>
          <p14:tracePt t="153457" x="2990850" y="5378450"/>
          <p14:tracePt t="153473" x="3016250" y="5378450"/>
          <p14:tracePt t="153490" x="3041650" y="5391150"/>
          <p14:tracePt t="153507" x="3073400" y="5397500"/>
          <p14:tracePt t="153523" x="3086100" y="5397500"/>
          <p14:tracePt t="153540" x="3105150" y="5403850"/>
          <p14:tracePt t="153557" x="3117850" y="5403850"/>
          <p14:tracePt t="153590" x="3130550" y="5403850"/>
          <p14:tracePt t="153675" x="3124200" y="5397500"/>
          <p14:tracePt t="153717" x="3117850" y="5391150"/>
          <p14:tracePt t="153725" x="3111500" y="5391150"/>
          <p14:tracePt t="153780" x="3105150" y="5384800"/>
          <p14:tracePt t="153788" x="3098800" y="5384800"/>
          <p14:tracePt t="153809" x="3092450" y="5378450"/>
          <p14:tracePt t="153816" x="3086100" y="5378450"/>
          <p14:tracePt t="153858" x="3086100" y="5372100"/>
          <p14:tracePt t="153865" x="3079750" y="5372100"/>
          <p14:tracePt t="153921" x="3073400" y="5372100"/>
          <p14:tracePt t="153927" x="3067050" y="5365750"/>
          <p14:tracePt t="153956" x="3060700" y="5365750"/>
          <p14:tracePt t="153977" x="3054350" y="5365750"/>
          <p14:tracePt t="154012" x="3048000" y="5365750"/>
          <p14:tracePt t="154068" x="3041650" y="5365750"/>
          <p14:tracePt t="154110" x="3035300" y="5359400"/>
          <p14:tracePt t="154139" x="3028950" y="5359400"/>
          <p14:tracePt t="154145" x="3022600" y="5359400"/>
          <p14:tracePt t="154173" x="3016250" y="5353050"/>
          <p14:tracePt t="154244" x="3009900" y="5346700"/>
          <p14:tracePt t="154265" x="3003550" y="5346700"/>
          <p14:tracePt t="154272" x="3003550" y="5340350"/>
          <p14:tracePt t="154279" x="2997200" y="5340350"/>
          <p14:tracePt t="154307" x="2990850" y="5340350"/>
          <p14:tracePt t="154869" x="2997200" y="5340350"/>
          <p14:tracePt t="154882" x="3016250" y="5340350"/>
          <p14:tracePt t="154890" x="3028950" y="5340350"/>
          <p14:tracePt t="154901" x="3041650" y="5334000"/>
          <p14:tracePt t="154919" x="3073400" y="5334000"/>
          <p14:tracePt t="154935" x="3086100" y="5327650"/>
          <p14:tracePt t="154951" x="3105150" y="5327650"/>
          <p14:tracePt t="154968" x="3162300" y="5321300"/>
          <p14:tracePt t="154985" x="3181350" y="5321300"/>
          <p14:tracePt t="155002" x="3225800" y="5321300"/>
          <p14:tracePt t="155018" x="3251200" y="5314950"/>
          <p14:tracePt t="155035" x="3282950" y="5314950"/>
          <p14:tracePt t="155052" x="3314700" y="5308600"/>
          <p14:tracePt t="155068" x="3321050" y="5302250"/>
          <p14:tracePt t="155084" x="3340100" y="5302250"/>
          <p14:tracePt t="155101" x="3352800" y="5302250"/>
          <p14:tracePt t="155118" x="3359150" y="5302250"/>
          <p14:tracePt t="155122" x="3359150" y="5295900"/>
          <p14:tracePt t="155134" x="3365500" y="5295900"/>
          <p14:tracePt t="155151" x="3371850" y="5295900"/>
          <p14:tracePt t="155178" x="3378200" y="5295900"/>
          <p14:tracePt t="155339" x="3371850" y="5295900"/>
          <p14:tracePt t="155374" x="3365500" y="5295900"/>
          <p14:tracePt t="155409" x="3365500" y="5302250"/>
          <p14:tracePt t="155852" x="3314700" y="5302250"/>
          <p14:tracePt t="155859" x="3251200" y="5321300"/>
          <p14:tracePt t="155874" x="3168650" y="5327650"/>
          <p14:tracePt t="155882" x="3092450" y="5359400"/>
          <p14:tracePt t="155898" x="3009900" y="5378450"/>
          <p14:tracePt t="155916" x="2876550" y="5429250"/>
          <p14:tracePt t="155931" x="2755900" y="5467350"/>
          <p14:tracePt t="155948" x="2711450" y="5480050"/>
          <p14:tracePt t="155966" x="2641600" y="5505450"/>
          <p14:tracePt t="155982" x="2616200" y="5511800"/>
          <p14:tracePt t="155998" x="2578100" y="5524500"/>
          <p14:tracePt t="156015" x="2552700" y="5530850"/>
          <p14:tracePt t="156031" x="2540000" y="5537200"/>
          <p14:tracePt t="156048" x="2527300" y="5543550"/>
          <p14:tracePt t="156065" x="2514600" y="5543550"/>
          <p14:tracePt t="156081" x="2508250" y="5543550"/>
          <p14:tracePt t="156098" x="2495550" y="5549900"/>
          <p14:tracePt t="156130" x="2482850" y="5556250"/>
          <p14:tracePt t="156148" x="2463800" y="5556250"/>
          <p14:tracePt t="156164" x="2438400" y="5556250"/>
          <p14:tracePt t="156183" x="2413000" y="5556250"/>
          <p14:tracePt t="156197" x="2393950" y="5556250"/>
          <p14:tracePt t="156214" x="2355850" y="5556250"/>
          <p14:tracePt t="156231" x="2286000" y="5556250"/>
          <p14:tracePt t="156247" x="2260600" y="5556250"/>
          <p14:tracePt t="156264" x="2222500" y="5556250"/>
          <p14:tracePt t="156281" x="2089150" y="5556250"/>
          <p14:tracePt t="156297" x="2057400" y="5562600"/>
          <p14:tracePt t="156313" x="2032000" y="5562600"/>
          <p14:tracePt t="156330" x="1981200" y="5581650"/>
          <p14:tracePt t="156347" x="1930400" y="5588000"/>
          <p14:tracePt t="156364" x="1911350" y="5588000"/>
          <p14:tracePt t="156380" x="1860550" y="5594350"/>
          <p14:tracePt t="156397" x="1822450" y="5600700"/>
          <p14:tracePt t="156414" x="1778000" y="5607050"/>
          <p14:tracePt t="156430" x="1758950" y="5613400"/>
          <p14:tracePt t="156446" x="1733550" y="5613400"/>
          <p14:tracePt t="156463" x="1714500" y="5619750"/>
          <p14:tracePt t="156479" x="1708150" y="5619750"/>
          <p14:tracePt t="156513" x="1701800" y="5619750"/>
          <p14:tracePt t="156547" x="1695450" y="5619750"/>
          <p14:tracePt t="156666" x="1701800" y="5619750"/>
          <p14:tracePt t="156722" x="1708150" y="5619750"/>
          <p14:tracePt t="156744" x="1714500" y="5613400"/>
          <p14:tracePt t="156757" x="1720850" y="5613400"/>
          <p14:tracePt t="156765" x="1727200" y="5613400"/>
          <p14:tracePt t="156779" x="1733550" y="5607050"/>
          <p14:tracePt t="156795" x="1758950" y="5581650"/>
          <p14:tracePt t="156812" x="1765300" y="5556250"/>
          <p14:tracePt t="156829" x="1803400" y="5492750"/>
          <p14:tracePt t="156844" x="1828800" y="5384800"/>
          <p14:tracePt t="156863" x="1860550" y="5276850"/>
          <p14:tracePt t="156878" x="1860550" y="5226050"/>
          <p14:tracePt t="156895" x="1866900" y="5162550"/>
          <p14:tracePt t="156912" x="1873250" y="5016500"/>
          <p14:tracePt t="156928" x="1873250" y="4978400"/>
          <p14:tracePt t="156945" x="1873250" y="4933950"/>
          <p14:tracePt t="156961" x="1873250" y="4870450"/>
          <p14:tracePt t="156978" x="1873250" y="4813300"/>
          <p14:tracePt t="156995" x="1873250" y="4775200"/>
          <p14:tracePt t="157011" x="1866900" y="4718050"/>
          <p14:tracePt t="157028" x="1860550" y="4648200"/>
          <p14:tracePt t="157045" x="1854200" y="4597400"/>
          <p14:tracePt t="157061" x="1854200" y="4572000"/>
          <p14:tracePt t="157077" x="1847850" y="4521200"/>
          <p14:tracePt t="157095" x="1835150" y="4483100"/>
          <p14:tracePt t="157111" x="1835150" y="4457700"/>
          <p14:tracePt t="157127" x="1828800" y="4432300"/>
          <p14:tracePt t="157144" x="1816100" y="4413250"/>
          <p14:tracePt t="157165" x="1816100" y="4406900"/>
          <p14:tracePt t="157180" x="1809750" y="4400550"/>
          <p14:tracePt t="157194" x="1809750" y="4394200"/>
          <p14:tracePt t="157214" x="1809750" y="4387850"/>
          <p14:tracePt t="157263" x="1816100" y="4387850"/>
          <p14:tracePt t="157297" x="1828800" y="4387850"/>
          <p14:tracePt t="157305" x="1835150" y="4381500"/>
          <p14:tracePt t="157319" x="1841500" y="4381500"/>
          <p14:tracePt t="157327" x="1860550" y="4381500"/>
          <p14:tracePt t="157343" x="1885950" y="4375150"/>
          <p14:tracePt t="157360" x="1981200" y="4375150"/>
          <p14:tracePt t="157376" x="2159000" y="4368800"/>
          <p14:tracePt t="157393" x="2260600" y="4356100"/>
          <p14:tracePt t="157410" x="2489200" y="4356100"/>
          <p14:tracePt t="157426" x="2736850" y="4356100"/>
          <p14:tracePt t="157443" x="2876550" y="4356100"/>
          <p14:tracePt t="157460" x="3143250" y="4362450"/>
          <p14:tracePt t="157476" x="3397250" y="4356100"/>
          <p14:tracePt t="157493" x="3524250" y="4356100"/>
          <p14:tracePt t="157510" x="3759200" y="4356100"/>
          <p14:tracePt t="157526" x="3848100" y="4356100"/>
          <p14:tracePt t="157543" x="4038600" y="4343400"/>
          <p14:tracePt t="157559" x="4184650" y="4343400"/>
          <p14:tracePt t="157576" x="4248150" y="4343400"/>
          <p14:tracePt t="157593" x="4349750" y="4343400"/>
          <p14:tracePt t="157609" x="4419600" y="4343400"/>
          <p14:tracePt t="157626" x="4445000" y="4343400"/>
          <p14:tracePt t="157643" x="4489450" y="4343400"/>
          <p14:tracePt t="157659" x="4521200" y="4343400"/>
          <p14:tracePt t="157676" x="4533900" y="4343400"/>
          <p14:tracePt t="157692" x="4546600" y="4343400"/>
          <p14:tracePt t="157768" x="4540250" y="4343400"/>
          <p14:tracePt t="157776" x="4533900" y="4343400"/>
          <p14:tracePt t="157789" x="4527550" y="4343400"/>
          <p14:tracePt t="157796" x="4521200" y="4337050"/>
          <p14:tracePt t="157817" x="4514850" y="4337050"/>
          <p14:tracePt t="157825" x="4508500" y="4330700"/>
          <p14:tracePt t="157845" x="4502150" y="4330700"/>
          <p14:tracePt t="157866" x="4495800" y="4330700"/>
          <p14:tracePt t="157887" x="4489450" y="4324350"/>
          <p14:tracePt t="157929" x="4483100" y="4324350"/>
          <p14:tracePt t="157979" x="4476750" y="4318000"/>
          <p14:tracePt t="158035" x="4483100" y="4318000"/>
          <p14:tracePt t="158056" x="4489450" y="4318000"/>
          <p14:tracePt t="158069" x="4502150" y="4318000"/>
          <p14:tracePt t="158077" x="4514850" y="4318000"/>
          <p14:tracePt t="158093" x="4533900" y="4318000"/>
          <p14:tracePt t="158107" x="4572000" y="4318000"/>
          <p14:tracePt t="158124" x="4699000" y="4330700"/>
          <p14:tracePt t="158141" x="4895850" y="4362450"/>
          <p14:tracePt t="158157" x="5022850" y="4375150"/>
          <p14:tracePt t="158160" x="5149850" y="4406900"/>
          <p14:tracePt t="158173" x="5264150" y="4425950"/>
          <p14:tracePt t="158190" x="5537200" y="4470400"/>
          <p14:tracePt t="158207" x="5651500" y="4489450"/>
          <p14:tracePt t="158224" x="5867400" y="4533900"/>
          <p14:tracePt t="158241" x="5975350" y="4540250"/>
          <p14:tracePt t="158257" x="6140450" y="4565650"/>
          <p14:tracePt t="158274" x="6254750" y="4565650"/>
          <p14:tracePt t="158290" x="6311900" y="4559300"/>
          <p14:tracePt t="158307" x="6388100" y="4552950"/>
          <p14:tracePt t="158323" x="6451600" y="4546600"/>
          <p14:tracePt t="158340" x="6470650" y="4546600"/>
          <p14:tracePt t="158357" x="6502400" y="4540250"/>
          <p14:tracePt t="158373" x="6515100" y="4540250"/>
          <p14:tracePt t="158390" x="6521450" y="4540250"/>
          <p14:tracePt t="158406" x="6527800" y="4540250"/>
          <p14:tracePt t="158423" x="6534150" y="4540250"/>
          <p14:tracePt t="158449" x="6534150" y="4533900"/>
          <p14:tracePt t="158457" x="6534150" y="4527550"/>
          <p14:tracePt t="158473" x="6527800" y="4527550"/>
          <p14:tracePt t="158489" x="6521450" y="4514850"/>
          <p14:tracePt t="158506" x="6496050" y="4514850"/>
          <p14:tracePt t="158523" x="6457950" y="4514850"/>
          <p14:tracePt t="158540" x="6324600" y="4540250"/>
          <p14:tracePt t="158556" x="6045200" y="4610100"/>
          <p14:tracePt t="158572" x="5810250" y="4679950"/>
          <p14:tracePt t="158589" x="5118100" y="4851400"/>
          <p14:tracePt t="158605" x="4292600" y="5105400"/>
          <p14:tracePt t="158622" x="3460750" y="5372100"/>
          <p14:tracePt t="158639" x="2724150" y="5651500"/>
          <p14:tracePt t="158656" x="2400300" y="5791200"/>
          <p14:tracePt t="158659" x="2159000" y="5899150"/>
          <p14:tracePt t="158672" x="1955800" y="6013450"/>
          <p14:tracePt t="158688" x="1638300" y="6165850"/>
          <p14:tracePt t="158705" x="1524000" y="6216650"/>
          <p14:tracePt t="158723" x="1308100" y="6311900"/>
          <p14:tracePt t="158739" x="1187450" y="6356350"/>
          <p14:tracePt t="158755" x="1143000" y="6375400"/>
          <p14:tracePt t="158772" x="1111250" y="6388100"/>
          <p14:tracePt t="158789" x="1104900" y="6388100"/>
          <p14:tracePt t="158805" x="1098550" y="6388100"/>
          <p14:tracePt t="158849" x="1092200" y="6388100"/>
          <p14:tracePt t="158869" x="1092200" y="6381750"/>
          <p14:tracePt t="158877" x="1092200" y="6375400"/>
          <p14:tracePt t="158891" x="1092200" y="6369050"/>
          <p14:tracePt t="158912" x="1092200" y="6362700"/>
          <p14:tracePt t="158920" x="1092200" y="6350000"/>
          <p14:tracePt t="158937" x="1098550" y="6343650"/>
          <p14:tracePt t="158955" x="1104900" y="6337300"/>
          <p14:tracePt t="158971" x="1117600" y="6324600"/>
          <p14:tracePt t="158989" x="1130300" y="6299200"/>
          <p14:tracePt t="159004" x="1136650" y="6286500"/>
          <p14:tracePt t="159021" x="1155700" y="6242050"/>
          <p14:tracePt t="159038" x="1193800" y="6178550"/>
          <p14:tracePt t="159054" x="1231900" y="6146800"/>
          <p14:tracePt t="159071" x="1263650" y="6115050"/>
          <p14:tracePt t="159090" x="1384300" y="5981700"/>
          <p14:tracePt t="159104" x="1428750" y="5937250"/>
          <p14:tracePt t="159122" x="1485900" y="5899150"/>
          <p14:tracePt t="159137" x="1600200" y="5810250"/>
          <p14:tracePt t="159155" x="1708150" y="5746750"/>
          <p14:tracePt t="159157" x="1752600" y="5721350"/>
          <p14:tracePt t="159173" x="1784350" y="5695950"/>
          <p14:tracePt t="159187" x="1816100" y="5683250"/>
          <p14:tracePt t="159204" x="1841500" y="5657850"/>
          <p14:tracePt t="159221" x="1854200" y="5645150"/>
          <p14:tracePt t="159236" x="1860550" y="5645150"/>
          <p14:tracePt t="159272" x="1854200" y="5645150"/>
          <p14:tracePt t="159286" x="1847850" y="5645150"/>
          <p14:tracePt t="159304" x="1835150" y="5651500"/>
          <p14:tracePt t="159320" x="1822450" y="5664200"/>
          <p14:tracePt t="159336" x="1809750" y="5670550"/>
          <p14:tracePt t="159354" x="1778000" y="5683250"/>
          <p14:tracePt t="159370" x="1714500" y="5708650"/>
          <p14:tracePt t="159386" x="1670050" y="5721350"/>
          <p14:tracePt t="159403" x="1562100" y="5772150"/>
          <p14:tracePt t="159419" x="1492250" y="5797550"/>
          <p14:tracePt t="159436" x="1358900" y="5854700"/>
          <p14:tracePt t="159453" x="1244600" y="5911850"/>
          <p14:tracePt t="159469" x="1200150" y="5937250"/>
          <p14:tracePt t="159486" x="1123950" y="5981700"/>
          <p14:tracePt t="159503" x="1098550" y="5994400"/>
          <p14:tracePt t="159519" x="1092200" y="6000750"/>
          <p14:tracePt t="159536" x="1085850" y="6007100"/>
          <p14:tracePt t="159600" x="1092200" y="6007100"/>
          <p14:tracePt t="159620" x="1104900" y="6007100"/>
          <p14:tracePt t="159649" x="1111250" y="6007100"/>
          <p14:tracePt t="159691" x="1117600" y="6007100"/>
          <p14:tracePt t="159712" x="1123950" y="6007100"/>
          <p14:tracePt t="159733" x="1130300" y="6007100"/>
          <p14:tracePt t="159754" x="1136650" y="6007100"/>
          <p14:tracePt t="159760" x="1143000" y="6013450"/>
          <p14:tracePt t="159774" x="1149350" y="6019800"/>
          <p14:tracePt t="159788" x="1155700" y="6032500"/>
          <p14:tracePt t="159805" x="1162050" y="6038850"/>
          <p14:tracePt t="159818" x="1174750" y="6051550"/>
          <p14:tracePt t="159835" x="1212850" y="6096000"/>
          <p14:tracePt t="159852" x="1257300" y="6153150"/>
          <p14:tracePt t="159868" x="1282700" y="6172200"/>
          <p14:tracePt t="159884" x="1327150" y="6216650"/>
          <p14:tracePt t="159901" x="1358900" y="6254750"/>
          <p14:tracePt t="159918" x="1371600" y="6267450"/>
          <p14:tracePt t="159934" x="1390650" y="6273800"/>
          <p14:tracePt t="159951" x="1397000" y="6286500"/>
          <p14:tracePt t="159967" x="1403350" y="6286500"/>
          <p14:tracePt t="159985" x="1409700" y="6286500"/>
          <p14:tracePt t="160021" x="1416050" y="6286500"/>
          <p14:tracePt t="160084" x="1416050" y="6280150"/>
          <p14:tracePt t="160161" x="1409700" y="6280150"/>
          <p14:tracePt t="160182" x="1403350" y="6280150"/>
          <p14:tracePt t="160714" x="1422400" y="6280150"/>
          <p14:tracePt t="160720" x="1466850" y="6299200"/>
          <p14:tracePt t="160735" x="1524000" y="6311900"/>
          <p14:tracePt t="160748" x="1587500" y="6324600"/>
          <p14:tracePt t="160765" x="1733550" y="6350000"/>
          <p14:tracePt t="160781" x="1822450" y="6375400"/>
          <p14:tracePt t="160798" x="2032000" y="6407150"/>
          <p14:tracePt t="160815" x="2260600" y="6426200"/>
          <p14:tracePt t="160831" x="2362200" y="6426200"/>
          <p14:tracePt t="160848" x="2552700" y="6432550"/>
          <p14:tracePt t="160864" x="2717800" y="6432550"/>
          <p14:tracePt t="160882" x="2844800" y="6432550"/>
          <p14:tracePt t="160897" x="2895600" y="6432550"/>
          <p14:tracePt t="160914" x="2946400" y="6445250"/>
          <p14:tracePt t="160932" x="3067050" y="6432550"/>
          <p14:tracePt t="160947" x="3092450" y="6432550"/>
          <p14:tracePt t="160964" x="3111500" y="6432550"/>
          <p14:tracePt t="160981" x="3143250" y="6432550"/>
          <p14:tracePt t="160997" x="3168650" y="6438900"/>
          <p14:tracePt t="161014" x="3181350" y="6438900"/>
          <p14:tracePt t="161030" x="3200400" y="6438900"/>
          <p14:tracePt t="161047" x="3206750" y="6438900"/>
          <p14:tracePt t="161064" x="3219450" y="6438900"/>
          <p14:tracePt t="161080" x="3225800" y="6438900"/>
          <p14:tracePt t="161097" x="3244850" y="6438900"/>
          <p14:tracePt t="161114" x="3257550" y="6438900"/>
          <p14:tracePt t="161130" x="3263900" y="6445250"/>
          <p14:tracePt t="161147" x="3276600" y="6445250"/>
          <p14:tracePt t="161163" x="3295650" y="6445250"/>
          <p14:tracePt t="161180" x="3314700" y="6445250"/>
          <p14:tracePt t="161197" x="3327400" y="6445250"/>
          <p14:tracePt t="161200" x="3340100" y="6451600"/>
          <p14:tracePt t="161214" x="3352800" y="6451600"/>
          <p14:tracePt t="161230" x="3359150" y="6451600"/>
          <p14:tracePt t="161247" x="3403600" y="6457950"/>
          <p14:tracePt t="161263" x="3429000" y="6457950"/>
          <p14:tracePt t="161280" x="3460750" y="6457950"/>
          <p14:tracePt t="161296" x="3536950" y="6457950"/>
          <p14:tracePt t="161313" x="3594100" y="6457950"/>
          <p14:tracePt t="161330" x="3644900" y="6457950"/>
          <p14:tracePt t="161346" x="3733800" y="6457950"/>
          <p14:tracePt t="161363" x="3784600" y="6457950"/>
          <p14:tracePt t="161381" x="3873500" y="6457950"/>
          <p14:tracePt t="161396" x="3917950" y="6457950"/>
          <p14:tracePt t="161412" x="3968750" y="6457950"/>
          <p14:tracePt t="161430" x="4025900" y="6451600"/>
          <p14:tracePt t="161445" x="4044950" y="6451600"/>
          <p14:tracePt t="161462" x="4064000" y="6451600"/>
          <p14:tracePt t="161479" x="4114800" y="6445250"/>
          <p14:tracePt t="161495" x="4133850" y="6445250"/>
          <p14:tracePt t="161512" x="4159250" y="6445250"/>
          <p14:tracePt t="161529" x="4191000" y="6438900"/>
          <p14:tracePt t="161546" x="4210050" y="6438900"/>
          <p14:tracePt t="161563" x="4235450" y="6432550"/>
          <p14:tracePt t="161579" x="4248150" y="6432550"/>
          <p14:tracePt t="161596" x="4254500" y="6432550"/>
          <p14:tracePt t="161612" x="4260850" y="6426200"/>
          <p14:tracePt t="161629" x="4267200" y="6426200"/>
          <p14:tracePt t="161662" x="4273550" y="6419850"/>
          <p14:tracePt t="161678" x="4279900" y="6419850"/>
          <p14:tracePt t="161695" x="4292600" y="6413500"/>
          <p14:tracePt t="161711" x="4298950" y="6407150"/>
          <p14:tracePt t="162164" x="4330700" y="6394450"/>
          <p14:tracePt t="162178" x="4375150" y="6369050"/>
          <p14:tracePt t="162186" x="4445000" y="6337300"/>
          <p14:tracePt t="162200" x="4502150" y="6311900"/>
          <p14:tracePt t="162210" x="4552950" y="6280150"/>
          <p14:tracePt t="162226" x="4597400" y="6267450"/>
          <p14:tracePt t="162243" x="4743450" y="6216650"/>
          <p14:tracePt t="162260" x="4826000" y="6203950"/>
          <p14:tracePt t="162277" x="4984750" y="6165850"/>
          <p14:tracePt t="162293" x="5073650" y="6146800"/>
          <p14:tracePt t="162309" x="5257800" y="6096000"/>
          <p14:tracePt t="162326" x="5403850" y="6045200"/>
          <p14:tracePt t="162343" x="5461000" y="6019800"/>
          <p14:tracePt t="162361" x="5530850" y="5994400"/>
          <p14:tracePt t="162376" x="5575300" y="5975350"/>
          <p14:tracePt t="162393" x="5594350" y="5962650"/>
          <p14:tracePt t="162410" x="5632450" y="5943600"/>
          <p14:tracePt t="162425" x="5676900" y="5911850"/>
          <p14:tracePt t="162442" x="5695950" y="5911850"/>
          <p14:tracePt t="166876" x="5683250" y="5905500"/>
          <p14:tracePt t="166889" x="5638800" y="5892800"/>
          <p14:tracePt t="166896" x="5594350" y="5867400"/>
          <p14:tracePt t="166913" x="5543550" y="5835650"/>
          <p14:tracePt t="166927" x="5429250" y="5778500"/>
          <p14:tracePt t="166943" x="5346700" y="5727700"/>
          <p14:tracePt t="166960" x="5168900" y="5607050"/>
          <p14:tracePt t="166977" x="5086350" y="5543550"/>
          <p14:tracePt t="166993" x="4857750" y="5391150"/>
          <p14:tracePt t="167010" x="4591050" y="5207000"/>
          <p14:tracePt t="167027" x="4470400" y="5130800"/>
          <p14:tracePt t="167043" x="4260850" y="4965700"/>
          <p14:tracePt t="167060" x="4070350" y="4832350"/>
          <p14:tracePt t="167076" x="3975100" y="4768850"/>
          <p14:tracePt t="167093" x="3803650" y="4654550"/>
          <p14:tracePt t="167110" x="3638550" y="4559300"/>
          <p14:tracePt t="167126" x="3568700" y="4508500"/>
          <p14:tracePt t="167143" x="3403600" y="4438650"/>
          <p14:tracePt t="167159" x="3270250" y="4381500"/>
          <p14:tracePt t="167178" x="3149600" y="4343400"/>
          <p14:tracePt t="167192" x="3086100" y="4337050"/>
          <p14:tracePt t="167209" x="2965450" y="4318000"/>
          <p14:tracePt t="167226" x="2857500" y="4305300"/>
          <p14:tracePt t="167242" x="2806700" y="4305300"/>
          <p14:tracePt t="167259" x="2755900" y="4298950"/>
          <p14:tracePt t="167263" x="2698750" y="4298950"/>
          <p14:tracePt t="167276" x="2609850" y="4298950"/>
          <p14:tracePt t="167292" x="2565400" y="4311650"/>
          <p14:tracePt t="167309" x="2514600" y="4318000"/>
          <p14:tracePt t="167325" x="2444750" y="4324350"/>
          <p14:tracePt t="167342" x="2393950" y="4349750"/>
          <p14:tracePt t="167360" x="2343150" y="4368800"/>
          <p14:tracePt t="167375" x="2324100" y="4387850"/>
          <p14:tracePt t="167392" x="2298700" y="4419600"/>
          <p14:tracePt t="167409" x="2273300" y="4470400"/>
          <p14:tracePt t="167425" x="2273300" y="4483100"/>
          <p14:tracePt t="167786" x="2228850" y="4483100"/>
          <p14:tracePt t="167800" x="2159000" y="4495800"/>
          <p14:tracePt t="167810" x="2070100" y="4495800"/>
          <p14:tracePt t="167823" x="2006600" y="4495800"/>
          <p14:tracePt t="167840" x="1943100" y="4495800"/>
          <p14:tracePt t="167857" x="1797050" y="4489450"/>
          <p14:tracePt t="167873" x="1758950" y="4489450"/>
          <p14:tracePt t="167892" x="1701800" y="4483100"/>
          <p14:tracePt t="167907" x="1663700" y="4476750"/>
          <p14:tracePt t="167923" x="1612900" y="4457700"/>
          <p14:tracePt t="167940" x="1581150" y="4451350"/>
          <p14:tracePt t="167956" x="1530350" y="4438650"/>
          <p14:tracePt t="167973" x="1473200" y="4413250"/>
          <p14:tracePt t="167990" x="1409700" y="4381500"/>
          <p14:tracePt t="168006" x="1377950" y="4375150"/>
          <p14:tracePt t="168023" x="1327150" y="4356100"/>
          <p14:tracePt t="168040" x="1282700" y="4330700"/>
          <p14:tracePt t="168056" x="1270000" y="4318000"/>
          <p14:tracePt t="168074" x="1238250" y="4305300"/>
          <p14:tracePt t="168089" x="1200150" y="4292600"/>
          <p14:tracePt t="168106" x="1187450" y="4286250"/>
          <p14:tracePt t="168123" x="1162050" y="4286250"/>
          <p14:tracePt t="168139" x="1149350" y="4279900"/>
          <p14:tracePt t="168172" x="1130300" y="4279900"/>
          <p14:tracePt t="168206" x="1117600" y="4279900"/>
          <p14:tracePt t="168239" x="1111250" y="4279900"/>
          <p14:tracePt t="168390" x="1111250" y="4273550"/>
          <p14:tracePt t="168410" x="1111250" y="4267200"/>
          <p14:tracePt t="168417" x="1111250" y="4260850"/>
          <p14:tracePt t="168762" x="1123950" y="4311650"/>
          <p14:tracePt t="168776" x="1149350" y="4387850"/>
          <p14:tracePt t="168783" x="1174750" y="4470400"/>
          <p14:tracePt t="168790" x="1193800" y="4546600"/>
          <p14:tracePt t="168806" x="1200150" y="4635500"/>
          <p14:tracePt t="168820" x="1231900" y="4794250"/>
          <p14:tracePt t="168837" x="1238250" y="4870450"/>
          <p14:tracePt t="168854" x="1270000" y="5041900"/>
          <p14:tracePt t="168870" x="1289050" y="5130800"/>
          <p14:tracePt t="168887" x="1314450" y="5334000"/>
          <p14:tracePt t="168903" x="1333500" y="5518150"/>
          <p14:tracePt t="168920" x="1339850" y="5581650"/>
          <p14:tracePt t="168937" x="1352550" y="5708650"/>
          <p14:tracePt t="168953" x="1371600" y="5842000"/>
          <p14:tracePt t="168970" x="1371600" y="5892800"/>
          <p14:tracePt t="168987" x="1377950" y="5988050"/>
          <p14:tracePt t="169003" x="1377950" y="6057900"/>
          <p14:tracePt t="169020" x="1377950" y="6083300"/>
          <p14:tracePt t="169036" x="1377950" y="6134100"/>
          <p14:tracePt t="169053" x="1377950" y="6159500"/>
          <p14:tracePt t="169069" x="1377950" y="6172200"/>
          <p14:tracePt t="169086" x="1377950" y="6178550"/>
          <p14:tracePt t="169190" x="1377950" y="6172200"/>
          <p14:tracePt t="169211" x="1377950" y="6165850"/>
          <p14:tracePt t="169225" x="1377950" y="6153150"/>
          <p14:tracePt t="169232" x="1377950" y="6140450"/>
          <p14:tracePt t="169239" x="1371600" y="6121400"/>
          <p14:tracePt t="169255" x="1371600" y="6089650"/>
          <p14:tracePt t="169269" x="1358900" y="6045200"/>
          <p14:tracePt t="169286" x="1352550" y="5899150"/>
          <p14:tracePt t="169303" x="1333500" y="5734050"/>
          <p14:tracePt t="169319" x="1320800" y="5645150"/>
          <p14:tracePt t="169335" x="1301750" y="5473700"/>
          <p14:tracePt t="169352" x="1270000" y="5321300"/>
          <p14:tracePt t="169368" x="1270000" y="5245100"/>
          <p14:tracePt t="169385" x="1244600" y="5099050"/>
          <p14:tracePt t="169402" x="1212850" y="4991100"/>
          <p14:tracePt t="169418" x="1200150" y="4946650"/>
          <p14:tracePt t="169436" x="1168400" y="4883150"/>
          <p14:tracePt t="169451" x="1155700" y="4832350"/>
          <p14:tracePt t="169468" x="1136650" y="4813300"/>
          <p14:tracePt t="169485" x="1123950" y="4781550"/>
          <p14:tracePt t="169502" x="1117600" y="4756150"/>
          <p14:tracePt t="169518" x="1092200" y="4724400"/>
          <p14:tracePt t="169535" x="1066800" y="4679950"/>
          <p14:tracePt t="169551" x="1054100" y="4667250"/>
          <p14:tracePt t="169568" x="1035050" y="4622800"/>
          <p14:tracePt t="169585" x="1009650" y="4572000"/>
          <p14:tracePt t="169601" x="996950" y="4552950"/>
          <p14:tracePt t="169619" x="971550" y="4502150"/>
          <p14:tracePt t="169634" x="958850" y="4470400"/>
          <p14:tracePt t="169651" x="927100" y="4419600"/>
          <p14:tracePt t="169668" x="908050" y="4356100"/>
          <p14:tracePt t="169684" x="876300" y="4305300"/>
          <p14:tracePt t="169701" x="869950" y="4279900"/>
          <p14:tracePt t="169717" x="857250" y="4248150"/>
          <p14:tracePt t="169734" x="844550" y="4216400"/>
          <p14:tracePt t="169751" x="844550" y="4203700"/>
          <p14:tracePt t="169767" x="838200" y="4184650"/>
          <p14:tracePt t="169783" x="831850" y="4178300"/>
          <p14:tracePt t="169801" x="825500" y="4171950"/>
          <p14:tracePt t="169817" x="825500" y="4165600"/>
          <p14:tracePt t="169833" x="825500" y="4159250"/>
          <p14:tracePt t="169864" x="819150" y="4159250"/>
          <p14:tracePt t="169906" x="819150" y="4152900"/>
          <p14:tracePt t="169962" x="819150" y="4146550"/>
          <p14:tracePt t="170095" x="819150" y="4152900"/>
          <p14:tracePt t="170102" x="819150" y="4159250"/>
          <p14:tracePt t="170118" x="819150" y="4171950"/>
          <p14:tracePt t="170132" x="819150" y="4178300"/>
          <p14:tracePt t="170149" x="825500" y="4241800"/>
          <p14:tracePt t="170166" x="844550" y="4362450"/>
          <p14:tracePt t="170182" x="863600" y="4438650"/>
          <p14:tracePt t="170199" x="895350" y="4622800"/>
          <p14:tracePt t="170216" x="939800" y="4813300"/>
          <p14:tracePt t="170232" x="958850" y="4914900"/>
          <p14:tracePt t="170250" x="996950" y="5137150"/>
          <p14:tracePt t="170265" x="1041400" y="5327650"/>
          <p14:tracePt t="170282" x="1060450" y="5422900"/>
          <p14:tracePt t="170299" x="1079500" y="5575300"/>
          <p14:tracePt t="170315" x="1104900" y="5683250"/>
          <p14:tracePt t="170332" x="1117600" y="5740400"/>
          <p14:tracePt t="170348" x="1143000" y="5835650"/>
          <p14:tracePt t="170364" x="1162050" y="5930900"/>
          <p14:tracePt t="170381" x="1168400" y="5981700"/>
          <p14:tracePt t="170398" x="1174750" y="6051550"/>
          <p14:tracePt t="170415" x="1187450" y="6076950"/>
          <p14:tracePt t="170432" x="1193800" y="6140450"/>
          <p14:tracePt t="170448" x="1193800" y="6159500"/>
          <p14:tracePt t="170464" x="1200150" y="6172200"/>
          <p14:tracePt t="170481" x="1200150" y="6197600"/>
          <p14:tracePt t="170498" x="1206500" y="6203950"/>
          <p14:tracePt t="170514" x="1206500" y="6210300"/>
          <p14:tracePt t="170531" x="1206500" y="6216650"/>
          <p14:tracePt t="170567" x="1212850" y="6216650"/>
          <p14:tracePt t="170581" x="1219200" y="6216650"/>
          <p14:tracePt t="170597" x="1231900" y="6216650"/>
          <p14:tracePt t="170615" x="1257300" y="6216650"/>
          <p14:tracePt t="170630" x="1282700" y="6223000"/>
          <p14:tracePt t="170647" x="1377950" y="6242050"/>
          <p14:tracePt t="170664" x="1511300" y="6261100"/>
          <p14:tracePt t="170680" x="1600200" y="6267450"/>
          <p14:tracePt t="170697" x="1676400" y="6286500"/>
          <p14:tracePt t="170714" x="1949450" y="6337300"/>
          <p14:tracePt t="170730" x="2044700" y="6350000"/>
          <p14:tracePt t="170748" x="2209800" y="6388100"/>
          <p14:tracePt t="170763" x="2279650" y="6407150"/>
          <p14:tracePt t="170780" x="2406650" y="6426200"/>
          <p14:tracePt t="170797" x="2501900" y="6445250"/>
          <p14:tracePt t="170813" x="2546350" y="6451600"/>
          <p14:tracePt t="170830" x="2628900" y="6457950"/>
          <p14:tracePt t="170847" x="2698750" y="6477000"/>
          <p14:tracePt t="170863" x="2724150" y="6477000"/>
          <p14:tracePt t="170880" x="2774950" y="6483350"/>
          <p14:tracePt t="170896" x="2819400" y="6496050"/>
          <p14:tracePt t="170913" x="2838450" y="6496050"/>
          <p14:tracePt t="170930" x="2870200" y="6502400"/>
          <p14:tracePt t="170946" x="2914650" y="6508750"/>
          <p14:tracePt t="170963" x="2933700" y="6515100"/>
          <p14:tracePt t="170980" x="2965450" y="6521450"/>
          <p14:tracePt t="170996" x="3009900" y="6534150"/>
          <p14:tracePt t="171013" x="3022600" y="6534150"/>
          <p14:tracePt t="171029" x="3054350" y="6546850"/>
          <p14:tracePt t="171046" x="3067050" y="6546850"/>
          <p14:tracePt t="171063" x="3092450" y="6546850"/>
          <p14:tracePt t="171079" x="3098800" y="6546850"/>
          <p14:tracePt t="171095" x="3105150" y="6546850"/>
          <p14:tracePt t="171113" x="3111500" y="6546850"/>
          <p14:tracePt t="171155" x="3111500" y="6540500"/>
          <p14:tracePt t="171204" x="3105150" y="6540500"/>
          <p14:tracePt t="171225" x="3098800" y="6534150"/>
          <p14:tracePt t="171267" x="3092450" y="6527800"/>
          <p14:tracePt t="171295" x="3086100" y="6527800"/>
          <p14:tracePt t="171316" x="3073400" y="6527800"/>
          <p14:tracePt t="171330" x="3073400" y="6521450"/>
          <p14:tracePt t="171337" x="3067050" y="6521450"/>
          <p14:tracePt t="171345" x="3060700" y="6521450"/>
          <p14:tracePt t="171379" x="3054350" y="6521450"/>
          <p14:tracePt t="171400" x="3048000" y="6521450"/>
          <p14:tracePt t="171415" x="3041650" y="6515100"/>
          <p14:tracePt t="171436" x="3035300" y="6515100"/>
          <p14:tracePt t="171457" x="3028950" y="6515100"/>
          <p14:tracePt t="171478" x="3022600" y="6515100"/>
          <p14:tracePt t="171505" x="3022600" y="6508750"/>
          <p14:tracePt t="171541" x="3016250" y="6508750"/>
          <p14:tracePt t="171555" x="3009900" y="6502400"/>
          <p14:tracePt t="171575" x="3003550" y="6496050"/>
          <p14:tracePt t="171597" x="2997200" y="6496050"/>
          <p14:tracePt t="171618" x="2997200" y="6489700"/>
          <p14:tracePt t="171646" x="2990850" y="6483350"/>
          <p14:tracePt t="171667" x="2984500" y="6483350"/>
          <p14:tracePt t="171814" x="2978150" y="6483350"/>
          <p14:tracePt t="172271" x="2978150" y="6464300"/>
          <p14:tracePt t="172278" x="2978150" y="6413500"/>
          <p14:tracePt t="172294" x="2965450" y="6350000"/>
          <p14:tracePt t="172308" x="2959100" y="6216650"/>
          <p14:tracePt t="172325" x="2940050" y="6153150"/>
          <p14:tracePt t="172342" x="2889250" y="5969000"/>
          <p14:tracePt t="172358" x="2844800" y="5854700"/>
          <p14:tracePt t="172375" x="2749550" y="5619750"/>
          <p14:tracePt t="172392" x="2667000" y="5397500"/>
          <p14:tracePt t="172408" x="2609850" y="5302250"/>
          <p14:tracePt t="172425" x="2520950" y="5137150"/>
          <p14:tracePt t="172441" x="2432050" y="4984750"/>
          <p14:tracePt t="172458" x="2393950" y="4921250"/>
          <p14:tracePt t="172475" x="2317750" y="4838700"/>
          <p14:tracePt t="172491" x="2266950" y="4794250"/>
          <p14:tracePt t="172508" x="2228850" y="4768850"/>
          <p14:tracePt t="172524" x="2171700" y="4743450"/>
          <p14:tracePt t="172540" x="2095500" y="4718050"/>
          <p14:tracePt t="172557" x="2057400" y="4699000"/>
          <p14:tracePt t="172574" x="1987550" y="4686300"/>
          <p14:tracePt t="172591" x="1917700" y="4686300"/>
          <p14:tracePt t="172609" x="1860550" y="4686300"/>
          <p14:tracePt t="172624" x="1828800" y="4692650"/>
          <p14:tracePt t="172640" x="1803400" y="4692650"/>
          <p14:tracePt t="172657" x="1689100" y="4730750"/>
          <p14:tracePt t="172673" x="1631950" y="4756150"/>
          <p14:tracePt t="172690" x="1587500" y="4794250"/>
          <p14:tracePt t="172707" x="1479550" y="4870450"/>
          <p14:tracePt t="172724" x="1397000" y="4959350"/>
          <p14:tracePt t="172740" x="1352550" y="5010150"/>
          <p14:tracePt t="172756" x="1295400" y="5118100"/>
          <p14:tracePt t="172773" x="1270000" y="5226050"/>
          <p14:tracePt t="172791" x="1263650" y="5308600"/>
          <p14:tracePt t="172806" x="1263650" y="5327650"/>
          <p14:tracePt t="172823" x="1263650" y="5372100"/>
          <p14:tracePt t="172840" x="1263650" y="5384800"/>
          <p14:tracePt t="172856" x="1263650" y="5391150"/>
          <p14:tracePt t="172873" x="1263650" y="5397500"/>
          <p14:tracePt t="172890" x="1276350" y="5397500"/>
          <p14:tracePt t="172906" x="1282700" y="5391150"/>
          <p14:tracePt t="172924" x="1295400" y="5378450"/>
          <p14:tracePt t="172939" x="1314450" y="5340350"/>
          <p14:tracePt t="172956" x="1327150" y="5321300"/>
          <p14:tracePt t="172973" x="1365250" y="5226050"/>
          <p14:tracePt t="172989" x="1390650" y="5156200"/>
          <p14:tracePt t="173006" x="1435100" y="4978400"/>
          <p14:tracePt t="173023" x="1454150" y="4743450"/>
          <p14:tracePt t="173039" x="1454150" y="4635500"/>
          <p14:tracePt t="173056" x="1466850" y="4419600"/>
          <p14:tracePt t="173072" x="1466850" y="4273550"/>
          <p14:tracePt t="173089" x="1473200" y="4235450"/>
          <p14:tracePt t="173106" x="1473200" y="4197350"/>
          <p14:tracePt t="173122" x="1473200" y="4191000"/>
          <p14:tracePt t="173155" x="1479550" y="4197350"/>
          <p14:tracePt t="173172" x="1479550" y="4222750"/>
          <p14:tracePt t="173188" x="1479550" y="4254500"/>
          <p14:tracePt t="173205" x="1492250" y="4349750"/>
          <p14:tracePt t="173221" x="1492250" y="4514850"/>
          <p14:tracePt t="173240" x="1517650" y="4743450"/>
          <p14:tracePt t="173255" x="1517650" y="4870450"/>
          <p14:tracePt t="173271" x="1517650" y="5003800"/>
          <p14:tracePt t="173289" x="1511300" y="5397500"/>
          <p14:tracePt t="173305" x="1511300" y="5499100"/>
          <p14:tracePt t="173321" x="1504950" y="5588000"/>
          <p14:tracePt t="173338" x="1504950" y="5727700"/>
          <p14:tracePt t="173355" x="1504950" y="5822950"/>
          <p14:tracePt t="173371" x="1504950" y="5848350"/>
          <p14:tracePt t="173388" x="1504950" y="5880100"/>
          <p14:tracePt t="173404" x="1504950" y="5886450"/>
          <p14:tracePt t="173443" x="1511300" y="5886450"/>
          <p14:tracePt t="173450" x="1517650" y="5880100"/>
          <p14:tracePt t="173464" x="1524000" y="5880100"/>
          <p14:tracePt t="173474" x="1530350" y="5867400"/>
          <p14:tracePt t="173487" x="1536700" y="5842000"/>
          <p14:tracePt t="173504" x="1568450" y="5759450"/>
          <p14:tracePt t="173521" x="1619250" y="5588000"/>
          <p14:tracePt t="173537" x="1651000" y="5473700"/>
          <p14:tracePt t="173554" x="1676400" y="5346700"/>
          <p14:tracePt t="173570" x="1739900" y="4953000"/>
          <p14:tracePt t="173587" x="1746250" y="4838700"/>
          <p14:tracePt t="173604" x="1765300" y="4641850"/>
          <p14:tracePt t="173620" x="1765300" y="4578350"/>
          <p14:tracePt t="173637" x="1765300" y="4502150"/>
          <p14:tracePt t="173654" x="1765300" y="4483100"/>
          <p14:tracePt t="173670" x="1765300" y="4476750"/>
          <p14:tracePt t="173687" x="1765300" y="4483100"/>
          <p14:tracePt t="173704" x="1765300" y="4514850"/>
          <p14:tracePt t="173720" x="1758950" y="4540250"/>
          <p14:tracePt t="173737" x="1752600" y="4616450"/>
          <p14:tracePt t="173753" x="1739900" y="4768850"/>
          <p14:tracePt t="173770" x="1720850" y="4883150"/>
          <p14:tracePt t="173787" x="1708150" y="5149850"/>
          <p14:tracePt t="173803" x="1701800" y="5416550"/>
          <p14:tracePt t="173820" x="1689100" y="5543550"/>
          <p14:tracePt t="173837" x="1689100" y="5772150"/>
          <p14:tracePt t="173853" x="1695450" y="5937250"/>
          <p14:tracePt t="173870" x="1701800" y="5988050"/>
          <p14:tracePt t="173886" x="1720850" y="6083300"/>
          <p14:tracePt t="173903" x="1727200" y="6102350"/>
          <p14:tracePt t="173920" x="1752600" y="6121400"/>
          <p14:tracePt t="173935" x="1758950" y="6121400"/>
          <p14:tracePt t="173952" x="1765300" y="6121400"/>
          <p14:tracePt t="173969" x="1822450" y="6096000"/>
          <p14:tracePt t="173986" x="1924050" y="6019800"/>
          <p14:tracePt t="174002" x="1993900" y="5962650"/>
          <p14:tracePt t="174019" x="2266950" y="5740400"/>
          <p14:tracePt t="174035" x="2654300" y="5397500"/>
          <p14:tracePt t="174052" x="2870200" y="5226050"/>
          <p14:tracePt t="174069" x="3289300" y="4927600"/>
          <p14:tracePt t="174085" x="3689350" y="4699000"/>
          <p14:tracePt t="174103" x="4076700" y="4533900"/>
          <p14:tracePt t="174119" x="4241800" y="4470400"/>
          <p14:tracePt t="174135" x="4425950" y="4413250"/>
          <p14:tracePt t="174152" x="4826000" y="4337050"/>
          <p14:tracePt t="174168" x="4914900" y="4324350"/>
          <p14:tracePt t="174185" x="4991100" y="4318000"/>
          <p14:tracePt t="174202" x="5111750" y="4305300"/>
          <p14:tracePt t="174218" x="5226050" y="4311650"/>
          <p14:tracePt t="174235" x="5276850" y="4311650"/>
          <p14:tracePt t="174251" x="5327650" y="4318000"/>
          <p14:tracePt t="174269" x="5397500" y="4324350"/>
          <p14:tracePt t="174285" x="5441950" y="4337050"/>
          <p14:tracePt t="174301" x="5448300" y="4292600"/>
          <p14:tracePt t="177753" x="5441950" y="4273550"/>
          <p14:tracePt t="177759" x="5410200" y="4248150"/>
          <p14:tracePt t="177775" x="5372100" y="4216400"/>
          <p14:tracePt t="177789" x="5340350" y="4178300"/>
          <p14:tracePt t="177806" x="5251450" y="4076700"/>
          <p14:tracePt t="177823" x="5156200" y="3962400"/>
          <p14:tracePt t="177839" x="5099050" y="3886200"/>
          <p14:tracePt t="177856" x="4933950" y="3683000"/>
          <p14:tracePt t="177872" x="4756150" y="3460750"/>
          <p14:tracePt t="177889" x="4660900" y="3365500"/>
          <p14:tracePt t="177906" x="4476750" y="3168650"/>
          <p14:tracePt t="177922" x="4318000" y="3003550"/>
          <p14:tracePt t="177939" x="4248150" y="2921000"/>
          <p14:tracePt t="177956" x="4076700" y="2749550"/>
          <p14:tracePt t="177971" x="3911600" y="2603500"/>
          <p14:tracePt t="177989" x="3829050" y="2533650"/>
          <p14:tracePt t="178005" x="3708400" y="2400300"/>
          <p14:tracePt t="178022" x="3568700" y="2305050"/>
          <p14:tracePt t="178039" x="3448050" y="2197100"/>
          <p14:tracePt t="178056" x="3403600" y="2139950"/>
          <p14:tracePt t="178072" x="3346450" y="2089150"/>
          <p14:tracePt t="178089" x="3238500" y="1968500"/>
          <p14:tracePt t="178105" x="3162300" y="1911350"/>
          <p14:tracePt t="178121" x="3086100" y="1828800"/>
          <p14:tracePt t="178139" x="3060700" y="1797050"/>
          <p14:tracePt t="178155" x="3009900" y="1739900"/>
          <p14:tracePt t="178172" x="2997200" y="1708150"/>
          <p14:tracePt t="178187" x="2984500" y="1695450"/>
          <p14:tracePt t="178204" x="2946400" y="1682750"/>
          <p14:tracePt t="178221" x="2927350" y="1676400"/>
          <p14:tracePt t="178238" x="2908300" y="1670050"/>
          <p14:tracePt t="178255" x="2851150" y="1676400"/>
          <p14:tracePt t="178271" x="2819400" y="1695450"/>
          <p14:tracePt t="178287" x="2730500" y="1746250"/>
          <p14:tracePt t="178304" x="2673350" y="1784350"/>
          <p14:tracePt t="178321" x="2495550" y="1930400"/>
          <p14:tracePt t="178337" x="2444750" y="1987550"/>
          <p14:tracePt t="178354" x="2400300" y="2044700"/>
          <p14:tracePt t="178371" x="2298700" y="2254250"/>
          <p14:tracePt t="178387" x="2279650" y="2343150"/>
          <p14:tracePt t="178405" x="2260600" y="2501900"/>
          <p14:tracePt t="178420" x="2260600" y="2578100"/>
          <p14:tracePt t="178437" x="2260600" y="2692400"/>
          <p14:tracePt t="178455" x="2286000" y="2768600"/>
          <p14:tracePt t="178470" x="2292350" y="2787650"/>
          <p14:tracePt t="178487" x="2317750" y="2832100"/>
          <p14:tracePt t="178504" x="2343150" y="2863850"/>
          <p14:tracePt t="178520" x="2349500" y="2870200"/>
          <p14:tracePt t="178537" x="2381250" y="2889250"/>
          <p14:tracePt t="178553" x="2400300" y="2895600"/>
          <p14:tracePt t="178570" x="2406650" y="2895600"/>
          <p14:tracePt t="178587" x="2425700" y="2895600"/>
          <p14:tracePt t="178603" x="2438400" y="2895600"/>
          <p14:tracePt t="178620" x="2451100" y="2889250"/>
          <p14:tracePt t="178637" x="2476500" y="2882900"/>
          <p14:tracePt t="178653" x="2501900" y="2870200"/>
          <p14:tracePt t="178669" x="2520950" y="2857500"/>
          <p14:tracePt t="178687" x="2546350" y="2838450"/>
          <p14:tracePt t="178703" x="2565400" y="2825750"/>
          <p14:tracePt t="178721" x="2616200" y="2755900"/>
          <p14:tracePt t="178736" x="2628900" y="2736850"/>
          <p14:tracePt t="178753" x="2647950" y="2705100"/>
          <p14:tracePt t="178770" x="2660650" y="2647950"/>
          <p14:tracePt t="178786" x="2673350" y="2578100"/>
          <p14:tracePt t="178803" x="2686050" y="2533650"/>
          <p14:tracePt t="178819" x="2686050" y="2444750"/>
          <p14:tracePt t="178836" x="2679700" y="2336800"/>
          <p14:tracePt t="178852" x="2673350" y="2273300"/>
          <p14:tracePt t="178869" x="2654300" y="2152650"/>
          <p14:tracePt t="178885" x="2647950" y="2089150"/>
          <p14:tracePt t="178903" x="2609850" y="1955800"/>
          <p14:tracePt t="178920" x="2590800" y="1885950"/>
          <p14:tracePt t="178935" x="2540000" y="1739900"/>
          <p14:tracePt t="178952" x="2495550" y="1631950"/>
          <p14:tracePt t="178969" x="2476500" y="1562100"/>
          <p14:tracePt t="178985" x="2470150" y="1536700"/>
          <p14:tracePt t="179002" x="2463800" y="1498600"/>
          <p14:tracePt t="179019" x="2457450" y="1498600"/>
          <p14:tracePt t="179057" x="2457450" y="1504950"/>
          <p14:tracePt t="179068" x="2457450" y="1511300"/>
          <p14:tracePt t="179085" x="2451100" y="1530350"/>
          <p14:tracePt t="179101" x="2451100" y="1536700"/>
          <p14:tracePt t="179118" x="2451100" y="1549400"/>
          <p14:tracePt t="179135" x="2438400" y="1593850"/>
          <p14:tracePt t="179151" x="2438400" y="1682750"/>
          <p14:tracePt t="179168" x="2438400" y="1758950"/>
          <p14:tracePt t="179185" x="2438400" y="1987550"/>
          <p14:tracePt t="179201" x="2444750" y="2254250"/>
          <p14:tracePt t="179218" x="2444750" y="2489200"/>
          <p14:tracePt t="179234" x="2451100" y="2717800"/>
          <p14:tracePt t="179251" x="2451100" y="2832100"/>
          <p14:tracePt t="179268" x="2463800" y="3035300"/>
          <p14:tracePt t="179284" x="2463800" y="3213100"/>
          <p14:tracePt t="179300" x="2463800" y="3276600"/>
          <p14:tracePt t="179318" x="2463800" y="3416300"/>
          <p14:tracePt t="179334" x="2463800" y="3473450"/>
          <p14:tracePt t="179351" x="2463800" y="3549650"/>
          <p14:tracePt t="179367" x="2463800" y="3587750"/>
          <p14:tracePt t="179486" x="2463800" y="3581400"/>
          <p14:tracePt t="179528" x="2463800" y="3575050"/>
          <p14:tracePt t="179556" x="2463800" y="3568700"/>
          <p14:tracePt t="179605" x="2470150" y="3568700"/>
          <p14:tracePt t="180490" x="2482850" y="3511550"/>
          <p14:tracePt t="180497" x="2501900" y="3441700"/>
          <p14:tracePt t="180513" x="2514600" y="3378200"/>
          <p14:tracePt t="180531" x="2540000" y="3206750"/>
          <p14:tracePt t="180546" x="2540000" y="2990850"/>
          <p14:tracePt t="180563" x="2540000" y="2882900"/>
          <p14:tracePt t="180580" x="2520950" y="2686050"/>
          <p14:tracePt t="180596" x="2495550" y="2597150"/>
          <p14:tracePt t="180613" x="2457450" y="2413000"/>
          <p14:tracePt t="180630" x="2387600" y="2228850"/>
          <p14:tracePt t="180646" x="2343150" y="2133600"/>
          <p14:tracePt t="180663" x="2241550" y="1962150"/>
          <p14:tracePt t="180679" x="2197100" y="1866900"/>
          <p14:tracePt t="180696" x="2095500" y="1714500"/>
          <p14:tracePt t="180713" x="2051050" y="1657350"/>
          <p14:tracePt t="180729" x="1987550" y="1600200"/>
          <p14:tracePt t="180746" x="1911350" y="1549400"/>
          <p14:tracePt t="180762" x="1873250" y="1530350"/>
          <p14:tracePt t="180779" x="1752600" y="1549400"/>
          <p14:tracePt t="180795" x="1682750" y="1581150"/>
          <p14:tracePt t="180812" x="1530350" y="1714500"/>
          <p14:tracePt t="180829" x="1390650" y="1930400"/>
          <p14:tracePt t="180846" x="1301750" y="2152650"/>
          <p14:tracePt t="180862" x="1270000" y="2279650"/>
          <p14:tracePt t="180879" x="1250950" y="2393950"/>
          <p14:tracePt t="180882" x="1250950" y="2533650"/>
          <p14:tracePt t="180896" x="1250950" y="2762250"/>
          <p14:tracePt t="180912" x="1257300" y="2851150"/>
          <p14:tracePt t="180928" x="1263650" y="2927350"/>
          <p14:tracePt t="180945" x="1282700" y="3060700"/>
          <p14:tracePt t="180961" x="1327150" y="3155950"/>
          <p14:tracePt t="180978" x="1358900" y="3200400"/>
          <p14:tracePt t="180995" x="1447800" y="3295650"/>
          <p14:tracePt t="181011" x="1530350" y="3371850"/>
          <p14:tracePt t="181028" x="1600200" y="3422650"/>
          <p14:tracePt t="181045" x="1727200" y="3479800"/>
          <p14:tracePt t="181061" x="1809750" y="3511550"/>
          <p14:tracePt t="181078" x="1879600" y="3517900"/>
          <p14:tracePt t="181094" x="1911350" y="3517900"/>
          <p14:tracePt t="181111" x="1962150" y="3505200"/>
          <p14:tracePt t="181128" x="2019300" y="3479800"/>
          <p14:tracePt t="181144" x="2051050" y="3467100"/>
          <p14:tracePt t="181161" x="2082800" y="3448050"/>
          <p14:tracePt t="181177" x="2165350" y="3359150"/>
          <p14:tracePt t="181193" x="2190750" y="3314700"/>
          <p14:tracePt t="181211" x="2247900" y="3194050"/>
          <p14:tracePt t="181227" x="2266950" y="3111500"/>
          <p14:tracePt t="181244" x="2286000" y="2933700"/>
          <p14:tracePt t="181261" x="2286000" y="2705100"/>
          <p14:tracePt t="181277" x="2254250" y="2578100"/>
          <p14:tracePt t="181294" x="2190750" y="2317750"/>
          <p14:tracePt t="181311" x="2101850" y="2082800"/>
          <p14:tracePt t="181327" x="2063750" y="1993900"/>
          <p14:tracePt t="181344" x="1987550" y="1809750"/>
          <p14:tracePt t="181360" x="1949450" y="1727200"/>
          <p14:tracePt t="181377" x="1911350" y="1657350"/>
          <p14:tracePt t="181381" x="1860550" y="1574800"/>
          <p14:tracePt t="181394" x="1828800" y="1517650"/>
          <p14:tracePt t="181410" x="1778000" y="1473200"/>
          <p14:tracePt t="181427" x="1771650" y="1466850"/>
          <p14:tracePt t="181443" x="1765300" y="1466850"/>
          <p14:tracePt t="181460" x="1720850" y="1517650"/>
          <p14:tracePt t="181477" x="1670050" y="1574800"/>
          <p14:tracePt t="181493" x="1555750" y="1778000"/>
          <p14:tracePt t="181510" x="1447800" y="2070100"/>
          <p14:tracePt t="181527" x="1409700" y="2324100"/>
          <p14:tracePt t="181543" x="1384300" y="2565400"/>
          <p14:tracePt t="181560" x="1377950" y="2692400"/>
          <p14:tracePt t="181576" x="1365250" y="2921000"/>
          <p14:tracePt t="181593" x="1377950" y="3079750"/>
          <p14:tracePt t="181609" x="1397000" y="3155950"/>
          <p14:tracePt t="181626" x="1416050" y="3302000"/>
          <p14:tracePt t="181642" x="1447800" y="3416300"/>
          <p14:tracePt t="181660" x="1492250" y="3473450"/>
          <p14:tracePt t="181676" x="1504950" y="3486150"/>
          <p14:tracePt t="181692" x="1543050" y="3511550"/>
          <p14:tracePt t="181710" x="1562100" y="3517900"/>
          <p14:tracePt t="181726" x="1612900" y="3517900"/>
          <p14:tracePt t="181742" x="1682750" y="3498850"/>
          <p14:tracePt t="181760" x="1758950" y="3467100"/>
          <p14:tracePt t="181776" x="1778000" y="3441700"/>
          <p14:tracePt t="181794" x="1841500" y="3409950"/>
          <p14:tracePt t="181809" x="1892300" y="3365500"/>
          <p14:tracePt t="181825" x="1911350" y="3333750"/>
          <p14:tracePt t="181843" x="1962150" y="3257550"/>
          <p14:tracePt t="181859" x="1993900" y="3213100"/>
          <p14:tracePt t="181876" x="2019300" y="3130550"/>
          <p14:tracePt t="181879" x="2025650" y="3086100"/>
          <p14:tracePt t="181894" x="2032000" y="3035300"/>
          <p14:tracePt t="181909" x="2032000" y="2984500"/>
          <p14:tracePt t="181927" x="2044700" y="2851150"/>
          <p14:tracePt t="181942" x="2032000" y="2724150"/>
          <p14:tracePt t="181958" x="2012950" y="2654300"/>
          <p14:tracePt t="181976" x="1993900" y="2520950"/>
          <p14:tracePt t="181991" x="1968500" y="2413000"/>
          <p14:tracePt t="182008" x="1949450" y="2374900"/>
          <p14:tracePt t="182025" x="1911350" y="2273300"/>
          <p14:tracePt t="182041" x="1885950" y="2203450"/>
          <p14:tracePt t="182058" x="1873250" y="2159000"/>
          <p14:tracePt t="182075" x="1841500" y="2108200"/>
          <p14:tracePt t="182091" x="1828800" y="2095500"/>
          <p14:tracePt t="182108" x="1822450" y="2070100"/>
          <p14:tracePt t="182124" x="1790700" y="2032000"/>
          <p14:tracePt t="182141" x="1784350" y="2006600"/>
          <p14:tracePt t="182158" x="1758950" y="1968500"/>
          <p14:tracePt t="182174" x="1752600" y="1943100"/>
          <p14:tracePt t="182191" x="1733550" y="1930400"/>
          <p14:tracePt t="182208" x="1720850" y="1905000"/>
          <p14:tracePt t="182224" x="1714500" y="1898650"/>
          <p14:tracePt t="182257" x="1714500" y="1892300"/>
          <p14:tracePt t="182502" x="1708150" y="1885950"/>
          <p14:tracePt t="182509" x="1708150" y="1873250"/>
          <p14:tracePt t="182526" x="1701800" y="1860550"/>
          <p14:tracePt t="182539" x="1701800" y="1847850"/>
          <p14:tracePt t="182556" x="1695450" y="1790700"/>
          <p14:tracePt t="182573" x="1676400" y="1714500"/>
          <p14:tracePt t="182590" x="1676400" y="1676400"/>
          <p14:tracePt t="182607" x="1676400" y="1587500"/>
          <p14:tracePt t="182623" x="1695450" y="1504950"/>
          <p14:tracePt t="182639" x="1714500" y="1473200"/>
          <p14:tracePt t="182656" x="1739900" y="1416050"/>
          <p14:tracePt t="182672" x="1784350" y="1390650"/>
          <p14:tracePt t="182689" x="1816100" y="1390650"/>
          <p14:tracePt t="182707" x="1873250" y="1390650"/>
          <p14:tracePt t="182722" x="1936750" y="1441450"/>
          <p14:tracePt t="182739" x="2000250" y="1498600"/>
          <p14:tracePt t="182755" x="2133600" y="1651000"/>
          <p14:tracePt t="182771" x="2209800" y="1778000"/>
          <p14:tracePt t="182788" x="2292350" y="1905000"/>
          <p14:tracePt t="182805" x="2444750" y="2286000"/>
          <p14:tracePt t="182822" x="2527300" y="2711450"/>
          <p14:tracePt t="182839" x="2520950" y="3111500"/>
          <p14:tracePt t="182855" x="2457450" y="3435350"/>
          <p14:tracePt t="182871" x="2425700" y="3549650"/>
          <p14:tracePt t="182888" x="2343150" y="3771900"/>
          <p14:tracePt t="182905" x="2241550" y="3924300"/>
          <p14:tracePt t="182922" x="2216150" y="3968750"/>
          <p14:tracePt t="182938" x="2146300" y="4019550"/>
          <p14:tracePt t="182955" x="2101850" y="4038600"/>
          <p14:tracePt t="182973" x="2070100" y="4038600"/>
          <p14:tracePt t="182987" x="2063750" y="4038600"/>
          <p14:tracePt t="183004" x="2063750" y="4032250"/>
          <p14:tracePt t="183022" x="2063750" y="4006850"/>
          <p14:tracePt t="183038" x="2051050" y="3975100"/>
          <p14:tracePt t="183054" x="2044700" y="3949700"/>
          <p14:tracePt t="183071" x="2019300" y="3765550"/>
          <p14:tracePt t="183087" x="2019300" y="3689350"/>
          <p14:tracePt t="183104" x="2019300" y="3600450"/>
          <p14:tracePt t="183120" x="2032000" y="3390900"/>
          <p14:tracePt t="183137" x="2082800" y="3187700"/>
          <p14:tracePt t="183155" x="2171700" y="2965450"/>
          <p14:tracePt t="183171" x="2209800" y="2870200"/>
          <p14:tracePt t="183187" x="2241550" y="2781300"/>
          <p14:tracePt t="183204" x="2311400" y="2628900"/>
          <p14:tracePt t="183220" x="2349500" y="2571750"/>
          <p14:tracePt t="183237" x="2374900" y="2514600"/>
          <p14:tracePt t="183254" x="2406650" y="2476500"/>
          <p14:tracePt t="183270" x="2413000" y="2470150"/>
          <p14:tracePt t="183287" x="2444750" y="2463800"/>
          <p14:tracePt t="212225" x="2451100" y="2463800"/>
          <p14:tracePt t="212231" x="2457450" y="2463800"/>
          <p14:tracePt t="212246" x="2476500" y="2463800"/>
          <p14:tracePt t="212254" x="2489200" y="2463800"/>
          <p14:tracePt t="212270" x="2501900" y="2463800"/>
          <p14:tracePt t="212287" x="2533650" y="2470150"/>
          <p14:tracePt t="212303" x="2559050" y="2476500"/>
          <p14:tracePt t="212320" x="2584450" y="2482850"/>
          <p14:tracePt t="212337" x="2622550" y="2501900"/>
          <p14:tracePt t="212353" x="2673350" y="2520950"/>
          <p14:tracePt t="212370" x="2692400" y="2533650"/>
          <p14:tracePt t="212386" x="2736850" y="2552700"/>
          <p14:tracePt t="212403" x="2781300" y="2571750"/>
          <p14:tracePt t="212421" x="2813050" y="2584450"/>
          <p14:tracePt t="212436" x="2832100" y="2590800"/>
          <p14:tracePt t="212453" x="2857500" y="2597150"/>
          <p14:tracePt t="212470" x="2921000" y="2622550"/>
          <p14:tracePt t="212486" x="2940050" y="2641600"/>
          <p14:tracePt t="212502" x="2971800" y="2647950"/>
          <p14:tracePt t="212519" x="3022600" y="2667000"/>
          <p14:tracePt t="212536" x="3073400" y="2686050"/>
          <p14:tracePt t="212552" x="3098800" y="2692400"/>
          <p14:tracePt t="212569" x="3149600" y="2705100"/>
          <p14:tracePt t="212586" x="3206750" y="2717800"/>
          <p14:tracePt t="212603" x="3251200" y="2730500"/>
          <p14:tracePt t="212619" x="3282950" y="2743200"/>
          <p14:tracePt t="212635" x="3333750" y="2755900"/>
          <p14:tracePt t="212653" x="3371850" y="2768600"/>
          <p14:tracePt t="212669" x="3390900" y="2768600"/>
          <p14:tracePt t="212685" x="3435350" y="2774950"/>
          <p14:tracePt t="212702" x="3473450" y="2781300"/>
          <p14:tracePt t="212718" x="3486150" y="2781300"/>
          <p14:tracePt t="212736" x="3517900" y="2787650"/>
          <p14:tracePt t="212751" x="3543300" y="2787650"/>
          <p14:tracePt t="212768" x="3556000" y="2787650"/>
          <p14:tracePt t="212786" x="3581400" y="2787650"/>
          <p14:tracePt t="212801" x="3594100" y="2787650"/>
          <p14:tracePt t="212818" x="3619500" y="2781300"/>
          <p14:tracePt t="212835" x="3644900" y="2774950"/>
          <p14:tracePt t="212851" x="3657600" y="2768600"/>
          <p14:tracePt t="212868" x="3676650" y="2762250"/>
          <p14:tracePt t="212885" x="3689350" y="2755900"/>
          <p14:tracePt t="212901" x="3695700" y="2755900"/>
          <p14:tracePt t="212918" x="3708400" y="2743200"/>
          <p14:tracePt t="212934" x="3721100" y="2736850"/>
          <p14:tracePt t="212954" x="3727450" y="2730500"/>
          <p14:tracePt t="212975" x="3727450" y="2724150"/>
          <p14:tracePt t="212984" x="3727450" y="2717800"/>
          <p14:tracePt t="213004" x="3733800" y="2717800"/>
          <p14:tracePt t="213019" x="3733800" y="2711450"/>
          <p14:tracePt t="213034" x="3740150" y="2698750"/>
          <p14:tracePt t="213050" x="3746500" y="2686050"/>
          <p14:tracePt t="213068" x="3746500" y="2673350"/>
          <p14:tracePt t="213084" x="3752850" y="2660650"/>
          <p14:tracePt t="213101" x="3752850" y="2616200"/>
          <p14:tracePt t="213117" x="3752850" y="2597150"/>
          <p14:tracePt t="213134" x="3746500" y="2565400"/>
          <p14:tracePt t="213151" x="3702050" y="2476500"/>
          <p14:tracePt t="213167" x="3638550" y="2362200"/>
          <p14:tracePt t="213183" x="3594100" y="2292350"/>
          <p14:tracePt t="213200" x="3511550" y="2178050"/>
          <p14:tracePt t="213217" x="3435350" y="2076450"/>
          <p14:tracePt t="213234" x="3384550" y="2019300"/>
          <p14:tracePt t="213250" x="3314700" y="1936750"/>
          <p14:tracePt t="213266" x="3282950" y="1911350"/>
          <p14:tracePt t="213284" x="3251200" y="1879600"/>
          <p14:tracePt t="213300" x="3194050" y="1841500"/>
          <p14:tracePt t="213316" x="3162300" y="1822450"/>
          <p14:tracePt t="213333" x="3117850" y="1803400"/>
          <p14:tracePt t="213349" x="3098800" y="1803400"/>
          <p14:tracePt t="213366" x="3079750" y="1797050"/>
          <p14:tracePt t="213383" x="3054350" y="1797050"/>
          <p14:tracePt t="213399" x="3048000" y="1797050"/>
          <p14:tracePt t="213417" x="3035300" y="1797050"/>
          <p14:tracePt t="213459" x="3028950" y="1797050"/>
          <p14:tracePt t="213550" x="3022600" y="1803400"/>
          <p14:tracePt t="213592" x="3022600" y="1809750"/>
          <p14:tracePt t="213641" x="3028950" y="1809750"/>
          <p14:tracePt t="213676" x="3028950" y="1816100"/>
          <p14:tracePt t="213683" x="3028950" y="1822450"/>
          <p14:tracePt t="213696" x="3035300" y="1822450"/>
          <p14:tracePt t="213726" x="3041650" y="1822450"/>
          <p14:tracePt t="213733" x="3048000" y="1822450"/>
          <p14:tracePt t="213760" x="3054350" y="1816100"/>
          <p14:tracePt t="213767" x="3060700" y="1816100"/>
          <p14:tracePt t="213795" x="3060700" y="1809750"/>
          <p14:tracePt t="213810" x="3067050" y="1803400"/>
          <p14:tracePt t="213818" x="3073400" y="1784350"/>
          <p14:tracePt t="213832" x="3079750" y="1765300"/>
          <p14:tracePt t="213848" x="3086100" y="1746250"/>
          <p14:tracePt t="213866" x="3098800" y="1657350"/>
          <p14:tracePt t="213881" x="3105150" y="1631950"/>
          <p14:tracePt t="213898" x="3117850" y="1562100"/>
          <p14:tracePt t="213915" x="3117850" y="1511300"/>
          <p14:tracePt t="213931" x="3117850" y="1492250"/>
          <p14:tracePt t="213934" x="3117850" y="1479550"/>
          <p14:tracePt t="213948" x="3117850" y="1466850"/>
          <p14:tracePt t="213964" x="3117850" y="1454150"/>
          <p14:tracePt t="214013" x="3111500" y="1447800"/>
          <p14:tracePt t="214069" x="3105150" y="1447800"/>
          <p14:tracePt t="214118" x="3098800" y="1447800"/>
          <p14:tracePt t="214125" x="3092450" y="1447800"/>
          <p14:tracePt t="214145" x="3086100" y="1447800"/>
          <p14:tracePt t="214153" x="3079750" y="1447800"/>
          <p14:tracePt t="214167" x="3073400" y="1447800"/>
          <p14:tracePt t="214182" x="3067050" y="1447800"/>
          <p14:tracePt t="214197" x="3048000" y="1447800"/>
          <p14:tracePt t="214213" x="3041650" y="1447800"/>
          <p14:tracePt t="214230" x="3003550" y="1447800"/>
          <p14:tracePt t="214246" x="2959100" y="1447800"/>
          <p14:tracePt t="214263" x="2933700" y="1447800"/>
          <p14:tracePt t="214280" x="2870200" y="1460500"/>
          <p14:tracePt t="214297" x="2781300" y="1485900"/>
          <p14:tracePt t="214313" x="2736850" y="1511300"/>
          <p14:tracePt t="214329" x="2660650" y="1555750"/>
          <p14:tracePt t="214345" x="2622550" y="1574800"/>
          <p14:tracePt t="214364" x="2565400" y="1612900"/>
          <p14:tracePt t="214380" x="2533650" y="1625600"/>
          <p14:tracePt t="214396" x="2520950" y="1638300"/>
          <p14:tracePt t="214413" x="2495550" y="1670050"/>
          <p14:tracePt t="214429" x="2482850" y="1676400"/>
          <p14:tracePt t="214446" x="2463800" y="1689100"/>
          <p14:tracePt t="214463" x="2457450" y="1708150"/>
          <p14:tracePt t="214479" x="2451100" y="1720850"/>
          <p14:tracePt t="215030" x="2444750" y="1733550"/>
          <p14:tracePt t="215037" x="2438400" y="1746250"/>
          <p14:tracePt t="215050" x="2438400" y="1765300"/>
          <p14:tracePt t="215060" x="2438400" y="1797050"/>
          <p14:tracePt t="215077" x="2438400" y="1816100"/>
          <p14:tracePt t="215094" x="2444750" y="1885950"/>
          <p14:tracePt t="215110" x="2482850" y="1962150"/>
          <p14:tracePt t="215128" x="2540000" y="2038350"/>
          <p14:tracePt t="215144" x="2590800" y="2082800"/>
          <p14:tracePt t="215160" x="2743200" y="2197100"/>
          <p14:tracePt t="215177" x="2927350" y="2279650"/>
          <p14:tracePt t="215193" x="3022600" y="2298700"/>
          <p14:tracePt t="215210" x="3098800" y="2317750"/>
          <p14:tracePt t="215226" x="3263900" y="2317750"/>
          <p14:tracePt t="215243" x="3416300" y="2235200"/>
          <p14:tracePt t="215260" x="3479800" y="2152650"/>
          <p14:tracePt t="215276" x="3549650" y="1943100"/>
          <p14:tracePt t="215293" x="3575050" y="1784350"/>
          <p14:tracePt t="215310" x="3530600" y="1301750"/>
          <p14:tracePt t="215326" x="3505200" y="1054100"/>
          <p14:tracePt t="215343" x="3403600" y="704850"/>
          <p14:tracePt t="215360" x="3359150" y="571500"/>
          <p14:tracePt t="215376" x="3346450" y="552450"/>
          <p14:tracePt t="215392" x="3340100" y="533400"/>
          <p14:tracePt t="215409" x="3321050" y="533400"/>
          <p14:tracePt t="215426" x="3276600" y="552450"/>
          <p14:tracePt t="215443" x="3219450" y="596900"/>
          <p14:tracePt t="215446" x="3162300" y="660400"/>
          <p14:tracePt t="215459" x="3111500" y="749300"/>
          <p14:tracePt t="215475" x="2965450" y="1244600"/>
          <p14:tracePt t="215493" x="2901950" y="1962150"/>
          <p14:tracePt t="215509" x="2882900" y="2330450"/>
          <p14:tracePt t="215525" x="2882900" y="2825750"/>
          <p14:tracePt t="215542" x="2908300" y="3067050"/>
          <p14:tracePt t="215559" x="2940050" y="3136900"/>
          <p14:tracePt t="215575" x="2984500" y="3232150"/>
          <p14:tracePt t="215592" x="3067050" y="3302000"/>
          <p14:tracePt t="215609" x="3143250" y="3333750"/>
          <p14:tracePt t="215625" x="3365500" y="3327400"/>
          <p14:tracePt t="215641" x="3575050" y="3225800"/>
          <p14:tracePt t="215658" x="3651250" y="3143250"/>
          <p14:tracePt t="215675" x="3778250" y="2901950"/>
          <p14:tracePt t="215692" x="3829050" y="2559050"/>
          <p14:tracePt t="215708" x="3829050" y="2349500"/>
          <p14:tracePt t="215725" x="3790950" y="2120900"/>
          <p14:tracePt t="215741" x="3657600" y="1631950"/>
          <p14:tracePt t="215758" x="3549650" y="1365250"/>
          <p14:tracePt t="215774" x="3276600" y="927100"/>
          <p14:tracePt t="215791" x="3130550" y="800100"/>
          <p14:tracePt t="215808" x="2844800" y="596900"/>
          <p14:tracePt t="215824" x="2597150" y="508000"/>
          <p14:tracePt t="215841" x="2495550" y="488950"/>
          <p14:tracePt t="215858" x="2279650" y="501650"/>
          <p14:tracePt t="215874" x="2089150" y="584200"/>
          <p14:tracePt t="215891" x="2019300" y="647700"/>
          <p14:tracePt t="215908" x="1917700" y="793750"/>
          <p14:tracePt t="215924" x="1885950" y="889000"/>
          <p14:tracePt t="215941" x="1873250" y="1130300"/>
          <p14:tracePt t="215957" x="1987550" y="1403350"/>
          <p14:tracePt t="215974" x="2070100" y="1530350"/>
          <p14:tracePt t="215991" x="2400300" y="1771650"/>
          <p14:tracePt t="216007" x="2565400" y="1847850"/>
          <p14:tracePt t="216024" x="2749550" y="1905000"/>
          <p14:tracePt t="216040" x="3067050" y="1949450"/>
          <p14:tracePt t="216057" x="3352800" y="1924050"/>
          <p14:tracePt t="216074" x="3467100" y="1879600"/>
          <p14:tracePt t="216090" x="3644900" y="1733550"/>
          <p14:tracePt t="216107" x="3714750" y="1625600"/>
          <p14:tracePt t="216124" x="3771900" y="1409700"/>
          <p14:tracePt t="216140" x="3702050" y="908050"/>
          <p14:tracePt t="216156" x="3581400" y="520700"/>
          <p14:tracePt t="216173" x="3270250" y="0"/>
          <p14:tracePt t="216190" x="3098800" y="0"/>
          <p14:tracePt t="216206" x="2736850" y="0"/>
          <p14:tracePt t="216223" x="2406650" y="0"/>
          <p14:tracePt t="216240" x="2273300" y="0"/>
          <p14:tracePt t="216257" x="2057400" y="0"/>
          <p14:tracePt t="216273" x="1847850" y="69850"/>
          <p14:tracePt t="216289" x="1752600" y="146050"/>
          <p14:tracePt t="216307" x="1568450" y="336550"/>
          <p14:tracePt t="216323" x="1403350" y="698500"/>
          <p14:tracePt t="216339" x="1346200" y="933450"/>
          <p14:tracePt t="216356" x="1320800" y="1435100"/>
          <p14:tracePt t="216372" x="1327150" y="1651000"/>
          <p14:tracePt t="216389" x="1422400" y="2082800"/>
          <p14:tracePt t="216406" x="1625600" y="2413000"/>
          <p14:tracePt t="216422" x="1885950" y="2667000"/>
          <p14:tracePt t="216439" x="2247900" y="2901950"/>
          <p14:tracePt t="216456" x="2463800" y="2990850"/>
          <p14:tracePt t="216472" x="2654300" y="3054350"/>
          <p14:tracePt t="216489" x="3143250" y="3111500"/>
          <p14:tracePt t="216505" x="3257550" y="3079750"/>
          <p14:tracePt t="216522" x="3359150" y="3041650"/>
          <p14:tracePt t="216538" x="3492500" y="2927350"/>
          <p14:tracePt t="216555" x="3562350" y="2730500"/>
          <p14:tracePt t="216572" x="3587750" y="2628900"/>
          <p14:tracePt t="216588" x="3562350" y="2413000"/>
          <p14:tracePt t="216605" x="3498850" y="2260600"/>
          <p14:tracePt t="216622" x="3187700" y="1701800"/>
          <p14:tracePt t="216638" x="2997200" y="1460500"/>
          <p14:tracePt t="216654" x="2667000" y="1117600"/>
          <p14:tracePt t="216672" x="2387600" y="933450"/>
          <p14:tracePt t="216688" x="2266950" y="889000"/>
          <p14:tracePt t="216705" x="2051050" y="857250"/>
          <p14:tracePt t="216721" x="1835150" y="882650"/>
          <p14:tracePt t="216738" x="1739900" y="946150"/>
          <p14:tracePt t="216755" x="1587500" y="1060450"/>
          <p14:tracePt t="216771" x="1492250" y="1212850"/>
          <p14:tracePt t="216788" x="1466850" y="1301750"/>
          <p14:tracePt t="216805" x="1447800" y="1543050"/>
          <p14:tracePt t="216821" x="1492250" y="1695450"/>
          <p14:tracePt t="216837" x="1644650" y="2006600"/>
          <p14:tracePt t="216854" x="1898650" y="2273300"/>
          <p14:tracePt t="216871" x="2032000" y="2374900"/>
          <p14:tracePt t="216888" x="2362200" y="2571750"/>
          <p14:tracePt t="216904" x="2609850" y="2686050"/>
          <p14:tracePt t="216920" x="2717800" y="2705100"/>
          <p14:tracePt t="216938" x="2895600" y="2711450"/>
          <p14:tracePt t="216954" x="3028950" y="2673350"/>
          <p14:tracePt t="216970" x="3060700" y="2647950"/>
          <p14:tracePt t="216987" x="3092450" y="2584450"/>
          <p14:tracePt t="217003" x="3136900" y="2501900"/>
          <p14:tracePt t="217020" x="3168650" y="2476500"/>
          <p14:tracePt t="217622" x="3168650" y="2470150"/>
          <p14:tracePt t="217636" x="3162300" y="2463800"/>
          <p14:tracePt t="217642" x="3136900" y="2438400"/>
          <p14:tracePt t="217657" x="3124200" y="2419350"/>
          <p14:tracePt t="217668" x="3105150" y="2400300"/>
          <p14:tracePt t="217685" x="3067050" y="2355850"/>
          <p14:tracePt t="217701" x="3035300" y="2311400"/>
          <p14:tracePt t="217718" x="2965450" y="2209800"/>
          <p14:tracePt t="217735" x="2876550" y="2051050"/>
          <p14:tracePt t="217751" x="2825750" y="1943100"/>
          <p14:tracePt t="217768" x="2705100" y="1739900"/>
          <p14:tracePt t="217784" x="2590800" y="1530350"/>
          <p14:tracePt t="217801" x="2552700" y="1435100"/>
          <p14:tracePt t="217820" x="2489200" y="1301750"/>
          <p14:tracePt t="217834" x="2457450" y="1225550"/>
          <p14:tracePt t="217851" x="2457450" y="1206500"/>
          <p14:tracePt t="217868" x="2451100" y="1187450"/>
          <p14:tracePt t="217884" x="2444750" y="1187450"/>
          <p14:tracePt t="217917" x="2438400" y="1187450"/>
          <p14:tracePt t="217934" x="2425700" y="1193800"/>
          <p14:tracePt t="217951" x="2374900" y="1206500"/>
          <p14:tracePt t="217967" x="2317750" y="1244600"/>
          <p14:tracePt t="217983" x="2273300" y="1282700"/>
          <p14:tracePt t="218000" x="2209800" y="1346200"/>
          <p14:tracePt t="218017" x="2127250" y="1473200"/>
          <p14:tracePt t="218034" x="2089150" y="1543050"/>
          <p14:tracePt t="218050" x="2019300" y="1714500"/>
          <p14:tracePt t="218067" x="1981200" y="1854200"/>
          <p14:tracePt t="218085" x="1962150" y="1955800"/>
          <p14:tracePt t="218100" x="1955800" y="2000250"/>
          <p14:tracePt t="218116" x="1949450" y="2032000"/>
          <p14:tracePt t="218134" x="1943100" y="2051050"/>
          <p14:tracePt t="218150" x="1943100" y="2057400"/>
          <p14:tracePt t="218218" x="1943100" y="2044700"/>
          <p14:tracePt t="218225" x="1943100" y="2038350"/>
          <p14:tracePt t="218239" x="1949450" y="2019300"/>
          <p14:tracePt t="218249" x="1955800" y="2000250"/>
          <p14:tracePt t="218267" x="1974850" y="1930400"/>
          <p14:tracePt t="218282" x="1974850" y="1892300"/>
          <p14:tracePt t="218299" x="1968500" y="1771650"/>
          <p14:tracePt t="218316" x="1962150" y="1682750"/>
          <p14:tracePt t="218332" x="1955800" y="1651000"/>
          <p14:tracePt t="218349" x="1955800" y="1631950"/>
          <p14:tracePt t="218382" x="1949450" y="1638300"/>
          <p14:tracePt t="218399" x="1949450" y="1689100"/>
          <p14:tracePt t="218415" x="1955800" y="1816100"/>
          <p14:tracePt t="218432" x="1955800" y="1911350"/>
          <p14:tracePt t="218449" x="1955800" y="2165350"/>
          <p14:tracePt t="218465" x="1949450" y="2305050"/>
          <p14:tracePt t="218469" x="1936750" y="2463800"/>
          <p14:tracePt t="218482" x="1911350" y="2635250"/>
          <p14:tracePt t="218499" x="1822450" y="3016250"/>
          <p14:tracePt t="218515" x="1784350" y="3168650"/>
          <p14:tracePt t="218532" x="1720850" y="3365500"/>
          <p14:tracePt t="218548" x="1676400" y="3486150"/>
          <p14:tracePt t="218565" x="1657350" y="3517900"/>
          <p14:tracePt t="218582" x="1638300" y="3549650"/>
          <p14:tracePt t="218598" x="1631950" y="3549650"/>
          <p14:tracePt t="218631" x="1625600" y="3549650"/>
          <p14:tracePt t="218648" x="1612900" y="3530600"/>
          <p14:tracePt t="218665" x="1606550" y="3517900"/>
          <p14:tracePt t="218681" x="1593850" y="3498850"/>
          <p14:tracePt t="218698" x="1581150" y="3473450"/>
          <p14:tracePt t="218714" x="1574800" y="3460750"/>
          <p14:tracePt t="218731" x="1562100" y="3441700"/>
          <p14:tracePt t="218747" x="1549400" y="3416300"/>
          <p14:tracePt t="218765" x="1543050" y="3403600"/>
          <p14:tracePt t="218781" x="1536700" y="3397250"/>
          <p14:tracePt t="218814" x="1536700" y="3378200"/>
          <p14:tracePt t="218831" x="1536700" y="3371850"/>
          <p14:tracePt t="218847" x="1536700" y="3365500"/>
          <p14:tracePt t="218864" x="1549400" y="3359150"/>
          <p14:tracePt t="218880" x="1568450" y="3352800"/>
          <p14:tracePt t="218899" x="1600200" y="3340100"/>
          <p14:tracePt t="218913" x="1625600" y="3327400"/>
          <p14:tracePt t="218930" x="1670050" y="3314700"/>
          <p14:tracePt t="218947" x="1720850" y="3308350"/>
          <p14:tracePt t="218963" x="1733550" y="3308350"/>
          <p14:tracePt t="218980" x="1758950" y="3302000"/>
          <p14:tracePt t="218997" x="1765300" y="3302000"/>
          <p14:tracePt t="219038" x="1758950" y="3302000"/>
          <p14:tracePt t="219046" x="1752600" y="3295650"/>
          <p14:tracePt t="219067" x="1746250" y="3295650"/>
          <p14:tracePt t="219081" x="1733550" y="3289300"/>
          <p14:tracePt t="219087" x="1727200" y="3289300"/>
          <p14:tracePt t="219096" x="1714500" y="3282950"/>
          <p14:tracePt t="219114" x="1695450" y="3276600"/>
          <p14:tracePt t="219131" x="1657350" y="3263900"/>
          <p14:tracePt t="219147" x="1631950" y="3251200"/>
          <p14:tracePt t="219163" x="1568450" y="3232150"/>
          <p14:tracePt t="219180" x="1498600" y="3219450"/>
          <p14:tracePt t="219196" x="1473200" y="3213100"/>
          <p14:tracePt t="219213" x="1403350" y="3206750"/>
          <p14:tracePt t="219229" x="1352550" y="3200400"/>
          <p14:tracePt t="219246" x="1339850" y="3200400"/>
          <p14:tracePt t="219263" x="1320800" y="3200400"/>
          <p14:tracePt t="219279" x="1314450" y="3200400"/>
          <p14:tracePt t="219320" x="1320800" y="3200400"/>
          <p14:tracePt t="219329" x="1327150" y="3200400"/>
          <p14:tracePt t="219345" x="1339850" y="3200400"/>
          <p14:tracePt t="219362" x="1390650" y="3200400"/>
          <p14:tracePt t="219379" x="1466850" y="3200400"/>
          <p14:tracePt t="219397" x="1581150" y="3206750"/>
          <p14:tracePt t="219411" x="1651000" y="3219450"/>
          <p14:tracePt t="219429" x="1714500" y="3225800"/>
          <p14:tracePt t="219446" x="1885950" y="3244850"/>
          <p14:tracePt t="219462" x="1949450" y="3244850"/>
          <p14:tracePt t="219479" x="2000250" y="3244850"/>
          <p14:tracePt t="219482" x="2051050" y="3251200"/>
          <p14:tracePt t="219495" x="2108200" y="3251200"/>
          <p14:tracePt t="219512" x="2197100" y="3251200"/>
          <p14:tracePt t="219528" x="2247900" y="3251200"/>
          <p14:tracePt t="219545" x="2317750" y="3263900"/>
          <p14:tracePt t="219561" x="2374900" y="3263900"/>
          <p14:tracePt t="219579" x="2432050" y="3270250"/>
          <p14:tracePt t="219595" x="2463800" y="3270250"/>
          <p14:tracePt t="219611" x="2508250" y="3270250"/>
          <p14:tracePt t="219628" x="2578100" y="3270250"/>
          <p14:tracePt t="219644" x="2616200" y="3270250"/>
          <p14:tracePt t="219661" x="2673350" y="3270250"/>
          <p14:tracePt t="219678" x="2743200" y="3276600"/>
          <p14:tracePt t="219694" x="2768600" y="3276600"/>
          <p14:tracePt t="219712" x="2794000" y="3276600"/>
          <p14:tracePt t="219727" x="2876550" y="3282950"/>
          <p14:tracePt t="219744" x="2901950" y="3289300"/>
          <p14:tracePt t="219761" x="2959100" y="3308350"/>
          <p14:tracePt t="219777" x="2997200" y="3308350"/>
          <p14:tracePt t="219794" x="3048000" y="3321050"/>
          <p14:tracePt t="219811" x="3117850" y="3327400"/>
          <p14:tracePt t="219827" x="3155950" y="3333750"/>
          <p14:tracePt t="219844" x="3206750" y="3340100"/>
          <p14:tracePt t="219860" x="3232150" y="3340100"/>
          <p14:tracePt t="219877" x="3238500" y="3346450"/>
          <p14:tracePt t="219894" x="3244850" y="3346450"/>
          <p14:tracePt t="219911" x="3238500" y="3346450"/>
          <p14:tracePt t="219927" x="3232150" y="3346450"/>
          <p14:tracePt t="219944" x="3162300" y="3340100"/>
          <p14:tracePt t="219960" x="3073400" y="3321050"/>
          <p14:tracePt t="219977" x="2730500" y="3257550"/>
          <p14:tracePt t="219980" x="2457450" y="3225800"/>
          <p14:tracePt t="219995" x="2165350" y="3194050"/>
          <p14:tracePt t="220010" x="1504950" y="3162300"/>
          <p14:tracePt t="220027" x="1250950" y="3162300"/>
          <p14:tracePt t="220043" x="800100" y="3168650"/>
          <p14:tracePt t="220060" x="609600" y="3181350"/>
          <p14:tracePt t="220077" x="215900" y="3225800"/>
          <p14:tracePt t="220093" x="120650" y="3238500"/>
          <p14:tracePt t="220109" x="57150" y="3244850"/>
          <p14:tracePt t="220209" x="6350" y="3263900"/>
          <p14:tracePt t="220225" x="44450" y="3263900"/>
          <p14:tracePt t="220242" x="152400" y="3282950"/>
          <p14:tracePt t="220260" x="279400" y="3289300"/>
          <p14:tracePt t="220276" x="374650" y="3302000"/>
          <p14:tracePt t="220292" x="577850" y="3321050"/>
          <p14:tracePt t="220309" x="831850" y="3365500"/>
          <p14:tracePt t="220325" x="958850" y="3378200"/>
          <p14:tracePt t="220342" x="1085850" y="3384550"/>
          <p14:tracePt t="220359" x="1409700" y="3435350"/>
          <p14:tracePt t="220375" x="1485900" y="3448050"/>
          <p14:tracePt t="220393" x="1581150" y="3473450"/>
          <p14:tracePt t="220409" x="1606550" y="3486150"/>
          <p14:tracePt t="220425" x="1631950" y="3505200"/>
          <p14:tracePt t="220442" x="1644650" y="3543300"/>
          <p14:tracePt t="220458" x="1651000" y="3568700"/>
          <p14:tracePt t="220475" x="1651000" y="3644900"/>
          <p14:tracePt t="220492" x="1638300" y="3790950"/>
          <p14:tracePt t="220509" x="1619250" y="3892550"/>
          <p14:tracePt t="220525" x="1549400" y="4076700"/>
          <p14:tracePt t="220541" x="1473200" y="4254500"/>
          <p14:tracePt t="220558" x="1447800" y="4318000"/>
          <p14:tracePt t="220575" x="1377950" y="4445000"/>
          <p14:tracePt t="220591" x="1352550" y="4565650"/>
          <p14:tracePt t="220608" x="1339850" y="4629150"/>
          <p14:tracePt t="220624" x="1339850" y="4711700"/>
          <p14:tracePt t="220641" x="1346200" y="4768850"/>
          <p14:tracePt t="220657" x="1352550" y="4787900"/>
          <p14:tracePt t="220674" x="1365250" y="4813300"/>
          <p14:tracePt t="220691" x="1371600" y="4819650"/>
          <p14:tracePt t="220709" x="1422400" y="4832350"/>
          <p14:tracePt t="220724" x="1441450" y="4838700"/>
          <p14:tracePt t="220740" x="1460500" y="4845050"/>
          <p14:tracePt t="220758" x="1504950" y="4864100"/>
          <p14:tracePt t="220774" x="1543050" y="4921250"/>
          <p14:tracePt t="220790" x="1562100" y="4959350"/>
          <p14:tracePt t="220807" x="1593850" y="5073650"/>
          <p14:tracePt t="220824" x="1625600" y="5213350"/>
          <p14:tracePt t="220840" x="1638300" y="5295900"/>
          <p14:tracePt t="220856" x="1644650" y="5473700"/>
          <p14:tracePt t="220873" x="1631950" y="5651500"/>
          <p14:tracePt t="220891" x="1612900" y="5810250"/>
          <p14:tracePt t="220907" x="1600200" y="5873750"/>
          <p14:tracePt t="220924" x="1574800" y="5969000"/>
          <p14:tracePt t="220941" x="1562100" y="6032500"/>
          <p14:tracePt t="220957" x="1555750" y="6051550"/>
          <p14:tracePt t="220973" x="1555750" y="6057900"/>
          <p14:tracePt t="220977" x="1555750" y="6064250"/>
          <p14:tracePt t="220990" x="1555750" y="6070600"/>
          <p14:tracePt t="221045" x="1555750" y="6064250"/>
          <p14:tracePt t="221052" x="1555750" y="6057900"/>
          <p14:tracePt t="221059" x="1555750" y="6051550"/>
          <p14:tracePt t="221076" x="1562100" y="6038850"/>
          <p14:tracePt t="221089" x="1581150" y="6019800"/>
          <p14:tracePt t="221106" x="1612900" y="5949950"/>
          <p14:tracePt t="221124" x="1657350" y="5797550"/>
          <p14:tracePt t="221139" x="1689100" y="5695950"/>
          <p14:tracePt t="221156" x="1752600" y="5473700"/>
          <p14:tracePt t="221172" x="1809750" y="5232400"/>
          <p14:tracePt t="221189" x="1828800" y="5118100"/>
          <p14:tracePt t="221206" x="1860550" y="4908550"/>
          <p14:tracePt t="221222" x="1879600" y="4730750"/>
          <p14:tracePt t="221239" x="1885950" y="4654550"/>
          <p14:tracePt t="221257" x="1898650" y="4533900"/>
          <p14:tracePt t="221272" x="1898650" y="4476750"/>
          <p14:tracePt t="221289" x="1905000" y="4457700"/>
          <p14:tracePt t="221306" x="1905000" y="4432300"/>
          <p14:tracePt t="221322" x="1905000" y="4425950"/>
          <p14:tracePt t="221339" x="1905000" y="4413250"/>
          <p14:tracePt t="221396" x="1905000" y="4432300"/>
          <p14:tracePt t="221403" x="1898650" y="4457700"/>
          <p14:tracePt t="221410" x="1898650" y="4483100"/>
          <p14:tracePt t="221425" x="1892300" y="4521200"/>
          <p14:tracePt t="221439" x="1879600" y="4591050"/>
          <p14:tracePt t="221455" x="1841500" y="4806950"/>
          <p14:tracePt t="221472" x="1816100" y="4946650"/>
          <p14:tracePt t="221475" x="1784350" y="5099050"/>
          <p14:tracePt t="221488" x="1746250" y="5251450"/>
          <p14:tracePt t="221505" x="1657350" y="5530850"/>
          <p14:tracePt t="221522" x="1612900" y="5715000"/>
          <p14:tracePt t="221538" x="1593850" y="5778500"/>
          <p14:tracePt t="221555" x="1581150" y="5873750"/>
          <p14:tracePt t="221572" x="1581150" y="5905500"/>
          <p14:tracePt t="221588" x="1581150" y="5918200"/>
          <p14:tracePt t="221621" x="1587500" y="5911850"/>
          <p14:tracePt t="221638" x="1587500" y="5905500"/>
          <p14:tracePt t="221654" x="1600200" y="5886450"/>
          <p14:tracePt t="221671" x="1631950" y="5842000"/>
          <p14:tracePt t="221687" x="1689100" y="5734050"/>
          <p14:tracePt t="221705" x="1746250" y="5594350"/>
          <p14:tracePt t="221720" x="1778000" y="5505450"/>
          <p14:tracePt t="221737" x="1828800" y="5283200"/>
          <p14:tracePt t="221755" x="1879600" y="5029200"/>
          <p14:tracePt t="221770" x="1905000" y="4902200"/>
          <p14:tracePt t="221787" x="1924050" y="4686300"/>
          <p14:tracePt t="221804" x="1943100" y="4527550"/>
          <p14:tracePt t="221820" x="1943100" y="4489450"/>
          <p14:tracePt t="221837" x="1949450" y="4419600"/>
          <p14:tracePt t="221853" x="1955800" y="4387850"/>
          <p14:tracePt t="221870" x="1955800" y="4362450"/>
          <p14:tracePt t="221887" x="1955800" y="4349750"/>
          <p14:tracePt t="221903" x="1955800" y="4343400"/>
          <p14:tracePt t="221964" x="1955800" y="4349750"/>
          <p14:tracePt t="221985" x="1955800" y="4356100"/>
          <p14:tracePt t="221992" x="1949450" y="4362450"/>
          <p14:tracePt t="222007" x="1943100" y="4375150"/>
          <p14:tracePt t="222020" x="1943100" y="4394200"/>
          <p14:tracePt t="222036" x="1943100" y="4406900"/>
          <p14:tracePt t="222053" x="1943100" y="4419600"/>
          <p14:tracePt t="224748" x="1949450" y="4413250"/>
          <p14:tracePt t="224762" x="1981200" y="4381500"/>
          <p14:tracePt t="224769" x="2006600" y="4337050"/>
          <p14:tracePt t="224783" x="2038350" y="4292600"/>
          <p14:tracePt t="224793" x="2057400" y="4254500"/>
          <p14:tracePt t="224810" x="2089150" y="4197350"/>
          <p14:tracePt t="224827" x="2127250" y="4076700"/>
          <p14:tracePt t="224843" x="2165350" y="3917950"/>
          <p14:tracePt t="224861" x="2197100" y="3714750"/>
          <p14:tracePt t="224876" x="2203450" y="3600450"/>
          <p14:tracePt t="224893" x="2235200" y="3384550"/>
          <p14:tracePt t="224910" x="2247900" y="3181350"/>
          <p14:tracePt t="224926" x="2247900" y="3092450"/>
          <p14:tracePt t="224944" x="2260600" y="2933700"/>
          <p14:tracePt t="224960" x="2260600" y="2806700"/>
          <p14:tracePt t="224976" x="2260600" y="2781300"/>
          <p14:tracePt t="224993" x="2254250" y="2730500"/>
          <p14:tracePt t="225009" x="2254250" y="2717800"/>
          <p14:tracePt t="225026" x="2254250" y="2705100"/>
          <p14:tracePt t="225091" x="2254250" y="2698750"/>
          <p14:tracePt t="225155" x="2254250" y="2692400"/>
          <p14:tracePt t="225169" x="2254250" y="2686050"/>
          <p14:tracePt t="225178" x="2254250" y="2679700"/>
          <p14:tracePt t="225192" x="2247900" y="2660650"/>
          <p14:tracePt t="225209" x="2247900" y="2635250"/>
          <p14:tracePt t="225225" x="2197100" y="2444750"/>
          <p14:tracePt t="225242" x="2178050" y="2368550"/>
          <p14:tracePt t="225260" x="2127250" y="2222500"/>
          <p14:tracePt t="225275" x="2082800" y="2108200"/>
          <p14:tracePt t="225292" x="2070100" y="2082800"/>
          <p14:tracePt t="225309" x="2051050" y="2057400"/>
          <p14:tracePt t="225341" x="2044700" y="2057400"/>
          <p14:tracePt t="225358" x="2032000" y="2057400"/>
          <p14:tracePt t="225375" x="2019300" y="2044700"/>
          <p14:tracePt t="225391" x="2000250" y="2025650"/>
          <p14:tracePt t="225408" x="1968500" y="1981200"/>
          <p14:tracePt t="225424" x="1924050" y="1917700"/>
          <p14:tracePt t="225442" x="1905000" y="1873250"/>
          <p14:tracePt t="225458" x="1822450" y="1727200"/>
          <p14:tracePt t="225474" x="1790700" y="1657350"/>
          <p14:tracePt t="225492" x="1746250" y="1511300"/>
          <p14:tracePt t="225507" x="1708150" y="1377950"/>
          <p14:tracePt t="225524" x="1689100" y="1301750"/>
          <p14:tracePt t="225541" x="1657350" y="1206500"/>
          <p14:tracePt t="225557" x="1651000" y="1181100"/>
          <p14:tracePt t="225574" x="1651000" y="1162050"/>
          <p14:tracePt t="225611" x="1651000" y="1174750"/>
          <p14:tracePt t="225617" x="1651000" y="1187450"/>
          <p14:tracePt t="225632" x="1651000" y="1219200"/>
          <p14:tracePt t="225640" x="1651000" y="1257300"/>
          <p14:tracePt t="225657" x="1651000" y="1333500"/>
          <p14:tracePt t="225674" x="1651000" y="1555750"/>
          <p14:tracePt t="225690" x="1676400" y="1905000"/>
          <p14:tracePt t="225707" x="1701800" y="2127250"/>
          <p14:tracePt t="225724" x="1746250" y="2584450"/>
          <p14:tracePt t="225740" x="1746250" y="2819400"/>
          <p14:tracePt t="225757" x="1771650" y="3270250"/>
          <p14:tracePt t="225773" x="1790700" y="3625850"/>
          <p14:tracePt t="225790" x="1797050" y="3740150"/>
          <p14:tracePt t="225807" x="1816100" y="3911600"/>
          <p14:tracePt t="225823" x="1816100" y="3930650"/>
          <p14:tracePt t="225840" x="1816100" y="3943350"/>
          <p14:tracePt t="225857" x="1816100" y="3962400"/>
          <p14:tracePt t="225919" x="1816100" y="3949700"/>
          <p14:tracePt t="225927" x="1822450" y="3943350"/>
          <p14:tracePt t="225942" x="1822450" y="3937000"/>
          <p14:tracePt t="225956" x="1822450" y="3930650"/>
          <p14:tracePt t="225972" x="1828800" y="3924300"/>
          <p14:tracePt t="225990" x="1828800" y="3911600"/>
          <p14:tracePt t="226006" x="1828800" y="3898900"/>
          <p14:tracePt t="226022" x="1828800" y="3879850"/>
          <p14:tracePt t="226039" x="1822450" y="3829050"/>
          <p14:tracePt t="226056" x="1816100" y="3784600"/>
          <p14:tracePt t="226073" x="1797050" y="3721100"/>
          <p14:tracePt t="226076" x="1790700" y="3638550"/>
          <p14:tracePt t="226089" x="1765300" y="3549650"/>
          <p14:tracePt t="226106" x="1727200" y="3333750"/>
          <p14:tracePt t="226123" x="1682750" y="3124200"/>
          <p14:tracePt t="226138" x="1657350" y="3003550"/>
          <p14:tracePt t="226155" x="1657350" y="2965450"/>
          <p14:tracePt t="226172" x="1651000" y="2946400"/>
          <p14:tracePt t="226189" x="1651000" y="2940050"/>
          <p14:tracePt t="226228" x="1651000" y="2946400"/>
          <p14:tracePt t="226242" x="1651000" y="2959100"/>
          <p14:tracePt t="226254" x="1651000" y="2971800"/>
          <p14:tracePt t="226271" x="1651000" y="2990850"/>
          <p14:tracePt t="226288" x="1663700" y="3048000"/>
          <p14:tracePt t="226306" x="1695450" y="3181350"/>
          <p14:tracePt t="226321" x="1720850" y="3263900"/>
          <p14:tracePt t="226338" x="1784350" y="3460750"/>
          <p14:tracePt t="226355" x="1860550" y="3683000"/>
          <p14:tracePt t="226371" x="1955800" y="3917950"/>
          <p14:tracePt t="226388" x="2000250" y="4032250"/>
          <p14:tracePt t="226405" x="2063750" y="4267200"/>
          <p14:tracePt t="226421" x="2101850" y="4457700"/>
          <p14:tracePt t="226438" x="2120900" y="4616450"/>
          <p14:tracePt t="226454" x="2133600" y="4679950"/>
          <p14:tracePt t="226471" x="2139950" y="4730750"/>
          <p14:tracePt t="226488" x="2146300" y="4832350"/>
          <p14:tracePt t="226504" x="2146300" y="4851400"/>
          <p14:tracePt t="226521" x="2146300" y="4870450"/>
          <p14:tracePt t="226537" x="2146300" y="4895850"/>
          <p14:tracePt t="226554" x="2152650" y="4908550"/>
          <p14:tracePt t="226600" x="2159000" y="4908550"/>
          <p14:tracePt t="226628" x="2159000" y="4902200"/>
          <p14:tracePt t="226642" x="2159000" y="4895850"/>
          <p14:tracePt t="226649" x="2165350" y="4889500"/>
          <p14:tracePt t="226663" x="2165350" y="4883150"/>
          <p14:tracePt t="226691" x="2165350" y="4876800"/>
          <p14:tracePt t="226712" x="2165350" y="4870450"/>
          <p14:tracePt t="226733" x="2165350" y="4864100"/>
          <p14:tracePt t="226740" x="2165350" y="4857750"/>
          <p14:tracePt t="226756" x="2165350" y="4851400"/>
          <p14:tracePt t="226769" x="2159000" y="4845050"/>
          <p14:tracePt t="226786" x="2159000" y="4832350"/>
          <p14:tracePt t="226804" x="2146300" y="4826000"/>
          <p14:tracePt t="227195" x="2146300" y="4749800"/>
          <p14:tracePt t="227202" x="2165350" y="4622800"/>
          <p14:tracePt t="227215" x="2184400" y="4489450"/>
          <p14:tracePt t="227222" x="2197100" y="4356100"/>
          <p14:tracePt t="227236" x="2203450" y="4197350"/>
          <p14:tracePt t="227252" x="2228850" y="3867150"/>
          <p14:tracePt t="227268" x="2241550" y="3740150"/>
          <p14:tracePt t="227286" x="2247900" y="3562350"/>
          <p14:tracePt t="227301" x="2247900" y="3473450"/>
          <p14:tracePt t="227319" x="2247900" y="3448050"/>
          <p14:tracePt t="227335" x="2247900" y="3409950"/>
          <p14:tracePt t="227351" x="2247900" y="3397250"/>
          <p14:tracePt t="227368" x="2247900" y="3384550"/>
          <p14:tracePt t="227385" x="2235200" y="3378200"/>
          <p14:tracePt t="227401" x="2228850" y="3371850"/>
          <p14:tracePt t="227419" x="2216150" y="3359150"/>
          <p14:tracePt t="227434" x="2203450" y="3346450"/>
          <p14:tracePt t="227451" x="2203450" y="3340100"/>
          <p14:tracePt t="227468" x="2203450" y="3327400"/>
          <p14:tracePt t="227484" x="2190750" y="3327400"/>
          <p14:tracePt t="227501" x="2190750" y="3321050"/>
          <p14:tracePt t="227518" x="2184400" y="3302000"/>
          <p14:tracePt t="227534" x="2178050" y="3289300"/>
          <p14:tracePt t="227550" x="2171700" y="3282950"/>
          <p14:tracePt t="227567" x="2165350" y="3263900"/>
          <p14:tracePt t="227584" x="2159000" y="3244850"/>
          <p14:tracePt t="227601" x="2146300" y="3219450"/>
          <p14:tracePt t="227617" x="2133600" y="3213100"/>
          <p14:tracePt t="227634" x="2127250" y="3200400"/>
          <p14:tracePt t="227651" x="2089150" y="3143250"/>
          <p14:tracePt t="227666" x="2076450" y="3124200"/>
          <p14:tracePt t="228397" x="2076450" y="3162300"/>
          <p14:tracePt t="228404" x="2076450" y="3225800"/>
          <p14:tracePt t="228418" x="2076450" y="3257550"/>
          <p14:tracePt t="228430" x="2076450" y="3295650"/>
          <p14:tracePt t="228447" x="2063750" y="3352800"/>
          <p14:tracePt t="228464" x="2063750" y="3390900"/>
          <p14:tracePt t="228481" x="2051050" y="3441700"/>
          <p14:tracePt t="228497" x="2044700" y="3492500"/>
          <p14:tracePt t="228514" x="2044700" y="3511550"/>
          <p14:tracePt t="228530" x="2044700" y="3536950"/>
          <p14:tracePt t="228547" x="2038350" y="3549650"/>
          <p14:tracePt t="228706" x="2044700" y="3556000"/>
          <p14:tracePt t="228714" x="2044700" y="3562350"/>
          <p14:tracePt t="228734" x="2044700" y="3568700"/>
          <p14:tracePt t="228783" x="2044700" y="3575050"/>
          <p14:tracePt t="228804" x="2051050" y="3581400"/>
          <p14:tracePt t="228825" x="2057400" y="3587750"/>
          <p14:tracePt t="228839" x="2057400" y="3594100"/>
          <p14:tracePt t="228848" x="2063750" y="3594100"/>
          <p14:tracePt t="228862" x="2063750" y="3600450"/>
          <p14:tracePt t="228879" x="2070100" y="3606800"/>
          <p14:tracePt t="228896" x="2082800" y="3625850"/>
          <p14:tracePt t="228912" x="2089150" y="3638550"/>
          <p14:tracePt t="228930" x="2095500" y="3657600"/>
          <p14:tracePt t="228946" x="2108200" y="3663950"/>
          <p14:tracePt t="228962" x="2108200" y="3670300"/>
          <p14:tracePt t="228979" x="2114550" y="3670300"/>
          <p14:tracePt t="228995" x="2127250" y="3670300"/>
          <p14:tracePt t="229029" x="2127250" y="3663950"/>
          <p14:tracePt t="229045" x="2127250" y="3644900"/>
          <p14:tracePt t="229062" x="2133600" y="3594100"/>
          <p14:tracePt t="229079" x="2127250" y="3505200"/>
          <p14:tracePt t="229095" x="2127250" y="3448050"/>
          <p14:tracePt t="229112" x="2120900" y="3346450"/>
          <p14:tracePt t="229128" x="2114550" y="3251200"/>
          <p14:tracePt t="229145" x="2101850" y="3213100"/>
          <p14:tracePt t="229162" x="2089150" y="3130550"/>
          <p14:tracePt t="229178" x="2063750" y="3054350"/>
          <p14:tracePt t="229195" x="2057400" y="3035300"/>
          <p14:tracePt t="229211" x="2038350" y="2978150"/>
          <p14:tracePt t="229228" x="2025650" y="2933700"/>
          <p14:tracePt t="229246" x="2006600" y="2889250"/>
          <p14:tracePt t="229261" x="2000250" y="2876550"/>
          <p14:tracePt t="229278" x="1981200" y="2838450"/>
          <p14:tracePt t="229295" x="1968500" y="2813050"/>
          <p14:tracePt t="229311" x="1955800" y="2794000"/>
          <p14:tracePt t="229328" x="1936750" y="2749550"/>
          <p14:tracePt t="229345" x="1911350" y="2692400"/>
          <p14:tracePt t="229360" x="1879600" y="2628900"/>
          <p14:tracePt t="229377" x="1866900" y="2597150"/>
          <p14:tracePt t="229394" x="1835150" y="2520950"/>
          <p14:tracePt t="229411" x="1809750" y="2463800"/>
          <p14:tracePt t="229428" x="1803400" y="2438400"/>
          <p14:tracePt t="229444" x="1771650" y="2374900"/>
          <p14:tracePt t="229460" x="1752600" y="2330450"/>
          <p14:tracePt t="229478" x="1720850" y="2266950"/>
          <p14:tracePt t="229494" x="1701800" y="2235200"/>
          <p14:tracePt t="229510" x="1682750" y="2184400"/>
          <p14:tracePt t="229527" x="1670050" y="2139950"/>
          <p14:tracePt t="229543" x="1651000" y="2108200"/>
          <p14:tracePt t="229561" x="1638300" y="2070100"/>
          <p14:tracePt t="229577" x="1619250" y="2025650"/>
          <p14:tracePt t="229593" x="1606550" y="2000250"/>
          <p14:tracePt t="229611" x="1587500" y="1962150"/>
          <p14:tracePt t="229626" x="1568450" y="1911350"/>
          <p14:tracePt t="229643" x="1562100" y="1885950"/>
          <p14:tracePt t="229660" x="1543050" y="1847850"/>
          <p14:tracePt t="229676" x="1536700" y="1822450"/>
          <p14:tracePt t="229693" x="1530350" y="1797050"/>
          <p14:tracePt t="229710" x="1524000" y="1765300"/>
          <p14:tracePt t="229726" x="1524000" y="1739900"/>
          <p14:tracePt t="229743" x="1524000" y="1676400"/>
          <p14:tracePt t="229760" x="1562100" y="1606550"/>
          <p14:tracePt t="229776" x="1574800" y="1574800"/>
          <p14:tracePt t="229793" x="1631950" y="1504950"/>
          <p14:tracePt t="229809" x="1714500" y="1441450"/>
          <p14:tracePt t="229826" x="1746250" y="1409700"/>
          <p14:tracePt t="229843" x="1822450" y="1365250"/>
          <p14:tracePt t="229859" x="1879600" y="1339850"/>
          <p14:tracePt t="229876" x="1898650" y="1333500"/>
          <p14:tracePt t="229893" x="1943100" y="1308100"/>
          <p14:tracePt t="229909" x="1974850" y="1295400"/>
          <p14:tracePt t="229927" x="1993900" y="1276350"/>
          <p14:tracePt t="229942" x="2000250" y="1270000"/>
          <p14:tracePt t="229976" x="2012950" y="1263650"/>
          <p14:tracePt t="230012" x="2019300" y="1257300"/>
          <p14:tracePt t="230060" x="2019300" y="1250950"/>
          <p14:tracePt t="230067" x="2025650" y="1250950"/>
          <p14:tracePt t="230137" x="2032000" y="1250950"/>
          <p14:tracePt t="230151" x="2032000" y="1257300"/>
          <p14:tracePt t="230161" x="2032000" y="1263650"/>
          <p14:tracePt t="230179" x="2038350" y="1276350"/>
          <p14:tracePt t="230191" x="2044700" y="1289050"/>
          <p14:tracePt t="230208" x="2057400" y="1339850"/>
          <p14:tracePt t="230224" x="2063750" y="1371600"/>
          <p14:tracePt t="230242" x="2076450" y="1441450"/>
          <p14:tracePt t="230258" x="2089150" y="1536700"/>
          <p14:tracePt t="230274" x="2095500" y="1587500"/>
          <p14:tracePt t="230292" x="2095500" y="1701800"/>
          <p14:tracePt t="230308" x="2095500" y="1778000"/>
          <p14:tracePt t="230324" x="2089150" y="1936750"/>
          <p14:tracePt t="230341" x="2082800" y="2101850"/>
          <p14:tracePt t="230357" x="2070100" y="2203450"/>
          <p14:tracePt t="230374" x="2063750" y="2393950"/>
          <p14:tracePt t="230391" x="2051050" y="2571750"/>
          <p14:tracePt t="230407" x="2038350" y="2660650"/>
          <p14:tracePt t="230425" x="2038350" y="2813050"/>
          <p14:tracePt t="230440" x="2032000" y="2870200"/>
          <p14:tracePt t="230457" x="2032000" y="2971800"/>
          <p14:tracePt t="230474" x="2032000" y="3054350"/>
          <p14:tracePt t="230490" x="2032000" y="3079750"/>
          <p14:tracePt t="230507" x="2032000" y="3130550"/>
          <p14:tracePt t="230524" x="2057400" y="3187700"/>
          <p14:tracePt t="230540" x="2076450" y="3270250"/>
          <p14:tracePt t="230559" x="2101850" y="3378200"/>
          <p14:tracePt t="230573" x="2120900" y="3435350"/>
          <p14:tracePt t="230590" x="2127250" y="3486150"/>
          <p14:tracePt t="230608" x="2171700" y="3676650"/>
          <p14:tracePt t="230624" x="2184400" y="3727450"/>
          <p14:tracePt t="230640" x="2190750" y="3797300"/>
          <p14:tracePt t="230644" x="2203450" y="3860800"/>
          <p14:tracePt t="230656" x="2209800" y="3924300"/>
          <p14:tracePt t="230673" x="2222500" y="4044950"/>
          <p14:tracePt t="230690" x="2222500" y="4095750"/>
          <p14:tracePt t="230706" x="2216150" y="4178300"/>
          <p14:tracePt t="230723" x="2216150" y="4216400"/>
          <p14:tracePt t="230740" x="2216150" y="4235450"/>
          <p14:tracePt t="230755" x="2216150" y="4248150"/>
          <p14:tracePt t="230773" x="2216150" y="4254500"/>
          <p14:tracePt t="230860" x="2216150" y="4248150"/>
          <p14:tracePt t="230874" x="2216150" y="4241800"/>
          <p14:tracePt t="230880" x="2222500" y="4235450"/>
          <p14:tracePt t="230889" x="2222500" y="4229100"/>
          <p14:tracePt t="230905" x="2222500" y="4222750"/>
          <p14:tracePt t="230923" x="2228850" y="4222750"/>
          <p14:tracePt t="230939" x="2235200" y="4216400"/>
          <p14:tracePt t="230979" x="2241550" y="4229100"/>
          <p14:tracePt t="230993" x="2241550" y="4235450"/>
          <p14:tracePt t="231000" x="2241550" y="4248150"/>
          <p14:tracePt t="231014" x="2247900" y="4267200"/>
          <p14:tracePt t="231022" x="2254250" y="4286250"/>
          <p14:tracePt t="231039" x="2254250" y="4324350"/>
          <p14:tracePt t="231056" x="2273300" y="4419600"/>
          <p14:tracePt t="231072" x="2279650" y="4552950"/>
          <p14:tracePt t="231088" x="2279650" y="4629150"/>
          <p14:tracePt t="231105" x="2279650" y="4756150"/>
          <p14:tracePt t="231121" x="2279650" y="4883150"/>
          <p14:tracePt t="231138" x="2279650" y="4921250"/>
          <p14:tracePt t="231155" x="2279650" y="4978400"/>
          <p14:tracePt t="231172" x="2279650" y="5003800"/>
          <p14:tracePt t="231188" x="2279650" y="5016500"/>
          <p14:tracePt t="231204" x="2279650" y="5022850"/>
          <p14:tracePt t="232301" x="2279650" y="5010150"/>
          <p14:tracePt t="232315" x="2279650" y="5003800"/>
          <p14:tracePt t="232322" x="2279650" y="4997450"/>
          <p14:tracePt t="232337" x="2279650" y="4984750"/>
          <p14:tracePt t="232351" x="2279650" y="4972050"/>
          <p14:tracePt t="232367" x="2279650" y="4953000"/>
          <p14:tracePt t="232384" x="2279650" y="4921250"/>
          <p14:tracePt t="232400" x="2279650" y="4908550"/>
          <p14:tracePt t="232417" x="2273300" y="4889500"/>
          <p14:tracePt t="232434" x="2273300" y="4883150"/>
          <p14:tracePt t="232450" x="2273300" y="4876800"/>
          <p14:tracePt t="232467" x="2266950" y="4864100"/>
          <p14:tracePt t="232484" x="2260600" y="4857750"/>
          <p14:tracePt t="232517" x="2254250" y="4851400"/>
          <p14:tracePt t="232533" x="2241550" y="4838700"/>
          <p14:tracePt t="232550" x="2228850" y="4832350"/>
          <p14:tracePt t="232567" x="2203450" y="4806950"/>
          <p14:tracePt t="232583" x="2165350" y="4775200"/>
          <p14:tracePt t="232600" x="2146300" y="4749800"/>
          <p14:tracePt t="232617" x="2089150" y="4705350"/>
          <p14:tracePt t="232633" x="2063750" y="4673600"/>
          <p14:tracePt t="232650" x="2006600" y="4616450"/>
          <p14:tracePt t="232666" x="1968500" y="4559300"/>
          <p14:tracePt t="232683" x="1955800" y="4546600"/>
          <p14:tracePt t="232701" x="1924050" y="4514850"/>
          <p14:tracePt t="232716" x="1911350" y="4489450"/>
          <p14:tracePt t="232732" x="1905000" y="4464050"/>
          <p14:tracePt t="232750" x="1898650" y="4451350"/>
          <p14:tracePt t="232766" x="1892300" y="4432300"/>
          <p14:tracePt t="232783" x="1885950" y="4419600"/>
          <p14:tracePt t="232799" x="1879600" y="4394200"/>
          <p14:tracePt t="232816" x="1879600" y="4375150"/>
          <p14:tracePt t="232832" x="1879600" y="4368800"/>
          <p14:tracePt t="232849" x="1879600" y="4362450"/>
          <p14:tracePt t="232865" x="1873250" y="4362450"/>
          <p14:tracePt t="232925" x="1873250" y="4375150"/>
          <p14:tracePt t="232933" x="1873250" y="4381500"/>
          <p14:tracePt t="232946" x="1873250" y="4394200"/>
          <p14:tracePt t="232953" x="1879600" y="4413250"/>
          <p14:tracePt t="232968" x="1879600" y="4438650"/>
          <p14:tracePt t="232982" x="1885950" y="4470400"/>
          <p14:tracePt t="232998" x="1905000" y="4565650"/>
          <p14:tracePt t="233015" x="1905000" y="4629150"/>
          <p14:tracePt t="233031" x="1924050" y="4787900"/>
          <p14:tracePt t="233048" x="1943100" y="4940300"/>
          <p14:tracePt t="233066" x="1949450" y="5080000"/>
          <p14:tracePt t="233081" x="1962150" y="5149850"/>
          <p14:tracePt t="233098" x="1974850" y="5245100"/>
          <p14:tracePt t="233115" x="1993900" y="5314950"/>
          <p14:tracePt t="233131" x="2000250" y="5340350"/>
          <p14:tracePt t="233148" x="2025650" y="5403850"/>
          <p14:tracePt t="233164" x="2038350" y="5454650"/>
          <p14:tracePt t="233181" x="2044700" y="5486400"/>
          <p14:tracePt t="233198" x="2076450" y="5543550"/>
          <p14:tracePt t="233215" x="2089150" y="5613400"/>
          <p14:tracePt t="233231" x="2101850" y="5645150"/>
          <p14:tracePt t="233248" x="2120900" y="5721350"/>
          <p14:tracePt t="233264" x="2120900" y="5746750"/>
          <p14:tracePt t="233281" x="2139950" y="5803900"/>
          <p14:tracePt t="233297" x="2146300" y="5861050"/>
          <p14:tracePt t="233314" x="2146300" y="5886450"/>
          <p14:tracePt t="233330" x="2146300" y="5924550"/>
          <p14:tracePt t="233347" x="2146300" y="5956300"/>
          <p14:tracePt t="233364" x="2146300" y="5975350"/>
          <p14:tracePt t="233381" x="2146300" y="5994400"/>
          <p14:tracePt t="233397" x="2133600" y="6013450"/>
          <p14:tracePt t="233413" x="2133600" y="6019800"/>
          <p14:tracePt t="233430" x="2127250" y="6026150"/>
          <p14:tracePt t="233447" x="2120900" y="6038850"/>
          <p14:tracePt t="233480" x="2114550" y="6051550"/>
          <p14:tracePt t="233496" x="2101850" y="6051550"/>
          <p14:tracePt t="233514" x="2089150" y="6057900"/>
          <p14:tracePt t="233546" x="2082800" y="6057900"/>
          <p14:tracePt t="233563" x="2076450" y="6057900"/>
          <p14:tracePt t="233579" x="2070100" y="6057900"/>
          <p14:tracePt t="233596" x="2063750" y="6057900"/>
          <p14:tracePt t="233613" x="2057400" y="6057900"/>
          <p14:tracePt t="233629" x="2051050" y="6057900"/>
          <p14:tracePt t="233646" x="2044700" y="6057900"/>
          <p14:tracePt t="233703" x="2032000" y="6057900"/>
          <p14:tracePt t="233725" x="2025650" y="6064250"/>
          <p14:tracePt t="233747" x="2012950" y="6064250"/>
          <p14:tracePt t="233759" x="2012950" y="6070600"/>
          <p14:tracePt t="233766" x="2000250" y="6070600"/>
          <p14:tracePt t="233779" x="1987550" y="6070600"/>
          <p14:tracePt t="233796" x="1962150" y="6083300"/>
          <p14:tracePt t="233813" x="1943100" y="6089650"/>
          <p14:tracePt t="233829" x="1892300" y="6115050"/>
          <p14:tracePt t="233845" x="1841500" y="6140450"/>
          <p14:tracePt t="233862" x="1816100" y="6146800"/>
          <p14:tracePt t="233879" x="1765300" y="6178550"/>
          <p14:tracePt t="233895" x="1733550" y="6203950"/>
          <p14:tracePt t="233912" x="1720850" y="6216650"/>
          <p14:tracePt t="233929" x="1701800" y="6229350"/>
          <p14:tracePt t="233945" x="1695450" y="6229350"/>
          <p14:tracePt t="233962" x="1682750" y="6242050"/>
          <p14:tracePt t="233978" x="1676400" y="6254750"/>
          <p14:tracePt t="233995" x="1676400" y="6261100"/>
          <p14:tracePt t="234012" x="1670050" y="6267450"/>
          <p14:tracePt t="234047" x="1670050" y="6273800"/>
          <p14:tracePt t="234349" x="1670050" y="6280150"/>
          <p14:tracePt t="234425" x="1676400" y="6286500"/>
          <p14:tracePt t="234447" x="1676400" y="6292850"/>
          <p14:tracePt t="234461" x="1682750" y="6292850"/>
          <p14:tracePt t="234468" x="1682750" y="6299200"/>
          <p14:tracePt t="234477" x="1689100" y="6305550"/>
          <p14:tracePt t="234496" x="1695450" y="6305550"/>
          <p14:tracePt t="234517" x="1695450" y="6311900"/>
          <p14:tracePt t="234539" x="1695450" y="6318250"/>
          <p14:tracePt t="234546" x="1701800" y="6324600"/>
          <p14:tracePt t="234567" x="1701800" y="6330950"/>
          <p14:tracePt t="234581" x="1701800" y="6337300"/>
          <p14:tracePt t="234609" x="1708150" y="6343650"/>
          <p14:tracePt t="234615" x="1708150" y="6350000"/>
          <p14:tracePt t="234630" x="1708150" y="6356350"/>
          <p14:tracePt t="234642" x="1714500" y="6362700"/>
          <p14:tracePt t="234659" x="1714500" y="6369050"/>
          <p14:tracePt t="234676" x="1720850" y="6381750"/>
          <p14:tracePt t="234693" x="1727200" y="6394450"/>
          <p14:tracePt t="234709" x="1739900" y="6432550"/>
          <p14:tracePt t="234725" x="1746250" y="6445250"/>
          <p14:tracePt t="234742" x="1758950" y="6483350"/>
          <p14:tracePt t="235450" x="2057400" y="6445250"/>
          <p14:tracePt t="235459" x="2127250" y="6394450"/>
          <p14:tracePt t="235473" x="2197100" y="6350000"/>
          <p14:tracePt t="235490" x="2260600" y="6305550"/>
          <p14:tracePt t="235507" x="2413000" y="6229350"/>
          <p14:tracePt t="235523" x="2527300" y="6159500"/>
          <p14:tracePt t="235540" x="2584450" y="6140450"/>
          <p14:tracePt t="235556" x="2679700" y="6108700"/>
          <p14:tracePt t="235573" x="2736850" y="6102350"/>
          <p14:tracePt t="235590" x="2755900" y="6102350"/>
          <p14:tracePt t="235606" x="2794000" y="6102350"/>
          <p14:tracePt t="235622" x="2819400" y="6108700"/>
          <p14:tracePt t="235640" x="2844800" y="6127750"/>
          <p14:tracePt t="235656" x="2851150" y="6146800"/>
          <p14:tracePt t="235672" x="2876550" y="6191250"/>
          <p14:tracePt t="235689" x="2901950" y="6242050"/>
          <p14:tracePt t="235706" x="2908300" y="6273800"/>
          <p14:tracePt t="235722" x="2914650" y="6299200"/>
          <p14:tracePt t="235739" x="2933700" y="6400800"/>
          <p14:tracePt t="235755" x="2940050" y="6426200"/>
          <p14:tracePt t="235772" x="2946400" y="6470650"/>
          <p14:tracePt t="235775" x="2952750" y="6496050"/>
          <p14:tracePt t="235789" x="2959100" y="6527800"/>
          <p14:tracePt t="235805" x="2971800" y="6572250"/>
          <p14:tracePt t="235823" x="2990850" y="6610350"/>
          <p14:tracePt t="235838" x="2997200" y="6623050"/>
          <p14:tracePt t="235855" x="3016250" y="6648450"/>
          <p14:tracePt t="235872" x="3035300" y="6661150"/>
          <p14:tracePt t="235888" x="3041650" y="6667500"/>
          <p14:tracePt t="235905" x="3054350" y="6673850"/>
          <p14:tracePt t="235922" x="3073400" y="6680200"/>
          <p14:tracePt t="235955" x="3086100" y="6686550"/>
          <p14:tracePt t="235971" x="3092450" y="6686550"/>
          <p14:tracePt t="236019" x="3098800" y="6686550"/>
          <p14:tracePt t="236054" x="3105150" y="6686550"/>
          <p14:tracePt t="236124" x="3111500" y="6680200"/>
          <p14:tracePt t="236159" x="3117850" y="6673850"/>
          <p14:tracePt t="236201" x="3124200" y="6673850"/>
          <p14:tracePt t="236271" x="3130550" y="6673850"/>
          <p14:tracePt t="236321" x="3130550" y="6667500"/>
          <p14:tracePt t="236342" x="3136900" y="6667500"/>
          <p14:tracePt t="236356" x="3143250" y="6667500"/>
          <p14:tracePt t="236362" x="3149600" y="6667500"/>
          <p14:tracePt t="236373" x="3162300" y="6667500"/>
          <p14:tracePt t="236386" x="3175000" y="6661150"/>
          <p14:tracePt t="236403" x="3194050" y="6661150"/>
          <p14:tracePt t="236420" x="3263900" y="6648450"/>
          <p14:tracePt t="236436" x="3371850" y="6623050"/>
          <p14:tracePt t="236454" x="3530600" y="6591300"/>
          <p14:tracePt t="236469" x="3619500" y="6572250"/>
          <p14:tracePt t="236486" x="3816350" y="6527800"/>
          <p14:tracePt t="236503" x="4000500" y="6489700"/>
          <p14:tracePt t="236520" x="4064000" y="6470650"/>
          <p14:tracePt t="236536" x="4197350" y="6432550"/>
          <p14:tracePt t="236553" x="4305300" y="6407150"/>
          <p14:tracePt t="236569" x="4337050" y="6400800"/>
          <p14:tracePt t="236587" x="4400550" y="6369050"/>
          <p14:tracePt t="236602" x="4438650" y="6330950"/>
          <p14:tracePt t="236619" x="4445000" y="6299200"/>
          <p14:tracePt t="236636" x="4451350" y="6223000"/>
          <p14:tracePt t="236652" x="4445000" y="6127750"/>
          <p14:tracePt t="236669" x="4375150" y="5803900"/>
          <p14:tracePt t="236686" x="4171950" y="5124450"/>
          <p14:tracePt t="236702" x="4025900" y="4711700"/>
          <p14:tracePt t="236720" x="3695700" y="3841750"/>
          <p14:tracePt t="236736" x="3390900" y="3054350"/>
          <p14:tracePt t="236752" x="3251200" y="2660650"/>
          <p14:tracePt t="236770" x="2959100" y="1854200"/>
          <p14:tracePt t="236785" x="2800350" y="1454150"/>
          <p14:tracePt t="236802" x="2451100" y="615950"/>
          <p14:tracePt t="236819" x="2171700" y="19050"/>
          <p14:tracePt t="236835" x="2095500" y="0"/>
          <p14:tracePt t="236852" x="2012950" y="0"/>
          <p14:tracePt t="236868" x="1968500" y="0"/>
          <p14:tracePt t="236885" x="1943100" y="0"/>
          <p14:tracePt t="236902" x="1905000" y="0"/>
          <p14:tracePt t="236919" x="1879600" y="0"/>
          <p14:tracePt t="236934" x="1866900" y="0"/>
          <p14:tracePt t="236994" x="1866900" y="6350"/>
          <p14:tracePt t="237002" x="1866900" y="25400"/>
          <p14:tracePt t="237015" x="1847850" y="50800"/>
          <p14:tracePt t="237022" x="1841500" y="88900"/>
          <p14:tracePt t="237038" x="1822450" y="139700"/>
          <p14:tracePt t="237051" x="1816100" y="234950"/>
          <p14:tracePt t="237068" x="1816100" y="457200"/>
          <p14:tracePt t="237085" x="1854200" y="793750"/>
          <p14:tracePt t="237100" x="1879600" y="984250"/>
          <p14:tracePt t="237118" x="1943100" y="1244600"/>
          <p14:tracePt t="237135" x="2146300" y="1943100"/>
          <p14:tracePt t="237151" x="2190750" y="2101850"/>
          <p14:tracePt t="237167" x="2266950" y="2298700"/>
          <p14:tracePt t="237184" x="2311400" y="2419350"/>
          <p14:tracePt t="237200" x="2317750" y="2451100"/>
          <p14:tracePt t="237217" x="2324100" y="2476500"/>
          <p14:tracePt t="237234" x="2324100" y="2482850"/>
          <p14:tracePt t="237270" x="2330450" y="2482850"/>
          <p14:tracePt t="237283" x="2336800" y="2482850"/>
          <p14:tracePt t="237324" x="2336800" y="2476500"/>
          <p14:tracePt t="237366" x="2343150" y="2470150"/>
          <p14:tracePt t="237457" x="2355850" y="2476500"/>
          <p14:tracePt t="237464" x="2374900" y="2501900"/>
          <p14:tracePt t="237478" x="2393950" y="2533650"/>
          <p14:tracePt t="237486" x="2432050" y="2590800"/>
          <p14:tracePt t="237500" x="2457450" y="2647950"/>
          <p14:tracePt t="237516" x="2571750" y="2819400"/>
          <p14:tracePt t="237533" x="2622550" y="2901950"/>
          <p14:tracePt t="237550" x="2749550" y="3105150"/>
          <p14:tracePt t="237566" x="2895600" y="3321050"/>
          <p14:tracePt t="237583" x="2997200" y="3511550"/>
          <p14:tracePt t="237599" x="3060700" y="3581400"/>
          <p14:tracePt t="237616" x="3117850" y="3638550"/>
          <p14:tracePt t="237633" x="3238500" y="3790950"/>
          <p14:tracePt t="237649" x="3257550" y="3803650"/>
          <p14:tracePt t="237666" x="3282950" y="3829050"/>
          <p14:tracePt t="237682" x="3302000" y="3835400"/>
          <p14:tracePt t="237699" x="3321050" y="3835400"/>
          <p14:tracePt t="237732" x="3340100" y="3822700"/>
          <p14:tracePt t="237749" x="3365500" y="3797300"/>
          <p14:tracePt t="237766" x="3397250" y="3771900"/>
          <p14:tracePt t="238238" x="3429000" y="3848100"/>
          <p14:tracePt t="238252" x="3460750" y="3943350"/>
          <p14:tracePt t="238259" x="3505200" y="4032250"/>
          <p14:tracePt t="238266" x="3536950" y="4127500"/>
          <p14:tracePt t="238283" x="3556000" y="4191000"/>
          <p14:tracePt t="238297" x="3600450" y="4349750"/>
          <p14:tracePt t="238313" x="3613150" y="4432300"/>
          <p14:tracePt t="238330" x="3651250" y="4610100"/>
          <p14:tracePt t="238346" x="3670300" y="4705350"/>
          <p14:tracePt t="238363" x="3702050" y="4889500"/>
          <p14:tracePt t="238380" x="3708400" y="4927600"/>
          <p14:tracePt t="238396" x="3714750" y="4984750"/>
          <p14:tracePt t="238413" x="3746500" y="5080000"/>
          <p14:tracePt t="238430" x="3765550" y="5143500"/>
          <p14:tracePt t="238446" x="3784600" y="5162550"/>
          <p14:tracePt t="238463" x="3816350" y="5200650"/>
          <p14:tracePt t="238479" x="3848100" y="5226050"/>
          <p14:tracePt t="238496" x="3867150" y="5232400"/>
          <p14:tracePt t="238513" x="3898900" y="5245100"/>
          <p14:tracePt t="238529" x="3949700" y="5270500"/>
          <p14:tracePt t="238547" x="4013200" y="5295900"/>
          <p14:tracePt t="238562" x="4051300" y="5302250"/>
          <p14:tracePt t="238579" x="4146550" y="5308600"/>
          <p14:tracePt t="238597" x="4241800" y="5314950"/>
          <p14:tracePt t="238612" x="4279900" y="5314950"/>
          <p14:tracePt t="238629" x="4318000" y="5314950"/>
          <p14:tracePt t="238646" x="4419600" y="5302250"/>
          <p14:tracePt t="238662" x="4445000" y="5295900"/>
          <p14:tracePt t="238679" x="4470400" y="5295900"/>
          <p14:tracePt t="238695" x="4502150" y="5283200"/>
          <p14:tracePt t="238712" x="4521200" y="5270500"/>
          <p14:tracePt t="238729" x="4527550" y="5264150"/>
          <p14:tracePt t="238745" x="4527550" y="5257800"/>
          <p14:tracePt t="238785" x="4527550" y="5251450"/>
          <p14:tracePt t="238807" x="4521200" y="5251450"/>
          <p14:tracePt t="238820" x="4514850" y="5251450"/>
          <p14:tracePt t="238829" x="4508500" y="5251450"/>
          <p14:tracePt t="238856" x="4502150" y="5251450"/>
          <p14:tracePt t="238891" x="4502150" y="5257800"/>
          <p14:tracePt t="238912" x="4495800" y="5264150"/>
          <p14:tracePt t="238926" x="4489450" y="5270500"/>
          <p14:tracePt t="238947" x="4483100" y="5283200"/>
          <p14:tracePt t="238962" x="4470400" y="5295900"/>
          <p14:tracePt t="238968" x="4464050" y="5321300"/>
          <p14:tracePt t="238982" x="4438650" y="5340350"/>
          <p14:tracePt t="238994" x="4425950" y="5365750"/>
          <p14:tracePt t="239011" x="4375150" y="5435600"/>
          <p14:tracePt t="239027" x="4349750" y="5467350"/>
          <p14:tracePt t="239045" x="4273550" y="5575300"/>
          <p14:tracePt t="239060" x="4235450" y="5651500"/>
          <p14:tracePt t="239077" x="4210050" y="5683250"/>
          <p14:tracePt t="239094" x="4191000" y="5734050"/>
          <p14:tracePt t="239110" x="4184650" y="5759450"/>
          <p14:tracePt t="239127" x="4184650" y="5765800"/>
          <p14:tracePt t="239144" x="4184650" y="5772150"/>
          <p14:tracePt t="239160" x="4229100" y="5784850"/>
          <p14:tracePt t="239177" x="4254500" y="5784850"/>
          <p14:tracePt t="239193" x="4368800" y="5784850"/>
          <p14:tracePt t="239210" x="4508500" y="5784850"/>
          <p14:tracePt t="239228" x="4648200" y="5791200"/>
          <p14:tracePt t="239243" x="4699000" y="5791200"/>
          <p14:tracePt t="239260" x="4756150" y="5791200"/>
          <p14:tracePt t="239277" x="4832350" y="5791200"/>
          <p14:tracePt t="239293" x="4838700" y="5791200"/>
          <p14:tracePt t="239310" x="4845050" y="5791200"/>
          <p14:tracePt t="239347" x="4838700" y="5791200"/>
          <p14:tracePt t="239382" x="4832350" y="5797550"/>
          <p14:tracePt t="239389" x="4826000" y="5797550"/>
          <p14:tracePt t="239403" x="4819650" y="5803900"/>
          <p14:tracePt t="239412" x="4806950" y="5810250"/>
          <p14:tracePt t="239426" x="4806950" y="5822950"/>
          <p14:tracePt t="239443" x="4787900" y="5842000"/>
          <p14:tracePt t="239460" x="4781550" y="5848350"/>
          <p14:tracePt t="239476" x="4775200" y="5861050"/>
          <p14:tracePt t="239492" x="4775200" y="5867400"/>
          <p14:tracePt t="239509" x="4775200" y="5873750"/>
          <p14:tracePt t="239545" x="4775200" y="5880100"/>
          <p14:tracePt t="239559" x="4787900" y="5880100"/>
          <p14:tracePt t="239576" x="4794250" y="5880100"/>
          <p14:tracePt t="239592" x="4826000" y="5873750"/>
          <p14:tracePt t="239609" x="4857750" y="5854700"/>
          <p14:tracePt t="239625" x="4953000" y="5803900"/>
          <p14:tracePt t="239642" x="5086350" y="5715000"/>
          <p14:tracePt t="239659" x="5162550" y="5664200"/>
          <p14:tracePt t="239676" x="5308600" y="5549900"/>
          <p14:tracePt t="239691" x="5372100" y="5511800"/>
          <p14:tracePt t="239709" x="5467350" y="5441950"/>
          <p14:tracePt t="239725" x="5511800" y="5416550"/>
          <p14:tracePt t="239742" x="5530850" y="5397500"/>
          <p14:tracePt t="239758" x="5549900" y="5372100"/>
          <p14:tracePt t="239775" x="5556250" y="5365750"/>
          <p14:tracePt t="239791" x="5562600" y="5359400"/>
          <p14:tracePt t="239859" x="5556250" y="5359400"/>
          <p14:tracePt t="239901" x="5556250" y="5353050"/>
          <p14:tracePt t="240133" x="5530850" y="5353050"/>
          <p14:tracePt t="240140" x="5492750" y="5353050"/>
          <p14:tracePt t="240153" x="5429250" y="5353050"/>
          <p14:tracePt t="240160" x="5378450" y="5353050"/>
          <p14:tracePt t="240176" x="5314950" y="5365750"/>
          <p14:tracePt t="240190" x="5194300" y="5365750"/>
          <p14:tracePt t="240207" x="5130800" y="5365750"/>
          <p14:tracePt t="240225" x="5041900" y="5365750"/>
          <p14:tracePt t="240241" x="5016500" y="5365750"/>
          <p14:tracePt t="240257" x="4965700" y="5365750"/>
          <p14:tracePt t="240273" x="4946650" y="5365750"/>
          <p14:tracePt t="240290" x="4940300" y="5359400"/>
          <p14:tracePt t="240306" x="4933950" y="5353050"/>
          <p14:tracePt t="240323" x="4933950" y="5340350"/>
          <p14:tracePt t="240340" x="4933950" y="5308600"/>
          <p14:tracePt t="240357" x="4953000" y="5238750"/>
          <p14:tracePt t="240372" x="4972050" y="5118100"/>
          <p14:tracePt t="240389" x="4991100" y="5041900"/>
          <p14:tracePt t="240406" x="5022850" y="4832350"/>
          <p14:tracePt t="240423" x="5022850" y="4635500"/>
          <p14:tracePt t="240440" x="5022850" y="4521200"/>
          <p14:tracePt t="240456" x="5010150" y="4349750"/>
          <p14:tracePt t="240472" x="4978400" y="4216400"/>
          <p14:tracePt t="240490" x="4965700" y="4146550"/>
          <p14:tracePt t="240505" x="4959350" y="4127500"/>
          <p14:tracePt t="240522" x="4946650" y="4114800"/>
          <p14:tracePt t="240539" x="4933950" y="4089400"/>
          <p14:tracePt t="240556" x="4927600" y="4083050"/>
          <p14:tracePt t="240572" x="4921250" y="4083050"/>
          <p14:tracePt t="240589" x="4908550" y="4076700"/>
          <p14:tracePt t="240605" x="4889500" y="4070350"/>
          <p14:tracePt t="240622" x="4876800" y="4064000"/>
          <p14:tracePt t="240639" x="4845050" y="4057650"/>
          <p14:tracePt t="240655" x="4819650" y="4038600"/>
          <p14:tracePt t="241236" x="4806950" y="4025900"/>
          <p14:tracePt t="241243" x="4787900" y="3994150"/>
          <p14:tracePt t="241256" x="4775200" y="3962400"/>
          <p14:tracePt t="241270" x="4737100" y="3905250"/>
          <p14:tracePt t="241287" x="4641850" y="3746500"/>
          <p14:tracePt t="241303" x="4584700" y="3651250"/>
          <p14:tracePt t="241320" x="4425950" y="3378200"/>
          <p14:tracePt t="241336" x="4254500" y="3073400"/>
          <p14:tracePt t="241353" x="4133850" y="2914650"/>
          <p14:tracePt t="241369" x="3937000" y="2641600"/>
          <p14:tracePt t="241386" x="3778250" y="2451100"/>
          <p14:tracePt t="241403" x="3714750" y="2368550"/>
          <p14:tracePt t="241419" x="3606800" y="2254250"/>
          <p14:tracePt t="241436" x="3536950" y="2171700"/>
          <p14:tracePt t="241453" x="3498850" y="2146300"/>
          <p14:tracePt t="241469" x="3486150" y="2139950"/>
          <p14:tracePt t="241486" x="3479800" y="2127250"/>
          <p14:tracePt t="241503" x="3460750" y="2127250"/>
          <p14:tracePt t="241519" x="3454400" y="2127250"/>
          <p14:tracePt t="241535" x="3441700" y="2127250"/>
          <p14:tracePt t="241552" x="3397250" y="2139950"/>
          <p14:tracePt t="241569" x="3384550" y="2139950"/>
          <p14:tracePt t="241585" x="3371850" y="2146300"/>
          <p14:tracePt t="241602" x="3359150" y="2152650"/>
          <p14:tracePt t="241619" x="3346450" y="2159000"/>
          <p14:tracePt t="241636" x="3333750" y="2171700"/>
          <p14:tracePt t="241652" x="3321050" y="2178050"/>
          <p14:tracePt t="241668" x="3308350" y="2178050"/>
          <p14:tracePt t="241685" x="3295650" y="2178050"/>
          <p14:tracePt t="241702" x="3289300" y="2178050"/>
          <p14:tracePt t="241718" x="3276600" y="2178050"/>
          <p14:tracePt t="241735" x="3270250" y="2171700"/>
          <p14:tracePt t="241751" x="3270250" y="2165350"/>
          <p14:tracePt t="241769" x="3257550" y="2146300"/>
          <p14:tracePt t="241784" x="3251200" y="2095500"/>
          <p14:tracePt t="241801" x="3244850" y="2057400"/>
          <p14:tracePt t="241819" x="3225800" y="1911350"/>
          <p14:tracePt t="241834" x="3213100" y="1809750"/>
          <p14:tracePt t="241851" x="3181350" y="1530350"/>
          <p14:tracePt t="241868" x="3143250" y="1168400"/>
          <p14:tracePt t="241884" x="3130550" y="1003300"/>
          <p14:tracePt t="241887" x="3124200" y="876300"/>
          <p14:tracePt t="241901" x="3111500" y="787400"/>
          <p14:tracePt t="241918" x="3092450" y="666750"/>
          <p14:tracePt t="241934" x="3092450" y="647700"/>
          <p14:tracePt t="241951" x="3092450" y="641350"/>
          <p14:tracePt t="241967" x="3092450" y="660400"/>
          <p14:tracePt t="241984" x="3092450" y="698500"/>
          <p14:tracePt t="242001" x="3136900" y="857250"/>
          <p14:tracePt t="242017" x="3155950" y="971550"/>
          <p14:tracePt t="242034" x="3263900" y="1409700"/>
          <p14:tracePt t="242051" x="3435350" y="1936750"/>
          <p14:tracePt t="242067" x="3606800" y="2508250"/>
          <p14:tracePt t="242083" x="3683000" y="2768600"/>
          <p14:tracePt t="242100" x="3803650" y="3251200"/>
          <p14:tracePt t="242117" x="3886200" y="3543300"/>
          <p14:tracePt t="242134" x="3937000" y="3733800"/>
          <p14:tracePt t="242150" x="3956050" y="3816350"/>
          <p14:tracePt t="242167" x="3975100" y="3892550"/>
          <p14:tracePt t="242184" x="4038600" y="4000500"/>
          <p14:tracePt t="242200" x="4057650" y="4032250"/>
          <p14:tracePt t="242216" x="4070350" y="4051300"/>
          <p14:tracePt t="242233" x="4089400" y="4051300"/>
          <p14:tracePt t="242250" x="4095750" y="4057650"/>
          <p14:tracePt t="242316" x="4102100" y="4057650"/>
          <p14:tracePt t="242323" x="4108450" y="4057650"/>
          <p14:tracePt t="244770" x="4114800" y="4025900"/>
          <p14:tracePt t="244784" x="4127500" y="3975100"/>
          <p14:tracePt t="244792" x="4133850" y="3905250"/>
          <p14:tracePt t="244804" x="4152900" y="3854450"/>
          <p14:tracePt t="244811" x="4159250" y="3797300"/>
          <p14:tracePt t="244824" x="4178300" y="3746500"/>
          <p14:tracePt t="244841" x="4216400" y="3619500"/>
          <p14:tracePt t="244857" x="4235450" y="3556000"/>
          <p14:tracePt t="244875" x="4254500" y="3422650"/>
          <p14:tracePt t="244891" x="4286250" y="3276600"/>
          <p14:tracePt t="244907" x="4292600" y="3213100"/>
          <p14:tracePt t="244924" x="4305300" y="3098800"/>
          <p14:tracePt t="244940" x="4298950" y="3041650"/>
          <p14:tracePt t="244943" x="4292600" y="2990850"/>
          <p14:tracePt t="244957" x="4279900" y="2933700"/>
          <p14:tracePt t="244974" x="4267200" y="2832100"/>
          <p14:tracePt t="244990" x="4248150" y="2787650"/>
          <p14:tracePt t="245008" x="4210050" y="2654300"/>
          <p14:tracePt t="245023" x="4191000" y="2584450"/>
          <p14:tracePt t="245040" x="4152900" y="2476500"/>
          <p14:tracePt t="245057" x="4121150" y="2387600"/>
          <p14:tracePt t="245073" x="4089400" y="2336800"/>
          <p14:tracePt t="245090" x="4038600" y="2235200"/>
          <p14:tracePt t="245106" x="3994150" y="2146300"/>
          <p14:tracePt t="245123" x="3943350" y="2044700"/>
          <p14:tracePt t="245140" x="3924300" y="2012950"/>
          <p14:tracePt t="245156" x="3848100" y="1898650"/>
          <p14:tracePt t="245173" x="3765550" y="1784350"/>
          <p14:tracePt t="245190" x="3702050" y="1670050"/>
          <p14:tracePt t="245206" x="3663950" y="1625600"/>
          <p14:tracePt t="245223" x="3638550" y="1581150"/>
          <p14:tracePt t="245240" x="3587750" y="1504950"/>
          <p14:tracePt t="245256" x="3568700" y="1479550"/>
          <p14:tracePt t="245272" x="3562350" y="1466850"/>
          <p14:tracePt t="245289" x="3543300" y="1441450"/>
          <p14:tracePt t="245306" x="3536950" y="1428750"/>
          <p14:tracePt t="245324" x="3530600" y="1422400"/>
          <p14:tracePt t="245355" x="3524250" y="1435100"/>
          <p14:tracePt t="245373" x="3505200" y="1435100"/>
          <p14:tracePt t="248768" x="3505200" y="1428750"/>
          <p14:tracePt t="248781" x="3511550" y="1409700"/>
          <p14:tracePt t="248788" x="3524250" y="1377950"/>
          <p14:tracePt t="248803" x="3543300" y="1333500"/>
          <p14:tracePt t="248810" x="3556000" y="1314450"/>
          <p14:tracePt t="248827" x="3568700" y="1282700"/>
          <p14:tracePt t="248844" x="3581400" y="1244600"/>
          <p14:tracePt t="248860" x="3587750" y="1200150"/>
          <p14:tracePt t="248877" x="3587750" y="1187450"/>
          <p14:tracePt t="248894" x="3594100" y="1155700"/>
          <p14:tracePt t="248910" x="3594100" y="1143000"/>
          <p14:tracePt t="248927" x="3594100" y="1136650"/>
          <p14:tracePt t="248978" x="3587750" y="1136650"/>
          <p14:tracePt t="248992" x="3587750" y="1143000"/>
          <p14:tracePt t="248999" x="3581400" y="1155700"/>
          <p14:tracePt t="249013" x="3581400" y="1174750"/>
          <p14:tracePt t="249027" x="3575050" y="1244600"/>
          <p14:tracePt t="249043" x="3568700" y="1308100"/>
          <p14:tracePt t="249060" x="3556000" y="1377950"/>
          <p14:tracePt t="249076" x="3536950" y="1517650"/>
          <p14:tracePt t="249093" x="3517900" y="1676400"/>
          <p14:tracePt t="249109" x="3517900" y="1752600"/>
          <p14:tracePt t="249126" x="3517900" y="1879600"/>
          <p14:tracePt t="249142" x="3517900" y="1981200"/>
          <p14:tracePt t="249159" x="3517900" y="2025650"/>
          <p14:tracePt t="249175" x="3536950" y="2095500"/>
          <p14:tracePt t="249192" x="3543300" y="2133600"/>
          <p14:tracePt t="249209" x="3549650" y="2152650"/>
          <p14:tracePt t="249225" x="3556000" y="2159000"/>
          <p14:tracePt t="249242" x="3556000" y="2165350"/>
          <p14:tracePt t="249259" x="3562350" y="2165350"/>
          <p14:tracePt t="249295" x="3568700" y="2165350"/>
          <p14:tracePt t="249309" x="3568700" y="2171700"/>
          <p14:tracePt t="249325" x="3575050" y="2178050"/>
          <p14:tracePt t="249342" x="3581400" y="2184400"/>
          <p14:tracePt t="249358" x="3594100" y="2197100"/>
          <p14:tracePt t="249375" x="3600450" y="2203450"/>
          <p14:tracePt t="249392" x="3606800" y="2216150"/>
          <p14:tracePt t="278859" x="3619500" y="2228850"/>
          <p14:tracePt t="278866" x="3638550" y="2247900"/>
          <p14:tracePt t="278875" x="3657600" y="2260600"/>
          <p14:tracePt t="278890" x="3714750" y="2311400"/>
          <p14:tracePt t="278906" x="3803650" y="2374900"/>
          <p14:tracePt t="278923" x="3968750" y="2438400"/>
          <p14:tracePt t="278940" x="4114800" y="2476500"/>
          <p14:tracePt t="278957" x="4311650" y="2520950"/>
          <p14:tracePt t="278972" x="4432300" y="2552700"/>
          <p14:tracePt t="278989" x="4540250" y="2559050"/>
          <p14:tracePt t="279006" x="4679950" y="2559050"/>
          <p14:tracePt t="279023" x="4787900" y="2546350"/>
          <p14:tracePt t="279039" x="4870450" y="2540000"/>
          <p14:tracePt t="279056" x="4940300" y="2520950"/>
          <p14:tracePt t="279073" x="4991100" y="2495550"/>
          <p14:tracePt t="279089" x="5016500" y="2470150"/>
          <p14:tracePt t="279106" x="5048250" y="2432050"/>
          <p14:tracePt t="279122" x="5054600" y="2387600"/>
          <p14:tracePt t="279140" x="5054600" y="2317750"/>
          <p14:tracePt t="279156" x="5054600" y="2260600"/>
          <p14:tracePt t="279172" x="5035550" y="2203450"/>
          <p14:tracePt t="279189" x="4997450" y="2146300"/>
          <p14:tracePt t="279205" x="4978400" y="2120900"/>
          <p14:tracePt t="279222" x="4959350" y="2095500"/>
          <p14:tracePt t="279238" x="4946650" y="2070100"/>
          <p14:tracePt t="279254" x="4940300" y="2063750"/>
          <p14:tracePt t="279271" x="4933950" y="2057400"/>
          <p14:tracePt t="279337" x="4927600" y="2057400"/>
          <p14:tracePt t="279344" x="4927600" y="2051050"/>
          <p14:tracePt t="279358" x="4908550" y="205105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2.2|0.9|2.8|0.9|25.4|2.1|4.8|1.1|24.4|3|1.2|12.6|17.5|11.7|2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5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2.2|0.9|8.7|1|12.3|0.9|8.7|0.9|25.1|2.3|44.1|6.1|0.9|15|8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5|22.6|1.5|1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3.3|7.3|10|1|4.2|0.8|12.2|22.4|4.7|2.2|2.2|2.5|7.7|2.1|47.1|3.4|6|5.4|3.5|4.4|3|36.3|8|22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4|6.6|3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2|165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9|8.9|6.9|10.5|1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10.3|15.2|27|36.9|11.2|48.5|23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9.5|5.8|40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3.7|3.9|10.2|19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7|17.6|32.4|105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4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4.4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14236</TotalTime>
  <Words>7089</Words>
  <Application>Microsoft Office PowerPoint</Application>
  <PresentationFormat>如螢幕大小 (4:3)</PresentationFormat>
  <Paragraphs>1002</Paragraphs>
  <Slides>45</Slides>
  <Notes>19</Notes>
  <HiddenSlides>0</HiddenSlides>
  <MMClips>31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4" baseType="lpstr">
      <vt:lpstr>Arial</vt:lpstr>
      <vt:lpstr>Arial Narrow</vt:lpstr>
      <vt:lpstr>Elephant</vt:lpstr>
      <vt:lpstr>Lucida Console</vt:lpstr>
      <vt:lpstr>Lucida Fax</vt:lpstr>
      <vt:lpstr>Lucida Sans</vt:lpstr>
      <vt:lpstr>Times New Roman</vt:lpstr>
      <vt:lpstr>Wingdings</vt:lpstr>
      <vt:lpstr>Default Design</vt:lpstr>
      <vt:lpstr>I decided to add some slides to Py21L12realfin.pptx (in order to better-explain the concepts covered in that lecture)  So, we'll start today's lecture by looking at those added slides...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Iterable Special Methods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Setting default values</vt:lpstr>
      <vt:lpstr>Setting default values</vt:lpstr>
      <vt:lpstr>Setting default values</vt:lpstr>
      <vt:lpstr>Setting default values</vt:lpstr>
      <vt:lpstr>Setting default values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黃啟桓</cp:lastModifiedBy>
  <cp:revision>774</cp:revision>
  <dcterms:created xsi:type="dcterms:W3CDTF">2009-03-01T03:18:16Z</dcterms:created>
  <dcterms:modified xsi:type="dcterms:W3CDTF">2021-05-25T10:05:13Z</dcterms:modified>
</cp:coreProperties>
</file>