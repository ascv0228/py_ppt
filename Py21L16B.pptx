
<file path=[Content_Types].xml><?xml version="1.0" encoding="utf-8"?>
<Types xmlns="http://schemas.openxmlformats.org/package/2006/content-types">
  <Default Extension="png" ContentType="image/png"/>
  <Default Extension="m4a" ContentType="audio/mp4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1188" r:id="rId2"/>
    <p:sldId id="1180" r:id="rId3"/>
    <p:sldId id="1187" r:id="rId4"/>
    <p:sldId id="1186" r:id="rId5"/>
    <p:sldId id="1185" r:id="rId6"/>
    <p:sldId id="1195" r:id="rId7"/>
    <p:sldId id="1207" r:id="rId8"/>
    <p:sldId id="1242" r:id="rId9"/>
    <p:sldId id="1243" r:id="rId10"/>
    <p:sldId id="1244" r:id="rId11"/>
    <p:sldId id="1245" r:id="rId12"/>
    <p:sldId id="1246" r:id="rId13"/>
    <p:sldId id="1209" r:id="rId14"/>
    <p:sldId id="1210" r:id="rId15"/>
    <p:sldId id="1212" r:id="rId16"/>
    <p:sldId id="1213" r:id="rId17"/>
    <p:sldId id="1214" r:id="rId18"/>
    <p:sldId id="1215" r:id="rId19"/>
    <p:sldId id="1217" r:id="rId20"/>
    <p:sldId id="1218" r:id="rId21"/>
    <p:sldId id="1219" r:id="rId22"/>
    <p:sldId id="1220" r:id="rId23"/>
    <p:sldId id="1221" r:id="rId24"/>
    <p:sldId id="1222" r:id="rId25"/>
    <p:sldId id="1223" r:id="rId26"/>
    <p:sldId id="1224" r:id="rId27"/>
    <p:sldId id="1226" r:id="rId28"/>
    <p:sldId id="1227" r:id="rId29"/>
    <p:sldId id="1228" r:id="rId30"/>
    <p:sldId id="1229" r:id="rId31"/>
    <p:sldId id="1230" r:id="rId32"/>
    <p:sldId id="1231" r:id="rId33"/>
    <p:sldId id="1232" r:id="rId34"/>
    <p:sldId id="1233" r:id="rId35"/>
    <p:sldId id="1234" r:id="rId36"/>
    <p:sldId id="1235" r:id="rId37"/>
    <p:sldId id="1236" r:id="rId38"/>
    <p:sldId id="1237" r:id="rId39"/>
    <p:sldId id="1238" r:id="rId40"/>
    <p:sldId id="1239" r:id="rId41"/>
    <p:sldId id="1240" r:id="rId42"/>
    <p:sldId id="1241" r:id="rId4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D10D9E"/>
    <a:srgbClr val="00A850"/>
    <a:srgbClr val="00A84C"/>
    <a:srgbClr val="FF66FF"/>
    <a:srgbClr val="719707"/>
    <a:srgbClr val="2D2DB9"/>
    <a:srgbClr val="FF3300"/>
    <a:srgbClr val="F79109"/>
    <a:srgbClr val="C5C5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67" d="100"/>
          <a:sy n="67" d="100"/>
        </p:scale>
        <p:origin x="121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22"/>
    </p:cViewPr>
  </p:sorterViewPr>
  <p:notesViewPr>
    <p:cSldViewPr>
      <p:cViewPr varScale="1">
        <p:scale>
          <a:sx n="42" d="100"/>
          <a:sy n="42" d="100"/>
        </p:scale>
        <p:origin x="-145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7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3A984F1-FBCB-4859-ADB3-E12E940EB4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6362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1005092-2163-400C-AEFE-4B6A92D8B0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31518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mtClean="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fld id="{C09014C9-52E7-4CD1-84B8-B056EC9134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74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556077-34C1-4F14-A168-CF3BEE6B5F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82802-01CC-47D4-A101-EE861CF046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50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761659-3234-4C40-A788-6674B111F0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322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1463BA-AF67-4764-9AFD-4090969756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996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71A776-FABC-43D3-830A-D8AF575AB3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0825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37609D-94FD-4933-BF1E-43B02B6004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9867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A3B321-6EAC-4AD5-93B9-CE2485F843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95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2F5CA3-0D52-411D-97E9-8E04CDF895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498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907299-9E05-4B77-9632-38C020D334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4887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1E8C32-6342-4ADF-8FED-CF27CA2EAD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316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0"/>
            <a:ext cx="8077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222222"/>
                </a:solidFill>
                <a:latin typeface="Arial" pitchFamily="34" charset="0"/>
              </a:defRPr>
            </a:lvl1pPr>
          </a:lstStyle>
          <a:p>
            <a:fld id="{59A33E89-56BA-4489-ACFB-045B09264CF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4a"/><Relationship Id="rId2" Type="http://schemas.microsoft.com/office/2007/relationships/media" Target="../media/media1.m4a"/><Relationship Id="rId1" Type="http://schemas.openxmlformats.org/officeDocument/2006/relationships/tags" Target="../tags/tag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2" Type="http://schemas.microsoft.com/office/2007/relationships/media" Target="../media/media2.m4a"/><Relationship Id="rId1" Type="http://schemas.openxmlformats.org/officeDocument/2006/relationships/tags" Target="../tags/tag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3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5.m4a"/><Relationship Id="rId2" Type="http://schemas.microsoft.com/office/2007/relationships/media" Target="../media/media5.m4a"/><Relationship Id="rId1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media7.m4a"/><Relationship Id="rId2" Type="http://schemas.microsoft.com/office/2007/relationships/media" Target="../media/media7.m4a"/><Relationship Id="rId1" Type="http://schemas.openxmlformats.org/officeDocument/2006/relationships/tags" Target="../tags/tag5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media9.m4a"/><Relationship Id="rId2" Type="http://schemas.microsoft.com/office/2007/relationships/media" Target="../media/media9.m4a"/><Relationship Id="rId1" Type="http://schemas.openxmlformats.org/officeDocument/2006/relationships/tags" Target="../tags/tag6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media10.m4a"/><Relationship Id="rId2" Type="http://schemas.microsoft.com/office/2007/relationships/media" Target="../media/media10.m4a"/><Relationship Id="rId1" Type="http://schemas.openxmlformats.org/officeDocument/2006/relationships/tags" Target="../tags/tag7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media12.m4a"/><Relationship Id="rId2" Type="http://schemas.microsoft.com/office/2007/relationships/media" Target="../media/media12.m4a"/><Relationship Id="rId1" Type="http://schemas.openxmlformats.org/officeDocument/2006/relationships/tags" Target="../tags/tag8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media13.m4a"/><Relationship Id="rId2" Type="http://schemas.microsoft.com/office/2007/relationships/media" Target="../media/media13.m4a"/><Relationship Id="rId1" Type="http://schemas.openxmlformats.org/officeDocument/2006/relationships/tags" Target="../tags/tag9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media16.m4a"/><Relationship Id="rId2" Type="http://schemas.microsoft.com/office/2007/relationships/media" Target="../media/media16.m4a"/><Relationship Id="rId1" Type="http://schemas.openxmlformats.org/officeDocument/2006/relationships/tags" Target="../tags/tag10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media17.m4a"/><Relationship Id="rId2" Type="http://schemas.microsoft.com/office/2007/relationships/media" Target="../media/media17.m4a"/><Relationship Id="rId1" Type="http://schemas.openxmlformats.org/officeDocument/2006/relationships/tags" Target="../tags/tag1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1.m4a"/><Relationship Id="rId1" Type="http://schemas.microsoft.com/office/2007/relationships/media" Target="../media/media21.m4a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2.m4a"/><Relationship Id="rId1" Type="http://schemas.microsoft.com/office/2007/relationships/media" Target="../media/media22.m4a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3.m4a"/><Relationship Id="rId1" Type="http://schemas.microsoft.com/office/2007/relationships/media" Target="../media/media23.m4a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4.m4a"/><Relationship Id="rId1" Type="http://schemas.microsoft.com/office/2007/relationships/media" Target="../media/media24.m4a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2.m4a"/><Relationship Id="rId1" Type="http://schemas.microsoft.com/office/2007/relationships/media" Target="../media/media22.m4a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media25.m4a"/><Relationship Id="rId2" Type="http://schemas.microsoft.com/office/2007/relationships/media" Target="../media/media25.m4a"/><Relationship Id="rId1" Type="http://schemas.openxmlformats.org/officeDocument/2006/relationships/tags" Target="../tags/tag1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media26.m4a"/><Relationship Id="rId2" Type="http://schemas.microsoft.com/office/2007/relationships/media" Target="../media/media26.m4a"/><Relationship Id="rId1" Type="http://schemas.openxmlformats.org/officeDocument/2006/relationships/tags" Target="../tags/tag13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7.m4a"/><Relationship Id="rId1" Type="http://schemas.microsoft.com/office/2007/relationships/media" Target="../media/media27.m4a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8.m4a"/><Relationship Id="rId1" Type="http://schemas.microsoft.com/office/2007/relationships/media" Target="../media/media28.m4a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9.m4a"/><Relationship Id="rId1" Type="http://schemas.microsoft.com/office/2007/relationships/media" Target="../media/media29.m4a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0.m4a"/><Relationship Id="rId1" Type="http://schemas.microsoft.com/office/2007/relationships/media" Target="../media/media30.m4a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1.m4a"/><Relationship Id="rId1" Type="http://schemas.microsoft.com/office/2007/relationships/media" Target="../media/media31.m4a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0.m4a"/><Relationship Id="rId1" Type="http://schemas.microsoft.com/office/2007/relationships/media" Target="../media/media30.m4a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1.m4a"/><Relationship Id="rId1" Type="http://schemas.microsoft.com/office/2007/relationships/media" Target="../media/media31.m4a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2.m4a"/><Relationship Id="rId1" Type="http://schemas.microsoft.com/office/2007/relationships/media" Target="../media/media32.m4a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media33.m4a"/><Relationship Id="rId2" Type="http://schemas.microsoft.com/office/2007/relationships/media" Target="../media/media33.m4a"/><Relationship Id="rId1" Type="http://schemas.openxmlformats.org/officeDocument/2006/relationships/tags" Target="../tags/tag1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4.m4a"/><Relationship Id="rId1" Type="http://schemas.microsoft.com/office/2007/relationships/media" Target="../media/media34.m4a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media35.m4a"/><Relationship Id="rId2" Type="http://schemas.microsoft.com/office/2007/relationships/media" Target="../media/media35.m4a"/><Relationship Id="rId1" Type="http://schemas.openxmlformats.org/officeDocument/2006/relationships/tags" Target="../tags/tag15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media36.m4a"/><Relationship Id="rId2" Type="http://schemas.microsoft.com/office/2007/relationships/media" Target="../media/media36.m4a"/><Relationship Id="rId1" Type="http://schemas.openxmlformats.org/officeDocument/2006/relationships/tags" Target="../tags/tag16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7.m4a"/><Relationship Id="rId1" Type="http://schemas.microsoft.com/office/2007/relationships/media" Target="../media/media37.m4a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8.m4a"/><Relationship Id="rId1" Type="http://schemas.microsoft.com/office/2007/relationships/media" Target="../media/media38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r>
              <a:rPr lang="en-US" altLang="en-US" b="1" dirty="0" smtClean="0"/>
              <a:t>Values that don't get used by __</a:t>
            </a:r>
            <a:r>
              <a:rPr lang="en-US" altLang="en-US" b="1" dirty="0" err="1" smtClean="0"/>
              <a:t>init</a:t>
            </a:r>
            <a:r>
              <a:rPr lang="en-US" altLang="en-US" b="1" dirty="0" smtClean="0"/>
              <a:t>__</a:t>
            </a:r>
            <a:endParaRPr lang="en-US" altLang="en-US" b="1" dirty="0"/>
          </a:p>
        </p:txBody>
      </p:sp>
      <p:sp>
        <p:nvSpPr>
          <p:cNvPr id="3" name="Rectangle 2"/>
          <p:cNvSpPr/>
          <p:nvPr/>
        </p:nvSpPr>
        <p:spPr bwMode="auto">
          <a:xfrm>
            <a:off x="152400" y="762000"/>
            <a:ext cx="8991600" cy="6096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As w</a:t>
            </a:r>
            <a:r>
              <a:rPr lang="en-US" sz="2800" spc="-16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e</a:t>
            </a:r>
            <a:r>
              <a:rPr lang="en-US" sz="2800" dirty="0">
                <a:solidFill>
                  <a:srgbClr val="FF0000"/>
                </a:solidFill>
              </a:rPr>
              <a:t>’</a:t>
            </a:r>
            <a:r>
              <a:rPr lang="en-US" sz="28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ve see</a:t>
            </a:r>
            <a:r>
              <a:rPr lang="en-US" sz="2800" spc="-15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n</a:t>
            </a:r>
            <a:r>
              <a:rPr lang="en-US" sz="28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, an attribute wit</a:t>
            </a:r>
            <a:r>
              <a:rPr lang="en-US" sz="2800" spc="-3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h no anno</a:t>
            </a:r>
            <a:r>
              <a:rPr lang="en-US" sz="28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tat</a:t>
            </a:r>
            <a:r>
              <a:rPr lang="en-US" sz="2800" spc="-2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ion b</a:t>
            </a:r>
            <a:r>
              <a:rPr lang="en-US" sz="28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ec</a:t>
            </a:r>
            <a:r>
              <a:rPr lang="en-US" sz="2800" spc="-2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ome</a:t>
            </a:r>
            <a:r>
              <a:rPr lang="en-US" sz="28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s a class attribute.</a:t>
            </a:r>
          </a:p>
          <a:p>
            <a:endParaRPr lang="en-US" sz="1000" dirty="0">
              <a:solidFill>
                <a:srgbClr val="FF0000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sz="28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But what if you want to annotate a class attribute (for whatever reason, </a:t>
            </a:r>
            <a:r>
              <a:rPr lang="en-US" sz="2800" dirty="0" err="1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eg</a:t>
            </a:r>
            <a:r>
              <a:rPr lang="en-US" sz="28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, for type checking)?</a:t>
            </a:r>
            <a:endParaRPr lang="en-US" sz="2800" dirty="0">
              <a:solidFill>
                <a:srgbClr val="FF0000"/>
              </a:solidFill>
              <a:latin typeface="+mn-lt"/>
              <a:cs typeface="Times New Roman" panose="02020603050405020304" pitchFamily="18" charset="0"/>
            </a:endParaRPr>
          </a:p>
          <a:p>
            <a:pPr marL="347663" indent="-2936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In that case annotate it with </a:t>
            </a:r>
            <a:r>
              <a:rPr lang="en-US" sz="2800" dirty="0" err="1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typing.ClassVar</a:t>
            </a:r>
            <a:r>
              <a:rPr lang="en-US" sz="2800" dirty="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[type].</a:t>
            </a:r>
          </a:p>
          <a:p>
            <a:pPr marL="347663" indent="-293688">
              <a:spcBef>
                <a:spcPts val="4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For example "</a:t>
            </a:r>
            <a:r>
              <a:rPr lang="en-US" sz="2600" dirty="0" smtClean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x:typing.ClassVar[int]</a:t>
            </a:r>
            <a:r>
              <a:rPr lang="en-US" sz="2800" dirty="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" will make</a:t>
            </a:r>
            <a:br>
              <a:rPr lang="en-US" sz="2800" dirty="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x a class attribute, annotated as being of integer type.</a:t>
            </a:r>
          </a:p>
          <a:p>
            <a:endParaRPr lang="en-US" sz="1000" dirty="0">
              <a:solidFill>
                <a:srgbClr val="FF0000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sz="28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And what if you want to add a variable to the __</a:t>
            </a:r>
            <a:r>
              <a:rPr lang="en-US" sz="2800" dirty="0" err="1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init</a:t>
            </a:r>
            <a:r>
              <a:rPr lang="en-US" sz="28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__() argument list, without creating an attribute for it?</a:t>
            </a:r>
          </a:p>
          <a:p>
            <a:pPr marL="347663" lvl="0" indent="-2936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Arial"/>
                <a:cs typeface="Times New Roman" panose="02020603050405020304" pitchFamily="18" charset="0"/>
              </a:rPr>
              <a:t>In that case annotate it with </a:t>
            </a:r>
            <a:r>
              <a:rPr lang="en-US" sz="2800" dirty="0" err="1" smtClean="0">
                <a:solidFill>
                  <a:srgbClr val="2D2DB9"/>
                </a:solidFill>
                <a:latin typeface="Arial"/>
                <a:cs typeface="Times New Roman" panose="02020603050405020304" pitchFamily="18" charset="0"/>
              </a:rPr>
              <a:t>dataclasses.InitVar</a:t>
            </a:r>
            <a:r>
              <a:rPr lang="en-US" sz="2800" dirty="0" smtClean="0">
                <a:solidFill>
                  <a:srgbClr val="2D2DB9"/>
                </a:solidFill>
                <a:latin typeface="Arial"/>
                <a:cs typeface="Times New Roman" panose="02020603050405020304" pitchFamily="18" charset="0"/>
              </a:rPr>
              <a:t>[type]</a:t>
            </a:r>
            <a:r>
              <a:rPr lang="en-US" sz="2800" dirty="0" smtClean="0">
                <a:solidFill>
                  <a:schemeClr val="tx1"/>
                </a:solidFill>
                <a:latin typeface="Arial"/>
                <a:cs typeface="Times New Roman" panose="02020603050405020304" pitchFamily="18" charset="0"/>
              </a:rPr>
              <a:t>.</a:t>
            </a:r>
          </a:p>
          <a:p>
            <a:pPr marL="347663" lvl="0" indent="-293688">
              <a:spcBef>
                <a:spcPts val="600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2600" i="1" dirty="0" smtClean="0">
                <a:solidFill>
                  <a:schemeClr val="tx1"/>
                </a:solidFill>
                <a:latin typeface="Arial"/>
                <a:cs typeface="Times New Roman" panose="02020603050405020304" pitchFamily="18" charset="0"/>
              </a:rPr>
              <a:t>Note: if you don't define a __</a:t>
            </a:r>
            <a:r>
              <a:rPr lang="en-US" sz="2600" i="1" dirty="0" err="1" smtClean="0">
                <a:solidFill>
                  <a:schemeClr val="tx1"/>
                </a:solidFill>
                <a:latin typeface="Arial"/>
                <a:cs typeface="Times New Roman" panose="02020603050405020304" pitchFamily="18" charset="0"/>
              </a:rPr>
              <a:t>post_init</a:t>
            </a:r>
            <a:r>
              <a:rPr lang="en-US" sz="2600" i="1" dirty="0" smtClean="0">
                <a:solidFill>
                  <a:schemeClr val="tx1"/>
                </a:solidFill>
                <a:latin typeface="Arial"/>
                <a:cs typeface="Times New Roman" panose="02020603050405020304" pitchFamily="18" charset="0"/>
              </a:rPr>
              <a:t>__(), then the only effect of an </a:t>
            </a:r>
            <a:r>
              <a:rPr lang="en-US" sz="2600" i="1" dirty="0" err="1" smtClean="0">
                <a:solidFill>
                  <a:schemeClr val="tx1"/>
                </a:solidFill>
                <a:latin typeface="Arial"/>
                <a:cs typeface="Times New Roman" panose="02020603050405020304" pitchFamily="18" charset="0"/>
              </a:rPr>
              <a:t>InitVar</a:t>
            </a:r>
            <a:r>
              <a:rPr lang="en-US" sz="2600" i="1" dirty="0" smtClean="0">
                <a:solidFill>
                  <a:schemeClr val="tx1"/>
                </a:solidFill>
                <a:latin typeface="Arial"/>
                <a:cs typeface="Times New Roman" panose="02020603050405020304" pitchFamily="18" charset="0"/>
              </a:rPr>
              <a:t> is to make the user add a useless argument to the instance definition.</a:t>
            </a:r>
            <a:endParaRPr kumimoji="0" lang="en-US" sz="26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6042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650"/>
    </mc:Choice>
    <mc:Fallback xmlns="">
      <p:transition spd="slow" advTm="336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1063" x="4337050" y="2825750"/>
          <p14:tracePt t="1096" x="4413250" y="2724150"/>
          <p14:tracePt t="1129" x="4552950" y="2616200"/>
          <p14:tracePt t="1163" x="4832350" y="2514600"/>
          <p14:tracePt t="1181" x="4946650" y="2495550"/>
          <p14:tracePt t="1212" x="5251450" y="2508250"/>
          <p14:tracePt t="1245" x="5556250" y="2584450"/>
          <p14:tracePt t="1279" x="5784850" y="2730500"/>
          <p14:tracePt t="1312" x="6026150" y="2965450"/>
          <p14:tracePt t="1345" x="6165850" y="3149600"/>
          <p14:tracePt t="1363" x="6191250" y="3219450"/>
          <p14:tracePt t="1395" x="6261100" y="3403600"/>
          <p14:tracePt t="1428" x="6267450" y="3479800"/>
          <p14:tracePt t="1461" x="6254750" y="3581400"/>
          <p14:tracePt t="1494" x="6216650" y="3727450"/>
          <p14:tracePt t="17592" x="6070600" y="3657600"/>
          <p14:tracePt t="17625" x="5784850" y="3530600"/>
          <p14:tracePt t="17656" x="5638800" y="3460750"/>
          <p14:tracePt t="17706" x="5162550" y="3219450"/>
          <p14:tracePt t="17741" x="4870450" y="3054350"/>
          <p14:tracePt t="17774" x="4635500" y="2921000"/>
          <p14:tracePt t="17793" x="4508500" y="2813050"/>
          <p14:tracePt t="17824" x="4381500" y="2628900"/>
          <p14:tracePt t="17855" x="4324350" y="2324100"/>
          <p14:tracePt t="17905" x="4495800" y="1778000"/>
          <p14:tracePt t="17941" x="4673600" y="1492250"/>
          <p14:tracePt t="17973" x="4883150" y="1301750"/>
          <p14:tracePt t="18021" x="5118100" y="1219200"/>
          <p14:tracePt t="18057" x="5302250" y="1225550"/>
          <p14:tracePt t="18104" x="5403850" y="1301750"/>
          <p14:tracePt t="18126" x="5429250" y="1346200"/>
          <p14:tracePt t="18156" x="5461000" y="1511300"/>
          <p14:tracePt t="18187" x="5359400" y="1885950"/>
          <p14:tracePt t="18208" x="5219700" y="2286000"/>
          <p14:tracePt t="18242" x="4883150" y="2908300"/>
          <p14:tracePt t="18272" x="4502150" y="3460750"/>
          <p14:tracePt t="18320" x="3987800" y="4216400"/>
          <p14:tracePt t="18341" x="3867150" y="4406900"/>
          <p14:tracePt t="18372" x="3740150" y="4565650"/>
          <p14:tracePt t="18420" x="3638550" y="4584700"/>
          <p14:tracePt t="18441" x="3613150" y="4546600"/>
          <p14:tracePt t="18474" x="3581400" y="4464050"/>
          <p14:tracePt t="18505" x="3536950" y="4349750"/>
          <p14:tracePt t="18536" x="3441700" y="3625850"/>
          <p14:tracePt t="18557" x="3441700" y="2952750"/>
          <p14:tracePt t="18602" x="3644900" y="1720850"/>
          <p14:tracePt t="18636" x="3854450" y="1174750"/>
          <p14:tracePt t="18657" x="4013200" y="965200"/>
          <p14:tracePt t="18687" x="4248150" y="723900"/>
          <p14:tracePt t="18719" x="4495800" y="615950"/>
          <p14:tracePt t="18752" x="4622800" y="635000"/>
          <p14:tracePt t="18771" x="4724400" y="685800"/>
          <p14:tracePt t="18818" x="4978400" y="895350"/>
          <p14:tracePt t="18852" x="5162550" y="1168400"/>
          <p14:tracePt t="18874" x="5308600" y="1562100"/>
          <p14:tracePt t="18918" x="5594350" y="2686050"/>
          <p14:tracePt t="18951" x="5607050" y="3619500"/>
          <p14:tracePt t="18984" x="5492750" y="4006850"/>
          <p14:tracePt t="19018" x="5283200" y="4425950"/>
          <p14:tracePt t="19036" x="5194300" y="4540250"/>
          <p14:tracePt t="19068" x="4622800" y="5060950"/>
          <p14:tracePt t="19101" x="4318000" y="5321300"/>
          <p14:tracePt t="19134" x="4248150" y="5340350"/>
          <p14:tracePt t="19782" x="4216400" y="5308600"/>
          <p14:tracePt t="19815" x="4152900" y="5175250"/>
          <p14:tracePt t="19848" x="4044950" y="4895850"/>
          <p14:tracePt t="19881" x="3784600" y="4241800"/>
          <p14:tracePt t="19915" x="3473450" y="3670300"/>
          <p14:tracePt t="19948" x="3168650" y="3028950"/>
          <p14:tracePt t="19981" x="2914650" y="2324100"/>
          <p14:tracePt t="20014" x="2800350" y="1962150"/>
          <p14:tracePt t="20048" x="2774950" y="1714500"/>
          <p14:tracePt t="20066" x="2800350" y="1606550"/>
          <p14:tracePt t="20097" x="2933700" y="1428750"/>
          <p14:tracePt t="20132" x="3105150" y="1358900"/>
          <p14:tracePt t="20147" x="3194050" y="1339850"/>
          <p14:tracePt t="20180" x="3663950" y="1244600"/>
          <p14:tracePt t="20213" x="4387850" y="1250950"/>
          <p14:tracePt t="20246" x="4933950" y="1339850"/>
          <p14:tracePt t="20280" x="5499100" y="1441450"/>
          <p14:tracePt t="20315" x="5803900" y="1555750"/>
          <p14:tracePt t="20346" x="6045200" y="1663700"/>
          <p14:tracePt t="20379" x="6146800" y="1739900"/>
          <p14:tracePt t="20413" x="6146800" y="1771650"/>
          <p14:tracePt t="20431" x="6140450" y="1771650"/>
          <p14:tracePt t="20462" x="6026150" y="1746250"/>
          <p14:tracePt t="20498" x="5727700" y="1695450"/>
          <p14:tracePt t="20531" x="5226050" y="1581150"/>
          <p14:tracePt t="20562" x="4298950" y="1397000"/>
          <p14:tracePt t="20598" x="3587750" y="1250950"/>
          <p14:tracePt t="20630" x="2755900" y="1016000"/>
          <p14:tracePt t="20647" x="2609850" y="927100"/>
          <p14:tracePt t="20678" x="2317750" y="781050"/>
          <p14:tracePt t="20697" x="2178050" y="711200"/>
          <p14:tracePt t="20728" x="2032000" y="641350"/>
          <p14:tracePt t="20761" x="1981200" y="615950"/>
          <p14:tracePt t="20798" x="1949450" y="596900"/>
          <p14:tracePt t="20845" x="1987550" y="615950"/>
          <p14:tracePt t="20879" x="2051050" y="647700"/>
          <p14:tracePt t="20911" x="2425700" y="698500"/>
          <p14:tracePt t="20945" x="2724150" y="704850"/>
          <p14:tracePt t="20978" x="3562350" y="723900"/>
          <p14:tracePt t="21013" x="4178300" y="723900"/>
          <p14:tracePt t="21046" x="5111750" y="654050"/>
          <p14:tracePt t="21077" x="5810250" y="596900"/>
          <p14:tracePt t="21113" x="6496050" y="514350"/>
          <p14:tracePt t="21145" x="7340600" y="431800"/>
          <p14:tracePt t="21177" x="7759700" y="355600"/>
          <p14:tracePt t="21198" x="7937500" y="336550"/>
          <p14:tracePt t="21229" x="8121650" y="317500"/>
          <p14:tracePt t="21260" x="8229600" y="317500"/>
          <p14:tracePt t="21310" x="8280400" y="317500"/>
          <p14:tracePt t="21393" x="8274050" y="311150"/>
          <p14:tracePt t="21414" x="8261350" y="304800"/>
          <p14:tracePt t="21445" x="8235950" y="304800"/>
          <p14:tracePt t="21476" x="8216900" y="304800"/>
          <p14:tracePt t="21526" x="8185150" y="317500"/>
          <p14:tracePt t="21562" x="8172450" y="323850"/>
          <p14:tracePt t="21609" x="8147050" y="336550"/>
          <p14:tracePt t="21630" x="8134350" y="349250"/>
          <p14:tracePt t="21660" x="8121650" y="361950"/>
          <p14:tracePt t="21692" x="8070850" y="381000"/>
          <p14:tracePt t="21725" x="7981950" y="419100"/>
          <p14:tracePt t="21747" x="7918450" y="450850"/>
          <p14:tracePt t="21777" x="7829550" y="514350"/>
          <p14:tracePt t="21825" x="7702550" y="615950"/>
          <p14:tracePt t="21846" x="7677150" y="635000"/>
          <p14:tracePt t="21876" x="7620000" y="660400"/>
          <p14:tracePt t="22324" x="7575550" y="704850"/>
          <p14:tracePt t="22358" x="7435850" y="825500"/>
          <p14:tracePt t="22374" x="7378700" y="889000"/>
          <p14:tracePt t="22406" x="7156450" y="1136650"/>
          <p14:tracePt t="22439" x="6794500" y="1498600"/>
          <p14:tracePt t="22472" x="6489700" y="1866900"/>
          <p14:tracePt t="22506" x="5975350" y="2457450"/>
          <p14:tracePt t="22539" x="5600700" y="2984500"/>
          <p14:tracePt t="22572" x="5321300" y="3352800"/>
          <p14:tracePt t="22605" x="5092700" y="3784600"/>
          <p14:tracePt t="22639" x="4997450" y="3962400"/>
          <p14:tracePt t="22657" x="4972050" y="4006850"/>
          <p14:tracePt t="22689" x="4876800" y="4254500"/>
          <p14:tracePt t="22722" x="4806950" y="4457700"/>
          <p14:tracePt t="22755" x="4724400" y="4610100"/>
          <p14:tracePt t="23469" x="4730750" y="4673600"/>
          <p14:tracePt t="23502" x="4756150" y="4737100"/>
          <p14:tracePt t="23536" x="4775200" y="4794250"/>
          <p14:tracePt t="23569" x="4813300" y="4895850"/>
          <p14:tracePt t="23602" x="4857750" y="4946650"/>
          <p14:tracePt t="23635" x="4895850" y="5010150"/>
          <p14:tracePt t="23669" x="4927600" y="5080000"/>
          <p14:tracePt t="23702" x="4972050" y="5156200"/>
          <p14:tracePt t="23736" x="4984750" y="5213350"/>
          <p14:tracePt t="23768" x="4991100" y="5238750"/>
          <p14:tracePt t="23801" x="4991100" y="5264150"/>
          <p14:tracePt t="23821" x="4991100" y="5283200"/>
          <p14:tracePt t="23851" x="4984750" y="5295900"/>
          <p14:tracePt t="23884" x="4972050" y="5302250"/>
          <p14:tracePt t="23918" x="4933950" y="5327650"/>
          <p14:tracePt t="23936" x="4914900" y="5334000"/>
          <p14:tracePt t="23967" x="4838700" y="5359400"/>
          <p14:tracePt t="24003" x="4800600" y="5378450"/>
          <p14:tracePt t="24036" x="4775200" y="5384800"/>
          <p14:tracePt t="24083" x="4775200" y="5397500"/>
          <p14:tracePt t="24117" x="4781550" y="5410200"/>
          <p14:tracePt t="24150" x="4800600" y="5416550"/>
          <p14:tracePt t="24183" x="4813300" y="5429250"/>
          <p14:tracePt t="24216" x="4857750" y="5454650"/>
          <p14:tracePt t="24250" x="4984750" y="5518150"/>
          <p14:tracePt t="24283" x="5118100" y="5568950"/>
          <p14:tracePt t="24319" x="5308600" y="5632450"/>
          <p14:tracePt t="24351" x="5403850" y="5638800"/>
          <p14:tracePt t="24383" x="5600700" y="5664200"/>
          <p14:tracePt t="24418" x="5657850" y="5676900"/>
          <p14:tracePt t="24451" x="5683250" y="5676900"/>
          <p14:tracePt t="24515" x="5689600" y="5683250"/>
          <p14:tracePt t="24598" x="5689600" y="5689600"/>
          <p14:tracePt t="24635" x="5664200" y="5689600"/>
          <p14:tracePt t="24667" x="5594350" y="5689600"/>
          <p14:tracePt t="24715" x="5308600" y="5676900"/>
          <p14:tracePt t="24750" x="5092700" y="5670550"/>
          <p14:tracePt t="24784" x="4895850" y="5645150"/>
          <p14:tracePt t="24831" x="4838700" y="5638800"/>
          <p14:tracePt t="24881" x="4857750" y="5638800"/>
          <p14:tracePt t="24930" x="4902200" y="5638800"/>
          <p14:tracePt t="24966" x="4965700" y="5638800"/>
          <p14:tracePt t="25014" x="5149850" y="5645150"/>
          <p14:tracePt t="25035" x="5245100" y="5664200"/>
          <p14:tracePt t="25065" x="5397500" y="5695950"/>
          <p14:tracePt t="25097" x="5556250" y="5715000"/>
          <p14:tracePt t="25130" x="5645150" y="5740400"/>
          <p14:tracePt t="25151" x="5683250" y="5753100"/>
          <p14:tracePt t="25181" x="5721350" y="5759450"/>
          <p14:tracePt t="25230" x="5746750" y="5759450"/>
          <p14:tracePt t="25296" x="5753100" y="5759450"/>
          <p14:tracePt t="26077" x="5861050" y="5759450"/>
          <p14:tracePt t="26110" x="6026150" y="5740400"/>
          <p14:tracePt t="26132" x="6210300" y="5721350"/>
          <p14:tracePt t="26162" x="6305550" y="5715000"/>
          <p14:tracePt t="26193" x="6375400" y="5715000"/>
          <p14:tracePt t="26226" x="6407150" y="5715000"/>
          <p14:tracePt t="26292" x="6394450" y="5721350"/>
          <p14:tracePt t="26326" x="6343650" y="5715000"/>
          <p14:tracePt t="26345" x="6305550" y="5708650"/>
          <p14:tracePt t="26377" x="6248400" y="5689600"/>
          <p14:tracePt t="26397" x="6165850" y="5689600"/>
          <p14:tracePt t="26427" x="5905500" y="5727700"/>
          <p14:tracePt t="26459" x="5676900" y="5721350"/>
          <p14:tracePt t="26492" x="5480050" y="5734050"/>
          <p14:tracePt t="26525" x="5257800" y="5759450"/>
          <p14:tracePt t="26544" x="5207000" y="5759450"/>
          <p14:tracePt t="26575" x="5080000" y="5746750"/>
          <p14:tracePt t="26608" x="5054600" y="5734050"/>
          <p14:tracePt t="26641" x="5041900" y="5721350"/>
          <p14:tracePt t="26663" x="5041900" y="5715000"/>
          <p14:tracePt t="26724" x="5048250" y="5708650"/>
          <p14:tracePt t="26757" x="5067300" y="5708650"/>
          <p14:tracePt t="26791" x="5086350" y="5708650"/>
          <p14:tracePt t="26824" x="5124450" y="5702300"/>
          <p14:tracePt t="26843" x="5175250" y="5689600"/>
          <p14:tracePt t="26874" x="5340350" y="5645150"/>
          <p14:tracePt t="26897" x="5600700" y="5607050"/>
          <p14:tracePt t="26912" x="5715000" y="5581650"/>
          <p14:tracePt t="26945" x="6007100" y="5556250"/>
          <p14:tracePt t="26975" x="6254750" y="5537200"/>
          <p14:tracePt t="27006" x="6350000" y="5518150"/>
          <p14:tracePt t="27939" x="6324600" y="5499100"/>
          <p14:tracePt t="27958" x="6299200" y="5480050"/>
          <p14:tracePt t="27991" x="6248400" y="5429250"/>
          <p14:tracePt t="28037" x="6165850" y="5327650"/>
          <p14:tracePt t="28070" x="6045200" y="5194300"/>
          <p14:tracePt t="28091" x="5988050" y="5130800"/>
          <p14:tracePt t="28136" x="5854700" y="5022850"/>
          <p14:tracePt t="28169" x="5778500" y="4953000"/>
          <p14:tracePt t="28191" x="5727700" y="4889500"/>
          <p14:tracePt t="28222" x="5695950" y="4826000"/>
          <p14:tracePt t="28238" x="5695950" y="4787900"/>
          <p14:tracePt t="28269" x="5695950" y="4737100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r>
              <a:rPr lang="en-US" altLang="en-US" b="1" dirty="0"/>
              <a:t>__</a:t>
            </a:r>
            <a:r>
              <a:rPr lang="en-US" altLang="en-US" b="1" dirty="0" err="1"/>
              <a:t>post_init</a:t>
            </a:r>
            <a:r>
              <a:rPr lang="en-US" altLang="en-US" b="1" dirty="0"/>
              <a:t>__()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52400" y="762000"/>
            <a:ext cx="8991600" cy="56388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800" spc="-7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The</a:t>
            </a:r>
            <a:r>
              <a:rPr lang="en-US" sz="2400" spc="-7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800" spc="-7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generated</a:t>
            </a:r>
            <a:r>
              <a:rPr lang="en-US" sz="24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800" spc="-4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_</a:t>
            </a:r>
            <a:r>
              <a:rPr lang="en-US" sz="28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_</a:t>
            </a:r>
            <a:r>
              <a:rPr lang="en-US" sz="2800" dirty="0" err="1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init</a:t>
            </a:r>
            <a:r>
              <a:rPr lang="en-US" sz="2800" spc="-4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__</a:t>
            </a:r>
            <a:r>
              <a:rPr lang="en-US" sz="28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(</a:t>
            </a:r>
            <a:r>
              <a:rPr lang="en-US" sz="2800" spc="-7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)</a:t>
            </a:r>
            <a:r>
              <a:rPr lang="en-US" sz="2400" spc="-7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800" spc="-7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code</a:t>
            </a:r>
            <a:r>
              <a:rPr lang="en-US" sz="2400" spc="-7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800" spc="-7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tries</a:t>
            </a:r>
            <a:r>
              <a:rPr lang="en-US" sz="2400" spc="-7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800" spc="-7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calling</a:t>
            </a:r>
            <a:r>
              <a:rPr lang="en-US" sz="24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800" spc="-4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__</a:t>
            </a:r>
            <a:r>
              <a:rPr lang="en-US" sz="2800" spc="-50" dirty="0" err="1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post_init</a:t>
            </a:r>
            <a:r>
              <a:rPr lang="en-US" sz="2800" spc="-4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_</a:t>
            </a:r>
            <a:r>
              <a:rPr lang="en-US" sz="2800" spc="-25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_</a:t>
            </a:r>
            <a:r>
              <a:rPr lang="en-US" sz="28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()</a:t>
            </a:r>
            <a:r>
              <a:rPr lang="en-US" sz="2800" spc="-4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_</a:t>
            </a:r>
            <a:r>
              <a:rPr lang="en-US" sz="2800" spc="-1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_</a:t>
            </a:r>
            <a:r>
              <a:rPr lang="en-US" sz="28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. </a:t>
            </a:r>
          </a:p>
          <a:p>
            <a:r>
              <a:rPr lang="en-US" sz="2800" spc="-2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If a</a:t>
            </a:r>
            <a:r>
              <a:rPr lang="en-US" sz="2800" spc="-6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ny </a:t>
            </a:r>
            <a:r>
              <a:rPr lang="en-US" sz="2800" spc="-20" dirty="0" err="1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InitVar</a:t>
            </a:r>
            <a:r>
              <a:rPr lang="en-US" sz="2800" spc="-40" dirty="0" err="1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s</a:t>
            </a:r>
            <a:r>
              <a:rPr lang="en-US" sz="2800" spc="-4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wer</a:t>
            </a:r>
            <a:r>
              <a:rPr lang="en-US" sz="2800" spc="-2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e use</a:t>
            </a:r>
            <a:r>
              <a:rPr lang="en-US" sz="2800" spc="-7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d</a:t>
            </a:r>
            <a:r>
              <a:rPr lang="en-US" sz="2800" spc="-2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, t</a:t>
            </a:r>
            <a:r>
              <a:rPr lang="en-US" sz="2800" spc="-4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hey are </a:t>
            </a:r>
            <a:r>
              <a:rPr lang="en-US" sz="2800" spc="-4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p</a:t>
            </a:r>
            <a:r>
              <a:rPr lang="en-US" sz="2800" spc="-2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assed </a:t>
            </a:r>
            <a:r>
              <a:rPr lang="en-US" sz="2800" spc="-2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as arguments</a:t>
            </a:r>
            <a:r>
              <a:rPr lang="en-US" sz="2800" spc="-2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. </a:t>
            </a:r>
          </a:p>
          <a:p>
            <a:endParaRPr lang="en-US" dirty="0">
              <a:solidFill>
                <a:srgbClr val="FF0000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Among other uses, this allows for initializing field values that depend on one or more other fields. For example:</a:t>
            </a:r>
          </a:p>
          <a:p>
            <a:endParaRPr lang="en-US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@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</a:t>
            </a:r>
            <a:endParaRPr lang="en-US" sz="240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class C:</a:t>
            </a: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x:int; y:int; </a:t>
            </a:r>
            <a:r>
              <a:rPr 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unit:dataclasses.InitVar</a:t>
            </a:r>
            <a:endParaRPr lang="en-US" sz="240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endParaRPr lang="en-US" sz="180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def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__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post_init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__(</a:t>
            </a:r>
            <a:r>
              <a:rPr 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self,unitstr</a:t>
            </a:r>
            <a:r>
              <a:rPr lang="en-US" sz="2400" dirty="0" smtClean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    """If unit is km, not m, then fix it"""</a:t>
            </a: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   if </a:t>
            </a:r>
            <a:r>
              <a:rPr 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unitstr</a:t>
            </a:r>
            <a:r>
              <a:rPr lang="en-US" sz="2400" dirty="0" smtClean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=="km":</a:t>
            </a:r>
            <a:endParaRPr lang="en-US" sz="240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         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self.x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self.x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* </a:t>
            </a:r>
            <a:r>
              <a:rPr lang="en-US" sz="2400" dirty="0" smtClean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1000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         </a:t>
            </a:r>
            <a:r>
              <a:rPr 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self.y</a:t>
            </a:r>
            <a:r>
              <a:rPr lang="en-US" sz="2400" dirty="0" smtClean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 </a:t>
            </a:r>
            <a:r>
              <a:rPr lang="en-US" sz="240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self.y</a:t>
            </a:r>
            <a:r>
              <a:rPr lang="en-US" sz="2400" dirty="0" smtClean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* 1000</a:t>
            </a:r>
            <a:endParaRPr lang="en-US" sz="240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pic>
        <p:nvPicPr>
          <p:cNvPr id="8" name="Audio 7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8617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4249"/>
    </mc:Choice>
    <mc:Fallback xmlns="">
      <p:transition spd="slow" advTm="1342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5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3579" x="2978150" y="1212850"/>
          <p14:tracePt t="3628" x="2717800" y="1352550"/>
          <p14:tracePt t="3671" x="2508250" y="1422400"/>
          <p14:tracePt t="3716" x="2381250" y="1441450"/>
          <p14:tracePt t="3759" x="2298700" y="1416050"/>
          <p14:tracePt t="3803" x="2184400" y="1403350"/>
          <p14:tracePt t="3845" x="2120900" y="1403350"/>
          <p14:tracePt t="3889" x="2095500" y="1390650"/>
          <p14:tracePt t="3970" x="2108200" y="1390650"/>
          <p14:tracePt t="3990" x="2114550" y="1397000"/>
          <p14:tracePt t="4034" x="2133600" y="1397000"/>
          <p14:tracePt t="4077" x="2146300" y="1403350"/>
          <p14:tracePt t="4141" x="2203450" y="1416050"/>
          <p14:tracePt t="4186" x="2362200" y="1454150"/>
          <p14:tracePt t="4228" x="2622550" y="1504950"/>
          <p14:tracePt t="4272" x="2908300" y="1543050"/>
          <p14:tracePt t="4319" x="3181350" y="1562100"/>
          <p14:tracePt t="4363" x="3314700" y="1568450"/>
          <p14:tracePt t="4406" x="3448050" y="1574800"/>
          <p14:tracePt t="4449" x="3556000" y="1574800"/>
          <p14:tracePt t="4493" x="3702050" y="1543050"/>
          <p14:tracePt t="4537" x="3848100" y="1517650"/>
          <p14:tracePt t="4580" x="4051300" y="1504950"/>
          <p14:tracePt t="4623" x="4197350" y="1479550"/>
          <p14:tracePt t="4671" x="4356100" y="1473200"/>
          <p14:tracePt t="4716" x="4470400" y="1479550"/>
          <p14:tracePt t="4759" x="4572000" y="1485900"/>
          <p14:tracePt t="4805" x="4654550" y="1492250"/>
          <p14:tracePt t="4848" x="4743450" y="1504950"/>
          <p14:tracePt t="4890" x="4806950" y="1524000"/>
          <p14:tracePt t="4934" x="4876800" y="1549400"/>
          <p14:tracePt t="4954" x="4902200" y="1555750"/>
          <p14:tracePt t="4997" x="4959350" y="1568450"/>
          <p14:tracePt t="5040" x="5022850" y="1574800"/>
          <p14:tracePt t="5084" x="5105400" y="1587500"/>
          <p14:tracePt t="5127" x="5200650" y="1631950"/>
          <p14:tracePt t="5169" x="5257800" y="1657350"/>
          <p14:tracePt t="5214" x="5327650" y="1689100"/>
          <p14:tracePt t="5234" x="5346700" y="1695450"/>
          <p14:tracePt t="5278" x="5429250" y="1701800"/>
          <p14:tracePt t="7258" x="5829300" y="1657350"/>
          <p14:tracePt t="7280" x="6178550" y="1593850"/>
          <p14:tracePt t="7326" x="6927850" y="1473200"/>
          <p14:tracePt t="7372" x="7327900" y="1435100"/>
          <p14:tracePt t="7414" x="7524750" y="1447800"/>
          <p14:tracePt t="7459" x="7613650" y="1454150"/>
          <p14:tracePt t="7504" x="7658100" y="1460500"/>
          <p14:tracePt t="7609" x="7639050" y="1454150"/>
          <p14:tracePt t="7653" x="7562850" y="1454150"/>
          <p14:tracePt t="7695" x="7346950" y="1460500"/>
          <p14:tracePt t="7739" x="6826250" y="1435100"/>
          <p14:tracePt t="7785" x="5657850" y="1384300"/>
          <p14:tracePt t="7829" x="4635500" y="1403350"/>
          <p14:tracePt t="7873" x="3670300" y="1473200"/>
          <p14:tracePt t="7918" x="2844800" y="1581150"/>
          <p14:tracePt t="7939" x="2635250" y="1631950"/>
          <p14:tracePt t="7982" x="2635250" y="1657350"/>
          <p14:tracePt t="8503" x="2336800" y="1663700"/>
          <p14:tracePt t="8546" x="2101850" y="1612900"/>
          <p14:tracePt t="8568" x="2038350" y="1593850"/>
          <p14:tracePt t="8610" x="1981200" y="1587500"/>
          <p14:tracePt t="8655" x="1962150" y="1581150"/>
          <p14:tracePt t="8717" x="1974850" y="1587500"/>
          <p14:tracePt t="8760" x="1987550" y="1587500"/>
          <p14:tracePt t="8823" x="2000250" y="1587500"/>
          <p14:tracePt t="8868" x="2006600" y="1587500"/>
          <p14:tracePt t="8910" x="2012950" y="1600200"/>
          <p14:tracePt t="8954" x="2038350" y="1606550"/>
          <p14:tracePt t="8999" x="2114550" y="1631950"/>
          <p14:tracePt t="9042" x="2292350" y="1663700"/>
          <p14:tracePt t="9087" x="2584450" y="1720850"/>
          <p14:tracePt t="9108" x="2647950" y="1733550"/>
          <p14:tracePt t="9150" x="2857500" y="1752600"/>
          <p14:tracePt t="9193" x="3022600" y="1778000"/>
          <p14:tracePt t="9237" x="3098800" y="1803400"/>
          <p14:tracePt t="9280" x="3149600" y="1809750"/>
          <p14:tracePt t="9322" x="3187700" y="1809750"/>
          <p14:tracePt t="9342" x="3206750" y="1809750"/>
          <p14:tracePt t="9391" x="3251200" y="1822450"/>
          <p14:tracePt t="9436" x="3302000" y="1828800"/>
          <p14:tracePt t="9481" x="3384550" y="1841500"/>
          <p14:tracePt t="9525" x="3435350" y="1841500"/>
          <p14:tracePt t="9547" x="3460750" y="1841500"/>
          <p14:tracePt t="9591" x="3556000" y="1847850"/>
          <p14:tracePt t="9635" x="3657600" y="1847850"/>
          <p14:tracePt t="9678" x="3803650" y="1847850"/>
          <p14:tracePt t="9698" x="3829050" y="1847850"/>
          <p14:tracePt t="9739" x="3924300" y="1835150"/>
          <p14:tracePt t="9786" x="4038600" y="1835150"/>
          <p14:tracePt t="9829" x="4140200" y="1841500"/>
          <p14:tracePt t="9872" x="4375150" y="1847850"/>
          <p14:tracePt t="9917" x="4883150" y="1828800"/>
          <p14:tracePt t="9957" x="5283200" y="1828800"/>
          <p14:tracePt t="10000" x="5727700" y="1835150"/>
          <p14:tracePt t="10044" x="5956300" y="1835150"/>
          <p14:tracePt t="10545" x="6051550" y="1835150"/>
          <p14:tracePt t="10565" x="6165850" y="1835150"/>
          <p14:tracePt t="10611" x="6515100" y="1816100"/>
          <p14:tracePt t="10656" x="6946900" y="1797050"/>
          <p14:tracePt t="10701" x="7270750" y="1809750"/>
          <p14:tracePt t="10745" x="7410450" y="1822450"/>
          <p14:tracePt t="10788" x="7480300" y="1854200"/>
          <p14:tracePt t="10832" x="7537450" y="1885950"/>
          <p14:tracePt t="10876" x="7607300" y="1911350"/>
          <p14:tracePt t="10921" x="7677150" y="1943100"/>
          <p14:tracePt t="10966" x="7727950" y="1955800"/>
          <p14:tracePt t="11009" x="7753350" y="1962150"/>
          <p14:tracePt t="11052" x="7772400" y="1968500"/>
          <p14:tracePt t="11095" x="7791450" y="1968500"/>
          <p14:tracePt t="11158" x="7797800" y="1968500"/>
          <p14:tracePt t="12541" x="7689850" y="2038350"/>
          <p14:tracePt t="12585" x="7264400" y="2203450"/>
          <p14:tracePt t="12629" x="6692900" y="2400300"/>
          <p14:tracePt t="12675" x="5937250" y="2679700"/>
          <p14:tracePt t="12719" x="5543550" y="2730500"/>
          <p14:tracePt t="12763" x="5480050" y="2717800"/>
          <p14:tracePt t="12826" x="5480050" y="2711450"/>
          <p14:tracePt t="12909" x="5461000" y="2711450"/>
          <p14:tracePt t="12953" x="5403850" y="2730500"/>
          <p14:tracePt t="12995" x="5397500" y="2730500"/>
          <p14:tracePt t="13062" x="5410200" y="2749550"/>
          <p14:tracePt t="14226" x="5441950" y="2774950"/>
          <p14:tracePt t="14249" x="5448300" y="2794000"/>
          <p14:tracePt t="14292" x="5486400" y="2825750"/>
          <p14:tracePt t="14336" x="5543550" y="2851150"/>
          <p14:tracePt t="14382" x="5613400" y="2870200"/>
          <p14:tracePt t="16662" x="5435600" y="2851150"/>
          <p14:tracePt t="16706" x="5194300" y="2844800"/>
          <p14:tracePt t="16749" x="4762500" y="2870200"/>
          <p14:tracePt t="16793" x="4292600" y="2870200"/>
          <p14:tracePt t="16834" x="3848100" y="2806700"/>
          <p14:tracePt t="16878" x="3568700" y="2781300"/>
          <p14:tracePt t="16921" x="3486150" y="2749550"/>
          <p14:tracePt t="16964" x="3441700" y="2736850"/>
          <p14:tracePt t="17009" x="3429000" y="2736850"/>
          <p14:tracePt t="17113" x="3448050" y="2749550"/>
          <p14:tracePt t="17158" x="3479800" y="2768600"/>
          <p14:tracePt t="17204" x="3530600" y="2781300"/>
          <p14:tracePt t="17247" x="3740150" y="2806700"/>
          <p14:tracePt t="17291" x="4083050" y="2844800"/>
          <p14:tracePt t="17335" x="4483100" y="2889250"/>
          <p14:tracePt t="17379" x="4870450" y="2908300"/>
          <p14:tracePt t="17397" x="4908550" y="2914650"/>
          <p14:tracePt t="17441" x="5073650" y="2946400"/>
          <p14:tracePt t="17487" x="5168900" y="2959100"/>
          <p14:tracePt t="17529" x="5289550" y="2959100"/>
          <p14:tracePt t="17575" x="5448300" y="2984500"/>
          <p14:tracePt t="17595" x="5480050" y="2990850"/>
          <p14:tracePt t="17640" x="5619750" y="3003550"/>
          <p14:tracePt t="17686" x="5746750" y="2997200"/>
          <p14:tracePt t="17707" x="5803900" y="2990850"/>
          <p14:tracePt t="17752" x="5918200" y="2984500"/>
          <p14:tracePt t="17795" x="5975350" y="2984500"/>
          <p14:tracePt t="17838" x="6000750" y="2984500"/>
          <p14:tracePt t="17880" x="6026150" y="2984500"/>
          <p14:tracePt t="17924" x="6051550" y="2990850"/>
          <p14:tracePt t="17968" x="6083300" y="2997200"/>
          <p14:tracePt t="18009" x="6102350" y="2997200"/>
          <p14:tracePt t="21158" x="6019800" y="3124200"/>
          <p14:tracePt t="21202" x="5784850" y="3352800"/>
          <p14:tracePt t="21245" x="5359400" y="3663950"/>
          <p14:tracePt t="21290" x="5111750" y="3759200"/>
          <p14:tracePt t="21333" x="4889500" y="3816350"/>
          <p14:tracePt t="21380" x="4597400" y="3854450"/>
          <p14:tracePt t="21425" x="4305300" y="3873500"/>
          <p14:tracePt t="21467" x="4006850" y="3860800"/>
          <p14:tracePt t="21512" x="3638550" y="3860800"/>
          <p14:tracePt t="21531" x="3581400" y="3854450"/>
          <p14:tracePt t="21574" x="3422650" y="3841750"/>
          <p14:tracePt t="21617" x="3289300" y="3784600"/>
          <p14:tracePt t="21640" x="3257550" y="3771900"/>
          <p14:tracePt t="21682" x="3213100" y="3752850"/>
          <p14:tracePt t="21727" x="3219450" y="3752850"/>
          <p14:tracePt t="21771" x="3225800" y="3752850"/>
          <p14:tracePt t="33133" x="2787650" y="3733800"/>
          <p14:tracePt t="33154" x="2406650" y="3702050"/>
          <p14:tracePt t="33202" x="1987550" y="3638550"/>
          <p14:tracePt t="33245" x="1657350" y="3562350"/>
          <p14:tracePt t="33289" x="1454150" y="3517900"/>
          <p14:tracePt t="33332" x="1339850" y="3467100"/>
          <p14:tracePt t="33374" x="1308100" y="3467100"/>
          <p14:tracePt t="33394" x="1301750" y="3467100"/>
          <p14:tracePt t="33460" x="1333500" y="3486150"/>
          <p14:tracePt t="33504" x="1384300" y="3517900"/>
          <p14:tracePt t="33547" x="1435100" y="3568700"/>
          <p14:tracePt t="33589" x="1524000" y="3644900"/>
          <p14:tracePt t="33634" x="1695450" y="3784600"/>
          <p14:tracePt t="33654" x="1784350" y="3848100"/>
          <p14:tracePt t="33702" x="2006600" y="3962400"/>
          <p14:tracePt t="33746" x="2127250" y="3981450"/>
          <p14:tracePt t="33791" x="2171700" y="3994150"/>
          <p14:tracePt t="33812" x="2178050" y="3994150"/>
          <p14:tracePt t="33877" x="2171700" y="3975100"/>
          <p14:tracePt t="33924" x="2165350" y="3968750"/>
          <p14:tracePt t="34406" x="2228850" y="3962400"/>
          <p14:tracePt t="34452" x="2355850" y="3937000"/>
          <p14:tracePt t="34495" x="2444750" y="3917950"/>
          <p14:tracePt t="34538" x="2463800" y="3905250"/>
          <p14:tracePt t="34599" x="2432050" y="3892550"/>
          <p14:tracePt t="34644" x="2247900" y="3841750"/>
          <p14:tracePt t="34686" x="2012950" y="3740150"/>
          <p14:tracePt t="34732" x="1841500" y="3657600"/>
          <p14:tracePt t="34779" x="1784350" y="3619500"/>
          <p14:tracePt t="34822" x="1758950" y="3613150"/>
          <p14:tracePt t="34968" x="1758950" y="3625850"/>
          <p14:tracePt t="35051" x="1752600" y="3625850"/>
          <p14:tracePt t="35094" x="1733550" y="3625850"/>
          <p14:tracePt t="35137" x="1689100" y="3632200"/>
          <p14:tracePt t="35180" x="1568450" y="3644900"/>
          <p14:tracePt t="35224" x="1498600" y="3663950"/>
          <p14:tracePt t="35268" x="1460500" y="3676650"/>
          <p14:tracePt t="35312" x="1447800" y="3702050"/>
          <p14:tracePt t="35357" x="1441450" y="3714750"/>
          <p14:tracePt t="35420" x="1441450" y="3721100"/>
          <p14:tracePt t="35465" x="1460500" y="3727450"/>
          <p14:tracePt t="35527" x="1473200" y="3733800"/>
          <p14:tracePt t="35569" x="1473200" y="3740150"/>
          <p14:tracePt t="35612" x="1485900" y="3746500"/>
          <p14:tracePt t="35657" x="1504950" y="3746500"/>
          <p14:tracePt t="35700" x="1511300" y="3746500"/>
          <p14:tracePt t="35761" x="1530350" y="3746500"/>
          <p14:tracePt t="35783" x="1543050" y="3746500"/>
          <p14:tracePt t="35827" x="1593850" y="3759200"/>
          <p14:tracePt t="35872" x="1663700" y="3784600"/>
          <p14:tracePt t="35914" x="1765300" y="3816350"/>
          <p14:tracePt t="35935" x="1797050" y="3822700"/>
          <p14:tracePt t="41562" x="1809750" y="3829050"/>
          <p14:tracePt t="41599" x="1892300" y="3860800"/>
          <p14:tracePt t="41642" x="2070100" y="3917950"/>
          <p14:tracePt t="41680" x="2216150" y="3956050"/>
          <p14:tracePt t="41720" x="2432050" y="4051300"/>
          <p14:tracePt t="41758" x="2527300" y="4070350"/>
          <p14:tracePt t="41798" x="2571750" y="4070350"/>
          <p14:tracePt t="41838" x="2584450" y="4070350"/>
          <p14:tracePt t="41894" x="2590800" y="4070350"/>
          <p14:tracePt t="42009" x="2559050" y="4076700"/>
          <p14:tracePt t="42050" x="2349500" y="4070350"/>
          <p14:tracePt t="42069" x="2171700" y="4038600"/>
          <p14:tracePt t="42110" x="1765300" y="3886200"/>
          <p14:tracePt t="42150" x="1511300" y="3727450"/>
          <p14:tracePt t="42191" x="1416050" y="3638550"/>
          <p14:tracePt t="42233" x="1409700" y="3613150"/>
          <p14:tracePt t="42313" x="1422400" y="3606800"/>
          <p14:tracePt t="42357" x="1441450" y="3606800"/>
          <p14:tracePt t="42402" x="1460500" y="3613150"/>
          <p14:tracePt t="42443" x="1517650" y="3632200"/>
          <p14:tracePt t="42484" x="1778000" y="3784600"/>
          <p14:tracePt t="42501" x="1860550" y="3835400"/>
          <p14:tracePt t="42541" x="2222500" y="4076700"/>
          <p14:tracePt t="42582" x="2597150" y="4248150"/>
          <p14:tracePt t="42623" x="2895600" y="4286250"/>
          <p14:tracePt t="42665" x="3155950" y="4279900"/>
          <p14:tracePt t="42705" x="3263900" y="4241800"/>
          <p14:tracePt t="43283" x="3225800" y="4229100"/>
          <p14:tracePt t="43326" x="3092450" y="4197350"/>
          <p14:tracePt t="43374" x="2762250" y="4140200"/>
          <p14:tracePt t="43418" x="2584450" y="4114800"/>
          <p14:tracePt t="43463" x="2540000" y="4108450"/>
          <p14:tracePt t="43524" x="2527300" y="4108450"/>
          <p14:tracePt t="43645" x="2527300" y="4114800"/>
          <p14:tracePt t="43765" x="2508250" y="4121150"/>
          <p14:tracePt t="43811" x="2406650" y="4140200"/>
          <p14:tracePt t="43852" x="2247900" y="4159250"/>
          <p14:tracePt t="43894" x="1949450" y="4197350"/>
          <p14:tracePt t="43934" x="1752600" y="4216400"/>
          <p14:tracePt t="43976" x="1651000" y="4216400"/>
          <p14:tracePt t="44018" x="1619250" y="4216400"/>
          <p14:tracePt t="44097" x="1625600" y="4203700"/>
          <p14:tracePt t="44154" x="1631950" y="4197350"/>
          <p14:tracePt t="44273" x="1625600" y="4197350"/>
          <p14:tracePt t="44316" x="1619250" y="4197350"/>
          <p14:tracePt t="44360" x="1612900" y="4197350"/>
          <p14:tracePt t="44545" x="1631950" y="4197350"/>
          <p14:tracePt t="44587" x="1708150" y="4197350"/>
          <p14:tracePt t="44608" x="1797050" y="4197350"/>
          <p14:tracePt t="44652" x="2184400" y="4191000"/>
          <p14:tracePt t="44695" x="2552700" y="4191000"/>
          <p14:tracePt t="44738" x="2806700" y="4191000"/>
          <p14:tracePt t="44781" x="2946400" y="4184650"/>
          <p14:tracePt t="44823" x="2971800" y="4184650"/>
          <p14:tracePt t="44963" x="2971800" y="4178300"/>
          <p14:tracePt t="45837" x="2781300" y="4191000"/>
          <p14:tracePt t="45881" x="2520950" y="4191000"/>
          <p14:tracePt t="45924" x="2127250" y="4191000"/>
          <p14:tracePt t="45966" x="1771650" y="4178300"/>
          <p14:tracePt t="46010" x="1498600" y="4165600"/>
          <p14:tracePt t="46055" x="1428750" y="4165600"/>
          <p14:tracePt t="46097" x="1416050" y="4165600"/>
          <p14:tracePt t="46182" x="1428750" y="4159250"/>
          <p14:tracePt t="46227" x="1454150" y="4152900"/>
          <p14:tracePt t="46271" x="1473200" y="4146550"/>
          <p14:tracePt t="46313" x="1492250" y="4146550"/>
          <p14:tracePt t="46356" x="1524000" y="4146550"/>
          <p14:tracePt t="46398" x="1689100" y="4127500"/>
          <p14:tracePt t="46443" x="2095500" y="4076700"/>
          <p14:tracePt t="46490" x="2647950" y="4025900"/>
          <p14:tracePt t="46535" x="2851150" y="4000500"/>
          <p14:tracePt t="46577" x="2895600" y="3994150"/>
          <p14:tracePt t="46622" x="2901950" y="3987800"/>
          <p14:tracePt t="46725" x="2895600" y="3987800"/>
          <p14:tracePt t="47213" x="3225800" y="4025900"/>
          <p14:tracePt t="47255" x="3879850" y="4159250"/>
          <p14:tracePt t="47295" x="4629150" y="4248150"/>
          <p14:tracePt t="47336" x="5213350" y="4292600"/>
          <p14:tracePt t="47377" x="5676900" y="4311650"/>
          <p14:tracePt t="47419" x="5911850" y="4343400"/>
          <p14:tracePt t="47460" x="6051550" y="4375150"/>
          <p14:tracePt t="47501" x="6153150" y="4394200"/>
          <p14:tracePt t="47544" x="6356350" y="4419600"/>
          <p14:tracePt t="47587" x="6534150" y="4419600"/>
          <p14:tracePt t="47607" x="6565900" y="4419600"/>
          <p14:tracePt t="47653" x="6673850" y="4394200"/>
          <p14:tracePt t="47672" x="6711950" y="4381500"/>
          <p14:tracePt t="47716" x="6794500" y="4368800"/>
          <p14:tracePt t="47759" x="6832600" y="4362450"/>
          <p14:tracePt t="47805" x="6858000" y="4362450"/>
          <p14:tracePt t="47848" x="6864350" y="4356100"/>
          <p14:tracePt t="48101" x="6921500" y="4337050"/>
          <p14:tracePt t="48145" x="7029450" y="4279900"/>
          <p14:tracePt t="48166" x="7092950" y="4260850"/>
          <p14:tracePt t="48210" x="7194550" y="4222750"/>
          <p14:tracePt t="48253" x="7283450" y="4210050"/>
          <p14:tracePt t="48298" x="7378700" y="4197350"/>
          <p14:tracePt t="48341" x="7435850" y="4184650"/>
          <p14:tracePt t="48385" x="7448550" y="4184650"/>
          <p14:tracePt t="48467" x="7410450" y="4184650"/>
          <p14:tracePt t="48511" x="7219950" y="4184650"/>
          <p14:tracePt t="48553" x="6800850" y="4171950"/>
          <p14:tracePt t="48599" x="6229350" y="4095750"/>
          <p14:tracePt t="48644" x="5911850" y="4032250"/>
          <p14:tracePt t="48665" x="5829300" y="4025900"/>
          <p14:tracePt t="48711" x="5740400" y="4019550"/>
          <p14:tracePt t="48774" x="5676900" y="4006850"/>
          <p14:tracePt t="48819" x="5626100" y="4013200"/>
          <p14:tracePt t="48862" x="5524500" y="4032250"/>
          <p14:tracePt t="48906" x="5429250" y="4051300"/>
          <p14:tracePt t="48949" x="5378450" y="4064000"/>
          <p14:tracePt t="49048" x="5384800" y="4064000"/>
          <p14:tracePt t="50628" x="5270500" y="4064000"/>
          <p14:tracePt t="50668" x="4991100" y="4064000"/>
          <p14:tracePt t="50694" x="4737100" y="4064000"/>
          <p14:tracePt t="50720" x="4552950" y="4057650"/>
          <p14:tracePt t="50763" x="4419600" y="4044950"/>
          <p14:tracePt t="50805" x="4387850" y="4051300"/>
          <p14:tracePt t="50846" x="4349750" y="4064000"/>
          <p14:tracePt t="50891" x="4330700" y="4070350"/>
          <p14:tracePt t="50933" x="4330700" y="4076700"/>
          <p14:tracePt t="50977" x="4324350" y="4076700"/>
          <p14:tracePt t="51061" x="4311650" y="4076700"/>
          <p14:tracePt t="51124" x="4298950" y="4083050"/>
          <p14:tracePt t="51168" x="4273550" y="4102100"/>
          <p14:tracePt t="51211" x="4184650" y="4140200"/>
          <p14:tracePt t="51254" x="4102100" y="4171950"/>
          <p14:tracePt t="51296" x="4051300" y="4171950"/>
          <p14:tracePt t="51340" x="4044950" y="4165600"/>
          <p14:tracePt t="51382" x="4044950" y="4159250"/>
          <p14:tracePt t="51561" x="4057650" y="4159250"/>
          <p14:tracePt t="51625" x="4070350" y="4165600"/>
          <p14:tracePt t="51668" x="4076700" y="4171950"/>
          <p14:tracePt t="51710" x="4089400" y="4171950"/>
          <p14:tracePt t="51758" x="4102100" y="4178300"/>
          <p14:tracePt t="51804" x="4108450" y="4178300"/>
          <p14:tracePt t="51845" x="4140200" y="4184650"/>
          <p14:tracePt t="54226" x="4044950" y="4248150"/>
          <p14:tracePt t="54270" x="3803650" y="4400550"/>
          <p14:tracePt t="54313" x="3575050" y="4629150"/>
          <p14:tracePt t="54354" x="3352800" y="4832350"/>
          <p14:tracePt t="54399" x="3327400" y="4870450"/>
          <p14:tracePt t="54463" x="3340100" y="4864100"/>
          <p14:tracePt t="54504" x="3352800" y="4857750"/>
          <p14:tracePt t="54548" x="3365500" y="4857750"/>
          <p14:tracePt t="54592" x="3384550" y="4857750"/>
          <p14:tracePt t="54635" x="3422650" y="4870450"/>
          <p14:tracePt t="54678" x="3505200" y="4883150"/>
          <p14:tracePt t="54723" x="3765550" y="4908550"/>
          <p14:tracePt t="54766" x="4248150" y="4933950"/>
          <p14:tracePt t="54813" x="4679950" y="4940300"/>
          <p14:tracePt t="54858" x="4991100" y="4946650"/>
          <p14:tracePt t="54902" x="5175250" y="4940300"/>
          <p14:tracePt t="54947" x="5346700" y="4933950"/>
          <p14:tracePt t="54991" x="5499100" y="4933950"/>
          <p14:tracePt t="55034" x="5645150" y="4914900"/>
          <p14:tracePt t="55077" x="5791200" y="4921250"/>
          <p14:tracePt t="55122" x="5886450" y="4933950"/>
          <p14:tracePt t="57109" x="5765800" y="4838700"/>
          <p14:tracePt t="57153" x="5270500" y="4578350"/>
          <p14:tracePt t="57173" x="5175250" y="4514850"/>
          <p14:tracePt t="57217" x="4781550" y="4248150"/>
          <p14:tracePt t="57259" x="4597400" y="4114800"/>
          <p14:tracePt t="57302" x="4527550" y="4057650"/>
          <p14:tracePt t="57323" x="4514850" y="4051300"/>
          <p14:tracePt t="57366" x="4483100" y="4025900"/>
          <p14:tracePt t="57409" x="4451350" y="4006850"/>
          <p14:tracePt t="57455" x="4337050" y="3962400"/>
          <p14:tracePt t="57499" x="4032250" y="3905250"/>
          <p14:tracePt t="57543" x="3892550" y="3892550"/>
          <p14:tracePt t="57585" x="3879850" y="3898900"/>
          <p14:tracePt t="57627" x="3905250" y="3924300"/>
          <p14:tracePt t="57670" x="3930650" y="3937000"/>
          <p14:tracePt t="57713" x="3943350" y="3943350"/>
          <p14:tracePt t="57755" x="3949700" y="3943350"/>
          <p14:tracePt t="57802" x="3962400" y="3949700"/>
          <p14:tracePt t="57831" x="3987800" y="3956050"/>
          <p14:tracePt t="57875" x="4095750" y="4013200"/>
          <p14:tracePt t="57919" x="4508500" y="4171950"/>
          <p14:tracePt t="57964" x="4965700" y="4400550"/>
          <p14:tracePt t="58007" x="5543550" y="4673600"/>
          <p14:tracePt t="58055" x="5873750" y="4819650"/>
          <p14:tracePt t="58097" x="5924550" y="4845050"/>
          <p14:tracePt t="58140" x="5943600" y="4864100"/>
          <p14:tracePt t="58183" x="5981700" y="4902200"/>
          <p14:tracePt t="58911" x="6013450" y="4902200"/>
          <p14:tracePt t="58953" x="6051550" y="4902200"/>
          <p14:tracePt t="58997" x="6115050" y="4902200"/>
          <p14:tracePt t="59042" x="6210300" y="4902200"/>
          <p14:tracePt t="59090" x="6451600" y="4908550"/>
          <p14:tracePt t="62193" x="6362700" y="4908550"/>
          <p14:tracePt t="62240" x="6184900" y="4864100"/>
          <p14:tracePt t="62260" x="6146800" y="4845050"/>
          <p14:tracePt t="62305" x="5835650" y="4756150"/>
          <p14:tracePt t="62348" x="5695950" y="4705350"/>
          <p14:tracePt t="62391" x="5664200" y="4699000"/>
          <p14:tracePt t="62435" x="5657850" y="4699000"/>
          <p14:tracePt t="62486" x="5638800" y="4686300"/>
          <p14:tracePt t="62531" x="5524500" y="4641850"/>
          <p14:tracePt t="62575" x="5124450" y="4464050"/>
          <p14:tracePt t="62620" x="4311650" y="3975100"/>
          <p14:tracePt t="62664" x="3949700" y="3810000"/>
          <p14:tracePt t="62705" x="3778250" y="3752850"/>
          <p14:tracePt t="62749" x="3721100" y="3727450"/>
          <p14:tracePt t="62795" x="3733800" y="3727450"/>
          <p14:tracePt t="62839" x="3759200" y="3752850"/>
          <p14:tracePt t="62884" x="3784600" y="3765550"/>
          <p14:tracePt t="62927" x="3829050" y="3797300"/>
          <p14:tracePt t="62948" x="3873500" y="3841750"/>
          <p14:tracePt t="62990" x="4152900" y="4032250"/>
          <p14:tracePt t="63034" x="4819650" y="4387850"/>
          <p14:tracePt t="63054" x="5003800" y="4457700"/>
          <p14:tracePt t="63079" x="5511800" y="4622800"/>
          <p14:tracePt t="63124" x="5943600" y="4800600"/>
          <p14:tracePt t="63168" x="6184900" y="4959350"/>
          <p14:tracePt t="63211" x="6210300" y="4991100"/>
          <p14:tracePt t="63278" x="6216650" y="4997450"/>
          <p14:tracePt t="63318" x="6223000" y="5010150"/>
          <p14:tracePt t="63892" x="6184900" y="4972050"/>
          <p14:tracePt t="63936" x="5924550" y="4826000"/>
          <p14:tracePt t="63982" x="5632450" y="4667250"/>
          <p14:tracePt t="64025" x="5238750" y="4533900"/>
          <p14:tracePt t="64068" x="4845050" y="4432300"/>
          <p14:tracePt t="64111" x="4768850" y="4419600"/>
          <p14:tracePt t="64153" x="4768850" y="4413250"/>
          <p14:tracePt t="64275" x="4756150" y="4425950"/>
          <p14:tracePt t="64321" x="4730750" y="4425950"/>
          <p14:tracePt t="64367" x="4660900" y="4419600"/>
          <p14:tracePt t="64390" x="4616450" y="4406900"/>
          <p14:tracePt t="64435" x="4470400" y="4318000"/>
          <p14:tracePt t="64481" x="4381500" y="4260850"/>
          <p14:tracePt t="64524" x="4324350" y="4197350"/>
          <p14:tracePt t="64569" x="4273550" y="4152900"/>
          <p14:tracePt t="64612" x="4248150" y="4146550"/>
          <p14:tracePt t="64654" x="4235450" y="4146550"/>
          <p14:tracePt t="64715" x="4216400" y="4140200"/>
          <p14:tracePt t="64779" x="4197350" y="4133850"/>
          <p14:tracePt t="64842" x="4146550" y="4121150"/>
          <p14:tracePt t="64887" x="4083050" y="4108450"/>
          <p14:tracePt t="65514" x="4064000" y="4089400"/>
          <p14:tracePt t="65558" x="4032250" y="4064000"/>
          <p14:tracePt t="65602" x="4000500" y="4025900"/>
          <p14:tracePt t="65623" x="3987800" y="4006850"/>
          <p14:tracePt t="65668" x="3975100" y="3981450"/>
          <p14:tracePt t="65710" x="3975100" y="3962400"/>
          <p14:tracePt t="65773" x="3987800" y="3930650"/>
          <p14:tracePt t="65794" x="4025900" y="3873500"/>
          <p14:tracePt t="65840" x="4216400" y="3619500"/>
          <p14:tracePt t="65885" x="4686300" y="3073400"/>
          <p14:tracePt t="65929" x="5073650" y="2749550"/>
          <p14:tracePt t="65952" x="5213350" y="2660650"/>
          <p14:tracePt t="65996" x="5308600" y="2609850"/>
          <p14:tracePt t="66040" x="5314950" y="2622550"/>
          <p14:tracePt t="66061" x="5314950" y="2635250"/>
          <p14:tracePt t="66109" x="5321300" y="2647950"/>
          <p14:tracePt t="66152" x="5353050" y="2647950"/>
          <p14:tracePt t="66195" x="5448300" y="2609850"/>
          <p14:tracePt t="66238" x="5670550" y="2457450"/>
          <p14:tracePt t="66280" x="5886450" y="2292350"/>
          <p14:tracePt t="66323" x="5962650" y="2216150"/>
          <p14:tracePt t="66366" x="5956300" y="2197100"/>
          <p14:tracePt t="66415" x="5911850" y="2152650"/>
          <p14:tracePt t="66461" x="5797550" y="2070100"/>
          <p14:tracePt t="66483" x="5683250" y="2006600"/>
          <p14:tracePt t="66528" x="5251450" y="1822450"/>
          <p14:tracePt t="66571" x="4635500" y="1657350"/>
          <p14:tracePt t="66617" x="4025900" y="1504950"/>
          <p14:tracePt t="66638" x="3854450" y="1454150"/>
          <p14:tracePt t="66684" x="3543300" y="1314450"/>
          <p14:tracePt t="66726" x="3333750" y="1219200"/>
          <p14:tracePt t="66770" x="3181350" y="1136650"/>
          <p14:tracePt t="66812" x="3105150" y="1104900"/>
          <p14:tracePt t="66856" x="3067050" y="1098550"/>
          <p14:tracePt t="66900" x="3060700" y="1098550"/>
          <p14:tracePt t="66961" x="3073400" y="1111250"/>
          <p14:tracePt t="66985" x="3086100" y="1117600"/>
          <p14:tracePt t="67032" x="3092450" y="1130300"/>
          <p14:tracePt t="67092" x="3098800" y="1130300"/>
          <p14:tracePt t="67175" x="3105150" y="1130300"/>
          <p14:tracePt t="67240" x="3117850" y="1123950"/>
          <p14:tracePt t="67283" x="3130550" y="1123950"/>
          <p14:tracePt t="67326" x="3206750" y="1130300"/>
          <p14:tracePt t="67369" x="3422650" y="1136650"/>
          <p14:tracePt t="67413" x="3695700" y="1149350"/>
          <p14:tracePt t="67459" x="3829050" y="1149350"/>
          <p14:tracePt t="67480" x="3835400" y="1149350"/>
          <p14:tracePt t="67599" x="3835400" y="1155700"/>
          <p14:tracePt t="67663" x="3835400" y="1162050"/>
          <p14:tracePt t="68246" x="3860800" y="1263650"/>
          <p14:tracePt t="68288" x="3886200" y="1460500"/>
          <p14:tracePt t="68310" x="3905250" y="1625600"/>
          <p14:tracePt t="68355" x="3987800" y="2095500"/>
          <p14:tracePt t="68398" x="4108450" y="2438400"/>
          <p14:tracePt t="68441" x="4305300" y="2851150"/>
          <p14:tracePt t="68488" x="4432300" y="3200400"/>
          <p14:tracePt t="68531" x="4508500" y="3365500"/>
          <p14:tracePt t="68575" x="4521200" y="3397250"/>
          <p14:tracePt t="68616" x="4533900" y="3409950"/>
          <p14:tracePt t="68661" x="4552950" y="3416300"/>
          <p14:tracePt t="68704" x="4559300" y="3435350"/>
          <p14:tracePt t="68726" x="4565650" y="3441700"/>
          <p14:tracePt t="68769" x="4565650" y="3517900"/>
          <p14:tracePt t="68814" x="4527550" y="3714750"/>
          <p14:tracePt t="68857" x="4470400" y="3822700"/>
          <p14:tracePt t="68900" x="4419600" y="3930650"/>
          <p14:tracePt t="68943" x="4394200" y="4032250"/>
          <p14:tracePt t="68987" x="4387850" y="4076700"/>
          <p14:tracePt t="69033" x="4375150" y="4089400"/>
          <p14:tracePt t="69559" x="4438650" y="4089400"/>
          <p14:tracePt t="69601" x="4648200" y="4102100"/>
          <p14:tracePt t="69644" x="4933950" y="4127500"/>
          <p14:tracePt t="69688" x="5213350" y="4114800"/>
          <p14:tracePt t="69709" x="5276850" y="4108450"/>
          <p14:tracePt t="69752" x="5359400" y="4076700"/>
          <p14:tracePt t="69797" x="5391150" y="4070350"/>
          <p14:tracePt t="69842" x="5403850" y="4064000"/>
          <p14:tracePt t="69884" x="5429250" y="4057650"/>
          <p14:tracePt t="69905" x="5441950" y="4057650"/>
          <p14:tracePt t="69928" x="5454650" y="4051300"/>
          <p14:tracePt t="69973" x="5492750" y="4038600"/>
          <p14:tracePt t="70017" x="5588000" y="4025900"/>
          <p14:tracePt t="70037" x="5727700" y="4019550"/>
          <p14:tracePt t="70080" x="5899150" y="4032250"/>
          <p14:tracePt t="70124" x="6013450" y="4019550"/>
          <p14:tracePt t="70227" x="5886450" y="4032250"/>
          <p14:tracePt t="70247" x="5734050" y="4057650"/>
          <p14:tracePt t="70293" x="5156200" y="4057650"/>
          <p14:tracePt t="70338" x="4686300" y="4032250"/>
          <p14:tracePt t="70381" x="4527550" y="4019550"/>
          <p14:tracePt t="70426" x="4387850" y="4019550"/>
          <p14:tracePt t="70470" x="4305300" y="4025900"/>
          <p14:tracePt t="70512" x="4241800" y="4064000"/>
          <p14:tracePt t="70560" x="4184650" y="4089400"/>
          <p14:tracePt t="70605" x="4171950" y="4089400"/>
          <p14:tracePt t="70742" x="4178300" y="4089400"/>
          <p14:tracePt t="70978" x="4184650" y="4089400"/>
          <p14:tracePt t="71022" x="4191000" y="4089400"/>
          <p14:tracePt t="71084" x="4197350" y="4089400"/>
          <p14:tracePt t="71127" x="4229100" y="4089400"/>
          <p14:tracePt t="71145" x="4260850" y="4108450"/>
          <p14:tracePt t="71190" x="4432300" y="4165600"/>
          <p14:tracePt t="71234" x="4756150" y="4292600"/>
          <p14:tracePt t="71276" x="4933950" y="4387850"/>
          <p14:tracePt t="71320" x="5060950" y="4483100"/>
          <p14:tracePt t="71362" x="5162550" y="4578350"/>
          <p14:tracePt t="71407" x="5245100" y="4648200"/>
          <p14:tracePt t="71452" x="5276850" y="4692650"/>
          <p14:tracePt t="71493" x="5283200" y="4705350"/>
          <p14:tracePt t="71675" x="5276850" y="4705350"/>
          <p14:tracePt t="71720" x="5245100" y="4711700"/>
          <p14:tracePt t="71762" x="4978400" y="4730750"/>
          <p14:tracePt t="71806" x="4572000" y="4730750"/>
          <p14:tracePt t="71827" x="4375150" y="4730750"/>
          <p14:tracePt t="71873" x="4064000" y="4737100"/>
          <p14:tracePt t="71918" x="3994150" y="4749800"/>
          <p14:tracePt t="71960" x="3987800" y="4756150"/>
          <p14:tracePt t="72024" x="4006850" y="4756150"/>
          <p14:tracePt t="72046" x="4019550" y="4762500"/>
          <p14:tracePt t="72088" x="4114800" y="4762500"/>
          <p14:tracePt t="72131" x="4476750" y="4781550"/>
          <p14:tracePt t="72151" x="4565650" y="4775200"/>
          <p14:tracePt t="72194" x="4984750" y="4743450"/>
          <p14:tracePt t="72238" x="5372100" y="4705350"/>
          <p14:tracePt t="72282" x="5473700" y="4692650"/>
          <p14:tracePt t="72324" x="5492750" y="4699000"/>
          <p14:tracePt t="72385" x="5511800" y="4705350"/>
          <p14:tracePt t="73338" x="5657850" y="4686300"/>
          <p14:tracePt t="73383" x="5803900" y="4654550"/>
          <p14:tracePt t="73427" x="5842000" y="4648200"/>
          <p14:tracePt t="73512" x="5829300" y="4654550"/>
          <p14:tracePt t="73555" x="5727700" y="4654550"/>
          <p14:tracePt t="73599" x="5365750" y="4705350"/>
          <p14:tracePt t="73643" x="4514850" y="4838700"/>
          <p14:tracePt t="73688" x="3835400" y="4864100"/>
          <p14:tracePt t="73733" x="3473450" y="4864100"/>
          <p14:tracePt t="73778" x="3282950" y="4870450"/>
          <p14:tracePt t="73819" x="3257550" y="4864100"/>
          <p14:tracePt t="73841" x="3257550" y="4857750"/>
          <p14:tracePt t="73906" x="3282950" y="4857750"/>
          <p14:tracePt t="73949" x="3314700" y="4864100"/>
          <p14:tracePt t="73994" x="3378200" y="4870450"/>
          <p14:tracePt t="74037" x="3625850" y="4876800"/>
          <p14:tracePt t="74062" x="3822700" y="4876800"/>
          <p14:tracePt t="74106" x="4464050" y="4864100"/>
          <p14:tracePt t="74125" x="4578350" y="4864100"/>
          <p14:tracePt t="74168" x="4933950" y="4845050"/>
          <p14:tracePt t="74212" x="5067300" y="4838700"/>
          <p14:tracePt t="74255" x="5086350" y="4832350"/>
          <p14:tracePt t="74299" x="5092700" y="4832350"/>
          <p14:tracePt t="74342" x="5105400" y="4826000"/>
          <p14:tracePt t="74383" x="5118100" y="4819650"/>
          <p14:tracePt t="74426" x="5137150" y="4819650"/>
          <p14:tracePt t="74467" x="5181600" y="4813300"/>
          <p14:tracePt t="74511" x="5289550" y="4806950"/>
          <p14:tracePt t="74556" x="5448300" y="4800600"/>
          <p14:tracePt t="74599" x="5683250" y="4787900"/>
          <p14:tracePt t="74642" x="5873750" y="4813300"/>
          <p14:tracePt t="74686" x="5956300" y="4819650"/>
          <p14:tracePt t="74733" x="6013450" y="4819650"/>
          <p14:tracePt t="74778" x="6026150" y="4806950"/>
          <p14:tracePt t="74822" x="6051550" y="4794250"/>
          <p14:tracePt t="74842" x="6070600" y="4787900"/>
          <p14:tracePt t="74884" x="6096000" y="4775200"/>
          <p14:tracePt t="74927" x="6121400" y="4749800"/>
          <p14:tracePt t="74947" x="6127750" y="4749800"/>
          <p14:tracePt t="74990" x="6134100" y="4743450"/>
          <p14:tracePt t="75648" x="6210300" y="4768850"/>
          <p14:tracePt t="75691" x="6318250" y="4806950"/>
          <p14:tracePt t="75712" x="6343650" y="4813300"/>
          <p14:tracePt t="75757" x="6496050" y="4838700"/>
          <p14:tracePt t="75806" x="6565900" y="4832350"/>
          <p14:tracePt t="77278" x="6457950" y="4857750"/>
          <p14:tracePt t="77323" x="6286500" y="4895850"/>
          <p14:tracePt t="77367" x="6096000" y="4940300"/>
          <p14:tracePt t="77413" x="5613400" y="5041900"/>
          <p14:tracePt t="77456" x="5035550" y="5175250"/>
          <p14:tracePt t="77499" x="4438650" y="5264150"/>
          <p14:tracePt t="77540" x="4076700" y="5270500"/>
          <p14:tracePt t="77585" x="3765550" y="5302250"/>
          <p14:tracePt t="77628" x="3441700" y="5359400"/>
          <p14:tracePt t="77671" x="3232150" y="5384800"/>
          <p14:tracePt t="77713" x="3124200" y="5372100"/>
          <p14:tracePt t="77797" x="3124200" y="5378450"/>
          <p14:tracePt t="81796" x="3098800" y="5365750"/>
          <p14:tracePt t="81839" x="2965450" y="5302250"/>
          <p14:tracePt t="81882" x="2565400" y="5194300"/>
          <p14:tracePt t="81924" x="2146300" y="5035550"/>
          <p14:tracePt t="81966" x="1809750" y="4819650"/>
          <p14:tracePt t="82008" x="1587500" y="4603750"/>
          <p14:tracePt t="82053" x="1441450" y="4451350"/>
          <p14:tracePt t="82076" x="1384300" y="4394200"/>
          <p14:tracePt t="82123" x="1270000" y="4273550"/>
          <p14:tracePt t="82168" x="1219200" y="4203700"/>
          <p14:tracePt t="82188" x="1200150" y="4184650"/>
          <p14:tracePt t="82233" x="1200150" y="4159250"/>
          <p14:tracePt t="82275" x="1206500" y="4140200"/>
          <p14:tracePt t="82318" x="1244600" y="4127500"/>
          <p14:tracePt t="82362" x="1308100" y="4108450"/>
          <p14:tracePt t="82404" x="1530350" y="4070350"/>
          <p14:tracePt t="82446" x="1981200" y="4038600"/>
          <p14:tracePt t="82490" x="2616200" y="4057650"/>
          <p14:tracePt t="82533" x="2882900" y="4076700"/>
          <p14:tracePt t="82553" x="2895600" y="4076700"/>
          <p14:tracePt t="82597" x="2901950" y="4083050"/>
          <p14:tracePt t="82640" x="2901950" y="4089400"/>
          <p14:tracePt t="82702" x="2908300" y="4114800"/>
          <p14:tracePt t="84049" x="3346450" y="4152900"/>
          <p14:tracePt t="84071" x="3600450" y="4184650"/>
          <p14:tracePt t="84094" x="3867150" y="4197350"/>
          <p14:tracePt t="84138" x="4235450" y="4165600"/>
          <p14:tracePt t="84184" x="4489450" y="4121150"/>
          <p14:tracePt t="84206" x="4527550" y="4108450"/>
          <p14:tracePt t="84248" x="4540250" y="4102100"/>
          <p14:tracePt t="84310" x="4521200" y="4114800"/>
          <p14:tracePt t="84355" x="4502150" y="4114800"/>
          <p14:tracePt t="85660" x="4203700" y="4387850"/>
          <p14:tracePt t="85703" x="3898900" y="4730750"/>
          <p14:tracePt t="85745" x="3625850" y="5080000"/>
          <p14:tracePt t="85790" x="3295650" y="5372100"/>
          <p14:tracePt t="85835" x="3232150" y="5435600"/>
          <p14:tracePt t="85876" x="3219450" y="5448300"/>
          <p14:tracePt t="85939" x="3238500" y="5448300"/>
          <p14:tracePt t="85986" x="3257550" y="5448300"/>
          <p14:tracePt t="86027" x="3270250" y="5448300"/>
          <p14:tracePt t="86071" x="3276600" y="5441950"/>
          <p14:tracePt t="86115" x="3302000" y="5435600"/>
          <p14:tracePt t="86157" x="3416300" y="5397500"/>
          <p14:tracePt t="86201" x="3689350" y="5314950"/>
          <p14:tracePt t="86249" x="4171950" y="5168900"/>
          <p14:tracePt t="86293" x="4464050" y="5073650"/>
          <p14:tracePt t="86336" x="4686300" y="4997450"/>
          <p14:tracePt t="86381" x="4806950" y="4984750"/>
          <p14:tracePt t="86425" x="4851400" y="4984750"/>
          <p14:tracePt t="86472" x="4883150" y="4984750"/>
          <p14:tracePt t="86517" x="4902200" y="4984750"/>
          <p14:tracePt t="86560" x="4927600" y="4984750"/>
          <p14:tracePt t="86603" x="4991100" y="4984750"/>
          <p14:tracePt t="86646" x="5092700" y="4972050"/>
          <p14:tracePt t="86691" x="5251450" y="4972050"/>
          <p14:tracePt t="86733" x="5327650" y="4972050"/>
          <p14:tracePt t="86777" x="5397500" y="4972050"/>
          <p14:tracePt t="86820" x="5422900" y="4972050"/>
          <p14:tracePt t="86863" x="5473700" y="4959350"/>
          <p14:tracePt t="87250" x="5391150" y="4959350"/>
          <p14:tracePt t="87272" x="5276850" y="4959350"/>
          <p14:tracePt t="87317" x="4864100" y="4997450"/>
          <p14:tracePt t="87361" x="4559300" y="5016500"/>
          <p14:tracePt t="87404" x="4381500" y="5041900"/>
          <p14:tracePt t="87448" x="4349750" y="5048250"/>
          <p14:tracePt t="87533" x="4349750" y="5054600"/>
          <p14:tracePt t="87596" x="4349750" y="5060950"/>
          <p14:tracePt t="87777" x="4356100" y="5067300"/>
          <p14:tracePt t="87821" x="4362450" y="5073650"/>
          <p14:tracePt t="87883" x="4368800" y="5073650"/>
          <p14:tracePt t="87964" x="4375150" y="5073650"/>
          <p14:tracePt t="88278" x="4565650" y="5073650"/>
          <p14:tracePt t="88298" x="4679950" y="5073650"/>
          <p14:tracePt t="88345" x="5092700" y="5130800"/>
          <p14:tracePt t="88387" x="5340350" y="5149850"/>
          <p14:tracePt t="88431" x="5740400" y="5219700"/>
          <p14:tracePt t="88475" x="5937250" y="5270500"/>
          <p14:tracePt t="88517" x="6096000" y="5308600"/>
          <p14:tracePt t="88561" x="6203950" y="5308600"/>
          <p14:tracePt t="88603" x="6248400" y="5321300"/>
          <p14:tracePt t="88648" x="6261100" y="5327650"/>
          <p14:tracePt t="88669" x="6261100" y="5334000"/>
          <p14:tracePt t="93765" x="6191250" y="5334000"/>
          <p14:tracePt t="93810" x="6070600" y="5327650"/>
          <p14:tracePt t="93854" x="5899150" y="5314950"/>
          <p14:tracePt t="93896" x="5600700" y="5321300"/>
          <p14:tracePt t="93916" x="5467350" y="5340350"/>
          <p14:tracePt t="93961" x="5219700" y="5346700"/>
          <p14:tracePt t="93982" x="5137150" y="5353050"/>
          <p14:tracePt t="94007" x="5080000" y="5353050"/>
          <p14:tracePt t="94049" x="4953000" y="5353050"/>
          <p14:tracePt t="94092" x="4838700" y="5334000"/>
          <p14:tracePt t="94133" x="4711700" y="5295900"/>
          <p14:tracePt t="94177" x="4546600" y="5276850"/>
          <p14:tracePt t="94221" x="4406900" y="5276850"/>
          <p14:tracePt t="94241" x="4394200" y="5276850"/>
          <p14:tracePt t="94283" x="4356100" y="5295900"/>
          <p14:tracePt t="94328" x="4356100" y="5308600"/>
          <p14:tracePt t="94371" x="4368800" y="5321300"/>
          <p14:tracePt t="94413" x="4387850" y="5327650"/>
          <p14:tracePt t="94476" x="4394200" y="5327650"/>
          <p14:tracePt t="94497" x="4400550" y="5327650"/>
          <p14:tracePt t="94545" x="4419600" y="5334000"/>
          <p14:tracePt t="94592" x="4425950" y="5346700"/>
          <p14:tracePt t="94639" x="4457700" y="5359400"/>
          <p14:tracePt t="94681" x="4489450" y="5384800"/>
          <p14:tracePt t="94725" x="4533900" y="5416550"/>
          <p14:tracePt t="94770" x="4559300" y="5422900"/>
          <p14:tracePt t="94811" x="4565650" y="5435600"/>
          <p14:tracePt t="95238" x="4381500" y="5518150"/>
          <p14:tracePt t="95280" x="4051300" y="5657850"/>
          <p14:tracePt t="95323" x="3968750" y="5676900"/>
          <p14:tracePt t="95364" x="3930650" y="5689600"/>
          <p14:tracePt t="95388" x="3905250" y="5689600"/>
          <p14:tracePt t="95434" x="3879850" y="5689600"/>
          <p14:tracePt t="95455" x="3873500" y="5689600"/>
          <p14:tracePt t="95503" x="3835400" y="5708650"/>
          <p14:tracePt t="95546" x="3803650" y="5721350"/>
          <p14:tracePt t="95589" x="3784600" y="5734050"/>
          <p14:tracePt t="95635" x="3771900" y="5740400"/>
          <p14:tracePt t="95682" x="3759200" y="5746750"/>
          <p14:tracePt t="95724" x="3740150" y="5759450"/>
          <p14:tracePt t="95768" x="3714750" y="5772150"/>
          <p14:tracePt t="95828" x="3683000" y="5784850"/>
          <p14:tracePt t="95873" x="3644900" y="5791200"/>
          <p14:tracePt t="95935" x="3638550" y="5797550"/>
          <p14:tracePt t="96134" x="3651250" y="5797550"/>
          <p14:tracePt t="96177" x="3695700" y="5797550"/>
          <p14:tracePt t="96222" x="3810000" y="5822950"/>
          <p14:tracePt t="96265" x="4057650" y="5848350"/>
          <p14:tracePt t="96308" x="4241800" y="5861050"/>
          <p14:tracePt t="96352" x="4413250" y="5873750"/>
          <p14:tracePt t="96395" x="4527550" y="5873750"/>
          <p14:tracePt t="96438" x="4616450" y="5854700"/>
          <p14:tracePt t="96485" x="4711700" y="5848350"/>
          <p14:tracePt t="96529" x="4768850" y="5842000"/>
          <p14:tracePt t="96573" x="4806950" y="5848350"/>
          <p14:tracePt t="96616" x="4832350" y="5848350"/>
          <p14:tracePt t="96661" x="4845050" y="5848350"/>
          <p14:tracePt t="96711" x="4851400" y="5848350"/>
          <p14:tracePt t="96732" x="4857750" y="5848350"/>
          <p14:tracePt t="96836" x="4832350" y="5848350"/>
          <p14:tracePt t="96879" x="4724400" y="5867400"/>
          <p14:tracePt t="96923" x="4419600" y="5911850"/>
          <p14:tracePt t="96966" x="3987800" y="5930900"/>
          <p14:tracePt t="97007" x="3803650" y="5943600"/>
          <p14:tracePt t="97029" x="3746500" y="5956300"/>
          <p14:tracePt t="97074" x="3689350" y="5962650"/>
          <p14:tracePt t="97121" x="3663950" y="5981700"/>
          <p14:tracePt t="97165" x="3632200" y="6007100"/>
          <p14:tracePt t="97210" x="3600450" y="6051550"/>
          <p14:tracePt t="97252" x="3568700" y="6096000"/>
          <p14:tracePt t="97298" x="3568700" y="6121400"/>
          <p14:tracePt t="97361" x="3581400" y="6127750"/>
          <p14:tracePt t="97404" x="3600450" y="6134100"/>
          <p14:tracePt t="97448" x="3702050" y="6153150"/>
          <p14:tracePt t="97492" x="3905250" y="6178550"/>
          <p14:tracePt t="97534" x="4210050" y="6197600"/>
          <p14:tracePt t="97578" x="4546600" y="6216650"/>
          <p14:tracePt t="97621" x="4870450" y="6242050"/>
          <p14:tracePt t="97665" x="5054600" y="6261100"/>
          <p14:tracePt t="97685" x="5092700" y="6261100"/>
          <p14:tracePt t="97734" x="5181600" y="6267450"/>
          <p14:tracePt t="97782" x="5219700" y="6248400"/>
          <p14:tracePt t="97801" x="5226050" y="6248400"/>
          <p14:tracePt t="97842" x="5251450" y="6242050"/>
          <p14:tracePt t="97883" x="5295900" y="6235700"/>
          <p14:tracePt t="97923" x="5365750" y="6242050"/>
          <p14:tracePt t="97965" x="5524500" y="6242050"/>
          <p14:tracePt t="97984" x="5619750" y="6235700"/>
          <p14:tracePt t="98007" x="5734050" y="6191250"/>
          <p14:tracePt t="98048" x="5810250" y="6165850"/>
          <p14:tracePt t="98090" x="5880100" y="6134100"/>
          <p14:tracePt t="98129" x="5911850" y="6115050"/>
          <p14:tracePt t="98170" x="5943600" y="6089650"/>
          <p14:tracePt t="98211" x="5956300" y="6083300"/>
          <p14:tracePt t="98659" x="5988050" y="6051550"/>
          <p14:tracePt t="98704" x="6076950" y="5937250"/>
          <p14:tracePt t="98749" x="6165850" y="5822950"/>
          <p14:tracePt t="98804" x="6229350" y="5753100"/>
          <p14:tracePt t="98846" x="6248400" y="5734050"/>
          <p14:tracePt t="98889" x="6261100" y="5734050"/>
          <p14:tracePt t="98948" x="6267450" y="5734050"/>
          <p14:tracePt t="99011" x="6267450" y="5746750"/>
          <p14:tracePt t="104757" x="6223000" y="5721350"/>
          <p14:tracePt t="104779" x="6197600" y="5702300"/>
          <p14:tracePt t="104826" x="6089650" y="5613400"/>
          <p14:tracePt t="104869" x="5886450" y="5422900"/>
          <p14:tracePt t="104912" x="5600700" y="5149850"/>
          <p14:tracePt t="104955" x="5295900" y="4851400"/>
          <p14:tracePt t="104976" x="5219700" y="4775200"/>
          <p14:tracePt t="105019" x="4933950" y="4540250"/>
          <p14:tracePt t="105067" x="4826000" y="4394200"/>
          <p14:tracePt t="105110" x="4749800" y="4229100"/>
          <p14:tracePt t="105129" x="4730750" y="4171950"/>
          <p14:tracePt t="105156" x="4692650" y="4057650"/>
          <p14:tracePt t="105200" x="4673600" y="3886200"/>
          <p14:tracePt t="105241" x="4692650" y="3708400"/>
          <p14:tracePt t="105288" x="4787900" y="3473450"/>
          <p14:tracePt t="105333" x="4914900" y="3162300"/>
          <p14:tracePt t="105377" x="5124450" y="2882900"/>
          <p14:tracePt t="105399" x="5187950" y="2806700"/>
          <p14:tracePt t="105443" x="5245100" y="2736850"/>
          <p14:tracePt t="105485" x="5283200" y="2698750"/>
          <p14:tracePt t="105527" x="5321300" y="2667000"/>
          <p14:tracePt t="105570" x="5410200" y="2590800"/>
          <p14:tracePt t="105591" x="5518150" y="2571750"/>
          <p14:tracePt t="106173" x="5524500" y="2552700"/>
          <p14:tracePt t="106217" x="5454650" y="2482850"/>
          <p14:tracePt t="106262" x="5295900" y="2432050"/>
          <p14:tracePt t="106305" x="4978400" y="2374900"/>
          <p14:tracePt t="106351" x="4635500" y="2317750"/>
          <p14:tracePt t="106376" x="4540250" y="2305050"/>
          <p14:tracePt t="106425" x="4451350" y="2266950"/>
          <p14:tracePt t="106451" x="4445000" y="2260600"/>
          <p14:tracePt t="106503" x="4451350" y="2241550"/>
          <p14:tracePt t="106551" x="4483100" y="2241550"/>
          <p14:tracePt t="106601" x="4514850" y="2241550"/>
          <p14:tracePt t="106652" x="4533900" y="2241550"/>
          <p14:tracePt t="106673" x="4559300" y="2241550"/>
          <p14:tracePt t="106727" x="4813300" y="2235200"/>
          <p14:tracePt t="106776" x="5289550" y="2209800"/>
          <p14:tracePt t="106824" x="5645150" y="2197100"/>
          <p14:tracePt t="106876" x="6038850" y="2209800"/>
          <p14:tracePt t="106927" x="6280150" y="2228850"/>
          <p14:tracePt t="106950" x="6350000" y="2228850"/>
          <p14:tracePt t="106999" x="6457950" y="2216150"/>
          <p14:tracePt t="107047" x="6610350" y="2184400"/>
          <p14:tracePt t="107070" x="6667500" y="2178050"/>
          <p14:tracePt t="107121" x="6743700" y="2171700"/>
          <p14:tracePt t="107175" x="6788150" y="2178050"/>
          <p14:tracePt t="107198" x="6800850" y="2184400"/>
          <p14:tracePt t="107246" x="6826250" y="2203450"/>
          <p14:tracePt t="107296" x="6870700" y="2235200"/>
          <p14:tracePt t="107346" x="7016750" y="2286000"/>
          <p14:tracePt t="107397" x="7181850" y="2311400"/>
          <p14:tracePt t="107448" x="7378700" y="2330450"/>
          <p14:tracePt t="107500" x="7543800" y="2311400"/>
          <p14:tracePt t="107547" x="7696200" y="2305050"/>
          <p14:tracePt t="107598" x="7759700" y="2298700"/>
          <p14:tracePt t="107648" x="7785100" y="2292350"/>
          <p14:tracePt t="107698" x="7804150" y="2292350"/>
          <p14:tracePt t="107749" x="7816850" y="2298700"/>
          <p14:tracePt t="107796" x="7829550" y="2298700"/>
          <p14:tracePt t="107847" x="7835900" y="2305050"/>
          <p14:tracePt t="107895" x="7848600" y="2305050"/>
          <p14:tracePt t="107947" x="7854950" y="2311400"/>
          <p14:tracePt t="108018" x="7848600" y="2324100"/>
          <p14:tracePt t="108068" x="7778750" y="2368550"/>
          <p14:tracePt t="108092" x="7620000" y="2451100"/>
          <p14:tracePt t="108143" x="6438900" y="3219450"/>
          <p14:tracePt t="108196" x="5207000" y="4095750"/>
          <p14:tracePt t="108246" x="4254500" y="4806950"/>
          <p14:tracePt t="108295" x="3892550" y="5067300"/>
          <p14:tracePt t="108343" x="3797300" y="5149850"/>
          <p14:tracePt t="108395" x="3771900" y="5194300"/>
          <p14:tracePt t="108445" x="3740150" y="5308600"/>
          <p14:tracePt t="108467" x="3727450" y="5359400"/>
          <p14:tracePt t="108521" x="3695700" y="5473700"/>
          <p14:tracePt t="108544" x="3676650" y="5549900"/>
          <p14:tracePt t="108596" x="3638550" y="5791200"/>
          <p14:tracePt t="108643" x="3625850" y="5994400"/>
          <p14:tracePt t="108704" x="3625850" y="6045200"/>
          <p14:tracePt t="108727" x="3625850" y="6057900"/>
          <p14:tracePt t="108820" x="3644900" y="6083300"/>
          <p14:tracePt t="108869" x="3651250" y="6102350"/>
          <p14:tracePt t="108916" x="3663950" y="6146800"/>
          <p14:tracePt t="108966" x="3676650" y="6203950"/>
          <p14:tracePt t="109020" x="3676650" y="6210300"/>
          <p14:tracePt t="109070" x="3689350" y="6203950"/>
          <p14:tracePt t="109119" x="3702050" y="6146800"/>
          <p14:tracePt t="109168" x="3740150" y="5956300"/>
          <p14:tracePt t="109218" x="3778250" y="5746750"/>
          <p14:tracePt t="109272" x="3797300" y="5676900"/>
          <p14:tracePt t="109321" x="3803650" y="5664200"/>
          <p14:tracePt t="109372" x="3810000" y="5664200"/>
          <p14:tracePt t="109441" x="3810000" y="5676900"/>
          <p14:tracePt t="109490" x="3810000" y="5683250"/>
          <p14:tracePt t="109567" x="3810000" y="5689600"/>
          <p14:tracePt t="110085" x="3810000" y="5543550"/>
          <p14:tracePt t="110137" x="3765550" y="5149850"/>
          <p14:tracePt t="110185" x="3638550" y="4572000"/>
          <p14:tracePt t="110235" x="3479800" y="4006850"/>
          <p14:tracePt t="110287" x="3308350" y="3467100"/>
          <p14:tracePt t="110342" x="3143250" y="3143250"/>
          <p14:tracePt t="110390" x="2946400" y="2870200"/>
          <p14:tracePt t="110441" x="2832100" y="2755900"/>
          <p14:tracePt t="110489" x="2717800" y="2635250"/>
          <p14:tracePt t="110538" x="2609850" y="2514600"/>
          <p14:tracePt t="110587" x="2565400" y="2425700"/>
          <p14:tracePt t="110637" x="2552700" y="2387600"/>
          <p14:tracePt t="110709" x="2571750" y="2419350"/>
          <p14:tracePt t="110732" x="2578100" y="2432050"/>
          <p14:tracePt t="110785" x="2590800" y="2463800"/>
          <p14:tracePt t="110835" x="2749550" y="2552700"/>
          <p14:tracePt t="110884" x="3232150" y="2705100"/>
          <p14:tracePt t="110934" x="4089400" y="2800350"/>
          <p14:tracePt t="110982" x="4838700" y="2774950"/>
          <p14:tracePt t="111032" x="5219700" y="2698750"/>
          <p14:tracePt t="111054" x="5314950" y="2679700"/>
          <p14:tracePt t="111105" x="5454650" y="2673350"/>
          <p14:tracePt t="111154" x="5530850" y="2667000"/>
          <p14:tracePt t="111207" x="5638800" y="2641600"/>
          <p14:tracePt t="111234" x="5695950" y="2603500"/>
          <p14:tracePt t="111287" x="5734050" y="2597150"/>
          <p14:tracePt t="111337" x="5734050" y="2609850"/>
          <p14:tracePt t="112232" x="5797550" y="2647950"/>
          <p14:tracePt t="112255" x="5911850" y="2667000"/>
          <p14:tracePt t="112312" x="6096000" y="2717800"/>
          <p14:tracePt t="112336" x="6127750" y="2730500"/>
          <p14:tracePt t="112386" x="6178550" y="2768600"/>
          <p14:tracePt t="112441" x="6210300" y="2794000"/>
          <p14:tracePt t="112491" x="6216650" y="2800350"/>
          <p14:tracePt t="112540" x="6223000" y="2800350"/>
          <p14:tracePt t="112588" x="6223000" y="2787650"/>
          <p14:tracePt t="112638" x="6223000" y="2768600"/>
          <p14:tracePt t="112686" x="6216650" y="2755900"/>
          <p14:tracePt t="112736" x="6216650" y="2743200"/>
          <p14:tracePt t="112787" x="6210300" y="2730500"/>
          <p14:tracePt t="112812" x="6203950" y="2730500"/>
          <p14:tracePt t="112862" x="6197600" y="2730500"/>
          <p14:tracePt t="113282" x="6165850" y="2863850"/>
          <p14:tracePt t="113332" x="6013450" y="3346450"/>
          <p14:tracePt t="113382" x="5778500" y="3911600"/>
          <p14:tracePt t="113433" x="5702300" y="4159250"/>
          <p14:tracePt t="113488" x="5657850" y="4476750"/>
          <p14:tracePt t="113540" x="5638800" y="4641850"/>
          <p14:tracePt t="113588" x="5607050" y="4946650"/>
          <p14:tracePt t="113636" x="5549900" y="5270500"/>
          <p14:tracePt t="113685" x="5480050" y="5461000"/>
          <p14:tracePt t="114202" x="5486400" y="5416550"/>
          <p14:tracePt t="114251" x="5588000" y="5264150"/>
          <p14:tracePt t="114297" x="5715000" y="5124450"/>
          <p14:tracePt t="114350" x="5803900" y="5035550"/>
          <p14:tracePt t="114373" x="5835650" y="5016500"/>
          <p14:tracePt t="114427" x="5867400" y="4991100"/>
          <p14:tracePt t="114480" x="5892800" y="4978400"/>
          <p14:tracePt t="114534" x="5905500" y="4959350"/>
          <p14:tracePt t="114561" x="5911850" y="4946650"/>
          <p14:tracePt t="114611" x="5911850" y="4927600"/>
          <p14:tracePt t="114661" x="5899150" y="4902200"/>
          <p14:tracePt t="114685" x="5867400" y="4864100"/>
          <p14:tracePt t="114737" x="5753100" y="4775200"/>
          <p14:tracePt t="114788" x="5683250" y="4705350"/>
          <p14:tracePt t="114810" x="5683250" y="4692650"/>
          <p14:tracePt t="114861" x="5715000" y="4692650"/>
          <p14:tracePt t="114910" x="5810250" y="4699000"/>
          <p14:tracePt t="114936" x="5873750" y="4699000"/>
          <p14:tracePt t="114989" x="6000750" y="4699000"/>
          <p14:tracePt t="115040" x="6057900" y="4699000"/>
          <p14:tracePt t="115110" x="6038850" y="4699000"/>
          <p14:tracePt t="115158" x="6000750" y="4699000"/>
          <p14:tracePt t="115207" x="5930900" y="4686300"/>
          <p14:tracePt t="115257" x="5759450" y="4654550"/>
          <p14:tracePt t="115305" x="5505450" y="4654550"/>
          <p14:tracePt t="115352" x="5353050" y="4648200"/>
          <p14:tracePt t="115403" x="5346700" y="4641850"/>
          <p14:tracePt t="115453" x="5378450" y="4641850"/>
          <p14:tracePt t="116196" x="5568950" y="4654550"/>
          <p14:tracePt t="116244" x="5791200" y="4711700"/>
          <p14:tracePt t="116293" x="5867400" y="4743450"/>
          <p14:tracePt t="116316" x="5905500" y="4756150"/>
          <p14:tracePt t="116365" x="5937250" y="4762500"/>
          <p14:tracePt t="116462" x="5937250" y="4756150"/>
          <p14:tracePt t="116512" x="5924550" y="4756150"/>
          <p14:tracePt t="116583" x="5911850" y="4756150"/>
          <p14:tracePt t="116640" x="5842000" y="4756150"/>
          <p14:tracePt t="116692" x="5683250" y="4768850"/>
          <p14:tracePt t="116742" x="5518150" y="4819650"/>
          <p14:tracePt t="116791" x="5473700" y="4857750"/>
          <p14:tracePt t="116813" x="5473700" y="4864100"/>
          <p14:tracePt t="116862" x="5480050" y="4889500"/>
          <p14:tracePt t="117419" x="5264150" y="5207000"/>
          <p14:tracePt t="117467" x="5010150" y="5594350"/>
          <p14:tracePt t="117516" x="4908550" y="5759450"/>
          <p14:tracePt t="117566" x="4870450" y="5842000"/>
          <p14:tracePt t="117616" x="4864100" y="5880100"/>
          <p14:tracePt t="117666" x="4870450" y="5886450"/>
          <p14:tracePt t="117723" x="4895850" y="5899150"/>
          <p14:tracePt t="117769" x="4921250" y="5918200"/>
          <p14:tracePt t="117819" x="4940300" y="5918200"/>
          <p14:tracePt t="117892" x="4959350" y="5918200"/>
          <p14:tracePt t="117941" x="4978400" y="5911850"/>
          <p14:tracePt t="117990" x="4991100" y="5905500"/>
          <p14:tracePt t="118013" x="4984750" y="5892800"/>
          <p14:tracePt t="118065" x="4826000" y="5822950"/>
          <p14:tracePt t="118115" x="4254500" y="5556250"/>
          <p14:tracePt t="118166" x="3657600" y="5092700"/>
          <p14:tracePt t="118216" x="3409950" y="4800600"/>
          <p14:tracePt t="118267" x="3390900" y="4813300"/>
          <p14:tracePt t="118316" x="3435350" y="4908550"/>
          <p14:tracePt t="118339" x="3498850" y="5016500"/>
          <p14:tracePt t="118389" x="3619500" y="5143500"/>
          <p14:tracePt t="118437" x="3911600" y="5264150"/>
          <p14:tracePt t="118487" x="4311650" y="5422900"/>
          <p14:tracePt t="118537" x="4578350" y="5543550"/>
          <p14:tracePt t="118560" x="4603750" y="5562600"/>
          <p14:tracePt t="118612" x="4565650" y="5499100"/>
          <p14:tracePt t="118662" x="4381500" y="5334000"/>
          <p14:tracePt t="118687" x="4273550" y="5194300"/>
          <p14:tracePt t="118743" x="3905250" y="4743450"/>
          <p14:tracePt t="118795" x="3778250" y="4552950"/>
          <p14:tracePt t="118843" x="3822700" y="4603750"/>
          <p14:tracePt t="118894" x="4051300" y="4762500"/>
          <p14:tracePt t="118943" x="4457700" y="4978400"/>
          <p14:tracePt t="118991" x="4914900" y="5080000"/>
          <p14:tracePt t="119040" x="5200650" y="5041900"/>
          <p14:tracePt t="119089" x="5651500" y="4883150"/>
          <p14:tracePt t="119140" x="6089650" y="4787900"/>
          <p14:tracePt t="119192" x="6273800" y="4749800"/>
          <p14:tracePt t="119241" x="6280150" y="4724400"/>
          <p14:tracePt t="119293" x="6216650" y="4667250"/>
          <p14:tracePt t="119342" x="6134100" y="4603750"/>
          <p14:tracePt t="119392" x="5911850" y="4540250"/>
          <p14:tracePt t="119442" x="5073650" y="4654550"/>
          <p14:tracePt t="119490" x="3937000" y="4819650"/>
          <p14:tracePt t="119540" x="3371850" y="4889500"/>
          <p14:tracePt t="119589" x="3175000" y="4889500"/>
          <p14:tracePt t="119639" x="3136900" y="4883150"/>
          <p14:tracePt t="119689" x="3168650" y="4895850"/>
          <p14:tracePt t="119739" x="3257550" y="4908550"/>
          <p14:tracePt t="119792" x="3530600" y="4914900"/>
          <p14:tracePt t="119844" x="4025900" y="4921250"/>
          <p14:tracePt t="119897" x="4838700" y="4857750"/>
          <p14:tracePt t="119946" x="5543550" y="4768850"/>
          <p14:tracePt t="119968" x="5721350" y="4749800"/>
          <p14:tracePt t="120016" x="5867400" y="4756150"/>
          <p14:tracePt t="120088" x="5778500" y="4743450"/>
          <p14:tracePt t="120137" x="5391150" y="4686300"/>
          <p14:tracePt t="120186" x="4464050" y="4705350"/>
          <p14:tracePt t="120238" x="3562350" y="4711700"/>
          <p14:tracePt t="120288" x="3009900" y="4699000"/>
          <p14:tracePt t="120336" x="2908300" y="4660900"/>
          <p14:tracePt t="120409" x="2965450" y="4648200"/>
          <p14:tracePt t="120432" x="2997200" y="4648200"/>
          <p14:tracePt t="120482" x="3194050" y="4686300"/>
          <p14:tracePt t="120534" x="3606800" y="4724400"/>
          <p14:tracePt t="120583" x="4260850" y="4857750"/>
          <p14:tracePt t="120631" x="4927600" y="4921250"/>
          <p14:tracePt t="120654" x="5111750" y="4953000"/>
          <p14:tracePt t="120705" x="5289550" y="4965700"/>
          <p14:tracePt t="120753" x="5295900" y="4953000"/>
          <p14:tracePt t="120804" x="5257800" y="4933950"/>
          <p14:tracePt t="120858" x="5156200" y="4921250"/>
          <p14:tracePt t="120885" x="5022850" y="4902200"/>
          <p14:tracePt t="120936" x="4514850" y="4864100"/>
          <p14:tracePt t="120985" x="3975100" y="4800600"/>
          <p14:tracePt t="121035" x="3625850" y="4800600"/>
          <p14:tracePt t="121084" x="3568700" y="4813300"/>
          <p14:tracePt t="121153" x="3587750" y="4813300"/>
          <p14:tracePt t="121200" x="3625850" y="4813300"/>
          <p14:tracePt t="121249" x="3683000" y="4826000"/>
          <p14:tracePt t="121300" x="3829050" y="4845050"/>
          <p14:tracePt t="121350" x="4152900" y="4857750"/>
          <p14:tracePt t="121373" x="4419600" y="4857750"/>
          <p14:tracePt t="121426" x="4870450" y="4806950"/>
          <p14:tracePt t="121451" x="5016500" y="4781550"/>
          <p14:tracePt t="121504" x="5060950" y="4794250"/>
          <p14:tracePt t="121566" x="5060950" y="4813300"/>
          <p14:tracePt t="122361" x="5073650" y="4794250"/>
          <p14:tracePt t="122412" x="5156200" y="4673600"/>
          <p14:tracePt t="122436" x="5289550" y="4533900"/>
          <p14:tracePt t="122504" x="5765800" y="3905250"/>
          <p14:tracePt t="122529" x="5930900" y="3613150"/>
          <p14:tracePt t="122560" x="6172200" y="3308350"/>
          <p14:tracePt t="122612" x="6604000" y="2921000"/>
          <p14:tracePt t="122663" x="6997700" y="2654300"/>
          <p14:tracePt t="122710" x="7289800" y="2501900"/>
          <p14:tracePt t="122749" x="7569200" y="2355850"/>
          <p14:tracePt t="122789" x="7867650" y="2178050"/>
          <p14:tracePt t="122829" x="8064500" y="2025650"/>
          <p14:tracePt t="122871" x="8191500" y="1892300"/>
          <p14:tracePt t="122913" x="8248650" y="1854200"/>
          <p14:tracePt t="122961" x="8255000" y="1905000"/>
          <p14:tracePt t="123001" x="8197850" y="2108200"/>
          <p14:tracePt t="123042" x="7975600" y="2495550"/>
          <p14:tracePt t="123082" x="7708900" y="2825750"/>
          <p14:tracePt t="123127" x="7512050" y="3155950"/>
          <p14:tracePt t="123167" x="7385050" y="3416300"/>
          <p14:tracePt t="123208" x="7277100" y="3670300"/>
          <p14:tracePt t="123248" x="7207250" y="3854450"/>
          <p14:tracePt t="123289" x="7156450" y="4006850"/>
          <p14:tracePt t="123309" x="7150100" y="4038600"/>
          <p14:tracePt t="123349" x="7099300" y="4184650"/>
          <p14:tracePt t="123390" x="7080250" y="4241800"/>
          <p14:tracePt t="123435" x="7073900" y="4254500"/>
          <p14:tracePt t="123502" x="7067550" y="4260850"/>
          <p14:tracePt t="123577" x="7073900" y="4248150"/>
          <p14:tracePt t="123628" x="7124700" y="4222750"/>
          <p14:tracePt t="123666" x="7194550" y="4191000"/>
          <p14:tracePt t="123706" x="7346950" y="4165600"/>
          <p14:tracePt t="123745" x="7493000" y="4159250"/>
          <p14:tracePt t="123763" x="7562850" y="4159250"/>
          <p14:tracePt t="123809" x="7677150" y="4152900"/>
          <p14:tracePt t="123829" x="7696200" y="4146550"/>
          <p14:tracePt t="123870" x="7759700" y="4146550"/>
          <p14:tracePt t="123890" x="7791450" y="4146550"/>
          <p14:tracePt t="123933" x="7810500" y="4159250"/>
          <p14:tracePt t="123976" x="7823200" y="4159250"/>
          <p14:tracePt t="126780" x="7778750" y="4146550"/>
          <p14:tracePt t="126826" x="7696200" y="4146550"/>
          <p14:tracePt t="126868" x="7613650" y="4133850"/>
          <p14:tracePt t="126911" x="7518400" y="4127500"/>
          <p14:tracePt t="126952" x="7378700" y="4114800"/>
          <p14:tracePt t="126999" x="7232650" y="4108450"/>
          <p14:tracePt t="127043" x="6965950" y="4108450"/>
          <p14:tracePt t="127085" x="6705600" y="4095750"/>
          <p14:tracePt t="127107" x="6604000" y="4095750"/>
          <p14:tracePt t="127157" x="6470650" y="4070350"/>
          <p14:tracePt t="127199" x="6445250" y="4070350"/>
          <p14:tracePt t="127582" x="6203950" y="4083050"/>
          <p14:tracePt t="127627" x="5721350" y="4076700"/>
          <p14:tracePt t="127672" x="5429250" y="4083050"/>
          <p14:tracePt t="127712" x="5226050" y="4102100"/>
          <p14:tracePt t="127757" x="5162550" y="4114800"/>
          <p14:tracePt t="127801" x="5137150" y="4114800"/>
          <p14:tracePt t="127923" x="5168900" y="4102100"/>
          <p14:tracePt t="127964" x="5168900" y="4095750"/>
          <p14:tracePt t="129717" x="5302250" y="4095750"/>
          <p14:tracePt t="129737" x="5365750" y="4095750"/>
          <p14:tracePt t="129782" x="5822950" y="4108450"/>
          <p14:tracePt t="129823" x="6235700" y="4095750"/>
          <p14:tracePt t="129868" x="6635750" y="4095750"/>
          <p14:tracePt t="129888" x="6731000" y="4089400"/>
          <p14:tracePt t="129936" x="6794500" y="4083050"/>
          <p14:tracePt t="130040" x="6788150" y="4070350"/>
          <p14:tracePt t="130063" x="6775450" y="4070350"/>
          <p14:tracePt t="130086" x="6756400" y="4070350"/>
          <p14:tracePt t="130107" x="6737350" y="4070350"/>
          <p14:tracePt t="130153" x="6648450" y="4064000"/>
          <p14:tracePt t="130196" x="6445250" y="4064000"/>
          <p14:tracePt t="130238" x="6108700" y="4064000"/>
          <p14:tracePt t="130285" x="5689600" y="4064000"/>
          <p14:tracePt t="130328" x="5461000" y="4070350"/>
          <p14:tracePt t="130348" x="5441950" y="4070350"/>
          <p14:tracePt t="130390" x="5410200" y="4070350"/>
          <p14:tracePt t="130434" x="5384800" y="4070350"/>
          <p14:tracePt t="130498" x="5378450" y="4070350"/>
          <p14:tracePt t="130563" x="5397500" y="4070350"/>
          <p14:tracePt t="130606" x="5422900" y="4070350"/>
          <p14:tracePt t="130650" x="5480050" y="4070350"/>
          <p14:tracePt t="130691" x="5727700" y="4083050"/>
          <p14:tracePt t="130734" x="6083300" y="4102100"/>
          <p14:tracePt t="130779" x="6407150" y="4108450"/>
          <p14:tracePt t="130822" x="6502400" y="4114800"/>
          <p14:tracePt t="130865" x="6534150" y="4114800"/>
          <p14:tracePt t="130910" x="6565900" y="4114800"/>
          <p14:tracePt t="130952" x="6597650" y="4121150"/>
          <p14:tracePt t="130997" x="6661150" y="4127500"/>
          <p14:tracePt t="131040" x="6807200" y="4140200"/>
          <p14:tracePt t="131084" x="7061200" y="4114800"/>
          <p14:tracePt t="131129" x="7302500" y="4064000"/>
          <p14:tracePt t="131171" x="7397750" y="4057650"/>
          <p14:tracePt t="131193" x="7416800" y="4057650"/>
          <p14:tracePt t="131235" x="7429500" y="4057650"/>
          <p14:tracePt t="131299" x="7435850" y="4057650"/>
          <p14:tracePt t="131345" x="7442200" y="4064000"/>
          <p14:tracePt t="131388" x="7448550" y="4064000"/>
          <p14:tracePt t="131487" x="7448550" y="4070350"/>
          <p14:tracePt t="131553" x="7410450" y="4070350"/>
          <p14:tracePt t="131597" x="7181850" y="4089400"/>
          <p14:tracePt t="131642" x="6743700" y="4089400"/>
          <p14:tracePt t="131685" x="6184900" y="4133850"/>
          <p14:tracePt t="131729" x="5930900" y="4165600"/>
          <p14:tracePt t="131770" x="5873750" y="4184650"/>
          <p14:tracePt t="131814" x="5867400" y="4184650"/>
          <p14:tracePt t="131858" x="5873750" y="4197350"/>
          <p14:tracePt t="131901" x="5886450" y="4203700"/>
          <p14:tracePt t="131944" x="5892800" y="4216400"/>
          <p14:tracePt t="132010" x="5899150" y="4235450"/>
          <p14:tracePt t="132055" x="5905500" y="4273550"/>
          <p14:tracePt t="132097" x="5892800" y="4413250"/>
          <p14:tracePt t="132142" x="5829300" y="4743450"/>
          <p14:tracePt t="132185" x="5765800" y="4984750"/>
          <p14:tracePt t="132230" x="5708650" y="5162550"/>
          <p14:tracePt t="132273" x="5695950" y="5194300"/>
          <p14:tracePt t="132316" x="5683250" y="5213350"/>
          <p14:tracePt t="132382" x="5683250" y="5251450"/>
          <p14:tracePt t="132426" x="5676900" y="5302250"/>
          <p14:tracePt t="132470" x="5676900" y="5384800"/>
          <p14:tracePt t="132513" x="5721350" y="5480050"/>
          <p14:tracePt t="132560" x="5772150" y="5499100"/>
          <p14:tracePt t="132604" x="5880100" y="5467350"/>
          <p14:tracePt t="132647" x="6165850" y="5283200"/>
          <p14:tracePt t="132692" x="6311900" y="5092700"/>
          <p14:tracePt t="132736" x="6254750" y="4883150"/>
          <p14:tracePt t="132781" x="5918200" y="4679950"/>
          <p14:tracePt t="132824" x="5670550" y="4679950"/>
          <p14:tracePt t="132866" x="5473700" y="4768850"/>
          <p14:tracePt t="132910" x="5448300" y="4838700"/>
          <p14:tracePt t="132953" x="5492750" y="4876800"/>
          <p14:tracePt t="132995" x="5524500" y="4965700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r>
              <a:rPr lang="en-US" altLang="en-US" b="1" dirty="0"/>
              <a:t>__</a:t>
            </a:r>
            <a:r>
              <a:rPr lang="en-US" altLang="en-US" b="1" dirty="0" err="1"/>
              <a:t>post_init</a:t>
            </a:r>
            <a:r>
              <a:rPr lang="en-US" altLang="en-US" b="1" dirty="0"/>
              <a:t>__()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52400" y="762000"/>
            <a:ext cx="8991600" cy="6096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800" spc="-7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The</a:t>
            </a:r>
            <a:r>
              <a:rPr lang="en-US" sz="2400" spc="-7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800" spc="-7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auto-generated</a:t>
            </a:r>
            <a:r>
              <a:rPr lang="en-US" sz="24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800" spc="-4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_</a:t>
            </a:r>
            <a:r>
              <a:rPr lang="en-US" sz="28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_</a:t>
            </a:r>
            <a:r>
              <a:rPr lang="en-US" sz="2800" dirty="0" err="1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init</a:t>
            </a:r>
            <a:r>
              <a:rPr lang="en-US" sz="2800" spc="-4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__</a:t>
            </a:r>
            <a:r>
              <a:rPr lang="en-US" sz="28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(</a:t>
            </a:r>
            <a:r>
              <a:rPr lang="en-US" sz="2800" spc="-7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)</a:t>
            </a:r>
            <a:r>
              <a:rPr lang="en-US" sz="2400" spc="-7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800" spc="-5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doesn</a:t>
            </a:r>
            <a:r>
              <a:rPr lang="en-US" sz="28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't </a:t>
            </a:r>
            <a:r>
              <a:rPr lang="en-US" sz="28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call </a:t>
            </a:r>
            <a:r>
              <a:rPr lang="en-US" sz="28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t</a:t>
            </a:r>
            <a:r>
              <a:rPr lang="en-US" sz="2800" spc="-5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he cons</a:t>
            </a:r>
            <a:r>
              <a:rPr lang="en-US" sz="28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t</a:t>
            </a:r>
            <a:r>
              <a:rPr lang="en-US" sz="2800" spc="-5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ruc</a:t>
            </a:r>
            <a:r>
              <a:rPr lang="en-US" sz="2800" dirty="0">
                <a:solidFill>
                  <a:srgbClr val="FF0000"/>
                </a:solidFill>
                <a:latin typeface="Arial"/>
                <a:cs typeface="Times New Roman" panose="02020603050405020304" pitchFamily="18" charset="0"/>
              </a:rPr>
              <a:t>t</a:t>
            </a:r>
            <a:r>
              <a:rPr lang="en-US" sz="2800" spc="-5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o</a:t>
            </a:r>
            <a:r>
              <a:rPr lang="en-US" sz="28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rs of base classes. If you need to call these, use this:</a:t>
            </a:r>
            <a:endParaRPr lang="en-US" sz="2800" dirty="0">
              <a:solidFill>
                <a:srgbClr val="FF0000"/>
              </a:solidFill>
              <a:latin typeface="+mn-lt"/>
              <a:cs typeface="Times New Roman" panose="02020603050405020304" pitchFamily="18" charset="0"/>
            </a:endParaRPr>
          </a:p>
          <a:p>
            <a:endParaRPr lang="en-US" sz="18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@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</a:t>
            </a:r>
            <a:endParaRPr lang="en-US" sz="240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class Rectangle:</a:t>
            </a: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height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: float</a:t>
            </a: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width: </a:t>
            </a:r>
            <a:r>
              <a:rPr lang="en-US" sz="2400" dirty="0" smtClean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float</a:t>
            </a:r>
            <a:endParaRPr lang="en-US" sz="240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@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</a:t>
            </a:r>
            <a:endParaRPr lang="en-US" sz="240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class Square(Rectangle):</a:t>
            </a: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side: </a:t>
            </a:r>
            <a:r>
              <a:rPr lang="en-US" sz="2400" dirty="0" smtClean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float</a:t>
            </a:r>
            <a:endParaRPr lang="en-US" sz="240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def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__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post_init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__(self):</a:t>
            </a:r>
          </a:p>
          <a:p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super()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400" b="1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400" b="1" dirty="0" err="1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init</a:t>
            </a:r>
            <a:r>
              <a:rPr lang="en-US" sz="2400" b="1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self.side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self.side</a:t>
            </a:r>
            <a:r>
              <a:rPr lang="en-US" sz="2400" dirty="0" smtClean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endParaRPr lang="en-US" sz="140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r>
              <a:rPr lang="en-US" sz="2600" i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Note, however, that </a:t>
            </a:r>
            <a:r>
              <a:rPr lang="en-US" sz="2600" i="1" dirty="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you don't generally need to do this, </a:t>
            </a:r>
            <a:r>
              <a:rPr lang="en-US" sz="2600" i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since </a:t>
            </a:r>
            <a:r>
              <a:rPr lang="en-US" sz="2600" i="1" dirty="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a </a:t>
            </a:r>
            <a:r>
              <a:rPr lang="en-US" sz="2600" i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derived </a:t>
            </a:r>
            <a:r>
              <a:rPr lang="en-US" sz="2600" i="1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dataclass</a:t>
            </a:r>
            <a:r>
              <a:rPr lang="en-US" sz="2600" i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will take care of initializing all fields of any base class that is a </a:t>
            </a:r>
            <a:r>
              <a:rPr lang="en-US" sz="2600" i="1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dataclass</a:t>
            </a:r>
            <a:r>
              <a:rPr lang="en-US" sz="2600" i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itself</a:t>
            </a:r>
            <a:r>
              <a:rPr lang="en-US" sz="2600" i="1" dirty="0" smtClean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.</a:t>
            </a:r>
            <a:endParaRPr lang="en-US" sz="2600" i="1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0463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8347"/>
    </mc:Choice>
    <mc:Fallback xmlns="">
      <p:transition spd="slow" advTm="2583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1826" x="5518150" y="4965700"/>
          <p14:tracePt t="1866" x="5486400" y="4953000"/>
          <p14:tracePt t="1905" x="5448300" y="4927600"/>
          <p14:tracePt t="1947" x="5416550" y="4895850"/>
          <p14:tracePt t="1987" x="5359400" y="4857750"/>
          <p14:tracePt t="2029" x="5289550" y="4787900"/>
          <p14:tracePt t="2068" x="5175250" y="4673600"/>
          <p14:tracePt t="2112" x="5029200" y="4502150"/>
          <p14:tracePt t="2152" x="4819650" y="4279900"/>
          <p14:tracePt t="2196" x="4546600" y="4057650"/>
          <p14:tracePt t="2238" x="4279900" y="3752850"/>
          <p14:tracePt t="2282" x="4102100" y="3460750"/>
          <p14:tracePt t="2327" x="3905250" y="3022600"/>
          <p14:tracePt t="2346" x="3867150" y="2940050"/>
          <p14:tracePt t="2388" x="3740150" y="2686050"/>
          <p14:tracePt t="2430" x="3663950" y="2463800"/>
          <p14:tracePt t="2471" x="3613150" y="2324100"/>
          <p14:tracePt t="2514" x="3594100" y="2089150"/>
          <p14:tracePt t="2554" x="3594100" y="1936750"/>
          <p14:tracePt t="2596" x="3568700" y="1784350"/>
          <p14:tracePt t="2636" x="3562350" y="1657350"/>
          <p14:tracePt t="2658" x="3562350" y="1574800"/>
          <p14:tracePt t="2700" x="3575050" y="1479550"/>
          <p14:tracePt t="2743" x="3587750" y="1435100"/>
          <p14:tracePt t="2784" x="3600450" y="1422400"/>
          <p14:tracePt t="3345" x="3702050" y="1428750"/>
          <p14:tracePt t="3365" x="3771900" y="1441450"/>
          <p14:tracePt t="3407" x="3956050" y="1441450"/>
          <p14:tracePt t="3449" x="4121150" y="1441450"/>
          <p14:tracePt t="3490" x="4254500" y="1441450"/>
          <p14:tracePt t="3532" x="4330700" y="1454150"/>
          <p14:tracePt t="3573" x="4330700" y="1460500"/>
          <p14:tracePt t="6462" x="4159250" y="1473200"/>
          <p14:tracePt t="6506" x="3708400" y="1492250"/>
          <p14:tracePt t="6529" x="3492500" y="1511300"/>
          <p14:tracePt t="6571" x="3168650" y="1574800"/>
          <p14:tracePt t="6615" x="2952750" y="1619250"/>
          <p14:tracePt t="6656" x="2876550" y="1631950"/>
          <p14:tracePt t="6701" x="2857500" y="1631950"/>
          <p14:tracePt t="6783" x="2857500" y="1638300"/>
          <p14:tracePt t="6862" x="2863850" y="1638300"/>
          <p14:tracePt t="6905" x="2876550" y="1638300"/>
          <p14:tracePt t="6927" x="2889250" y="1638300"/>
          <p14:tracePt t="6970" x="2895600" y="1638300"/>
          <p14:tracePt t="7014" x="2908300" y="1638300"/>
          <p14:tracePt t="7059" x="2914650" y="1631950"/>
          <p14:tracePt t="7120" x="2927350" y="1631950"/>
          <p14:tracePt t="7183" x="2933700" y="1625600"/>
          <p14:tracePt t="7228" x="2940050" y="1625600"/>
          <p14:tracePt t="7327" x="2952750" y="1625600"/>
          <p14:tracePt t="7390" x="2971800" y="1631950"/>
          <p14:tracePt t="7432" x="3009900" y="1644650"/>
          <p14:tracePt t="7480" x="3155950" y="1708150"/>
          <p14:tracePt t="7529" x="3403600" y="1784350"/>
          <p14:tracePt t="7572" x="3587750" y="1854200"/>
          <p14:tracePt t="7614" x="3790950" y="1943100"/>
          <p14:tracePt t="10785" x="3556000" y="2286000"/>
          <p14:tracePt t="10829" x="2971800" y="2628900"/>
          <p14:tracePt t="10848" x="2870200" y="2667000"/>
          <p14:tracePt t="10890" x="2546350" y="2781300"/>
          <p14:tracePt t="10934" x="2387600" y="2794000"/>
          <p14:tracePt t="10955" x="2349500" y="2794000"/>
          <p14:tracePt t="10979" x="2311400" y="2787650"/>
          <p14:tracePt t="11021" x="2254250" y="2781300"/>
          <p14:tracePt t="11065" x="2165350" y="2755900"/>
          <p14:tracePt t="11107" x="2120900" y="2724150"/>
          <p14:tracePt t="11151" x="2101850" y="2679700"/>
          <p14:tracePt t="11198" x="2076450" y="2616200"/>
          <p14:tracePt t="11218" x="2070100" y="2597150"/>
          <p14:tracePt t="11266" x="2051050" y="2527300"/>
          <p14:tracePt t="11312" x="2032000" y="2476500"/>
          <p14:tracePt t="11355" x="2025650" y="2438400"/>
          <p14:tracePt t="11399" x="2025650" y="2413000"/>
          <p14:tracePt t="11442" x="2025650" y="2406650"/>
          <p14:tracePt t="11486" x="2025650" y="2400300"/>
          <p14:tracePt t="11605" x="2038350" y="2419350"/>
          <p14:tracePt t="11648" x="2057400" y="2438400"/>
          <p14:tracePt t="11695" x="2133600" y="2540000"/>
          <p14:tracePt t="11738" x="2228850" y="2679700"/>
          <p14:tracePt t="11782" x="2305050" y="2857500"/>
          <p14:tracePt t="11827" x="2349500" y="2971800"/>
          <p14:tracePt t="11870" x="2362200" y="3003550"/>
          <p14:tracePt t="11913" x="2393950" y="3041650"/>
          <p14:tracePt t="12518" x="2425700" y="3079750"/>
          <p14:tracePt t="12562" x="2501900" y="3162300"/>
          <p14:tracePt t="12604" x="2584450" y="3238500"/>
          <p14:tracePt t="12647" x="2628900" y="3295650"/>
          <p14:tracePt t="12690" x="2654300" y="3308350"/>
          <p14:tracePt t="12735" x="2679700" y="3327400"/>
          <p14:tracePt t="12781" x="2698750" y="3346450"/>
          <p14:tracePt t="12825" x="2717800" y="3352800"/>
          <p14:tracePt t="13461" x="2819400" y="3429000"/>
          <p14:tracePt t="13483" x="2863850" y="3454400"/>
          <p14:tracePt t="13532" x="2965450" y="3524250"/>
          <p14:tracePt t="13575" x="3009900" y="3556000"/>
          <p14:tracePt t="13618" x="3028950" y="3562350"/>
          <p14:tracePt t="13660" x="3054350" y="3568700"/>
          <p14:tracePt t="13699" x="3060700" y="3568700"/>
          <p14:tracePt t="14753" x="3098800" y="3606800"/>
          <p14:tracePt t="14796" x="3187700" y="3721100"/>
          <p14:tracePt t="14843" x="3270250" y="3829050"/>
          <p14:tracePt t="14887" x="3327400" y="3886200"/>
          <p14:tracePt t="14932" x="3365500" y="3905250"/>
          <p14:tracePt t="14952" x="3378200" y="3905250"/>
          <p14:tracePt t="14975" x="3384550" y="3911600"/>
          <p14:tracePt t="15001" x="3390900" y="3911600"/>
          <p14:tracePt t="15043" x="3397250" y="3924300"/>
          <p14:tracePt t="15488" x="3435350" y="3975100"/>
          <p14:tracePt t="15538" x="3625850" y="4203700"/>
          <p14:tracePt t="15586" x="3841750" y="4413250"/>
          <p14:tracePt t="15636" x="3956050" y="4476750"/>
          <p14:tracePt t="17340" x="3968750" y="4413250"/>
          <p14:tracePt t="17359" x="3981450" y="4387850"/>
          <p14:tracePt t="17401" x="3994150" y="4343400"/>
          <p14:tracePt t="17446" x="4006850" y="4298950"/>
          <p14:tracePt t="17490" x="4006850" y="4286250"/>
          <p14:tracePt t="17533" x="4013200" y="4279900"/>
          <p14:tracePt t="17579" x="4019550" y="4260850"/>
          <p14:tracePt t="17624" x="4025900" y="4241800"/>
          <p14:tracePt t="17666" x="4038600" y="4229100"/>
          <p14:tracePt t="17710" x="4044950" y="4210050"/>
          <p14:tracePt t="17792" x="4044950" y="4203700"/>
          <p14:tracePt t="18507" x="3962400" y="4210050"/>
          <p14:tracePt t="18528" x="3898900" y="4210050"/>
          <p14:tracePt t="18554" x="3816350" y="4197350"/>
          <p14:tracePt t="18597" x="3689350" y="4197350"/>
          <p14:tracePt t="18641" x="3530600" y="4197350"/>
          <p14:tracePt t="18685" x="3346450" y="4203700"/>
          <p14:tracePt t="18728" x="3206750" y="4222750"/>
          <p14:tracePt t="18749" x="3143250" y="4235450"/>
          <p14:tracePt t="18796" x="3092450" y="4235450"/>
          <p14:tracePt t="18840" x="3067050" y="4235450"/>
          <p14:tracePt t="18885" x="3041650" y="4235450"/>
          <p14:tracePt t="18927" x="3016250" y="4235450"/>
          <p14:tracePt t="18970" x="2940050" y="4254500"/>
          <p14:tracePt t="18992" x="2895600" y="4267200"/>
          <p14:tracePt t="19036" x="2806700" y="4305300"/>
          <p14:tracePt t="19080" x="2755900" y="4324350"/>
          <p14:tracePt t="19141" x="2743200" y="4324350"/>
          <p14:tracePt t="19874" x="2571750" y="4324350"/>
          <p14:tracePt t="19919" x="2324100" y="4305300"/>
          <p14:tracePt t="19960" x="2089150" y="4286250"/>
          <p14:tracePt t="20005" x="1873250" y="4260850"/>
          <p14:tracePt t="20051" x="1847850" y="4260850"/>
          <p14:tracePt t="20114" x="1854200" y="4273550"/>
          <p14:tracePt t="20157" x="1873250" y="4286250"/>
          <p14:tracePt t="20198" x="1879600" y="4292600"/>
          <p14:tracePt t="20263" x="1885950" y="4292600"/>
          <p14:tracePt t="20405" x="1905000" y="4292600"/>
          <p14:tracePt t="20425" x="1924050" y="4292600"/>
          <p14:tracePt t="20470" x="2184400" y="4337050"/>
          <p14:tracePt t="20514" x="2571750" y="4381500"/>
          <p14:tracePt t="20558" x="2870200" y="4400550"/>
          <p14:tracePt t="20604" x="2940050" y="4400550"/>
          <p14:tracePt t="20624" x="2946400" y="4400550"/>
          <p14:tracePt t="20689" x="2971800" y="4413250"/>
          <p14:tracePt t="22855" x="2990850" y="4464050"/>
          <p14:tracePt t="22899" x="3016250" y="4514850"/>
          <p14:tracePt t="22943" x="3035300" y="4603750"/>
          <p14:tracePt t="22988" x="3035300" y="4654550"/>
          <p14:tracePt t="23031" x="3035300" y="4705350"/>
          <p14:tracePt t="23075" x="3060700" y="4851400"/>
          <p14:tracePt t="23096" x="3079750" y="4902200"/>
          <p14:tracePt t="23140" x="3092450" y="5003800"/>
          <p14:tracePt t="29872" x="3073400" y="4953000"/>
          <p14:tracePt t="29916" x="3028950" y="4883150"/>
          <p14:tracePt t="29959" x="2952750" y="4756150"/>
          <p14:tracePt t="30004" x="2844800" y="4559300"/>
          <p14:tracePt t="30049" x="2787650" y="4400550"/>
          <p14:tracePt t="30091" x="2768600" y="4362450"/>
          <p14:tracePt t="30135" x="2762250" y="4330700"/>
          <p14:tracePt t="30181" x="2755900" y="4292600"/>
          <p14:tracePt t="30225" x="2755900" y="4260850"/>
          <p14:tracePt t="30269" x="2755900" y="4184650"/>
          <p14:tracePt t="30314" x="2755900" y="4013200"/>
          <p14:tracePt t="30334" x="2755900" y="3937000"/>
          <p14:tracePt t="30376" x="2755900" y="3829050"/>
          <p14:tracePt t="30420" x="2762250" y="3797300"/>
          <p14:tracePt t="30484" x="2774950" y="3810000"/>
          <p14:tracePt t="30534" x="2781300" y="3822700"/>
          <p14:tracePt t="30576" x="2787650" y="3835400"/>
          <p14:tracePt t="30617" x="2787650" y="3841750"/>
          <p14:tracePt t="30676" x="2800350" y="3854450"/>
          <p14:tracePt t="30735" x="2806700" y="3867150"/>
          <p14:tracePt t="30753" x="2806700" y="3873500"/>
          <p14:tracePt t="31560" x="2667000" y="3848100"/>
          <p14:tracePt t="31603" x="2565400" y="3829050"/>
          <p14:tracePt t="31648" x="2457450" y="3810000"/>
          <p14:tracePt t="31692" x="2381250" y="3803650"/>
          <p14:tracePt t="31712" x="2368550" y="3803650"/>
          <p14:tracePt t="31756" x="2286000" y="3803650"/>
          <p14:tracePt t="31775" x="2254250" y="3803650"/>
          <p14:tracePt t="31819" x="2139950" y="3854450"/>
          <p14:tracePt t="31863" x="2038350" y="3905250"/>
          <p14:tracePt t="31908" x="1924050" y="3956050"/>
          <p14:tracePt t="31951" x="1866900" y="3994150"/>
          <p14:tracePt t="31994" x="1854200" y="4051300"/>
          <p14:tracePt t="32040" x="1847850" y="4095750"/>
          <p14:tracePt t="32082" x="1847850" y="4133850"/>
          <p14:tracePt t="32127" x="1847850" y="4171950"/>
          <p14:tracePt t="32171" x="1860550" y="4197350"/>
          <p14:tracePt t="32216" x="1873250" y="4222750"/>
          <p14:tracePt t="32260" x="1898650" y="4279900"/>
          <p14:tracePt t="32280" x="1905000" y="4305300"/>
          <p14:tracePt t="32326" x="1911350" y="4356100"/>
          <p14:tracePt t="32370" x="1911350" y="4419600"/>
          <p14:tracePt t="33143" x="1898650" y="4387850"/>
          <p14:tracePt t="33188" x="1898650" y="4368800"/>
          <p14:tracePt t="33231" x="1905000" y="4356100"/>
          <p14:tracePt t="33313" x="1917700" y="4356100"/>
          <p14:tracePt t="33360" x="1930400" y="4356100"/>
          <p14:tracePt t="33403" x="1968500" y="4356100"/>
          <p14:tracePt t="33424" x="2000250" y="4349750"/>
          <p14:tracePt t="33467" x="2082800" y="4330700"/>
          <p14:tracePt t="33510" x="2216150" y="4343400"/>
          <p14:tracePt t="33555" x="2330450" y="4356100"/>
          <p14:tracePt t="33597" x="2451100" y="4368800"/>
          <p14:tracePt t="33644" x="2559050" y="4356100"/>
          <p14:tracePt t="33689" x="2628900" y="4349750"/>
          <p14:tracePt t="46978" x="2641600" y="4451350"/>
          <p14:tracePt t="47022" x="2635250" y="5003800"/>
          <p14:tracePt t="47043" x="2641600" y="5238750"/>
          <p14:tracePt t="47090" x="2654300" y="5486400"/>
          <p14:tracePt t="47133" x="2679700" y="5613400"/>
          <p14:tracePt t="47156" x="2698750" y="5651500"/>
          <p14:tracePt t="47206" x="2717800" y="5670550"/>
          <p14:tracePt t="47249" x="2724150" y="5676900"/>
          <p14:tracePt t="47327" x="2730500" y="5676900"/>
          <p14:tracePt t="47389" x="2736850" y="5657850"/>
          <p14:tracePt t="47447" x="2743200" y="5626100"/>
          <p14:tracePt t="47489" x="2762250" y="5594350"/>
          <p14:tracePt t="47532" x="2800350" y="5543550"/>
          <p14:tracePt t="47552" x="2838450" y="5492750"/>
          <p14:tracePt t="47591" x="2971800" y="5384800"/>
          <p14:tracePt t="47632" x="3143250" y="5270500"/>
          <p14:tracePt t="47674" x="3403600" y="5143500"/>
          <p14:tracePt t="47719" x="3702050" y="5054600"/>
          <p14:tracePt t="47763" x="3822700" y="5029200"/>
          <p14:tracePt t="47810" x="3848100" y="5022850"/>
          <p14:tracePt t="47854" x="3867150" y="5054600"/>
          <p14:tracePt t="47937" x="3873500" y="5060950"/>
          <p14:tracePt t="47981" x="3879850" y="5073650"/>
          <p14:tracePt t="48025" x="3898900" y="5086350"/>
          <p14:tracePt t="48610" x="3879850" y="5054600"/>
          <p14:tracePt t="48655" x="3848100" y="5022850"/>
          <p14:tracePt t="48701" x="3778250" y="4984750"/>
          <p14:tracePt t="48745" x="3651250" y="4908550"/>
          <p14:tracePt t="48788" x="3498850" y="4813300"/>
          <p14:tracePt t="48835" x="3289300" y="4584700"/>
          <p14:tracePt t="48882" x="3124200" y="4349750"/>
          <p14:tracePt t="48926" x="3028950" y="4229100"/>
          <p14:tracePt t="48970" x="2978150" y="4171950"/>
          <p14:tracePt t="49014" x="2946400" y="4089400"/>
          <p14:tracePt t="49058" x="2940050" y="4051300"/>
          <p14:tracePt t="49079" x="2940050" y="4032250"/>
          <p14:tracePt t="49123" x="2940050" y="4013200"/>
          <p14:tracePt t="49169" x="2952750" y="3994150"/>
          <p14:tracePt t="49190" x="2959100" y="3994150"/>
          <p14:tracePt t="49235" x="2965450" y="3994150"/>
          <p14:tracePt t="49279" x="2978150" y="3994150"/>
          <p14:tracePt t="49331" x="2990850" y="3994150"/>
          <p14:tracePt t="49396" x="3003550" y="4013200"/>
          <p14:tracePt t="49462" x="3009900" y="4013200"/>
          <p14:tracePt t="49912" x="2952750" y="3841750"/>
          <p14:tracePt t="49952" x="2908300" y="3676650"/>
          <p14:tracePt t="49995" x="2825750" y="3416300"/>
          <p14:tracePt t="50015" x="2768600" y="3276600"/>
          <p14:tracePt t="50056" x="2692400" y="3022600"/>
          <p14:tracePt t="50077" x="2647950" y="2921000"/>
          <p14:tracePt t="50117" x="2597150" y="2813050"/>
          <p14:tracePt t="50160" x="2552700" y="2762250"/>
          <p14:tracePt t="50202" x="2514600" y="2749550"/>
          <p14:tracePt t="50243" x="2482850" y="2743200"/>
          <p14:tracePt t="50283" x="2476500" y="2736850"/>
          <p14:tracePt t="50325" x="2438400" y="2730500"/>
          <p14:tracePt t="50371" x="2413000" y="2698750"/>
          <p14:tracePt t="50414" x="2343150" y="2654300"/>
          <p14:tracePt t="50455" x="2317750" y="2635250"/>
          <p14:tracePt t="50498" x="2311400" y="2635250"/>
          <p14:tracePt t="50541" x="2311400" y="2647950"/>
          <p14:tracePt t="50581" x="2317750" y="2647950"/>
          <p14:tracePt t="50620" x="2317750" y="2667000"/>
          <p14:tracePt t="50662" x="2317750" y="2679700"/>
          <p14:tracePt t="50703" x="2324100" y="2686050"/>
          <p14:tracePt t="50743" x="2324100" y="2711450"/>
          <p14:tracePt t="50783" x="2324100" y="2724150"/>
          <p14:tracePt t="50827" x="2330450" y="2743200"/>
          <p14:tracePt t="50886" x="2330450" y="2762250"/>
          <p14:tracePt t="50945" x="2336800" y="2781300"/>
          <p14:tracePt t="50986" x="2355850" y="2800350"/>
          <p14:tracePt t="51030" x="2413000" y="2882900"/>
          <p14:tracePt t="51070" x="2565400" y="3048000"/>
          <p14:tracePt t="51091" x="2705100" y="3175000"/>
          <p14:tracePt t="51113" x="2794000" y="3257550"/>
          <p14:tracePt t="51153" x="2971800" y="3397250"/>
          <p14:tracePt t="51194" x="3194050" y="3600450"/>
          <p14:tracePt t="51236" x="3524250" y="3886200"/>
          <p14:tracePt t="51278" x="3714750" y="4089400"/>
          <p14:tracePt t="51317" x="3829050" y="4267200"/>
          <p14:tracePt t="51358" x="3898900" y="4451350"/>
          <p14:tracePt t="51377" x="3917950" y="4559300"/>
          <p14:tracePt t="51425" x="4013200" y="4813300"/>
          <p14:tracePt t="51466" x="4178300" y="5168900"/>
          <p14:tracePt t="51509" x="4267200" y="5302250"/>
          <p14:tracePt t="51529" x="4286250" y="5321300"/>
          <p14:tracePt t="51575" x="4292600" y="5327650"/>
          <p14:tracePt t="51595" x="4298950" y="5327650"/>
          <p14:tracePt t="51709" x="4305300" y="5327650"/>
          <p14:tracePt t="51751" x="4337050" y="5314950"/>
          <p14:tracePt t="51791" x="4406900" y="5308600"/>
          <p14:tracePt t="51811" x="4457700" y="5302250"/>
          <p14:tracePt t="51851" x="4572000" y="5276850"/>
          <p14:tracePt t="51894" x="4629150" y="5264150"/>
          <p14:tracePt t="51937" x="4616450" y="5257800"/>
          <p14:tracePt t="51977" x="4502150" y="5245100"/>
          <p14:tracePt t="52021" x="4222750" y="5232400"/>
          <p14:tracePt t="52062" x="3841750" y="5213350"/>
          <p14:tracePt t="52105" x="3632200" y="5226050"/>
          <p14:tracePt t="52146" x="3530600" y="5238750"/>
          <p14:tracePt t="52188" x="3498850" y="5238750"/>
          <p14:tracePt t="52231" x="3498850" y="5232400"/>
          <p14:tracePt t="52312" x="3505200" y="5232400"/>
          <p14:tracePt t="52357" x="3511550" y="5226050"/>
          <p14:tracePt t="52588" x="3702050" y="5175250"/>
          <p14:tracePt t="52609" x="3854450" y="5143500"/>
          <p14:tracePt t="52654" x="4184650" y="5086350"/>
          <p14:tracePt t="52698" x="4337050" y="5054600"/>
          <p14:tracePt t="52740" x="4381500" y="5048250"/>
          <p14:tracePt t="52784" x="4387850" y="5048250"/>
          <p14:tracePt t="52921" x="4381500" y="5048250"/>
          <p14:tracePt t="53349" x="4267200" y="5054600"/>
          <p14:tracePt t="53393" x="4019550" y="5010150"/>
          <p14:tracePt t="53437" x="3613150" y="4921250"/>
          <p14:tracePt t="53483" x="3200400" y="4883150"/>
          <p14:tracePt t="53528" x="2743200" y="4864100"/>
          <p14:tracePt t="53573" x="2438400" y="4902200"/>
          <p14:tracePt t="53618" x="2222500" y="4972050"/>
          <p14:tracePt t="53638" x="2139950" y="4991100"/>
          <p14:tracePt t="53684" x="2006600" y="5035550"/>
          <p14:tracePt t="53726" x="1955800" y="5054600"/>
          <p14:tracePt t="53770" x="1911350" y="5086350"/>
          <p14:tracePt t="53814" x="1879600" y="5092700"/>
          <p14:tracePt t="53893" x="1924050" y="5099050"/>
          <p14:tracePt t="53937" x="1968500" y="5105400"/>
          <p14:tracePt t="53980" x="2095500" y="5092700"/>
          <p14:tracePt t="54023" x="2317750" y="5073650"/>
          <p14:tracePt t="54069" x="2590800" y="5041900"/>
          <p14:tracePt t="54114" x="2724150" y="5022850"/>
          <p14:tracePt t="54156" x="2787650" y="5022850"/>
          <p14:tracePt t="54204" x="2806700" y="5022850"/>
          <p14:tracePt t="55549" x="2724150" y="5022850"/>
          <p14:tracePt t="55595" x="2571750" y="5035550"/>
          <p14:tracePt t="55638" x="2457450" y="5035550"/>
          <p14:tracePt t="55682" x="2419350" y="5035550"/>
          <p14:tracePt t="55728" x="2413000" y="5029200"/>
          <p14:tracePt t="55849" x="2406650" y="5029200"/>
          <p14:tracePt t="55933" x="2413000" y="5016500"/>
          <p14:tracePt t="55977" x="2419350" y="5010150"/>
          <p14:tracePt t="56019" x="2432050" y="4997450"/>
          <p14:tracePt t="56062" x="2444750" y="4991100"/>
          <p14:tracePt t="56106" x="2451100" y="4965700"/>
          <p14:tracePt t="56148" x="2489200" y="4857750"/>
          <p14:tracePt t="56169" x="2501900" y="4749800"/>
          <p14:tracePt t="56215" x="2622550" y="4400550"/>
          <p14:tracePt t="56258" x="2755900" y="4133850"/>
          <p14:tracePt t="56279" x="2832100" y="4019550"/>
          <p14:tracePt t="56328" x="2997200" y="3771900"/>
          <p14:tracePt t="56371" x="3041650" y="3695700"/>
          <p14:tracePt t="56413" x="3054350" y="3657600"/>
          <p14:tracePt t="56457" x="3054350" y="3644900"/>
          <p14:tracePt t="56500" x="3048000" y="3625850"/>
          <p14:tracePt t="56543" x="3048000" y="3619500"/>
          <p14:tracePt t="56586" x="3041650" y="3613150"/>
          <p14:tracePt t="56631" x="3041650" y="3606800"/>
          <p14:tracePt t="56676" x="3035300" y="3606800"/>
          <p14:tracePt t="56720" x="3035300" y="3619500"/>
          <p14:tracePt t="56762" x="3041650" y="3638550"/>
          <p14:tracePt t="56808" x="3105150" y="3702050"/>
          <p14:tracePt t="56852" x="3333750" y="3848100"/>
          <p14:tracePt t="56872" x="3390900" y="3873500"/>
          <p14:tracePt t="56896" x="3556000" y="3937000"/>
          <p14:tracePt t="56940" x="3689350" y="3968750"/>
          <p14:tracePt t="56982" x="3778250" y="3975100"/>
          <p14:tracePt t="57025" x="3841750" y="3975100"/>
          <p14:tracePt t="57069" x="3905250" y="3956050"/>
          <p14:tracePt t="57112" x="3937000" y="3943350"/>
          <p14:tracePt t="57174" x="3943350" y="3937000"/>
          <p14:tracePt t="57194" x="3930650" y="3930650"/>
          <p14:tracePt t="57239" x="3873500" y="3924300"/>
          <p14:tracePt t="57282" x="3663950" y="3917950"/>
          <p14:tracePt t="57326" x="3232150" y="3886200"/>
          <p14:tracePt t="57371" x="2959100" y="3879850"/>
          <p14:tracePt t="57414" x="2870200" y="3892550"/>
          <p14:tracePt t="57477" x="2895600" y="3898900"/>
          <p14:tracePt t="57500" x="2908300" y="3905250"/>
          <p14:tracePt t="57546" x="2940050" y="3905250"/>
          <p14:tracePt t="57590" x="3016250" y="3911600"/>
          <p14:tracePt t="57634" x="3289300" y="3924300"/>
          <p14:tracePt t="57680" x="3708400" y="3898900"/>
          <p14:tracePt t="57702" x="3841750" y="3879850"/>
          <p14:tracePt t="57745" x="4025900" y="3841750"/>
          <p14:tracePt t="57788" x="4044950" y="3822700"/>
          <p14:tracePt t="57911" x="4044950" y="3810000"/>
          <p14:tracePt t="57954" x="4044950" y="3803650"/>
          <p14:tracePt t="58343" x="3822700" y="3829050"/>
          <p14:tracePt t="58388" x="3238500" y="3879850"/>
          <p14:tracePt t="58433" x="2933700" y="3943350"/>
          <p14:tracePt t="58475" x="2774950" y="3981450"/>
          <p14:tracePt t="58519" x="2768600" y="3987800"/>
          <p14:tracePt t="58564" x="2819400" y="3987800"/>
          <p14:tracePt t="58606" x="2870200" y="3987800"/>
          <p14:tracePt t="58650" x="2927350" y="3987800"/>
          <p14:tracePt t="58692" x="3073400" y="4000500"/>
          <p14:tracePt t="58716" x="3181350" y="4019550"/>
          <p14:tracePt t="58761" x="3384550" y="4051300"/>
          <p14:tracePt t="58804" x="3467100" y="4051300"/>
          <p14:tracePt t="58848" x="3498850" y="4051300"/>
          <p14:tracePt t="58986" x="3505200" y="4044950"/>
          <p14:tracePt t="59666" x="3505200" y="4038600"/>
          <p14:tracePt t="59728" x="3498850" y="4025900"/>
          <p14:tracePt t="59775" x="3486150" y="4006850"/>
          <p14:tracePt t="59817" x="3479800" y="3994150"/>
          <p14:tracePt t="59880" x="3467100" y="3981450"/>
          <p14:tracePt t="59921" x="3460750" y="3968750"/>
          <p14:tracePt t="59966" x="3422650" y="3943350"/>
          <p14:tracePt t="60011" x="3371850" y="3898900"/>
          <p14:tracePt t="60053" x="3302000" y="3860800"/>
          <p14:tracePt t="60097" x="3219450" y="3803650"/>
          <p14:tracePt t="60143" x="3143250" y="3740150"/>
          <p14:tracePt t="60185" x="3067050" y="3663950"/>
          <p14:tracePt t="60229" x="3003550" y="3587750"/>
          <p14:tracePt t="60273" x="2933700" y="3479800"/>
          <p14:tracePt t="60316" x="2825750" y="3302000"/>
          <p14:tracePt t="60360" x="2679700" y="3111500"/>
          <p14:tracePt t="60403" x="2628900" y="3067050"/>
          <p14:tracePt t="60446" x="2609850" y="3060700"/>
          <p14:tracePt t="60489" x="2603500" y="3054350"/>
          <p14:tracePt t="60536" x="2603500" y="3041650"/>
          <p14:tracePt t="60579" x="2597150" y="3041650"/>
          <p14:tracePt t="60625" x="2584450" y="3054350"/>
          <p14:tracePt t="60670" x="2565400" y="3143250"/>
          <p14:tracePt t="60712" x="2546350" y="3403600"/>
          <p14:tracePt t="60733" x="2552700" y="3556000"/>
          <p14:tracePt t="60778" x="2597150" y="3994150"/>
          <p14:tracePt t="60825" x="2609850" y="4298950"/>
          <p14:tracePt t="60867" x="2597150" y="4610100"/>
          <p14:tracePt t="60911" x="2571750" y="4787900"/>
          <p14:tracePt t="60954" x="2565400" y="4838700"/>
          <p14:tracePt t="60997" x="2565400" y="4857750"/>
          <p14:tracePt t="61060" x="2565400" y="4870450"/>
          <p14:tracePt t="61201" x="2571750" y="4870450"/>
          <p14:tracePt t="61284" x="2571750" y="4864100"/>
          <p14:tracePt t="61347" x="2578100" y="4864100"/>
          <p14:tracePt t="61603" x="2584450" y="4870450"/>
          <p14:tracePt t="61647" x="2597150" y="4883150"/>
          <p14:tracePt t="61691" x="2609850" y="4895850"/>
          <p14:tracePt t="61736" x="2616200" y="4902200"/>
          <p14:tracePt t="61780" x="2622550" y="4914900"/>
          <p14:tracePt t="61843" x="2628900" y="4921250"/>
          <p14:tracePt t="62327" x="2679700" y="4686300"/>
          <p14:tracePt t="62371" x="2813050" y="4343400"/>
          <p14:tracePt t="62418" x="2959100" y="4044950"/>
          <p14:tracePt t="62466" x="3124200" y="3778250"/>
          <p14:tracePt t="62514" x="3181350" y="3683000"/>
          <p14:tracePt t="62561" x="3213100" y="3625850"/>
          <p14:tracePt t="62605" x="3219450" y="3619500"/>
          <p14:tracePt t="62695" x="3219450" y="3638550"/>
          <p14:tracePt t="62756" x="3251200" y="3657600"/>
          <p14:tracePt t="62799" x="3397250" y="3689350"/>
          <p14:tracePt t="62839" x="3632200" y="3714750"/>
          <p14:tracePt t="62884" x="3981450" y="3702050"/>
          <p14:tracePt t="62928" x="4349750" y="3714750"/>
          <p14:tracePt t="62969" x="4622800" y="3765550"/>
          <p14:tracePt t="63010" x="4756150" y="3797300"/>
          <p14:tracePt t="63050" x="4787900" y="3797300"/>
          <p14:tracePt t="63090" x="4794250" y="3797300"/>
          <p14:tracePt t="63150" x="4737100" y="3797300"/>
          <p14:tracePt t="63191" x="4584700" y="3803650"/>
          <p14:tracePt t="63233" x="4191000" y="3816350"/>
          <p14:tracePt t="63253" x="3949700" y="3822700"/>
          <p14:tracePt t="63297" x="3505200" y="3822700"/>
          <p14:tracePt t="63339" x="3232150" y="3829050"/>
          <p14:tracePt t="63384" x="3187700" y="3835400"/>
          <p14:tracePt t="63441" x="3194050" y="3841750"/>
          <p14:tracePt t="63483" x="3232150" y="3848100"/>
          <p14:tracePt t="63525" x="3270250" y="3854450"/>
          <p14:tracePt t="63566" x="3473450" y="3854450"/>
          <p14:tracePt t="63607" x="3810000" y="3873500"/>
          <p14:tracePt t="63647" x="4114800" y="3905250"/>
          <p14:tracePt t="63688" x="4508500" y="3911600"/>
          <p14:tracePt t="63729" x="4610100" y="3898900"/>
          <p14:tracePt t="63769" x="4648200" y="3886200"/>
          <p14:tracePt t="63829" x="4616450" y="3879850"/>
          <p14:tracePt t="63869" x="4559300" y="3873500"/>
          <p14:tracePt t="63912" x="4489450" y="3873500"/>
          <p14:tracePt t="63959" x="4121150" y="3892550"/>
          <p14:tracePt t="63999" x="3848100" y="3924300"/>
          <p14:tracePt t="64040" x="3638550" y="3956050"/>
          <p14:tracePt t="64081" x="3625850" y="3962400"/>
          <p14:tracePt t="64195" x="3606800" y="3962400"/>
          <p14:tracePt t="64236" x="3587750" y="3956050"/>
          <p14:tracePt t="64277" x="3562350" y="3949700"/>
          <p14:tracePt t="64318" x="3549650" y="3949700"/>
          <p14:tracePt t="64380" x="3517900" y="3949700"/>
          <p14:tracePt t="64439" x="3416300" y="3937000"/>
          <p14:tracePt t="64482" x="3181350" y="3943350"/>
          <p14:tracePt t="64522" x="3086100" y="3943350"/>
          <p14:tracePt t="64564" x="3079750" y="3943350"/>
          <p14:tracePt t="64606" x="3130550" y="3943350"/>
          <p14:tracePt t="64647" x="3276600" y="3937000"/>
          <p14:tracePt t="64687" x="3600450" y="3917950"/>
          <p14:tracePt t="64727" x="3917950" y="3898900"/>
          <p14:tracePt t="64768" x="4210050" y="3898900"/>
          <p14:tracePt t="64787" x="4292600" y="3892550"/>
          <p14:tracePt t="64828" x="4349750" y="3886200"/>
          <p14:tracePt t="64868" x="4362450" y="3886200"/>
          <p14:tracePt t="64911" x="4368800" y="3886200"/>
          <p14:tracePt t="64951" x="4387850" y="3886200"/>
          <p14:tracePt t="64999" x="4406900" y="3892550"/>
          <p14:tracePt t="65041" x="4470400" y="3898900"/>
          <p14:tracePt t="65061" x="4483100" y="3905250"/>
          <p14:tracePt t="65083" x="4559300" y="3911600"/>
          <p14:tracePt t="65124" x="4705350" y="3917950"/>
          <p14:tracePt t="65143" x="4756150" y="3917950"/>
          <p14:tracePt t="65185" x="4991100" y="3937000"/>
          <p14:tracePt t="65227" x="5143500" y="3943350"/>
          <p14:tracePt t="65269" x="5238750" y="3949700"/>
          <p14:tracePt t="65287" x="5283200" y="3949700"/>
          <p14:tracePt t="65328" x="5314950" y="3943350"/>
          <p14:tracePt t="65369" x="5321300" y="3943350"/>
          <p14:tracePt t="65429" x="5276850" y="3943350"/>
          <p14:tracePt t="65470" x="5118100" y="3943350"/>
          <p14:tracePt t="65512" x="4572000" y="3943350"/>
          <p14:tracePt t="65552" x="4159250" y="3956050"/>
          <p14:tracePt t="65594" x="3702050" y="3962400"/>
          <p14:tracePt t="65633" x="3467100" y="3975100"/>
          <p14:tracePt t="65676" x="3365500" y="3981450"/>
          <p14:tracePt t="65717" x="3333750" y="3981450"/>
          <p14:tracePt t="65776" x="3327400" y="3975100"/>
          <p14:tracePt t="65796" x="3314700" y="3968750"/>
          <p14:tracePt t="65835" x="3289300" y="3962400"/>
          <p14:tracePt t="65876" x="3244850" y="3956050"/>
          <p14:tracePt t="65917" x="3206750" y="3956050"/>
          <p14:tracePt t="65938" x="3200400" y="3949700"/>
          <p14:tracePt t="65981" x="3194050" y="3949700"/>
          <p14:tracePt t="66049" x="3200400" y="3943350"/>
          <p14:tracePt t="66090" x="3232150" y="3943350"/>
          <p14:tracePt t="66131" x="3346450" y="3937000"/>
          <p14:tracePt t="66173" x="3581400" y="3943350"/>
          <p14:tracePt t="66216" x="3892550" y="3943350"/>
          <p14:tracePt t="66257" x="3968750" y="3943350"/>
          <p14:tracePt t="66300" x="3975100" y="3943350"/>
          <p14:tracePt t="66343" x="3911600" y="3943350"/>
          <p14:tracePt t="66383" x="3727450" y="3937000"/>
          <p14:tracePt t="66404" x="3549650" y="3930650"/>
          <p14:tracePt t="66447" x="3079750" y="3917950"/>
          <p14:tracePt t="66468" x="2978150" y="3905250"/>
          <p14:tracePt t="66512" x="2901950" y="3905250"/>
          <p14:tracePt t="66555" x="2895600" y="3911600"/>
          <p14:tracePt t="66596" x="2921000" y="3949700"/>
          <p14:tracePt t="66639" x="2933700" y="3987800"/>
          <p14:tracePt t="66680" x="2946400" y="4044950"/>
          <p14:tracePt t="66722" x="2959100" y="4159250"/>
          <p14:tracePt t="66762" x="2952750" y="4343400"/>
          <p14:tracePt t="66780" x="2933700" y="4476750"/>
          <p14:tracePt t="66804" x="2914650" y="4629150"/>
          <p14:tracePt t="66844" x="2857500" y="4870450"/>
          <p14:tracePt t="66885" x="2813050" y="4978400"/>
          <p14:tracePt t="66927" x="2800350" y="5010150"/>
          <p14:tracePt t="66969" x="2800350" y="5016500"/>
          <p14:tracePt t="67027" x="2794000" y="5016500"/>
          <p14:tracePt t="67073" x="2794000" y="5010150"/>
          <p14:tracePt t="67117" x="2794000" y="4997450"/>
          <p14:tracePt t="67159" x="2794000" y="4984750"/>
          <p14:tracePt t="67200" x="2794000" y="4965700"/>
          <p14:tracePt t="67240" x="2794000" y="4914900"/>
          <p14:tracePt t="67280" x="2819400" y="4768850"/>
          <p14:tracePt t="67321" x="2908300" y="4292600"/>
          <p14:tracePt t="67362" x="3003550" y="3937000"/>
          <p14:tracePt t="67404" x="3048000" y="3790950"/>
          <p14:tracePt t="67445" x="3060700" y="3771900"/>
          <p14:tracePt t="67502" x="3060700" y="3784600"/>
          <p14:tracePt t="67560" x="3073400" y="3790950"/>
          <p14:tracePt t="67604" x="3117850" y="3778250"/>
          <p14:tracePt t="67646" x="3263900" y="3683000"/>
          <p14:tracePt t="67690" x="3517900" y="3448050"/>
          <p14:tracePt t="67731" x="3606800" y="3321050"/>
          <p14:tracePt t="67750" x="3613150" y="3308350"/>
          <p14:tracePt t="67790" x="3619500" y="3295650"/>
          <p14:tracePt t="67808" x="3619500" y="3314700"/>
          <p14:tracePt t="67852" x="3594100" y="3429000"/>
          <p14:tracePt t="67893" x="3587750" y="3562350"/>
          <p14:tracePt t="67935" x="3581400" y="3683000"/>
          <p14:tracePt t="67975" x="3587750" y="3746500"/>
          <p14:tracePt t="68012" x="3581400" y="3771900"/>
          <p14:tracePt t="68072" x="3581400" y="3778250"/>
          <p14:tracePt t="68118" x="3581400" y="3771900"/>
          <p14:tracePt t="70211" x="3581400" y="3733800"/>
          <p14:tracePt t="70252" x="3581400" y="3702050"/>
          <p14:tracePt t="70293" x="3594100" y="3644900"/>
          <p14:tracePt t="70335" x="3606800" y="3568700"/>
          <p14:tracePt t="70357" x="3613150" y="3536950"/>
          <p14:tracePt t="70399" x="3625850" y="3492500"/>
          <p14:tracePt t="70442" x="3632200" y="3460750"/>
          <p14:tracePt t="70483" x="3632200" y="3454400"/>
          <p14:tracePt t="70579" x="3632200" y="3473450"/>
          <p14:tracePt t="70622" x="3619500" y="3511550"/>
          <p14:tracePt t="70664" x="3549650" y="3721100"/>
          <p14:tracePt t="70705" x="3378200" y="4032250"/>
          <p14:tracePt t="70744" x="3238500" y="4318000"/>
          <p14:tracePt t="70764" x="3194050" y="4394200"/>
          <p14:tracePt t="70809" x="3162300" y="4432300"/>
          <p14:tracePt t="70850" x="3155950" y="4438650"/>
          <p14:tracePt t="70912" x="3136900" y="4432300"/>
          <p14:tracePt t="70953" x="3136900" y="4425950"/>
          <p14:tracePt t="71011" x="3136900" y="4419600"/>
          <p14:tracePt t="71425" x="2940050" y="4635500"/>
          <p14:tracePt t="71465" x="2724150" y="4927600"/>
          <p14:tracePt t="71507" x="2641600" y="4997450"/>
          <p14:tracePt t="71548" x="2603500" y="5035550"/>
          <p14:tracePt t="71590" x="2546350" y="5054600"/>
          <p14:tracePt t="71631" x="2495550" y="5060950"/>
          <p14:tracePt t="71672" x="2457450" y="5067300"/>
          <p14:tracePt t="71713" x="2413000" y="5067300"/>
          <p14:tracePt t="71753" x="2387600" y="5067300"/>
          <p14:tracePt t="71792" x="2355850" y="5060950"/>
          <p14:tracePt t="71835" x="2292350" y="5048250"/>
          <p14:tracePt t="71875" x="2203450" y="5029200"/>
          <p14:tracePt t="71917" x="2057400" y="5022850"/>
          <p14:tracePt t="71936" x="1974850" y="5029200"/>
          <p14:tracePt t="71980" x="1949450" y="5048250"/>
          <p14:tracePt t="72023" x="1987550" y="5048250"/>
          <p14:tracePt t="72063" x="2038350" y="5048250"/>
          <p14:tracePt t="72104" x="2165350" y="5067300"/>
          <p14:tracePt t="72146" x="2432050" y="5092700"/>
          <p14:tracePt t="72188" x="2641600" y="5105400"/>
          <p14:tracePt t="72228" x="2736850" y="5105400"/>
          <p14:tracePt t="72272" x="2781300" y="5105400"/>
          <p14:tracePt t="72296" x="2787650" y="5105400"/>
          <p14:tracePt t="72891" x="2863850" y="4953000"/>
          <p14:tracePt t="72914" x="3016250" y="4730750"/>
          <p14:tracePt t="72957" x="3206750" y="4521200"/>
          <p14:tracePt t="73001" x="3390900" y="4381500"/>
          <p14:tracePt t="73044" x="3429000" y="4343400"/>
          <p14:tracePt t="73089" x="3429000" y="4324350"/>
          <p14:tracePt t="73152" x="3429000" y="4311650"/>
          <p14:tracePt t="73196" x="3448050" y="4292600"/>
          <p14:tracePt t="73217" x="3460750" y="4279900"/>
          <p14:tracePt t="73262" x="3473450" y="4260850"/>
          <p14:tracePt t="73305" x="3479800" y="4248150"/>
          <p14:tracePt t="73370" x="3479800" y="4229100"/>
          <p14:tracePt t="73435" x="3473450" y="4222750"/>
          <p14:tracePt t="73480" x="3454400" y="4216400"/>
          <p14:tracePt t="73523" x="3422650" y="4191000"/>
          <p14:tracePt t="73567" x="3206750" y="4025900"/>
          <p14:tracePt t="73612" x="2679700" y="3632200"/>
          <p14:tracePt t="73655" x="2228850" y="3327400"/>
          <p14:tracePt t="73698" x="1917700" y="3054350"/>
          <p14:tracePt t="73741" x="1701800" y="2857500"/>
          <p14:tracePt t="73762" x="1676400" y="2819400"/>
          <p14:tracePt t="73803" x="1593850" y="2749550"/>
          <p14:tracePt t="73847" x="1517650" y="2692400"/>
          <p14:tracePt t="73890" x="1485900" y="2654300"/>
          <p14:tracePt t="73972" x="1492250" y="2654300"/>
          <p14:tracePt t="74016" x="1504950" y="2654300"/>
          <p14:tracePt t="74060" x="1517650" y="2654300"/>
          <p14:tracePt t="74121" x="1536700" y="2635250"/>
          <p14:tracePt t="74206" x="1549400" y="2641600"/>
          <p14:tracePt t="74249" x="1562100" y="2654300"/>
          <p14:tracePt t="74293" x="1593850" y="2679700"/>
          <p14:tracePt t="74335" x="1841500" y="2838450"/>
          <p14:tracePt t="74382" x="2470150" y="3213100"/>
          <p14:tracePt t="74426" x="3155950" y="3613150"/>
          <p14:tracePt t="74468" x="3638550" y="3975100"/>
          <p14:tracePt t="74512" x="3829050" y="4184650"/>
          <p14:tracePt t="74556" x="3867150" y="4254500"/>
          <p14:tracePt t="74602" x="3873500" y="4267200"/>
          <p14:tracePt t="74685" x="3867150" y="4248150"/>
          <p14:tracePt t="75208" x="3759200" y="4438650"/>
          <p14:tracePt t="75258" x="3689350" y="4616450"/>
          <p14:tracePt t="75305" x="3676650" y="4699000"/>
          <p14:tracePt t="75344" x="3689350" y="4768850"/>
          <p14:tracePt t="75383" x="3727450" y="4826000"/>
          <p14:tracePt t="75401" x="3752850" y="4851400"/>
          <p14:tracePt t="75449" x="3797300" y="4883150"/>
          <p14:tracePt t="75508" x="3816350" y="4902200"/>
          <p14:tracePt t="75549" x="3841750" y="4908550"/>
          <p14:tracePt t="75591" x="3854450" y="4921250"/>
          <p14:tracePt t="75631" x="3886200" y="4927600"/>
          <p14:tracePt t="75674" x="3968750" y="4965700"/>
          <p14:tracePt t="75714" x="4057650" y="4984750"/>
          <p14:tracePt t="75756" x="4203700" y="4991100"/>
          <p14:tracePt t="75799" x="4311650" y="4991100"/>
          <p14:tracePt t="75840" x="4368800" y="4991100"/>
          <p14:tracePt t="75858" x="4375150" y="4991100"/>
          <p14:tracePt t="75898" x="4343400" y="4978400"/>
          <p14:tracePt t="75940" x="4254500" y="4933950"/>
          <p14:tracePt t="75981" x="3994150" y="4768850"/>
          <p14:tracePt t="76021" x="3587750" y="4432300"/>
          <p14:tracePt t="76063" x="3041650" y="3854450"/>
          <p14:tracePt t="76104" x="2787650" y="3543300"/>
          <p14:tracePt t="76145" x="2616200" y="3422650"/>
          <p14:tracePt t="76188" x="2540000" y="3371850"/>
          <p14:tracePt t="76229" x="2470150" y="3295650"/>
          <p14:tracePt t="76273" x="2393950" y="3200400"/>
          <p14:tracePt t="76313" x="2381250" y="3181350"/>
          <p14:tracePt t="76374" x="2368550" y="3175000"/>
          <p14:tracePt t="76394" x="2355850" y="3181350"/>
          <p14:tracePt t="76436" x="2330450" y="3213100"/>
          <p14:tracePt t="76482" x="2286000" y="3225800"/>
          <p14:tracePt t="76524" x="2254250" y="3213100"/>
          <p14:tracePt t="76565" x="2273300" y="3181350"/>
          <p14:tracePt t="76605" x="2349500" y="3149600"/>
          <p14:tracePt t="76646" x="2527300" y="3143250"/>
          <p14:tracePt t="76689" x="2717800" y="3175000"/>
          <p14:tracePt t="76730" x="2781300" y="3187700"/>
          <p14:tracePt t="76771" x="2800350" y="3187700"/>
          <p14:tracePt t="76813" x="2800350" y="3219450"/>
          <p14:tracePt t="76856" x="2800350" y="3238500"/>
          <p14:tracePt t="76896" x="2800350" y="3244850"/>
          <p14:tracePt t="76915" x="2800350" y="3251200"/>
          <p14:tracePt t="76957" x="2774950" y="3257550"/>
          <p14:tracePt t="76997" x="2660650" y="3257550"/>
          <p14:tracePt t="77039" x="2362200" y="3225800"/>
          <p14:tracePt t="77078" x="2076450" y="3130550"/>
          <p14:tracePt t="77120" x="1987550" y="3092450"/>
          <p14:tracePt t="77177" x="2038350" y="3130550"/>
          <p14:tracePt t="77221" x="2228850" y="3225800"/>
          <p14:tracePt t="77262" x="2565400" y="3397250"/>
          <p14:tracePt t="77304" x="2908300" y="3486150"/>
          <p14:tracePt t="77348" x="2933700" y="3486150"/>
          <p14:tracePt t="77820" x="2692400" y="3454400"/>
          <p14:tracePt t="77865" x="2393950" y="3397250"/>
          <p14:tracePt t="77909" x="2184400" y="3340100"/>
          <p14:tracePt t="77930" x="2133600" y="3327400"/>
          <p14:tracePt t="77972" x="2076450" y="3314700"/>
          <p14:tracePt t="78015" x="2070100" y="3333750"/>
          <p14:tracePt t="78076" x="2127250" y="3346450"/>
          <p14:tracePt t="78099" x="2171700" y="3359150"/>
          <p14:tracePt t="78142" x="2470150" y="3359150"/>
          <p14:tracePt t="78186" x="2901950" y="3314700"/>
          <p14:tracePt t="78230" x="3333750" y="3244850"/>
          <p14:tracePt t="78273" x="3600450" y="3244850"/>
          <p14:tracePt t="78318" x="3702050" y="3238500"/>
          <p14:tracePt t="78363" x="3714750" y="3238500"/>
          <p14:tracePt t="78383" x="3721100" y="3238500"/>
          <p14:tracePt t="78431" x="3721100" y="3232150"/>
          <p14:tracePt t="78495" x="3708400" y="3232150"/>
          <p14:tracePt t="78581" x="3702050" y="3232150"/>
          <p14:tracePt t="78641" x="3695700" y="3232150"/>
          <p14:tracePt t="78722" x="3683000" y="3232150"/>
          <p14:tracePt t="78766" x="3644900" y="3225800"/>
          <p14:tracePt t="78811" x="3543300" y="3187700"/>
          <p14:tracePt t="78855" x="3321050" y="3105150"/>
          <p14:tracePt t="78901" x="2908300" y="2933700"/>
          <p14:tracePt t="78922" x="2743200" y="2844800"/>
          <p14:tracePt t="78947" x="2603500" y="2755900"/>
          <p14:tracePt t="78988" x="2400300" y="2603500"/>
          <p14:tracePt t="79032" x="2235200" y="2501900"/>
          <p14:tracePt t="79053" x="2165350" y="2457450"/>
          <p14:tracePt t="79099" x="2127250" y="2432050"/>
          <p14:tracePt t="79141" x="2089150" y="2419350"/>
          <p14:tracePt t="79184" x="2070100" y="2419350"/>
          <p14:tracePt t="79228" x="2038350" y="2413000"/>
          <p14:tracePt t="79249" x="2032000" y="2406650"/>
          <p14:tracePt t="79297" x="2006600" y="2393950"/>
          <p14:tracePt t="79342" x="1974850" y="2368550"/>
          <p14:tracePt t="79386" x="1917700" y="2317750"/>
          <p14:tracePt t="79431" x="1847850" y="2254250"/>
          <p14:tracePt t="79451" x="1809750" y="2228850"/>
          <p14:tracePt t="79498" x="1765300" y="2190750"/>
          <p14:tracePt t="79542" x="1758950" y="2184400"/>
          <p14:tracePt t="79645" x="1752600" y="2178050"/>
          <p14:tracePt t="79881" x="1758950" y="2178050"/>
          <p14:tracePt t="79945" x="1765300" y="2178050"/>
          <p14:tracePt t="79990" x="1771650" y="2184400"/>
          <p14:tracePt t="80034" x="1784350" y="2190750"/>
          <p14:tracePt t="80077" x="1797050" y="2197100"/>
          <p14:tracePt t="80117" x="1803400" y="2203450"/>
          <p14:tracePt t="80139" x="1809750" y="2216150"/>
          <p14:tracePt t="80184" x="1860550" y="2254250"/>
          <p14:tracePt t="80228" x="2057400" y="2419350"/>
          <p14:tracePt t="80271" x="2279650" y="2622550"/>
          <p14:tracePt t="80315" x="2501900" y="2870200"/>
          <p14:tracePt t="80361" x="2565400" y="2946400"/>
          <p14:tracePt t="80405" x="2571750" y="2965450"/>
          <p14:tracePt t="80449" x="2578100" y="2978150"/>
          <p14:tracePt t="80495" x="2590800" y="3003550"/>
          <p14:tracePt t="80540" x="2597150" y="3016250"/>
          <p14:tracePt t="80582" x="2603500" y="3022600"/>
          <p14:tracePt t="80840" x="2603500" y="3028950"/>
          <p14:tracePt t="80882" x="2609850" y="3035300"/>
          <p14:tracePt t="80946" x="2616200" y="3041650"/>
          <p14:tracePt t="81009" x="2622550" y="3048000"/>
          <p14:tracePt t="81053" x="2628900" y="3048000"/>
          <p14:tracePt t="81096" x="2635250" y="3048000"/>
          <p14:tracePt t="81138" x="2641600" y="3048000"/>
          <p14:tracePt t="81180" x="2667000" y="3054350"/>
          <p14:tracePt t="81202" x="2686050" y="3054350"/>
          <p14:tracePt t="81248" x="2857500" y="3098800"/>
          <p14:tracePt t="81291" x="3086100" y="3200400"/>
          <p14:tracePt t="81311" x="3238500" y="3302000"/>
          <p14:tracePt t="81358" x="3638550" y="3600450"/>
          <p14:tracePt t="81379" x="3778250" y="3733800"/>
          <p14:tracePt t="81422" x="4019550" y="4006850"/>
          <p14:tracePt t="81468" x="4241800" y="4273550"/>
          <p14:tracePt t="81510" x="4425950" y="4502150"/>
          <p14:tracePt t="81556" x="4508500" y="4603750"/>
          <p14:tracePt t="81601" x="4591050" y="4730750"/>
          <p14:tracePt t="81644" x="4641850" y="4806950"/>
          <p14:tracePt t="81692" x="4679950" y="4883150"/>
          <p14:tracePt t="81735" x="4699000" y="4902200"/>
          <p14:tracePt t="81778" x="4705350" y="4908550"/>
          <p14:tracePt t="81820" x="4718050" y="4914900"/>
          <p14:tracePt t="81862" x="4724400" y="4921250"/>
          <p14:tracePt t="81906" x="4724400" y="4927600"/>
          <p14:tracePt t="81970" x="4724400" y="4933950"/>
          <p14:tracePt t="82014" x="4730750" y="4933950"/>
          <p14:tracePt t="82057" x="4743450" y="4946650"/>
          <p14:tracePt t="82101" x="4768850" y="4959350"/>
          <p14:tracePt t="82144" x="4781550" y="4972050"/>
          <p14:tracePt t="82190" x="4813300" y="4972050"/>
          <p14:tracePt t="82236" x="4832350" y="4972050"/>
          <p14:tracePt t="82278" x="4883150" y="4972050"/>
          <p14:tracePt t="82322" x="4991100" y="4984750"/>
          <p14:tracePt t="82365" x="5111750" y="5003800"/>
          <p14:tracePt t="82409" x="5219700" y="5022850"/>
          <p14:tracePt t="82453" x="5270500" y="5029200"/>
          <p14:tracePt t="82474" x="5283200" y="5029200"/>
          <p14:tracePt t="82519" x="5257800" y="5022850"/>
          <p14:tracePt t="82561" x="5111750" y="4959350"/>
          <p14:tracePt t="82606" x="4775200" y="4819650"/>
          <p14:tracePt t="82651" x="4038600" y="4464050"/>
          <p14:tracePt t="82670" x="3911600" y="4381500"/>
          <p14:tracePt t="82722" x="3263900" y="3911600"/>
          <p14:tracePt t="82766" x="2978150" y="3600450"/>
          <p14:tracePt t="82808" x="2768600" y="3359150"/>
          <p14:tracePt t="82852" x="2667000" y="3200400"/>
          <p14:tracePt t="82895" x="2628900" y="3092450"/>
          <p14:tracePt t="82938" x="2603500" y="3009900"/>
          <p14:tracePt t="82981" x="2578100" y="2965450"/>
          <p14:tracePt t="83002" x="2565400" y="2952750"/>
          <p14:tracePt t="83049" x="2533650" y="2921000"/>
          <p14:tracePt t="83092" x="2508250" y="2901950"/>
          <p14:tracePt t="83135" x="2489200" y="2901950"/>
          <p14:tracePt t="83180" x="2463800" y="2908300"/>
          <p14:tracePt t="83223" x="2451100" y="2921000"/>
          <p14:tracePt t="83268" x="2444750" y="2946400"/>
          <p14:tracePt t="83311" x="2451100" y="3003550"/>
          <p14:tracePt t="83353" x="2482850" y="3086100"/>
          <p14:tracePt t="83397" x="2508250" y="3124200"/>
          <p14:tracePt t="83460" x="2514600" y="3130550"/>
          <p14:tracePt t="83503" x="2514600" y="3136900"/>
          <p14:tracePt t="83549" x="2520950" y="3143250"/>
          <p14:tracePt t="83633" x="2527300" y="3143250"/>
          <p14:tracePt t="83696" x="2527300" y="3130550"/>
          <p14:tracePt t="83741" x="2533650" y="3048000"/>
          <p14:tracePt t="83788" x="2559050" y="2933700"/>
          <p14:tracePt t="83810" x="2565400" y="2895600"/>
          <p14:tracePt t="83853" x="2584450" y="2838450"/>
          <p14:tracePt t="83896" x="2584450" y="2819400"/>
          <p14:tracePt t="83980" x="2571750" y="2819400"/>
          <p14:tracePt t="84043" x="2552700" y="2838450"/>
          <p14:tracePt t="84085" x="2527300" y="2882900"/>
          <p14:tracePt t="84129" x="2489200" y="2984500"/>
          <p14:tracePt t="84172" x="2476500" y="3060700"/>
          <p14:tracePt t="84215" x="2476500" y="3105150"/>
          <p14:tracePt t="84261" x="2476500" y="3117850"/>
          <p14:tracePt t="84324" x="2476500" y="3124200"/>
          <p14:tracePt t="84367" x="2476500" y="3105150"/>
          <p14:tracePt t="84411" x="2482850" y="3054350"/>
          <p14:tracePt t="84453" x="2495550" y="2940050"/>
          <p14:tracePt t="84496" x="2508250" y="2755900"/>
          <p14:tracePt t="84518" x="2508250" y="2654300"/>
          <p14:tracePt t="84563" x="2482850" y="2444750"/>
          <p14:tracePt t="84607" x="2463800" y="2387600"/>
          <p14:tracePt t="84649" x="2451100" y="2355850"/>
          <p14:tracePt t="84670" x="2451100" y="2349500"/>
          <p14:tracePt t="84841" x="2451100" y="2362200"/>
          <p14:tracePt t="84903" x="2451100" y="2381250"/>
          <p14:tracePt t="84946" x="2451100" y="2387600"/>
          <p14:tracePt t="85010" x="2451100" y="2406650"/>
          <p14:tracePt t="85030" x="2451100" y="2413000"/>
          <p14:tracePt t="85073" x="2463800" y="2451100"/>
          <p14:tracePt t="85115" x="2520950" y="2622550"/>
          <p14:tracePt t="85159" x="2622550" y="2857500"/>
          <p14:tracePt t="85201" x="2705100" y="3003550"/>
          <p14:tracePt t="85245" x="2787650" y="3162300"/>
          <p14:tracePt t="85288" x="2959100" y="3359150"/>
          <p14:tracePt t="85332" x="3302000" y="3632200"/>
          <p14:tracePt t="85376" x="4013200" y="4095750"/>
          <p14:tracePt t="85421" x="4394200" y="4337050"/>
          <p14:tracePt t="85465" x="4667250" y="4508500"/>
          <p14:tracePt t="85508" x="4787900" y="4654550"/>
          <p14:tracePt t="85550" x="4794250" y="4654550"/>
          <p14:tracePt t="85906" x="5162550" y="4813300"/>
          <p14:tracePt t="85948" x="5492750" y="5073650"/>
          <p14:tracePt t="85992" x="5676900" y="5264150"/>
          <p14:tracePt t="86035" x="5772150" y="5346700"/>
          <p14:tracePt t="86077" x="5797550" y="5353050"/>
          <p14:tracePt t="86121" x="5784850" y="5353050"/>
          <p14:tracePt t="86163" x="5753100" y="5340350"/>
          <p14:tracePt t="86185" x="5734050" y="5334000"/>
          <p14:tracePt t="86228" x="5670550" y="5321300"/>
          <p14:tracePt t="86248" x="5619750" y="5302250"/>
          <p14:tracePt t="86295" x="5416550" y="5270500"/>
          <p14:tracePt t="86341" x="5181600" y="5207000"/>
          <p14:tracePt t="86386" x="5105400" y="5200650"/>
          <p14:tracePt t="86429" x="5080000" y="5187950"/>
          <p14:tracePt t="86494" x="5099050" y="5181600"/>
          <p14:tracePt t="86537" x="5130800" y="5187950"/>
          <p14:tracePt t="86580" x="5181600" y="5194300"/>
          <p14:tracePt t="86624" x="5416550" y="5194300"/>
          <p14:tracePt t="86667" x="5772150" y="5181600"/>
          <p14:tracePt t="86710" x="6267450" y="5149850"/>
          <p14:tracePt t="86753" x="6616700" y="5118100"/>
          <p14:tracePt t="86795" x="6965950" y="5130800"/>
          <p14:tracePt t="86817" x="7067550" y="5130800"/>
          <p14:tracePt t="86860" x="7188200" y="5149850"/>
          <p14:tracePt t="86907" x="7283450" y="5149850"/>
          <p14:tracePt t="86929" x="7315200" y="5149850"/>
          <p14:tracePt t="86954" x="7340600" y="5149850"/>
          <p14:tracePt t="86999" x="7385050" y="5149850"/>
          <p14:tracePt t="87019" x="7391400" y="5149850"/>
          <p14:tracePt t="87043" x="7404100" y="5143500"/>
          <p14:tracePt t="87124" x="7385050" y="5143500"/>
          <p14:tracePt t="87167" x="7315200" y="5149850"/>
          <p14:tracePt t="87187" x="7277100" y="5149850"/>
          <p14:tracePt t="87230" x="6851650" y="5200650"/>
          <p14:tracePt t="87251" x="6737350" y="5207000"/>
          <p14:tracePt t="87293" x="6229350" y="5226050"/>
          <p14:tracePt t="87336" x="6000750" y="5219700"/>
          <p14:tracePt t="87383" x="5930900" y="5219700"/>
          <p14:tracePt t="87425" x="5911850" y="5213350"/>
          <p14:tracePt t="87607" x="5918200" y="5207000"/>
          <p14:tracePt t="87670" x="5930900" y="5207000"/>
          <p14:tracePt t="88328" x="5905500" y="5194300"/>
          <p14:tracePt t="88373" x="5873750" y="5194300"/>
          <p14:tracePt t="88417" x="5835650" y="5175250"/>
          <p14:tracePt t="88461" x="5778500" y="5162550"/>
          <p14:tracePt t="88504" x="5683250" y="5156200"/>
          <p14:tracePt t="88548" x="5676900" y="5149850"/>
          <p14:tracePt t="88594" x="5721350" y="5162550"/>
          <p14:tracePt t="88637" x="5911850" y="5175250"/>
          <p14:tracePt t="88680" x="6464300" y="5143500"/>
          <p14:tracePt t="88722" x="7372350" y="5048250"/>
          <p14:tracePt t="88766" x="7594600" y="4991100"/>
          <p14:tracePt t="88809" x="7613650" y="4991100"/>
          <p14:tracePt t="88888" x="7620000" y="4991100"/>
          <p14:tracePt t="88977" x="7607300" y="4984750"/>
          <p14:tracePt t="89024" x="7550150" y="4991100"/>
          <p14:tracePt t="89066" x="7194550" y="5054600"/>
          <p14:tracePt t="89111" x="6508750" y="5162550"/>
          <p14:tracePt t="89152" x="5969000" y="5245100"/>
          <p14:tracePt t="89197" x="5765800" y="5251450"/>
          <p14:tracePt t="89217" x="5759450" y="5245100"/>
          <p14:tracePt t="89339" x="5759450" y="5238750"/>
          <p14:tracePt t="89383" x="5772150" y="5238750"/>
          <p14:tracePt t="89428" x="5791200" y="5238750"/>
          <p14:tracePt t="89816" x="5524500" y="5232400"/>
          <p14:tracePt t="89860" x="4895850" y="5124450"/>
          <p14:tracePt t="89903" x="4273550" y="4959350"/>
          <p14:tracePt t="89947" x="3790950" y="4806950"/>
          <p14:tracePt t="89991" x="3238500" y="4629150"/>
          <p14:tracePt t="90011" x="3048000" y="4578350"/>
          <p14:tracePt t="90058" x="2705100" y="4464050"/>
          <p14:tracePt t="90101" x="2508250" y="4406900"/>
          <p14:tracePt t="90145" x="2444750" y="4368800"/>
          <p14:tracePt t="90165" x="2438400" y="4362450"/>
          <p14:tracePt t="90210" x="2419350" y="4362450"/>
          <p14:tracePt t="90272" x="2406650" y="4349750"/>
          <p14:tracePt t="90315" x="2381250" y="4349750"/>
          <p14:tracePt t="90359" x="2349500" y="4356100"/>
          <p14:tracePt t="90402" x="2324100" y="4356100"/>
          <p14:tracePt t="90445" x="2298700" y="4356100"/>
          <p14:tracePt t="90489" x="2273300" y="4356100"/>
          <p14:tracePt t="90532" x="2254250" y="4368800"/>
          <p14:tracePt t="90575" x="2247900" y="4375150"/>
          <p14:tracePt t="91140" x="2279650" y="4438650"/>
          <p14:tracePt t="91185" x="2305050" y="4483100"/>
          <p14:tracePt t="91228" x="2317750" y="4495800"/>
          <p14:tracePt t="91292" x="2317750" y="4502150"/>
          <p14:tracePt t="91374" x="2324100" y="4502150"/>
          <p14:tracePt t="91436" x="2330450" y="4508500"/>
          <p14:tracePt t="91496" x="2343150" y="4514850"/>
          <p14:tracePt t="91579" x="2343150" y="4502150"/>
          <p14:tracePt t="91599" x="2336800" y="4495800"/>
          <p14:tracePt t="91643" x="2324100" y="4476750"/>
          <p14:tracePt t="91696" x="2273300" y="4413250"/>
          <p14:tracePt t="91743" x="2247900" y="4381500"/>
          <p14:tracePt t="91884" x="2286000" y="4381500"/>
          <p14:tracePt t="91905" x="2330450" y="4400550"/>
          <p14:tracePt t="91928" x="2463800" y="4413250"/>
          <p14:tracePt t="91972" x="2851150" y="4476750"/>
          <p14:tracePt t="92016" x="3378200" y="4584700"/>
          <p14:tracePt t="92060" x="3994150" y="4730750"/>
          <p14:tracePt t="92102" x="4324350" y="4832350"/>
          <p14:tracePt t="92125" x="4432300" y="4851400"/>
          <p14:tracePt t="92169" x="4489450" y="4845050"/>
          <p14:tracePt t="92217" x="4546600" y="4819650"/>
          <p14:tracePt t="92259" x="4572000" y="4806950"/>
          <p14:tracePt t="92304" x="4597400" y="4794250"/>
          <p14:tracePt t="92349" x="4686300" y="4768850"/>
          <p14:tracePt t="92392" x="4851400" y="4730750"/>
          <p14:tracePt t="92437" x="5003800" y="4705350"/>
          <p14:tracePt t="92482" x="5048250" y="4705350"/>
          <p14:tracePt t="92622" x="5022850" y="4705350"/>
          <p14:tracePt t="92667" x="4997450" y="4705350"/>
          <p14:tracePt t="92718" x="4953000" y="4705350"/>
          <p14:tracePt t="92764" x="4914900" y="4705350"/>
          <p14:tracePt t="92805" x="4908550" y="4705350"/>
          <p14:tracePt t="92849" x="4902200" y="4705350"/>
          <p14:tracePt t="92911" x="4895850" y="4705350"/>
          <p14:tracePt t="93011" x="4889500" y="4705350"/>
          <p14:tracePt t="93054" x="4883150" y="4705350"/>
          <p14:tracePt t="93526" x="4667250" y="4699000"/>
          <p14:tracePt t="93569" x="4260850" y="4654550"/>
          <p14:tracePt t="93612" x="3949700" y="4610100"/>
          <p14:tracePt t="93632" x="3829050" y="4578350"/>
          <p14:tracePt t="93677" x="3632200" y="4540250"/>
          <p14:tracePt t="93726" x="3562350" y="4533900"/>
          <p14:tracePt t="93769" x="3486150" y="4514850"/>
          <p14:tracePt t="93815" x="3416300" y="4502150"/>
          <p14:tracePt t="93859" x="3327400" y="4502150"/>
          <p14:tracePt t="93901" x="3219450" y="4483100"/>
          <p14:tracePt t="93947" x="3079750" y="4438650"/>
          <p14:tracePt t="93990" x="2990850" y="4413250"/>
          <p14:tracePt t="94033" x="2940050" y="4400550"/>
          <p14:tracePt t="94077" x="2889250" y="4381500"/>
          <p14:tracePt t="94119" x="2844800" y="4381500"/>
          <p14:tracePt t="94164" x="2825750" y="4381500"/>
          <p14:tracePt t="94249" x="2813050" y="4381500"/>
          <p14:tracePt t="94293" x="2806700" y="4381500"/>
          <p14:tracePt t="94357" x="2800350" y="4387850"/>
          <p14:tracePt t="94499" x="2800350" y="4394200"/>
          <p14:tracePt t="94546" x="2762250" y="4400550"/>
          <p14:tracePt t="94590" x="2597150" y="4400550"/>
          <p14:tracePt t="94632" x="2362200" y="4381500"/>
          <p14:tracePt t="94677" x="2057400" y="4343400"/>
          <p14:tracePt t="94727" x="1860550" y="4324350"/>
          <p14:tracePt t="94748" x="1765300" y="4318000"/>
          <p14:tracePt t="94795" x="1695450" y="4311650"/>
          <p14:tracePt t="94815" x="1689100" y="4305300"/>
          <p14:tracePt t="94859" x="1670050" y="4298950"/>
          <p14:tracePt t="94922" x="1663700" y="4292600"/>
          <p14:tracePt t="94985" x="1663700" y="4286250"/>
          <p14:tracePt t="95050" x="1765300" y="4292600"/>
          <p14:tracePt t="95095" x="2044700" y="4362450"/>
          <p14:tracePt t="95138" x="2413000" y="4464050"/>
          <p14:tracePt t="95181" x="2616200" y="4521200"/>
          <p14:tracePt t="95224" x="2673350" y="4540250"/>
          <p14:tracePt t="95271" x="2686050" y="4540250"/>
          <p14:tracePt t="95350" x="2686050" y="4533900"/>
          <p14:tracePt t="95397" x="2686050" y="4527550"/>
          <p14:tracePt t="96024" x="2565400" y="4508500"/>
          <p14:tracePt t="96069" x="2330450" y="4476750"/>
          <p14:tracePt t="96112" x="1955800" y="4451350"/>
          <p14:tracePt t="96156" x="1720850" y="4419600"/>
          <p14:tracePt t="96199" x="1587500" y="4400550"/>
          <p14:tracePt t="96242" x="1549400" y="4400550"/>
          <p14:tracePt t="96287" x="1530350" y="4381500"/>
          <p14:tracePt t="96333" x="1524000" y="4375150"/>
          <p14:tracePt t="96393" x="1524000" y="4362450"/>
          <p14:tracePt t="96458" x="1536700" y="4362450"/>
          <p14:tracePt t="96503" x="1606550" y="4368800"/>
          <p14:tracePt t="96546" x="1962150" y="4368800"/>
          <p14:tracePt t="96593" x="2546350" y="4375150"/>
          <p14:tracePt t="96638" x="2889250" y="4375150"/>
          <p14:tracePt t="96659" x="2978150" y="4362450"/>
          <p14:tracePt t="96703" x="3067050" y="4362450"/>
          <p14:tracePt t="96753" x="3079750" y="4375150"/>
          <p14:tracePt t="96795" x="3092450" y="4381500"/>
          <p14:tracePt t="96858" x="3098800" y="4387850"/>
          <p14:tracePt t="96901" x="3105150" y="4387850"/>
          <p14:tracePt t="96943" x="3111500" y="4387850"/>
          <p14:tracePt t="97004" x="3124200" y="4381500"/>
          <p14:tracePt t="97049" x="3136900" y="4375150"/>
          <p14:tracePt t="97098" x="3149600" y="4368800"/>
          <p14:tracePt t="97160" x="3155950" y="4362450"/>
          <p14:tracePt t="97206" x="3168650" y="4356100"/>
          <p14:tracePt t="97269" x="3181350" y="4356100"/>
          <p14:tracePt t="97312" x="3187700" y="4356100"/>
          <p14:tracePt t="97570" x="3194050" y="4362450"/>
          <p14:tracePt t="97634" x="3206750" y="4375150"/>
          <p14:tracePt t="97654" x="3213100" y="4381500"/>
          <p14:tracePt t="97680" x="3219450" y="4381500"/>
          <p14:tracePt t="97723" x="3225800" y="4387850"/>
          <p14:tracePt t="97980" x="3181350" y="4375150"/>
          <p14:tracePt t="98022" x="3003550" y="4362450"/>
          <p14:tracePt t="98065" x="2768600" y="4349750"/>
          <p14:tracePt t="98109" x="2584450" y="4343400"/>
          <p14:tracePt t="98155" x="2438400" y="4337050"/>
          <p14:tracePt t="98177" x="2393950" y="4324350"/>
          <p14:tracePt t="98220" x="2324100" y="4318000"/>
          <p14:tracePt t="98265" x="2241550" y="4311650"/>
          <p14:tracePt t="98307" x="2197100" y="4311650"/>
          <p14:tracePt t="98351" x="2152650" y="4305300"/>
          <p14:tracePt t="98374" x="2146300" y="4305300"/>
          <p14:tracePt t="98499" x="2165350" y="4305300"/>
          <p14:tracePt t="98543" x="2178050" y="4305300"/>
          <p14:tracePt t="98585" x="2228850" y="4311650"/>
          <p14:tracePt t="98632" x="2349500" y="4349750"/>
          <p14:tracePt t="98677" x="2400300" y="4387850"/>
          <p14:tracePt t="98720" x="2387600" y="4394200"/>
          <p14:tracePt t="98764" x="2324100" y="4381500"/>
          <p14:tracePt t="98808" x="2266950" y="4356100"/>
          <p14:tracePt t="98851" x="2247900" y="4368800"/>
          <p14:tracePt t="98895" x="2254250" y="4413250"/>
          <p14:tracePt t="98936" x="2305050" y="4514850"/>
          <p14:tracePt t="98980" x="2406650" y="4660900"/>
          <p14:tracePt t="99024" x="2597150" y="4806950"/>
          <p14:tracePt t="99067" x="2673350" y="4845050"/>
          <p14:tracePt t="99110" x="2705100" y="4845050"/>
          <p14:tracePt t="99152" x="2711450" y="4832350"/>
          <p14:tracePt t="99196" x="2717800" y="4832350"/>
          <p14:tracePt t="99242" x="2724150" y="4826000"/>
          <p14:tracePt t="99285" x="2717800" y="4806950"/>
          <p14:tracePt t="99330" x="2692400" y="4781550"/>
          <p14:tracePt t="99374" x="2578100" y="4705350"/>
          <p14:tracePt t="99420" x="2209800" y="4508500"/>
          <p14:tracePt t="99465" x="1854200" y="4311650"/>
          <p14:tracePt t="99509" x="1543050" y="4064000"/>
          <p14:tracePt t="99552" x="1416050" y="3886200"/>
          <p14:tracePt t="99596" x="1346200" y="3733800"/>
          <p14:tracePt t="99648" x="1295400" y="3670300"/>
          <p14:tracePt t="99693" x="1289050" y="3657600"/>
          <p14:tracePt t="99735" x="1276350" y="3651250"/>
          <p14:tracePt t="99778" x="1276350" y="3638550"/>
          <p14:tracePt t="99823" x="1276350" y="3632200"/>
          <p14:tracePt t="100253" x="1289050" y="3651250"/>
          <p14:tracePt t="100297" x="1333500" y="3714750"/>
          <p14:tracePt t="100341" x="1581150" y="3962400"/>
          <p14:tracePt t="100386" x="1898650" y="4248150"/>
          <p14:tracePt t="100431" x="2006600" y="4349750"/>
          <p14:tracePt t="100453" x="2019300" y="4368800"/>
          <p14:tracePt t="100501" x="2025650" y="4368800"/>
          <p14:tracePt t="100603" x="2019300" y="4362450"/>
          <p14:tracePt t="100645" x="1993900" y="4343400"/>
          <p14:tracePt t="100689" x="1930400" y="4343400"/>
          <p14:tracePt t="100732" x="1822450" y="4343400"/>
          <p14:tracePt t="100777" x="1651000" y="4343400"/>
          <p14:tracePt t="100823" x="1555750" y="4337050"/>
          <p14:tracePt t="100867" x="1517650" y="4343400"/>
          <p14:tracePt t="100910" x="1492250" y="4356100"/>
          <p14:tracePt t="100954" x="1485900" y="4356100"/>
          <p14:tracePt t="100996" x="1485900" y="4368800"/>
          <p14:tracePt t="101061" x="1504950" y="4368800"/>
          <p14:tracePt t="101103" x="1536700" y="4368800"/>
          <p14:tracePt t="101145" x="1600200" y="4368800"/>
          <p14:tracePt t="101166" x="1651000" y="4375150"/>
          <p14:tracePt t="101190" x="1701800" y="4375150"/>
          <p14:tracePt t="101234" x="1803400" y="4375150"/>
          <p14:tracePt t="101278" x="1816100" y="4381500"/>
          <p14:tracePt t="101321" x="1765300" y="4381500"/>
          <p14:tracePt t="101342" x="1708150" y="4375150"/>
          <p14:tracePt t="101389" x="1574800" y="4362450"/>
          <p14:tracePt t="101435" x="1466850" y="4356100"/>
          <p14:tracePt t="101477" x="1435100" y="4356100"/>
          <p14:tracePt t="101545" x="1473200" y="4362450"/>
          <p14:tracePt t="101589" x="1498600" y="4362450"/>
          <p14:tracePt t="101633" x="1524000" y="4362450"/>
          <p14:tracePt t="101676" x="1555750" y="4362450"/>
          <p14:tracePt t="101719" x="1593850" y="4368800"/>
          <p14:tracePt t="101764" x="1682750" y="4368800"/>
          <p14:tracePt t="101807" x="1739900" y="4368800"/>
          <p14:tracePt t="101851" x="1752600" y="4368800"/>
          <p14:tracePt t="101932" x="1701800" y="4368800"/>
          <p14:tracePt t="101952" x="1682750" y="4368800"/>
          <p14:tracePt t="101997" x="1492250" y="4368800"/>
          <p14:tracePt t="102041" x="1384300" y="4368800"/>
          <p14:tracePt t="102062" x="1352550" y="4368800"/>
          <p14:tracePt t="102147" x="1377950" y="4375150"/>
          <p14:tracePt t="102190" x="1409700" y="4375150"/>
          <p14:tracePt t="102213" x="1441450" y="4381500"/>
          <p14:tracePt t="102255" x="1543050" y="4400550"/>
          <p14:tracePt t="102299" x="1708150" y="4425950"/>
          <p14:tracePt t="102341" x="1822450" y="4425950"/>
          <p14:tracePt t="102385" x="1885950" y="4419600"/>
          <p14:tracePt t="102431" x="1911350" y="4406900"/>
          <p14:tracePt t="102474" x="1917700" y="4406900"/>
          <p14:tracePt t="103707" x="1955800" y="4406900"/>
          <p14:tracePt t="103728" x="1987550" y="4406900"/>
          <p14:tracePt t="103773" x="2057400" y="4406900"/>
          <p14:tracePt t="103816" x="2247900" y="4406900"/>
          <p14:tracePt t="103859" x="2393950" y="4394200"/>
          <p14:tracePt t="103902" x="2444750" y="4387850"/>
          <p14:tracePt t="103944" x="2463800" y="4375150"/>
          <p14:tracePt t="103987" x="2476500" y="4368800"/>
          <p14:tracePt t="104033" x="2501900" y="4368800"/>
          <p14:tracePt t="104054" x="2501900" y="4362450"/>
          <p14:tracePt t="104096" x="2514600" y="4362450"/>
          <p14:tracePt t="104178" x="2520950" y="4362450"/>
          <p14:tracePt t="104223" x="2552700" y="4362450"/>
          <p14:tracePt t="104267" x="2584450" y="4375150"/>
          <p14:tracePt t="104310" x="2647950" y="4381500"/>
          <p14:tracePt t="104351" x="2679700" y="4387850"/>
          <p14:tracePt t="104374" x="2660650" y="4387850"/>
          <p14:tracePt t="104417" x="2578100" y="4368800"/>
          <p14:tracePt t="104462" x="2355850" y="4318000"/>
          <p14:tracePt t="104505" x="2133600" y="4286250"/>
          <p14:tracePt t="104549" x="1936750" y="4273550"/>
          <p14:tracePt t="104594" x="1835150" y="4260850"/>
          <p14:tracePt t="104640" x="1790700" y="4260850"/>
          <p14:tracePt t="104727" x="1790700" y="4273550"/>
          <p14:tracePt t="104789" x="1797050" y="4279900"/>
          <p14:tracePt t="104832" x="1809750" y="4279900"/>
          <p14:tracePt t="104874" x="1816100" y="4279900"/>
          <p14:tracePt t="104915" x="1828800" y="4279900"/>
          <p14:tracePt t="104959" x="1873250" y="4273550"/>
          <p14:tracePt t="105003" x="2108200" y="4273550"/>
          <p14:tracePt t="105046" x="2387600" y="4273550"/>
          <p14:tracePt t="105091" x="2597150" y="4273550"/>
          <p14:tracePt t="105133" x="2673350" y="4273550"/>
          <p14:tracePt t="105154" x="2692400" y="4273550"/>
          <p14:tracePt t="105202" x="2717800" y="4273550"/>
          <p14:tracePt t="105245" x="2755900" y="4279900"/>
          <p14:tracePt t="105291" x="2876550" y="4292600"/>
          <p14:tracePt t="105332" x="3073400" y="4298950"/>
          <p14:tracePt t="105354" x="3086100" y="4298950"/>
          <p14:tracePt t="105805" x="3003550" y="4298950"/>
          <p14:tracePt t="105847" x="2794000" y="4286250"/>
          <p14:tracePt t="105890" x="2628900" y="4273550"/>
          <p14:tracePt t="105934" x="2495550" y="4267200"/>
          <p14:tracePt t="105976" x="2432050" y="4267200"/>
          <p14:tracePt t="106019" x="2425700" y="4267200"/>
          <p14:tracePt t="106062" x="2444750" y="4273550"/>
          <p14:tracePt t="106106" x="2463800" y="4279900"/>
          <p14:tracePt t="106149" x="2476500" y="4279900"/>
          <p14:tracePt t="106211" x="2482850" y="4279900"/>
          <p14:tracePt t="106256" x="2495550" y="4279900"/>
          <p14:tracePt t="106340" x="2501900" y="4279900"/>
          <p14:tracePt t="106539" x="2508250" y="4273550"/>
          <p14:tracePt t="106623" x="2527300" y="4279900"/>
          <p14:tracePt t="106705" x="2540000" y="4279900"/>
          <p14:tracePt t="106734" x="2552700" y="4292600"/>
          <p14:tracePt t="106760" x="2578100" y="4305300"/>
          <p14:tracePt t="106806" x="2679700" y="4349750"/>
          <p14:tracePt t="106848" x="2819400" y="4387850"/>
          <p14:tracePt t="106890" x="2971800" y="4413250"/>
          <p14:tracePt t="106932" x="3130550" y="4413250"/>
          <p14:tracePt t="106976" x="3289300" y="4400550"/>
          <p14:tracePt t="107018" x="3365500" y="4368800"/>
          <p14:tracePt t="107059" x="3390900" y="4356100"/>
          <p14:tracePt t="107122" x="3397250" y="4349750"/>
          <p14:tracePt t="107259" x="3384550" y="4349750"/>
          <p14:tracePt t="107283" x="3378200" y="4349750"/>
          <p14:tracePt t="107344" x="3333750" y="4337050"/>
          <p14:tracePt t="107388" x="3225800" y="4305300"/>
          <p14:tracePt t="107431" x="3003550" y="4267200"/>
          <p14:tracePt t="107473" x="2768600" y="4241800"/>
          <p14:tracePt t="107517" x="2647950" y="4241800"/>
          <p14:tracePt t="107560" x="2628900" y="4241800"/>
          <p14:tracePt t="107621" x="2635250" y="4248150"/>
          <p14:tracePt t="107685" x="2641600" y="4248150"/>
          <p14:tracePt t="107765" x="2654300" y="4248150"/>
          <p14:tracePt t="107813" x="2667000" y="4248150"/>
          <p14:tracePt t="107856" x="2686050" y="4254500"/>
          <p14:tracePt t="107901" x="2781300" y="4241800"/>
          <p14:tracePt t="107952" x="3028950" y="4210050"/>
          <p14:tracePt t="107993" x="3251200" y="4152900"/>
          <p14:tracePt t="108032" x="3416300" y="4102100"/>
          <p14:tracePt t="108071" x="3524250" y="4057650"/>
          <p14:tracePt t="108107" x="3556000" y="4044950"/>
          <p14:tracePt t="108148" x="3568700" y="4038600"/>
          <p14:tracePt t="108287" x="3549650" y="4038600"/>
          <p14:tracePt t="108348" x="3543300" y="4051300"/>
          <p14:tracePt t="108387" x="3543300" y="4070350"/>
          <p14:tracePt t="108428" x="3568700" y="4108450"/>
          <p14:tracePt t="108467" x="3663950" y="4178300"/>
          <p14:tracePt t="108511" x="3835400" y="4216400"/>
          <p14:tracePt t="108552" x="3981450" y="4222750"/>
          <p14:tracePt t="108594" x="4070350" y="4191000"/>
          <p14:tracePt t="108635" x="4083050" y="4140200"/>
          <p14:tracePt t="108652" x="4083050" y="4133850"/>
          <p14:tracePt t="108695" x="4083050" y="4108450"/>
          <p14:tracePt t="108735" x="4102100" y="4095750"/>
          <p14:tracePt t="108757" x="4133850" y="4089400"/>
          <p14:tracePt t="108798" x="4171950" y="4089400"/>
          <p14:tracePt t="108845" x="4216400" y="4102100"/>
          <p14:tracePt t="108891" x="4241800" y="4127500"/>
          <p14:tracePt t="108932" x="4241800" y="4146550"/>
          <p14:tracePt t="108990" x="4222750" y="4165600"/>
          <p14:tracePt t="109028" x="4171950" y="4184650"/>
          <p14:tracePt t="109068" x="4076700" y="4197350"/>
          <p14:tracePt t="109110" x="3879850" y="4216400"/>
          <p14:tracePt t="109167" x="3663950" y="4191000"/>
          <p14:tracePt t="109212" x="3651250" y="4191000"/>
          <p14:tracePt t="109272" x="3663950" y="4191000"/>
          <p14:tracePt t="109313" x="3670300" y="4191000"/>
          <p14:tracePt t="109391" x="3676650" y="4191000"/>
          <p14:tracePt t="109486" x="3683000" y="4191000"/>
          <p14:tracePt t="109546" x="3683000" y="4178300"/>
          <p14:tracePt t="109821" x="3733800" y="4241800"/>
          <p14:tracePt t="109860" x="3873500" y="4400550"/>
          <p14:tracePt t="109909" x="4006850" y="4489450"/>
          <p14:tracePt t="109948" x="4070350" y="4508500"/>
          <p14:tracePt t="109971" x="4095750" y="4508500"/>
          <p14:tracePt t="109992" x="4114800" y="4508500"/>
          <p14:tracePt t="110034" x="4171950" y="4483100"/>
          <p14:tracePt t="110077" x="4273550" y="4470400"/>
          <p14:tracePt t="110128" x="4381500" y="4464050"/>
          <p14:tracePt t="110168" x="4432300" y="4483100"/>
          <p14:tracePt t="110210" x="4483100" y="4502150"/>
          <p14:tracePt t="110248" x="4527550" y="4521200"/>
          <p14:tracePt t="110293" x="4552950" y="4533900"/>
          <p14:tracePt t="110335" x="4572000" y="4546600"/>
          <p14:tracePt t="110376" x="4572000" y="4559300"/>
          <p14:tracePt t="110418" x="4584700" y="4565650"/>
          <p14:tracePt t="110457" x="4591050" y="4578350"/>
          <p14:tracePt t="110498" x="4603750" y="4584700"/>
          <p14:tracePt t="110541" x="4616450" y="4597400"/>
          <p14:tracePt t="111173" x="4768850" y="4622800"/>
          <p14:tracePt t="111216" x="4946650" y="4660900"/>
          <p14:tracePt t="111259" x="5041900" y="4692650"/>
          <p14:tracePt t="111280" x="5073650" y="4705350"/>
          <p14:tracePt t="111326" x="5086350" y="4711700"/>
          <p14:tracePt t="111369" x="5099050" y="4711700"/>
          <p14:tracePt t="111432" x="5105400" y="4718050"/>
          <p14:tracePt t="111515" x="5111750" y="4711700"/>
          <p14:tracePt t="115078" x="5067300" y="4699000"/>
          <p14:tracePt t="115126" x="4813300" y="4699000"/>
          <p14:tracePt t="115169" x="4292600" y="4686300"/>
          <p14:tracePt t="115212" x="3365500" y="4641850"/>
          <p14:tracePt t="115255" x="2857500" y="4654550"/>
          <p14:tracePt t="115297" x="2546350" y="4629150"/>
          <p14:tracePt t="115342" x="2317750" y="4603750"/>
          <p14:tracePt t="115389" x="2178050" y="4565650"/>
          <p14:tracePt t="115434" x="2038350" y="4546600"/>
          <p14:tracePt t="115477" x="1949450" y="4514850"/>
          <p14:tracePt t="115522" x="1828800" y="4502150"/>
          <p14:tracePt t="115565" x="1758950" y="4470400"/>
          <p14:tracePt t="115608" x="1739900" y="4451350"/>
          <p14:tracePt t="115651" x="1746250" y="4438650"/>
          <p14:tracePt t="115694" x="1765300" y="4425950"/>
          <p14:tracePt t="115737" x="1784350" y="4419600"/>
          <p14:tracePt t="115780" x="1816100" y="4413250"/>
          <p14:tracePt t="115823" x="1841500" y="4413250"/>
          <p14:tracePt t="115845" x="1854200" y="4413250"/>
          <p14:tracePt t="115888" x="1885950" y="4413250"/>
          <p14:tracePt t="115934" x="1936750" y="4413250"/>
          <p14:tracePt t="115975" x="2000250" y="4413250"/>
          <p14:tracePt t="116020" x="2044700" y="4406900"/>
          <p14:tracePt t="116082" x="2051050" y="4406900"/>
          <p14:tracePt t="116127" x="2057400" y="4406900"/>
          <p14:tracePt t="116173" x="2063750" y="4400550"/>
          <p14:tracePt t="116623" x="2101850" y="4400550"/>
          <p14:tracePt t="116666" x="2152650" y="4400550"/>
          <p14:tracePt t="116709" x="2190750" y="4400550"/>
          <p14:tracePt t="116729" x="2197100" y="4400550"/>
          <p14:tracePt t="116770" x="2209800" y="4400550"/>
          <p14:tracePt t="116813" x="2216150" y="4400550"/>
          <p14:tracePt t="117533" x="2171700" y="4394200"/>
          <p14:tracePt t="117578" x="2139950" y="4394200"/>
          <p14:tracePt t="117622" x="2133600" y="4387850"/>
          <p14:tracePt t="117703" x="2133600" y="4381500"/>
          <p14:tracePt t="117764" x="2139950" y="4381500"/>
          <p14:tracePt t="117809" x="2159000" y="4387850"/>
          <p14:tracePt t="119430" x="2286000" y="4375150"/>
          <p14:tracePt t="119450" x="2336800" y="4362450"/>
          <p14:tracePt t="119475" x="2622550" y="4337050"/>
          <p14:tracePt t="119519" x="3041650" y="4318000"/>
          <p14:tracePt t="119561" x="3536950" y="4305300"/>
          <p14:tracePt t="119606" x="3873500" y="4349750"/>
          <p14:tracePt t="119648" x="4102100" y="4400550"/>
          <p14:tracePt t="119671" x="4127500" y="4419600"/>
          <p14:tracePt t="119718" x="4191000" y="4451350"/>
          <p14:tracePt t="119739" x="4229100" y="4476750"/>
          <p14:tracePt t="119780" x="4343400" y="4521200"/>
          <p14:tracePt t="119802" x="4464050" y="4552950"/>
          <p14:tracePt t="119825" x="4578350" y="4603750"/>
          <p14:tracePt t="119869" x="4819650" y="4699000"/>
          <p14:tracePt t="119912" x="5054600" y="4762500"/>
          <p14:tracePt t="119955" x="5092700" y="4768850"/>
          <p14:tracePt t="119997" x="5099050" y="4762500"/>
          <p14:tracePt t="120078" x="5105400" y="4762500"/>
          <p14:tracePt t="120124" x="5111750" y="4762500"/>
          <p14:tracePt t="120689" x="5137150" y="4762500"/>
          <p14:tracePt t="120734" x="5156200" y="4768850"/>
          <p14:tracePt t="120776" x="5162550" y="4775200"/>
          <p14:tracePt t="120842" x="5175250" y="4775200"/>
          <p14:tracePt t="120884" x="5207000" y="4775200"/>
          <p14:tracePt t="120905" x="5238750" y="4775200"/>
          <p14:tracePt t="120951" x="5321300" y="4768850"/>
          <p14:tracePt t="120994" x="5410200" y="4762500"/>
          <p14:tracePt t="121039" x="5467350" y="4756150"/>
          <p14:tracePt t="121082" x="5492750" y="4756150"/>
          <p14:tracePt t="121125" x="5511800" y="4756150"/>
          <p14:tracePt t="121186" x="5518150" y="4756150"/>
          <p14:tracePt t="121287" x="5524500" y="4756150"/>
          <p14:tracePt t="121373" x="5537200" y="4756150"/>
          <p14:tracePt t="121763" x="5391150" y="4711700"/>
          <p14:tracePt t="121806" x="5137150" y="4654550"/>
          <p14:tracePt t="121829" x="4959350" y="4622800"/>
          <p14:tracePt t="121875" x="4635500" y="4572000"/>
          <p14:tracePt t="121919" x="4476750" y="4565650"/>
          <p14:tracePt t="121962" x="4470400" y="4591050"/>
          <p14:tracePt t="122027" x="4483100" y="4597400"/>
          <p14:tracePt t="122070" x="4502150" y="4603750"/>
          <p14:tracePt t="122113" x="4521200" y="4603750"/>
          <p14:tracePt t="122156" x="4540250" y="4610100"/>
          <p14:tracePt t="122478" x="4362450" y="4591050"/>
          <p14:tracePt t="122522" x="3797300" y="4546600"/>
          <p14:tracePt t="122565" x="3213100" y="4489450"/>
          <p14:tracePt t="122607" x="2768600" y="4451350"/>
          <p14:tracePt t="122650" x="2432050" y="4419600"/>
          <p14:tracePt t="122670" x="2336800" y="4413250"/>
          <p14:tracePt t="122717" x="2216150" y="4400550"/>
          <p14:tracePt t="122761" x="2152650" y="4381500"/>
          <p14:tracePt t="122804" x="2095500" y="4381500"/>
          <p14:tracePt t="122847" x="2051050" y="4381500"/>
          <p14:tracePt t="122893" x="2032000" y="4375150"/>
          <p14:tracePt t="122976" x="2051050" y="4375150"/>
          <p14:tracePt t="122997" x="2063750" y="4375150"/>
          <p14:tracePt t="123041" x="2095500" y="4375150"/>
          <p14:tracePt t="123084" x="2133600" y="4375150"/>
          <p14:tracePt t="123127" x="2241550" y="4375150"/>
          <p14:tracePt t="123169" x="2419350" y="4343400"/>
          <p14:tracePt t="123213" x="2635250" y="4311650"/>
          <p14:tracePt t="123256" x="2686050" y="4292600"/>
          <p14:tracePt t="123297" x="2692400" y="4292600"/>
          <p14:tracePt t="123341" x="2692400" y="4286250"/>
          <p14:tracePt t="123403" x="2686050" y="4286250"/>
          <p14:tracePt t="123476" x="2673350" y="4286250"/>
          <p14:tracePt t="123540" x="2654300" y="4279900"/>
          <p14:tracePt t="123584" x="2641600" y="4279900"/>
          <p14:tracePt t="123627" x="2597150" y="4279900"/>
          <p14:tracePt t="123668" x="2451100" y="4286250"/>
          <p14:tracePt t="123712" x="2209800" y="4324350"/>
          <p14:tracePt t="123755" x="2012950" y="4356100"/>
          <p14:tracePt t="123797" x="1993900" y="4356100"/>
          <p14:tracePt t="123840" x="2000250" y="4362450"/>
          <p14:tracePt t="123904" x="2025650" y="4368800"/>
          <p14:tracePt t="123946" x="2032000" y="4368800"/>
          <p14:tracePt t="124066" x="2032000" y="4356100"/>
          <p14:tracePt t="124111" x="2019300" y="4343400"/>
          <p14:tracePt t="124155" x="1981200" y="4318000"/>
          <p14:tracePt t="124198" x="1816100" y="4235450"/>
          <p14:tracePt t="124241" x="1536700" y="4114800"/>
          <p14:tracePt t="124284" x="1320800" y="4076700"/>
          <p14:tracePt t="124328" x="1193800" y="4083050"/>
          <p14:tracePt t="124372" x="1143000" y="4108450"/>
          <p14:tracePt t="124415" x="1130300" y="4146550"/>
          <p14:tracePt t="124461" x="1130300" y="4203700"/>
          <p14:tracePt t="124508" x="1149350" y="4260850"/>
          <p14:tracePt t="124558" x="1162050" y="4273550"/>
          <p14:tracePt t="124600" x="1168400" y="4279900"/>
          <p14:tracePt t="124663" x="1181100" y="4279900"/>
          <p14:tracePt t="124725" x="1187450" y="4273550"/>
          <p14:tracePt t="124788" x="1193800" y="4273550"/>
          <p14:tracePt t="124831" x="1193800" y="4260850"/>
          <p14:tracePt t="124893" x="1193800" y="4254500"/>
          <p14:tracePt t="124955" x="1193800" y="4248150"/>
          <p14:tracePt t="125018" x="1200150" y="4248150"/>
          <p14:tracePt t="125061" x="1206500" y="4248150"/>
          <p14:tracePt t="125145" x="1219200" y="4248150"/>
          <p14:tracePt t="125246" x="1231900" y="4248150"/>
          <p14:tracePt t="125366" x="1244600" y="4248150"/>
          <p14:tracePt t="125469" x="1250950" y="4248150"/>
          <p14:tracePt t="126101" x="1257300" y="4248150"/>
          <p14:tracePt t="126356" x="1263650" y="4248150"/>
          <p14:tracePt t="126420" x="1270000" y="4248150"/>
          <p14:tracePt t="126585" x="1270000" y="4241800"/>
          <p14:tracePt t="126690" x="1276350" y="4241800"/>
          <p14:tracePt t="126734" x="1282700" y="4248150"/>
          <p14:tracePt t="126795" x="1295400" y="4254500"/>
          <p14:tracePt t="126838" x="1301750" y="4254500"/>
          <p14:tracePt t="126880" x="1308100" y="4254500"/>
          <p14:tracePt t="126923" x="1320800" y="4260850"/>
          <p14:tracePt t="126967" x="1339850" y="4267200"/>
          <p14:tracePt t="127010" x="1447800" y="4298950"/>
          <p14:tracePt t="127053" x="2120900" y="4425950"/>
          <p14:tracePt t="127099" x="2978150" y="4533900"/>
          <p14:tracePt t="127145" x="3575050" y="4610100"/>
          <p14:tracePt t="127187" x="3714750" y="4641850"/>
          <p14:tracePt t="127231" x="3746500" y="4641850"/>
          <p14:tracePt t="127353" x="3746500" y="4635500"/>
          <p14:tracePt t="127396" x="3746500" y="4629150"/>
          <p14:tracePt t="127854" x="3740150" y="4610100"/>
          <p14:tracePt t="127899" x="3727450" y="4591050"/>
          <p14:tracePt t="127961" x="3727450" y="4584700"/>
          <p14:tracePt t="128003" x="3727450" y="4578350"/>
          <p14:tracePt t="128047" x="3727450" y="4572000"/>
          <p14:tracePt t="128244" x="3733800" y="4578350"/>
          <p14:tracePt t="128482" x="3733800" y="4591050"/>
          <p14:tracePt t="128525" x="3733800" y="4578350"/>
          <p14:tracePt t="128824" x="3752850" y="4165600"/>
          <p14:tracePt t="128867" x="3784600" y="3524250"/>
          <p14:tracePt t="128912" x="3816350" y="2368550"/>
          <p14:tracePt t="128956" x="3867150" y="1562100"/>
          <p14:tracePt t="128999" x="3898900" y="1238250"/>
          <p14:tracePt t="129042" x="3879850" y="1117600"/>
          <p14:tracePt t="129083" x="3873500" y="1047750"/>
          <p14:tracePt t="129127" x="3873500" y="1028700"/>
          <p14:tracePt t="129191" x="3892550" y="984250"/>
          <p14:tracePt t="129237" x="3898900" y="933450"/>
          <p14:tracePt t="129278" x="3905250" y="908050"/>
          <p14:tracePt t="129342" x="3879850" y="952500"/>
          <p14:tracePt t="129388" x="3816350" y="996950"/>
          <p14:tracePt t="129432" x="3714750" y="1041400"/>
          <p14:tracePt t="129475" x="3625850" y="1054100"/>
          <p14:tracePt t="129519" x="3575050" y="1054100"/>
          <p14:tracePt t="129562" x="3562350" y="1066800"/>
          <p14:tracePt t="129605" x="3562350" y="1079500"/>
          <p14:tracePt t="129646" x="3575050" y="1085850"/>
          <p14:tracePt t="129691" x="3587750" y="1092200"/>
          <p14:tracePt t="129739" x="3606800" y="1092200"/>
          <p14:tracePt t="129781" x="3625850" y="1092200"/>
          <p14:tracePt t="129802" x="3644900" y="1092200"/>
          <p14:tracePt t="129826" x="3683000" y="1085850"/>
          <p14:tracePt t="129871" x="3822700" y="1079500"/>
          <p14:tracePt t="129913" x="4032250" y="1060450"/>
          <p14:tracePt t="129958" x="4159250" y="1060450"/>
          <p14:tracePt t="130003" x="4216400" y="1060450"/>
          <p14:tracePt t="130045" x="4235450" y="1060450"/>
          <p14:tracePt t="130088" x="4241800" y="1066800"/>
          <p14:tracePt t="130208" x="4241800" y="1073150"/>
          <p14:tracePt t="130271" x="4241800" y="1079500"/>
          <p14:tracePt t="130315" x="4279900" y="1085850"/>
          <p14:tracePt t="130377" x="4356100" y="1098550"/>
          <p14:tracePt t="130422" x="4438650" y="1098550"/>
          <p14:tracePt t="130469" x="4476750" y="1111250"/>
          <p14:tracePt t="130515" x="4483100" y="1117600"/>
          <p14:tracePt t="130906" x="4108450" y="1670050"/>
          <p14:tracePt t="130951" x="3333750" y="2768600"/>
          <p14:tracePt t="130994" x="2889250" y="3403600"/>
          <p14:tracePt t="131038" x="2540000" y="3752850"/>
          <p14:tracePt t="131083" x="2298700" y="4032250"/>
          <p14:tracePt t="131124" x="2082800" y="4235450"/>
          <p14:tracePt t="131169" x="1981200" y="4305300"/>
          <p14:tracePt t="131189" x="1968500" y="4311650"/>
          <p14:tracePt t="131233" x="1924050" y="4362450"/>
          <p14:tracePt t="131274" x="1866900" y="4406900"/>
          <p14:tracePt t="131318" x="1809750" y="4425950"/>
          <p14:tracePt t="131360" x="1758950" y="4425950"/>
          <p14:tracePt t="131403" x="1701800" y="4406900"/>
          <p14:tracePt t="131448" x="1631950" y="4387850"/>
          <p14:tracePt t="131491" x="1536700" y="4349750"/>
          <p14:tracePt t="131537" x="1441450" y="4324350"/>
          <p14:tracePt t="131558" x="1409700" y="4324350"/>
          <p14:tracePt t="131606" x="1371600" y="4330700"/>
          <p14:tracePt t="131648" x="1339850" y="4356100"/>
          <p14:tracePt t="131690" x="1327150" y="4368800"/>
          <p14:tracePt t="131733" x="1320800" y="4368800"/>
          <p14:tracePt t="131777" x="1308100" y="4375150"/>
          <p14:tracePt t="131861" x="1314450" y="4381500"/>
          <p14:tracePt t="131902" x="1333500" y="4381500"/>
          <p14:tracePt t="131947" x="1346200" y="4381500"/>
          <p14:tracePt t="131989" x="1409700" y="4375150"/>
          <p14:tracePt t="132052" x="1606550" y="4375150"/>
          <p14:tracePt t="132097" x="1746250" y="4394200"/>
          <p14:tracePt t="132138" x="1797050" y="4406900"/>
          <p14:tracePt t="132238" x="1803400" y="4406900"/>
          <p14:tracePt t="132957" x="1847850" y="4387850"/>
          <p14:tracePt t="132999" x="1955800" y="4362450"/>
          <p14:tracePt t="133043" x="2070100" y="4330700"/>
          <p14:tracePt t="133085" x="2241550" y="4292600"/>
          <p14:tracePt t="133128" x="2387600" y="4273550"/>
          <p14:tracePt t="133149" x="2413000" y="4267200"/>
          <p14:tracePt t="133194" x="2438400" y="4267200"/>
          <p14:tracePt t="133256" x="2432050" y="4273550"/>
          <p14:tracePt t="133316" x="2413000" y="4273550"/>
          <p14:tracePt t="133359" x="2362200" y="4273550"/>
          <p14:tracePt t="133401" x="2235200" y="4286250"/>
          <p14:tracePt t="133446" x="1949450" y="4368800"/>
          <p14:tracePt t="133490" x="1790700" y="4425950"/>
          <p14:tracePt t="133534" x="1765300" y="4451350"/>
          <p14:tracePt t="133577" x="1790700" y="4457700"/>
          <p14:tracePt t="133621" x="1828800" y="4457700"/>
          <p14:tracePt t="133641" x="1841500" y="4457700"/>
          <p14:tracePt t="133687" x="1860550" y="4451350"/>
          <p14:tracePt t="133730" x="1905000" y="4438650"/>
          <p14:tracePt t="133773" x="2070100" y="4413250"/>
          <p14:tracePt t="133795" x="2235200" y="4394200"/>
          <p14:tracePt t="133841" x="2711450" y="4406900"/>
          <p14:tracePt t="133883" x="3060700" y="4457700"/>
          <p14:tracePt t="133930" x="3251200" y="4508500"/>
          <p14:tracePt t="133949" x="3263900" y="4514850"/>
          <p14:tracePt t="133994" x="3289300" y="4527550"/>
          <p14:tracePt t="134037" x="3302000" y="4540250"/>
          <p14:tracePt t="134079" x="3359150" y="4552950"/>
          <p14:tracePt t="134123" x="3524250" y="4565650"/>
          <p14:tracePt t="134165" x="3790950" y="4578350"/>
          <p14:tracePt t="134209" x="4006850" y="4552950"/>
          <p14:tracePt t="134254" x="4184650" y="4533900"/>
          <p14:tracePt t="134298" x="4273550" y="4533900"/>
          <p14:tracePt t="134341" x="4298950" y="4527550"/>
          <p14:tracePt t="134383" x="4305300" y="4521200"/>
          <p14:tracePt t="135386" x="4489450" y="4521200"/>
          <p14:tracePt t="135427" x="4737100" y="4559300"/>
          <p14:tracePt t="135468" x="4940300" y="4584700"/>
          <p14:tracePt t="135509" x="5060950" y="4597400"/>
          <p14:tracePt t="135551" x="5143500" y="4591050"/>
          <p14:tracePt t="135591" x="5156200" y="4591050"/>
          <p14:tracePt t="135669" x="5156200" y="4597400"/>
          <p14:tracePt t="135766" x="5156200" y="4603750"/>
          <p14:tracePt t="135825" x="5156200" y="4610100"/>
          <p14:tracePt t="136452" x="4908550" y="4597400"/>
          <p14:tracePt t="136493" x="4406900" y="4597400"/>
          <p14:tracePt t="136534" x="3632200" y="4635500"/>
          <p14:tracePt t="136574" x="3371850" y="4654550"/>
          <p14:tracePt t="136616" x="3232150" y="4654550"/>
          <p14:tracePt t="136656" x="3130550" y="4629150"/>
          <p14:tracePt t="136700" x="3028950" y="4572000"/>
          <p14:tracePt t="136743" x="2927350" y="4533900"/>
          <p14:tracePt t="136782" x="2844800" y="4483100"/>
          <p14:tracePt t="136803" x="2800350" y="4464050"/>
          <p14:tracePt t="136846" x="2717800" y="4438650"/>
          <p14:tracePt t="136887" x="2654300" y="4413250"/>
          <p14:tracePt t="136930" x="2635250" y="4406900"/>
          <p14:tracePt t="136971" x="2622550" y="4406900"/>
          <p14:tracePt t="137034" x="2616200" y="4406900"/>
          <p14:tracePt t="137404" x="2622550" y="4406900"/>
          <p14:tracePt t="137448" x="2628900" y="4406900"/>
          <p14:tracePt t="137544" x="2635250" y="4406900"/>
          <p14:tracePt t="137602" x="2641600" y="4413250"/>
          <p14:tracePt t="137663" x="2654300" y="4413250"/>
          <p14:tracePt t="137702" x="2654300" y="4419600"/>
          <p14:tracePt t="137746" x="2667000" y="4425950"/>
          <p14:tracePt t="137804" x="2673350" y="4432300"/>
          <p14:tracePt t="137844" x="2679700" y="4438650"/>
          <p14:tracePt t="137885" x="2705100" y="4445000"/>
          <p14:tracePt t="137926" x="2749550" y="4495800"/>
          <p14:tracePt t="137967" x="2870200" y="4616450"/>
          <p14:tracePt t="138010" x="3048000" y="4813300"/>
          <p14:tracePt t="138051" x="3206750" y="4946650"/>
          <p14:tracePt t="138098" x="3321050" y="4997450"/>
          <p14:tracePt t="138140" x="3365500" y="5010150"/>
          <p14:tracePt t="138180" x="3378200" y="5010150"/>
          <p14:tracePt t="138258" x="3378200" y="5016500"/>
          <p14:tracePt t="138317" x="3352800" y="5016500"/>
          <p14:tracePt t="138360" x="3295650" y="4991100"/>
          <p14:tracePt t="138400" x="3124200" y="4933950"/>
          <p14:tracePt t="138441" x="2940050" y="4864100"/>
          <p14:tracePt t="138483" x="2857500" y="4819650"/>
          <p14:tracePt t="138526" x="2844800" y="4800600"/>
          <p14:tracePt t="138592" x="2870200" y="4813300"/>
          <p14:tracePt t="138637" x="2908300" y="4826000"/>
          <p14:tracePt t="138679" x="2997200" y="4864100"/>
          <p14:tracePt t="138722" x="3206750" y="4946650"/>
          <p14:tracePt t="138743" x="3327400" y="4991100"/>
          <p14:tracePt t="138787" x="3600450" y="5086350"/>
          <p14:tracePt t="138807" x="3657600" y="5099050"/>
          <p14:tracePt t="138854" x="3714750" y="5099050"/>
          <p14:tracePt t="138956" x="3708400" y="5080000"/>
          <p14:tracePt t="139364" x="3479800" y="5048250"/>
          <p14:tracePt t="139407" x="3130550" y="4953000"/>
          <p14:tracePt t="139451" x="2971800" y="4883150"/>
          <p14:tracePt t="139493" x="2901950" y="4857750"/>
          <p14:tracePt t="139538" x="2838450" y="4845050"/>
          <p14:tracePt t="139583" x="2800350" y="4832350"/>
          <p14:tracePt t="139626" x="2730500" y="4819650"/>
          <p14:tracePt t="139669" x="2673350" y="4813300"/>
          <p14:tracePt t="139711" x="2635250" y="4813300"/>
          <p14:tracePt t="139734" x="2628900" y="4813300"/>
          <p14:tracePt t="139814" x="2628900" y="4819650"/>
          <p14:tracePt t="139856" x="2641600" y="4819650"/>
          <p14:tracePt t="139899" x="2698750" y="4832350"/>
          <p14:tracePt t="139941" x="2895600" y="4857750"/>
          <p14:tracePt t="139985" x="3155950" y="4876800"/>
          <p14:tracePt t="140028" x="3403600" y="4908550"/>
          <p14:tracePt t="140050" x="3530600" y="4933950"/>
          <p14:tracePt t="140093" x="3651250" y="4972050"/>
          <p14:tracePt t="140138" x="3746500" y="4997450"/>
          <p14:tracePt t="140185" x="3784600" y="5003800"/>
          <p14:tracePt t="140228" x="3797300" y="5010150"/>
          <p14:tracePt t="140249" x="3816350" y="5010150"/>
          <p14:tracePt t="140291" x="3835400" y="5016500"/>
          <p14:tracePt t="140390" x="3841750" y="5016500"/>
          <p14:tracePt t="140741" x="4203700" y="5060950"/>
          <p14:tracePt t="140763" x="4432300" y="5073650"/>
          <p14:tracePt t="140808" x="4902200" y="5092700"/>
          <p14:tracePt t="140850" x="5257800" y="5067300"/>
          <p14:tracePt t="140891" x="5594350" y="5035550"/>
          <p14:tracePt t="140913" x="5702300" y="5022850"/>
          <p14:tracePt t="140958" x="5842000" y="4997450"/>
          <p14:tracePt t="141001" x="5988050" y="4978400"/>
          <p14:tracePt t="141046" x="6045200" y="4959350"/>
          <p14:tracePt t="141088" x="6076950" y="4946650"/>
          <p14:tracePt t="141134" x="6089650" y="4946650"/>
          <p14:tracePt t="141240" x="6064250" y="4940300"/>
          <p14:tracePt t="141262" x="6038850" y="4946650"/>
          <p14:tracePt t="141305" x="5930900" y="4965700"/>
          <p14:tracePt t="141348" x="5765800" y="5003800"/>
          <p14:tracePt t="141391" x="5613400" y="5022850"/>
          <p14:tracePt t="141434" x="5524500" y="5041900"/>
          <p14:tracePt t="141479" x="5403850" y="5048250"/>
          <p14:tracePt t="141524" x="5118100" y="5016500"/>
          <p14:tracePt t="141566" x="4432300" y="4889500"/>
          <p14:tracePt t="141610" x="3486150" y="4730750"/>
          <p14:tracePt t="141654" x="2863850" y="4635500"/>
          <p14:tracePt t="141698" x="2673350" y="4603750"/>
          <p14:tracePt t="141743" x="2590800" y="4578350"/>
          <p14:tracePt t="141786" x="2571750" y="4572000"/>
          <p14:tracePt t="141922" x="2559050" y="4572000"/>
          <p14:tracePt t="141966" x="2508250" y="4552950"/>
          <p14:tracePt t="142009" x="2451100" y="4540250"/>
          <p14:tracePt t="142052" x="2305050" y="4464050"/>
          <p14:tracePt t="142095" x="2127250" y="4413250"/>
          <p14:tracePt t="142137" x="1924050" y="4368800"/>
          <p14:tracePt t="142181" x="1816100" y="4368800"/>
          <p14:tracePt t="142227" x="1771650" y="4362450"/>
          <p14:tracePt t="142275" x="1739900" y="4362450"/>
          <p14:tracePt t="142318" x="1727200" y="4362450"/>
          <p14:tracePt t="142380" x="1708150" y="4349750"/>
          <p14:tracePt t="142424" x="1695450" y="4343400"/>
          <p14:tracePt t="142468" x="1689100" y="4337050"/>
          <p14:tracePt t="142511" x="1689100" y="4330700"/>
          <p14:tracePt t="142557" x="1708150" y="4324350"/>
          <p14:tracePt t="142598" x="1733550" y="4324350"/>
          <p14:tracePt t="142643" x="1847850" y="4356100"/>
          <p14:tracePt t="142686" x="2165350" y="4419600"/>
          <p14:tracePt t="142730" x="2387600" y="4464050"/>
          <p14:tracePt t="142775" x="2470150" y="4470400"/>
          <p14:tracePt t="142817" x="2501900" y="4470400"/>
          <p14:tracePt t="142880" x="2476500" y="4451350"/>
          <p14:tracePt t="142923" x="2451100" y="4438650"/>
          <p14:tracePt t="142966" x="2393950" y="4419600"/>
          <p14:tracePt t="143009" x="2298700" y="4400550"/>
          <p14:tracePt t="143029" x="2279650" y="4387850"/>
          <p14:tracePt t="143072" x="2184400" y="4324350"/>
          <p14:tracePt t="143114" x="2139950" y="4286250"/>
          <p14:tracePt t="143157" x="2108200" y="4248150"/>
          <p14:tracePt t="143200" x="2101850" y="4235450"/>
          <p14:tracePt t="143248" x="2089150" y="4229100"/>
          <p14:tracePt t="143295" x="2076450" y="4229100"/>
          <p14:tracePt t="143344" x="2057400" y="4222750"/>
          <p14:tracePt t="143386" x="2019300" y="4222750"/>
          <p14:tracePt t="143429" x="1866900" y="4254500"/>
          <p14:tracePt t="143473" x="1625600" y="4343400"/>
          <p14:tracePt t="143492" x="1581150" y="4381500"/>
          <p14:tracePt t="143538" x="1549400" y="4432300"/>
          <p14:tracePt t="143581" x="1549400" y="4464050"/>
          <p14:tracePt t="143661" x="1549400" y="4470400"/>
          <p14:tracePt t="143959" x="1606550" y="4457700"/>
          <p14:tracePt t="144002" x="1835150" y="4413250"/>
          <p14:tracePt t="144045" x="2082800" y="4387850"/>
          <p14:tracePt t="144088" x="2235200" y="4381500"/>
          <p14:tracePt t="144129" x="2292350" y="4381500"/>
          <p14:tracePt t="144172" x="2305050" y="4381500"/>
          <p14:tracePt t="144215" x="2311400" y="4387850"/>
          <p14:tracePt t="144281" x="2317750" y="4394200"/>
          <p14:tracePt t="144735" x="2565400" y="4413250"/>
          <p14:tracePt t="144779" x="3289300" y="4514850"/>
          <p14:tracePt t="144826" x="3886200" y="4572000"/>
          <p14:tracePt t="144869" x="4425950" y="4654550"/>
          <p14:tracePt t="144914" x="4641850" y="4730750"/>
          <p14:tracePt t="144957" x="4800600" y="4800600"/>
          <p14:tracePt t="145000" x="4978400" y="4889500"/>
          <p14:tracePt t="145043" x="5187950" y="4978400"/>
          <p14:tracePt t="145086" x="5429250" y="5054600"/>
          <p14:tracePt t="145127" x="5664200" y="5118100"/>
          <p14:tracePt t="145170" x="5746750" y="5137150"/>
          <p14:tracePt t="145214" x="5816600" y="5168900"/>
          <p14:tracePt t="145256" x="5816600" y="5175250"/>
          <p14:tracePt t="145300" x="5822950" y="5175250"/>
          <p14:tracePt t="145383" x="5829300" y="5162550"/>
          <p14:tracePt t="145431" x="5848350" y="5149850"/>
          <p14:tracePt t="145473" x="5861050" y="5137150"/>
          <p14:tracePt t="145496" x="5892800" y="5118100"/>
          <p14:tracePt t="145520" x="5937250" y="5105400"/>
          <p14:tracePt t="145564" x="6013450" y="5073650"/>
          <p14:tracePt t="145584" x="6026150" y="5067300"/>
          <p14:tracePt t="145625" x="6032500" y="5054600"/>
          <p14:tracePt t="145688" x="5905500" y="5048250"/>
          <p14:tracePt t="145731" x="5645150" y="5067300"/>
          <p14:tracePt t="145775" x="5454650" y="5080000"/>
          <p14:tracePt t="145796" x="5441950" y="5080000"/>
          <p14:tracePt t="145876" x="5473700" y="5080000"/>
          <p14:tracePt t="145921" x="5499100" y="5080000"/>
          <p14:tracePt t="145965" x="5518150" y="5080000"/>
          <p14:tracePt t="146029" x="5556250" y="5086350"/>
          <p14:tracePt t="146071" x="5695950" y="5111750"/>
          <p14:tracePt t="146114" x="5949950" y="5137150"/>
          <p14:tracePt t="146157" x="6223000" y="5130800"/>
          <p14:tracePt t="146199" x="6330950" y="5111750"/>
          <p14:tracePt t="146240" x="6362700" y="5099050"/>
          <p14:tracePt t="146323" x="6356350" y="5080000"/>
          <p14:tracePt t="146622" x="6673850" y="5073650"/>
          <p14:tracePt t="146666" x="7124700" y="5060950"/>
          <p14:tracePt t="146709" x="7512050" y="5022850"/>
          <p14:tracePt t="146751" x="7734300" y="4991100"/>
          <p14:tracePt t="146795" x="7816850" y="4965700"/>
          <p14:tracePt t="146815" x="7823200" y="4959350"/>
          <p14:tracePt t="147012" x="7753350" y="4959350"/>
          <p14:tracePt t="147033" x="7702550" y="4959350"/>
          <p14:tracePt t="147058" x="7550150" y="4959350"/>
          <p14:tracePt t="147101" x="7118350" y="4984750"/>
          <p14:tracePt t="147143" x="6718300" y="5035550"/>
          <p14:tracePt t="147186" x="6604000" y="5060950"/>
          <p14:tracePt t="147229" x="6584950" y="5067300"/>
          <p14:tracePt t="147270" x="6578600" y="5067300"/>
          <p14:tracePt t="147314" x="6629400" y="5073650"/>
          <p14:tracePt t="147360" x="6642100" y="5073650"/>
          <p14:tracePt t="147602" x="6337300" y="5086350"/>
          <p14:tracePt t="147647" x="5746750" y="5105400"/>
          <p14:tracePt t="147690" x="5473700" y="5143500"/>
          <p14:tracePt t="147733" x="5410200" y="5162550"/>
          <p14:tracePt t="147795" x="5429250" y="5175250"/>
          <p14:tracePt t="147816" x="5448300" y="5181600"/>
          <p14:tracePt t="147839" x="5461000" y="5187950"/>
          <p14:tracePt t="147881" x="5480050" y="5187950"/>
          <p14:tracePt t="147925" x="5505450" y="5194300"/>
          <p14:tracePt t="147966" x="5537200" y="5219700"/>
          <p14:tracePt t="148314" x="5435600" y="5207000"/>
          <p14:tracePt t="148336" x="5257800" y="5124450"/>
          <p14:tracePt t="148380" x="4527550" y="4616450"/>
          <p14:tracePt t="148422" x="3854450" y="4057650"/>
          <p14:tracePt t="148442" x="3740150" y="3956050"/>
          <p14:tracePt t="148485" x="3244850" y="3594100"/>
          <p14:tracePt t="148531" x="2540000" y="3130550"/>
          <p14:tracePt t="148580" x="2159000" y="2813050"/>
          <p14:tracePt t="148625" x="2051050" y="2647950"/>
          <p14:tracePt t="148670" x="2006600" y="2540000"/>
          <p14:tracePt t="148713" x="1981200" y="2501900"/>
          <p14:tracePt t="148755" x="1974850" y="2495550"/>
          <p14:tracePt t="148797" x="1968500" y="2508250"/>
          <p14:tracePt t="148841" x="1962150" y="2514600"/>
          <p14:tracePt t="148884" x="1955800" y="2552700"/>
          <p14:tracePt t="148927" x="1955800" y="2578100"/>
          <p14:tracePt t="148969" x="1955800" y="2609850"/>
          <p14:tracePt t="149013" x="1962150" y="2628900"/>
          <p14:tracePt t="149058" x="1987550" y="2660650"/>
          <p14:tracePt t="149102" x="2019300" y="2717800"/>
          <p14:tracePt t="149157" x="2057400" y="2781300"/>
          <p14:tracePt t="149201" x="2076450" y="2806700"/>
          <p14:tracePt t="149244" x="2082800" y="2813050"/>
          <p14:tracePt t="149286" x="2082800" y="2819400"/>
          <p14:tracePt t="149348" x="2089150" y="2825750"/>
          <p14:tracePt t="149391" x="2095500" y="2825750"/>
          <p14:tracePt t="150756" x="2127250" y="2876550"/>
          <p14:tracePt t="150801" x="2171700" y="2952750"/>
          <p14:tracePt t="150845" x="2197100" y="3003550"/>
          <p14:tracePt t="150889" x="2203450" y="3022600"/>
          <p14:tracePt t="150931" x="2203450" y="3035300"/>
          <p14:tracePt t="150972" x="2216150" y="3060700"/>
          <p14:tracePt t="151016" x="2216150" y="3079750"/>
          <p14:tracePt t="151060" x="2228850" y="3098800"/>
          <p14:tracePt t="151102" x="2228850" y="3111500"/>
          <p14:tracePt t="151145" x="2235200" y="3111500"/>
          <p14:tracePt t="151187" x="2241550" y="3130550"/>
          <p14:tracePt t="151231" x="2254250" y="3143250"/>
          <p14:tracePt t="151276" x="2279650" y="3149600"/>
          <p14:tracePt t="151320" x="2393950" y="3200400"/>
          <p14:tracePt t="151365" x="2806700" y="3340100"/>
          <p14:tracePt t="151385" x="3016250" y="3435350"/>
          <p14:tracePt t="151430" x="3416300" y="3613150"/>
          <p14:tracePt t="151471" x="3683000" y="3829050"/>
          <p14:tracePt t="151493" x="3771900" y="3956050"/>
          <p14:tracePt t="151539" x="3949700" y="4311650"/>
          <p14:tracePt t="151583" x="4146550" y="4660900"/>
          <p14:tracePt t="151626" x="4254500" y="4838700"/>
          <p14:tracePt t="151671" x="4330700" y="4927600"/>
          <p14:tracePt t="151715" x="4356100" y="4991100"/>
          <p14:tracePt t="152389" x="4229100" y="4991100"/>
          <p14:tracePt t="152432" x="3987800" y="5010150"/>
          <p14:tracePt t="152476" x="3448050" y="4991100"/>
          <p14:tracePt t="152521" x="3111500" y="4946650"/>
          <p14:tracePt t="152564" x="2946400" y="4889500"/>
          <p14:tracePt t="152583" x="2927350" y="4889500"/>
          <p14:tracePt t="152627" x="2819400" y="4883150"/>
          <p14:tracePt t="152671" x="2698750" y="4870450"/>
          <p14:tracePt t="152691" x="2647950" y="4838700"/>
          <p14:tracePt t="152737" x="2546350" y="4718050"/>
          <p14:tracePt t="152781" x="2425700" y="4292600"/>
          <p14:tracePt t="152827" x="2393950" y="3721100"/>
          <p14:tracePt t="152872" x="2520950" y="3282950"/>
          <p14:tracePt t="152893" x="2616200" y="3105150"/>
          <p14:tracePt t="152935" x="2755900" y="3022600"/>
          <p14:tracePt t="152979" x="3048000" y="3175000"/>
          <p14:tracePt t="153022" x="3378200" y="3505200"/>
          <p14:tracePt t="153065" x="3689350" y="4032250"/>
          <p14:tracePt t="153107" x="3835400" y="4622800"/>
          <p14:tracePt t="153149" x="3714750" y="4984750"/>
          <p14:tracePt t="153192" x="3403600" y="5130800"/>
          <p14:tracePt t="153233" x="3079750" y="5162550"/>
          <p14:tracePt t="153277" x="2743200" y="5099050"/>
          <p14:tracePt t="153321" x="2533650" y="4914900"/>
          <p14:tracePt t="153364" x="2451100" y="4578350"/>
          <p14:tracePt t="153387" x="2451100" y="4114800"/>
          <p14:tracePt t="153430" x="2533650" y="3397250"/>
          <p14:tracePt t="153477" x="2628900" y="2901950"/>
          <p14:tracePt t="153496" x="2647950" y="2870200"/>
          <p14:tracePt t="153540" x="2730500" y="2825750"/>
          <p14:tracePt t="153584" x="2863850" y="2921000"/>
          <p14:tracePt t="153626" x="3219450" y="3200400"/>
          <p14:tracePt t="153671" x="3613150" y="3790950"/>
          <p14:tracePt t="153714" x="3765550" y="4273550"/>
          <p14:tracePt t="153759" x="3683000" y="4641850"/>
          <p14:tracePt t="153804" x="3435350" y="4857750"/>
          <p14:tracePt t="153847" x="2971800" y="4997450"/>
          <p14:tracePt t="153891" x="2241550" y="5060950"/>
          <p14:tracePt t="153937" x="1930400" y="4997450"/>
          <p14:tracePt t="153979" x="1670050" y="4622800"/>
          <p14:tracePt t="154024" x="1593850" y="4121150"/>
          <p14:tracePt t="154067" x="1600200" y="3790950"/>
          <p14:tracePt t="154111" x="1625600" y="3460750"/>
          <p14:tracePt t="154154" x="1746250" y="3130550"/>
          <p14:tracePt t="154195" x="1866900" y="3048000"/>
          <p14:tracePt t="154239" x="2241550" y="3092450"/>
          <p14:tracePt t="154282" x="2781300" y="3371850"/>
          <p14:tracePt t="154325" x="3238500" y="4006850"/>
          <p14:tracePt t="154368" x="3435350" y="4806950"/>
          <p14:tracePt t="154388" x="3448050" y="4933950"/>
          <p14:tracePt t="154435" x="3384550" y="5232400"/>
          <p14:tracePt t="154478" x="3219450" y="5314950"/>
          <p14:tracePt t="154524" x="2876550" y="5410200"/>
          <p14:tracePt t="154569" x="2540000" y="5556250"/>
          <p14:tracePt t="154611" x="2266950" y="5670550"/>
          <p14:tracePt t="154633" x="2171700" y="5708650"/>
          <p14:tracePt t="154677" x="2044700" y="5753100"/>
          <p14:tracePt t="154721" x="2025650" y="5753100"/>
          <p14:tracePt t="154785" x="2032000" y="5740400"/>
          <p14:tracePt t="154828" x="2032000" y="5727700"/>
          <p14:tracePt t="154871" x="2032000" y="5708650"/>
          <p14:tracePt t="154891" x="2019300" y="5702300"/>
          <p14:tracePt t="154935" x="1955800" y="5664200"/>
          <p14:tracePt t="154980" x="1816100" y="5607050"/>
          <p14:tracePt t="155025" x="1524000" y="5543550"/>
          <p14:tracePt t="155070" x="1244600" y="5492750"/>
          <p14:tracePt t="155113" x="1104900" y="5486400"/>
          <p14:tracePt t="155155" x="1041400" y="5480050"/>
          <p14:tracePt t="155199" x="1003300" y="5467350"/>
          <p14:tracePt t="155242" x="990600" y="5454650"/>
          <p14:tracePt t="155398" x="990600" y="5461000"/>
          <p14:tracePt t="155462" x="990600" y="5473700"/>
          <p14:tracePt t="155506" x="990600" y="5480050"/>
          <p14:tracePt t="155608" x="1022350" y="5480050"/>
          <p14:tracePt t="155653" x="1092200" y="5492750"/>
          <p14:tracePt t="155674" x="1149350" y="5518150"/>
          <p14:tracePt t="155698" x="1212850" y="5543550"/>
          <p14:tracePt t="155740" x="1346200" y="5588000"/>
          <p14:tracePt t="155783" x="1479550" y="5645150"/>
          <p14:tracePt t="155828" x="1568450" y="5664200"/>
          <p14:tracePt t="155852" x="1587500" y="5664200"/>
          <p14:tracePt t="155873" x="1593850" y="5664200"/>
          <p14:tracePt t="155938" x="1600200" y="5664200"/>
          <p14:tracePt t="156514" x="1447800" y="5651500"/>
          <p14:tracePt t="156560" x="1282700" y="5619750"/>
          <p14:tracePt t="156601" x="1206500" y="5607050"/>
          <p14:tracePt t="156646" x="1174750" y="5600700"/>
          <p14:tracePt t="156767" x="1174750" y="5588000"/>
          <p14:tracePt t="156830" x="1187450" y="5588000"/>
          <p14:tracePt t="156874" x="1200150" y="5588000"/>
          <p14:tracePt t="156921" x="1212850" y="5588000"/>
          <p14:tracePt t="156964" x="1225550" y="5588000"/>
          <p14:tracePt t="157027" x="1238250" y="5588000"/>
          <p14:tracePt t="157069" x="1295400" y="5588000"/>
          <p14:tracePt t="157092" x="1377950" y="5588000"/>
          <p14:tracePt t="157137" x="1670050" y="5581650"/>
          <p14:tracePt t="157181" x="1974850" y="5549900"/>
          <p14:tracePt t="157225" x="2025650" y="5537200"/>
          <p14:tracePt t="160343" x="2019300" y="5505450"/>
          <p14:tracePt t="160363" x="2006600" y="5486400"/>
          <p14:tracePt t="160406" x="1911350" y="5276850"/>
          <p14:tracePt t="160429" x="1841500" y="5067300"/>
          <p14:tracePt t="160472" x="1701800" y="4591050"/>
          <p14:tracePt t="160519" x="1606550" y="4076700"/>
          <p14:tracePt t="160563" x="1581150" y="3714750"/>
          <p14:tracePt t="160623" x="1676400" y="3340100"/>
          <p14:tracePt t="160645" x="1708150" y="3219450"/>
          <p14:tracePt t="160668" x="1733550" y="3124200"/>
          <p14:tracePt t="160711" x="1733550" y="3028950"/>
          <p14:tracePt t="160733" x="1733550" y="3022600"/>
          <p14:tracePt t="160779" x="1727200" y="3041650"/>
          <p14:tracePt t="160822" x="1727200" y="3086100"/>
          <p14:tracePt t="160866" x="1733550" y="3111500"/>
          <p14:tracePt t="160948" x="1739900" y="3117850"/>
          <p14:tracePt t="161092" x="1746250" y="3117850"/>
          <p14:tracePt t="161210" x="1746250" y="3130550"/>
          <p14:tracePt t="161254" x="1746250" y="3206750"/>
          <p14:tracePt t="161297" x="1771650" y="3327400"/>
          <p14:tracePt t="161316" x="1778000" y="3346450"/>
          <p14:tracePt t="161359" x="1784350" y="3371850"/>
          <p14:tracePt t="161401" x="1790700" y="3371850"/>
          <p14:tracePt t="161446" x="1790700" y="3365500"/>
          <p14:tracePt t="161492" x="1797050" y="3352800"/>
          <p14:tracePt t="161538" x="1797050" y="3346450"/>
          <p14:tracePt t="161580" x="1803400" y="3346450"/>
          <p14:tracePt t="161659" x="1809750" y="3352800"/>
          <p14:tracePt t="161702" x="1816100" y="3371850"/>
          <p14:tracePt t="161745" x="1854200" y="3454400"/>
          <p14:tracePt t="161766" x="1898650" y="3568700"/>
          <p14:tracePt t="161832" x="2235200" y="4279900"/>
          <p14:tracePt t="161876" x="2387600" y="4616450"/>
          <p14:tracePt t="161917" x="2482850" y="4806950"/>
          <p14:tracePt t="161940" x="2520950" y="4864100"/>
          <p14:tracePt t="161981" x="2546350" y="4914900"/>
          <p14:tracePt t="162025" x="2559050" y="4972050"/>
          <p14:tracePt t="162068" x="2565400" y="5022850"/>
          <p14:tracePt t="162114" x="2590800" y="5156200"/>
          <p14:tracePt t="162158" x="2616200" y="5257800"/>
          <p14:tracePt t="162200" x="2622550" y="5295900"/>
          <p14:tracePt t="162611" x="2470150" y="5378450"/>
          <p14:tracePt t="162654" x="2260600" y="5461000"/>
          <p14:tracePt t="162697" x="2051050" y="5537200"/>
          <p14:tracePt t="162740" x="1905000" y="5588000"/>
          <p14:tracePt t="162783" x="1835150" y="5607050"/>
          <p14:tracePt t="162825" x="1828800" y="5613400"/>
          <p14:tracePt t="162907" x="1860550" y="5613400"/>
          <p14:tracePt t="162948" x="1892300" y="5607050"/>
          <p14:tracePt t="162970" x="1924050" y="5607050"/>
          <p14:tracePt t="163012" x="2203450" y="5657850"/>
          <p14:tracePt t="163057" x="2584450" y="5727700"/>
          <p14:tracePt t="163076" x="2635250" y="5734050"/>
          <p14:tracePt t="163121" x="2768600" y="5765800"/>
          <p14:tracePt t="163168" x="2813050" y="5797550"/>
          <p14:tracePt t="163211" x="2838450" y="5867400"/>
          <p14:tracePt t="166519" x="2857500" y="5867400"/>
          <p14:tracePt t="166563" x="3016250" y="5854700"/>
          <p14:tracePt t="166607" x="3270250" y="5810250"/>
          <p14:tracePt t="166649" x="3543300" y="5784850"/>
          <p14:tracePt t="166693" x="3892550" y="5753100"/>
          <p14:tracePt t="166736" x="4070350" y="5708650"/>
          <p14:tracePt t="166780" x="4203700" y="5664200"/>
          <p14:tracePt t="166824" x="4324350" y="5588000"/>
          <p14:tracePt t="166866" x="4368800" y="5549900"/>
          <p14:tracePt t="182107" x="4368800" y="5530850"/>
          <p14:tracePt t="182150" x="4349750" y="5492750"/>
          <p14:tracePt t="182174" x="4305300" y="5429250"/>
          <p14:tracePt t="182217" x="4235450" y="5308600"/>
          <p14:tracePt t="182261" x="4152900" y="5213350"/>
          <p14:tracePt t="182306" x="4051300" y="5080000"/>
          <p14:tracePt t="182325" x="4025900" y="5060950"/>
          <p14:tracePt t="182369" x="3930650" y="4889500"/>
          <p14:tracePt t="182390" x="3892550" y="4800600"/>
          <p14:tracePt t="182438" x="3829050" y="4629150"/>
          <p14:tracePt t="182458" x="3816350" y="4578350"/>
          <p14:tracePt t="182505" x="3771900" y="4432300"/>
          <p14:tracePt t="182548" x="3740150" y="4292600"/>
          <p14:tracePt t="182592" x="3695700" y="4127500"/>
          <p14:tracePt t="182635" x="3644900" y="4013200"/>
          <p14:tracePt t="182677" x="3600450" y="3905250"/>
          <p14:tracePt t="182722" x="3581400" y="3810000"/>
          <p14:tracePt t="182785" x="3517900" y="3771900"/>
          <p14:tracePt t="182826" x="3454400" y="3771900"/>
          <p14:tracePt t="182871" x="3346450" y="3759200"/>
          <p14:tracePt t="182915" x="3225800" y="3746500"/>
          <p14:tracePt t="182962" x="3048000" y="3752850"/>
          <p14:tracePt t="183004" x="2901950" y="3765550"/>
          <p14:tracePt t="183046" x="2800350" y="3797300"/>
          <p14:tracePt t="183092" x="2705100" y="3829050"/>
          <p14:tracePt t="183135" x="2686050" y="3848100"/>
          <p14:tracePt t="183179" x="2679700" y="3860800"/>
          <p14:tracePt t="183221" x="2679700" y="3879850"/>
          <p14:tracePt t="183265" x="2686050" y="3879850"/>
          <p14:tracePt t="183307" x="2692400" y="3879850"/>
          <p14:tracePt t="183351" x="2705100" y="3879850"/>
          <p14:tracePt t="183395" x="2724150" y="3879850"/>
          <p14:tracePt t="183439" x="2787650" y="3892550"/>
          <p14:tracePt t="183483" x="2940050" y="3924300"/>
          <p14:tracePt t="183527" x="3130550" y="3975100"/>
          <p14:tracePt t="183571" x="3270250" y="4032250"/>
          <p14:tracePt t="183613" x="3295650" y="4044950"/>
          <p14:tracePt t="183633" x="3302000" y="4051300"/>
          <p14:tracePt t="183675" x="3321050" y="4070350"/>
          <p14:tracePt t="183721" x="3346450" y="4089400"/>
          <p14:tracePt t="184472" x="3435350" y="4152900"/>
          <p14:tracePt t="184492" x="3492500" y="4184650"/>
          <p14:tracePt t="184536" x="3740150" y="4330700"/>
          <p14:tracePt t="184580" x="4000500" y="4445000"/>
          <p14:tracePt t="184624" x="4305300" y="4508500"/>
          <p14:tracePt t="184667" x="4438650" y="4533900"/>
          <p14:tracePt t="184710" x="4540250" y="4540250"/>
          <p14:tracePt t="184753" x="4711700" y="4565650"/>
          <p14:tracePt t="184772" x="4737100" y="4572000"/>
          <p14:tracePt t="184817" x="4851400" y="4578350"/>
          <p14:tracePt t="184860" x="4889500" y="4578350"/>
          <p14:tracePt t="184902" x="4908550" y="4572000"/>
          <p14:tracePt t="184966" x="4908550" y="4565650"/>
          <p14:tracePt t="185013" x="4889500" y="4552950"/>
          <p14:tracePt t="185057" x="4832350" y="4540250"/>
          <p14:tracePt t="185100" x="4673600" y="4533900"/>
          <p14:tracePt t="185144" x="4451350" y="4514850"/>
          <p14:tracePt t="185185" x="4184650" y="4489450"/>
          <p14:tracePt t="185230" x="4070350" y="4457700"/>
          <p14:tracePt t="185270" x="4038600" y="4425950"/>
          <p14:tracePt t="185313" x="4032250" y="4413250"/>
          <p14:tracePt t="185376" x="4019550" y="4406900"/>
          <p14:tracePt t="185438" x="4013200" y="4406900"/>
          <p14:tracePt t="185485" x="4000500" y="4387850"/>
          <p14:tracePt t="185550" x="3994150" y="4381500"/>
          <p14:tracePt t="185635" x="3981450" y="4375150"/>
          <p14:tracePt t="185678" x="3962400" y="4375150"/>
          <p14:tracePt t="185741" x="3949700" y="4375150"/>
          <p14:tracePt t="185784" x="3924300" y="4375150"/>
          <p14:tracePt t="185828" x="3848100" y="4394200"/>
          <p14:tracePt t="185869" x="3702050" y="4451350"/>
          <p14:tracePt t="185911" x="3536950" y="4527550"/>
          <p14:tracePt t="185957" x="3441700" y="4552950"/>
          <p14:tracePt t="186000" x="3422650" y="4552950"/>
          <p14:tracePt t="186044" x="3409950" y="4533900"/>
          <p14:tracePt t="186093" x="3403600" y="4489450"/>
          <p14:tracePt t="186136" x="3390900" y="4464050"/>
          <p14:tracePt t="186176" x="3378200" y="4445000"/>
          <p14:tracePt t="186218" x="3352800" y="4425950"/>
          <p14:tracePt t="186239" x="3340100" y="4419600"/>
          <p14:tracePt t="186282" x="3314700" y="4413250"/>
          <p14:tracePt t="186300" x="3295650" y="4406900"/>
          <p14:tracePt t="186345" x="3276600" y="4400550"/>
          <p14:tracePt t="186385" x="3251200" y="4400550"/>
          <p14:tracePt t="188026" x="3200400" y="4368800"/>
          <p14:tracePt t="188070" x="3117850" y="4311650"/>
          <p14:tracePt t="188113" x="2971800" y="4222750"/>
          <p14:tracePt t="188160" x="2863850" y="4165600"/>
          <p14:tracePt t="188206" x="2762250" y="4133850"/>
          <p14:tracePt t="188252" x="2603500" y="4057650"/>
          <p14:tracePt t="188294" x="2470150" y="3987800"/>
          <p14:tracePt t="188337" x="2362200" y="3898900"/>
          <p14:tracePt t="188359" x="2317750" y="3867150"/>
          <p14:tracePt t="188403" x="2190750" y="3803650"/>
          <p14:tracePt t="188447" x="2101850" y="3778250"/>
          <p14:tracePt t="188490" x="2019300" y="3765550"/>
          <p14:tracePt t="188533" x="1936750" y="3810000"/>
          <p14:tracePt t="188576" x="1879600" y="3867150"/>
          <p14:tracePt t="188620" x="1847850" y="3898900"/>
          <p14:tracePt t="188665" x="1758950" y="3924300"/>
          <p14:tracePt t="188707" x="1619250" y="3943350"/>
          <p14:tracePt t="188754" x="1524000" y="3943350"/>
          <p14:tracePt t="188774" x="1511300" y="3943350"/>
          <p14:tracePt t="188816" x="1504950" y="3943350"/>
          <p14:tracePt t="188875" x="1524000" y="3943350"/>
          <p14:tracePt t="188919" x="1536700" y="3949700"/>
          <p14:tracePt t="188963" x="1549400" y="3949700"/>
          <p14:tracePt t="189023" x="1562100" y="3956050"/>
          <p14:tracePt t="189068" x="1574800" y="3956050"/>
          <p14:tracePt t="189110" x="1644650" y="3968750"/>
          <p14:tracePt t="189152" x="1898650" y="3994150"/>
          <p14:tracePt t="189199" x="2336800" y="4044950"/>
          <p14:tracePt t="189247" x="2571750" y="4076700"/>
          <p14:tracePt t="189290" x="2635250" y="4089400"/>
          <p14:tracePt t="189334" x="2686050" y="4108450"/>
          <p14:tracePt t="189378" x="2711450" y="4114800"/>
          <p14:tracePt t="189421" x="2736850" y="4102100"/>
          <p14:tracePt t="190430" x="2711450" y="4095750"/>
          <p14:tracePt t="190473" x="2686050" y="4070350"/>
          <p14:tracePt t="190515" x="2667000" y="4051300"/>
          <p14:tracePt t="190558" x="2660650" y="4013200"/>
          <p14:tracePt t="190603" x="2667000" y="3968750"/>
          <p14:tracePt t="190645" x="2686050" y="3930650"/>
          <p14:tracePt t="190686" x="2730500" y="3848100"/>
          <p14:tracePt t="190708" x="2749550" y="3771900"/>
          <p14:tracePt t="190752" x="2844800" y="3594100"/>
          <p14:tracePt t="190796" x="2870200" y="3549650"/>
          <p14:tracePt t="190840" x="2870200" y="3530600"/>
          <p14:tracePt t="190882" x="2870200" y="3517900"/>
          <p14:tracePt t="190983" x="2870200" y="3511550"/>
          <p14:tracePt t="191027" x="2851150" y="3505200"/>
          <p14:tracePt t="191069" x="2838450" y="3511550"/>
          <p14:tracePt t="191112" x="2813050" y="3536950"/>
          <p14:tracePt t="191155" x="2787650" y="3619500"/>
          <p14:tracePt t="191197" x="2794000" y="3714750"/>
          <p14:tracePt t="191242" x="2857500" y="3797300"/>
          <p14:tracePt t="191284" x="2959100" y="3822700"/>
          <p14:tracePt t="191332" x="3086100" y="3822700"/>
          <p14:tracePt t="191375" x="3149600" y="3790950"/>
          <p14:tracePt t="191396" x="3187700" y="3778250"/>
          <p14:tracePt t="191443" x="3225800" y="3733800"/>
          <p14:tracePt t="191506" x="3238500" y="3702050"/>
          <p14:tracePt t="191528" x="3244850" y="3695700"/>
          <p14:tracePt t="191594" x="3263900" y="3695700"/>
          <p14:tracePt t="191637" x="3282950" y="3695700"/>
          <p14:tracePt t="191679" x="3365500" y="3695700"/>
          <p14:tracePt t="191699" x="3435350" y="3695700"/>
          <p14:tracePt t="191724" x="3524250" y="3695700"/>
          <p14:tracePt t="191766" x="3746500" y="3676650"/>
          <p14:tracePt t="191809" x="3981450" y="3657600"/>
          <p14:tracePt t="191829" x="4076700" y="3657600"/>
          <p14:tracePt t="191876" x="4203700" y="3644900"/>
          <p14:tracePt t="191920" x="4267200" y="3632200"/>
          <p14:tracePt t="191963" x="4318000" y="3613150"/>
          <p14:tracePt t="192008" x="4337050" y="3606800"/>
          <p14:tracePt t="192128" x="4337050" y="3613150"/>
          <p14:tracePt t="192173" x="4330700" y="3632200"/>
          <p14:tracePt t="192215" x="4330700" y="3644900"/>
          <p14:tracePt t="192259" x="4330700" y="3657600"/>
          <p14:tracePt t="192301" x="4330700" y="3676650"/>
          <p14:tracePt t="192344" x="4311650" y="3708400"/>
          <p14:tracePt t="192370" x="4229100" y="3765550"/>
          <p14:tracePt t="192414" x="3917950" y="3892550"/>
          <p14:tracePt t="192460" x="3454400" y="3987800"/>
          <p14:tracePt t="192506" x="3143250" y="3981450"/>
          <p14:tracePt t="192551" x="2990850" y="4019550"/>
          <p14:tracePt t="192593" x="2794000" y="4127500"/>
          <p14:tracePt t="192636" x="2597150" y="4254500"/>
          <p14:tracePt t="192679" x="2444750" y="4381500"/>
          <p14:tracePt t="192723" x="2343150" y="4445000"/>
          <p14:tracePt t="192766" x="2139950" y="4527550"/>
          <p14:tracePt t="192787" x="2063750" y="4559300"/>
          <p14:tracePt t="192810" x="2012950" y="4584700"/>
          <p14:tracePt t="192852" x="1854200" y="4673600"/>
          <p14:tracePt t="192895" x="1701800" y="4781550"/>
          <p14:tracePt t="192917" x="1606550" y="4857750"/>
          <p14:tracePt t="192961" x="1473200" y="4959350"/>
          <p14:tracePt t="192985" x="1435100" y="4991100"/>
          <p14:tracePt t="193029" x="1403350" y="5010150"/>
          <p14:tracePt t="193074" x="1377950" y="5010150"/>
          <p14:tracePt t="193117" x="1339850" y="5010150"/>
          <p14:tracePt t="193160" x="1314450" y="5010150"/>
          <p14:tracePt t="193204" x="1238250" y="5003800"/>
          <p14:tracePt t="193225" x="1181100" y="5010150"/>
          <p14:tracePt t="193266" x="1079500" y="5022850"/>
          <p14:tracePt t="193309" x="977900" y="5054600"/>
          <p14:tracePt t="193352" x="889000" y="5080000"/>
          <p14:tracePt t="193398" x="819150" y="5130800"/>
          <p14:tracePt t="193442" x="812800" y="5251450"/>
          <p14:tracePt t="193487" x="844550" y="5416550"/>
          <p14:tracePt t="193532" x="850900" y="5448300"/>
          <p14:tracePt t="193575" x="850900" y="5454650"/>
          <p14:tracePt t="193656" x="850900" y="5441950"/>
          <p14:tracePt t="193701" x="863600" y="5410200"/>
          <p14:tracePt t="193722" x="882650" y="5378450"/>
          <p14:tracePt t="193775" x="984250" y="5270500"/>
          <p14:tracePt t="193819" x="1187450" y="5213350"/>
          <p14:tracePt t="193862" x="1384300" y="5308600"/>
          <p14:tracePt t="193908" x="1593850" y="5441950"/>
          <p14:tracePt t="193950" x="1625600" y="5461000"/>
          <p14:tracePt t="193993" x="1631950" y="5454650"/>
          <p14:tracePt t="194074" x="1631950" y="5441950"/>
          <p14:tracePt t="194119" x="1638300" y="5429250"/>
          <p14:tracePt t="194162" x="1644650" y="5410200"/>
          <p14:tracePt t="194205" x="1682750" y="5365750"/>
          <p14:tracePt t="194249" x="1765300" y="5276850"/>
          <p14:tracePt t="194311" x="1797050" y="5175250"/>
          <p14:tracePt t="194353" x="1739900" y="5162550"/>
          <p14:tracePt t="194415" x="1682750" y="5232400"/>
          <p14:tracePt t="194438" x="1682750" y="5264150"/>
          <p14:tracePt t="194483" x="1708150" y="5353050"/>
          <p14:tracePt t="194529" x="1752600" y="5422900"/>
          <p14:tracePt t="194571" x="1803400" y="5461000"/>
          <p14:tracePt t="194615" x="1879600" y="5505450"/>
          <p14:tracePt t="194661" x="2114550" y="5556250"/>
          <p14:tracePt t="194681" x="2254250" y="5549900"/>
          <p14:tracePt t="194723" x="2482850" y="5505450"/>
          <p14:tracePt t="194745" x="2571750" y="5467350"/>
          <p14:tracePt t="194789" x="2584450" y="5448300"/>
          <p14:tracePt t="194833" x="2584450" y="5441950"/>
          <p14:tracePt t="194876" x="2584450" y="5429250"/>
          <p14:tracePt t="194918" x="2559050" y="5422900"/>
          <p14:tracePt t="194961" x="2533650" y="5422900"/>
          <p14:tracePt t="195003" x="2495550" y="5422900"/>
          <p14:tracePt t="195046" x="2470150" y="5422900"/>
          <p14:tracePt t="195089" x="2438400" y="5422900"/>
          <p14:tracePt t="195142" x="2381250" y="5416550"/>
          <p14:tracePt t="195193" x="2336800" y="5416550"/>
          <p14:tracePt t="195242" x="2368550" y="5435600"/>
          <p14:tracePt t="195266" x="2419350" y="5461000"/>
          <p14:tracePt t="195317" x="2832100" y="5518150"/>
          <p14:tracePt t="195338" x="3048000" y="5518150"/>
          <p14:tracePt t="195359" x="3225800" y="5511800"/>
          <p14:tracePt t="195401" x="3524250" y="5429250"/>
          <p14:tracePt t="195440" x="3562350" y="5416550"/>
          <p14:tracePt t="195519" x="3556000" y="5403850"/>
          <p14:tracePt t="195541" x="3556000" y="5391150"/>
          <p14:tracePt t="195560" x="3549650" y="5384800"/>
          <p14:tracePt t="195600" x="3549650" y="5365750"/>
          <p14:tracePt t="195640" x="3568700" y="5334000"/>
          <p14:tracePt t="195678" x="3575050" y="5308600"/>
          <p14:tracePt t="195719" x="3581400" y="5283200"/>
          <p14:tracePt t="195762" x="3581400" y="5276850"/>
          <p14:tracePt t="195823" x="3568700" y="5270500"/>
          <p14:tracePt t="195864" x="3543300" y="5264150"/>
          <p14:tracePt t="195905" x="3505200" y="5283200"/>
          <p14:tracePt t="195946" x="3479800" y="5346700"/>
          <p14:tracePt t="195988" x="3505200" y="5441950"/>
          <p14:tracePt t="196027" x="3556000" y="5499100"/>
          <p14:tracePt t="196067" x="3625850" y="5543550"/>
          <p14:tracePt t="196107" x="3714750" y="5575300"/>
          <p14:tracePt t="196148" x="3803650" y="5600700"/>
          <p14:tracePt t="196193" x="3930650" y="5607050"/>
          <p14:tracePt t="196235" x="4064000" y="5568950"/>
          <p14:tracePt t="196278" x="4197350" y="5505450"/>
          <p14:tracePt t="196321" x="4292600" y="5422900"/>
          <p14:tracePt t="196364" x="4343400" y="5334000"/>
          <p14:tracePt t="196406" x="4432300" y="5232400"/>
          <p14:tracePt t="196450" x="4635500" y="5092700"/>
          <p14:tracePt t="196492" x="4984750" y="4889500"/>
          <p14:tracePt t="196537" x="5397500" y="4718050"/>
          <p14:tracePt t="196582" x="5600700" y="4699000"/>
          <p14:tracePt t="196627" x="5664200" y="4724400"/>
          <p14:tracePt t="196671" x="5708650" y="4749800"/>
          <p14:tracePt t="196713" x="5810250" y="4845050"/>
          <p14:tracePt t="196759" x="5975350" y="4959350"/>
          <p14:tracePt t="196779" x="6064250" y="5003800"/>
          <p14:tracePt t="196824" x="6242050" y="5149850"/>
          <p14:tracePt t="196866" x="6292850" y="5219700"/>
          <p14:tracePt t="196910" x="6305550" y="5264150"/>
          <p14:tracePt t="196953" x="6299200" y="5302250"/>
          <p14:tracePt t="196997" x="6273800" y="5384800"/>
          <p14:tracePt t="197039" x="6216650" y="5441950"/>
          <p14:tracePt t="197081" x="6051550" y="5461000"/>
          <p14:tracePt t="197123" x="5797550" y="5461000"/>
          <p14:tracePt t="197165" x="5613400" y="5467350"/>
          <p14:tracePt t="197210" x="5549900" y="5454650"/>
          <p14:tracePt t="197255" x="5556250" y="5448300"/>
          <p14:tracePt t="197297" x="5581650" y="5448300"/>
          <p14:tracePt t="197361" x="5588000" y="5448300"/>
          <p14:tracePt t="197443" x="5588000" y="5441950"/>
          <p14:tracePt t="197506" x="5556250" y="5441950"/>
          <p14:tracePt t="197528" x="5492750" y="5441950"/>
          <p14:tracePt t="197573" x="5118100" y="5429250"/>
          <p14:tracePt t="197597" x="4730750" y="5410200"/>
          <p14:tracePt t="197646" x="4108450" y="5365750"/>
          <p14:tracePt t="197688" x="3886200" y="5359400"/>
          <p14:tracePt t="197733" x="3848100" y="5353050"/>
          <p14:tracePt t="197775" x="3867150" y="5346700"/>
          <p14:tracePt t="197796" x="3892550" y="5346700"/>
          <p14:tracePt t="197839" x="4025900" y="5359400"/>
          <p14:tracePt t="197860" x="4165600" y="5353050"/>
          <p14:tracePt t="197908" x="4686300" y="5334000"/>
          <p14:tracePt t="197951" x="4902200" y="5308600"/>
          <p14:tracePt t="197993" x="4933950" y="5289550"/>
          <p14:tracePt t="198016" x="4940300" y="5283200"/>
          <p14:tracePt t="198076" x="4921250" y="5283200"/>
          <p14:tracePt t="198120" x="4902200" y="5308600"/>
          <p14:tracePt t="198437" x="4349750" y="5219700"/>
          <p14:tracePt t="198457" x="4089400" y="5143500"/>
          <p14:tracePt t="198501" x="2711450" y="4737100"/>
          <p14:tracePt t="198546" x="2171700" y="4521200"/>
          <p14:tracePt t="198589" x="1854200" y="4413250"/>
          <p14:tracePt t="198633" x="1536700" y="4279900"/>
          <p14:tracePt t="198679" x="1409700" y="4203700"/>
          <p14:tracePt t="198722" x="1358900" y="4159250"/>
          <p14:tracePt t="198765" x="1346200" y="4152900"/>
          <p14:tracePt t="198810" x="1358900" y="4152900"/>
          <p14:tracePt t="198875" x="1384300" y="4165600"/>
          <p14:tracePt t="198921" x="1409700" y="4191000"/>
          <p14:tracePt t="198967" x="1422400" y="4197350"/>
          <p14:tracePt t="199011" x="1435100" y="4210050"/>
          <p14:tracePt t="199031" x="1447800" y="4229100"/>
          <p14:tracePt t="199080" x="1555750" y="4286250"/>
          <p14:tracePt t="199100" x="1631950" y="4311650"/>
          <p14:tracePt t="199146" x="1816100" y="4324350"/>
          <p14:tracePt t="199190" x="1898650" y="4318000"/>
          <p14:tracePt t="199254" x="1860550" y="4305300"/>
          <p14:tracePt t="199297" x="1727200" y="4298950"/>
          <p14:tracePt t="199317" x="1606550" y="4311650"/>
          <p14:tracePt t="199364" x="1371600" y="4356100"/>
          <p14:tracePt t="199427" x="1352550" y="4368800"/>
          <p14:tracePt t="199469" x="1390650" y="4368800"/>
          <p14:tracePt t="199514" x="1428750" y="4368800"/>
          <p14:tracePt t="199556" x="1536700" y="4362450"/>
          <p14:tracePt t="199600" x="1809750" y="4330700"/>
          <p14:tracePt t="199643" x="2108200" y="4305300"/>
          <p14:tracePt t="199685" x="2381250" y="4286250"/>
          <p14:tracePt t="199732" x="2520950" y="4267200"/>
          <p14:tracePt t="199775" x="2609850" y="4260850"/>
          <p14:tracePt t="199816" x="2641600" y="4260850"/>
          <p14:tracePt t="199860" x="2654300" y="4260850"/>
          <p14:tracePt t="199902" x="2667000" y="4260850"/>
          <p14:tracePt t="199946" x="2692400" y="4254500"/>
          <p14:tracePt t="204945" x="3009900" y="4648200"/>
          <p14:tracePt t="204990" x="3289300" y="5010150"/>
          <p14:tracePt t="205033" x="3448050" y="5295900"/>
          <p14:tracePt t="205076" x="3562350" y="5518150"/>
          <p14:tracePt t="205096" x="3575050" y="5549900"/>
          <p14:tracePt t="205140" x="3632200" y="5657850"/>
          <p14:tracePt t="205160" x="3663950" y="5715000"/>
          <p14:tracePt t="205204" x="3746500" y="5816600"/>
          <p14:tracePt t="205248" x="3835400" y="5892800"/>
          <p14:tracePt t="205294" x="3879850" y="5911850"/>
          <p14:tracePt t="205313" x="3892550" y="5911850"/>
          <p14:tracePt t="205358" x="3937000" y="5905500"/>
          <p14:tracePt t="205378" x="3956050" y="5892800"/>
          <p14:tracePt t="205423" x="3994150" y="5880100"/>
          <p14:tracePt t="205466" x="4064000" y="5867400"/>
          <p14:tracePt t="205485" x="4102100" y="5861050"/>
          <p14:tracePt t="205532" x="4222750" y="5854700"/>
          <p14:tracePt t="205575" x="4362450" y="5829300"/>
          <p14:tracePt t="205616" x="4457700" y="5803900"/>
          <p14:tracePt t="205636" x="4470400" y="5803900"/>
          <p14:tracePt t="205679" x="4540250" y="5791200"/>
          <p14:tracePt t="206146" x="4997450" y="5784850"/>
          <p14:tracePt t="206165" x="5111750" y="5784850"/>
          <p14:tracePt t="206209" x="5435600" y="5810250"/>
          <p14:tracePt t="206229" x="5467350" y="5810250"/>
          <p14:tracePt t="206273" x="5645150" y="5816600"/>
          <p14:tracePt t="206317" x="5734050" y="5835650"/>
          <p14:tracePt t="206363" x="5810250" y="5848350"/>
          <p14:tracePt t="206383" x="5835650" y="5848350"/>
          <p14:tracePt t="206430" x="5892800" y="5848350"/>
          <p14:tracePt t="206472" x="5918200" y="5842000"/>
          <p14:tracePt t="206989" x="5791200" y="5842000"/>
          <p14:tracePt t="207036" x="5334000" y="5842000"/>
          <p14:tracePt t="207079" x="4908550" y="5842000"/>
          <p14:tracePt t="207121" x="4476750" y="5867400"/>
          <p14:tracePt t="207162" x="3987800" y="5886450"/>
          <p14:tracePt t="207207" x="3835400" y="5892800"/>
          <p14:tracePt t="207250" x="3746500" y="5861050"/>
          <p14:tracePt t="207270" x="3740150" y="5861050"/>
          <p14:tracePt t="207370" x="3778250" y="5854700"/>
          <p14:tracePt t="207390" x="3784600" y="5848350"/>
          <p14:tracePt t="207926" x="3835400" y="5905500"/>
          <p14:tracePt t="207967" x="4000500" y="6013450"/>
          <p14:tracePt t="207984" x="4064000" y="6045200"/>
          <p14:tracePt t="208042" x="4127500" y="6076950"/>
          <p14:tracePt t="208090" x="4133850" y="6089650"/>
          <p14:tracePt t="208150" x="4051300" y="6096000"/>
          <p14:tracePt t="208192" x="3721100" y="6140450"/>
          <p14:tracePt t="208210" x="3632200" y="6140450"/>
          <p14:tracePt t="208252" x="3302000" y="6140450"/>
          <p14:tracePt t="208300" x="3067050" y="6134100"/>
          <p14:tracePt t="208324" x="3022600" y="6134100"/>
          <p14:tracePt t="208373" x="2952750" y="6134100"/>
          <p14:tracePt t="208397" x="2901950" y="6127750"/>
          <p14:tracePt t="208447" x="2813050" y="6127750"/>
          <p14:tracePt t="208496" x="2781300" y="6127750"/>
          <p14:tracePt t="208546" x="2755900" y="6140450"/>
          <p14:tracePt t="208592" x="2736850" y="6146800"/>
          <p14:tracePt t="208641" x="2730500" y="6146800"/>
          <p14:tracePt t="208687" x="2711450" y="6146800"/>
          <p14:tracePt t="208755" x="2667000" y="6140450"/>
          <p14:tracePt t="208802" x="2616200" y="6115050"/>
          <p14:tracePt t="208849" x="2578100" y="6076950"/>
          <p14:tracePt t="208917" x="2603500" y="6064250"/>
          <p14:tracePt t="208967" x="2743200" y="6032500"/>
          <p14:tracePt t="209015" x="2990850" y="6000750"/>
          <p14:tracePt t="209063" x="3409950" y="5994400"/>
          <p14:tracePt t="209108" x="3740150" y="6038850"/>
          <p14:tracePt t="209163" x="3829050" y="6051550"/>
          <p14:tracePt t="209210" x="3848100" y="6064250"/>
          <p14:tracePt t="209232" x="3860800" y="6070600"/>
          <p14:tracePt t="209279" x="3867150" y="6070600"/>
          <p14:tracePt t="209626" x="3994150" y="6070600"/>
          <p14:tracePt t="209667" x="4356100" y="6038850"/>
          <p14:tracePt t="209709" x="4775200" y="6032500"/>
          <p14:tracePt t="209750" x="5041900" y="6032500"/>
          <p14:tracePt t="209791" x="5207000" y="6032500"/>
          <p14:tracePt t="209831" x="5251450" y="6045200"/>
          <p14:tracePt t="209873" x="5308600" y="6051550"/>
          <p14:tracePt t="209914" x="5359400" y="6051550"/>
          <p14:tracePt t="209958" x="5397500" y="6057900"/>
          <p14:tracePt t="209999" x="5416550" y="6057900"/>
          <p14:tracePt t="210044" x="5454650" y="6064250"/>
          <p14:tracePt t="210415" x="5581650" y="6051550"/>
          <p14:tracePt t="210460" x="5753100" y="6032500"/>
          <p14:tracePt t="210502" x="5930900" y="6045200"/>
          <p14:tracePt t="210549" x="6064250" y="6064250"/>
          <p14:tracePt t="210594" x="6076950" y="6083300"/>
          <p14:tracePt t="210638" x="6007100" y="6089650"/>
          <p14:tracePt t="210683" x="5784850" y="6089650"/>
          <p14:tracePt t="210728" x="5461000" y="6057900"/>
          <p14:tracePt t="210771" x="5022850" y="6007100"/>
          <p14:tracePt t="210813" x="4616450" y="5988050"/>
          <p14:tracePt t="210858" x="4222750" y="5994400"/>
          <p14:tracePt t="210900" x="3879850" y="6000750"/>
          <p14:tracePt t="210921" x="3765550" y="6000750"/>
          <p14:tracePt t="210964" x="3549650" y="6000750"/>
          <p14:tracePt t="211007" x="3422650" y="6000750"/>
          <p14:tracePt t="211048" x="3327400" y="6019800"/>
          <p14:tracePt t="211092" x="3244850" y="6032500"/>
          <p14:tracePt t="211137" x="3168650" y="6051550"/>
          <p14:tracePt t="211180" x="3092450" y="6089650"/>
          <p14:tracePt t="211229" x="3028950" y="6115050"/>
          <p14:tracePt t="211273" x="2984500" y="6121400"/>
          <p14:tracePt t="211315" x="2946400" y="6121400"/>
          <p14:tracePt t="211359" x="2927350" y="6121400"/>
          <p14:tracePt t="211422" x="2921000" y="6121400"/>
          <p14:tracePt t="211463" x="2914650" y="6121400"/>
          <p14:tracePt t="211774" x="3086100" y="6134100"/>
          <p14:tracePt t="211819" x="3384550" y="6127750"/>
          <p14:tracePt t="211862" x="3727450" y="6127750"/>
          <p14:tracePt t="211905" x="3956050" y="6134100"/>
          <p14:tracePt t="211925" x="4076700" y="6140450"/>
          <p14:tracePt t="211968" x="4171950" y="6146800"/>
          <p14:tracePt t="212010" x="4210050" y="6146800"/>
          <p14:tracePt t="212052" x="4222750" y="6146800"/>
          <p14:tracePt t="212094" x="4267200" y="6159500"/>
          <p14:tracePt t="212157" x="4375150" y="6178550"/>
          <p14:tracePt t="212201" x="4419600" y="6191250"/>
          <p14:tracePt t="212245" x="4489450" y="6197600"/>
          <p14:tracePt t="212793" x="4711700" y="6197600"/>
          <p14:tracePt t="212839" x="4984750" y="6216650"/>
          <p14:tracePt t="212882" x="5111750" y="6223000"/>
          <p14:tracePt t="212925" x="5238750" y="6242050"/>
          <p14:tracePt t="212967" x="5359400" y="6261100"/>
          <p14:tracePt t="213010" x="5461000" y="6286500"/>
          <p14:tracePt t="213052" x="5511800" y="6286500"/>
          <p14:tracePt t="213093" x="5537200" y="6286500"/>
          <p14:tracePt t="213136" x="5556250" y="6286500"/>
          <p14:tracePt t="213595" x="5746750" y="6286500"/>
          <p14:tracePt t="213639" x="5956300" y="6267450"/>
          <p14:tracePt t="213683" x="6083300" y="6254750"/>
          <p14:tracePt t="213702" x="6096000" y="6248400"/>
          <p14:tracePt t="213746" x="6115050" y="6242050"/>
          <p14:tracePt t="213789" x="6121400" y="6235700"/>
          <p14:tracePt t="213893" x="6108700" y="6242050"/>
          <p14:tracePt t="214651" x="6019800" y="6203950"/>
          <p14:tracePt t="214694" x="5892800" y="6127750"/>
          <p14:tracePt t="214735" x="5753100" y="6045200"/>
          <p14:tracePt t="214758" x="5657850" y="5975350"/>
          <p14:tracePt t="214803" x="5391150" y="5803900"/>
          <p14:tracePt t="214847" x="4978400" y="5594350"/>
          <p14:tracePt t="214891" x="4578350" y="5403850"/>
          <p14:tracePt t="214934" x="4178300" y="5130800"/>
          <p14:tracePt t="214955" x="4076700" y="5041900"/>
          <p14:tracePt t="214998" x="3917950" y="4933950"/>
          <p14:tracePt t="215041" x="3708400" y="4794250"/>
          <p14:tracePt t="215084" x="3359150" y="4508500"/>
          <p14:tracePt t="215105" x="3238500" y="4387850"/>
          <p14:tracePt t="215150" x="2984500" y="4019550"/>
          <p14:tracePt t="215194" x="2838450" y="3708400"/>
          <p14:tracePt t="215236" x="2679700" y="3365500"/>
          <p14:tracePt t="215280" x="2540000" y="3054350"/>
          <p14:tracePt t="215324" x="2432050" y="2857500"/>
          <p14:tracePt t="215366" x="2374900" y="2787650"/>
          <p14:tracePt t="215389" x="2362200" y="2774950"/>
          <p14:tracePt t="215440" x="2374900" y="2768600"/>
          <p14:tracePt t="215460" x="2381250" y="2774950"/>
          <p14:tracePt t="215504" x="2393950" y="2819400"/>
          <p14:tracePt t="215564" x="2571750" y="3079750"/>
          <p14:tracePt t="215606" x="2813050" y="3479800"/>
          <p14:tracePt t="215648" x="3060700" y="3962400"/>
          <p14:tracePt t="215689" x="3257550" y="4337050"/>
          <p14:tracePt t="215730" x="3435350" y="4559300"/>
          <p14:tracePt t="215771" x="3530600" y="4635500"/>
          <p14:tracePt t="215812" x="3587750" y="4660900"/>
          <p14:tracePt t="215855" x="3657600" y="4641850"/>
          <p14:tracePt t="215874" x="3663950" y="4622800"/>
          <p14:tracePt t="216556" x="3556000" y="4591050"/>
          <p14:tracePt t="216600" x="3422650" y="4546600"/>
          <p14:tracePt t="216643" x="3251200" y="4527550"/>
          <p14:tracePt t="216686" x="3016250" y="4521200"/>
          <p14:tracePt t="216729" x="2679700" y="4502150"/>
          <p14:tracePt t="216771" x="2444750" y="4476750"/>
          <p14:tracePt t="216791" x="2355850" y="4438650"/>
          <p14:tracePt t="216815" x="2292350" y="4419600"/>
          <p14:tracePt t="216859" x="2216150" y="4387850"/>
          <p14:tracePt t="216903" x="2184400" y="4381500"/>
          <p14:tracePt t="216944" x="2159000" y="4381500"/>
          <p14:tracePt t="216988" x="2127250" y="4381500"/>
          <p14:tracePt t="217008" x="2108200" y="4387850"/>
          <p14:tracePt t="217055" x="2038350" y="4400550"/>
          <p14:tracePt t="217099" x="1949450" y="4400550"/>
          <p14:tracePt t="217143" x="1835150" y="4406900"/>
          <p14:tracePt t="217186" x="1720850" y="4406900"/>
          <p14:tracePt t="217227" x="1606550" y="4406900"/>
          <p14:tracePt t="217272" x="1511300" y="4406900"/>
          <p14:tracePt t="217315" x="1460500" y="4406900"/>
          <p14:tracePt t="217357" x="1435100" y="4400550"/>
          <p14:tracePt t="217401" x="1416050" y="4400550"/>
          <p14:tracePt t="217443" x="1409700" y="4394200"/>
          <p14:tracePt t="217509" x="1390650" y="4387850"/>
          <p14:tracePt t="217576" x="1384300" y="4387850"/>
          <p14:tracePt t="217659" x="1403350" y="4387850"/>
          <p14:tracePt t="217705" x="1422400" y="4387850"/>
          <p14:tracePt t="217723" x="1441450" y="4387850"/>
          <p14:tracePt t="217768" x="1606550" y="4387850"/>
          <p14:tracePt t="217788" x="1670050" y="4387850"/>
          <p14:tracePt t="217830" x="1917700" y="4394200"/>
          <p14:tracePt t="217874" x="2089150" y="4406900"/>
          <p14:tracePt t="217917" x="2120900" y="4406900"/>
          <p14:tracePt t="218165" x="2114550" y="4381500"/>
          <p14:tracePt t="218209" x="2012950" y="4152900"/>
          <p14:tracePt t="218254" x="1841500" y="3651250"/>
          <p14:tracePt t="218297" x="1701800" y="3378200"/>
          <p14:tracePt t="218340" x="1625600" y="3219450"/>
          <p14:tracePt t="218382" x="1606550" y="3117850"/>
          <p14:tracePt t="218445" x="1631950" y="3149600"/>
          <p14:tracePt t="218465" x="1663700" y="3187700"/>
          <p14:tracePt t="218511" x="1930400" y="3384550"/>
          <p14:tracePt t="218531" x="2178050" y="3556000"/>
          <p14:tracePt t="218579" x="3276600" y="4197350"/>
          <p14:tracePt t="218622" x="4178300" y="4533900"/>
          <p14:tracePt t="218667" x="4800600" y="4724400"/>
          <p14:tracePt t="218686" x="5003800" y="4787900"/>
          <p14:tracePt t="218732" x="5308600" y="4845050"/>
          <p14:tracePt t="218775" x="5524500" y="4870450"/>
          <p14:tracePt t="218818" x="5638800" y="4870450"/>
          <p14:tracePt t="218859" x="5676900" y="4864100"/>
          <p14:tracePt t="218904" x="5689600" y="4857750"/>
          <p14:tracePt t="218946" x="5708650" y="4851400"/>
          <p14:tracePt t="218967" x="5746750" y="4851400"/>
          <p14:tracePt t="219013" x="5842000" y="4851400"/>
          <p14:tracePt t="219055" x="6076950" y="4864100"/>
          <p14:tracePt t="219099" x="6330950" y="4902200"/>
          <p14:tracePt t="219143" x="6483350" y="4933950"/>
          <p14:tracePt t="219185" x="6546850" y="4959350"/>
          <p14:tracePt t="219230" x="6572250" y="4959350"/>
          <p14:tracePt t="219275" x="6578600" y="4959350"/>
          <p14:tracePt t="219318" x="6584950" y="4959350"/>
          <p14:tracePt t="219399" x="6559550" y="4959350"/>
          <p14:tracePt t="219442" x="6496050" y="4959350"/>
          <p14:tracePt t="219486" x="6216650" y="4984750"/>
          <p14:tracePt t="219529" x="5613400" y="5060950"/>
          <p14:tracePt t="219573" x="5289550" y="5086350"/>
          <p14:tracePt t="219618" x="5232400" y="5086350"/>
          <p14:tracePt t="219683" x="5226050" y="5086350"/>
          <p14:tracePt t="219746" x="5226050" y="5080000"/>
          <p14:tracePt t="219811" x="5219700" y="5073650"/>
          <p14:tracePt t="219949" x="5213350" y="5073650"/>
          <p14:tracePt t="220373" x="4673600" y="4895850"/>
          <p14:tracePt t="220416" x="4102100" y="4756150"/>
          <p14:tracePt t="220461" x="3644900" y="4635500"/>
          <p14:tracePt t="220504" x="3384550" y="4546600"/>
          <p14:tracePt t="220547" x="3225800" y="4489450"/>
          <p14:tracePt t="220592" x="3067050" y="4438650"/>
          <p14:tracePt t="220612" x="3035300" y="4425950"/>
          <p14:tracePt t="220659" x="2933700" y="4413250"/>
          <p14:tracePt t="220705" x="2787650" y="4425950"/>
          <p14:tracePt t="220748" x="2679700" y="4425950"/>
          <p14:tracePt t="220792" x="2495550" y="4419600"/>
          <p14:tracePt t="220836" x="2222500" y="4400550"/>
          <p14:tracePt t="220880" x="1949450" y="4362450"/>
          <p14:tracePt t="220899" x="1905000" y="4362450"/>
          <p14:tracePt t="220943" x="1809750" y="4362450"/>
          <p14:tracePt t="220986" x="1758950" y="4349750"/>
          <p14:tracePt t="221332" x="1739900" y="4343400"/>
          <p14:tracePt t="221376" x="1670050" y="4292600"/>
          <p14:tracePt t="221421" x="1606550" y="4229100"/>
          <p14:tracePt t="221443" x="1581150" y="4197350"/>
          <p14:tracePt t="221487" x="1530350" y="4083050"/>
          <p14:tracePt t="221529" x="1492250" y="3879850"/>
          <p14:tracePt t="221552" x="1460500" y="3632200"/>
          <p14:tracePt t="221594" x="1428750" y="3124200"/>
          <p14:tracePt t="221637" x="1409700" y="2889250"/>
          <p14:tracePt t="221682" x="1403350" y="2806700"/>
          <p14:tracePt t="221705" x="1397000" y="2787650"/>
          <p14:tracePt t="221752" x="1390650" y="2768600"/>
          <p14:tracePt t="221919" x="1390650" y="2762250"/>
          <p14:tracePt t="221961" x="1403350" y="2787650"/>
          <p14:tracePt t="222003" x="1416050" y="2857500"/>
          <p14:tracePt t="222044" x="1454150" y="3016250"/>
          <p14:tracePt t="222084" x="1524000" y="3251200"/>
          <p14:tracePt t="222103" x="1536700" y="3282950"/>
          <p14:tracePt t="222141" x="1574800" y="3352800"/>
          <p14:tracePt t="222182" x="1574800" y="3365500"/>
          <p14:tracePt t="222422" x="1581150" y="3346450"/>
          <p14:tracePt t="222482" x="1581150" y="3206750"/>
          <p14:tracePt t="222526" x="1555750" y="2978150"/>
          <p14:tracePt t="222549" x="1530350" y="2819400"/>
          <p14:tracePt t="222593" x="1530350" y="2711450"/>
          <p14:tracePt t="222635" x="1530350" y="2686050"/>
          <p14:tracePt t="222697" x="1536700" y="2705100"/>
          <p14:tracePt t="222740" x="1543050" y="2730500"/>
          <p14:tracePt t="222788" x="1549400" y="2749550"/>
          <p14:tracePt t="222850" x="1555750" y="2774950"/>
          <p14:tracePt t="222893" x="1593850" y="2851150"/>
          <p14:tracePt t="222936" x="1708150" y="3041650"/>
          <p14:tracePt t="222981" x="1924050" y="3365500"/>
          <p14:tracePt t="223024" x="2063750" y="3581400"/>
          <p14:tracePt t="223067" x="2152650" y="3752850"/>
          <p14:tracePt t="223111" x="2165350" y="3829050"/>
          <p14:tracePt t="223476" x="2349500" y="3943350"/>
          <p14:tracePt t="223520" x="2711450" y="4197350"/>
          <p14:tracePt t="223565" x="3219450" y="4521200"/>
          <p14:tracePt t="223607" x="3644900" y="4724400"/>
          <p14:tracePt t="223651" x="3962400" y="4876800"/>
          <p14:tracePt t="223693" x="4133850" y="4959350"/>
          <p14:tracePt t="223736" x="4222750" y="4978400"/>
          <p14:tracePt t="223780" x="4254500" y="4953000"/>
          <p14:tracePt t="223825" x="4279900" y="4946650"/>
          <p14:tracePt t="224232" x="4667250" y="4946650"/>
          <p14:tracePt t="224276" x="5086350" y="4940300"/>
          <p14:tracePt t="224319" x="5410200" y="4927600"/>
          <p14:tracePt t="224361" x="5543550" y="4940300"/>
          <p14:tracePt t="224403" x="5575300" y="4946650"/>
          <p14:tracePt t="224446" x="5581650" y="4965700"/>
          <p14:tracePt t="224491" x="5549900" y="4972050"/>
          <p14:tracePt t="224512" x="5461000" y="4959350"/>
          <p14:tracePt t="224560" x="5168900" y="4921250"/>
          <p14:tracePt t="224603" x="4679950" y="4787900"/>
          <p14:tracePt t="224647" x="4140200" y="4610100"/>
          <p14:tracePt t="224690" x="3683000" y="4368800"/>
          <p14:tracePt t="224733" x="3517900" y="4267200"/>
          <p14:tracePt t="224776" x="3454400" y="4235450"/>
          <p14:tracePt t="224798" x="3441700" y="4229100"/>
          <p14:tracePt t="224843" x="3435350" y="4235450"/>
          <p14:tracePt t="224889" x="3441700" y="4254500"/>
          <p14:tracePt t="224931" x="3454400" y="4286250"/>
          <p14:tracePt t="225355" x="3086100" y="4127500"/>
          <p14:tracePt t="225374" x="2984500" y="4064000"/>
          <p14:tracePt t="225416" x="2438400" y="3702050"/>
          <p14:tracePt t="225459" x="2089150" y="3327400"/>
          <p14:tracePt t="225503" x="1828800" y="2952750"/>
          <p14:tracePt t="225546" x="1625600" y="2686050"/>
          <p14:tracePt t="225591" x="1562100" y="2578100"/>
          <p14:tracePt t="225633" x="1549400" y="2559050"/>
          <p14:tracePt t="225679" x="1574800" y="2616200"/>
          <p14:tracePt t="225722" x="1612900" y="2698750"/>
          <p14:tracePt t="225765" x="1663700" y="2990850"/>
          <p14:tracePt t="225809" x="1752600" y="3530600"/>
          <p14:tracePt t="225851" x="1917700" y="4013200"/>
          <p14:tracePt t="225895" x="2127250" y="4305300"/>
          <p14:tracePt t="225942" x="2235200" y="4425950"/>
          <p14:tracePt t="225985" x="2273300" y="4470400"/>
          <p14:tracePt t="226028" x="2279650" y="4483100"/>
          <p14:tracePt t="226072" x="2298700" y="4470400"/>
          <p14:tracePt t="227302" x="2216150" y="4305300"/>
          <p14:tracePt t="227344" x="2089150" y="4038600"/>
          <p14:tracePt t="227387" x="1974850" y="3670300"/>
          <p14:tracePt t="227430" x="1885950" y="3333750"/>
          <p14:tracePt t="227473" x="1816100" y="3067050"/>
          <p14:tracePt t="227515" x="1727200" y="2800350"/>
          <p14:tracePt t="227535" x="1714500" y="2768600"/>
          <p14:tracePt t="227578" x="1695450" y="2736850"/>
          <p14:tracePt t="227646" x="1695450" y="2755900"/>
          <p14:tracePt t="227689" x="1695450" y="2768600"/>
          <p14:tracePt t="227735" x="1708150" y="2787650"/>
          <p14:tracePt t="227799" x="1708150" y="2800350"/>
          <p14:tracePt t="227923" x="1708150" y="2813050"/>
          <p14:tracePt t="227946" x="1708150" y="2819400"/>
          <p14:tracePt t="227989" x="1714500" y="2838450"/>
          <p14:tracePt t="228036" x="1727200" y="3003550"/>
          <p14:tracePt t="228097" x="1809750" y="3486150"/>
          <p14:tracePt t="228138" x="1854200" y="3714750"/>
          <p14:tracePt t="228180" x="1873250" y="3835400"/>
          <p14:tracePt t="228237" x="1879600" y="3892550"/>
          <p14:tracePt t="228282" x="1879600" y="3911600"/>
          <p14:tracePt t="228327" x="1892300" y="3987800"/>
          <p14:tracePt t="228370" x="1898650" y="4013200"/>
          <p14:tracePt t="228810" x="1936750" y="4032250"/>
          <p14:tracePt t="228851" x="1987550" y="4064000"/>
          <p14:tracePt t="228897" x="2038350" y="4095750"/>
          <p14:tracePt t="228947" x="2114550" y="4159250"/>
          <p14:tracePt t="228987" x="2139950" y="4184650"/>
          <p14:tracePt t="229028" x="2152650" y="4210050"/>
          <p14:tracePt t="229071" x="2159000" y="4229100"/>
          <p14:tracePt t="229114" x="2165350" y="4248150"/>
          <p14:tracePt t="229153" x="2165350" y="4254500"/>
          <p14:tracePt t="229198" x="2165350" y="4267200"/>
          <p14:tracePt t="229240" x="2171700" y="4279900"/>
          <p14:tracePt t="229301" x="2171700" y="4292600"/>
          <p14:tracePt t="229399" x="2178050" y="4311650"/>
          <p14:tracePt t="229496" x="2178050" y="4324350"/>
          <p14:tracePt t="229555" x="2178050" y="4330700"/>
          <p14:tracePt t="229595" x="2165350" y="4337050"/>
          <p14:tracePt t="229615" x="2152650" y="4343400"/>
          <p14:tracePt t="229658" x="2120900" y="4362450"/>
          <p14:tracePt t="229700" x="2082800" y="4381500"/>
          <p14:tracePt t="229741" x="2070100" y="4394200"/>
          <p14:tracePt t="229780" x="2070100" y="4400550"/>
          <p14:tracePt t="230048" x="2082800" y="4400550"/>
          <p14:tracePt t="230089" x="2101850" y="4406900"/>
          <p14:tracePt t="230135" x="2203450" y="4406900"/>
          <p14:tracePt t="230176" x="2381250" y="4413250"/>
          <p14:tracePt t="230216" x="2578100" y="4425950"/>
          <p14:tracePt t="230257" x="2717800" y="4438650"/>
          <p14:tracePt t="230298" x="2755900" y="4445000"/>
          <p14:tracePt t="230341" x="2755900" y="4451350"/>
          <p14:tracePt t="230583" x="2724150" y="4451350"/>
          <p14:tracePt t="230625" x="2552700" y="4451350"/>
          <p14:tracePt t="230664" x="2247900" y="4451350"/>
          <p14:tracePt t="230710" x="1981200" y="4483100"/>
          <p14:tracePt t="230748" x="1943100" y="4489450"/>
          <p14:tracePt t="230789" x="1936750" y="4489450"/>
          <p14:tracePt t="230830" x="1943100" y="4489450"/>
          <p14:tracePt t="230891" x="1955800" y="4489450"/>
          <p14:tracePt t="230957" x="1962150" y="4489450"/>
          <p14:tracePt t="231018" x="1962150" y="4483100"/>
          <p14:tracePt t="231094" x="1955800" y="4483100"/>
          <p14:tracePt t="231360" x="1949450" y="4476750"/>
          <p14:tracePt t="231473" x="1949450" y="4470400"/>
          <p14:tracePt t="231517" x="1955800" y="4457700"/>
          <p14:tracePt t="231561" x="1955800" y="4445000"/>
          <p14:tracePt t="231606" x="1955800" y="4432300"/>
          <p14:tracePt t="231649" x="1936750" y="4406900"/>
          <p14:tracePt t="231669" x="1917700" y="4375150"/>
          <p14:tracePt t="231715" x="1809750" y="4165600"/>
          <p14:tracePt t="231758" x="1701800" y="3892550"/>
          <p14:tracePt t="231801" x="1581150" y="3587750"/>
          <p14:tracePt t="231843" x="1511300" y="3365500"/>
          <p14:tracePt t="231888" x="1466850" y="3251200"/>
          <p14:tracePt t="231932" x="1441450" y="3175000"/>
          <p14:tracePt t="231982" x="1409700" y="3098800"/>
          <p14:tracePt t="232025" x="1403350" y="3067050"/>
          <p14:tracePt t="232068" x="1397000" y="3054350"/>
          <p14:tracePt t="232114" x="1377950" y="3035300"/>
          <p14:tracePt t="232176" x="1371600" y="3028950"/>
          <p14:tracePt t="232224" x="1365250" y="3022600"/>
          <p14:tracePt t="232267" x="1358900" y="2997200"/>
          <p14:tracePt t="232309" x="1346200" y="2984500"/>
          <p14:tracePt t="232353" x="1346200" y="2978150"/>
          <p14:tracePt t="232415" x="1339850" y="2978150"/>
          <p14:tracePt t="232456" x="1346200" y="2997200"/>
          <p14:tracePt t="232500" x="1403350" y="3105150"/>
          <p14:tracePt t="232519" x="1435100" y="3168650"/>
          <p14:tracePt t="232564" x="1492250" y="3295650"/>
          <p14:tracePt t="232607" x="1524000" y="3371850"/>
          <p14:tracePt t="232652" x="1536700" y="3384550"/>
          <p14:tracePt t="232812" x="1536700" y="3378200"/>
          <p14:tracePt t="233555" x="1543050" y="3384550"/>
          <p14:tracePt t="233598" x="1574800" y="3435350"/>
          <p14:tracePt t="233643" x="1701800" y="3702050"/>
          <p14:tracePt t="233687" x="1816100" y="4019550"/>
          <p14:tracePt t="233709" x="1841500" y="4229100"/>
          <p14:tracePt t="233753" x="1860550" y="4362450"/>
          <p14:tracePt t="233795" x="1873250" y="4394200"/>
          <p14:tracePt t="233858" x="1879600" y="4413250"/>
          <p14:tracePt t="233955" x="1879600" y="4419600"/>
          <p14:tracePt t="234004" x="1879600" y="4425950"/>
          <p14:tracePt t="234144" x="1892300" y="4451350"/>
          <p14:tracePt t="234190" x="1898650" y="4508500"/>
          <p14:tracePt t="234211" x="1898650" y="4540250"/>
          <p14:tracePt t="234253" x="1892300" y="4584700"/>
          <p14:tracePt t="234300" x="1892300" y="4591050"/>
          <p14:tracePt t="234344" x="1885950" y="4591050"/>
          <p14:tracePt t="234388" x="1885950" y="4572000"/>
          <p14:tracePt t="234429" x="1879600" y="4552950"/>
          <p14:tracePt t="234472" x="1835150" y="4438650"/>
          <p14:tracePt t="234493" x="1822450" y="4368800"/>
          <p14:tracePt t="234534" x="1765300" y="3981450"/>
          <p14:tracePt t="234576" x="1689100" y="3397250"/>
          <p14:tracePt t="234619" x="1651000" y="3048000"/>
          <p14:tracePt t="234664" x="1631950" y="2832100"/>
          <p14:tracePt t="234710" x="1631950" y="2787650"/>
          <p14:tracePt t="234755" x="1619250" y="2749550"/>
          <p14:tracePt t="234798" x="1619250" y="2743200"/>
          <p14:tracePt t="234860" x="1612900" y="2762250"/>
          <p14:tracePt t="234903" x="1612900" y="2787650"/>
          <p14:tracePt t="234963" x="1619250" y="2813050"/>
          <p14:tracePt t="235008" x="1682750" y="3003550"/>
          <p14:tracePt t="235049" x="1746250" y="3206750"/>
          <p14:tracePt t="235093" x="1771650" y="3321050"/>
          <p14:tracePt t="235137" x="1784350" y="3340100"/>
          <p14:tracePt t="235198" x="1784350" y="3321050"/>
          <p14:tracePt t="235220" x="1784350" y="3295650"/>
          <p14:tracePt t="235262" x="1765300" y="3238500"/>
          <p14:tracePt t="235307" x="1752600" y="3136900"/>
          <p14:tracePt t="235353" x="1727200" y="2946400"/>
          <p14:tracePt t="235397" x="1727200" y="2844800"/>
          <p14:tracePt t="235440" x="1733550" y="2825750"/>
          <p14:tracePt t="235520" x="1746250" y="2851150"/>
          <p14:tracePt t="235563" x="1746250" y="2863850"/>
          <p14:tracePt t="235583" x="1746250" y="2870200"/>
          <p14:tracePt t="235669" x="1746250" y="2882900"/>
          <p14:tracePt t="235710" x="1746250" y="2895600"/>
          <p14:tracePt t="235732" x="1746250" y="2901950"/>
          <p14:tracePt t="235796" x="1746250" y="2914650"/>
          <p14:tracePt t="235841" x="1758950" y="3009900"/>
          <p14:tracePt t="235884" x="1784350" y="3289300"/>
          <p14:tracePt t="235903" x="1803400" y="3352800"/>
          <p14:tracePt t="235945" x="1828800" y="3486150"/>
          <p14:tracePt t="235989" x="1841500" y="3536950"/>
          <p14:tracePt t="236278" x="1854200" y="3556000"/>
          <p14:tracePt t="236322" x="1898650" y="3632200"/>
          <p14:tracePt t="236366" x="1949450" y="3733800"/>
          <p14:tracePt t="236412" x="1974850" y="3810000"/>
          <p14:tracePt t="236456" x="1987550" y="3822700"/>
          <p14:tracePt t="236498" x="1987550" y="3835400"/>
          <p14:tracePt t="236541" x="1993900" y="3835400"/>
          <p14:tracePt t="236584" x="2000250" y="3854450"/>
          <p14:tracePt t="236627" x="2012950" y="3854450"/>
          <p14:tracePt t="236670" x="2019300" y="3867150"/>
          <p14:tracePt t="236711" x="2019300" y="3873500"/>
          <p14:tracePt t="236734" x="2032000" y="3879850"/>
          <p14:tracePt t="236781" x="2038350" y="3892550"/>
          <p14:tracePt t="236999" x="2044700" y="3892550"/>
          <p14:tracePt t="237421" x="2159000" y="3930650"/>
          <p14:tracePt t="237469" x="2489200" y="4076700"/>
          <p14:tracePt t="237512" x="2857500" y="4241800"/>
          <p14:tracePt t="237534" x="2914650" y="4279900"/>
          <p14:tracePt t="237579" x="2971800" y="4330700"/>
          <p14:tracePt t="237621" x="2959100" y="4349750"/>
          <p14:tracePt t="237664" x="2901950" y="4311650"/>
          <p14:tracePt t="237707" x="2832100" y="4216400"/>
          <p14:tracePt t="237752" x="2692400" y="3752850"/>
          <p14:tracePt t="237800" x="2609850" y="3403600"/>
          <p14:tracePt t="237844" x="2527300" y="3028950"/>
          <p14:tracePt t="237886" x="2501900" y="2870200"/>
          <p14:tracePt t="237907" x="2495550" y="2832100"/>
          <p14:tracePt t="237951" x="2495550" y="2813050"/>
          <p14:tracePt t="237972" x="2495550" y="2832100"/>
          <p14:tracePt t="238020" x="2501900" y="2889250"/>
          <p14:tracePt t="238063" x="2552700" y="2997200"/>
          <p14:tracePt t="238105" x="2673350" y="3295650"/>
          <p14:tracePt t="238148" x="2794000" y="3683000"/>
          <p14:tracePt t="238189" x="2914650" y="4006850"/>
          <p14:tracePt t="238234" x="2997200" y="4191000"/>
          <p14:tracePt t="238277" x="3048000" y="4330700"/>
          <p14:tracePt t="238320" x="3079750" y="4451350"/>
          <p14:tracePt t="238363" x="3092450" y="4514850"/>
          <p14:tracePt t="241307" x="3067050" y="4502150"/>
          <p14:tracePt t="241328" x="3048000" y="4483100"/>
          <p14:tracePt t="241375" x="2889250" y="4419600"/>
          <p14:tracePt t="241436" x="2590800" y="4349750"/>
          <p14:tracePt t="241477" x="2425700" y="4324350"/>
          <p14:tracePt t="241521" x="2311400" y="4298950"/>
          <p14:tracePt t="241566" x="2216150" y="4248150"/>
          <p14:tracePt t="241608" x="2159000" y="4210050"/>
          <p14:tracePt t="241656" x="2108200" y="4159250"/>
          <p14:tracePt t="241701" x="2070100" y="4102100"/>
          <p14:tracePt t="241721" x="2063750" y="4089400"/>
          <p14:tracePt t="241764" x="2025650" y="4032250"/>
          <p14:tracePt t="241808" x="2012950" y="4000500"/>
          <p14:tracePt t="241827" x="2012950" y="3994150"/>
          <p14:tracePt t="241907" x="2006600" y="3987800"/>
          <p14:tracePt t="241951" x="2006600" y="3981450"/>
          <p14:tracePt t="241992" x="2006600" y="3975100"/>
          <p14:tracePt t="242054" x="2006600" y="3987800"/>
          <p14:tracePt t="242502" x="2006600" y="3873500"/>
          <p14:tracePt t="242545" x="2006600" y="3543300"/>
          <p14:tracePt t="242588" x="2025650" y="3041650"/>
          <p14:tracePt t="242633" x="2063750" y="2628900"/>
          <p14:tracePt t="242679" x="2101850" y="2413000"/>
          <p14:tracePt t="242723" x="2120900" y="2374900"/>
          <p14:tracePt t="242768" x="2120900" y="2362200"/>
          <p14:tracePt t="242888" x="2108200" y="2349500"/>
          <p14:tracePt t="244073" x="2095500" y="2482850"/>
          <p14:tracePt t="244115" x="2070100" y="2698750"/>
          <p14:tracePt t="244158" x="2057400" y="3003550"/>
          <p14:tracePt t="244179" x="2051050" y="3168650"/>
          <p14:tracePt t="244225" x="2038350" y="3613150"/>
          <p14:tracePt t="244267" x="2038350" y="3790950"/>
          <p14:tracePt t="244310" x="2038350" y="3829050"/>
          <p14:tracePt t="244355" x="2038350" y="3835400"/>
          <p14:tracePt t="244439" x="2057400" y="3848100"/>
          <p14:tracePt t="245055" x="2209800" y="3905250"/>
          <p14:tracePt t="245098" x="2355850" y="3956050"/>
          <p14:tracePt t="245140" x="2495550" y="4006850"/>
          <p14:tracePt t="245182" x="2622550" y="4044950"/>
          <p14:tracePt t="245226" x="2800350" y="4102100"/>
          <p14:tracePt t="245270" x="3048000" y="4171950"/>
          <p14:tracePt t="245312" x="3238500" y="4210050"/>
          <p14:tracePt t="245356" x="3289300" y="4210050"/>
          <p14:tracePt t="245901" x="3346450" y="4191000"/>
          <p14:tracePt t="245942" x="3486150" y="4171950"/>
          <p14:tracePt t="245988" x="3613150" y="4133850"/>
          <p14:tracePt t="246031" x="3740150" y="4102100"/>
          <p14:tracePt t="246074" x="3879850" y="4044950"/>
          <p14:tracePt t="246117" x="3987800" y="3987800"/>
          <p14:tracePt t="246137" x="4006850" y="3981450"/>
          <p14:tracePt t="246178" x="4044950" y="3968750"/>
          <p14:tracePt t="246222" x="4051300" y="3968750"/>
          <p14:tracePt t="246283" x="4057650" y="3968750"/>
          <p14:tracePt t="246485" x="4038600" y="3975100"/>
          <p14:tracePt t="246531" x="3981450" y="3981450"/>
          <p14:tracePt t="246573" x="3778250" y="4019550"/>
          <p14:tracePt t="246616" x="3619500" y="4044950"/>
          <p14:tracePt t="246659" x="3575050" y="4064000"/>
          <p14:tracePt t="246701" x="3568700" y="4070350"/>
          <p14:tracePt t="246763" x="3575050" y="4070350"/>
          <p14:tracePt t="246882" x="3562350" y="4083050"/>
          <p14:tracePt t="246902" x="3556000" y="4089400"/>
          <p14:tracePt t="246947" x="3524250" y="4121150"/>
          <p14:tracePt t="246990" x="3435350" y="4222750"/>
          <p14:tracePt t="247034" x="3346450" y="4298950"/>
          <p14:tracePt t="247079" x="3238500" y="4375150"/>
          <p14:tracePt t="247122" x="3117850" y="4419600"/>
          <p14:tracePt t="247165" x="2990850" y="4438650"/>
          <p14:tracePt t="247208" x="2851150" y="4470400"/>
          <p14:tracePt t="247252" x="2774950" y="4476750"/>
          <p14:tracePt t="247294" x="2711450" y="4464050"/>
          <p14:tracePt t="247336" x="2641600" y="4438650"/>
          <p14:tracePt t="247380" x="2578100" y="4419600"/>
          <p14:tracePt t="247400" x="2571750" y="4413250"/>
          <p14:tracePt t="247447" x="2501900" y="4406900"/>
          <p14:tracePt t="247488" x="2425700" y="4400550"/>
          <p14:tracePt t="247533" x="2317750" y="4400550"/>
          <p14:tracePt t="248110" x="2400300" y="4400550"/>
          <p14:tracePt t="248154" x="2546350" y="4400550"/>
          <p14:tracePt t="248199" x="2647950" y="4406900"/>
          <p14:tracePt t="248243" x="2679700" y="4413250"/>
          <p14:tracePt t="248818" x="2882900" y="4425950"/>
          <p14:tracePt t="248860" x="3028950" y="4514850"/>
          <p14:tracePt t="248902" x="3124200" y="4616450"/>
          <p14:tracePt t="248923" x="3149600" y="4648200"/>
          <p14:tracePt t="248948" x="3162300" y="4692650"/>
          <p14:tracePt t="248994" x="3200400" y="4768850"/>
          <p14:tracePt t="249035" x="3289300" y="4838700"/>
          <p14:tracePt t="249079" x="3524250" y="5016500"/>
          <p14:tracePt t="249124" x="3803650" y="5175250"/>
          <p14:tracePt t="249166" x="4064000" y="5302250"/>
          <p14:tracePt t="249212" x="4337050" y="5448300"/>
          <p14:tracePt t="249255" x="4438650" y="5518150"/>
          <p14:tracePt t="249661" x="4597400" y="5657850"/>
          <p14:tracePt t="249706" x="4718050" y="5727700"/>
          <p14:tracePt t="249749" x="4737100" y="5740400"/>
          <p14:tracePt t="249793" x="4679950" y="5740400"/>
          <p14:tracePt t="249836" x="4546600" y="5746750"/>
          <p14:tracePt t="249878" x="4235450" y="5810250"/>
          <p14:tracePt t="249921" x="3771900" y="5880100"/>
          <p14:tracePt t="249942" x="3651250" y="5905500"/>
          <p14:tracePt t="249987" x="3498850" y="5930900"/>
          <p14:tracePt t="250034" x="3429000" y="5937250"/>
          <p14:tracePt t="250075" x="3397250" y="5943600"/>
          <p14:tracePt t="250120" x="3403600" y="5981700"/>
          <p14:tracePt t="250162" x="3441700" y="6000750"/>
          <p14:tracePt t="250206" x="3517900" y="6013450"/>
          <p14:tracePt t="250251" x="3727450" y="6070600"/>
          <p14:tracePt t="250295" x="4076700" y="6115050"/>
          <p14:tracePt t="250339" x="4286250" y="6108700"/>
          <p14:tracePt t="250383" x="4406900" y="6089650"/>
          <p14:tracePt t="250404" x="4464050" y="6089650"/>
          <p14:tracePt t="250444" x="4559300" y="6089650"/>
          <p14:tracePt t="250468" x="4667250" y="6089650"/>
          <p14:tracePt t="250513" x="4781550" y="6083300"/>
          <p14:tracePt t="250537" x="4845050" y="6076950"/>
          <p14:tracePt t="250583" x="4914900" y="6051550"/>
          <p14:tracePt t="250624" x="4933950" y="6038850"/>
          <p14:tracePt t="251072" x="4711700" y="5988050"/>
          <p14:tracePt t="251115" x="4267200" y="5892800"/>
          <p14:tracePt t="251135" x="4191000" y="5886450"/>
          <p14:tracePt t="251176" x="3937000" y="5810250"/>
          <p14:tracePt t="251219" x="3740150" y="5772150"/>
          <p14:tracePt t="251264" x="3651250" y="5759450"/>
          <p14:tracePt t="251283" x="3644900" y="5759450"/>
          <p14:tracePt t="251332" x="3613150" y="5759450"/>
          <p14:tracePt t="251393" x="3600450" y="5759450"/>
          <p14:tracePt t="251436" x="3587750" y="5765800"/>
          <p14:tracePt t="251457" x="3587750" y="5772150"/>
          <p14:tracePt t="251501" x="3587750" y="5784850"/>
          <p14:tracePt t="251566" x="3606800" y="5797550"/>
          <p14:tracePt t="251626" x="3613150" y="5797550"/>
          <p14:tracePt t="251671" x="3625850" y="5803900"/>
          <p14:tracePt t="251714" x="3638550" y="5810250"/>
          <p14:tracePt t="251758" x="3651250" y="5822950"/>
          <p14:tracePt t="251802" x="3663950" y="5829300"/>
          <p14:tracePt t="251867" x="3683000" y="5842000"/>
          <p14:tracePt t="251932" x="3708400" y="5854700"/>
          <p14:tracePt t="251974" x="3714750" y="5861050"/>
          <p14:tracePt t="252017" x="3733800" y="5867400"/>
          <p14:tracePt t="252059" x="3759200" y="5867400"/>
          <p14:tracePt t="252108" x="3810000" y="5886450"/>
          <p14:tracePt t="252151" x="3879850" y="5911850"/>
          <p14:tracePt t="252193" x="3943350" y="5930900"/>
          <p14:tracePt t="252235" x="3987800" y="5930900"/>
          <p14:tracePt t="252279" x="4038600" y="5943600"/>
          <p14:tracePt t="252321" x="4108450" y="5962650"/>
          <p14:tracePt t="252365" x="4165600" y="5975350"/>
          <p14:tracePt t="252410" x="4248150" y="5994400"/>
          <p14:tracePt t="252454" x="4286250" y="6013450"/>
          <p14:tracePt t="252498" x="4324350" y="6019800"/>
          <p14:tracePt t="252544" x="4356100" y="6032500"/>
          <p14:tracePt t="252587" x="4425950" y="6038850"/>
          <p14:tracePt t="252629" x="4533900" y="6051550"/>
          <p14:tracePt t="252671" x="4654550" y="6070600"/>
          <p14:tracePt t="252714" x="4730750" y="6083300"/>
          <p14:tracePt t="252756" x="4781550" y="6089650"/>
          <p14:tracePt t="252802" x="4845050" y="6108700"/>
          <p14:tracePt t="252846" x="4902200" y="6108700"/>
          <p14:tracePt t="252890" x="4946650" y="6096000"/>
          <p14:tracePt t="252911" x="4984750" y="6089650"/>
          <p14:tracePt t="252960" x="5111750" y="6070600"/>
          <p14:tracePt t="253003" x="5264150" y="6038850"/>
          <p14:tracePt t="253024" x="5416550" y="6013450"/>
          <p14:tracePt t="253067" x="5753100" y="5975350"/>
          <p14:tracePt t="253110" x="6013450" y="5937250"/>
          <p14:tracePt t="253156" x="6324600" y="5899150"/>
          <p14:tracePt t="253198" x="6584950" y="5886450"/>
          <p14:tracePt t="253238" x="6794500" y="5880100"/>
          <p14:tracePt t="253280" x="6940550" y="5880100"/>
          <p14:tracePt t="253321" x="7035800" y="5880100"/>
          <p14:tracePt t="253365" x="7086600" y="5873750"/>
          <p14:tracePt t="253408" x="7124700" y="5861050"/>
          <p14:tracePt t="253450" x="7156450" y="5861050"/>
          <p14:tracePt t="253493" x="7175500" y="5861050"/>
          <p14:tracePt t="253513" x="7181850" y="5861050"/>
          <p14:tracePt t="253556" x="7188200" y="5867400"/>
          <p14:tracePt t="253595" x="7194550" y="5867400"/>
          <p14:tracePt t="253652" x="7112000" y="5899150"/>
          <p14:tracePt t="253695" x="6781800" y="5988050"/>
          <p14:tracePt t="253738" x="6286500" y="6051550"/>
          <p14:tracePt t="253780" x="5803900" y="6045200"/>
          <p14:tracePt t="253823" x="5378450" y="5975350"/>
          <p14:tracePt t="253864" x="4908550" y="5924550"/>
          <p14:tracePt t="253909" x="4508500" y="5937250"/>
          <p14:tracePt t="253972" x="3905250" y="6019800"/>
          <p14:tracePt t="254016" x="3632200" y="6026150"/>
          <p14:tracePt t="254061" x="3435350" y="6019800"/>
          <p14:tracePt t="254103" x="3270250" y="5975350"/>
          <p14:tracePt t="254149" x="3130550" y="5949950"/>
          <p14:tracePt t="254194" x="3060700" y="5956300"/>
          <p14:tracePt t="254239" x="2978150" y="5969000"/>
          <p14:tracePt t="254282" x="2914650" y="5981700"/>
          <p14:tracePt t="254326" x="2876550" y="5988050"/>
          <p14:tracePt t="254368" x="2863850" y="5994400"/>
          <p14:tracePt t="254449" x="2857500" y="6013450"/>
          <p14:tracePt t="254492" x="2857500" y="6019800"/>
          <p14:tracePt t="254539" x="2870200" y="6026150"/>
          <p14:tracePt t="254582" x="2889250" y="6032500"/>
          <p14:tracePt t="254602" x="2895600" y="6038850"/>
          <p14:tracePt t="254645" x="2952750" y="6057900"/>
          <p14:tracePt t="254664" x="3003550" y="6076950"/>
          <p14:tracePt t="254708" x="3175000" y="6121400"/>
          <p14:tracePt t="254770" x="3327400" y="6159500"/>
          <p14:tracePt t="254812" x="3429000" y="6165850"/>
          <p14:tracePt t="254855" x="3492500" y="6172200"/>
          <p14:tracePt t="254897" x="3536950" y="6172200"/>
          <p14:tracePt t="254941" x="3587750" y="6172200"/>
          <p14:tracePt t="254963" x="3613150" y="6172200"/>
          <p14:tracePt t="255010" x="3797300" y="6172200"/>
          <p14:tracePt t="255057" x="3975100" y="6172200"/>
          <p14:tracePt t="255080" x="4019550" y="6165850"/>
          <p14:tracePt t="255135" x="4121150" y="6140450"/>
          <p14:tracePt t="255183" x="4267200" y="6115050"/>
          <p14:tracePt t="255234" x="4406900" y="6108700"/>
          <p14:tracePt t="255287" x="4489450" y="6089650"/>
          <p14:tracePt t="255334" x="4546600" y="6076950"/>
          <p14:tracePt t="255721" x="4787900" y="5981700"/>
          <p14:tracePt t="255765" x="5086350" y="5867400"/>
          <p14:tracePt t="255784" x="5130800" y="5861050"/>
          <p14:tracePt t="255825" x="5314950" y="5803900"/>
          <p14:tracePt t="255870" x="5422900" y="5740400"/>
          <p14:tracePt t="255890" x="5441950" y="5727700"/>
          <p14:tracePt t="255951" x="5454650" y="5664200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r>
              <a:rPr lang="en-US" altLang="en-US" b="1" dirty="0" smtClean="0"/>
              <a:t>2 slightly useful </a:t>
            </a:r>
            <a:r>
              <a:rPr lang="en-US" altLang="en-US" b="1" dirty="0" err="1" smtClean="0"/>
              <a:t>dataclasses</a:t>
            </a:r>
            <a:r>
              <a:rPr lang="en-US" altLang="en-US" b="1" dirty="0" smtClean="0"/>
              <a:t> methods</a:t>
            </a:r>
            <a:endParaRPr lang="en-US" altLang="en-US" b="1" dirty="0"/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/>
          <a:lstStyle/>
          <a:p>
            <a:pPr marL="0" lvl="1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en-US" sz="2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2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print(dataclasses.</a:t>
            </a:r>
            <a:r>
              <a:rPr lang="en-US" altLang="en-US" sz="2200" b="1" dirty="0" err="1" smtClean="0">
                <a:solidFill>
                  <a:srgbClr val="00A84C"/>
                </a:solidFill>
                <a:latin typeface="Lucida Console" panose="020B0609040504020204" pitchFamily="49" charset="0"/>
              </a:rPr>
              <a:t>astuple</a:t>
            </a:r>
            <a:r>
              <a:rPr lang="en-US" altLang="en-US" sz="22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.__</a:t>
            </a:r>
            <a:r>
              <a:rPr lang="en-US" altLang="en-US" sz="2200" dirty="0">
                <a:solidFill>
                  <a:schemeClr val="tx1"/>
                </a:solidFill>
                <a:latin typeface="Lucida Console" panose="020B0609040504020204" pitchFamily="49" charset="0"/>
              </a:rPr>
              <a:t>doc</a:t>
            </a:r>
            <a:r>
              <a:rPr lang="en-US" altLang="en-US" sz="22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__[:210])</a:t>
            </a:r>
            <a:endParaRPr lang="en-US" altLang="en-US" sz="22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en-US" sz="2200" b="1" dirty="0">
                <a:solidFill>
                  <a:srgbClr val="00A84C"/>
                </a:solidFill>
                <a:latin typeface="Lucida Console" panose="020B0609040504020204" pitchFamily="49" charset="0"/>
              </a:rPr>
              <a:t>Return the fields of a </a:t>
            </a:r>
            <a:r>
              <a:rPr lang="en-US" altLang="en-US" sz="2200" b="1" dirty="0" err="1">
                <a:solidFill>
                  <a:srgbClr val="00A84C"/>
                </a:solidFill>
                <a:latin typeface="Lucida Console" panose="020B0609040504020204" pitchFamily="49" charset="0"/>
              </a:rPr>
              <a:t>dataclass</a:t>
            </a:r>
            <a:r>
              <a:rPr lang="en-US" altLang="en-US" sz="2200" b="1" dirty="0">
                <a:solidFill>
                  <a:srgbClr val="00A84C"/>
                </a:solidFill>
                <a:latin typeface="Lucida Console" panose="020B0609040504020204" pitchFamily="49" charset="0"/>
              </a:rPr>
              <a:t> instance as a new tuple of field </a:t>
            </a:r>
            <a:r>
              <a:rPr lang="en-US" altLang="en-US" sz="22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values</a:t>
            </a:r>
            <a:r>
              <a:rPr lang="en-US" altLang="en-US" sz="2200" b="1" dirty="0">
                <a:solidFill>
                  <a:srgbClr val="00A84C"/>
                </a:solidFill>
                <a:latin typeface="Lucida Console" panose="020B0609040504020204" pitchFamily="49" charset="0"/>
              </a:rPr>
              <a:t>.</a:t>
            </a:r>
          </a:p>
          <a:p>
            <a:pPr marL="0" lvl="1" indent="0">
              <a:lnSpc>
                <a:spcPct val="86000"/>
              </a:lnSpc>
              <a:spcBef>
                <a:spcPts val="0"/>
              </a:spcBef>
              <a:buNone/>
            </a:pPr>
            <a:endParaRPr lang="en-US" altLang="en-US" sz="1400" dirty="0">
              <a:solidFill>
                <a:srgbClr val="00A84C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200" dirty="0">
                <a:solidFill>
                  <a:srgbClr val="00A84C"/>
                </a:solidFill>
                <a:latin typeface="Lucida Console" panose="020B0609040504020204" pitchFamily="49" charset="0"/>
              </a:rPr>
              <a:t>    Example usage</a:t>
            </a:r>
            <a:r>
              <a:rPr lang="en-US" altLang="en-US" sz="2200" dirty="0" smtClean="0">
                <a:solidFill>
                  <a:srgbClr val="00A84C"/>
                </a:solidFill>
                <a:latin typeface="Lucida Console" panose="020B0609040504020204" pitchFamily="49" charset="0"/>
              </a:rPr>
              <a:t>::</a:t>
            </a:r>
            <a:endParaRPr lang="en-US" altLang="en-US" sz="1800" dirty="0">
              <a:solidFill>
                <a:srgbClr val="00A84C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200" dirty="0" smtClean="0">
                <a:solidFill>
                  <a:srgbClr val="00A84C"/>
                </a:solidFill>
                <a:latin typeface="Lucida Console" panose="020B0609040504020204" pitchFamily="49" charset="0"/>
              </a:rPr>
              <a:t>      </a:t>
            </a:r>
            <a:r>
              <a:rPr lang="en-US" altLang="en-US" sz="2200" dirty="0">
                <a:solidFill>
                  <a:srgbClr val="00A84C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200" dirty="0" err="1">
                <a:solidFill>
                  <a:srgbClr val="00A84C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dirty="0">
              <a:solidFill>
                <a:srgbClr val="00A84C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200" dirty="0">
                <a:solidFill>
                  <a:srgbClr val="00A84C"/>
                </a:solidFill>
                <a:latin typeface="Lucida Console" panose="020B0609040504020204" pitchFamily="49" charset="0"/>
              </a:rPr>
              <a:t>      class C:</a:t>
            </a:r>
          </a:p>
          <a:p>
            <a:pPr marL="0" lvl="1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200" dirty="0">
                <a:solidFill>
                  <a:srgbClr val="00A84C"/>
                </a:solidFill>
                <a:latin typeface="Lucida Console" panose="020B0609040504020204" pitchFamily="49" charset="0"/>
              </a:rPr>
              <a:t>          </a:t>
            </a:r>
            <a:r>
              <a:rPr lang="en-US" altLang="en-US" sz="2200" b="1" dirty="0">
                <a:solidFill>
                  <a:srgbClr val="D10D9E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200" dirty="0">
                <a:solidFill>
                  <a:srgbClr val="00B050"/>
                </a:solidFill>
                <a:latin typeface="Lucida Console" panose="020B0609040504020204" pitchFamily="49" charset="0"/>
              </a:rPr>
              <a:t>: </a:t>
            </a:r>
            <a:r>
              <a:rPr lang="en-US" altLang="en-US" sz="22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int</a:t>
            </a:r>
            <a:endParaRPr lang="en-US" altLang="en-US" sz="22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200" dirty="0">
                <a:solidFill>
                  <a:srgbClr val="00B050"/>
                </a:solidFill>
                <a:latin typeface="Lucida Console" panose="020B0609040504020204" pitchFamily="49" charset="0"/>
              </a:rPr>
              <a:t>          </a:t>
            </a:r>
            <a:r>
              <a:rPr lang="en-US" altLang="en-US" sz="2200" b="1" dirty="0">
                <a:solidFill>
                  <a:srgbClr val="D10D9E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2200" dirty="0">
                <a:solidFill>
                  <a:srgbClr val="00B050"/>
                </a:solidFill>
                <a:latin typeface="Lucida Console" panose="020B0609040504020204" pitchFamily="49" charset="0"/>
              </a:rPr>
              <a:t>: </a:t>
            </a:r>
            <a:r>
              <a:rPr lang="en-US" altLang="en-US" sz="220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int</a:t>
            </a:r>
            <a:endParaRPr lang="en-US" altLang="en-US" sz="14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200" dirty="0">
                <a:solidFill>
                  <a:srgbClr val="00A84C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dirty="0" smtClean="0">
                <a:solidFill>
                  <a:srgbClr val="00A84C"/>
                </a:solidFill>
                <a:latin typeface="Lucida Console" panose="020B0609040504020204" pitchFamily="49" charset="0"/>
              </a:rPr>
              <a:t>  c </a:t>
            </a:r>
            <a:r>
              <a:rPr lang="en-US" altLang="en-US" sz="2200" dirty="0">
                <a:solidFill>
                  <a:srgbClr val="00A84C"/>
                </a:solidFill>
                <a:latin typeface="Lucida Console" panose="020B0609040504020204" pitchFamily="49" charset="0"/>
              </a:rPr>
              <a:t>= C(</a:t>
            </a:r>
            <a:r>
              <a:rPr lang="en-US" altLang="en-US" sz="22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sz="2200" dirty="0">
                <a:solidFill>
                  <a:srgbClr val="00A84C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2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200" dirty="0">
                <a:solidFill>
                  <a:srgbClr val="00A84C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200" dirty="0">
                <a:solidFill>
                  <a:srgbClr val="00A84C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dirty="0" smtClean="0">
                <a:solidFill>
                  <a:srgbClr val="00A84C"/>
                </a:solidFill>
                <a:latin typeface="Lucida Console" panose="020B0609040504020204" pitchFamily="49" charset="0"/>
              </a:rPr>
              <a:t>  assert </a:t>
            </a:r>
            <a:r>
              <a:rPr lang="en-US" altLang="en-US" sz="2200" dirty="0" err="1">
                <a:solidFill>
                  <a:srgbClr val="00A84C"/>
                </a:solidFill>
                <a:latin typeface="Lucida Console" panose="020B0609040504020204" pitchFamily="49" charset="0"/>
              </a:rPr>
              <a:t>astuple</a:t>
            </a:r>
            <a:r>
              <a:rPr lang="en-US" altLang="en-US" sz="2200" dirty="0">
                <a:solidFill>
                  <a:srgbClr val="00A84C"/>
                </a:solidFill>
                <a:latin typeface="Lucida Console" panose="020B0609040504020204" pitchFamily="49" charset="0"/>
              </a:rPr>
              <a:t>(c) == </a:t>
            </a:r>
            <a:r>
              <a:rPr lang="en-US" altLang="en-US" sz="2200" dirty="0" smtClean="0">
                <a:solidFill>
                  <a:srgbClr val="00A84C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sz="2200" dirty="0">
                <a:solidFill>
                  <a:srgbClr val="00A84C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2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200" dirty="0" smtClean="0">
                <a:solidFill>
                  <a:srgbClr val="00A84C"/>
                </a:solidFill>
                <a:latin typeface="Lucida Console" panose="020B0609040504020204" pitchFamily="49" charset="0"/>
              </a:rPr>
              <a:t>)</a:t>
            </a:r>
            <a:endParaRPr lang="en-US" altLang="en-US" sz="2200" dirty="0">
              <a:solidFill>
                <a:srgbClr val="00A84C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sz="2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dirty="0">
                <a:solidFill>
                  <a:schemeClr val="tx1"/>
                </a:solidFill>
                <a:latin typeface="Lucida Console" panose="020B0609040504020204" pitchFamily="49" charset="0"/>
              </a:rPr>
              <a:t> print(dataclasses.</a:t>
            </a:r>
            <a:r>
              <a:rPr lang="en-US" altLang="en-US" sz="2200" b="1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asdict</a:t>
            </a:r>
            <a:r>
              <a:rPr lang="en-US" altLang="en-US" sz="2200" dirty="0">
                <a:solidFill>
                  <a:schemeClr val="tx1"/>
                </a:solidFill>
                <a:latin typeface="Lucida Console" panose="020B0609040504020204" pitchFamily="49" charset="0"/>
              </a:rPr>
              <a:t>.__doc__[:251])</a:t>
            </a:r>
          </a:p>
          <a:p>
            <a:pPr marL="0" lvl="1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en-US" sz="2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Return the fields of a </a:t>
            </a:r>
            <a:r>
              <a:rPr lang="en-US" altLang="en-US" sz="2200" b="1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</a:t>
            </a:r>
            <a:r>
              <a:rPr lang="en-US" altLang="en-US" sz="2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instance as a new dictionary </a:t>
            </a:r>
            <a:r>
              <a:rPr lang="en-US" altLang="en-US" sz="2200" b="1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mapping </a:t>
            </a:r>
            <a:r>
              <a:rPr lang="en-US" altLang="en-US" sz="2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field </a:t>
            </a:r>
            <a:r>
              <a:rPr lang="en-US" altLang="en-US" sz="2200" b="1" dirty="0">
                <a:solidFill>
                  <a:srgbClr val="D10D9E"/>
                </a:solidFill>
                <a:latin typeface="Lucida Console" panose="020B0609040504020204" pitchFamily="49" charset="0"/>
              </a:rPr>
              <a:t>names</a:t>
            </a:r>
            <a:r>
              <a:rPr lang="en-US" altLang="en-US" sz="2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 to field </a:t>
            </a:r>
            <a:r>
              <a:rPr lang="en-US" altLang="en-US" sz="22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values</a:t>
            </a:r>
            <a:r>
              <a:rPr lang="en-US" altLang="en-US" sz="22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.</a:t>
            </a:r>
          </a:p>
          <a:p>
            <a:pPr marL="0" lvl="1" indent="0">
              <a:lnSpc>
                <a:spcPct val="86000"/>
              </a:lnSpc>
              <a:spcBef>
                <a:spcPts val="0"/>
              </a:spcBef>
              <a:buNone/>
            </a:pPr>
            <a:endParaRPr lang="en-US" altLang="en-US" sz="1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2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Example usage</a:t>
            </a:r>
            <a:r>
              <a:rPr lang="en-US" altLang="en-US" sz="22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:</a:t>
            </a:r>
            <a:endParaRPr lang="en-US" altLang="en-US" sz="18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2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@</a:t>
            </a:r>
            <a:r>
              <a:rPr lang="en-US" altLang="en-US" sz="22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2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class C:</a:t>
            </a:r>
          </a:p>
          <a:p>
            <a:pPr marL="0" lvl="1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2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  </a:t>
            </a:r>
            <a:r>
              <a:rPr lang="en-US" altLang="en-US" sz="2200" b="1" dirty="0">
                <a:solidFill>
                  <a:srgbClr val="D10D9E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200" dirty="0">
                <a:solidFill>
                  <a:schemeClr val="accent2"/>
                </a:solidFill>
                <a:latin typeface="Lucida Console" panose="020B0609040504020204" pitchFamily="49" charset="0"/>
              </a:rPr>
              <a:t>: </a:t>
            </a:r>
            <a:r>
              <a:rPr lang="en-US" altLang="en-US" sz="22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int</a:t>
            </a:r>
            <a:endParaRPr lang="en-US" altLang="en-US" sz="22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2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    </a:t>
            </a:r>
            <a:r>
              <a:rPr lang="en-US" altLang="en-US" sz="2200" b="1" dirty="0">
                <a:solidFill>
                  <a:srgbClr val="D10D9E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2200" dirty="0">
                <a:solidFill>
                  <a:schemeClr val="accent2"/>
                </a:solidFill>
                <a:latin typeface="Lucida Console" panose="020B0609040504020204" pitchFamily="49" charset="0"/>
              </a:rPr>
              <a:t>: </a:t>
            </a:r>
            <a:r>
              <a:rPr lang="en-US" altLang="en-US" sz="2200" dirty="0" err="1" smtClean="0">
                <a:solidFill>
                  <a:schemeClr val="accent2"/>
                </a:solidFill>
                <a:latin typeface="Lucida Console" panose="020B0609040504020204" pitchFamily="49" charset="0"/>
              </a:rPr>
              <a:t>int</a:t>
            </a:r>
            <a:endParaRPr lang="en-US" altLang="en-US" sz="1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2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</a:t>
            </a:r>
            <a:r>
              <a:rPr lang="en-US" altLang="en-US" sz="220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c </a:t>
            </a:r>
            <a:r>
              <a:rPr lang="en-US" altLang="en-US" sz="2200" dirty="0">
                <a:solidFill>
                  <a:schemeClr val="accent2"/>
                </a:solidFill>
                <a:latin typeface="Lucida Console" panose="020B0609040504020204" pitchFamily="49" charset="0"/>
              </a:rPr>
              <a:t>= C(</a:t>
            </a:r>
            <a:r>
              <a:rPr lang="en-US" altLang="en-US" sz="22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sz="2200" dirty="0">
                <a:solidFill>
                  <a:schemeClr val="accent2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2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200" dirty="0">
                <a:solidFill>
                  <a:schemeClr val="accent2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altLang="en-US" sz="22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assert </a:t>
            </a:r>
            <a:r>
              <a:rPr lang="en-US" altLang="en-US" sz="22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asdict</a:t>
            </a:r>
            <a:r>
              <a:rPr lang="en-US" altLang="en-US" sz="2200" dirty="0">
                <a:solidFill>
                  <a:schemeClr val="accent2"/>
                </a:solidFill>
                <a:latin typeface="Lucida Console" panose="020B0609040504020204" pitchFamily="49" charset="0"/>
              </a:rPr>
              <a:t>(c) == {</a:t>
            </a:r>
            <a:r>
              <a:rPr lang="en-US" altLang="en-US" sz="2200" b="1" dirty="0">
                <a:solidFill>
                  <a:srgbClr val="D10D9E"/>
                </a:solidFill>
                <a:latin typeface="Lucida Console" panose="020B0609040504020204" pitchFamily="49" charset="0"/>
              </a:rPr>
              <a:t>'x'</a:t>
            </a:r>
            <a:r>
              <a:rPr lang="en-US" altLang="en-US" sz="2200" dirty="0">
                <a:solidFill>
                  <a:schemeClr val="accent2"/>
                </a:solidFill>
                <a:latin typeface="Lucida Console" panose="020B0609040504020204" pitchFamily="49" charset="0"/>
              </a:rPr>
              <a:t>: </a:t>
            </a:r>
            <a:r>
              <a:rPr lang="en-US" altLang="en-US" sz="22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sz="2200" dirty="0">
                <a:solidFill>
                  <a:schemeClr val="accent2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200" b="1" dirty="0">
                <a:solidFill>
                  <a:srgbClr val="D10D9E"/>
                </a:solidFill>
                <a:latin typeface="Lucida Console" panose="020B0609040504020204" pitchFamily="49" charset="0"/>
              </a:rPr>
              <a:t>'y'</a:t>
            </a:r>
            <a:r>
              <a:rPr lang="en-US" altLang="en-US" sz="2200" dirty="0">
                <a:solidFill>
                  <a:schemeClr val="accent2"/>
                </a:solidFill>
                <a:latin typeface="Lucida Console" panose="020B0609040504020204" pitchFamily="49" charset="0"/>
              </a:rPr>
              <a:t>: </a:t>
            </a:r>
            <a:r>
              <a:rPr lang="en-US" altLang="en-US" sz="2200" b="1" dirty="0">
                <a:solidFill>
                  <a:srgbClr val="C0000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200" dirty="0">
                <a:solidFill>
                  <a:schemeClr val="accent2"/>
                </a:solidFill>
                <a:latin typeface="Lucida Console" panose="020B0609040504020204" pitchFamily="49" charset="0"/>
              </a:rPr>
              <a:t>}</a:t>
            </a:r>
          </a:p>
          <a:p>
            <a:pPr marL="0" lvl="1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en-US" sz="2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06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676"/>
    </mc:Choice>
    <mc:Fallback xmlns="">
      <p:transition spd="slow" advTm="906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1060" x="5334000" y="5473700"/>
          <p14:tracePt t="1107" x="5080000" y="5111750"/>
          <p14:tracePt t="1148" x="4692650" y="4400550"/>
          <p14:tracePt t="1190" x="4305300" y="3657600"/>
          <p14:tracePt t="1231" x="3879850" y="2857500"/>
          <p14:tracePt t="1272" x="3562350" y="2222500"/>
          <p14:tracePt t="1313" x="3333750" y="1695450"/>
          <p14:tracePt t="1355" x="3136900" y="1320800"/>
          <p14:tracePt t="1396" x="3022600" y="1060450"/>
          <p14:tracePt t="1440" x="2959100" y="933450"/>
          <p14:tracePt t="1481" x="2908300" y="844550"/>
          <p14:tracePt t="1524" x="2882900" y="793750"/>
          <p14:tracePt t="1565" x="2876550" y="806450"/>
          <p14:tracePt t="1605" x="2901950" y="850900"/>
          <p14:tracePt t="1645" x="2895600" y="850900"/>
          <p14:tracePt t="5811" x="3098800" y="882650"/>
          <p14:tracePt t="5856" x="3435350" y="946150"/>
          <p14:tracePt t="5898" x="3676650" y="965200"/>
          <p14:tracePt t="5944" x="3822700" y="971550"/>
          <p14:tracePt t="5992" x="3892550" y="971550"/>
          <p14:tracePt t="6044" x="3905250" y="977900"/>
          <p14:tracePt t="6084" x="3917950" y="984250"/>
          <p14:tracePt t="6123" x="3930650" y="990600"/>
          <p14:tracePt t="6180" x="3937000" y="990600"/>
          <p14:tracePt t="6241" x="3949700" y="996950"/>
          <p14:tracePt t="6282" x="3962400" y="996950"/>
          <p14:tracePt t="6329" x="3975100" y="1003300"/>
          <p14:tracePt t="6375" x="4006850" y="1003300"/>
          <p14:tracePt t="6394" x="4013200" y="1003300"/>
          <p14:tracePt t="6434" x="4083050" y="1016000"/>
          <p14:tracePt t="6476" x="4184650" y="1035050"/>
          <p14:tracePt t="6515" x="4254500" y="1041400"/>
          <p14:tracePt t="6536" x="4260850" y="1041400"/>
          <p14:tracePt t="6577" x="4298950" y="1041400"/>
          <p14:tracePt t="6616" x="4324350" y="1041400"/>
          <p14:tracePt t="6659" x="4343400" y="1041400"/>
          <p14:tracePt t="6718" x="4356100" y="1041400"/>
          <p14:tracePt t="6758" x="4368800" y="1041400"/>
          <p14:tracePt t="6777" x="4381500" y="1041400"/>
          <p14:tracePt t="6838" x="4387850" y="1041400"/>
          <p14:tracePt t="7519" x="4019550" y="1022350"/>
          <p14:tracePt t="7561" x="3708400" y="984250"/>
          <p14:tracePt t="7601" x="3549650" y="946150"/>
          <p14:tracePt t="7642" x="3505200" y="933450"/>
          <p14:tracePt t="7680" x="3498850" y="933450"/>
          <p14:tracePt t="7761" x="3498850" y="946150"/>
          <p14:tracePt t="7804" x="3498850" y="952500"/>
          <p14:tracePt t="7845" x="3517900" y="952500"/>
          <p14:tracePt t="7886" x="3543300" y="958850"/>
          <p14:tracePt t="7926" x="3581400" y="958850"/>
          <p14:tracePt t="7969" x="3689350" y="965200"/>
          <p14:tracePt t="8010" x="3911600" y="990600"/>
          <p14:tracePt t="8050" x="4006850" y="1003300"/>
          <p14:tracePt t="8090" x="4038600" y="1009650"/>
          <p14:tracePt t="8131" x="4057650" y="1009650"/>
          <p14:tracePt t="8260" x="4083050" y="1016000"/>
          <p14:tracePt t="8303" x="4121150" y="1016000"/>
          <p14:tracePt t="8344" x="4184650" y="1022350"/>
          <p14:tracePt t="8386" x="4273550" y="1022350"/>
          <p14:tracePt t="8433" x="4368800" y="1022350"/>
          <p14:tracePt t="8473" x="4413250" y="1022350"/>
          <p14:tracePt t="8516" x="4445000" y="1022350"/>
          <p14:tracePt t="8558" x="4470400" y="1022350"/>
          <p14:tracePt t="8600" x="4495800" y="1022350"/>
          <p14:tracePt t="8641" x="4502150" y="1028700"/>
          <p14:tracePt t="8700" x="4514850" y="1028700"/>
          <p14:tracePt t="9759" x="4502150" y="1060450"/>
          <p14:tracePt t="9802" x="4438650" y="1117600"/>
          <p14:tracePt t="9821" x="4400550" y="1143000"/>
          <p14:tracePt t="9865" x="4191000" y="1257300"/>
          <p14:tracePt t="9908" x="3981450" y="1327150"/>
          <p14:tracePt t="9953" x="3657600" y="1428750"/>
          <p14:tracePt t="9997" x="3429000" y="1485900"/>
          <p14:tracePt t="10043" x="3276600" y="1524000"/>
          <p14:tracePt t="10086" x="3111500" y="1555750"/>
          <p14:tracePt t="10108" x="3067050" y="1555750"/>
          <p14:tracePt t="10131" x="3022600" y="1555750"/>
          <p14:tracePt t="10175" x="2946400" y="1536700"/>
          <p14:tracePt t="10218" x="2895600" y="1536700"/>
          <p14:tracePt t="10261" x="2806700" y="1524000"/>
          <p14:tracePt t="10302" x="2774950" y="1511300"/>
          <p14:tracePt t="10384" x="2774950" y="1504950"/>
          <p14:tracePt t="10428" x="2787650" y="1498600"/>
          <p14:tracePt t="10490" x="2800350" y="1498600"/>
          <p14:tracePt t="10536" x="2838450" y="1498600"/>
          <p14:tracePt t="10580" x="2940050" y="1524000"/>
          <p14:tracePt t="10625" x="3092450" y="1568450"/>
          <p14:tracePt t="10669" x="3232150" y="1574800"/>
          <p14:tracePt t="10712" x="3384550" y="1574800"/>
          <p14:tracePt t="10755" x="3479800" y="1562100"/>
          <p14:tracePt t="10798" x="3575050" y="1562100"/>
          <p14:tracePt t="10841" x="3657600" y="1568450"/>
          <p14:tracePt t="10885" x="3714750" y="1574800"/>
          <p14:tracePt t="10927" x="3765550" y="1574800"/>
          <p14:tracePt t="10971" x="3803650" y="1574800"/>
          <p14:tracePt t="11014" x="3829050" y="1574800"/>
          <p14:tracePt t="11059" x="3873500" y="1574800"/>
          <p14:tracePt t="11101" x="3949700" y="1574800"/>
          <p14:tracePt t="11148" x="4051300" y="1574800"/>
          <p14:tracePt t="11194" x="4114800" y="1574800"/>
          <p14:tracePt t="11236" x="4165600" y="1574800"/>
          <p14:tracePt t="11280" x="4203700" y="1562100"/>
          <p14:tracePt t="11299" x="4210050" y="1555750"/>
          <p14:tracePt t="11324" x="4222750" y="1549400"/>
          <p14:tracePt t="11366" x="4235450" y="1549400"/>
          <p14:tracePt t="11410" x="4254500" y="1543050"/>
          <p14:tracePt t="11453" x="4267200" y="1543050"/>
          <p14:tracePt t="11514" x="4286250" y="1543050"/>
          <p14:tracePt t="11561" x="4305300" y="1543050"/>
          <p14:tracePt t="11606" x="4324350" y="1543050"/>
          <p14:tracePt t="11649" x="4356100" y="1543050"/>
          <p14:tracePt t="11697" x="4413250" y="1562100"/>
          <p14:tracePt t="11741" x="4438650" y="1568450"/>
          <p14:tracePt t="12420" x="4527550" y="1549400"/>
          <p14:tracePt t="12463" x="4603750" y="1549400"/>
          <p14:tracePt t="12505" x="4654550" y="1543050"/>
          <p14:tracePt t="12546" x="4673600" y="1543050"/>
          <p14:tracePt t="12589" x="4679950" y="1543050"/>
          <p14:tracePt t="12637" x="4686300" y="1543050"/>
          <p14:tracePt t="12700" x="4648200" y="1543050"/>
          <p14:tracePt t="12720" x="4622800" y="1536700"/>
          <p14:tracePt t="12764" x="4375150" y="1530350"/>
          <p14:tracePt t="12785" x="4197350" y="1536700"/>
          <p14:tracePt t="12828" x="3867150" y="1562100"/>
          <p14:tracePt t="12872" x="3638550" y="1587500"/>
          <p14:tracePt t="12915" x="3479800" y="1619250"/>
          <p14:tracePt t="12959" x="3409950" y="1631950"/>
          <p14:tracePt t="13002" x="3390900" y="1638300"/>
          <p14:tracePt t="13043" x="3384550" y="1638300"/>
          <p14:tracePt t="13087" x="3371850" y="1638300"/>
          <p14:tracePt t="13209" x="3378200" y="1638300"/>
          <p14:tracePt t="13252" x="3384550" y="1638300"/>
          <p14:tracePt t="13315" x="3390900" y="1638300"/>
          <p14:tracePt t="13357" x="3397250" y="1644650"/>
          <p14:tracePt t="13439" x="3403600" y="1644650"/>
          <p14:tracePt t="13481" x="3409950" y="1644650"/>
          <p14:tracePt t="13523" x="3416300" y="1644650"/>
          <p14:tracePt t="13605" x="3422650" y="1644650"/>
          <p14:tracePt t="13671" x="3429000" y="1644650"/>
          <p14:tracePt t="14079" x="3397250" y="1708150"/>
          <p14:tracePt t="14123" x="3359150" y="1771650"/>
          <p14:tracePt t="14166" x="3333750" y="1828800"/>
          <p14:tracePt t="14187" x="3321050" y="1847850"/>
          <p14:tracePt t="14230" x="3289300" y="1924050"/>
          <p14:tracePt t="14272" x="3244850" y="2012950"/>
          <p14:tracePt t="14316" x="3206750" y="2070100"/>
          <p14:tracePt t="14362" x="3181350" y="2108200"/>
          <p14:tracePt t="14382" x="3168650" y="2120900"/>
          <p14:tracePt t="14429" x="3155950" y="2127250"/>
          <p14:tracePt t="14471" x="3143250" y="2133600"/>
          <p14:tracePt t="14534" x="3136900" y="2139950"/>
          <p14:tracePt t="14577" x="3130550" y="2139950"/>
          <p14:tracePt t="14619" x="3117850" y="2139950"/>
          <p14:tracePt t="14662" x="3098800" y="2139950"/>
          <p14:tracePt t="14708" x="3086100" y="2139950"/>
          <p14:tracePt t="14750" x="3054350" y="2133600"/>
          <p14:tracePt t="14794" x="2952750" y="2070100"/>
          <p14:tracePt t="14836" x="2781300" y="1905000"/>
          <p14:tracePt t="14880" x="2546350" y="1689100"/>
          <p14:tracePt t="14924" x="2254250" y="1466850"/>
          <p14:tracePt t="14967" x="2006600" y="1333500"/>
          <p14:tracePt t="15010" x="1841500" y="1238250"/>
          <p14:tracePt t="15052" x="1739900" y="1187450"/>
          <p14:tracePt t="15096" x="1644650" y="1136650"/>
          <p14:tracePt t="15140" x="1581150" y="1104900"/>
          <p14:tracePt t="15183" x="1504950" y="1073150"/>
          <p14:tracePt t="15226" x="1473200" y="1054100"/>
          <p14:tracePt t="15269" x="1422400" y="1009650"/>
          <p14:tracePt t="15313" x="1390650" y="965200"/>
          <p14:tracePt t="15357" x="1384300" y="933450"/>
          <p14:tracePt t="15483" x="1397000" y="939800"/>
          <p14:tracePt t="15524" x="1409700" y="965200"/>
          <p14:tracePt t="15567" x="1466850" y="1035050"/>
          <p14:tracePt t="15610" x="1619250" y="1206500"/>
          <p14:tracePt t="15672" x="2133600" y="1504950"/>
          <p14:tracePt t="15714" x="2501900" y="1530350"/>
          <p14:tracePt t="15760" x="2978150" y="1460500"/>
          <p14:tracePt t="15782" x="3149600" y="1397000"/>
          <p14:tracePt t="15824" x="3473450" y="1270000"/>
          <p14:tracePt t="15868" x="3683000" y="1168400"/>
          <p14:tracePt t="15892" x="3759200" y="1143000"/>
          <p14:tracePt t="15937" x="3879850" y="1098550"/>
          <p14:tracePt t="15983" x="3956050" y="1085850"/>
          <p14:tracePt t="16028" x="4044950" y="1079500"/>
          <p14:tracePt t="16071" x="4146550" y="1066800"/>
          <p14:tracePt t="16115" x="4413250" y="1028700"/>
          <p14:tracePt t="16158" x="4686300" y="958850"/>
          <p14:tracePt t="16202" x="4908550" y="895350"/>
          <p14:tracePt t="16244" x="5175250" y="863600"/>
          <p14:tracePt t="16266" x="5232400" y="863600"/>
          <p14:tracePt t="16289" x="5270500" y="857250"/>
          <p14:tracePt t="16349" x="5359400" y="857250"/>
          <p14:tracePt t="16393" x="5454650" y="844550"/>
          <p14:tracePt t="16437" x="5556250" y="844550"/>
          <p14:tracePt t="16480" x="5645150" y="850900"/>
          <p14:tracePt t="16524" x="5702300" y="850900"/>
          <p14:tracePt t="16565" x="5727700" y="850900"/>
          <p14:tracePt t="16608" x="5734050" y="850900"/>
          <p14:tracePt t="16650" x="5740400" y="850900"/>
          <p14:tracePt t="16693" x="5746750" y="850900"/>
          <p14:tracePt t="16818" x="5746750" y="863600"/>
          <p14:tracePt t="16860" x="5715000" y="863600"/>
          <p14:tracePt t="16906" x="5511800" y="920750"/>
          <p14:tracePt t="16949" x="4908550" y="1104900"/>
          <p14:tracePt t="16994" x="3930650" y="1447800"/>
          <p14:tracePt t="17040" x="3168650" y="1720850"/>
          <p14:tracePt t="17082" x="2838450" y="1809750"/>
          <p14:tracePt t="17124" x="2565400" y="1854200"/>
          <p14:tracePt t="17167" x="2362200" y="1847850"/>
          <p14:tracePt t="17210" x="2279650" y="1841500"/>
          <p14:tracePt t="17252" x="2247900" y="1841500"/>
          <p14:tracePt t="17295" x="2222500" y="1841500"/>
          <p14:tracePt t="17357" x="2209800" y="1847850"/>
          <p14:tracePt t="17400" x="2209800" y="1854200"/>
          <p14:tracePt t="17444" x="2216150" y="1873250"/>
          <p14:tracePt t="17509" x="2216150" y="1879600"/>
          <p14:tracePt t="17575" x="2228850" y="1885950"/>
          <p14:tracePt t="17944" x="2235200" y="1949450"/>
          <p14:tracePt t="17987" x="2254250" y="2089150"/>
          <p14:tracePt t="18031" x="2260600" y="2152650"/>
          <p14:tracePt t="18073" x="2266950" y="2184400"/>
          <p14:tracePt t="18117" x="2273300" y="2197100"/>
          <p14:tracePt t="18158" x="2279650" y="2209800"/>
          <p14:tracePt t="18203" x="2286000" y="2216150"/>
          <p14:tracePt t="18246" x="2292350" y="2222500"/>
          <p14:tracePt t="18289" x="2298700" y="2235200"/>
          <p14:tracePt t="18353" x="2305050" y="2241550"/>
          <p14:tracePt t="18396" x="2317750" y="2254250"/>
          <p14:tracePt t="18417" x="2324100" y="2260600"/>
          <p14:tracePt t="18463" x="2343150" y="2273300"/>
          <p14:tracePt t="18506" x="2387600" y="2292350"/>
          <p14:tracePt t="18550" x="2457450" y="2330450"/>
          <p14:tracePt t="18595" x="2501900" y="2336800"/>
          <p14:tracePt t="18638" x="2533650" y="2336800"/>
          <p14:tracePt t="18684" x="2552700" y="2336800"/>
          <p14:tracePt t="18727" x="2571750" y="2330450"/>
          <p14:tracePt t="18769" x="2609850" y="2330450"/>
          <p14:tracePt t="18813" x="2686050" y="2336800"/>
          <p14:tracePt t="18855" x="2730500" y="2355850"/>
          <p14:tracePt t="18903" x="2743200" y="2362200"/>
          <p14:tracePt t="18946" x="2743200" y="2368550"/>
          <p14:tracePt t="18989" x="2736850" y="2374900"/>
          <p14:tracePt t="19033" x="2705100" y="2387600"/>
          <p14:tracePt t="19078" x="2622550" y="2438400"/>
          <p14:tracePt t="19121" x="2508250" y="2527300"/>
          <p14:tracePt t="19167" x="2387600" y="2609850"/>
          <p14:tracePt t="19213" x="2349500" y="2641600"/>
          <p14:tracePt t="19255" x="2343150" y="2647950"/>
          <p14:tracePt t="19375" x="2355850" y="2647950"/>
          <p14:tracePt t="19417" x="2362200" y="2647950"/>
          <p14:tracePt t="19460" x="2368550" y="2647950"/>
          <p14:tracePt t="19519" x="2387600" y="2635250"/>
          <p14:tracePt t="19564" x="2393950" y="2635250"/>
          <p14:tracePt t="19609" x="2406650" y="2628900"/>
          <p14:tracePt t="19651" x="2419350" y="2622550"/>
          <p14:tracePt t="19695" x="2432050" y="2622550"/>
          <p14:tracePt t="19737" x="2444750" y="2622550"/>
          <p14:tracePt t="19781" x="2451100" y="2616200"/>
          <p14:tracePt t="19824" x="2457450" y="2616200"/>
          <p14:tracePt t="19868" x="2470150" y="2609850"/>
          <p14:tracePt t="19912" x="2476500" y="2609850"/>
          <p14:tracePt t="19963" x="2482850" y="2609850"/>
          <p14:tracePt t="20004" x="2489200" y="2609850"/>
          <p14:tracePt t="20062" x="2495550" y="2622550"/>
          <p14:tracePt t="20103" x="2501900" y="2635250"/>
          <p14:tracePt t="20162" x="2508250" y="2654300"/>
          <p14:tracePt t="20206" x="2514600" y="2679700"/>
          <p14:tracePt t="20248" x="2533650" y="2730500"/>
          <p14:tracePt t="20290" x="2552700" y="2794000"/>
          <p14:tracePt t="20331" x="2559050" y="2819400"/>
          <p14:tracePt t="20372" x="2559050" y="2825750"/>
          <p14:tracePt t="20414" x="2559050" y="2832100"/>
          <p14:tracePt t="20496" x="2559050" y="2844800"/>
          <p14:tracePt t="20538" x="2559050" y="2857500"/>
          <p14:tracePt t="20580" x="2565400" y="2876550"/>
          <p14:tracePt t="20623" x="2565400" y="2889250"/>
          <p14:tracePt t="20683" x="2571750" y="2959100"/>
          <p14:tracePt t="20727" x="2584450" y="2997200"/>
          <p14:tracePt t="20771" x="2584450" y="3016250"/>
          <p14:tracePt t="20832" x="2584450" y="3022600"/>
          <p14:tracePt t="20896" x="2578100" y="3028950"/>
          <p14:tracePt t="20916" x="2565400" y="3041650"/>
          <p14:tracePt t="20960" x="2489200" y="3067050"/>
          <p14:tracePt t="21011" x="2165350" y="3162300"/>
          <p14:tracePt t="21051" x="1885950" y="3244850"/>
          <p14:tracePt t="21095" x="1657350" y="3289300"/>
          <p14:tracePt t="21138" x="1517650" y="3302000"/>
          <p14:tracePt t="21179" x="1454150" y="3302000"/>
          <p14:tracePt t="21222" x="1384300" y="3302000"/>
          <p14:tracePt t="21261" x="1346200" y="3302000"/>
          <p14:tracePt t="21304" x="1327150" y="3314700"/>
          <p14:tracePt t="21346" x="1308100" y="3321050"/>
          <p14:tracePt t="21387" x="1301750" y="3333750"/>
          <p14:tracePt t="21428" x="1295400" y="3333750"/>
          <p14:tracePt t="21489" x="1289050" y="3346450"/>
          <p14:tracePt t="21582" x="1289050" y="3352800"/>
          <p14:tracePt t="21641" x="1295400" y="3352800"/>
          <p14:tracePt t="21684" x="1314450" y="3352800"/>
          <p14:tracePt t="21740" x="1327150" y="3346450"/>
          <p14:tracePt t="21781" x="1358900" y="3340100"/>
          <p14:tracePt t="21824" x="1416050" y="3340100"/>
          <p14:tracePt t="21867" x="1492250" y="3333750"/>
          <p14:tracePt t="21908" x="1581150" y="3333750"/>
          <p14:tracePt t="21928" x="1619250" y="3333750"/>
          <p14:tracePt t="21970" x="1708150" y="3327400"/>
          <p14:tracePt t="22011" x="1727200" y="3327400"/>
          <p14:tracePt t="22056" x="1758950" y="3327400"/>
          <p14:tracePt t="22095" x="1778000" y="3327400"/>
          <p14:tracePt t="22136" x="1803400" y="3327400"/>
          <p14:tracePt t="22178" x="1866900" y="3327400"/>
          <p14:tracePt t="22218" x="1930400" y="3333750"/>
          <p14:tracePt t="22258" x="2019300" y="3340100"/>
          <p14:tracePt t="22302" x="2095500" y="3352800"/>
          <p14:tracePt t="22341" x="2184400" y="3365500"/>
          <p14:tracePt t="22384" x="2222500" y="3371850"/>
          <p14:tracePt t="22403" x="2235200" y="3371850"/>
          <p14:tracePt t="22426" x="2247900" y="3371850"/>
          <p14:tracePt t="22469" x="2273300" y="3371850"/>
          <p14:tracePt t="22510" x="2298700" y="3371850"/>
          <p14:tracePt t="22550" x="2336800" y="3365500"/>
          <p14:tracePt t="22568" x="2368550" y="3359150"/>
          <p14:tracePt t="22608" x="2470150" y="3352800"/>
          <p14:tracePt t="22649" x="2635250" y="3308350"/>
          <p14:tracePt t="22668" x="2724150" y="3276600"/>
          <p14:tracePt t="22708" x="2889250" y="3225800"/>
          <p14:tracePt t="22749" x="2971800" y="3200400"/>
          <p14:tracePt t="22789" x="2984500" y="3187700"/>
          <p14:tracePt t="22830" x="2990850" y="3168650"/>
          <p14:tracePt t="23231" x="2609850" y="3168650"/>
          <p14:tracePt t="23293" x="2273300" y="3181350"/>
          <p14:tracePt t="23337" x="2120900" y="3206750"/>
          <p14:tracePt t="23382" x="2019300" y="3225800"/>
          <p14:tracePt t="23424" x="2012950" y="3225800"/>
          <p14:tracePt t="23469" x="2032000" y="3225800"/>
          <p14:tracePt t="23511" x="2051050" y="3225800"/>
          <p14:tracePt t="23570" x="2057400" y="3194050"/>
          <p14:tracePt t="23613" x="2025650" y="3149600"/>
          <p14:tracePt t="23655" x="1987550" y="3098800"/>
          <p14:tracePt t="23697" x="1898650" y="2895600"/>
          <p14:tracePt t="23739" x="1784350" y="2508250"/>
          <p14:tracePt t="23783" x="1720850" y="2165350"/>
          <p14:tracePt t="23803" x="1720850" y="2108200"/>
          <p14:tracePt t="23845" x="1720850" y="2076450"/>
          <p14:tracePt t="23910" x="1733550" y="2120900"/>
          <p14:tracePt t="23929" x="1739900" y="2133600"/>
          <p14:tracePt t="23976" x="1746250" y="2197100"/>
          <p14:tracePt t="24018" x="1765300" y="2393950"/>
          <p14:tracePt t="24063" x="1790700" y="2705100"/>
          <p14:tracePt t="24106" x="1841500" y="3009900"/>
          <p14:tracePt t="24153" x="1885950" y="3149600"/>
          <p14:tracePt t="24197" x="1911350" y="3194050"/>
          <p14:tracePt t="24238" x="1930400" y="3206750"/>
          <p14:tracePt t="24300" x="1943100" y="3213100"/>
          <p14:tracePt t="24344" x="1968500" y="3219450"/>
          <p14:tracePt t="24385" x="2006600" y="3219450"/>
          <p14:tracePt t="24431" x="2082800" y="3225800"/>
          <p14:tracePt t="24475" x="2152650" y="3225800"/>
          <p14:tracePt t="24517" x="2222500" y="3219450"/>
          <p14:tracePt t="24561" x="2260600" y="3213100"/>
          <p14:tracePt t="24602" x="2298700" y="3213100"/>
          <p14:tracePt t="24646" x="2311400" y="3213100"/>
          <p14:tracePt t="24690" x="2317750" y="3213100"/>
          <p14:tracePt t="24732" x="2330450" y="3213100"/>
          <p14:tracePt t="24793" x="2343150" y="3213100"/>
          <p14:tracePt t="24835" x="2349500" y="3213100"/>
          <p14:tracePt t="24879" x="2362200" y="3213100"/>
          <p14:tracePt t="24924" x="2406650" y="3213100"/>
          <p14:tracePt t="24967" x="2546350" y="3213100"/>
          <p14:tracePt t="25010" x="2717800" y="3238500"/>
          <p14:tracePt t="25053" x="2857500" y="3244850"/>
          <p14:tracePt t="25098" x="2933700" y="3251200"/>
          <p14:tracePt t="25142" x="2959100" y="3251200"/>
          <p14:tracePt t="25190" x="2971800" y="3251200"/>
          <p14:tracePt t="25250" x="2978150" y="3251200"/>
          <p14:tracePt t="25504" x="2959100" y="3257550"/>
          <p14:tracePt t="25546" x="2933700" y="3263900"/>
          <p14:tracePt t="25591" x="2901950" y="3282950"/>
          <p14:tracePt t="25632" x="2806700" y="3327400"/>
          <p14:tracePt t="25675" x="2667000" y="3409950"/>
          <p14:tracePt t="25716" x="2349500" y="3575050"/>
          <p14:tracePt t="25760" x="2120900" y="3708400"/>
          <p14:tracePt t="25800" x="1987550" y="3752850"/>
          <p14:tracePt t="25844" x="1930400" y="3765550"/>
          <p14:tracePt t="25887" x="1892300" y="3771900"/>
          <p14:tracePt t="25930" x="1854200" y="3765550"/>
          <p14:tracePt t="25950" x="1835150" y="3759200"/>
          <p14:tracePt t="25996" x="1816100" y="3759200"/>
          <p14:tracePt t="26058" x="1803400" y="3759200"/>
          <p14:tracePt t="26143" x="1816100" y="3759200"/>
          <p14:tracePt t="26210" x="1879600" y="3752850"/>
          <p14:tracePt t="26254" x="2044700" y="3727450"/>
          <p14:tracePt t="26297" x="2368550" y="3689350"/>
          <p14:tracePt t="26317" x="2432050" y="3676650"/>
          <p14:tracePt t="26359" x="2622550" y="3663950"/>
          <p14:tracePt t="26403" x="2743200" y="3632200"/>
          <p14:tracePt t="26446" x="2825750" y="3575050"/>
          <p14:tracePt t="26490" x="2825750" y="3562350"/>
          <p14:tracePt t="26814" x="3130550" y="3505200"/>
          <p14:tracePt t="26857" x="3384550" y="3460750"/>
          <p14:tracePt t="26902" x="3568700" y="3435350"/>
          <p14:tracePt t="26945" x="3600450" y="3429000"/>
          <p14:tracePt t="26990" x="3613150" y="3429000"/>
          <p14:tracePt t="27034" x="3625850" y="3422650"/>
          <p14:tracePt t="27075" x="3657600" y="3422650"/>
          <p14:tracePt t="27120" x="3689350" y="3435350"/>
          <p14:tracePt t="27162" x="3740150" y="3454400"/>
          <p14:tracePt t="27210" x="3803650" y="3492500"/>
          <p14:tracePt t="27257" x="3949700" y="3536950"/>
          <p14:tracePt t="27301" x="4210050" y="3606800"/>
          <p14:tracePt t="27343" x="4349750" y="3657600"/>
          <p14:tracePt t="27386" x="4445000" y="3670300"/>
          <p14:tracePt t="27429" x="4540250" y="3683000"/>
          <p14:tracePt t="27450" x="4584700" y="3689350"/>
          <p14:tracePt t="27492" x="4622800" y="3695700"/>
          <p14:tracePt t="27802" x="4768850" y="3695700"/>
          <p14:tracePt t="27846" x="4851400" y="3689350"/>
          <p14:tracePt t="27888" x="4921250" y="3689350"/>
          <p14:tracePt t="27932" x="4972050" y="3683000"/>
          <p14:tracePt t="27953" x="4991100" y="3683000"/>
          <p14:tracePt t="27997" x="5022850" y="3676650"/>
          <p14:tracePt t="28039" x="5041900" y="3676650"/>
          <p14:tracePt t="28082" x="5073650" y="3663950"/>
          <p14:tracePt t="28123" x="5118100" y="3663950"/>
          <p14:tracePt t="28145" x="5156200" y="3657600"/>
          <p14:tracePt t="28169" x="5200650" y="3651250"/>
          <p14:tracePt t="28213" x="5321300" y="3644900"/>
          <p14:tracePt t="28256" x="5461000" y="3625850"/>
          <p14:tracePt t="28303" x="5556250" y="3613150"/>
          <p14:tracePt t="28346" x="5575300" y="3600450"/>
          <p14:tracePt t="28388" x="5581650" y="3600450"/>
          <p14:tracePt t="28450" x="5549900" y="3606800"/>
          <p14:tracePt t="28495" x="5454650" y="3619500"/>
          <p14:tracePt t="28516" x="5422900" y="3619500"/>
          <p14:tracePt t="28558" x="5295900" y="3613150"/>
          <p14:tracePt t="28601" x="5156200" y="3568700"/>
          <p14:tracePt t="28645" x="5067300" y="3556000"/>
          <p14:tracePt t="28705" x="4959350" y="3562350"/>
          <p14:tracePt t="28748" x="4883150" y="3568700"/>
          <p14:tracePt t="28768" x="4876800" y="3568700"/>
          <p14:tracePt t="28812" x="4857750" y="3575050"/>
          <p14:tracePt t="28876" x="4845050" y="3581400"/>
          <p14:tracePt t="28937" x="4838700" y="3581400"/>
          <p14:tracePt t="28960" x="4826000" y="3581400"/>
          <p14:tracePt t="29004" x="4781550" y="3581400"/>
          <p14:tracePt t="29047" x="4699000" y="3562350"/>
          <p14:tracePt t="29088" x="4597400" y="3530600"/>
          <p14:tracePt t="29133" x="4521200" y="3505200"/>
          <p14:tracePt t="29178" x="4413250" y="3460750"/>
          <p14:tracePt t="29220" x="4330700" y="3448050"/>
          <p14:tracePt t="29264" x="4216400" y="3441700"/>
          <p14:tracePt t="29308" x="4032250" y="3441700"/>
          <p14:tracePt t="29352" x="3683000" y="3460750"/>
          <p14:tracePt t="29397" x="3340100" y="3479800"/>
          <p14:tracePt t="29440" x="3003550" y="3492500"/>
          <p14:tracePt t="29460" x="2927350" y="3492500"/>
          <p14:tracePt t="29502" x="2844800" y="3492500"/>
          <p14:tracePt t="29546" x="2819400" y="3492500"/>
          <p14:tracePt t="29608" x="2813050" y="3505200"/>
          <p14:tracePt t="29725" x="2819400" y="3511550"/>
          <p14:tracePt t="29766" x="2838450" y="3511550"/>
          <p14:tracePt t="29810" x="2844800" y="3511550"/>
          <p14:tracePt t="29927" x="2813050" y="3511550"/>
          <p14:tracePt t="29949" x="2768600" y="3517900"/>
          <p14:tracePt t="29995" x="2501900" y="3543300"/>
          <p14:tracePt t="30033" x="2279650" y="3568700"/>
          <p14:tracePt t="30075" x="2019300" y="3606800"/>
          <p14:tracePt t="30116" x="1879600" y="3632200"/>
          <p14:tracePt t="30166" x="1790700" y="3632200"/>
          <p14:tracePt t="30216" x="1778000" y="3613150"/>
          <p14:tracePt t="30288" x="1784350" y="3625850"/>
          <p14:tracePt t="30705" x="1911350" y="3581400"/>
          <p14:tracePt t="30750" x="2101850" y="3524250"/>
          <p14:tracePt t="30799" x="2578100" y="3473450"/>
          <p14:tracePt t="30872" x="3187700" y="3390900"/>
          <p14:tracePt t="30923" x="3282950" y="3371850"/>
          <p14:tracePt t="30973" x="3340100" y="3371850"/>
          <p14:tracePt t="31025" x="3397250" y="3371850"/>
          <p14:tracePt t="31073" x="3448050" y="3384550"/>
          <p14:tracePt t="31122" x="3549650" y="3409950"/>
          <p14:tracePt t="31173" x="3778250" y="3511550"/>
          <p14:tracePt t="31223" x="3829050" y="3536950"/>
          <p14:tracePt t="31271" x="3835400" y="3543300"/>
          <p14:tracePt t="31340" x="3810000" y="3549650"/>
          <p14:tracePt t="31392" x="3790950" y="3549650"/>
          <p14:tracePt t="31470" x="3771900" y="3556000"/>
          <p14:tracePt t="31493" x="3771900" y="3562350"/>
          <p14:tracePt t="31547" x="3765550" y="3562350"/>
          <p14:tracePt t="31884" x="3740150" y="3556000"/>
          <p14:tracePt t="31933" x="3670300" y="3543300"/>
          <p14:tracePt t="31956" x="3606800" y="3543300"/>
          <p14:tracePt t="32007" x="3359150" y="3581400"/>
          <p14:tracePt t="32058" x="3105150" y="3657600"/>
          <p14:tracePt t="32106" x="3048000" y="3676650"/>
          <p14:tracePt t="32155" x="3022600" y="3695700"/>
          <p14:tracePt t="32205" x="3003550" y="3702050"/>
          <p14:tracePt t="32275" x="2997200" y="3702050"/>
          <p14:tracePt t="32324" x="2997200" y="3695700"/>
          <p14:tracePt t="32372" x="2997200" y="3689350"/>
          <p14:tracePt t="32421" x="2997200" y="3683000"/>
          <p14:tracePt t="32471" x="2997200" y="3676650"/>
          <p14:tracePt t="32591" x="2997200" y="3670300"/>
          <p14:tracePt t="32640" x="3003550" y="3670300"/>
          <p14:tracePt t="32753" x="3009900" y="3670300"/>
          <p14:tracePt t="32823" x="3016250" y="3670300"/>
          <p14:tracePt t="33058" x="3022600" y="3670300"/>
          <p14:tracePt t="33129" x="3028950" y="3670300"/>
          <p14:tracePt t="33177" x="3048000" y="3683000"/>
          <p14:tracePt t="33972" x="2971800" y="3676650"/>
          <p14:tracePt t="34029" x="2838450" y="3651250"/>
          <p14:tracePt t="34083" x="2749550" y="3638550"/>
          <p14:tracePt t="34141" x="2660650" y="3619500"/>
          <p14:tracePt t="34196" x="2552700" y="3613150"/>
          <p14:tracePt t="34250" x="2451100" y="3594100"/>
          <p14:tracePt t="34303" x="2393950" y="3575050"/>
          <p14:tracePt t="34356" x="2355850" y="3562350"/>
          <p14:tracePt t="34409" x="2336800" y="3562350"/>
          <p14:tracePt t="34464" x="2330450" y="3556000"/>
          <p14:tracePt t="34885" x="2336800" y="3562350"/>
          <p14:tracePt t="35663" x="2355850" y="3556000"/>
          <p14:tracePt t="35713" x="2381250" y="3536950"/>
          <p14:tracePt t="35763" x="2406650" y="3530600"/>
          <p14:tracePt t="35814" x="2438400" y="3524250"/>
          <p14:tracePt t="35864" x="2476500" y="3524250"/>
          <p14:tracePt t="35914" x="2520950" y="3524250"/>
          <p14:tracePt t="35962" x="2603500" y="3511550"/>
          <p14:tracePt t="36010" x="2628900" y="3511550"/>
          <p14:tracePt t="36060" x="2641600" y="3511550"/>
          <p14:tracePt t="36108" x="2647950" y="3517900"/>
          <p14:tracePt t="36157" x="2660650" y="3517900"/>
          <p14:tracePt t="36211" x="2686050" y="3530600"/>
          <p14:tracePt t="36284" x="2705100" y="3530600"/>
          <p14:tracePt t="36332" x="2717800" y="3530600"/>
          <p14:tracePt t="36381" x="2724150" y="3536950"/>
          <p14:tracePt t="36452" x="2730500" y="3536950"/>
          <p14:tracePt t="36500" x="2749550" y="3543300"/>
          <p14:tracePt t="36546" x="2762250" y="3543300"/>
          <p14:tracePt t="36640" x="2774950" y="3549650"/>
          <p14:tracePt t="38333" x="2590800" y="3403600"/>
          <p14:tracePt t="38383" x="2286000" y="3073400"/>
          <p14:tracePt t="38434" x="2057400" y="2774950"/>
          <p14:tracePt t="38483" x="1847850" y="2520950"/>
          <p14:tracePt t="38506" x="1778000" y="2451100"/>
          <p14:tracePt t="38553" x="1619250" y="2286000"/>
          <p14:tracePt t="38578" x="1568450" y="2235200"/>
          <p14:tracePt t="38629" x="1454150" y="2089150"/>
          <p14:tracePt t="38679" x="1352550" y="1993900"/>
          <p14:tracePt t="38701" x="1339850" y="1974850"/>
          <p14:tracePt t="38751" x="1333500" y="1955800"/>
          <p14:tracePt t="38827" x="1327150" y="1955800"/>
          <p14:tracePt t="38966" x="1333500" y="1955800"/>
          <p14:tracePt t="39018" x="1346200" y="1955800"/>
          <p14:tracePt t="39092" x="1377950" y="1962150"/>
          <p14:tracePt t="39140" x="1562100" y="1955800"/>
          <p14:tracePt t="39190" x="2012950" y="1885950"/>
          <p14:tracePt t="39238" x="2406650" y="1854200"/>
          <p14:tracePt t="39287" x="2527300" y="1873250"/>
          <p14:tracePt t="39334" x="2540000" y="1892300"/>
          <p14:tracePt t="39405" x="2578100" y="1866900"/>
          <p14:tracePt t="39452" x="2749550" y="1797050"/>
          <p14:tracePt t="39503" x="3117850" y="1638300"/>
          <p14:tracePt t="39554" x="3333750" y="1517650"/>
          <p14:tracePt t="39601" x="3403600" y="1441450"/>
          <p14:tracePt t="39650" x="3397250" y="1416050"/>
          <p14:tracePt t="39697" x="3384550" y="1390650"/>
          <p14:tracePt t="39747" x="3384550" y="1358900"/>
          <p14:tracePt t="39794" x="3384550" y="1327150"/>
          <p14:tracePt t="39843" x="3416300" y="1238250"/>
          <p14:tracePt t="39898" x="3492500" y="1117600"/>
          <p14:tracePt t="39950" x="3517900" y="1035050"/>
          <p14:tracePt t="39999" x="3517900" y="1022350"/>
          <p14:tracePt t="40024" x="3517900" y="1035050"/>
          <p14:tracePt t="40075" x="3486150" y="1104900"/>
          <p14:tracePt t="40123" x="3302000" y="1282700"/>
          <p14:tracePt t="40170" x="2901950" y="1581150"/>
          <p14:tracePt t="40220" x="2514600" y="1803400"/>
          <p14:tracePt t="40244" x="2368550" y="1860550"/>
          <p14:tracePt t="40295" x="2044700" y="1949450"/>
          <p14:tracePt t="40344" x="1911350" y="1981200"/>
          <p14:tracePt t="40393" x="1860550" y="1981200"/>
          <p14:tracePt t="40443" x="1841500" y="1974850"/>
          <p14:tracePt t="40541" x="1841500" y="1981200"/>
          <p14:tracePt t="40592" x="1854200" y="1987550"/>
          <p14:tracePt t="40641" x="1860550" y="2000250"/>
          <p14:tracePt t="40690" x="1873250" y="2012950"/>
          <p14:tracePt t="40740" x="1949450" y="2057400"/>
          <p14:tracePt t="40790" x="2184400" y="2178050"/>
          <p14:tracePt t="40840" x="2343150" y="2247900"/>
          <p14:tracePt t="40887" x="2368550" y="2260600"/>
          <p14:tracePt t="40941" x="2260600" y="2260600"/>
          <p14:tracePt t="40990" x="2070100" y="2235200"/>
          <p14:tracePt t="41040" x="1930400" y="2184400"/>
          <p14:tracePt t="41063" x="1898650" y="2165350"/>
          <p14:tracePt t="41115" x="1828800" y="2127250"/>
          <p14:tracePt t="41140" x="1816100" y="2114550"/>
          <p14:tracePt t="41191" x="1784350" y="2095500"/>
          <p14:tracePt t="41239" x="1765300" y="2082800"/>
          <p14:tracePt t="41286" x="1720850" y="2051050"/>
          <p14:tracePt t="41335" x="1638300" y="2006600"/>
          <p14:tracePt t="41383" x="1555750" y="1949450"/>
          <p14:tracePt t="41432" x="1511300" y="1924050"/>
          <p14:tracePt t="41480" x="1498600" y="1917700"/>
          <p14:tracePt t="41576" x="1498600" y="1924050"/>
          <p14:tracePt t="41625" x="1504950" y="1930400"/>
          <p14:tracePt t="42146" x="1473200" y="1924050"/>
          <p14:tracePt t="42198" x="1435100" y="1905000"/>
          <p14:tracePt t="42247" x="1409700" y="1905000"/>
          <p14:tracePt t="42295" x="1384300" y="1898650"/>
          <p14:tracePt t="42345" x="1358900" y="1892300"/>
          <p14:tracePt t="42392" x="1352550" y="1892300"/>
          <p14:tracePt t="42439" x="1346200" y="1885950"/>
          <p14:tracePt t="42487" x="1333500" y="1885950"/>
          <p14:tracePt t="42533" x="1320800" y="1885950"/>
          <p14:tracePt t="42584" x="1314450" y="1885950"/>
          <p14:tracePt t="42606" x="1308100" y="1885950"/>
          <p14:tracePt t="42654" x="1295400" y="1885950"/>
          <p14:tracePt t="42729" x="1289050" y="1885950"/>
          <p14:tracePt t="42831" x="1295400" y="1885950"/>
          <p14:tracePt t="42885" x="1308100" y="1879600"/>
          <p14:tracePt t="42939" x="1320800" y="1873250"/>
          <p14:tracePt t="43013" x="1339850" y="1873250"/>
          <p14:tracePt t="43087" x="1352550" y="1873250"/>
          <p14:tracePt t="43169" x="1384300" y="1866900"/>
          <p14:tracePt t="43223" x="1416050" y="1860550"/>
          <p14:tracePt t="43285" x="1504950" y="1841500"/>
          <p14:tracePt t="43310" x="1530350" y="1835150"/>
          <p14:tracePt t="43360" x="1581150" y="1822450"/>
          <p14:tracePt t="43413" x="1593850" y="1822450"/>
          <p14:tracePt t="43468" x="1606550" y="1816100"/>
          <p14:tracePt t="43546" x="1619250" y="1816100"/>
          <p14:tracePt t="43599" x="1631950" y="1809750"/>
          <p14:tracePt t="43652" x="1644650" y="1809750"/>
          <p14:tracePt t="43708" x="1670050" y="1803400"/>
          <p14:tracePt t="43730" x="1676400" y="1803400"/>
          <p14:tracePt t="43781" x="1695450" y="1797050"/>
          <p14:tracePt t="43834" x="1720850" y="1790700"/>
          <p14:tracePt t="43886" x="1733550" y="1784350"/>
          <p14:tracePt t="43937" x="1758950" y="1778000"/>
          <p14:tracePt t="43987" x="1778000" y="1778000"/>
          <p14:tracePt t="44035" x="1822450" y="1752600"/>
          <p14:tracePt t="44090" x="1885950" y="1727200"/>
          <p14:tracePt t="44115" x="1898650" y="1727200"/>
          <p14:tracePt t="44166" x="1924050" y="1720850"/>
          <p14:tracePt t="44219" x="1924050" y="1714500"/>
          <p14:tracePt t="44275" x="1943100" y="1714500"/>
          <p14:tracePt t="44328" x="1962150" y="1714500"/>
          <p14:tracePt t="44379" x="1974850" y="1714500"/>
          <p14:tracePt t="44433" x="1993900" y="1714500"/>
          <p14:tracePt t="44473" x="2019300" y="1708150"/>
          <p14:tracePt t="44530" x="2101850" y="1689100"/>
          <p14:tracePt t="44567" x="2139950" y="1682750"/>
          <p14:tracePt t="44610" x="2159000" y="1676400"/>
          <p14:tracePt t="44633" x="2165350" y="1676400"/>
          <p14:tracePt t="44676" x="2171700" y="1676400"/>
          <p14:tracePt t="44715" x="2184400" y="1676400"/>
          <p14:tracePt t="44756" x="2190750" y="1670050"/>
          <p14:tracePt t="44795" x="2197100" y="1670050"/>
          <p14:tracePt t="44846" x="2216150" y="1670050"/>
          <p14:tracePt t="44897" x="2222500" y="1663700"/>
          <p14:tracePt t="44944" x="2241550" y="1657350"/>
          <p14:tracePt t="44985" x="2266950" y="1657350"/>
          <p14:tracePt t="45027" x="2368550" y="1651000"/>
          <p14:tracePt t="45067" x="2527300" y="1651000"/>
          <p14:tracePt t="45117" x="2679700" y="1670050"/>
          <p14:tracePt t="45138" x="2705100" y="1676400"/>
          <p14:tracePt t="45180" x="2736850" y="1682750"/>
          <p14:tracePt t="45220" x="2743200" y="1682750"/>
          <p14:tracePt t="45769" x="2730500" y="1682750"/>
          <p14:tracePt t="45811" x="2705100" y="1689100"/>
          <p14:tracePt t="45854" x="2565400" y="1746250"/>
          <p14:tracePt t="45897" x="2165350" y="1930400"/>
          <p14:tracePt t="45941" x="1841500" y="2070100"/>
          <p14:tracePt t="45984" x="1562100" y="2171700"/>
          <p14:tracePt t="46026" x="1428750" y="2222500"/>
          <p14:tracePt t="46069" x="1346200" y="2254250"/>
          <p14:tracePt t="46112" x="1308100" y="2260600"/>
          <p14:tracePt t="46156" x="1301750" y="2260600"/>
          <p14:tracePt t="46204" x="1289050" y="2254250"/>
          <p14:tracePt t="46247" x="1276350" y="2247900"/>
          <p14:tracePt t="46308" x="1263650" y="2247900"/>
          <p14:tracePt t="46369" x="1250950" y="2247900"/>
          <p14:tracePt t="46413" x="1250950" y="2241550"/>
          <p14:tracePt t="46459" x="1250950" y="2228850"/>
          <p14:tracePt t="46504" x="1257300" y="2228850"/>
          <p14:tracePt t="46548" x="1270000" y="2222500"/>
          <p14:tracePt t="46589" x="1282700" y="2222500"/>
          <p14:tracePt t="46631" x="1289050" y="2222500"/>
          <p14:tracePt t="46674" x="1295400" y="2222500"/>
          <p14:tracePt t="46737" x="1314450" y="2222500"/>
          <p14:tracePt t="46781" x="1320800" y="2222500"/>
          <p14:tracePt t="46822" x="1327150" y="2222500"/>
          <p14:tracePt t="46885" x="1339850" y="2222500"/>
          <p14:tracePt t="46930" x="1358900" y="2222500"/>
          <p14:tracePt t="46972" x="1371600" y="2222500"/>
          <p14:tracePt t="47017" x="1409700" y="2228850"/>
          <p14:tracePt t="47058" x="1473200" y="2235200"/>
          <p14:tracePt t="47101" x="1530350" y="2241550"/>
          <p14:tracePt t="47142" x="1568450" y="2241550"/>
          <p14:tracePt t="47165" x="1574800" y="2241550"/>
          <p14:tracePt t="47252" x="1587500" y="2241550"/>
          <p14:tracePt t="47293" x="1600200" y="2241550"/>
          <p14:tracePt t="47354" x="1612900" y="2241550"/>
          <p14:tracePt t="47402" x="1631950" y="2241550"/>
          <p14:tracePt t="47466" x="1651000" y="2241550"/>
          <p14:tracePt t="47508" x="1670050" y="2247900"/>
          <p14:tracePt t="47554" x="1695450" y="2247900"/>
          <p14:tracePt t="47597" x="1758950" y="2254250"/>
          <p14:tracePt t="47617" x="1771650" y="2254250"/>
          <p14:tracePt t="47658" x="1822450" y="2254250"/>
          <p14:tracePt t="47679" x="1841500" y="2260600"/>
          <p14:tracePt t="47722" x="1866900" y="2260600"/>
          <p14:tracePt t="47765" x="1892300" y="2260600"/>
          <p14:tracePt t="47807" x="1936750" y="2260600"/>
          <p14:tracePt t="47851" x="2019300" y="2247900"/>
          <p14:tracePt t="47894" x="2063750" y="2241550"/>
          <p14:tracePt t="47936" x="2089150" y="2235200"/>
          <p14:tracePt t="47981" x="2101850" y="2235200"/>
          <p14:tracePt t="48023" x="2114550" y="2228850"/>
          <p14:tracePt t="48065" x="2127250" y="2228850"/>
          <p14:tracePt t="48109" x="2139950" y="2228850"/>
          <p14:tracePt t="48169" x="2152650" y="2222500"/>
          <p14:tracePt t="48189" x="2159000" y="2216150"/>
          <p14:tracePt t="48583" x="1911350" y="2241550"/>
          <p14:tracePt t="48628" x="1644650" y="2247900"/>
          <p14:tracePt t="48669" x="1435100" y="2247900"/>
          <p14:tracePt t="48713" x="1308100" y="2235200"/>
          <p14:tracePt t="48759" x="1263650" y="2222500"/>
          <p14:tracePt t="48801" x="1244600" y="2222500"/>
          <p14:tracePt t="48919" x="1263650" y="2222500"/>
          <p14:tracePt t="48962" x="1289050" y="2222500"/>
          <p14:tracePt t="49006" x="1314450" y="2222500"/>
          <p14:tracePt t="49067" x="1327150" y="2222500"/>
          <p14:tracePt t="49110" x="1365250" y="2222500"/>
          <p14:tracePt t="49154" x="1682750" y="2222500"/>
          <p14:tracePt t="49199" x="2241550" y="2216150"/>
          <p14:tracePt t="49218" x="2495550" y="2216150"/>
          <p14:tracePt t="49263" x="2851150" y="2216150"/>
          <p14:tracePt t="49310" x="2978150" y="2216150"/>
          <p14:tracePt t="49354" x="2990850" y="2216150"/>
          <p14:tracePt t="49625" x="2984500" y="2216150"/>
          <p14:tracePt t="49953" x="2857500" y="2349500"/>
          <p14:tracePt t="49997" x="2673350" y="2584450"/>
          <p14:tracePt t="50040" x="2444750" y="2876550"/>
          <p14:tracePt t="50082" x="2286000" y="3048000"/>
          <p14:tracePt t="50124" x="2152650" y="3206750"/>
          <p14:tracePt t="50169" x="2063750" y="3346450"/>
          <p14:tracePt t="50190" x="2051050" y="3378200"/>
          <p14:tracePt t="50234" x="2038350" y="3422650"/>
          <p14:tracePt t="50279" x="2044700" y="3441700"/>
          <p14:tracePt t="50322" x="2070100" y="3454400"/>
          <p14:tracePt t="50368" x="2120900" y="3479800"/>
          <p14:tracePt t="50410" x="2203450" y="3505200"/>
          <p14:tracePt t="50452" x="2305050" y="3543300"/>
          <p14:tracePt t="50495" x="2406650" y="3581400"/>
          <p14:tracePt t="50538" x="2457450" y="3594100"/>
          <p14:tracePt t="50580" x="2482850" y="3594100"/>
          <p14:tracePt t="50622" x="2495550" y="3594100"/>
          <p14:tracePt t="50664" x="2501900" y="3594100"/>
          <p14:tracePt t="51160" x="2419350" y="3587750"/>
          <p14:tracePt t="51205" x="2374900" y="3568700"/>
          <p14:tracePt t="51227" x="2355850" y="3568700"/>
          <p14:tracePt t="51272" x="2324100" y="3568700"/>
          <p14:tracePt t="51315" x="2311400" y="3568700"/>
          <p14:tracePt t="51398" x="2311400" y="3575050"/>
          <p14:tracePt t="51688" x="2324100" y="3575050"/>
          <p14:tracePt t="51753" x="2336800" y="3575050"/>
          <p14:tracePt t="51798" x="2343150" y="3575050"/>
          <p14:tracePt t="51841" x="2362200" y="3575050"/>
          <p14:tracePt t="51884" x="2381250" y="3575050"/>
          <p14:tracePt t="51925" x="2432050" y="3568700"/>
          <p14:tracePt t="51968" x="2527300" y="3568700"/>
          <p14:tracePt t="52008" x="2616200" y="3568700"/>
          <p14:tracePt t="52051" x="2692400" y="3568700"/>
          <p14:tracePt t="52094" x="2724150" y="3568700"/>
          <p14:tracePt t="52137" x="2749550" y="3568700"/>
          <p14:tracePt t="52181" x="2768600" y="3568700"/>
          <p14:tracePt t="52223" x="2781300" y="3568700"/>
          <p14:tracePt t="52245" x="2787650" y="3568700"/>
          <p14:tracePt t="52290" x="2800350" y="3568700"/>
          <p14:tracePt t="52313" x="2806700" y="3568700"/>
          <p14:tracePt t="52357" x="2825750" y="3568700"/>
          <p14:tracePt t="52401" x="2895600" y="3581400"/>
          <p14:tracePt t="52422" x="2946400" y="3587750"/>
          <p14:tracePt t="52448" x="2997200" y="3594100"/>
          <p14:tracePt t="52489" x="3098800" y="3619500"/>
          <p14:tracePt t="52534" x="3187700" y="3625850"/>
          <p14:tracePt t="52556" x="3213100" y="3625850"/>
          <p14:tracePt t="52579" x="3244850" y="3625850"/>
          <p14:tracePt t="52622" x="3282950" y="3625850"/>
          <p14:tracePt t="52664" x="3308350" y="3625850"/>
          <p14:tracePt t="52706" x="3314700" y="3625850"/>
          <p14:tracePt t="52751" x="3321050" y="3625850"/>
          <p14:tracePt t="52796" x="3327400" y="3619500"/>
          <p14:tracePt t="52839" x="3333750" y="3619500"/>
          <p14:tracePt t="52940" x="3340100" y="3619500"/>
          <p14:tracePt t="53021" x="3346450" y="3613150"/>
          <p14:tracePt t="53084" x="3333750" y="3619500"/>
          <p14:tracePt t="53126" x="3270250" y="3619500"/>
          <p14:tracePt t="53169" x="3162300" y="3625850"/>
          <p14:tracePt t="53212" x="3003550" y="3619500"/>
          <p14:tracePt t="53255" x="2844800" y="3606800"/>
          <p14:tracePt t="53301" x="2698750" y="3600450"/>
          <p14:tracePt t="53346" x="2603500" y="3600450"/>
          <p14:tracePt t="53388" x="2533650" y="3613150"/>
          <p14:tracePt t="53432" x="2501900" y="3613150"/>
          <p14:tracePt t="53476" x="2495550" y="3619500"/>
          <p14:tracePt t="53559" x="2508250" y="3625850"/>
          <p14:tracePt t="53603" x="2520950" y="3625850"/>
          <p14:tracePt t="53645" x="2540000" y="3625850"/>
          <p14:tracePt t="53686" x="2622550" y="3625850"/>
          <p14:tracePt t="53729" x="2844800" y="3600450"/>
          <p14:tracePt t="53775" x="3067050" y="3594100"/>
          <p14:tracePt t="53818" x="3155950" y="3594100"/>
          <p14:tracePt t="53862" x="3181350" y="3594100"/>
          <p14:tracePt t="53907" x="3187700" y="3594100"/>
          <p14:tracePt t="54102" x="3251200" y="3594100"/>
          <p14:tracePt t="54145" x="3371850" y="3594100"/>
          <p14:tracePt t="54188" x="3479800" y="3594100"/>
          <p14:tracePt t="54230" x="3543300" y="3594100"/>
          <p14:tracePt t="54274" x="3549650" y="3594100"/>
          <p14:tracePt t="54294" x="3556000" y="3594100"/>
          <p14:tracePt t="54340" x="3575050" y="3581400"/>
          <p14:tracePt t="54744" x="3524250" y="3568700"/>
          <p14:tracePt t="54788" x="3460750" y="3543300"/>
          <p14:tracePt t="54808" x="3416300" y="3524250"/>
          <p14:tracePt t="54853" x="3314700" y="3549650"/>
          <p14:tracePt t="54874" x="3251200" y="3581400"/>
          <p14:tracePt t="54916" x="3117850" y="3638550"/>
          <p14:tracePt t="54960" x="2997200" y="3657600"/>
          <p14:tracePt t="55004" x="2965450" y="3651250"/>
          <p14:tracePt t="55047" x="3041650" y="3651250"/>
          <p14:tracePt t="55089" x="3435350" y="3683000"/>
          <p14:tracePt t="55132" x="4159250" y="3683000"/>
          <p14:tracePt t="55175" x="4800600" y="3638550"/>
          <p14:tracePt t="55195" x="4870450" y="3619500"/>
          <p14:tracePt t="55238" x="5067300" y="3575050"/>
          <p14:tracePt t="55279" x="5137150" y="3575050"/>
          <p14:tracePt t="55302" x="5156200" y="3568700"/>
          <p14:tracePt t="55345" x="5207000" y="3568700"/>
          <p14:tracePt t="55391" x="5232400" y="3568700"/>
          <p14:tracePt t="55435" x="5245100" y="3568700"/>
          <p14:tracePt t="55495" x="5251450" y="3556000"/>
          <p14:tracePt t="55889" x="5219700" y="3562350"/>
          <p14:tracePt t="55932" x="5207000" y="3568700"/>
          <p14:tracePt t="55975" x="5232400" y="3600450"/>
          <p14:tracePt t="56018" x="5238750" y="3625850"/>
          <p14:tracePt t="56038" x="5226050" y="3625850"/>
          <p14:tracePt t="56083" x="5175250" y="3632200"/>
          <p14:tracePt t="56125" x="5073650" y="3638550"/>
          <p14:tracePt t="56168" x="4927600" y="3638550"/>
          <p14:tracePt t="56210" x="4832350" y="3644900"/>
          <p14:tracePt t="56254" x="4806950" y="3644900"/>
          <p14:tracePt t="56507" x="4775200" y="3644900"/>
          <p14:tracePt t="56551" x="4635500" y="3638550"/>
          <p14:tracePt t="56594" x="4133850" y="3556000"/>
          <p14:tracePt t="56616" x="3892550" y="3524250"/>
          <p14:tracePt t="56640" x="3638550" y="3479800"/>
          <p14:tracePt t="56685" x="3200400" y="3384550"/>
          <p14:tracePt t="56727" x="2870200" y="3263900"/>
          <p14:tracePt t="56774" x="2717800" y="3168650"/>
          <p14:tracePt t="56823" x="2590800" y="3060700"/>
          <p14:tracePt t="56874" x="2476500" y="2971800"/>
          <p14:tracePt t="56923" x="2336800" y="2889250"/>
          <p14:tracePt t="56972" x="2209800" y="2838450"/>
          <p14:tracePt t="57012" x="2120900" y="2806700"/>
          <p14:tracePt t="57049" x="2076450" y="2781300"/>
          <p14:tracePt t="57088" x="2057400" y="2762250"/>
          <p14:tracePt t="57130" x="2044700" y="2755900"/>
          <p14:tracePt t="57170" x="2038350" y="2749550"/>
          <p14:tracePt t="57247" x="2038350" y="2768600"/>
          <p14:tracePt t="57288" x="2044700" y="2781300"/>
          <p14:tracePt t="57329" x="2070100" y="2825750"/>
          <p14:tracePt t="57371" x="2133600" y="2959100"/>
          <p14:tracePt t="57411" x="2184400" y="3143250"/>
          <p14:tracePt t="57452" x="2216150" y="3276600"/>
          <p14:tracePt t="57493" x="2228850" y="3314700"/>
          <p14:tracePt t="57533" x="2235200" y="3321050"/>
          <p14:tracePt t="57574" x="2241550" y="3321050"/>
          <p14:tracePt t="57848" x="2254250" y="3321050"/>
          <p14:tracePt t="57891" x="2343150" y="3327400"/>
          <p14:tracePt t="57933" x="2546350" y="3340100"/>
          <p14:tracePt t="57976" x="2768600" y="3359150"/>
          <p14:tracePt t="58018" x="2882900" y="3371850"/>
          <p14:tracePt t="58062" x="2901950" y="3384550"/>
          <p14:tracePt t="58238" x="2959100" y="3390900"/>
          <p14:tracePt t="58283" x="3321050" y="3460750"/>
          <p14:tracePt t="58327" x="4197350" y="3613150"/>
          <p14:tracePt t="58369" x="4997450" y="3771900"/>
          <p14:tracePt t="58415" x="5391150" y="3835400"/>
          <p14:tracePt t="58457" x="5441950" y="3835400"/>
          <p14:tracePt t="58516" x="5454650" y="3829050"/>
          <p14:tracePt t="58561" x="5454650" y="3816350"/>
          <p14:tracePt t="58684" x="5461000" y="3810000"/>
          <p14:tracePt t="58749" x="5480050" y="3803650"/>
          <p14:tracePt t="58795" x="5518150" y="3784600"/>
          <p14:tracePt t="58839" x="5588000" y="3752850"/>
          <p14:tracePt t="58881" x="5657850" y="3702050"/>
          <p14:tracePt t="58924" x="5676900" y="3676650"/>
          <p14:tracePt t="58967" x="5676900" y="3670300"/>
          <p14:tracePt t="59009" x="5670550" y="3663950"/>
          <p14:tracePt t="59031" x="5657850" y="3657600"/>
          <p14:tracePt t="59051" x="5651500" y="3657600"/>
          <p14:tracePt t="59132" x="5632450" y="3657600"/>
          <p14:tracePt t="59175" x="5626100" y="3657600"/>
          <p14:tracePt t="59219" x="5619750" y="3657600"/>
          <p14:tracePt t="59263" x="5607050" y="3651250"/>
          <p14:tracePt t="59307" x="5581650" y="3651250"/>
          <p14:tracePt t="59368" x="5461000" y="3651250"/>
          <p14:tracePt t="59413" x="5067300" y="3676650"/>
          <p14:tracePt t="59455" x="4565650" y="3784600"/>
          <p14:tracePt t="59499" x="4133850" y="3898900"/>
          <p14:tracePt t="59542" x="3956050" y="3962400"/>
          <p14:tracePt t="59583" x="3898900" y="3981450"/>
          <p14:tracePt t="59626" x="3886200" y="4000500"/>
          <p14:tracePt t="59670" x="3886200" y="4032250"/>
          <p14:tracePt t="59691" x="3886200" y="4038600"/>
          <p14:tracePt t="60992" x="3810000" y="3873500"/>
          <p14:tracePt t="61035" x="3594100" y="3346450"/>
          <p14:tracePt t="61077" x="3022600" y="2362200"/>
          <p14:tracePt t="61119" x="2508250" y="1854200"/>
          <p14:tracePt t="61160" x="2038350" y="1530350"/>
          <p14:tracePt t="61205" x="1752600" y="1289050"/>
          <p14:tracePt t="61249" x="1543050" y="1123950"/>
          <p14:tracePt t="61291" x="1403350" y="990600"/>
          <p14:tracePt t="61337" x="1384300" y="889000"/>
          <p14:tracePt t="61381" x="1390650" y="762000"/>
          <p14:tracePt t="61402" x="1390650" y="723900"/>
          <p14:tracePt t="61444" x="1390650" y="654050"/>
          <p14:tracePt t="61488" x="1403350" y="622300"/>
          <p14:tracePt t="61508" x="1409700" y="615950"/>
          <p14:tracePt t="61551" x="1435100" y="609600"/>
          <p14:tracePt t="61595" x="1517650" y="615950"/>
          <p14:tracePt t="61638" x="1752600" y="615950"/>
          <p14:tracePt t="61681" x="2070100" y="609600"/>
          <p14:tracePt t="61724" x="2451100" y="596900"/>
          <p14:tracePt t="61766" x="2559050" y="609600"/>
          <p14:tracePt t="61808" x="2597150" y="615950"/>
          <p14:tracePt t="61853" x="2603500" y="622300"/>
          <p14:tracePt t="61998" x="2603500" y="609600"/>
          <p14:tracePt t="62365" x="2616200" y="1206500"/>
          <p14:tracePt t="62385" x="2667000" y="1651000"/>
          <p14:tracePt t="62411" x="2825750" y="2336800"/>
          <p14:tracePt t="62453" x="3009900" y="2901950"/>
          <p14:tracePt t="62497" x="3111500" y="3244850"/>
          <p14:tracePt t="62539" x="3206750" y="3657600"/>
          <p14:tracePt t="62582" x="3346450" y="4044950"/>
          <p14:tracePt t="62626" x="3543300" y="4375150"/>
          <p14:tracePt t="62668" x="3663950" y="4508500"/>
          <p14:tracePt t="62686" x="3676650" y="4514850"/>
          <p14:tracePt t="62730" x="3708400" y="4521200"/>
          <p14:tracePt t="62791" x="3740150" y="4508500"/>
          <p14:tracePt t="62834" x="3759200" y="4502150"/>
          <p14:tracePt t="62878" x="3784600" y="4495800"/>
          <p14:tracePt t="62926" x="3829050" y="4489450"/>
          <p14:tracePt t="62969" x="3860800" y="4464050"/>
          <p14:tracePt t="63013" x="3924300" y="4394200"/>
          <p14:tracePt t="63058" x="3981450" y="4318000"/>
          <p14:tracePt t="63100" x="4013200" y="4273550"/>
          <p14:tracePt t="63143" x="4032250" y="4254500"/>
          <p14:tracePt t="63187" x="4076700" y="4235450"/>
          <p14:tracePt t="63230" x="4127500" y="4197350"/>
          <p14:tracePt t="63273" x="4203700" y="4121150"/>
          <p14:tracePt t="63315" x="4222750" y="4102100"/>
          <p14:tracePt t="63359" x="4229100" y="4095750"/>
          <p14:tracePt t="63400" x="4241800" y="4083050"/>
          <p14:tracePt t="63908" x="4184650" y="4057650"/>
          <p14:tracePt t="63929" x="4159250" y="4044950"/>
          <p14:tracePt t="63977" x="4057650" y="4019550"/>
          <p14:tracePt t="64022" x="4006850" y="4006850"/>
          <p14:tracePt t="64063" x="3981450" y="4000500"/>
          <p14:tracePt t="64108" x="3968750" y="3994150"/>
          <p14:tracePt t="64264" x="3975100" y="3994150"/>
          <p14:tracePt t="64346" x="3994150" y="3994150"/>
          <p14:tracePt t="64389" x="4038600" y="3994150"/>
          <p14:tracePt t="64431" x="4165600" y="3994150"/>
          <p14:tracePt t="64451" x="4279900" y="3994150"/>
          <p14:tracePt t="64493" x="4457700" y="3994150"/>
          <p14:tracePt t="64537" x="4565650" y="3994150"/>
          <p14:tracePt t="64581" x="4616450" y="3994150"/>
          <p14:tracePt t="65240" x="4546600" y="4044950"/>
          <p14:tracePt t="65262" x="4483100" y="4102100"/>
          <p14:tracePt t="65285" x="4413250" y="4171950"/>
          <p14:tracePt t="65327" x="4260850" y="4343400"/>
          <p14:tracePt t="65370" x="4076700" y="4565650"/>
          <p14:tracePt t="65412" x="3956050" y="4737100"/>
          <p14:tracePt t="65454" x="3930650" y="4768850"/>
          <p14:tracePt t="65495" x="3911600" y="4775200"/>
          <p14:tracePt t="65557" x="3898900" y="4775200"/>
          <p14:tracePt t="65603" x="3905250" y="4762500"/>
          <p14:tracePt t="65646" x="3905250" y="4756150"/>
          <p14:tracePt t="66121" x="3905250" y="4762500"/>
          <p14:tracePt t="66166" x="3905250" y="4775200"/>
          <p14:tracePt t="66227" x="3917950" y="4787900"/>
          <p14:tracePt t="66271" x="3924300" y="4794250"/>
          <p14:tracePt t="66315" x="3937000" y="4800600"/>
          <p14:tracePt t="66357" x="3956050" y="4800600"/>
          <p14:tracePt t="66400" x="3975100" y="4806950"/>
          <p14:tracePt t="66782" x="3924300" y="4749800"/>
          <p14:tracePt t="66823" x="3740150" y="4641850"/>
          <p14:tracePt t="66868" x="3613150" y="4578350"/>
          <p14:tracePt t="66911" x="3492500" y="4533900"/>
          <p14:tracePt t="66952" x="3416300" y="4495800"/>
          <p14:tracePt t="66973" x="3403600" y="4483100"/>
          <p14:tracePt t="67016" x="3403600" y="4476750"/>
          <p14:tracePt t="67057" x="3435350" y="4476750"/>
          <p14:tracePt t="67101" x="3473450" y="4495800"/>
          <p14:tracePt t="67148" x="3733800" y="4552950"/>
          <p14:tracePt t="67191" x="4057650" y="4641850"/>
          <p14:tracePt t="67234" x="4305300" y="4711700"/>
          <p14:tracePt t="67278" x="4464050" y="4724400"/>
          <p14:tracePt t="67320" x="4521200" y="4692650"/>
          <p14:tracePt t="73225" x="4508500" y="4724400"/>
          <p14:tracePt t="73268" x="4489450" y="4762500"/>
          <p14:tracePt t="73310" x="4470400" y="4819650"/>
          <p14:tracePt t="73357" x="4451350" y="4883150"/>
          <p14:tracePt t="73400" x="4445000" y="4889500"/>
          <p14:tracePt t="73462" x="4432300" y="4902200"/>
          <p14:tracePt t="73524" x="4419600" y="4914900"/>
          <p14:tracePt t="73565" x="4413250" y="4921250"/>
          <p14:tracePt t="73609" x="4406900" y="4927600"/>
          <p14:tracePt t="73673" x="4413250" y="4927600"/>
          <p14:tracePt t="73715" x="4508500" y="4927600"/>
          <p14:tracePt t="73760" x="4933950" y="4889500"/>
          <p14:tracePt t="73804" x="5670550" y="4826000"/>
          <p14:tracePt t="73845" x="6159500" y="4775200"/>
          <p14:tracePt t="73908" x="6565900" y="4737100"/>
          <p14:tracePt t="73952" x="6692900" y="4718050"/>
          <p14:tracePt t="73995" x="6756400" y="4705350"/>
          <p14:tracePt t="74038" x="6769100" y="4705350"/>
          <p14:tracePt t="74100" x="6775450" y="4705350"/>
          <p14:tracePt t="74186" x="6775450" y="4711700"/>
          <p14:tracePt t="74288" x="6743700" y="4711700"/>
          <p14:tracePt t="74332" x="6534150" y="4705350"/>
          <p14:tracePt t="74374" x="5911850" y="4724400"/>
          <p14:tracePt t="74425" x="5308600" y="4743450"/>
          <p14:tracePt t="74471" x="4699000" y="4806950"/>
          <p14:tracePt t="74514" x="4311650" y="4889500"/>
          <p14:tracePt t="74557" x="4121150" y="4902200"/>
          <p14:tracePt t="74598" x="4038600" y="4921250"/>
          <p14:tracePt t="74661" x="4038600" y="4953000"/>
          <p14:tracePt t="74705" x="4057650" y="4965700"/>
          <p14:tracePt t="74747" x="4064000" y="4991100"/>
          <p14:tracePt t="74810" x="4070350" y="5054600"/>
          <p14:tracePt t="74854" x="4044950" y="5194300"/>
          <p14:tracePt t="74895" x="3994150" y="5365750"/>
          <p14:tracePt t="74940" x="3924300" y="5581650"/>
          <p14:tracePt t="75292" x="3778250" y="5645150"/>
          <p14:tracePt t="75336" x="3594100" y="5727700"/>
          <p14:tracePt t="75378" x="3454400" y="5797550"/>
          <p14:tracePt t="75423" x="3200400" y="5899150"/>
          <p14:tracePt t="75469" x="3073400" y="5975350"/>
          <p14:tracePt t="75511" x="2990850" y="6000750"/>
          <p14:tracePt t="75554" x="2946400" y="6026150"/>
          <p14:tracePt t="75575" x="2933700" y="6038850"/>
          <p14:tracePt t="75617" x="2908300" y="6051550"/>
          <p14:tracePt t="75659" x="2901950" y="6051550"/>
          <p14:tracePt t="75701" x="2901950" y="6064250"/>
          <p14:tracePt t="75743" x="2895600" y="6070600"/>
          <p14:tracePt t="75786" x="2895600" y="6083300"/>
          <p14:tracePt t="75831" x="2889250" y="6096000"/>
          <p14:tracePt t="75932" x="2901950" y="6115050"/>
          <p14:tracePt t="75996" x="2914650" y="6115050"/>
          <p14:tracePt t="76057" x="2927350" y="6115050"/>
          <p14:tracePt t="76076" x="2933700" y="6108700"/>
          <p14:tracePt t="76121" x="2946400" y="6102350"/>
          <p14:tracePt t="76163" x="2959100" y="6102350"/>
          <p14:tracePt t="76208" x="2978150" y="6102350"/>
          <p14:tracePt t="76252" x="3003550" y="6102350"/>
          <p14:tracePt t="76297" x="3098800" y="6134100"/>
          <p14:tracePt t="76339" x="3200400" y="6165850"/>
          <p14:tracePt t="76383" x="3295650" y="6210300"/>
          <p14:tracePt t="76425" x="3346450" y="6229350"/>
          <p14:tracePt t="76470" x="3384550" y="6248400"/>
          <p14:tracePt t="76491" x="3403600" y="6254750"/>
          <p14:tracePt t="76517" x="3422650" y="6261100"/>
          <p14:tracePt t="76560" x="3486150" y="6286500"/>
          <p14:tracePt t="76583" x="3517900" y="6299200"/>
          <p14:tracePt t="76625" x="3568700" y="6299200"/>
          <p14:tracePt t="77080" x="3644900" y="6286500"/>
          <p14:tracePt t="77123" x="3848100" y="6261100"/>
          <p14:tracePt t="77164" x="3994150" y="6248400"/>
          <p14:tracePt t="77209" x="4121150" y="6229350"/>
          <p14:tracePt t="77251" x="4210050" y="6223000"/>
          <p14:tracePt t="77296" x="4279900" y="6223000"/>
          <p14:tracePt t="77338" x="4324350" y="6210300"/>
          <p14:tracePt t="77381" x="4368800" y="6197600"/>
          <p14:tracePt t="77426" x="4451350" y="6191250"/>
          <p14:tracePt t="77469" x="4533900" y="6172200"/>
          <p14:tracePt t="77513" x="4597400" y="6172200"/>
          <p14:tracePt t="77561" x="4673600" y="6191250"/>
          <p14:tracePt t="77582" x="4711700" y="6197600"/>
          <p14:tracePt t="77624" x="4832350" y="6197600"/>
          <p14:tracePt t="78045" x="4914900" y="6216650"/>
          <p14:tracePt t="78086" x="5003800" y="6235700"/>
          <p14:tracePt t="78107" x="5016500" y="6242050"/>
          <p14:tracePt t="78151" x="5041900" y="6242050"/>
          <p14:tracePt t="78215" x="5048250" y="6242050"/>
          <p14:tracePt t="78315" x="5054600" y="6242050"/>
          <p14:tracePt t="78357" x="5092700" y="6242050"/>
          <p14:tracePt t="78418" x="5175250" y="6267450"/>
          <p14:tracePt t="78462" x="5314950" y="6305550"/>
          <p14:tracePt t="78506" x="5378450" y="6318250"/>
          <p14:tracePt t="78549" x="5416550" y="6324600"/>
          <p14:tracePt t="78595" x="5429250" y="6324600"/>
          <p14:tracePt t="78640" x="5441950" y="6330950"/>
          <p14:tracePt t="78682" x="5448300" y="6330950"/>
          <p14:tracePt t="78725" x="5461000" y="6337300"/>
          <p14:tracePt t="78765" x="5467350" y="6343650"/>
          <p14:tracePt t="78809" x="5480050" y="6343650"/>
          <p14:tracePt t="78852" x="5492750" y="6343650"/>
          <p14:tracePt t="78912" x="5505450" y="6343650"/>
          <p14:tracePt t="79301" x="5645150" y="6330950"/>
          <p14:tracePt t="79343" x="5867400" y="6311900"/>
          <p14:tracePt t="79385" x="6013450" y="6292850"/>
          <p14:tracePt t="79427" x="6096000" y="6286500"/>
          <p14:tracePt t="79472" x="6146800" y="6280150"/>
          <p14:tracePt t="79514" x="6172200" y="6273800"/>
          <p14:tracePt t="79558" x="6184900" y="6273800"/>
          <p14:tracePt t="79603" x="6191250" y="6273800"/>
          <p14:tracePt t="79668" x="6203950" y="6280150"/>
          <p14:tracePt t="79710" x="6223000" y="6280150"/>
          <p14:tracePt t="79752" x="6254750" y="6280150"/>
          <p14:tracePt t="79795" x="6394450" y="6286500"/>
          <p14:tracePt t="79837" x="6578600" y="6299200"/>
          <p14:tracePt t="79879" x="6724650" y="6311900"/>
          <p14:tracePt t="79922" x="6800850" y="6318250"/>
          <p14:tracePt t="79966" x="6838950" y="6318250"/>
          <p14:tracePt t="80052" x="6883400" y="6299200"/>
          <p14:tracePt t="80094" x="6889750" y="6280150"/>
          <p14:tracePt t="84738" x="6858000" y="6267450"/>
          <p14:tracePt t="84780" x="6654800" y="6229350"/>
          <p14:tracePt t="84824" x="6210300" y="6210300"/>
          <p14:tracePt t="84872" x="5467350" y="6127750"/>
          <p14:tracePt t="84918" x="4902200" y="6057900"/>
          <p14:tracePt t="84961" x="4660900" y="5994400"/>
          <p14:tracePt t="85005" x="4464050" y="5911850"/>
          <p14:tracePt t="85048" x="4343400" y="5842000"/>
          <p14:tracePt t="85067" x="4330700" y="5835650"/>
          <p14:tracePt t="85108" x="4305300" y="5822950"/>
          <p14:tracePt t="85152" x="4298950" y="5816600"/>
          <p14:tracePt t="85172" x="4292600" y="5816600"/>
          <p14:tracePt t="85667" x="4292600" y="5429250"/>
          <p14:tracePt t="85710" x="4356100" y="4699000"/>
          <p14:tracePt t="85752" x="4413250" y="4337050"/>
          <p14:tracePt t="85794" x="4445000" y="4235450"/>
          <p14:tracePt t="85837" x="4451350" y="4210050"/>
          <p14:tracePt t="85882" x="4457700" y="4184650"/>
          <p14:tracePt t="85930" x="4464050" y="4152900"/>
          <p14:tracePt t="85972" x="4470400" y="4114800"/>
          <p14:tracePt t="86016" x="4470400" y="4102100"/>
          <p14:tracePt t="86439" x="4464050" y="3651250"/>
          <p14:tracePt t="86460" x="4438650" y="3270250"/>
          <p14:tracePt t="86502" x="4381500" y="2673350"/>
          <p14:tracePt t="86546" x="4305300" y="2127250"/>
          <p14:tracePt t="86588" x="4159250" y="1479550"/>
          <p14:tracePt t="86632" x="4095750" y="1181100"/>
          <p14:tracePt t="86675" x="4083050" y="1117600"/>
          <p14:tracePt t="86736" x="4089400" y="1143000"/>
          <p14:tracePt t="86779" x="4108450" y="1187450"/>
          <p14:tracePt t="86842" x="4121150" y="1244600"/>
          <p14:tracePt t="86884" x="4140200" y="1320800"/>
          <p14:tracePt t="86929" x="4203700" y="1720850"/>
          <p14:tracePt t="86976" x="4343400" y="2895600"/>
          <p14:tracePt t="87017" x="4425950" y="3536950"/>
          <p14:tracePt t="87062" x="4445000" y="3848100"/>
          <p14:tracePt t="87104" x="4451350" y="4013200"/>
          <p14:tracePt t="87149" x="4464050" y="4191000"/>
          <p14:tracePt t="87170" x="4476750" y="4235450"/>
          <p14:tracePt t="87213" x="4495800" y="4298950"/>
          <p14:tracePt t="87254" x="4502150" y="4362450"/>
          <p14:tracePt t="87297" x="4508500" y="4419600"/>
          <p14:tracePt t="87341" x="4514850" y="4457700"/>
          <p14:tracePt t="87383" x="4514850" y="4476750"/>
          <p14:tracePt t="87426" x="4521200" y="4489450"/>
          <p14:tracePt t="87468" x="4521200" y="4533900"/>
          <p14:tracePt t="87511" x="4533900" y="4654550"/>
          <p14:tracePt t="87553" x="4540250" y="4826000"/>
          <p14:tracePt t="87596" x="4546600" y="4972050"/>
          <p14:tracePt t="87641" x="4546600" y="5067300"/>
          <p14:tracePt t="87684" x="4546600" y="5086350"/>
          <p14:tracePt t="87767" x="4533900" y="5048250"/>
          <p14:tracePt t="87809" x="4502150" y="4876800"/>
          <p14:tracePt t="87853" x="4464050" y="4171950"/>
          <p14:tracePt t="87896" x="4406900" y="3263900"/>
          <p14:tracePt t="87938" x="4387850" y="2482850"/>
          <p14:tracePt t="87983" x="4337050" y="2178050"/>
          <p14:tracePt t="88028" x="4260850" y="1955800"/>
          <p14:tracePt t="88072" x="4216400" y="1866900"/>
          <p14:tracePt t="88113" x="4184650" y="1803400"/>
          <p14:tracePt t="88158" x="4159250" y="1758950"/>
          <p14:tracePt t="88180" x="4146550" y="1727200"/>
          <p14:tracePt t="88207" x="4140200" y="1714500"/>
          <p14:tracePt t="88249" x="4127500" y="1695450"/>
          <p14:tracePt t="88293" x="4102100" y="1670050"/>
          <p14:tracePt t="88336" x="4051300" y="1600200"/>
          <p14:tracePt t="88379" x="3937000" y="1428750"/>
          <p14:tracePt t="88422" x="3746500" y="1174750"/>
          <p14:tracePt t="88464" x="3594100" y="920750"/>
          <p14:tracePt t="88507" x="3473450" y="762000"/>
          <p14:tracePt t="88547" x="3384550" y="685800"/>
          <p14:tracePt t="88569" x="3365500" y="679450"/>
          <p14:tracePt t="88615" x="3333750" y="679450"/>
          <p14:tracePt t="88638" x="3302000" y="692150"/>
          <p14:tracePt t="88683" x="3251200" y="717550"/>
          <p14:tracePt t="88746" x="3124200" y="774700"/>
          <p14:tracePt t="88790" x="3041650" y="800100"/>
          <p14:tracePt t="88831" x="2927350" y="831850"/>
          <p14:tracePt t="88874" x="2863850" y="850900"/>
          <p14:tracePt t="88919" x="2832100" y="857250"/>
          <p14:tracePt t="89031" x="2832100" y="844550"/>
          <p14:tracePt t="89095" x="2832100" y="838200"/>
          <p14:tracePt t="89138" x="2851150" y="831850"/>
          <p14:tracePt t="89178" x="2921000" y="850900"/>
          <p14:tracePt t="89197" x="2971800" y="863600"/>
          <p14:tracePt t="89241" x="3441700" y="1022350"/>
          <p14:tracePt t="89280" x="3778250" y="1123950"/>
          <p14:tracePt t="89323" x="4152900" y="1244600"/>
          <p14:tracePt t="89363" x="4197350" y="125095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2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; import typing</a:t>
            </a:r>
          </a:p>
          <a:p>
            <a:pPr marL="0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2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dataclasses.dataclass</a:t>
            </a:r>
            <a:endParaRPr lang="en-US" altLang="en-US" sz="2200" kern="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2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AttrEg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2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00" b="1" kern="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a:object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; </a:t>
            </a:r>
            <a:r>
              <a:rPr lang="en-US" altLang="en-US" sz="2200" b="1" kern="0" dirty="0" smtClean="0">
                <a:solidFill>
                  <a:srgbClr val="EAAA00"/>
                </a:solidFill>
                <a:latin typeface="Lucida Console" panose="020B0609040504020204" pitchFamily="49" charset="0"/>
              </a:rPr>
              <a:t>b=2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; </a:t>
            </a:r>
            <a:r>
              <a:rPr lang="en-US" altLang="en-US" sz="2200" b="1" kern="0" dirty="0" smtClean="0">
                <a:solidFill>
                  <a:srgbClr val="D10D9E"/>
                </a:solidFill>
                <a:latin typeface="Lucida Console" panose="020B0609040504020204" pitchFamily="49" charset="0"/>
              </a:rPr>
              <a:t>c:dataclasses.InitVar[int]</a:t>
            </a:r>
          </a:p>
          <a:p>
            <a:pPr marL="0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2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00" b="1" kern="0" dirty="0" smtClean="0">
                <a:solidFill>
                  <a:srgbClr val="92D050"/>
                </a:solidFill>
                <a:latin typeface="Lucida Console" panose="020B0609040504020204" pitchFamily="49" charset="0"/>
              </a:rPr>
              <a:t>d:...=4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  <a:r>
              <a:rPr lang="en-US" altLang="en-US" sz="22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     </a:t>
            </a:r>
            <a:r>
              <a:rPr lang="en-US" altLang="en-US" sz="2200" b="1" kern="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e:typing.ClassVar[int]=5</a:t>
            </a:r>
          </a:p>
          <a:p>
            <a:pPr marL="0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2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    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__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post_init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__(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self,</a:t>
            </a:r>
            <a:r>
              <a:rPr lang="en-US" altLang="en-US" sz="2200" b="1" kern="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): 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self.</a:t>
            </a:r>
            <a:r>
              <a:rPr lang="en-US" altLang="en-US" sz="2200" b="1" kern="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z="2200" b="1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=f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sz="2200" kern="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2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instnc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AttrEg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00" b="1" kern="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10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200" b="1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60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200" b="1" kern="0" dirty="0" smtClean="0">
                <a:solidFill>
                  <a:srgbClr val="92D050"/>
                </a:solidFill>
                <a:latin typeface="Lucida Console" panose="020B0609040504020204" pitchFamily="49" charset="0"/>
              </a:rPr>
              <a:t>40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); 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instnc</a:t>
            </a:r>
            <a:endParaRPr lang="en-US" altLang="en-US" sz="2200" kern="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AttrEg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00" b="1" kern="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a=10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200" b="1" kern="0" dirty="0" smtClean="0">
                <a:solidFill>
                  <a:srgbClr val="92D050"/>
                </a:solidFill>
                <a:latin typeface="Lucida Console" panose="020B0609040504020204" pitchFamily="49" charset="0"/>
              </a:rPr>
              <a:t>d=40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   print(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data</a:t>
            </a:r>
            <a:r>
              <a:rPr lang="en-US" altLang="en-US" sz="2200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</a:t>
            </a:r>
            <a:r>
              <a:rPr lang="en-US" altLang="en-US" sz="22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asse</a:t>
            </a:r>
            <a:r>
              <a:rPr lang="en-US" altLang="en-US" sz="2200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s.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asdic</a:t>
            </a:r>
            <a:r>
              <a:rPr lang="en-US" altLang="en-US" sz="2200" kern="0" spc="-2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t</a:t>
            </a:r>
            <a:r>
              <a:rPr lang="en-US" altLang="en-US" sz="2200" kern="0" spc="-2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(c</a:t>
            </a:r>
            <a:r>
              <a:rPr lang="en-US" altLang="en-US" sz="2200" kern="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2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2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</a:t>
            </a:r>
            <a:r>
              <a:rPr lang="en-US" altLang="en-US" sz="2200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</a:t>
            </a:r>
            <a:r>
              <a:rPr lang="en-US" altLang="en-US" sz="22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asse</a:t>
            </a:r>
            <a:r>
              <a:rPr lang="en-US" altLang="en-US" sz="2200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s.</a:t>
            </a:r>
            <a:r>
              <a:rPr lang="en-US" altLang="en-US" sz="22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astu</a:t>
            </a:r>
            <a:r>
              <a:rPr lang="en-US" altLang="en-US" sz="2200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ple</a:t>
            </a:r>
            <a:r>
              <a:rPr lang="en-US" altLang="en-US" sz="2200" kern="0" spc="-200" dirty="0">
                <a:solidFill>
                  <a:schemeClr val="tx1"/>
                </a:solidFill>
                <a:latin typeface="Lucida Console" panose="020B0609040504020204" pitchFamily="49" charset="0"/>
              </a:rPr>
              <a:t>(c</a:t>
            </a:r>
            <a:r>
              <a:rPr lang="en-US" altLang="en-US" sz="2200" kern="0" spc="-2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))</a:t>
            </a:r>
            <a:endParaRPr lang="en-US" altLang="en-US" sz="2200" kern="0" spc="-2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{</a:t>
            </a:r>
            <a:r>
              <a:rPr lang="en-US" altLang="en-US" sz="22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'a': 10</a:t>
            </a:r>
            <a:r>
              <a:rPr lang="en-US" altLang="en-US" sz="22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200" b="1" kern="0" dirty="0">
                <a:solidFill>
                  <a:srgbClr val="92D050"/>
                </a:solidFill>
                <a:latin typeface="Lucida Console" panose="020B0609040504020204" pitchFamily="49" charset="0"/>
              </a:rPr>
              <a:t>'d': </a:t>
            </a:r>
            <a:r>
              <a:rPr lang="en-US" altLang="en-US" sz="2200" b="1" kern="0" dirty="0" smtClean="0">
                <a:solidFill>
                  <a:srgbClr val="92D050"/>
                </a:solidFill>
                <a:latin typeface="Lucida Console" panose="020B0609040504020204" pitchFamily="49" charset="0"/>
              </a:rPr>
              <a:t>40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} </a:t>
            </a:r>
            <a:r>
              <a:rPr lang="en-US" altLang="en-US" sz="22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10</a:t>
            </a:r>
            <a:r>
              <a:rPr lang="en-US" altLang="en-US" sz="22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200" b="1" kern="0" dirty="0" smtClean="0">
                <a:solidFill>
                  <a:srgbClr val="92D050"/>
                </a:solidFill>
                <a:latin typeface="Lucida Console" panose="020B0609040504020204" pitchFamily="49" charset="0"/>
              </a:rPr>
              <a:t>40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endParaRPr lang="en-US" altLang="en-US" sz="22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2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vars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instnc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{</a:t>
            </a:r>
            <a:r>
              <a:rPr lang="en-US" altLang="en-US" sz="2200" b="1" kern="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'a': 10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200" b="1" kern="0" dirty="0" smtClean="0">
                <a:solidFill>
                  <a:srgbClr val="92D050"/>
                </a:solidFill>
                <a:latin typeface="Lucida Console" panose="020B0609040504020204" pitchFamily="49" charset="0"/>
              </a:rPr>
              <a:t>'d': 40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200" b="1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'f': 60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  <a:p>
            <a:pPr marL="0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2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{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k:v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k,v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vars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instnc</a:t>
            </a:r>
            <a:r>
              <a:rPr lang="en-US" altLang="en-US" sz="2200" kern="0" spc="-3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).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item</a:t>
            </a:r>
            <a:r>
              <a:rPr lang="en-US" altLang="en-US" sz="2200" kern="0" spc="-2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 </a:t>
            </a:r>
            <a:r>
              <a:rPr lang="en-US" altLang="en-US" sz="2200" kern="0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if </a:t>
            </a:r>
            <a:r>
              <a:rPr lang="en-US" altLang="en-US" sz="2200" kern="0" spc="-1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l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200" kern="0" spc="-1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n</a:t>
            </a:r>
            <a:r>
              <a:rPr lang="en-US" altLang="en-US" sz="2200" kern="0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(k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)==1}</a:t>
            </a:r>
          </a:p>
          <a:p>
            <a:pPr marL="0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{</a:t>
            </a:r>
            <a:r>
              <a:rPr lang="en-US" altLang="en-US" sz="2200" b="1" kern="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'a': 10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200" b="1" kern="0" dirty="0" smtClean="0">
                <a:solidFill>
                  <a:srgbClr val="92D050"/>
                </a:solidFill>
                <a:latin typeface="Lucida Console" panose="020B0609040504020204" pitchFamily="49" charset="0"/>
              </a:rPr>
              <a:t>'d': 40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200" b="1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'f': 60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  <a:p>
            <a:pPr marL="0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2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{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k:v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k,v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vars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AttrEg</a:t>
            </a:r>
            <a:r>
              <a:rPr lang="en-US" altLang="en-US" sz="2200" kern="0" spc="-3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).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item</a:t>
            </a:r>
            <a:r>
              <a:rPr lang="en-US" altLang="en-US" sz="2200" kern="0" spc="-2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() </a:t>
            </a:r>
            <a:r>
              <a:rPr lang="en-US" altLang="en-US" sz="2200" kern="0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if </a:t>
            </a:r>
            <a:r>
              <a:rPr lang="en-US" altLang="en-US" sz="2200" kern="0" spc="-1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l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200" kern="0" spc="-1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n</a:t>
            </a:r>
            <a:r>
              <a:rPr lang="en-US" altLang="en-US" sz="2200" kern="0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(k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)==1}</a:t>
            </a:r>
          </a:p>
          <a:p>
            <a:pPr marL="0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{</a:t>
            </a:r>
            <a:r>
              <a:rPr lang="en-US" altLang="en-US" sz="2200" b="1" kern="0" dirty="0" smtClean="0">
                <a:solidFill>
                  <a:srgbClr val="EAAA00"/>
                </a:solidFill>
                <a:latin typeface="Lucida Console" panose="020B0609040504020204" pitchFamily="49" charset="0"/>
              </a:rPr>
              <a:t>'b': 2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200" b="1" kern="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'd': 4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200" b="1" kern="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'e': 5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  <a:p>
            <a:pPr marL="0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2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instnc.</a:t>
            </a:r>
            <a:r>
              <a:rPr lang="en-US" altLang="en-US" sz="2200" b="1" kern="0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instnc.</a:t>
            </a:r>
            <a:r>
              <a:rPr lang="en-US" altLang="en-US" sz="2200" b="1" kern="0" dirty="0" err="1" smtClean="0">
                <a:solidFill>
                  <a:srgbClr val="EAAA00"/>
                </a:solidFill>
                <a:latin typeface="Lucida Console" panose="020B0609040504020204" pitchFamily="49" charset="0"/>
              </a:rPr>
              <a:t>b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instnc.</a:t>
            </a:r>
            <a:r>
              <a:rPr lang="en-US" altLang="en-US" sz="2200" b="1" kern="0" dirty="0" err="1" smtClean="0">
                <a:solidFill>
                  <a:srgbClr val="92D050"/>
                </a:solidFill>
                <a:latin typeface="Lucida Console" panose="020B0609040504020204" pitchFamily="49" charset="0"/>
              </a:rPr>
              <a:t>d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instnc.</a:t>
            </a:r>
            <a:r>
              <a:rPr lang="en-US" altLang="en-US" sz="2200" b="1" kern="0" dirty="0" err="1" smtClean="0">
                <a:solidFill>
                  <a:schemeClr val="accent2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200" kern="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instnc.</a:t>
            </a:r>
            <a:r>
              <a:rPr lang="en-US" altLang="en-US" sz="2200" b="1" kern="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endParaRPr lang="en-US" altLang="en-US" sz="2200" b="1" kern="0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00" b="1" kern="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10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200" b="1" kern="0" dirty="0" smtClean="0">
                <a:solidFill>
                  <a:srgbClr val="EAAA0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200" b="1" kern="0" dirty="0" smtClean="0">
                <a:solidFill>
                  <a:srgbClr val="92D050"/>
                </a:solidFill>
                <a:latin typeface="Lucida Console" panose="020B0609040504020204" pitchFamily="49" charset="0"/>
              </a:rPr>
              <a:t>40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200" b="1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b="1" kern="0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5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200" b="1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b="1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60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2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try: print(</a:t>
            </a:r>
            <a:r>
              <a:rPr lang="en-US" altLang="en-US" sz="2200" b="1" kern="0" dirty="0" err="1" smtClean="0">
                <a:solidFill>
                  <a:srgbClr val="D10D9E"/>
                </a:solidFill>
                <a:latin typeface="Lucida Console" panose="020B0609040504020204" pitchFamily="49" charset="0"/>
              </a:rPr>
              <a:t>instnc.c</a:t>
            </a:r>
            <a:r>
              <a:rPr lang="en-US" altLang="en-US" sz="22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00" kern="0" dirty="0" err="1" smtClean="0">
                <a:solidFill>
                  <a:srgbClr val="FF4B4B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200" kern="0" dirty="0" smtClean="0">
                <a:solidFill>
                  <a:srgbClr val="FF4B4B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00" kern="0" dirty="0" smtClean="0">
                <a:solidFill>
                  <a:srgbClr val="FF4B4B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200" kern="0" dirty="0" err="1" smtClean="0">
                <a:solidFill>
                  <a:srgbClr val="FF4B4B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200" kern="0" dirty="0" smtClean="0">
                <a:solidFill>
                  <a:srgbClr val="FF4B4B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00" kern="0" dirty="0" err="1" smtClean="0">
                <a:solidFill>
                  <a:srgbClr val="FF4B4B"/>
                </a:solidFill>
                <a:latin typeface="Lucida Console" panose="020B0609040504020204" pitchFamily="49" charset="0"/>
              </a:rPr>
              <a:t>AttributeError</a:t>
            </a:r>
            <a:r>
              <a:rPr lang="en-US" altLang="en-US" sz="2200" kern="0" dirty="0" smtClean="0">
                <a:solidFill>
                  <a:srgbClr val="FF4B4B"/>
                </a:solidFill>
                <a:latin typeface="Lucida Console" panose="020B0609040504020204" pitchFamily="49" charset="0"/>
              </a:rPr>
              <a:t>: '</a:t>
            </a:r>
            <a:r>
              <a:rPr lang="en-US" altLang="en-US" sz="2200" kern="0" dirty="0" err="1" smtClean="0">
                <a:solidFill>
                  <a:srgbClr val="FF4B4B"/>
                </a:solidFill>
                <a:latin typeface="Lucida Console" panose="020B0609040504020204" pitchFamily="49" charset="0"/>
              </a:rPr>
              <a:t>AttrEg</a:t>
            </a:r>
            <a:r>
              <a:rPr lang="en-US" altLang="en-US" sz="2200" kern="0" dirty="0" smtClean="0">
                <a:solidFill>
                  <a:srgbClr val="FF4B4B"/>
                </a:solidFill>
                <a:latin typeface="Lucida Console" panose="020B0609040504020204" pitchFamily="49" charset="0"/>
              </a:rPr>
              <a:t>' object has no attribute </a:t>
            </a:r>
            <a:r>
              <a:rPr lang="en-US" altLang="en-US" sz="2200" b="1" kern="0" dirty="0" smtClean="0">
                <a:solidFill>
                  <a:srgbClr val="D10D9E"/>
                </a:solidFill>
                <a:latin typeface="Lucida Console" panose="020B0609040504020204" pitchFamily="49" charset="0"/>
              </a:rPr>
              <a:t>'c'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762000" cy="6248400"/>
          </a:xfrm>
        </p:spPr>
        <p:txBody>
          <a:bodyPr/>
          <a:lstStyle/>
          <a:p>
            <a:pPr marL="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2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200" b="1" dirty="0" smtClean="0">
              <a:solidFill>
                <a:srgbClr val="D10D9E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200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200" b="1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2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2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2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2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2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2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b="1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2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82070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4380"/>
    </mc:Choice>
    <mc:Fallback xmlns="">
      <p:transition spd="slow" advTm="5743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317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317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6" dur="500"/>
                                        <p:tgtEl>
                                          <p:spTgt spid="3174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1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6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3174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4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9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2" dur="500"/>
                                        <p:tgtEl>
                                          <p:spTgt spid="3174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7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2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6" dur="500"/>
                                        <p:tgtEl>
                                          <p:spTgt spid="3174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1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6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00"/>
                            </p:stCondLst>
                            <p:childTnLst>
                              <p:par>
                                <p:cTn id="16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0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000"/>
                            </p:stCondLst>
                            <p:childTnLst>
                              <p:par>
                                <p:cTn id="17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4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7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37165" x="8782050" y="0"/>
          <p14:tracePt t="37174" x="8547100" y="0"/>
          <p14:tracePt t="37189" x="8128000" y="0"/>
          <p14:tracePt t="37206" x="7632700" y="0"/>
          <p14:tracePt t="37222" x="6934200" y="0"/>
          <p14:tracePt t="37239" x="6584950" y="0"/>
          <p14:tracePt t="37243" x="6457950" y="0"/>
          <p14:tracePt t="37257" x="6235700" y="0"/>
          <p14:tracePt t="37271" x="6038850" y="0"/>
          <p14:tracePt t="37288" x="5943600" y="0"/>
          <p14:tracePt t="37305" x="5835650" y="0"/>
          <p14:tracePt t="37322" x="5784850" y="0"/>
          <p14:tracePt t="37338" x="5746750" y="0"/>
          <p14:tracePt t="37355" x="5702300" y="0"/>
          <p14:tracePt t="37371" x="5683250" y="0"/>
          <p14:tracePt t="37388" x="5657850" y="0"/>
          <p14:tracePt t="37405" x="5632450" y="0"/>
          <p14:tracePt t="37421" x="5626100" y="0"/>
          <p14:tracePt t="37438" x="5607050" y="0"/>
          <p14:tracePt t="37455" x="5600700" y="0"/>
          <p14:tracePt t="37488" x="5594350" y="6350"/>
          <p14:tracePt t="37504" x="5588000" y="19050"/>
          <p14:tracePt t="37521" x="5581650" y="38100"/>
          <p14:tracePt t="37538" x="5549900" y="69850"/>
          <p14:tracePt t="37554" x="5473700" y="158750"/>
          <p14:tracePt t="37572" x="5410200" y="222250"/>
          <p14:tracePt t="37587" x="5245100" y="342900"/>
          <p14:tracePt t="37604" x="5143500" y="406400"/>
          <p14:tracePt t="37621" x="4895850" y="539750"/>
          <p14:tracePt t="37637" x="4591050" y="660400"/>
          <p14:tracePt t="37654" x="4476750" y="717550"/>
          <p14:tracePt t="37671" x="4210050" y="806450"/>
          <p14:tracePt t="37687" x="3968750" y="882650"/>
          <p14:tracePt t="37704" x="3854450" y="901700"/>
          <p14:tracePt t="37720" x="3632200" y="952500"/>
          <p14:tracePt t="37737" x="3448050" y="996950"/>
          <p14:tracePt t="37755" x="3314700" y="1035050"/>
          <p14:tracePt t="37770" x="3251200" y="1054100"/>
          <p14:tracePt t="37787" x="3162300" y="1104900"/>
          <p14:tracePt t="37804" x="3136900" y="1130300"/>
          <p14:tracePt t="38246" x="3098800" y="1130300"/>
          <p14:tracePt t="38253" x="3048000" y="1136650"/>
          <p14:tracePt t="38267" x="2971800" y="1149350"/>
          <p14:tracePt t="38274" x="2901950" y="1155700"/>
          <p14:tracePt t="38289" x="2838450" y="1174750"/>
          <p14:tracePt t="38302" x="2743200" y="1187450"/>
          <p14:tracePt t="38318" x="2578100" y="1206500"/>
          <p14:tracePt t="38335" x="2489200" y="1206500"/>
          <p14:tracePt t="38352" x="2362200" y="1212850"/>
          <p14:tracePt t="38368" x="2279650" y="1212850"/>
          <p14:tracePt t="38385" x="2254250" y="1212850"/>
          <p14:tracePt t="38401" x="2209800" y="1206500"/>
          <p14:tracePt t="38418" x="2184400" y="1200150"/>
          <p14:tracePt t="38435" x="2171700" y="1193800"/>
          <p14:tracePt t="38451" x="2165350" y="1193800"/>
          <p14:tracePt t="38467" x="2159000" y="1187450"/>
          <p14:tracePt t="38485" x="2146300" y="1181100"/>
          <p14:tracePt t="38501" x="2139950" y="1181100"/>
          <p14:tracePt t="38535" x="2133600" y="1181100"/>
          <p14:tracePt t="38555" x="2120900" y="1181100"/>
          <p14:tracePt t="38576" x="2114550" y="1181100"/>
          <p14:tracePt t="38597" x="2108200" y="1181100"/>
          <p14:tracePt t="38626" x="2101850" y="1181100"/>
          <p14:tracePt t="38647" x="2095500" y="1187450"/>
          <p14:tracePt t="38668" x="2089150" y="1187450"/>
          <p14:tracePt t="38731" x="2082800" y="1200150"/>
          <p14:tracePt t="38745" x="2076450" y="1206500"/>
          <p14:tracePt t="38759" x="2070100" y="1206500"/>
          <p14:tracePt t="39210" x="2057400" y="1212850"/>
          <p14:tracePt t="39217" x="2044700" y="1219200"/>
          <p14:tracePt t="39231" x="2025650" y="1225550"/>
          <p14:tracePt t="39238" x="2000250" y="1231900"/>
          <p14:tracePt t="39252" x="1981200" y="1231900"/>
          <p14:tracePt t="39265" x="1962150" y="1238250"/>
          <p14:tracePt t="39282" x="1930400" y="1244600"/>
          <p14:tracePt t="39298" x="1905000" y="1250950"/>
          <p14:tracePt t="39315" x="1873250" y="1250950"/>
          <p14:tracePt t="39331" x="1835150" y="1250950"/>
          <p14:tracePt t="39348" x="1822450" y="1250950"/>
          <p14:tracePt t="39365" x="1797050" y="1244600"/>
          <p14:tracePt t="39381" x="1784350" y="1244600"/>
          <p14:tracePt t="39398" x="1778000" y="1244600"/>
          <p14:tracePt t="39414" x="1778000" y="1238250"/>
          <p14:tracePt t="39491" x="1778000" y="1231900"/>
          <p14:tracePt t="39498" x="1784350" y="1231900"/>
          <p14:tracePt t="39540" x="1790700" y="1225550"/>
          <p14:tracePt t="39548" x="1797050" y="1225550"/>
          <p14:tracePt t="39568" x="1809750" y="1225550"/>
          <p14:tracePt t="39616" x="1816100" y="1225550"/>
          <p14:tracePt t="39638" x="1822450" y="1219200"/>
          <p14:tracePt t="39652" x="1835150" y="1219200"/>
          <p14:tracePt t="39659" x="1847850" y="1219200"/>
          <p14:tracePt t="39674" x="1866900" y="1219200"/>
          <p14:tracePt t="39683" x="1898650" y="1219200"/>
          <p14:tracePt t="39697" x="1943100" y="1219200"/>
          <p14:tracePt t="39714" x="2063750" y="1212850"/>
          <p14:tracePt t="39730" x="2178050" y="1200150"/>
          <p14:tracePt t="39747" x="2228850" y="1200150"/>
          <p14:tracePt t="39763" x="2336800" y="1200150"/>
          <p14:tracePt t="39780" x="2413000" y="1200150"/>
          <p14:tracePt t="39797" x="2438400" y="1200150"/>
          <p14:tracePt t="39814" x="2482850" y="1200150"/>
          <p14:tracePt t="39830" x="2501900" y="1200150"/>
          <p14:tracePt t="39884" x="2508250" y="1200150"/>
          <p14:tracePt t="39982" x="2514600" y="1200150"/>
          <p14:tracePt t="40692" x="2584450" y="1193800"/>
          <p14:tracePt t="40706" x="2698750" y="1174750"/>
          <p14:tracePt t="40713" x="2813050" y="1162050"/>
          <p14:tracePt t="40727" x="2921000" y="1143000"/>
          <p14:tracePt t="40743" x="3130550" y="1143000"/>
          <p14:tracePt t="40760" x="3225800" y="1130300"/>
          <p14:tracePt t="40777" x="3327400" y="1123950"/>
          <p14:tracePt t="40793" x="3384550" y="1104900"/>
          <p14:tracePt t="40810" x="3403600" y="1104900"/>
          <p14:tracePt t="40826" x="3422650" y="1098550"/>
          <p14:tracePt t="40882" x="3429000" y="1098550"/>
          <p14:tracePt t="40896" x="3448050" y="1104900"/>
          <p14:tracePt t="40902" x="3454400" y="1104900"/>
          <p14:tracePt t="40917" x="3467100" y="1111250"/>
          <p14:tracePt t="40925" x="3486150" y="1111250"/>
          <p14:tracePt t="40942" x="3498850" y="1111250"/>
          <p14:tracePt t="40959" x="3517900" y="1117600"/>
          <p14:tracePt t="40976" x="3543300" y="1123950"/>
          <p14:tracePt t="40992" x="3549650" y="1123950"/>
          <p14:tracePt t="41009" x="3556000" y="1123950"/>
          <p14:tracePt t="41026" x="3562350" y="1123950"/>
          <p14:tracePt t="41071" x="3568700" y="1123950"/>
          <p14:tracePt t="42043" x="3581400" y="1136650"/>
          <p14:tracePt t="42057" x="3600450" y="1149350"/>
          <p14:tracePt t="42065" x="3632200" y="1168400"/>
          <p14:tracePt t="42079" x="3651250" y="1181100"/>
          <p14:tracePt t="42088" x="3676650" y="1187450"/>
          <p14:tracePt t="42105" x="3689350" y="1193800"/>
          <p14:tracePt t="42122" x="3721100" y="1206500"/>
          <p14:tracePt t="42138" x="3746500" y="1212850"/>
          <p14:tracePt t="42156" x="3759200" y="1212850"/>
          <p14:tracePt t="42172" x="3765550" y="1212850"/>
          <p14:tracePt t="42188" x="3771900" y="1219200"/>
          <p14:tracePt t="42206" x="3778250" y="1219200"/>
          <p14:tracePt t="42338" x="3778250" y="1212850"/>
          <p14:tracePt t="42395" x="3784600" y="1212850"/>
          <p14:tracePt t="42416" x="3797300" y="1212850"/>
          <p14:tracePt t="42430" x="3803650" y="1212850"/>
          <p14:tracePt t="42440" x="3816350" y="1212850"/>
          <p14:tracePt t="42454" x="3822700" y="1212850"/>
          <p14:tracePt t="42471" x="3867150" y="1212850"/>
          <p14:tracePt t="42487" x="3956050" y="1212850"/>
          <p14:tracePt t="42504" x="4032250" y="1225550"/>
          <p14:tracePt t="42521" x="4114800" y="1231900"/>
          <p14:tracePt t="42537" x="4406900" y="1250950"/>
          <p14:tracePt t="42554" x="4495800" y="1263650"/>
          <p14:tracePt t="42571" x="4673600" y="1282700"/>
          <p14:tracePt t="42587" x="4743450" y="1295400"/>
          <p14:tracePt t="42604" x="4845050" y="1301750"/>
          <p14:tracePt t="42620" x="4927600" y="1301750"/>
          <p14:tracePt t="42637" x="4953000" y="1301750"/>
          <p14:tracePt t="42653" x="4997450" y="1289050"/>
          <p14:tracePt t="42670" x="5016500" y="1282700"/>
          <p14:tracePt t="42687" x="5029200" y="1282700"/>
          <p14:tracePt t="42704" x="5035550" y="1282700"/>
          <p14:tracePt t="43358" x="5073650" y="1282700"/>
          <p14:tracePt t="43371" x="5137150" y="1282700"/>
          <p14:tracePt t="43379" x="5200650" y="1282700"/>
          <p14:tracePt t="43393" x="5251450" y="1282700"/>
          <p14:tracePt t="43401" x="5327650" y="1282700"/>
          <p14:tracePt t="43417" x="5403850" y="1282700"/>
          <p14:tracePt t="43434" x="5530850" y="1289050"/>
          <p14:tracePt t="43450" x="5702300" y="1308100"/>
          <p14:tracePt t="43467" x="5778500" y="1320800"/>
          <p14:tracePt t="43485" x="5918200" y="1320800"/>
          <p14:tracePt t="43500" x="6038850" y="1314450"/>
          <p14:tracePt t="43517" x="6076950" y="1314450"/>
          <p14:tracePt t="43534" x="6153150" y="1314450"/>
          <p14:tracePt t="43550" x="6178550" y="1308100"/>
          <p14:tracePt t="43567" x="6235700" y="1308100"/>
          <p14:tracePt t="43583" x="6280150" y="1308100"/>
          <p14:tracePt t="43600" x="6299200" y="1308100"/>
          <p14:tracePt t="43617" x="6350000" y="1308100"/>
          <p14:tracePt t="43633" x="6381750" y="1308100"/>
          <p14:tracePt t="43650" x="6388100" y="1308100"/>
          <p14:tracePt t="43667" x="6407150" y="1308100"/>
          <p14:tracePt t="43683" x="6413500" y="1308100"/>
          <p14:tracePt t="43700" x="6419850" y="1308100"/>
          <p14:tracePt t="43716" x="6426200" y="1308100"/>
          <p14:tracePt t="43733" x="6438900" y="1308100"/>
          <p14:tracePt t="43750" x="6445250" y="1308100"/>
          <p14:tracePt t="43766" x="6457950" y="1308100"/>
          <p14:tracePt t="43783" x="6483350" y="1308100"/>
          <p14:tracePt t="43800" x="6496050" y="1314450"/>
          <p14:tracePt t="52344" x="6483350" y="1314450"/>
          <p14:tracePt t="52351" x="6464300" y="1314450"/>
          <p14:tracePt t="52358" x="6451600" y="1314450"/>
          <p14:tracePt t="52369" x="6413500" y="1314450"/>
          <p14:tracePt t="52387" x="6318250" y="1308100"/>
          <p14:tracePt t="52403" x="6248400" y="1301750"/>
          <p14:tracePt t="52420" x="6184900" y="1301750"/>
          <p14:tracePt t="52436" x="6038850" y="1301750"/>
          <p14:tracePt t="52453" x="5930900" y="1314450"/>
          <p14:tracePt t="52456" x="5842000" y="1308100"/>
          <p14:tracePt t="52470" x="5791200" y="1308100"/>
          <p14:tracePt t="52486" x="5594350" y="1314450"/>
          <p14:tracePt t="52502" x="5518150" y="1320800"/>
          <p14:tracePt t="52520" x="5397500" y="1314450"/>
          <p14:tracePt t="52536" x="5314950" y="1301750"/>
          <p14:tracePt t="52552" x="5232400" y="1295400"/>
          <p14:tracePt t="52569" x="5143500" y="1289050"/>
          <p14:tracePt t="52586" x="5060950" y="1276350"/>
          <p14:tracePt t="52602" x="5003800" y="1276350"/>
          <p14:tracePt t="52619" x="4940300" y="1282700"/>
          <p14:tracePt t="52635" x="4902200" y="1282700"/>
          <p14:tracePt t="52653" x="4857750" y="1289050"/>
          <p14:tracePt t="52668" x="4832350" y="1289050"/>
          <p14:tracePt t="52685" x="4813300" y="1289050"/>
          <p14:tracePt t="52702" x="4794250" y="1289050"/>
          <p14:tracePt t="52718" x="4781550" y="1289050"/>
          <p14:tracePt t="52735" x="4768850" y="1289050"/>
          <p14:tracePt t="52752" x="4749800" y="1282700"/>
          <p14:tracePt t="52768" x="4730750" y="1276350"/>
          <p14:tracePt t="52785" x="4711700" y="1263650"/>
          <p14:tracePt t="52802" x="4686300" y="1250950"/>
          <p14:tracePt t="52818" x="4660900" y="1244600"/>
          <p14:tracePt t="52836" x="4622800" y="1225550"/>
          <p14:tracePt t="52851" x="4597400" y="1219200"/>
          <p14:tracePt t="52868" x="4559300" y="1212850"/>
          <p14:tracePt t="52885" x="4514850" y="1212850"/>
          <p14:tracePt t="52901" x="4495800" y="1212850"/>
          <p14:tracePt t="52918" x="4470400" y="1212850"/>
          <p14:tracePt t="52934" x="4438650" y="1212850"/>
          <p14:tracePt t="52951" x="4419600" y="1212850"/>
          <p14:tracePt t="52954" x="4413250" y="1219200"/>
          <p14:tracePt t="52967" x="4413250" y="1225550"/>
          <p14:tracePt t="52984" x="4387850" y="1244600"/>
          <p14:tracePt t="53943" x="4394200" y="1244600"/>
          <p14:tracePt t="53949" x="4413250" y="1244600"/>
          <p14:tracePt t="53964" x="4445000" y="1250950"/>
          <p14:tracePt t="53981" x="4483100" y="1250950"/>
          <p14:tracePt t="53997" x="4514850" y="1250950"/>
          <p14:tracePt t="54014" x="4552950" y="1250950"/>
          <p14:tracePt t="54030" x="4578350" y="1257300"/>
          <p14:tracePt t="54048" x="4616450" y="1270000"/>
          <p14:tracePt t="54064" x="4635500" y="1276350"/>
          <p14:tracePt t="54080" x="4654550" y="1276350"/>
          <p14:tracePt t="54097" x="4667250" y="1276350"/>
          <p14:tracePt t="54114" x="4673600" y="1276350"/>
          <p14:tracePt t="54130" x="4679950" y="1276350"/>
          <p14:tracePt t="54147" x="4686300" y="1276350"/>
          <p14:tracePt t="54163" x="4686300" y="1282700"/>
          <p14:tracePt t="54180" x="4692650" y="1282700"/>
          <p14:tracePt t="54197" x="4718050" y="1289050"/>
          <p14:tracePt t="64081" x="4654550" y="1289050"/>
          <p14:tracePt t="64087" x="4578350" y="1301750"/>
          <p14:tracePt t="64096" x="4483100" y="1308100"/>
          <p14:tracePt t="64112" x="4267200" y="1339850"/>
          <p14:tracePt t="64130" x="3867150" y="1428750"/>
          <p14:tracePt t="64146" x="3619500" y="1492250"/>
          <p14:tracePt t="64162" x="3346450" y="1517650"/>
          <p14:tracePt t="64179" x="3003550" y="1536700"/>
          <p14:tracePt t="64196" x="2800350" y="1568450"/>
          <p14:tracePt t="64212" x="2597150" y="1587500"/>
          <p14:tracePt t="64229" x="2336800" y="1562100"/>
          <p14:tracePt t="64245" x="2254250" y="1562100"/>
          <p14:tracePt t="64262" x="2190750" y="1555750"/>
          <p14:tracePt t="64278" x="2108200" y="1536700"/>
          <p14:tracePt t="64295" x="2063750" y="1517650"/>
          <p14:tracePt t="64313" x="2000250" y="1498600"/>
          <p14:tracePt t="64328" x="1974850" y="1485900"/>
          <p14:tracePt t="64345" x="1943100" y="1466850"/>
          <p14:tracePt t="64362" x="1911350" y="1447800"/>
          <p14:tracePt t="64378" x="1892300" y="1447800"/>
          <p14:tracePt t="64395" x="1873250" y="1441450"/>
          <p14:tracePt t="64411" x="1866900" y="1435100"/>
          <p14:tracePt t="64428" x="1860550" y="1428750"/>
          <p14:tracePt t="64474" x="1860550" y="1435100"/>
          <p14:tracePt t="64481" x="1860550" y="1441450"/>
          <p14:tracePt t="64544" x="1854200" y="1447800"/>
          <p14:tracePt t="64621" x="1854200" y="1454150"/>
          <p14:tracePt t="64650" x="1854200" y="1460500"/>
          <p14:tracePt t="64670" x="1854200" y="1466850"/>
          <p14:tracePt t="64713" x="1860550" y="1473200"/>
          <p14:tracePt t="64789" x="1866900" y="1473200"/>
          <p14:tracePt t="64811" x="1873250" y="1473200"/>
          <p14:tracePt t="64825" x="1879600" y="1479550"/>
          <p14:tracePt t="64832" x="1885950" y="1479550"/>
          <p14:tracePt t="64853" x="1892300" y="1485900"/>
          <p14:tracePt t="64863" x="1898650" y="1485900"/>
          <p14:tracePt t="64881" x="1898650" y="1492250"/>
          <p14:tracePt t="64896" x="1905000" y="1498600"/>
          <p14:tracePt t="64910" x="1917700" y="1504950"/>
          <p14:tracePt t="64926" x="1930400" y="1511300"/>
          <p14:tracePt t="64943" x="1936750" y="1524000"/>
          <p14:tracePt t="64960" x="1968500" y="1543050"/>
          <p14:tracePt t="64976" x="1987550" y="1562100"/>
          <p14:tracePt t="64994" x="2012950" y="1581150"/>
          <p14:tracePt t="65009" x="2025650" y="1593850"/>
          <p14:tracePt t="65026" x="2032000" y="1600200"/>
          <p14:tracePt t="65043" x="2044700" y="1600200"/>
          <p14:tracePt t="65059" x="2057400" y="1600200"/>
          <p14:tracePt t="65076" x="2070100" y="1600200"/>
          <p14:tracePt t="65093" x="2076450" y="1606550"/>
          <p14:tracePt t="65113" x="2089150" y="1619250"/>
          <p14:tracePt t="65935" x="2082800" y="1619250"/>
          <p14:tracePt t="65949" x="2070100" y="1619250"/>
          <p14:tracePt t="65957" x="2063750" y="1612900"/>
          <p14:tracePt t="65973" x="2051050" y="1606550"/>
          <p14:tracePt t="65989" x="2044700" y="1606550"/>
          <p14:tracePt t="66006" x="2019300" y="1593850"/>
          <p14:tracePt t="66022" x="2006600" y="1587500"/>
          <p14:tracePt t="66040" x="2006600" y="1581150"/>
          <p14:tracePt t="66056" x="1987550" y="1574800"/>
          <p14:tracePt t="66072" x="1974850" y="1568450"/>
          <p14:tracePt t="66089" x="1962150" y="1549400"/>
          <p14:tracePt t="66106" x="1949450" y="1543050"/>
          <p14:tracePt t="66109" x="1943100" y="1543050"/>
          <p14:tracePt t="66122" x="1936750" y="1543050"/>
          <p14:tracePt t="66139" x="1930400" y="1524000"/>
          <p14:tracePt t="66156" x="1917700" y="1511300"/>
          <p14:tracePt t="66172" x="1911350" y="1504950"/>
          <p14:tracePt t="66188" x="1898650" y="1504950"/>
          <p14:tracePt t="66205" x="1898650" y="1498600"/>
          <p14:tracePt t="66222" x="1892300" y="1498600"/>
          <p14:tracePt t="66238" x="1892300" y="1492250"/>
          <p14:tracePt t="66255" x="1885950" y="1492250"/>
          <p14:tracePt t="66272" x="1879600" y="1485900"/>
          <p14:tracePt t="66304" x="1873250" y="1485900"/>
          <p14:tracePt t="66329" x="1866900" y="1479550"/>
          <p14:tracePt t="66338" x="1860550" y="1479550"/>
          <p14:tracePt t="66358" x="1854200" y="1479550"/>
          <p14:tracePt t="66385" x="1854200" y="1473200"/>
          <p14:tracePt t="66406" x="1847850" y="1473200"/>
          <p14:tracePt t="66469" x="1841500" y="1473200"/>
          <p14:tracePt t="66497" x="1841500" y="1479550"/>
          <p14:tracePt t="66589" x="1841500" y="1485900"/>
          <p14:tracePt t="66617" x="1847850" y="1485900"/>
          <p14:tracePt t="66652" x="1854200" y="1492250"/>
          <p14:tracePt t="66659" x="1860550" y="1492250"/>
          <p14:tracePt t="66670" x="1866900" y="1492250"/>
          <p14:tracePt t="66687" x="1892300" y="1492250"/>
          <p14:tracePt t="66704" x="1911350" y="1492250"/>
          <p14:tracePt t="66720" x="1943100" y="1492250"/>
          <p14:tracePt t="66737" x="2032000" y="1492250"/>
          <p14:tracePt t="66753" x="2089150" y="1492250"/>
          <p14:tracePt t="66770" x="2146300" y="1485900"/>
          <p14:tracePt t="66787" x="2216150" y="1473200"/>
          <p14:tracePt t="66803" x="2260600" y="1466850"/>
          <p14:tracePt t="66820" x="2286000" y="1466850"/>
          <p14:tracePt t="66837" x="2305050" y="1466850"/>
          <p14:tracePt t="66853" x="2311400" y="1466850"/>
          <p14:tracePt t="66870" x="2324100" y="1466850"/>
          <p14:tracePt t="66933" x="2324100" y="1460500"/>
          <p14:tracePt t="66940" x="2317750" y="1460500"/>
          <p14:tracePt t="66955" x="2311400" y="1460500"/>
          <p14:tracePt t="66969" x="2305050" y="1454150"/>
          <p14:tracePt t="66985" x="2298700" y="1454150"/>
          <p14:tracePt t="67003" x="2273300" y="1441450"/>
          <p14:tracePt t="67019" x="2254250" y="1441450"/>
          <p14:tracePt t="67035" x="2216150" y="1428750"/>
          <p14:tracePt t="67052" x="2152650" y="1416050"/>
          <p14:tracePt t="67069" x="2095500" y="1403350"/>
          <p14:tracePt t="67085" x="2038350" y="1403350"/>
          <p14:tracePt t="67102" x="1949450" y="1390650"/>
          <p14:tracePt t="67119" x="1905000" y="1390650"/>
          <p14:tracePt t="67123" x="1879600" y="1390650"/>
          <p14:tracePt t="67136" x="1866900" y="1390650"/>
          <p14:tracePt t="67152" x="1841500" y="1390650"/>
          <p14:tracePt t="67168" x="1828800" y="1397000"/>
          <p14:tracePt t="67187" x="1816100" y="1397000"/>
          <p14:tracePt t="67202" x="1816100" y="1403350"/>
          <p14:tracePt t="67218" x="1809750" y="1409700"/>
          <p14:tracePt t="67251" x="1809750" y="1422400"/>
          <p14:tracePt t="67268" x="1816100" y="1422400"/>
          <p14:tracePt t="67285" x="1835150" y="1428750"/>
          <p14:tracePt t="67301" x="1847850" y="1428750"/>
          <p14:tracePt t="67319" x="1860550" y="1428750"/>
          <p14:tracePt t="67335" x="1879600" y="1428750"/>
          <p14:tracePt t="67351" x="1885950" y="1428750"/>
          <p14:tracePt t="67368" x="1924050" y="1435100"/>
          <p14:tracePt t="67384" x="1949450" y="1435100"/>
          <p14:tracePt t="67401" x="1981200" y="1447800"/>
          <p14:tracePt t="67418" x="2025650" y="1447800"/>
          <p14:tracePt t="67434" x="2044700" y="1447800"/>
          <p14:tracePt t="67451" x="2063750" y="1447800"/>
          <p14:tracePt t="67468" x="2082800" y="1447800"/>
          <p14:tracePt t="67484" x="2089150" y="1447800"/>
          <p14:tracePt t="67501" x="2095500" y="1447800"/>
          <p14:tracePt t="67534" x="2095500" y="1441450"/>
          <p14:tracePt t="67554" x="2089150" y="1435100"/>
          <p14:tracePt t="67567" x="2070100" y="1428750"/>
          <p14:tracePt t="67584" x="2051050" y="1416050"/>
          <p14:tracePt t="67600" x="2000250" y="1409700"/>
          <p14:tracePt t="67617" x="1962150" y="1403350"/>
          <p14:tracePt t="67633" x="1924050" y="1403350"/>
          <p14:tracePt t="67637" x="1905000" y="1403350"/>
          <p14:tracePt t="67650" x="1873250" y="1403350"/>
          <p14:tracePt t="67667" x="1854200" y="1403350"/>
          <p14:tracePt t="67684" x="1835150" y="1403350"/>
          <p14:tracePt t="67716" x="1835150" y="1409700"/>
          <p14:tracePt t="67734" x="1841500" y="1422400"/>
          <p14:tracePt t="67750" x="1847850" y="1428750"/>
          <p14:tracePt t="67766" x="1866900" y="1428750"/>
          <p14:tracePt t="67783" x="1879600" y="1435100"/>
          <p14:tracePt t="67800" x="1892300" y="1435100"/>
          <p14:tracePt t="67817" x="1911350" y="1435100"/>
          <p14:tracePt t="67833" x="1930400" y="1435100"/>
          <p14:tracePt t="67849" x="1949450" y="1435100"/>
          <p14:tracePt t="67867" x="1981200" y="1435100"/>
          <p14:tracePt t="67882" x="2000250" y="1435100"/>
          <p14:tracePt t="67899" x="2019300" y="1435100"/>
          <p14:tracePt t="67917" x="2044700" y="1435100"/>
          <p14:tracePt t="67932" x="2051050" y="1428750"/>
          <p14:tracePt t="67966" x="2057400" y="1428750"/>
          <p14:tracePt t="67982" x="2057400" y="1422400"/>
          <p14:tracePt t="68008" x="2057400" y="1416050"/>
          <p14:tracePt t="68043" x="2057400" y="1409700"/>
          <p14:tracePt t="68064" x="2051050" y="1409700"/>
          <p14:tracePt t="68085" x="2044700" y="1409700"/>
          <p14:tracePt t="68254" x="2044700" y="1416050"/>
          <p14:tracePt t="68338" x="2044700" y="1422400"/>
          <p14:tracePt t="68373" x="2044700" y="1428750"/>
          <p14:tracePt t="68443" x="2051050" y="1428750"/>
          <p14:tracePt t="68933" x="2070100" y="1428750"/>
          <p14:tracePt t="68940" x="2101850" y="1428750"/>
          <p14:tracePt t="68949" x="2120900" y="1428750"/>
          <p14:tracePt t="68962" x="2178050" y="1428750"/>
          <p14:tracePt t="68979" x="2235200" y="1428750"/>
          <p14:tracePt t="68996" x="2273300" y="1422400"/>
          <p14:tracePt t="69012" x="2343150" y="1416050"/>
          <p14:tracePt t="69029" x="2387600" y="1416050"/>
          <p14:tracePt t="69047" x="2444750" y="1416050"/>
          <p14:tracePt t="69061" x="2470150" y="1422400"/>
          <p14:tracePt t="69079" x="2489200" y="1422400"/>
          <p14:tracePt t="69096" x="2501900" y="1422400"/>
          <p14:tracePt t="69112" x="2514600" y="1422400"/>
          <p14:tracePt t="69145" x="2533650" y="1422400"/>
          <p14:tracePt t="69180" x="2540000" y="1422400"/>
          <p14:tracePt t="69187" x="2546350" y="1422400"/>
          <p14:tracePt t="71167" x="2552700" y="1422400"/>
          <p14:tracePt t="71174" x="2578100" y="1422400"/>
          <p14:tracePt t="71188" x="2622550" y="1422400"/>
          <p14:tracePt t="71205" x="2679700" y="1428750"/>
          <p14:tracePt t="71221" x="2736850" y="1428750"/>
          <p14:tracePt t="71238" x="2832100" y="1428750"/>
          <p14:tracePt t="71255" x="2921000" y="1428750"/>
          <p14:tracePt t="71271" x="3048000" y="1428750"/>
          <p14:tracePt t="71288" x="3219450" y="1416050"/>
          <p14:tracePt t="71304" x="3321050" y="1416050"/>
          <p14:tracePt t="71321" x="3543300" y="1397000"/>
          <p14:tracePt t="71337" x="3670300" y="1390650"/>
          <p14:tracePt t="71354" x="3803650" y="1390650"/>
          <p14:tracePt t="71371" x="3905250" y="1390650"/>
          <p14:tracePt t="71387" x="4064000" y="1390650"/>
          <p14:tracePt t="71404" x="4203700" y="1390650"/>
          <p14:tracePt t="71421" x="4368800" y="1390650"/>
          <p14:tracePt t="71437" x="4464050" y="1390650"/>
          <p14:tracePt t="71454" x="4540250" y="1390650"/>
          <p14:tracePt t="71470" x="4648200" y="1390650"/>
          <p14:tracePt t="71487" x="4743450" y="1384300"/>
          <p14:tracePt t="71504" x="4889500" y="1384300"/>
          <p14:tracePt t="71520" x="4946650" y="1384300"/>
          <p14:tracePt t="71537" x="4984750" y="1384300"/>
          <p14:tracePt t="71554" x="5048250" y="1390650"/>
          <p14:tracePt t="71570" x="5105400" y="1384300"/>
          <p14:tracePt t="71587" x="5143500" y="1397000"/>
          <p14:tracePt t="71603" x="5194300" y="1403350"/>
          <p14:tracePt t="71620" x="5238750" y="1409700"/>
          <p14:tracePt t="71637" x="5283200" y="1428750"/>
          <p14:tracePt t="71653" x="5346700" y="1441450"/>
          <p14:tracePt t="71669" x="5384800" y="1454150"/>
          <p14:tracePt t="71672" x="5391150" y="1454150"/>
          <p14:tracePt t="71687" x="5416550" y="1460500"/>
          <p14:tracePt t="71702" x="5429250" y="1460500"/>
          <p14:tracePt t="71719" x="5441950" y="1466850"/>
          <p14:tracePt t="71737" x="5454650" y="1466850"/>
          <p14:tracePt t="72484" x="5480050" y="1466850"/>
          <p14:tracePt t="72491" x="5511800" y="1466850"/>
          <p14:tracePt t="72500" x="5549900" y="1473200"/>
          <p14:tracePt t="72517" x="5600700" y="1479550"/>
          <p14:tracePt t="72534" x="5676900" y="1492250"/>
          <p14:tracePt t="72550" x="5734050" y="1498600"/>
          <p14:tracePt t="72567" x="5784850" y="1498600"/>
          <p14:tracePt t="72583" x="5867400" y="1504950"/>
          <p14:tracePt t="72600" x="5937250" y="1511300"/>
          <p14:tracePt t="72617" x="6019800" y="1511300"/>
          <p14:tracePt t="72633" x="6096000" y="1492250"/>
          <p14:tracePt t="72649" x="6127750" y="1492250"/>
          <p14:tracePt t="72667" x="6172200" y="1479550"/>
          <p14:tracePt t="72683" x="6197600" y="1473200"/>
          <p14:tracePt t="72699" x="6216650" y="1473200"/>
          <p14:tracePt t="72717" x="6248400" y="1473200"/>
          <p14:tracePt t="72733" x="6261100" y="1473200"/>
          <p14:tracePt t="72749" x="6280150" y="1473200"/>
          <p14:tracePt t="72766" x="6305550" y="1473200"/>
          <p14:tracePt t="72782" x="6311900" y="1473200"/>
          <p14:tracePt t="72799" x="6324600" y="1479550"/>
          <p14:tracePt t="72816" x="6343650" y="1485900"/>
          <p14:tracePt t="72832" x="6356350" y="1485900"/>
          <p14:tracePt t="72850" x="6375400" y="1498600"/>
          <p14:tracePt t="72866" x="6394450" y="1498600"/>
          <p14:tracePt t="72882" x="6400800" y="1504950"/>
          <p14:tracePt t="72915" x="6407150" y="1504950"/>
          <p14:tracePt t="72932" x="6413500" y="1511300"/>
          <p14:tracePt t="72949" x="6419850" y="1511300"/>
          <p14:tracePt t="72966" x="6432550" y="1517650"/>
          <p14:tracePt t="72982" x="6438900" y="1524000"/>
          <p14:tracePt t="72999" x="6470650" y="1530350"/>
          <p14:tracePt t="73015" x="6496050" y="1536700"/>
          <p14:tracePt t="73032" x="6553200" y="1555750"/>
          <p14:tracePt t="73048" x="6591300" y="1568450"/>
          <p14:tracePt t="73068" x="6642100" y="1593850"/>
          <p14:tracePt t="73082" x="6673850" y="1606550"/>
          <p14:tracePt t="73098" x="6686550" y="1606550"/>
          <p14:tracePt t="73115" x="6692900" y="1606550"/>
          <p14:tracePt t="73131" x="6718300" y="1600200"/>
          <p14:tracePt t="74019" x="6737350" y="1600200"/>
          <p14:tracePt t="74026" x="6762750" y="1593850"/>
          <p14:tracePt t="74032" x="6788150" y="1593850"/>
          <p14:tracePt t="74045" x="6819900" y="1593850"/>
          <p14:tracePt t="74061" x="6902450" y="1587500"/>
          <p14:tracePt t="74078" x="6953250" y="1581150"/>
          <p14:tracePt t="74096" x="6997700" y="1568450"/>
          <p14:tracePt t="74112" x="7054850" y="1568450"/>
          <p14:tracePt t="74128" x="7086600" y="1568450"/>
          <p14:tracePt t="74145" x="7143750" y="1568450"/>
          <p14:tracePt t="74161" x="7169150" y="1581150"/>
          <p14:tracePt t="74177" x="7194550" y="1587500"/>
          <p14:tracePt t="74194" x="7213600" y="1587500"/>
          <p14:tracePt t="74211" x="7226300" y="1587500"/>
          <p14:tracePt t="74227" x="7239000" y="1593850"/>
          <p14:tracePt t="74244" x="7245350" y="1593850"/>
          <p14:tracePt t="74260" x="7251700" y="1593850"/>
          <p14:tracePt t="74278" x="7251700" y="1600200"/>
          <p14:tracePt t="74782" x="7283450" y="1600200"/>
          <p14:tracePt t="74790" x="7321550" y="1600200"/>
          <p14:tracePt t="74797" x="7385050" y="1600200"/>
          <p14:tracePt t="74809" x="7435850" y="1600200"/>
          <p14:tracePt t="74826" x="7620000" y="1593850"/>
          <p14:tracePt t="74842" x="7727950" y="1587500"/>
          <p14:tracePt t="74859" x="7797800" y="1581150"/>
          <p14:tracePt t="74876" x="7842250" y="1574800"/>
          <p14:tracePt t="74892" x="7861300" y="1568450"/>
          <p14:tracePt t="74910" x="7874000" y="1568450"/>
          <p14:tracePt t="74925" x="7880350" y="1574800"/>
          <p14:tracePt t="74942" x="7886700" y="1574800"/>
          <p14:tracePt t="75008" x="7893050" y="1581150"/>
          <p14:tracePt t="75036" x="7899400" y="1581150"/>
          <p14:tracePt t="75078" x="7905750" y="1581150"/>
          <p14:tracePt t="76810" x="7867650" y="1581150"/>
          <p14:tracePt t="76816" x="7816850" y="1581150"/>
          <p14:tracePt t="76824" x="7715250" y="1581150"/>
          <p14:tracePt t="76835" x="7639050" y="1581150"/>
          <p14:tracePt t="76852" x="7416800" y="1549400"/>
          <p14:tracePt t="76868" x="7226300" y="1530350"/>
          <p14:tracePt t="76885" x="7023100" y="1530350"/>
          <p14:tracePt t="76902" x="6731000" y="1536700"/>
          <p14:tracePt t="76918" x="6540500" y="1555750"/>
          <p14:tracePt t="76935" x="6330950" y="1574800"/>
          <p14:tracePt t="76951" x="6096000" y="1530350"/>
          <p14:tracePt t="76968" x="5969000" y="1524000"/>
          <p14:tracePt t="76985" x="5772150" y="1498600"/>
          <p14:tracePt t="77001" x="5651500" y="1485900"/>
          <p14:tracePt t="77017" x="5562600" y="1485900"/>
          <p14:tracePt t="77035" x="5441950" y="1479550"/>
          <p14:tracePt t="77051" x="5372100" y="1473200"/>
          <p14:tracePt t="77067" x="5302250" y="1473200"/>
          <p14:tracePt t="77084" x="5251450" y="1466850"/>
          <p14:tracePt t="77101" x="5226050" y="1466850"/>
          <p14:tracePt t="77118" x="5175250" y="1473200"/>
          <p14:tracePt t="77135" x="5143500" y="1485900"/>
          <p14:tracePt t="77151" x="5137150" y="1485900"/>
          <p14:tracePt t="77168" x="5124450" y="1492250"/>
          <p14:tracePt t="77183" x="5124450" y="1498600"/>
          <p14:tracePt t="77201" x="5124450" y="1504950"/>
          <p14:tracePt t="77234" x="5130800" y="1511300"/>
          <p14:tracePt t="77266" x="5124450" y="1511300"/>
          <p14:tracePt t="77288" x="5118100" y="1511300"/>
          <p14:tracePt t="77302" x="5111750" y="1511300"/>
          <p14:tracePt t="77309" x="5105400" y="1511300"/>
          <p14:tracePt t="77317" x="5099050" y="1511300"/>
          <p14:tracePt t="77333" x="5073650" y="1511300"/>
          <p14:tracePt t="77351" x="5041900" y="1511300"/>
          <p14:tracePt t="77373" x="5010150" y="1511300"/>
          <p14:tracePt t="77383" x="5003800" y="1511300"/>
          <p14:tracePt t="77400" x="4984750" y="1517650"/>
          <p14:tracePt t="77417" x="4972050" y="1517650"/>
          <p14:tracePt t="77433" x="4959350" y="1517650"/>
          <p14:tracePt t="77450" x="4946650" y="1517650"/>
          <p14:tracePt t="77466" x="4946650" y="1524000"/>
          <p14:tracePt t="77499" x="4940300" y="1530350"/>
          <p14:tracePt t="77534" x="4940300" y="1536700"/>
          <p14:tracePt t="79115" x="4933950" y="1530350"/>
          <p14:tracePt t="79121" x="4921250" y="1524000"/>
          <p14:tracePt t="79130" x="4895850" y="1511300"/>
          <p14:tracePt t="79144" x="4864100" y="1479550"/>
          <p14:tracePt t="79160" x="4800600" y="1435100"/>
          <p14:tracePt t="79177" x="4743450" y="1377950"/>
          <p14:tracePt t="79193" x="4591050" y="1263650"/>
          <p14:tracePt t="79210" x="4476750" y="1187450"/>
          <p14:tracePt t="79227" x="4343400" y="1111250"/>
          <p14:tracePt t="79243" x="4298950" y="1079500"/>
          <p14:tracePt t="79260" x="4260850" y="1060450"/>
          <p14:tracePt t="79277" x="4197350" y="1047750"/>
          <p14:tracePt t="79293" x="4146550" y="1035050"/>
          <p14:tracePt t="79310" x="4102100" y="1016000"/>
          <p14:tracePt t="79326" x="4032250" y="1003300"/>
          <p14:tracePt t="79343" x="4000500" y="1003300"/>
          <p14:tracePt t="79361" x="3956050" y="990600"/>
          <p14:tracePt t="79376" x="3937000" y="984250"/>
          <p14:tracePt t="79396" x="3924300" y="984250"/>
          <p14:tracePt t="79410" x="3905250" y="977900"/>
          <p14:tracePt t="79443" x="3892550" y="977900"/>
          <p14:tracePt t="79459" x="3873500" y="984250"/>
          <p14:tracePt t="79476" x="3854450" y="990600"/>
          <p14:tracePt t="79493" x="3835400" y="996950"/>
          <p14:tracePt t="79509" x="3797300" y="1003300"/>
          <p14:tracePt t="79526" x="3740150" y="1022350"/>
          <p14:tracePt t="79543" x="3651250" y="1028700"/>
          <p14:tracePt t="79559" x="3594100" y="1035050"/>
          <p14:tracePt t="79576" x="3498850" y="1054100"/>
          <p14:tracePt t="79593" x="3403600" y="1073150"/>
          <p14:tracePt t="79609" x="3352800" y="1092200"/>
          <p14:tracePt t="79626" x="3270250" y="1104900"/>
          <p14:tracePt t="79642" x="3225800" y="1117600"/>
          <p14:tracePt t="79659" x="3213100" y="1117600"/>
          <p14:tracePt t="79675" x="3194050" y="1123950"/>
          <p14:tracePt t="79733" x="3194050" y="1130300"/>
          <p14:tracePt t="79761" x="3200400" y="1130300"/>
          <p14:tracePt t="79797" x="3206750" y="1130300"/>
          <p14:tracePt t="79832" x="3213100" y="1130300"/>
          <p14:tracePt t="79867" x="3219450" y="1130300"/>
          <p14:tracePt t="79902" x="3232150" y="1123950"/>
          <p14:tracePt t="79951" x="3238500" y="1123950"/>
          <p14:tracePt t="79972" x="3244850" y="1123950"/>
          <p14:tracePt t="81280" x="3295650" y="1123950"/>
          <p14:tracePt t="81288" x="3365500" y="1143000"/>
          <p14:tracePt t="81301" x="3416300" y="1149350"/>
          <p14:tracePt t="81308" x="3498850" y="1168400"/>
          <p14:tracePt t="81323" x="3562350" y="1174750"/>
          <p14:tracePt t="81337" x="3727450" y="1200150"/>
          <p14:tracePt t="81353" x="3816350" y="1206500"/>
          <p14:tracePt t="81356" x="3911600" y="1225550"/>
          <p14:tracePt t="81386" x="4051300" y="1244600"/>
          <p14:tracePt t="81403" x="4159250" y="1276350"/>
          <p14:tracePt t="81420" x="4229100" y="1282700"/>
          <p14:tracePt t="81436" x="4337050" y="1320800"/>
          <p14:tracePt t="81453" x="4464050" y="1377950"/>
          <p14:tracePt t="81470" x="4565650" y="1441450"/>
          <p14:tracePt t="81486" x="4629150" y="1479550"/>
          <p14:tracePt t="81502" x="4743450" y="1536700"/>
          <p14:tracePt t="81519" x="4870450" y="1625600"/>
          <p14:tracePt t="81536" x="4940300" y="1663700"/>
          <p14:tracePt t="81552" x="5111750" y="1714500"/>
          <p14:tracePt t="81569" x="5270500" y="1746250"/>
          <p14:tracePt t="81585" x="5334000" y="1778000"/>
          <p14:tracePt t="81602" x="5429250" y="1784350"/>
          <p14:tracePt t="81618" x="5524500" y="1784350"/>
          <p14:tracePt t="81635" x="5600700" y="1765300"/>
          <p14:tracePt t="81652" x="5708650" y="1746250"/>
          <p14:tracePt t="81668" x="5778500" y="1720850"/>
          <p14:tracePt t="81685" x="5803900" y="1714500"/>
          <p14:tracePt t="81702" x="5835650" y="1701800"/>
          <p14:tracePt t="81718" x="5854700" y="1701800"/>
          <p14:tracePt t="81735" x="5873750" y="1701800"/>
          <p14:tracePt t="81752" x="5899150" y="1701800"/>
          <p14:tracePt t="81768" x="5911850" y="1701800"/>
          <p14:tracePt t="81785" x="5918200" y="1701800"/>
          <p14:tracePt t="81801" x="5924550" y="1701800"/>
          <p14:tracePt t="81818" x="5924550" y="1695450"/>
          <p14:tracePt t="81851" x="5930900" y="1695450"/>
          <p14:tracePt t="81877" x="5930900" y="1689100"/>
          <p14:tracePt t="82200" x="5930900" y="1682750"/>
          <p14:tracePt t="82228" x="5930900" y="1676400"/>
          <p14:tracePt t="82271" x="5924550" y="1676400"/>
          <p14:tracePt t="82341" x="5924550" y="1670050"/>
          <p14:tracePt t="82762" x="5918200" y="1670050"/>
          <p14:tracePt t="82896" x="5911850" y="1670050"/>
          <p14:tracePt t="82924" x="5905500" y="1670050"/>
          <p14:tracePt t="82938" x="5899150" y="1670050"/>
          <p14:tracePt t="82952" x="5892800" y="1670050"/>
          <p14:tracePt t="82966" x="5886450" y="1670050"/>
          <p14:tracePt t="82973" x="5880100" y="1670050"/>
          <p14:tracePt t="83008" x="5873750" y="1670050"/>
          <p14:tracePt t="83015" x="5867400" y="1670050"/>
          <p14:tracePt t="83022" x="5854700" y="1670050"/>
          <p14:tracePt t="83036" x="5842000" y="1670050"/>
          <p14:tracePt t="83047" x="5816600" y="1670050"/>
          <p14:tracePt t="83064" x="5791200" y="1670050"/>
          <p14:tracePt t="83080" x="5702300" y="1670050"/>
          <p14:tracePt t="83097" x="5575300" y="1670050"/>
          <p14:tracePt t="83114" x="5410200" y="1657350"/>
          <p14:tracePt t="83130" x="5321300" y="1651000"/>
          <p14:tracePt t="83147" x="5213350" y="1625600"/>
          <p14:tracePt t="83163" x="4927600" y="1568450"/>
          <p14:tracePt t="83179" x="4838700" y="1549400"/>
          <p14:tracePt t="83198" x="4692650" y="1498600"/>
          <p14:tracePt t="83213" x="4622800" y="1479550"/>
          <p14:tracePt t="83229" x="4489450" y="1422400"/>
          <p14:tracePt t="83247" x="4343400" y="1371600"/>
          <p14:tracePt t="83262" x="4260850" y="1352550"/>
          <p14:tracePt t="83280" x="4140200" y="1301750"/>
          <p14:tracePt t="83297" x="4044950" y="1276350"/>
          <p14:tracePt t="83313" x="3987800" y="1270000"/>
          <p14:tracePt t="83329" x="3917950" y="1244600"/>
          <p14:tracePt t="83346" x="3860800" y="1231900"/>
          <p14:tracePt t="83363" x="3816350" y="1231900"/>
          <p14:tracePt t="83381" x="3759200" y="1219200"/>
          <p14:tracePt t="83396" x="3702050" y="1212850"/>
          <p14:tracePt t="83412" x="3683000" y="1212850"/>
          <p14:tracePt t="83430" x="3651250" y="1206500"/>
          <p14:tracePt t="83446" x="3625850" y="1200150"/>
          <p14:tracePt t="83462" x="3613150" y="1193800"/>
          <p14:tracePt t="83479" x="3600450" y="1187450"/>
          <p14:tracePt t="83496" x="3587750" y="1187450"/>
          <p14:tracePt t="83528" x="3581400" y="1187450"/>
          <p14:tracePt t="83545" x="3575050" y="1181100"/>
          <p14:tracePt t="83562" x="3568700" y="1181100"/>
          <p14:tracePt t="83584" x="3562350" y="1181100"/>
          <p14:tracePt t="83626" x="3556000" y="1181100"/>
          <p14:tracePt t="83760" x="3562350" y="1181100"/>
          <p14:tracePt t="83774" x="3568700" y="1181100"/>
          <p14:tracePt t="83796" x="3575050" y="1181100"/>
          <p14:tracePt t="84488" x="3575050" y="1174750"/>
          <p14:tracePt t="84502" x="3575050" y="1168400"/>
          <p14:tracePt t="84511" x="3575050" y="1162050"/>
          <p14:tracePt t="84525" x="3575050" y="1155700"/>
          <p14:tracePt t="84542" x="3575050" y="1149350"/>
          <p14:tracePt t="84558" x="3575050" y="1136650"/>
          <p14:tracePt t="84575" x="3575050" y="1130300"/>
          <p14:tracePt t="84592" x="3575050" y="1123950"/>
          <p14:tracePt t="84608" x="3575050" y="1117600"/>
          <p14:tracePt t="84625" x="3581400" y="1111250"/>
          <p14:tracePt t="84664" x="3587750" y="1104900"/>
          <p14:tracePt t="84720" x="3587750" y="1098550"/>
          <p14:tracePt t="84742" x="3587750" y="1092200"/>
          <p14:tracePt t="84769" x="3587750" y="1085850"/>
          <p14:tracePt t="84804" x="3587750" y="1079500"/>
          <p14:tracePt t="84839" x="3581400" y="1073150"/>
          <p14:tracePt t="84945" x="3581400" y="1079500"/>
          <p14:tracePt t="85071" x="3575050" y="1079500"/>
          <p14:tracePt t="85134" x="3568700" y="1073150"/>
          <p14:tracePt t="85261" x="3568700" y="1079500"/>
          <p14:tracePt t="85886" x="3575050" y="1092200"/>
          <p14:tracePt t="85893" x="3606800" y="1104900"/>
          <p14:tracePt t="85907" x="3625850" y="1130300"/>
          <p14:tracePt t="85921" x="3670300" y="1155700"/>
          <p14:tracePt t="85937" x="3721100" y="1193800"/>
          <p14:tracePt t="85953" x="3835400" y="1257300"/>
          <p14:tracePt t="85971" x="4006850" y="1327150"/>
          <p14:tracePt t="85987" x="4203700" y="1377950"/>
          <p14:tracePt t="86003" x="4305300" y="1403350"/>
          <p14:tracePt t="86020" x="4508500" y="1422400"/>
          <p14:tracePt t="86036" x="4724400" y="1435100"/>
          <p14:tracePt t="86054" x="4826000" y="1435100"/>
          <p14:tracePt t="86070" x="5003800" y="1428750"/>
          <p14:tracePt t="86087" x="5080000" y="1428750"/>
          <p14:tracePt t="86104" x="5314950" y="1409700"/>
          <p14:tracePt t="86119" x="5378450" y="1409700"/>
          <p14:tracePt t="86136" x="5467350" y="1409700"/>
          <p14:tracePt t="86153" x="5581650" y="1409700"/>
          <p14:tracePt t="86169" x="5645150" y="1416050"/>
          <p14:tracePt t="86186" x="5664200" y="1416050"/>
          <p14:tracePt t="86203" x="5683250" y="1416050"/>
          <p14:tracePt t="86219" x="5695950" y="1422400"/>
          <p14:tracePt t="86236" x="5702300" y="1428750"/>
          <p14:tracePt t="86253" x="5708650" y="1435100"/>
          <p14:tracePt t="86378" x="5702300" y="1435100"/>
          <p14:tracePt t="86821" x="5708650" y="1435100"/>
          <p14:tracePt t="86827" x="5715000" y="1435100"/>
          <p14:tracePt t="86842" x="5727700" y="1435100"/>
          <p14:tracePt t="86851" x="5740400" y="1435100"/>
          <p14:tracePt t="86867" x="5759450" y="1435100"/>
          <p14:tracePt t="86884" x="5816600" y="1441450"/>
          <p14:tracePt t="86900" x="5905500" y="1454150"/>
          <p14:tracePt t="86917" x="5969000" y="1454150"/>
          <p14:tracePt t="86933" x="6096000" y="1460500"/>
          <p14:tracePt t="86950" x="6254750" y="1479550"/>
          <p14:tracePt t="86967" x="6330950" y="1492250"/>
          <p14:tracePt t="86983" x="6477000" y="1498600"/>
          <p14:tracePt t="87000" x="6591300" y="1504950"/>
          <p14:tracePt t="87017" x="6661150" y="1504950"/>
          <p14:tracePt t="87033" x="6680200" y="1504950"/>
          <p14:tracePt t="87050" x="6699250" y="1504950"/>
          <p14:tracePt t="87067" x="6731000" y="1498600"/>
          <p14:tracePt t="87083" x="6737350" y="1498600"/>
          <p14:tracePt t="87100" x="6743700" y="1498600"/>
          <p14:tracePt t="87116" x="6756400" y="1498600"/>
          <p14:tracePt t="87172" x="6762750" y="1504950"/>
          <p14:tracePt t="87207" x="6769100" y="1504950"/>
          <p14:tracePt t="87228" x="6775450" y="1504950"/>
          <p14:tracePt t="87250" x="6781800" y="1504950"/>
          <p14:tracePt t="87298" x="6788150" y="1504950"/>
          <p14:tracePt t="87313" x="6794500" y="1504950"/>
          <p14:tracePt t="87319" x="6794500" y="1511300"/>
          <p14:tracePt t="87347" x="6794500" y="1517650"/>
          <p14:tracePt t="87390" x="6794500" y="1524000"/>
          <p14:tracePt t="87404" x="6788150" y="1524000"/>
          <p14:tracePt t="87411" x="6775450" y="1524000"/>
          <p14:tracePt t="87425" x="6762750" y="1524000"/>
          <p14:tracePt t="87434" x="6750050" y="1530350"/>
          <p14:tracePt t="87448" x="6711950" y="1530350"/>
          <p14:tracePt t="87465" x="6629400" y="1536700"/>
          <p14:tracePt t="87482" x="6540500" y="1543050"/>
          <p14:tracePt t="87499" x="6483350" y="1555750"/>
          <p14:tracePt t="87516" x="6426200" y="1562100"/>
          <p14:tracePt t="87531" x="6394450" y="1568450"/>
          <p14:tracePt t="87548" x="6381750" y="1574800"/>
          <p14:tracePt t="87581" x="6394450" y="1574800"/>
          <p14:tracePt t="87601" x="6400800" y="1574800"/>
          <p14:tracePt t="87618" x="6407150" y="1574800"/>
          <p14:tracePt t="87631" x="6419850" y="1574800"/>
          <p14:tracePt t="87648" x="6445250" y="1574800"/>
          <p14:tracePt t="87664" x="6489700" y="1574800"/>
          <p14:tracePt t="87681" x="6527800" y="1574800"/>
          <p14:tracePt t="87698" x="6635750" y="1568450"/>
          <p14:tracePt t="87715" x="6800850" y="1568450"/>
          <p14:tracePt t="87731" x="6889750" y="1562100"/>
          <p14:tracePt t="87748" x="7054850" y="1562100"/>
          <p14:tracePt t="87764" x="7188200" y="1562100"/>
          <p14:tracePt t="87781" x="7226300" y="1574800"/>
          <p14:tracePt t="87797" x="7308850" y="1581150"/>
          <p14:tracePt t="87814" x="7353300" y="1581150"/>
          <p14:tracePt t="87831" x="7378700" y="1581150"/>
          <p14:tracePt t="87847" x="7404100" y="1581150"/>
          <p14:tracePt t="87864" x="7410450" y="1574800"/>
          <p14:tracePt t="87881" x="7416800" y="1574800"/>
          <p14:tracePt t="87914" x="7416800" y="1568450"/>
          <p14:tracePt t="87931" x="7404100" y="1568450"/>
          <p14:tracePt t="87947" x="7391400" y="1568450"/>
          <p14:tracePt t="87963" x="7372350" y="1568450"/>
          <p14:tracePt t="87980" x="7289800" y="1568450"/>
          <p14:tracePt t="87997" x="7239000" y="1574800"/>
          <p14:tracePt t="88013" x="7175500" y="1574800"/>
          <p14:tracePt t="88030" x="7029450" y="1606550"/>
          <p14:tracePt t="88047" x="6889750" y="1625600"/>
          <p14:tracePt t="88063" x="6838950" y="1625600"/>
          <p14:tracePt t="88080" x="6781800" y="1625600"/>
          <p14:tracePt t="88096" x="6762750" y="1625600"/>
          <p14:tracePt t="88113" x="6756400" y="1619250"/>
          <p14:tracePt t="88146" x="6762750" y="1612900"/>
          <p14:tracePt t="88163" x="6775450" y="1612900"/>
          <p14:tracePt t="88179" x="6788150" y="1612900"/>
          <p14:tracePt t="88196" x="6800850" y="1612900"/>
          <p14:tracePt t="88213" x="6832600" y="1612900"/>
          <p14:tracePt t="88246" x="6845300" y="1612900"/>
          <p14:tracePt t="88262" x="6883400" y="1612900"/>
          <p14:tracePt t="88279" x="6902450" y="1606550"/>
          <p14:tracePt t="88296" x="6927850" y="1606550"/>
          <p14:tracePt t="88312" x="6940550" y="1606550"/>
          <p14:tracePt t="88329" x="6959600" y="1600200"/>
          <p14:tracePt t="88346" x="6965950" y="1600200"/>
          <p14:tracePt t="88362" x="6972300" y="1600200"/>
          <p14:tracePt t="88378" x="6978650" y="1600200"/>
          <p14:tracePt t="88423" x="6972300" y="1600200"/>
          <p14:tracePt t="88437" x="6959600" y="1600200"/>
          <p14:tracePt t="88443" x="6953250" y="1593850"/>
          <p14:tracePt t="88458" x="6940550" y="1593850"/>
          <p14:tracePt t="88465" x="6927850" y="1593850"/>
          <p14:tracePt t="88478" x="6908800" y="1587500"/>
          <p14:tracePt t="88495" x="6851650" y="1587500"/>
          <p14:tracePt t="88511" x="6826250" y="1587500"/>
          <p14:tracePt t="88528" x="6769100" y="1587500"/>
          <p14:tracePt t="88545" x="6724650" y="1581150"/>
          <p14:tracePt t="88561" x="6711950" y="1581150"/>
          <p14:tracePt t="88578" x="6705600" y="1574800"/>
          <p14:tracePt t="88611" x="6711950" y="1574800"/>
          <p14:tracePt t="88627" x="6737350" y="1574800"/>
          <p14:tracePt t="88644" x="6750050" y="1581150"/>
          <p14:tracePt t="88661" x="6781800" y="1581150"/>
          <p14:tracePt t="88677" x="6851650" y="1581150"/>
          <p14:tracePt t="88694" x="6889750" y="1581150"/>
          <p14:tracePt t="88711" x="6978650" y="1581150"/>
          <p14:tracePt t="88727" x="7073900" y="1581150"/>
          <p14:tracePt t="88744" x="7112000" y="1581150"/>
          <p14:tracePt t="88760" x="7169150" y="1581150"/>
          <p14:tracePt t="88777" x="7194550" y="1581150"/>
          <p14:tracePt t="88794" x="7200900" y="1581150"/>
          <p14:tracePt t="88845" x="7194550" y="1581150"/>
          <p14:tracePt t="88858" x="7181850" y="1581150"/>
          <p14:tracePt t="88866" x="7169150" y="1581150"/>
          <p14:tracePt t="88880" x="7150100" y="1587500"/>
          <p14:tracePt t="88894" x="7099300" y="1587500"/>
          <p14:tracePt t="88910" x="7073900" y="1593850"/>
          <p14:tracePt t="88913" x="7023100" y="1593850"/>
          <p14:tracePt t="88943" x="6915150" y="1612900"/>
          <p14:tracePt t="88960" x="6781800" y="1625600"/>
          <p14:tracePt t="88977" x="6731000" y="1625600"/>
          <p14:tracePt t="88993" x="6642100" y="1625600"/>
          <p14:tracePt t="89010" x="6572250" y="1631950"/>
          <p14:tracePt t="89027" x="6515100" y="1631950"/>
          <p14:tracePt t="89042" x="6496050" y="1631950"/>
          <p14:tracePt t="89060" x="6470650" y="1631950"/>
          <p14:tracePt t="89076" x="6464300" y="1631950"/>
          <p14:tracePt t="89113" x="6477000" y="1631950"/>
          <p14:tracePt t="89126" x="6489700" y="1625600"/>
          <p14:tracePt t="89142" x="6496050" y="1625600"/>
          <p14:tracePt t="89159" x="6508750" y="1625600"/>
          <p14:tracePt t="89176" x="6527800" y="1625600"/>
          <p14:tracePt t="89192" x="6540500" y="1619250"/>
          <p14:tracePt t="93723" x="6534150" y="1619250"/>
          <p14:tracePt t="93737" x="6521450" y="1619250"/>
          <p14:tracePt t="93746" x="6502400" y="1619250"/>
          <p14:tracePt t="93760" x="6477000" y="1619250"/>
          <p14:tracePt t="93777" x="6419850" y="1631950"/>
          <p14:tracePt t="93794" x="6324600" y="1638300"/>
          <p14:tracePt t="93810" x="6254750" y="1644650"/>
          <p14:tracePt t="93826" x="6178550" y="1644650"/>
          <p14:tracePt t="93843" x="5911850" y="1657350"/>
          <p14:tracePt t="93859" x="5822950" y="1663700"/>
          <p14:tracePt t="93877" x="5721350" y="1663700"/>
          <p14:tracePt t="93893" x="5505450" y="1663700"/>
          <p14:tracePt t="93909" x="5302250" y="1676400"/>
          <p14:tracePt t="93927" x="5149850" y="1689100"/>
          <p14:tracePt t="93942" x="5067300" y="1695450"/>
          <p14:tracePt t="93959" x="4927600" y="1708150"/>
          <p14:tracePt t="93976" x="4775200" y="1708150"/>
          <p14:tracePt t="93993" x="4711700" y="1714500"/>
          <p14:tracePt t="94009" x="4616450" y="1733550"/>
          <p14:tracePt t="94025" x="4546600" y="1739900"/>
          <p14:tracePt t="94042" x="4514850" y="1746250"/>
          <p14:tracePt t="94059" x="4457700" y="1752600"/>
          <p14:tracePt t="94076" x="4419600" y="1758950"/>
          <p14:tracePt t="94093" x="4400550" y="1758950"/>
          <p14:tracePt t="94110" x="4349750" y="1758950"/>
          <p14:tracePt t="94125" x="4305300" y="1778000"/>
          <p14:tracePt t="94142" x="4279900" y="1778000"/>
          <p14:tracePt t="94159" x="4229100" y="1784350"/>
          <p14:tracePt t="94175" x="4210050" y="1790700"/>
          <p14:tracePt t="94192" x="4159250" y="1803400"/>
          <p14:tracePt t="94208" x="4121150" y="1816100"/>
          <p14:tracePt t="94225" x="4108450" y="1822450"/>
          <p14:tracePt t="94242" x="4102100" y="1835150"/>
          <p14:tracePt t="94275" x="4102100" y="1841500"/>
          <p14:tracePt t="94300" x="4102100" y="1847850"/>
          <p14:tracePt t="94313" x="4102100" y="1860550"/>
          <p14:tracePt t="94328" x="4102100" y="1866900"/>
          <p14:tracePt t="95843" x="4140200" y="1854200"/>
          <p14:tracePt t="95851" x="4210050" y="1835150"/>
          <p14:tracePt t="95865" x="4273550" y="1803400"/>
          <p14:tracePt t="95873" x="4381500" y="1758950"/>
          <p14:tracePt t="95886" x="4470400" y="1720850"/>
          <p14:tracePt t="95902" x="4686300" y="1638300"/>
          <p14:tracePt t="95919" x="4787900" y="1606550"/>
          <p14:tracePt t="95936" x="5048250" y="1549400"/>
          <p14:tracePt t="95952" x="5226050" y="1511300"/>
          <p14:tracePt t="95969" x="5505450" y="1447800"/>
          <p14:tracePt t="95986" x="5778500" y="1377950"/>
          <p14:tracePt t="96002" x="5930900" y="1346200"/>
          <p14:tracePt t="96019" x="6267450" y="1257300"/>
          <p14:tracePt t="96035" x="6521450" y="1212850"/>
          <p14:tracePt t="96052" x="6648450" y="1206500"/>
          <p14:tracePt t="96069" x="6826250" y="1187450"/>
          <p14:tracePt t="96085" x="6946900" y="1174750"/>
          <p14:tracePt t="96102" x="6985000" y="1168400"/>
          <p14:tracePt t="96118" x="7054850" y="1162050"/>
          <p14:tracePt t="96135" x="7099300" y="1155700"/>
          <p14:tracePt t="96152" x="7118350" y="1143000"/>
          <p14:tracePt t="96168" x="7150100" y="1143000"/>
          <p14:tracePt t="96185" x="7169150" y="1155700"/>
          <p14:tracePt t="96202" x="7188200" y="1162050"/>
          <p14:tracePt t="96218" x="7194550" y="1168400"/>
          <p14:tracePt t="96235" x="7200900" y="1174750"/>
          <p14:tracePt t="96251" x="7207250" y="1174750"/>
          <p14:tracePt t="96273" x="7213600" y="1174750"/>
          <p14:tracePt t="96293" x="7219950" y="1174750"/>
          <p14:tracePt t="96322" x="7226300" y="1174750"/>
          <p14:tracePt t="96343" x="7226300" y="1168400"/>
          <p14:tracePt t="96357" x="7226300" y="1162050"/>
          <p14:tracePt t="96385" x="7226300" y="1155700"/>
          <p14:tracePt t="96413" x="7226300" y="1149350"/>
          <p14:tracePt t="96435" x="7213600" y="1149350"/>
          <p14:tracePt t="96448" x="7207250" y="1149350"/>
          <p14:tracePt t="96462" x="7194550" y="1149350"/>
          <p14:tracePt t="96476" x="7181850" y="1149350"/>
          <p14:tracePt t="96484" x="7169150" y="1149350"/>
          <p14:tracePt t="96500" x="7156450" y="1149350"/>
          <p14:tracePt t="96517" x="7137400" y="1149350"/>
          <p14:tracePt t="96534" x="7067550" y="1149350"/>
          <p14:tracePt t="96550" x="7029450" y="1149350"/>
          <p14:tracePt t="96568" x="6972300" y="1143000"/>
          <p14:tracePt t="96583" x="6940550" y="1130300"/>
          <p14:tracePt t="96600" x="6889750" y="1123950"/>
          <p14:tracePt t="96617" x="6851650" y="1117600"/>
          <p14:tracePt t="96633" x="6845300" y="1111250"/>
          <p14:tracePt t="96650" x="6838950" y="1111250"/>
          <p14:tracePt t="96666" x="6845300" y="1111250"/>
          <p14:tracePt t="96700" x="6864350" y="1111250"/>
          <p14:tracePt t="96716" x="6883400" y="1117600"/>
          <p14:tracePt t="96733" x="6889750" y="1117600"/>
          <p14:tracePt t="96750" x="6902450" y="1117600"/>
          <p14:tracePt t="96766" x="6927850" y="1117600"/>
          <p14:tracePt t="96783" x="6946900" y="1117600"/>
          <p14:tracePt t="96800" x="7004050" y="1117600"/>
          <p14:tracePt t="96816" x="7118350" y="1111250"/>
          <p14:tracePt t="96833" x="7175500" y="1111250"/>
          <p14:tracePt t="96849" x="7289800" y="1111250"/>
          <p14:tracePt t="96866" x="7378700" y="1123950"/>
          <p14:tracePt t="96883" x="7410450" y="1130300"/>
          <p14:tracePt t="96899" x="7473950" y="1143000"/>
          <p14:tracePt t="96916" x="7493000" y="1143000"/>
          <p14:tracePt t="96933" x="7512050" y="1155700"/>
          <p14:tracePt t="96949" x="7518400" y="1155700"/>
          <p14:tracePt t="96982" x="7518400" y="1143000"/>
          <p14:tracePt t="97430" x="7505700" y="1143000"/>
          <p14:tracePt t="97437" x="7486650" y="1143000"/>
          <p14:tracePt t="97451" x="7467600" y="1143000"/>
          <p14:tracePt t="97463" x="7442200" y="1143000"/>
          <p14:tracePt t="97480" x="7385050" y="1143000"/>
          <p14:tracePt t="97498" x="7346950" y="1143000"/>
          <p14:tracePt t="97514" x="7245350" y="1143000"/>
          <p14:tracePt t="97530" x="7143750" y="1143000"/>
          <p14:tracePt t="97547" x="7080250" y="1143000"/>
          <p14:tracePt t="97563" x="6978650" y="1143000"/>
          <p14:tracePt t="97580" x="6896100" y="1136650"/>
          <p14:tracePt t="97597" x="6877050" y="1136650"/>
          <p14:tracePt t="97613" x="6838950" y="1130300"/>
          <p14:tracePt t="97630" x="6832600" y="1123950"/>
          <p14:tracePt t="97663" x="6826250" y="1123950"/>
          <p14:tracePt t="97732" x="6826250" y="1117600"/>
          <p14:tracePt t="97760" x="6832600" y="1117600"/>
          <p14:tracePt t="97767" x="6838950" y="1117600"/>
          <p14:tracePt t="97788" x="6845300" y="1117600"/>
          <p14:tracePt t="97810" x="6851650" y="1117600"/>
          <p14:tracePt t="97831" x="6858000" y="1117600"/>
          <p14:tracePt t="97837" x="6864350" y="1117600"/>
          <p14:tracePt t="97858" x="6870700" y="1117600"/>
          <p14:tracePt t="97873" x="6883400" y="1117600"/>
          <p14:tracePt t="97882" x="6896100" y="1117600"/>
          <p14:tracePt t="97896" x="6927850" y="1117600"/>
          <p14:tracePt t="97913" x="7004050" y="1104900"/>
          <p14:tracePt t="97929" x="7131050" y="1104900"/>
          <p14:tracePt t="97945" x="7194550" y="1098550"/>
          <p14:tracePt t="97962" x="7258050" y="1098550"/>
          <p14:tracePt t="97979" x="7442200" y="1085850"/>
          <p14:tracePt t="97996" x="7493000" y="1085850"/>
          <p14:tracePt t="97999" x="7531100" y="1085850"/>
          <p14:tracePt t="98015" x="7556500" y="1085850"/>
          <p14:tracePt t="98029" x="7575550" y="1085850"/>
          <p14:tracePt t="98045" x="7600950" y="1085850"/>
          <p14:tracePt t="98063" x="7607300" y="1085850"/>
          <p14:tracePt t="98126" x="7613650" y="1073150"/>
          <p14:tracePt t="98652" x="7524750" y="1066800"/>
          <p14:tracePt t="98666" x="7410450" y="1054100"/>
          <p14:tracePt t="98673" x="7270750" y="1047750"/>
          <p14:tracePt t="98680" x="7092950" y="1035050"/>
          <p14:tracePt t="98696" x="6908800" y="1035050"/>
          <p14:tracePt t="98709" x="6769100" y="1035050"/>
          <p14:tracePt t="98726" x="6521450" y="1035050"/>
          <p14:tracePt t="98744" x="6305550" y="1035050"/>
          <p14:tracePt t="98759" x="6229350" y="1035050"/>
          <p14:tracePt t="98777" x="6153150" y="1022350"/>
          <p14:tracePt t="98793" x="6057900" y="1022350"/>
          <p14:tracePt t="98809" x="6032500" y="1022350"/>
          <p14:tracePt t="98826" x="6019800" y="1016000"/>
          <p14:tracePt t="98891" x="6026150" y="1016000"/>
          <p14:tracePt t="98898" x="6032500" y="1016000"/>
          <p14:tracePt t="98912" x="6045200" y="1016000"/>
          <p14:tracePt t="98928" x="6051550" y="1016000"/>
          <p14:tracePt t="98942" x="6064250" y="1016000"/>
          <p14:tracePt t="98959" x="6083300" y="1016000"/>
          <p14:tracePt t="98976" x="6121400" y="1009650"/>
          <p14:tracePt t="98992" x="6127750" y="996950"/>
          <p14:tracePt t="101713" x="6153150" y="996950"/>
          <p14:tracePt t="101727" x="6184900" y="1003300"/>
          <p14:tracePt t="101741" x="6216650" y="1009650"/>
          <p14:tracePt t="101750" x="6254750" y="1028700"/>
          <p14:tracePt t="101766" x="6299200" y="1047750"/>
          <p14:tracePt t="101783" x="6343650" y="1066800"/>
          <p14:tracePt t="101799" x="6457950" y="1104900"/>
          <p14:tracePt t="101816" x="6483350" y="1111250"/>
          <p14:tracePt t="101833" x="6553200" y="1130300"/>
          <p14:tracePt t="101849" x="6578600" y="1143000"/>
          <p14:tracePt t="101865" x="6597650" y="1143000"/>
          <p14:tracePt t="101882" x="6648450" y="1149350"/>
          <p14:tracePt t="101898" x="6711950" y="1155700"/>
          <p14:tracePt t="101915" x="6737350" y="1155700"/>
          <p14:tracePt t="101932" x="6781800" y="1149350"/>
          <p14:tracePt t="101949" x="6813550" y="1143000"/>
          <p14:tracePt t="101965" x="6826250" y="1136650"/>
          <p14:tracePt t="101981" x="6851650" y="1136650"/>
          <p14:tracePt t="101998" x="6864350" y="1130300"/>
          <p14:tracePt t="102114" x="6870700" y="1130300"/>
          <p14:tracePt t="102142" x="6877050" y="1130300"/>
          <p14:tracePt t="102564" x="6813550" y="1136650"/>
          <p14:tracePt t="102570" x="6699250" y="1168400"/>
          <p14:tracePt t="102579" x="6578600" y="1225550"/>
          <p14:tracePt t="102596" x="6464300" y="1276350"/>
          <p14:tracePt t="102613" x="6216650" y="1365250"/>
          <p14:tracePt t="102629" x="5740400" y="1511300"/>
          <p14:tracePt t="102646" x="5499100" y="1619250"/>
          <p14:tracePt t="102663" x="5010150" y="1816100"/>
          <p14:tracePt t="102679" x="4489450" y="1981200"/>
          <p14:tracePt t="102696" x="4298950" y="2051050"/>
          <p14:tracePt t="102712" x="4044950" y="2127250"/>
          <p14:tracePt t="102729" x="3962400" y="2146300"/>
          <p14:tracePt t="102746" x="3886200" y="2152650"/>
          <p14:tracePt t="102762" x="3848100" y="2152650"/>
          <p14:tracePt t="102796" x="3848100" y="2146300"/>
          <p14:tracePt t="102812" x="3848100" y="2139950"/>
          <p14:tracePt t="102832" x="3854450" y="2133600"/>
          <p14:tracePt t="102845" x="3860800" y="2133600"/>
          <p14:tracePt t="102908" x="3854450" y="2133600"/>
          <p14:tracePt t="103027" x="3860800" y="2133600"/>
          <p14:tracePt t="103048" x="3860800" y="2127250"/>
          <p14:tracePt t="103083" x="3860800" y="2120900"/>
          <p14:tracePt t="103203" x="3867150" y="2114550"/>
          <p14:tracePt t="105390" x="3911600" y="2095500"/>
          <p14:tracePt t="105397" x="3981450" y="2051050"/>
          <p14:tracePt t="105412" x="4070350" y="2025650"/>
          <p14:tracePt t="105420" x="4203700" y="1981200"/>
          <p14:tracePt t="105436" x="4368800" y="1917700"/>
          <p14:tracePt t="105453" x="4724400" y="1771650"/>
          <p14:tracePt t="105469" x="5124450" y="1631950"/>
          <p14:tracePt t="105486" x="5334000" y="1562100"/>
          <p14:tracePt t="105503" x="5683250" y="1435100"/>
          <p14:tracePt t="105519" x="5981700" y="1339850"/>
          <p14:tracePt t="105536" x="6108700" y="1308100"/>
          <p14:tracePt t="105553" x="6330950" y="1244600"/>
          <p14:tracePt t="105569" x="6407150" y="1212850"/>
          <p14:tracePt t="105586" x="6553200" y="1162050"/>
          <p14:tracePt t="105602" x="6661150" y="1136650"/>
          <p14:tracePt t="105619" x="6705600" y="1136650"/>
          <p14:tracePt t="105636" x="6807200" y="1117600"/>
          <p14:tracePt t="105653" x="6870700" y="1104900"/>
          <p14:tracePt t="105668" x="6883400" y="1098550"/>
          <p14:tracePt t="105686" x="6908800" y="1092200"/>
          <p14:tracePt t="105702" x="6927850" y="1092200"/>
          <p14:tracePt t="105719" x="6934200" y="1085850"/>
          <p14:tracePt t="105736" x="6946900" y="1085850"/>
          <p14:tracePt t="105752" x="6959600" y="1079500"/>
          <p14:tracePt t="105786" x="6972300" y="1073150"/>
          <p14:tracePt t="105802" x="6985000" y="1073150"/>
          <p14:tracePt t="105960" x="6985000" y="1079500"/>
          <p14:tracePt t="106395" x="6978650" y="1079500"/>
          <p14:tracePt t="106402" x="6953250" y="1079500"/>
          <p14:tracePt t="106419" x="6921500" y="1079500"/>
          <p14:tracePt t="106433" x="6864350" y="1073150"/>
          <p14:tracePt t="106449" x="6832600" y="1073150"/>
          <p14:tracePt t="106466" x="6775450" y="1073150"/>
          <p14:tracePt t="106483" x="6737350" y="1073150"/>
          <p14:tracePt t="106500" x="6667500" y="1066800"/>
          <p14:tracePt t="106516" x="6591300" y="1066800"/>
          <p14:tracePt t="106533" x="6546850" y="1066800"/>
          <p14:tracePt t="106549" x="6457950" y="1066800"/>
          <p14:tracePt t="106566" x="6375400" y="1073150"/>
          <p14:tracePt t="106582" x="6350000" y="1073150"/>
          <p14:tracePt t="106599" x="6305550" y="1079500"/>
          <p14:tracePt t="106616" x="6286500" y="1079500"/>
          <p14:tracePt t="106632" x="6273800" y="1079500"/>
          <p14:tracePt t="106649" x="6261100" y="1079500"/>
          <p14:tracePt t="106665" x="6248400" y="1079500"/>
          <p14:tracePt t="106698" x="6242050" y="1079500"/>
          <p14:tracePt t="106715" x="6235700" y="1079500"/>
          <p14:tracePt t="106735" x="6235700" y="1085850"/>
          <p14:tracePt t="111039" x="6242050" y="1085850"/>
          <p14:tracePt t="111046" x="6261100" y="1085850"/>
          <p14:tracePt t="111060" x="6280150" y="1085850"/>
          <p14:tracePt t="111070" x="6292850" y="1085850"/>
          <p14:tracePt t="111083" x="6324600" y="1085850"/>
          <p14:tracePt t="111100" x="6343650" y="1085850"/>
          <p14:tracePt t="111117" x="6394450" y="1085850"/>
          <p14:tracePt t="111133" x="6470650" y="1085850"/>
          <p14:tracePt t="111150" x="6508750" y="1085850"/>
          <p14:tracePt t="111166" x="6591300" y="1079500"/>
          <p14:tracePt t="111183" x="6673850" y="1079500"/>
          <p14:tracePt t="111201" x="6737350" y="1079500"/>
          <p14:tracePt t="111217" x="6819900" y="1079500"/>
          <p14:tracePt t="111233" x="6838950" y="1079500"/>
          <p14:tracePt t="115062" x="6832600" y="1079500"/>
          <p14:tracePt t="115076" x="6819900" y="1079500"/>
          <p14:tracePt t="115083" x="6800850" y="1079500"/>
          <p14:tracePt t="115097" x="6781800" y="1079500"/>
          <p14:tracePt t="115106" x="6762750" y="1085850"/>
          <p14:tracePt t="115120" x="6737350" y="1098550"/>
          <p14:tracePt t="115136" x="6667500" y="1117600"/>
          <p14:tracePt t="115154" x="6553200" y="1136650"/>
          <p14:tracePt t="115169" x="6496050" y="1155700"/>
          <p14:tracePt t="115186" x="6419850" y="1174750"/>
          <p14:tracePt t="115203" x="6203950" y="1250950"/>
          <p14:tracePt t="115219" x="6134100" y="1282700"/>
          <p14:tracePt t="115236" x="6064250" y="1301750"/>
          <p14:tracePt t="115252" x="5969000" y="1346200"/>
          <p14:tracePt t="115269" x="5867400" y="1377950"/>
          <p14:tracePt t="115287" x="5803900" y="1416050"/>
          <p14:tracePt t="115302" x="5784850" y="1422400"/>
          <p14:tracePt t="115319" x="5759450" y="1422400"/>
          <p14:tracePt t="115336" x="5740400" y="1428750"/>
          <p14:tracePt t="115352" x="5734050" y="1428750"/>
          <p14:tracePt t="115369" x="5727700" y="1422400"/>
          <p14:tracePt t="115385" x="5715000" y="1409700"/>
          <p14:tracePt t="115402" x="5708650" y="1403350"/>
          <p14:tracePt t="115418" x="5683250" y="1384300"/>
          <p14:tracePt t="115435" x="5664200" y="1371600"/>
          <p14:tracePt t="115452" x="5651500" y="1352550"/>
          <p14:tracePt t="115469" x="5638800" y="1346200"/>
          <p14:tracePt t="115485" x="5607050" y="1314450"/>
          <p14:tracePt t="115502" x="5581650" y="1301750"/>
          <p14:tracePt t="115518" x="5537200" y="1257300"/>
          <p14:tracePt t="115535" x="5511800" y="1219200"/>
          <p14:tracePt t="115551" x="5480050" y="1193800"/>
          <p14:tracePt t="115568" x="5448300" y="1181100"/>
          <p14:tracePt t="115584" x="5422900" y="1174750"/>
          <p14:tracePt t="115601" x="5397500" y="1168400"/>
          <p14:tracePt t="115618" x="5372100" y="1162050"/>
          <p14:tracePt t="115651" x="5353050" y="1155700"/>
          <p14:tracePt t="115667" x="5334000" y="1143000"/>
          <p14:tracePt t="115684" x="5327650" y="1136650"/>
          <p14:tracePt t="115701" x="5321300" y="1136650"/>
          <p14:tracePt t="115718" x="5314950" y="1130300"/>
          <p14:tracePt t="115771" x="5314950" y="1136650"/>
          <p14:tracePt t="116137" x="5289550" y="1143000"/>
          <p14:tracePt t="116151" x="5264150" y="1149350"/>
          <p14:tracePt t="116157" x="5219700" y="1162050"/>
          <p14:tracePt t="116172" x="5181600" y="1174750"/>
          <p14:tracePt t="116182" x="5137150" y="1187450"/>
          <p14:tracePt t="116200" x="5054600" y="1193800"/>
          <p14:tracePt t="116216" x="5029200" y="1200150"/>
          <p14:tracePt t="116232" x="4984750" y="1200150"/>
          <p14:tracePt t="116249" x="4946650" y="1200150"/>
          <p14:tracePt t="116266" x="4921250" y="1200150"/>
          <p14:tracePt t="116282" x="4889500" y="1200150"/>
          <p14:tracePt t="116299" x="4857750" y="1193800"/>
          <p14:tracePt t="116315" x="4851400" y="1193800"/>
          <p14:tracePt t="116332" x="4838700" y="1193800"/>
          <p14:tracePt t="116349" x="4826000" y="1193800"/>
          <p14:tracePt t="116382" x="4819650" y="1193800"/>
          <p14:tracePt t="116432" x="4826000" y="1193800"/>
          <p14:tracePt t="116438" x="4832350" y="1193800"/>
          <p14:tracePt t="116460" x="4838700" y="1193800"/>
          <p14:tracePt t="116468" x="4845050" y="1193800"/>
          <p14:tracePt t="116482" x="4864100" y="1193800"/>
          <p14:tracePt t="116498" x="4883150" y="1193800"/>
          <p14:tracePt t="116515" x="4972050" y="1193800"/>
          <p14:tracePt t="116531" x="5130800" y="1174750"/>
          <p14:tracePt t="116548" x="5219700" y="1162050"/>
          <p14:tracePt t="116565" x="5422900" y="1149350"/>
          <p14:tracePt t="116581" x="5651500" y="1130300"/>
          <p14:tracePt t="116598" x="5765800" y="1130300"/>
          <p14:tracePt t="116601" x="5880100" y="1130300"/>
          <p14:tracePt t="116615" x="5981700" y="1130300"/>
          <p14:tracePt t="116631" x="6172200" y="1130300"/>
          <p14:tracePt t="116648" x="6273800" y="1130300"/>
          <p14:tracePt t="116664" x="6477000" y="1136650"/>
          <p14:tracePt t="116681" x="6680200" y="1155700"/>
          <p14:tracePt t="116698" x="6781800" y="1155700"/>
          <p14:tracePt t="116714" x="6940550" y="1174750"/>
          <p14:tracePt t="116730" x="7029450" y="1174750"/>
          <p14:tracePt t="116748" x="7308850" y="1181100"/>
          <p14:tracePt t="116764" x="7385050" y="1162050"/>
          <p14:tracePt t="116780" x="7454900" y="1149350"/>
          <p14:tracePt t="116797" x="7550150" y="1136650"/>
          <p14:tracePt t="116813" x="7626350" y="1123950"/>
          <p14:tracePt t="116830" x="7670800" y="1117600"/>
          <p14:tracePt t="116847" x="7753350" y="1098550"/>
          <p14:tracePt t="116864" x="7810500" y="1085850"/>
          <p14:tracePt t="116881" x="7823200" y="1079500"/>
          <p14:tracePt t="116897" x="7848600" y="1079500"/>
          <p14:tracePt t="116913" x="7867650" y="1079500"/>
          <p14:tracePt t="116931" x="7874000" y="1079500"/>
          <p14:tracePt t="116946" x="7880350" y="1079500"/>
          <p14:tracePt t="117001" x="7874000" y="1085850"/>
          <p14:tracePt t="117015" x="7867650" y="1085850"/>
          <p14:tracePt t="117021" x="7854950" y="1085850"/>
          <p14:tracePt t="117032" x="7823200" y="1085850"/>
          <p14:tracePt t="117046" x="7804150" y="1085850"/>
          <p14:tracePt t="117063" x="7766050" y="1085850"/>
          <p14:tracePt t="117080" x="7626350" y="1085850"/>
          <p14:tracePt t="117097" x="7353300" y="1104900"/>
          <p14:tracePt t="117100" x="7156450" y="1130300"/>
          <p14:tracePt t="117115" x="6940550" y="1143000"/>
          <p14:tracePt t="117129" x="6661150" y="1143000"/>
          <p14:tracePt t="117146" x="6153150" y="1174750"/>
          <p14:tracePt t="117163" x="5803900" y="1174750"/>
          <p14:tracePt t="117179" x="5715000" y="1168400"/>
          <p14:tracePt t="117197" x="5613400" y="1162050"/>
          <p14:tracePt t="117212" x="5594350" y="1162050"/>
          <p14:tracePt t="117245" x="5607050" y="1162050"/>
          <p14:tracePt t="117262" x="5619750" y="1155700"/>
          <p14:tracePt t="117279" x="5632450" y="1155700"/>
          <p14:tracePt t="117297" x="5657850" y="1155700"/>
          <p14:tracePt t="117312" x="5676900" y="1155700"/>
          <p14:tracePt t="117328" x="5689600" y="1155700"/>
          <p14:tracePt t="117345" x="5721350" y="1155700"/>
          <p14:tracePt t="117362" x="5740400" y="1155700"/>
          <p14:tracePt t="117378" x="5829300" y="1155700"/>
          <p14:tracePt t="117395" x="5981700" y="1155700"/>
          <p14:tracePt t="117411" x="6076950" y="1143000"/>
          <p14:tracePt t="117429" x="6267450" y="1123950"/>
          <p14:tracePt t="117445" x="6508750" y="1104900"/>
          <p14:tracePt t="117461" x="6667500" y="1092200"/>
          <p14:tracePt t="117479" x="6921500" y="1073150"/>
          <p14:tracePt t="117494" x="7124700" y="1047750"/>
          <p14:tracePt t="117511" x="7213600" y="1047750"/>
          <p14:tracePt t="117528" x="7327900" y="1041400"/>
          <p14:tracePt t="117544" x="7391400" y="1041400"/>
          <p14:tracePt t="117561" x="7404100" y="1041400"/>
          <p14:tracePt t="117577" x="7410450" y="1041400"/>
          <p14:tracePt t="117594" x="7410450" y="1047750"/>
          <p14:tracePt t="117611" x="7404100" y="1047750"/>
          <p14:tracePt t="117628" x="7391400" y="1054100"/>
          <p14:tracePt t="117644" x="7385050" y="1060450"/>
          <p14:tracePt t="117661" x="7372350" y="1060450"/>
          <p14:tracePt t="117677" x="7366000" y="1060450"/>
          <p14:tracePt t="117920" x="7302500" y="1060450"/>
          <p14:tracePt t="117928" x="7188200" y="1104900"/>
          <p14:tracePt t="117934" x="7067550" y="1143000"/>
          <p14:tracePt t="117949" x="6902450" y="1193800"/>
          <p14:tracePt t="117959" x="6718300" y="1244600"/>
          <p14:tracePt t="117977" x="6292850" y="1403350"/>
          <p14:tracePt t="117993" x="6083300" y="1454150"/>
          <p14:tracePt t="118010" x="5600700" y="1574800"/>
          <p14:tracePt t="118026" x="5270500" y="1644650"/>
          <p14:tracePt t="118043" x="5118100" y="1682750"/>
          <p14:tracePt t="118059" x="4838700" y="1746250"/>
          <p14:tracePt t="118076" x="4616450" y="1809750"/>
          <p14:tracePt t="118092" x="4533900" y="1828800"/>
          <p14:tracePt t="118109" x="4425950" y="1866900"/>
          <p14:tracePt t="118126" x="4375150" y="1905000"/>
          <p14:tracePt t="118142" x="4349750" y="1911350"/>
          <p14:tracePt t="118160" x="4343400" y="1924050"/>
          <p14:tracePt t="118175" x="4337050" y="1924050"/>
          <p14:tracePt t="118192" x="4343400" y="1924050"/>
          <p14:tracePt t="118209" x="4356100" y="1924050"/>
          <p14:tracePt t="118225" x="4362450" y="1924050"/>
          <p14:tracePt t="118242" x="4387850" y="1917700"/>
          <p14:tracePt t="118259" x="4394200" y="1917700"/>
          <p14:tracePt t="118275" x="4400550" y="1911350"/>
          <p14:tracePt t="118292" x="4413250" y="1898650"/>
          <p14:tracePt t="118308" x="4419600" y="1892300"/>
          <p14:tracePt t="118325" x="4419600" y="1885950"/>
          <p14:tracePt t="118342" x="4425950" y="1885950"/>
          <p14:tracePt t="118358" x="4425950" y="1866900"/>
          <p14:tracePt t="118375" x="4425950" y="1860550"/>
          <p14:tracePt t="118391" x="4425950" y="1847850"/>
          <p14:tracePt t="118408" x="4425950" y="1828800"/>
          <p14:tracePt t="118425" x="4432300" y="1822450"/>
          <p14:tracePt t="118441" x="4438650" y="1797050"/>
          <p14:tracePt t="118458" x="4445000" y="1771650"/>
          <p14:tracePt t="118475" x="4464050" y="1739900"/>
          <p14:tracePt t="118491" x="4470400" y="1708150"/>
          <p14:tracePt t="118508" x="4495800" y="1676400"/>
          <p14:tracePt t="118525" x="4533900" y="1612900"/>
          <p14:tracePt t="118541" x="4578350" y="1524000"/>
          <p14:tracePt t="118558" x="4597400" y="1492250"/>
          <p14:tracePt t="118574" x="4622800" y="1447800"/>
          <p14:tracePt t="118591" x="4641850" y="1403350"/>
          <p14:tracePt t="118608" x="4660900" y="1384300"/>
          <p14:tracePt t="118611" x="4667250" y="1365250"/>
          <p14:tracePt t="118624" x="4679950" y="1352550"/>
          <p14:tracePt t="118641" x="4699000" y="1327150"/>
          <p14:tracePt t="118658" x="4705350" y="1327150"/>
          <p14:tracePt t="118673" x="4711700" y="1327150"/>
          <p14:tracePt t="118690" x="4730750" y="1327150"/>
          <p14:tracePt t="118708" x="4775200" y="1327150"/>
          <p14:tracePt t="118723" x="4813300" y="1327150"/>
          <p14:tracePt t="118740" x="4902200" y="1327150"/>
          <p14:tracePt t="118757" x="5022850" y="1314450"/>
          <p14:tracePt t="118773" x="5099050" y="1308100"/>
          <p14:tracePt t="118790" x="5187950" y="1295400"/>
          <p14:tracePt t="118807" x="5473700" y="1263650"/>
          <p14:tracePt t="118824" x="5562600" y="1257300"/>
          <p14:tracePt t="118841" x="5715000" y="1238250"/>
          <p14:tracePt t="118856" x="5791200" y="1225550"/>
          <p14:tracePt t="118873" x="5949950" y="1219200"/>
          <p14:tracePt t="118890" x="6102350" y="1200150"/>
          <p14:tracePt t="118906" x="6172200" y="1181100"/>
          <p14:tracePt t="118923" x="6273800" y="1168400"/>
          <p14:tracePt t="118940" x="6343650" y="1168400"/>
          <p14:tracePt t="118956" x="6369050" y="1168400"/>
          <p14:tracePt t="118973" x="6426200" y="1168400"/>
          <p14:tracePt t="118989" x="6496050" y="1168400"/>
          <p14:tracePt t="119006" x="6521450" y="1168400"/>
          <p14:tracePt t="119023" x="6591300" y="1168400"/>
          <p14:tracePt t="119039" x="6648450" y="1162050"/>
          <p14:tracePt t="119056" x="6680200" y="1155700"/>
          <p14:tracePt t="119073" x="6731000" y="1149350"/>
          <p14:tracePt t="119089" x="6769100" y="1143000"/>
          <p14:tracePt t="119106" x="6788150" y="1136650"/>
          <p14:tracePt t="119109" x="6800850" y="1130300"/>
          <p14:tracePt t="119125" x="6813550" y="1130300"/>
          <p14:tracePt t="119139" x="6826250" y="1117600"/>
          <p14:tracePt t="119156" x="6851650" y="1111250"/>
          <p14:tracePt t="119172" x="6864350" y="1111250"/>
          <p14:tracePt t="119189" x="6870700" y="1111250"/>
          <p14:tracePt t="119206" x="6883400" y="1111250"/>
          <p14:tracePt t="119530" x="6870700" y="1111250"/>
          <p14:tracePt t="119551" x="6864350" y="1111250"/>
          <p14:tracePt t="119565" x="6858000" y="1111250"/>
          <p14:tracePt t="119579" x="6845300" y="1111250"/>
          <p14:tracePt t="119593" x="6832600" y="1111250"/>
          <p14:tracePt t="119604" x="6813550" y="1111250"/>
          <p14:tracePt t="119622" x="6731000" y="1123950"/>
          <p14:tracePt t="119638" x="6654800" y="1143000"/>
          <p14:tracePt t="119654" x="6464300" y="1174750"/>
          <p14:tracePt t="119671" x="6184900" y="1250950"/>
          <p14:tracePt t="119687" x="5975350" y="1308100"/>
          <p14:tracePt t="119704" x="5759450" y="1390650"/>
          <p14:tracePt t="119720" x="5137150" y="1644650"/>
          <p14:tracePt t="119737" x="4940300" y="1746250"/>
          <p14:tracePt t="119754" x="4641850" y="1892300"/>
          <p14:tracePt t="119770" x="4540250" y="1943100"/>
          <p14:tracePt t="119788" x="4375150" y="2012950"/>
          <p14:tracePt t="119804" x="4267200" y="2051050"/>
          <p14:tracePt t="119820" x="4229100" y="2057400"/>
          <p14:tracePt t="119837" x="4159250" y="2076450"/>
          <p14:tracePt t="119853" x="4095750" y="2089150"/>
          <p14:tracePt t="119870" x="4076700" y="2095500"/>
          <p14:tracePt t="119886" x="4051300" y="2101850"/>
          <p14:tracePt t="119903" x="4025900" y="2108200"/>
          <p14:tracePt t="119920" x="4019550" y="2108200"/>
          <p14:tracePt t="119937" x="4006850" y="2108200"/>
          <p14:tracePt t="119953" x="3994150" y="2108200"/>
          <p14:tracePt t="119970" x="3987800" y="2108200"/>
          <p14:tracePt t="119986" x="3975100" y="2108200"/>
          <p14:tracePt t="120002" x="3949700" y="2108200"/>
          <p14:tracePt t="120019" x="3930650" y="2108200"/>
          <p14:tracePt t="120036" x="3898900" y="2108200"/>
          <p14:tracePt t="120053" x="3873500" y="2108200"/>
          <p14:tracePt t="120070" x="3803650" y="2101850"/>
          <p14:tracePt t="120086" x="3689350" y="2101850"/>
          <p14:tracePt t="120103" x="3625850" y="2101850"/>
          <p14:tracePt t="120107" x="3556000" y="2095500"/>
          <p14:tracePt t="120120" x="3505200" y="2082800"/>
          <p14:tracePt t="120135" x="3384550" y="2057400"/>
          <p14:tracePt t="120152" x="3333750" y="2051050"/>
          <p14:tracePt t="120169" x="3270250" y="2025650"/>
          <p14:tracePt t="120185" x="3225800" y="2006600"/>
          <p14:tracePt t="120202" x="3213100" y="2000250"/>
          <p14:tracePt t="120219" x="3194050" y="1981200"/>
          <p14:tracePt t="120235" x="3181350" y="1962150"/>
          <p14:tracePt t="120252" x="3181350" y="1949450"/>
          <p14:tracePt t="120269" x="3181350" y="1930400"/>
          <p14:tracePt t="120285" x="3181350" y="1924050"/>
          <p14:tracePt t="120303" x="3175000" y="1917700"/>
          <p14:tracePt t="120335" x="3175000" y="1911350"/>
          <p14:tracePt t="120352" x="3175000" y="1898650"/>
          <p14:tracePt t="120388" x="3175000" y="1892300"/>
          <p14:tracePt t="120422" x="3181350" y="1892300"/>
          <p14:tracePt t="120443" x="3187700" y="1892300"/>
          <p14:tracePt t="120464" x="3194050" y="1892300"/>
          <p14:tracePt t="120486" x="3200400" y="1892300"/>
          <p14:tracePt t="120492" x="3206750" y="1892300"/>
          <p14:tracePt t="120506" x="3213100" y="1892300"/>
          <p14:tracePt t="120517" x="3213100" y="1898650"/>
          <p14:tracePt t="120534" x="3238500" y="1905000"/>
          <p14:tracePt t="120551" x="3257550" y="1905000"/>
          <p14:tracePt t="120567" x="3340100" y="1917700"/>
          <p14:tracePt t="120584" x="3448050" y="1936750"/>
          <p14:tracePt t="120601" x="3517900" y="1949450"/>
          <p14:tracePt t="120604" x="3594100" y="1955800"/>
          <p14:tracePt t="120620" x="3657600" y="1968500"/>
          <p14:tracePt t="120633" x="3797300" y="1974850"/>
          <p14:tracePt t="120650" x="3867150" y="1987550"/>
          <p14:tracePt t="120668" x="3994150" y="1993900"/>
          <p14:tracePt t="120683" x="4057650" y="1993900"/>
          <p14:tracePt t="120700" x="4178300" y="2006600"/>
          <p14:tracePt t="120717" x="4279900" y="2006600"/>
          <p14:tracePt t="120733" x="4318000" y="2006600"/>
          <p14:tracePt t="120750" x="4400550" y="2012950"/>
          <p14:tracePt t="120767" x="4483100" y="2012950"/>
          <p14:tracePt t="120783" x="4521200" y="2012950"/>
          <p14:tracePt t="120800" x="4603750" y="1987550"/>
          <p14:tracePt t="120817" x="4660900" y="1968500"/>
          <p14:tracePt t="120833" x="4692650" y="1968500"/>
          <p14:tracePt t="120850" x="4730750" y="1962150"/>
          <p14:tracePt t="120866" x="4756150" y="1962150"/>
          <p14:tracePt t="120883" x="4762500" y="1962150"/>
          <p14:tracePt t="120900" x="4768850" y="1968500"/>
          <p14:tracePt t="120916" x="4775200" y="1968500"/>
          <p14:tracePt t="121621" x="4794250" y="1962150"/>
          <p14:tracePt t="121627" x="4832350" y="1955800"/>
          <p14:tracePt t="121642" x="4876800" y="1936750"/>
          <p14:tracePt t="121650" x="4921250" y="1930400"/>
          <p14:tracePt t="121665" x="4946650" y="1924050"/>
          <p14:tracePt t="121680" x="5003800" y="1898650"/>
          <p14:tracePt t="121698" x="5022850" y="1892300"/>
          <p14:tracePt t="121713" x="5054600" y="1879600"/>
          <p14:tracePt t="121730" x="5080000" y="1866900"/>
          <p14:tracePt t="121748" x="5118100" y="1860550"/>
          <p14:tracePt t="121763" x="5124450" y="1860550"/>
          <p14:tracePt t="121780" x="5137150" y="1854200"/>
          <p14:tracePt t="121797" x="5168900" y="1854200"/>
          <p14:tracePt t="121813" x="5181600" y="1847850"/>
          <p14:tracePt t="121830" x="5187950" y="1841500"/>
          <p14:tracePt t="121846" x="5213350" y="1841500"/>
          <p14:tracePt t="121863" x="5226050" y="1835150"/>
          <p14:tracePt t="121880" x="5238750" y="1835150"/>
          <p14:tracePt t="121896" x="5264150" y="1835150"/>
          <p14:tracePt t="121913" x="5283200" y="1835150"/>
          <p14:tracePt t="121930" x="5289550" y="1835150"/>
          <p14:tracePt t="121946" x="5302250" y="1835150"/>
          <p14:tracePt t="121962" x="5308600" y="1835150"/>
          <p14:tracePt t="121979" x="5321300" y="1835150"/>
          <p14:tracePt t="121996" x="5327650" y="1841500"/>
          <p14:tracePt t="122029" x="5334000" y="1841500"/>
          <p14:tracePt t="122050" x="5340350" y="1841500"/>
          <p14:tracePt t="122085" x="5346700" y="1841500"/>
          <p14:tracePt t="122091" x="5353050" y="1841500"/>
          <p14:tracePt t="122099" x="5353050" y="1835150"/>
          <p14:tracePt t="122112" x="5359400" y="1835150"/>
          <p14:tracePt t="122564" x="5372100" y="1835150"/>
          <p14:tracePt t="122586" x="5391150" y="1835150"/>
          <p14:tracePt t="122592" x="5403850" y="1828800"/>
          <p14:tracePt t="122606" x="5416550" y="1822450"/>
          <p14:tracePt t="122613" x="5429250" y="1816100"/>
          <p14:tracePt t="122628" x="5448300" y="1809750"/>
          <p14:tracePt t="122643" x="5486400" y="1803400"/>
          <p14:tracePt t="122660" x="5505450" y="1797050"/>
          <p14:tracePt t="122677" x="5556250" y="1790700"/>
          <p14:tracePt t="122693" x="5638800" y="1771650"/>
          <p14:tracePt t="122710" x="5695950" y="1765300"/>
          <p14:tracePt t="122727" x="5797550" y="1746250"/>
          <p14:tracePt t="122744" x="5905500" y="1733550"/>
          <p14:tracePt t="122760" x="5943600" y="1733550"/>
          <p14:tracePt t="122776" x="6038850" y="1727200"/>
          <p14:tracePt t="122793" x="6096000" y="1727200"/>
          <p14:tracePt t="122810" x="6159500" y="1727200"/>
          <p14:tracePt t="122826" x="6197600" y="1727200"/>
          <p14:tracePt t="122843" x="6229350" y="1720850"/>
          <p14:tracePt t="122860" x="6299200" y="1714500"/>
          <p14:tracePt t="122876" x="6356350" y="1695450"/>
          <p14:tracePt t="122892" x="6381750" y="1695450"/>
          <p14:tracePt t="122909" x="6432550" y="1682750"/>
          <p14:tracePt t="122926" x="6483350" y="1682750"/>
          <p14:tracePt t="122943" x="6508750" y="1682750"/>
          <p14:tracePt t="122959" x="6559550" y="1682750"/>
          <p14:tracePt t="122976" x="6629400" y="1676400"/>
          <p14:tracePt t="122993" x="6654800" y="1676400"/>
          <p14:tracePt t="123008" x="6731000" y="1676400"/>
          <p14:tracePt t="123025" x="6775450" y="1676400"/>
          <p14:tracePt t="123043" x="6851650" y="1676400"/>
          <p14:tracePt t="123059" x="6870700" y="1676400"/>
          <p14:tracePt t="123076" x="6889750" y="1676400"/>
          <p14:tracePt t="123092" x="6934200" y="1676400"/>
          <p14:tracePt t="123108" x="6946900" y="1682750"/>
          <p14:tracePt t="123125" x="6972300" y="1689100"/>
          <p14:tracePt t="123142" x="7010400" y="1701800"/>
          <p14:tracePt t="123159" x="7023100" y="1714500"/>
          <p14:tracePt t="123176" x="7048500" y="1720850"/>
          <p14:tracePt t="123191" x="7061200" y="1727200"/>
          <p14:tracePt t="123208" x="7080250" y="1733550"/>
          <p14:tracePt t="123225" x="7105650" y="1752600"/>
          <p14:tracePt t="123241" x="7118350" y="1758950"/>
          <p14:tracePt t="123258" x="7137400" y="1784350"/>
          <p14:tracePt t="123275" x="7156450" y="1803400"/>
          <p14:tracePt t="123291" x="7169150" y="1809750"/>
          <p14:tracePt t="123308" x="7175500" y="1809750"/>
          <p14:tracePt t="123325" x="7188200" y="1822450"/>
          <p14:tracePt t="123341" x="7188200" y="1828800"/>
          <p14:tracePt t="123358" x="7188200" y="1835150"/>
          <p14:tracePt t="123374" x="7194550" y="1835150"/>
          <p14:tracePt t="123408" x="7194550" y="1841500"/>
          <p14:tracePt t="123436" x="7194550" y="1847850"/>
          <p14:tracePt t="129139" x="7181850" y="1847850"/>
          <p14:tracePt t="129146" x="7156450" y="1847850"/>
          <p14:tracePt t="129154" x="7137400" y="1847850"/>
          <p14:tracePt t="129171" x="7105650" y="1847850"/>
          <p14:tracePt t="129188" x="7016750" y="1835150"/>
          <p14:tracePt t="129204" x="6921500" y="1822450"/>
          <p14:tracePt t="129221" x="6832600" y="1822450"/>
          <p14:tracePt t="129237" x="6673850" y="1828800"/>
          <p14:tracePt t="129254" x="6584950" y="1835150"/>
          <p14:tracePt t="129270" x="6515100" y="1854200"/>
          <p14:tracePt t="129287" x="6438900" y="1854200"/>
          <p14:tracePt t="129304" x="6394450" y="1854200"/>
          <p14:tracePt t="129321" x="6350000" y="1854200"/>
          <p14:tracePt t="129337" x="6330950" y="1854200"/>
          <p14:tracePt t="129353" x="6324600" y="1854200"/>
          <p14:tracePt t="129371" x="6311900" y="1854200"/>
          <p14:tracePt t="129387" x="6305550" y="1854200"/>
          <p14:tracePt t="129403" x="6292850" y="1847850"/>
          <p14:tracePt t="129420" x="6286500" y="1841500"/>
          <p14:tracePt t="129437" x="6280150" y="1841500"/>
          <p14:tracePt t="129454" x="6267450" y="1841500"/>
          <p14:tracePt t="129470" x="6248400" y="1841500"/>
          <p14:tracePt t="129487" x="6242050" y="1828800"/>
          <p14:tracePt t="129504" x="6216650" y="1822450"/>
          <p14:tracePt t="129520" x="6203950" y="1822450"/>
          <p14:tracePt t="129537" x="6178550" y="1822450"/>
          <p14:tracePt t="129553" x="6134100" y="1841500"/>
          <p14:tracePt t="129569" x="6083300" y="1841500"/>
          <p14:tracePt t="129586" x="6026150" y="1854200"/>
          <p14:tracePt t="129603" x="5937250" y="1860550"/>
          <p14:tracePt t="129619" x="5880100" y="1860550"/>
          <p14:tracePt t="129636" x="5829300" y="1860550"/>
          <p14:tracePt t="129639" x="5810250" y="1860550"/>
          <p14:tracePt t="129652" x="5778500" y="1860550"/>
          <p14:tracePt t="129669" x="5740400" y="1860550"/>
          <p14:tracePt t="129687" x="5695950" y="1854200"/>
          <p14:tracePt t="129702" x="5670550" y="1847850"/>
          <p14:tracePt t="129719" x="5645150" y="1847850"/>
          <p14:tracePt t="129736" x="5626100" y="1841500"/>
          <p14:tracePt t="129752" x="5613400" y="1835150"/>
          <p14:tracePt t="129769" x="5594350" y="1828800"/>
          <p14:tracePt t="129786" x="5581650" y="1822450"/>
          <p14:tracePt t="129802" x="5568950" y="1816100"/>
          <p14:tracePt t="129819" x="5562600" y="1803400"/>
          <p14:tracePt t="129835" x="5543550" y="1784350"/>
          <p14:tracePt t="129852" x="5530850" y="1784350"/>
          <p14:tracePt t="129870" x="5518150" y="1771650"/>
          <p14:tracePt t="129885" x="5511800" y="1771650"/>
          <p14:tracePt t="129902" x="5505450" y="1765300"/>
          <p14:tracePt t="129919" x="5505450" y="1758950"/>
          <p14:tracePt t="130003" x="5511800" y="1758950"/>
          <p14:tracePt t="130010" x="5518150" y="1758950"/>
          <p14:tracePt t="130024" x="5524500" y="1758950"/>
          <p14:tracePt t="130894" x="5543550" y="1758950"/>
          <p14:tracePt t="130901" x="5575300" y="1752600"/>
          <p14:tracePt t="130915" x="5645150" y="1727200"/>
          <p14:tracePt t="130931" x="5715000" y="1701800"/>
          <p14:tracePt t="130948" x="5791200" y="1676400"/>
          <p14:tracePt t="130965" x="5899150" y="1625600"/>
          <p14:tracePt t="130982" x="5994400" y="1593850"/>
          <p14:tracePt t="130999" x="6134100" y="1549400"/>
          <p14:tracePt t="131015" x="6242050" y="1524000"/>
          <p14:tracePt t="131031" x="6318250" y="1492250"/>
          <p14:tracePt t="131048" x="6394450" y="1466850"/>
          <p14:tracePt t="131065" x="6445250" y="1447800"/>
          <p14:tracePt t="131081" x="6515100" y="1435100"/>
          <p14:tracePt t="131099" x="6584950" y="1422400"/>
          <p14:tracePt t="131115" x="6610350" y="1416050"/>
          <p14:tracePt t="131131" x="6661150" y="1416050"/>
          <p14:tracePt t="131147" x="6711950" y="1409700"/>
          <p14:tracePt t="131164" x="6743700" y="1403350"/>
          <p14:tracePt t="131168" x="6769100" y="1397000"/>
          <p14:tracePt t="131183" x="6781800" y="1390650"/>
          <p14:tracePt t="131197" x="6807200" y="1390650"/>
          <p14:tracePt t="131214" x="6819900" y="1384300"/>
          <p14:tracePt t="131231" x="6845300" y="1371600"/>
          <p14:tracePt t="131247" x="6858000" y="1371600"/>
          <p14:tracePt t="131264" x="6870700" y="1365250"/>
          <p14:tracePt t="131281" x="6883400" y="1358900"/>
          <p14:tracePt t="131297" x="6896100" y="1352550"/>
          <p14:tracePt t="131313" x="6908800" y="1346200"/>
          <p14:tracePt t="131330" x="6921500" y="1339850"/>
          <p14:tracePt t="131347" x="6927850" y="1339850"/>
          <p14:tracePt t="131364" x="6946900" y="1339850"/>
          <p14:tracePt t="131380" x="6953250" y="1339850"/>
          <p14:tracePt t="131396" x="6959600" y="1339850"/>
          <p14:tracePt t="131414" x="6965950" y="1339850"/>
          <p14:tracePt t="131446" x="6972300" y="1346200"/>
          <p14:tracePt t="131463" x="6985000" y="1365250"/>
          <p14:tracePt t="131480" x="6997700" y="1384300"/>
          <p14:tracePt t="131497" x="7010400" y="1409700"/>
          <p14:tracePt t="131513" x="7029450" y="1460500"/>
          <p14:tracePt t="131529" x="7042150" y="1498600"/>
          <p14:tracePt t="131547" x="7054850" y="1555750"/>
          <p14:tracePt t="131562" x="7061200" y="1587500"/>
          <p14:tracePt t="131579" x="7061200" y="1612900"/>
          <p14:tracePt t="131597" x="7061200" y="1644650"/>
          <p14:tracePt t="131613" x="7061200" y="1657350"/>
          <p14:tracePt t="131629" x="7061200" y="1663700"/>
          <p14:tracePt t="131646" x="7061200" y="1676400"/>
          <p14:tracePt t="131662" x="7054850" y="1682750"/>
          <p14:tracePt t="131679" x="7054850" y="1689100"/>
          <p14:tracePt t="131696" x="7048500" y="1689100"/>
          <p14:tracePt t="131730" x="7048500" y="1695450"/>
          <p14:tracePt t="131779" x="7048500" y="1701800"/>
          <p14:tracePt t="131786" x="7054850" y="1708150"/>
          <p14:tracePt t="131800" x="7054850" y="1714500"/>
          <p14:tracePt t="131829" x="7054850" y="1720850"/>
          <p14:tracePt t="131849" x="7061200" y="1733550"/>
          <p14:tracePt t="131870" x="7067550" y="1739900"/>
          <p14:tracePt t="131892" x="7073900" y="1739900"/>
          <p14:tracePt t="131898" x="7073900" y="1746250"/>
          <p14:tracePt t="131911" x="7073900" y="1752600"/>
          <p14:tracePt t="131928" x="7080250" y="1758950"/>
          <p14:tracePt t="131944" x="7086600" y="1765300"/>
          <p14:tracePt t="131962" x="7092950" y="1778000"/>
          <p14:tracePt t="131978" x="7099300" y="1784350"/>
          <p14:tracePt t="132011" x="7099300" y="1790700"/>
          <p14:tracePt t="132038" x="7099300" y="1797050"/>
          <p14:tracePt t="132068" x="7105650" y="1803400"/>
          <p14:tracePt t="132088" x="7105650" y="1809750"/>
          <p14:tracePt t="132130" x="7099300" y="1809750"/>
          <p14:tracePt t="132137" x="7092950" y="1809750"/>
          <p14:tracePt t="132147" x="7080250" y="1809750"/>
          <p14:tracePt t="132160" x="7035800" y="1809750"/>
          <p14:tracePt t="132177" x="6978650" y="1809750"/>
          <p14:tracePt t="132194" x="6851650" y="1797050"/>
          <p14:tracePt t="132210" x="6711950" y="1797050"/>
          <p14:tracePt t="132227" x="6546850" y="1797050"/>
          <p14:tracePt t="132244" x="6292850" y="1803400"/>
          <p14:tracePt t="132260" x="6134100" y="1816100"/>
          <p14:tracePt t="132277" x="5930900" y="1835150"/>
          <p14:tracePt t="132293" x="5835650" y="1835150"/>
          <p14:tracePt t="132310" x="5778500" y="1841500"/>
          <p14:tracePt t="132327" x="5740400" y="1841500"/>
          <p14:tracePt t="132343" x="5702300" y="1841500"/>
          <p14:tracePt t="132360" x="5683250" y="1841500"/>
          <p14:tracePt t="132376" x="5676900" y="1835150"/>
          <p14:tracePt t="132393" x="5670550" y="1828800"/>
          <p14:tracePt t="132426" x="5670550" y="1822450"/>
          <p14:tracePt t="132510" x="5664200" y="1822450"/>
          <p14:tracePt t="132531" x="5657850" y="1816100"/>
          <p14:tracePt t="132552" x="5651500" y="1816100"/>
          <p14:tracePt t="132560" x="5645150" y="1816100"/>
          <p14:tracePt t="132615" x="5651500" y="1816100"/>
          <p14:tracePt t="132629" x="5664200" y="1816100"/>
          <p14:tracePt t="132636" x="5670550" y="1816100"/>
          <p14:tracePt t="132645" x="5676900" y="1816100"/>
          <p14:tracePt t="132659" x="5689600" y="1816100"/>
          <p14:tracePt t="132676" x="5734050" y="1816100"/>
          <p14:tracePt t="132693" x="5861050" y="1816100"/>
          <p14:tracePt t="132709" x="6007100" y="1803400"/>
          <p14:tracePt t="132725" x="6197600" y="1797050"/>
          <p14:tracePt t="132742" x="6502400" y="1778000"/>
          <p14:tracePt t="132758" x="6680200" y="1778000"/>
          <p14:tracePt t="132775" x="6845300" y="1765300"/>
          <p14:tracePt t="132792" x="7029450" y="1752600"/>
          <p14:tracePt t="132808" x="7092950" y="1752600"/>
          <p14:tracePt t="132826" x="7131050" y="1752600"/>
          <p14:tracePt t="132841" x="7156450" y="1752600"/>
          <p14:tracePt t="132858" x="7162800" y="1752600"/>
          <p14:tracePt t="132875" x="7169150" y="1752600"/>
          <p14:tracePt t="132891" x="7175500" y="1752600"/>
          <p14:tracePt t="132927" x="7175500" y="1758950"/>
          <p14:tracePt t="132974" x="7169150" y="1758950"/>
          <p14:tracePt t="133044" x="7162800" y="1758950"/>
          <p14:tracePt t="133051" x="7156450" y="1758950"/>
          <p14:tracePt t="133086" x="7150100" y="1758950"/>
          <p14:tracePt t="133437" x="7150100" y="1752600"/>
          <p14:tracePt t="133529" x="7150100" y="1746250"/>
          <p14:tracePt t="133543" x="7150100" y="1739900"/>
          <p14:tracePt t="133557" x="7143750" y="1733550"/>
          <p14:tracePt t="133578" x="7143750" y="1727200"/>
          <p14:tracePt t="133585" x="7137400" y="1720850"/>
          <p14:tracePt t="133592" x="7137400" y="1714500"/>
          <p14:tracePt t="133609" x="7131050" y="1714500"/>
          <p14:tracePt t="133622" x="7124700" y="1701800"/>
          <p14:tracePt t="133639" x="7118350" y="1663700"/>
          <p14:tracePt t="133656" x="7105650" y="1593850"/>
          <p14:tracePt t="133672" x="7086600" y="1543050"/>
          <p14:tracePt t="133688" x="7054850" y="1409700"/>
          <p14:tracePt t="133705" x="7029450" y="1276350"/>
          <p14:tracePt t="133722" x="7010400" y="1206500"/>
          <p14:tracePt t="133739" x="6972300" y="1098550"/>
          <p14:tracePt t="133755" x="6946900" y="1028700"/>
          <p14:tracePt t="133772" x="6940550" y="996950"/>
          <p14:tracePt t="133789" x="6934200" y="971550"/>
          <p14:tracePt t="133805" x="6927850" y="920750"/>
          <p14:tracePt t="133821" x="6908800" y="882650"/>
          <p14:tracePt t="133839" x="6902450" y="850900"/>
          <p14:tracePt t="133855" x="6896100" y="838200"/>
          <p14:tracePt t="133871" x="6889750" y="787400"/>
          <p14:tracePt t="133888" x="6870700" y="736600"/>
          <p14:tracePt t="133905" x="6864350" y="711200"/>
          <p14:tracePt t="133921" x="6838950" y="666750"/>
          <p14:tracePt t="133938" x="6813550" y="641350"/>
          <p14:tracePt t="133956" x="6800850" y="635000"/>
          <p14:tracePt t="133971" x="6781800" y="615950"/>
          <p14:tracePt t="133987" x="6762750" y="615950"/>
          <p14:tracePt t="134021" x="6756400" y="615950"/>
          <p14:tracePt t="134038" x="6756400" y="622300"/>
          <p14:tracePt t="134054" x="6756400" y="635000"/>
          <p14:tracePt t="134071" x="6756400" y="654050"/>
          <p14:tracePt t="134087" x="6756400" y="660400"/>
          <p14:tracePt t="134104" x="6756400" y="673100"/>
          <p14:tracePt t="134121" x="6756400" y="679450"/>
          <p14:tracePt t="134137" x="6756400" y="685800"/>
          <p14:tracePt t="134154" x="6756400" y="698500"/>
          <p14:tracePt t="134170" x="6756400" y="704850"/>
          <p14:tracePt t="134187" x="6756400" y="711200"/>
          <p14:tracePt t="134204" x="6750050" y="723900"/>
          <p14:tracePt t="134220" x="6737350" y="736600"/>
          <p14:tracePt t="134237" x="6731000" y="742950"/>
          <p14:tracePt t="134254" x="6711950" y="781050"/>
          <p14:tracePt t="134270" x="6692900" y="812800"/>
          <p14:tracePt t="134287" x="6686550" y="825500"/>
          <p14:tracePt t="134303" x="6673850" y="857250"/>
          <p14:tracePt t="134320" x="6673850" y="876300"/>
          <p14:tracePt t="134338" x="6673850" y="889000"/>
          <p14:tracePt t="134353" x="6680200" y="889000"/>
          <p14:tracePt t="134370" x="6686550" y="895350"/>
          <p14:tracePt t="134386" x="6692900" y="901700"/>
          <p14:tracePt t="134403" x="6699250" y="908050"/>
          <p14:tracePt t="134419" x="6705600" y="908050"/>
          <p14:tracePt t="134478" x="6711950" y="914400"/>
          <p14:tracePt t="134499" x="6718300" y="920750"/>
          <p14:tracePt t="134527" x="6724650" y="927100"/>
          <p14:tracePt t="134547" x="6731000" y="933450"/>
          <p14:tracePt t="134583" x="6737350" y="939800"/>
          <p14:tracePt t="134590" x="6743700" y="939800"/>
          <p14:tracePt t="134620" x="6750050" y="946150"/>
          <p14:tracePt t="134632" x="6756400" y="946150"/>
          <p14:tracePt t="134639" x="6769100" y="952500"/>
          <p14:tracePt t="134655" x="6781800" y="958850"/>
          <p14:tracePt t="134668" x="6826250" y="984250"/>
          <p14:tracePt t="134685" x="6851650" y="990600"/>
          <p14:tracePt t="134703" x="6915150" y="1009650"/>
          <p14:tracePt t="134718" x="6953250" y="1022350"/>
          <p14:tracePt t="134735" x="7029450" y="1047750"/>
          <p14:tracePt t="134752" x="7137400" y="1073150"/>
          <p14:tracePt t="134768" x="7188200" y="1079500"/>
          <p14:tracePt t="134788" x="7308850" y="1111250"/>
          <p14:tracePt t="134801" x="7429500" y="1136650"/>
          <p14:tracePt t="134818" x="7499350" y="1155700"/>
          <p14:tracePt t="134835" x="7632700" y="1187450"/>
          <p14:tracePt t="134852" x="7721600" y="1200150"/>
          <p14:tracePt t="134868" x="7766050" y="1212850"/>
          <p14:tracePt t="134885" x="7816850" y="1219200"/>
          <p14:tracePt t="134901" x="7842250" y="1225550"/>
          <p14:tracePt t="134918" x="7848600" y="1225550"/>
          <p14:tracePt t="134951" x="7848600" y="1219200"/>
          <p14:tracePt t="134985" x="7842250" y="1219200"/>
          <p14:tracePt t="134991" x="7829550" y="1219200"/>
          <p14:tracePt t="135005" x="7816850" y="1219200"/>
          <p14:tracePt t="135017" x="7804150" y="1219200"/>
          <p14:tracePt t="135034" x="7753350" y="1219200"/>
          <p14:tracePt t="135050" x="7727950" y="1212850"/>
          <p14:tracePt t="135068" x="7607300" y="1212850"/>
          <p14:tracePt t="135083" x="7467600" y="1212850"/>
          <p14:tracePt t="135100" x="7378700" y="1212850"/>
          <p14:tracePt t="135117" x="7175500" y="1212850"/>
          <p14:tracePt t="135134" x="6972300" y="1212850"/>
          <p14:tracePt t="135150" x="6896100" y="1200150"/>
          <p14:tracePt t="135167" x="6750050" y="1181100"/>
          <p14:tracePt t="135183" x="6654800" y="1162050"/>
          <p14:tracePt t="135200" x="6629400" y="1155700"/>
          <p14:tracePt t="135204" x="6597650" y="1149350"/>
          <p14:tracePt t="135217" x="6584950" y="1149350"/>
          <p14:tracePt t="135233" x="6559550" y="1149350"/>
          <p14:tracePt t="135286" x="6565900" y="1149350"/>
          <p14:tracePt t="135314" x="6572250" y="1149350"/>
          <p14:tracePt t="135321" x="6578600" y="1149350"/>
          <p14:tracePt t="135342" x="6584950" y="1149350"/>
          <p14:tracePt t="135356" x="6591300" y="1149350"/>
          <p14:tracePt t="135366" x="6591300" y="1143000"/>
          <p14:tracePt t="135383" x="6591300" y="1136650"/>
          <p14:tracePt t="135399" x="6591300" y="1130300"/>
          <p14:tracePt t="135938" x="6616700" y="1130300"/>
          <p14:tracePt t="135943" x="6667500" y="1130300"/>
          <p14:tracePt t="135951" x="6718300" y="1117600"/>
          <p14:tracePt t="135967" x="6762750" y="1117600"/>
          <p14:tracePt t="135980" x="6800850" y="1117600"/>
          <p14:tracePt t="135997" x="6902450" y="1117600"/>
          <p14:tracePt t="136015" x="6978650" y="1117600"/>
          <p14:tracePt t="136030" x="7023100" y="1117600"/>
          <p14:tracePt t="136047" x="7080250" y="1111250"/>
          <p14:tracePt t="136064" x="7131050" y="1111250"/>
          <p14:tracePt t="136080" x="7150100" y="1111250"/>
          <p14:tracePt t="136097" x="7162800" y="1104900"/>
          <p14:tracePt t="136114" x="7181850" y="1104900"/>
          <p14:tracePt t="136147" x="7188200" y="1104900"/>
          <p14:tracePt t="136254" x="7194550" y="1104900"/>
          <p14:tracePt t="136666" x="7181850" y="1104900"/>
          <p14:tracePt t="136680" x="7150100" y="1104900"/>
          <p14:tracePt t="136687" x="7131050" y="1104900"/>
          <p14:tracePt t="136701" x="7099300" y="1104900"/>
          <p14:tracePt t="136711" x="7073900" y="1104900"/>
          <p14:tracePt t="136729" x="7042150" y="1104900"/>
          <p14:tracePt t="136732" x="7023100" y="1104900"/>
          <p14:tracePt t="136744" x="7004050" y="1104900"/>
          <p14:tracePt t="136761" x="6959600" y="1104900"/>
          <p14:tracePt t="136779" x="6927850" y="1104900"/>
          <p14:tracePt t="136794" x="6908800" y="1104900"/>
          <p14:tracePt t="136811" x="6870700" y="1104900"/>
          <p14:tracePt t="136828" x="6819900" y="1104900"/>
          <p14:tracePt t="136844" x="6781800" y="1111250"/>
          <p14:tracePt t="136861" x="6718300" y="1123950"/>
          <p14:tracePt t="136878" x="6673850" y="1130300"/>
          <p14:tracePt t="136894" x="6642100" y="1130300"/>
          <p14:tracePt t="136911" x="6623050" y="1136650"/>
          <p14:tracePt t="136927" x="6565900" y="1136650"/>
          <p14:tracePt t="136944" x="6559550" y="1136650"/>
          <p14:tracePt t="136961" x="6553200" y="1136650"/>
          <p14:tracePt t="136977" x="6546850" y="1136650"/>
          <p14:tracePt t="136994" x="6540500" y="1136650"/>
          <p14:tracePt t="137018" x="6534150" y="1130300"/>
          <p14:tracePt t="137060" x="6527800" y="1123950"/>
          <p14:tracePt t="137102" x="6521450" y="1123950"/>
          <p14:tracePt t="137130" x="6515100" y="1123950"/>
          <p14:tracePt t="137137" x="6508750" y="1123950"/>
          <p14:tracePt t="137158" x="6502400" y="1123950"/>
          <p14:tracePt t="137172" x="6496050" y="1123950"/>
          <p14:tracePt t="137180" x="6489700" y="1123950"/>
          <p14:tracePt t="137206" x="6483350" y="1123950"/>
          <p14:tracePt t="137228" x="6477000" y="1123950"/>
          <p14:tracePt t="137263" x="6477000" y="1130300"/>
          <p14:tracePt t="137348" x="6477000" y="1136650"/>
          <p14:tracePt t="137362" x="6483350" y="1136650"/>
          <p14:tracePt t="137369" x="6489700" y="1136650"/>
          <p14:tracePt t="137383" x="6502400" y="1136650"/>
          <p14:tracePt t="137392" x="6521450" y="1136650"/>
          <p14:tracePt t="137409" x="6546850" y="1136650"/>
          <p14:tracePt t="137426" x="6629400" y="1143000"/>
          <p14:tracePt t="137443" x="6743700" y="1143000"/>
          <p14:tracePt t="137460" x="6883400" y="1143000"/>
          <p14:tracePt t="137476" x="6946900" y="1143000"/>
          <p14:tracePt t="137492" x="7073900" y="1143000"/>
          <p14:tracePt t="137509" x="7194550" y="1143000"/>
          <p14:tracePt t="137525" x="7232650" y="1143000"/>
          <p14:tracePt t="137542" x="7270750" y="1143000"/>
          <p14:tracePt t="137559" x="7315200" y="1143000"/>
          <p14:tracePt t="137575" x="7321550" y="1143000"/>
          <p14:tracePt t="137592" x="7334250" y="1143000"/>
          <p14:tracePt t="137629" x="7340600" y="1143000"/>
          <p14:tracePt t="137671" x="7334250" y="1143000"/>
          <p14:tracePt t="137685" x="7321550" y="1136650"/>
          <p14:tracePt t="137694" x="7302500" y="1130300"/>
          <p14:tracePt t="137708" x="7289800" y="1123950"/>
          <p14:tracePt t="137725" x="7239000" y="1117600"/>
          <p14:tracePt t="137742" x="7169150" y="1111250"/>
          <p14:tracePt t="137758" x="7118350" y="1098550"/>
          <p14:tracePt t="137761" x="7067550" y="1092200"/>
          <p14:tracePt t="137775" x="6997700" y="1085850"/>
          <p14:tracePt t="137791" x="6883400" y="1073150"/>
          <p14:tracePt t="137807" x="6832600" y="1073150"/>
          <p14:tracePt t="137824" x="6800850" y="1066800"/>
          <p14:tracePt t="137841" x="6750050" y="1066800"/>
          <p14:tracePt t="137882" x="6750050" y="1073150"/>
          <p14:tracePt t="137903" x="6756400" y="1079500"/>
          <p14:tracePt t="137910" x="6769100" y="1079500"/>
          <p14:tracePt t="137926" x="6775450" y="1079500"/>
          <p14:tracePt t="137941" x="6788150" y="1085850"/>
          <p14:tracePt t="137957" x="6794500" y="1085850"/>
          <p14:tracePt t="137974" x="6807200" y="1085850"/>
          <p14:tracePt t="137991" x="6813550" y="1085850"/>
          <p14:tracePt t="138008" x="6819900" y="1085850"/>
          <p14:tracePt t="138024" x="6826250" y="1085850"/>
          <p14:tracePt t="138072" x="6838950" y="1085850"/>
          <p14:tracePt t="138092" x="6845300" y="1085850"/>
          <p14:tracePt t="138107" x="6851650" y="1085850"/>
          <p14:tracePt t="138114" x="6864350" y="1085850"/>
          <p14:tracePt t="138123" x="6877050" y="1085850"/>
          <p14:tracePt t="138140" x="6896100" y="1098550"/>
          <p14:tracePt t="138157" x="6965950" y="1104900"/>
          <p14:tracePt t="138173" x="7004050" y="1104900"/>
          <p14:tracePt t="138190" x="7105650" y="1104900"/>
          <p14:tracePt t="138207" x="7200900" y="1104900"/>
          <p14:tracePt t="138223" x="7239000" y="1104900"/>
          <p14:tracePt t="138240" x="7296150" y="1104900"/>
          <p14:tracePt t="138256" x="7334250" y="1104900"/>
          <p14:tracePt t="138273" x="7346950" y="1104900"/>
          <p14:tracePt t="138290" x="7353300" y="1104900"/>
          <p14:tracePt t="138374" x="7353300" y="1098550"/>
          <p14:tracePt t="138564" x="7346950" y="1098550"/>
          <p14:tracePt t="138627" x="7340600" y="1098550"/>
          <p14:tracePt t="138655" x="7334250" y="1104900"/>
          <p14:tracePt t="138676" x="7327900" y="1104900"/>
          <p14:tracePt t="138683" x="7321550" y="1104900"/>
          <p14:tracePt t="138706" x="7315200" y="1104900"/>
          <p14:tracePt t="138719" x="7308850" y="1104900"/>
          <p14:tracePt t="138725" x="7302500" y="1104900"/>
          <p14:tracePt t="138741" x="7296150" y="1104900"/>
          <p14:tracePt t="138754" x="7258050" y="1111250"/>
          <p14:tracePt t="138771" x="7232650" y="1111250"/>
          <p14:tracePt t="138789" x="7150100" y="1117600"/>
          <p14:tracePt t="138804" x="7112000" y="1123950"/>
          <p14:tracePt t="138821" x="7016750" y="1123950"/>
          <p14:tracePt t="138838" x="6927850" y="1123950"/>
          <p14:tracePt t="138854" x="6889750" y="1123950"/>
          <p14:tracePt t="138871" x="6838950" y="1117600"/>
          <p14:tracePt t="138887" x="6807200" y="1117600"/>
          <p14:tracePt t="138904" x="6800850" y="1117600"/>
          <p14:tracePt t="138921" x="6781800" y="1117600"/>
          <p14:tracePt t="138937" x="6775450" y="1117600"/>
          <p14:tracePt t="139000" x="6769100" y="1117600"/>
          <p14:tracePt t="139098" x="6762750" y="1117600"/>
          <p14:tracePt t="139147" x="6762750" y="1111250"/>
          <p14:tracePt t="139189" x="6756400" y="1111250"/>
          <p14:tracePt t="139231" x="6750050" y="1111250"/>
          <p14:tracePt t="139267" x="6743700" y="1104900"/>
          <p14:tracePt t="139309" x="6737350" y="1104900"/>
          <p14:tracePt t="139351" x="6731000" y="1098550"/>
          <p14:tracePt t="139442" x="6724650" y="1098550"/>
          <p14:tracePt t="139492" x="6718300" y="1098550"/>
          <p14:tracePt t="139843" x="6711950" y="1098550"/>
          <p14:tracePt t="140054" x="6705600" y="1098550"/>
          <p14:tracePt t="140286" x="6699250" y="1098550"/>
          <p14:tracePt t="140320" x="6692900" y="1098550"/>
          <p14:tracePt t="140476" x="6686550" y="1104900"/>
          <p14:tracePt t="140532" x="6680200" y="1104900"/>
          <p14:tracePt t="140644" x="6680200" y="1111250"/>
          <p14:tracePt t="140764" x="6686550" y="1111250"/>
          <p14:tracePt t="140792" x="6692900" y="1104900"/>
          <p14:tracePt t="140820" x="6699250" y="1098550"/>
          <p14:tracePt t="141143" x="6711950" y="1098550"/>
          <p14:tracePt t="141157" x="6724650" y="1085850"/>
          <p14:tracePt t="141165" x="6737350" y="1085850"/>
          <p14:tracePt t="141180" x="6750050" y="1079500"/>
          <p14:tracePt t="141196" x="6762750" y="1079500"/>
          <p14:tracePt t="141214" x="6794500" y="1066800"/>
          <p14:tracePt t="141229" x="6800850" y="1066800"/>
          <p14:tracePt t="141246" x="6807200" y="1060450"/>
          <p14:tracePt t="141263" x="6813550" y="1054100"/>
          <p14:tracePt t="141279" x="6819900" y="1054100"/>
          <p14:tracePt t="141296" x="6826250" y="1054100"/>
          <p14:tracePt t="141516" x="6819900" y="1054100"/>
          <p14:tracePt t="141537" x="6813550" y="1054100"/>
          <p14:tracePt t="141579" x="6807200" y="1054100"/>
          <p14:tracePt t="141607" x="6800850" y="1054100"/>
          <p14:tracePt t="141629" x="6794500" y="1054100"/>
          <p14:tracePt t="141656" x="6788150" y="1054100"/>
          <p14:tracePt t="141679" x="6781800" y="1054100"/>
          <p14:tracePt t="141691" x="6775450" y="1054100"/>
          <p14:tracePt t="141720" x="6769100" y="1060450"/>
          <p14:tracePt t="141726" x="6762750" y="1060450"/>
          <p14:tracePt t="141748" x="6750050" y="1066800"/>
          <p14:tracePt t="141762" x="6737350" y="1079500"/>
          <p14:tracePt t="141769" x="6724650" y="1085850"/>
          <p14:tracePt t="141777" x="6692900" y="1092200"/>
          <p14:tracePt t="141793" x="6648450" y="1123950"/>
          <p14:tracePt t="141811" x="6527800" y="1168400"/>
          <p14:tracePt t="141827" x="6457950" y="1206500"/>
          <p14:tracePt t="141844" x="6286500" y="1289050"/>
          <p14:tracePt t="141861" x="6083300" y="1371600"/>
          <p14:tracePt t="141877" x="5981700" y="1428750"/>
          <p14:tracePt t="141894" x="5784850" y="1498600"/>
          <p14:tracePt t="141910" x="5626100" y="1549400"/>
          <p14:tracePt t="141927" x="5556250" y="1568450"/>
          <p14:tracePt t="141944" x="5435600" y="1606550"/>
          <p14:tracePt t="141960" x="5340350" y="1631950"/>
          <p14:tracePt t="141977" x="5295900" y="1651000"/>
          <p14:tracePt t="141994" x="5200650" y="1676400"/>
          <p14:tracePt t="142010" x="5137150" y="1708150"/>
          <p14:tracePt t="142027" x="5118100" y="1714500"/>
          <p14:tracePt t="142043" x="5067300" y="1720850"/>
          <p14:tracePt t="142060" x="5035550" y="1733550"/>
          <p14:tracePt t="142076" x="5029200" y="1739900"/>
          <p14:tracePt t="142093" x="5016500" y="1752600"/>
          <p14:tracePt t="142109" x="5010150" y="1752600"/>
          <p14:tracePt t="142127" x="4991100" y="1752600"/>
          <p14:tracePt t="142159" x="4991100" y="1758950"/>
          <p14:tracePt t="142268" x="4997450" y="1758950"/>
          <p14:tracePt t="142310" x="5003800" y="1758950"/>
          <p14:tracePt t="142359" x="5010150" y="1758950"/>
          <p14:tracePt t="142422" x="5016500" y="1758950"/>
          <p14:tracePt t="142479" x="5022850" y="1758950"/>
          <p14:tracePt t="142619" x="5029200" y="1758950"/>
          <p14:tracePt t="142676" x="5035550" y="1758950"/>
          <p14:tracePt t="142711" x="5041900" y="1758950"/>
          <p14:tracePt t="142753" x="5048250" y="1758950"/>
          <p14:tracePt t="142795" x="5054600" y="1758950"/>
          <p14:tracePt t="142830" x="5060950" y="1758950"/>
          <p14:tracePt t="142893" x="5067300" y="1758950"/>
          <p14:tracePt t="142922" x="5080000" y="1758950"/>
          <p14:tracePt t="142936" x="5086350" y="1758950"/>
          <p14:tracePt t="142958" x="5092700" y="1758950"/>
          <p14:tracePt t="142963" x="5099050" y="1758950"/>
          <p14:tracePt t="142973" x="5118100" y="1758950"/>
          <p14:tracePt t="142990" x="5137150" y="1758950"/>
          <p14:tracePt t="143006" x="5181600" y="1758950"/>
          <p14:tracePt t="143023" x="5226050" y="1758950"/>
          <p14:tracePt t="143040" x="5327650" y="1758950"/>
          <p14:tracePt t="143056" x="5441950" y="1758950"/>
          <p14:tracePt t="143073" x="5505450" y="1758950"/>
          <p14:tracePt t="143090" x="5645150" y="1758950"/>
          <p14:tracePt t="143106" x="5765800" y="1752600"/>
          <p14:tracePt t="143123" x="5816600" y="1752600"/>
          <p14:tracePt t="143139" x="5918200" y="1746250"/>
          <p14:tracePt t="143156" x="6051550" y="1727200"/>
          <p14:tracePt t="143173" x="6127750" y="1727200"/>
          <p14:tracePt t="143189" x="6254750" y="1727200"/>
          <p14:tracePt t="143206" x="6388100" y="1727200"/>
          <p14:tracePt t="143223" x="6451600" y="1733550"/>
          <p14:tracePt t="143239" x="6565900" y="1733550"/>
          <p14:tracePt t="143256" x="6661150" y="1727200"/>
          <p14:tracePt t="143273" x="6788150" y="1733550"/>
          <p14:tracePt t="143289" x="6858000" y="1727200"/>
          <p14:tracePt t="143305" x="6921500" y="1720850"/>
          <p14:tracePt t="143322" x="7086600" y="1720850"/>
          <p14:tracePt t="143339" x="7124700" y="1720850"/>
          <p14:tracePt t="143356" x="7169150" y="1714500"/>
          <p14:tracePt t="143372" x="7219950" y="1708150"/>
          <p14:tracePt t="143388" x="7245350" y="1701800"/>
          <p14:tracePt t="143405" x="7258050" y="1689100"/>
          <p14:tracePt t="143422" x="7264400" y="1689100"/>
          <p14:tracePt t="143438" x="7289800" y="1682750"/>
          <p14:tracePt t="143456" x="7334250" y="1657350"/>
          <p14:tracePt t="143472" x="7353300" y="1651000"/>
          <p14:tracePt t="147083" x="7346950" y="1651000"/>
          <p14:tracePt t="147097" x="7327900" y="1644650"/>
          <p14:tracePt t="147104" x="7308850" y="1638300"/>
          <p14:tracePt t="147112" x="7296150" y="1631950"/>
          <p14:tracePt t="147128" x="7264400" y="1631950"/>
          <p14:tracePt t="147142" x="7232650" y="1612900"/>
          <p14:tracePt t="147160" x="7219950" y="1600200"/>
          <p14:tracePt t="147176" x="7188200" y="1574800"/>
          <p14:tracePt t="147192" x="7175500" y="1562100"/>
          <p14:tracePt t="147209" x="7150100" y="1543050"/>
          <p14:tracePt t="147225" x="7105650" y="1504950"/>
          <p14:tracePt t="147242" x="7086600" y="1492250"/>
          <p14:tracePt t="147259" x="7042150" y="1447800"/>
          <p14:tracePt t="147275" x="7004050" y="1403350"/>
          <p14:tracePt t="147292" x="6985000" y="1384300"/>
          <p14:tracePt t="147308" x="6940550" y="1339850"/>
          <p14:tracePt t="147325" x="6902450" y="1295400"/>
          <p14:tracePt t="147342" x="6889750" y="1276350"/>
          <p14:tracePt t="147359" x="6858000" y="1238250"/>
          <p14:tracePt t="147374" x="6851650" y="1219200"/>
          <p14:tracePt t="147378" x="6838950" y="1206500"/>
          <p14:tracePt t="147392" x="6826250" y="1187450"/>
          <p14:tracePt t="147408" x="6819900" y="1174750"/>
          <p14:tracePt t="147424" x="6819900" y="1168400"/>
          <p14:tracePt t="147441" x="6807200" y="1155700"/>
          <p14:tracePt t="147458" x="6800850" y="1143000"/>
          <p14:tracePt t="147474" x="6794500" y="1143000"/>
          <p14:tracePt t="147491" x="6794500" y="1130300"/>
          <p14:tracePt t="147507" x="6794500" y="1123950"/>
          <p14:tracePt t="147541" x="6788150" y="1117600"/>
          <p14:tracePt t="147557" x="6781800" y="1117600"/>
          <p14:tracePt t="147589" x="6781800" y="1111250"/>
          <p14:tracePt t="147603" x="6781800" y="1104900"/>
          <p14:tracePt t="147673" x="6781800" y="1098550"/>
          <p14:tracePt t="148426" x="6775450" y="1098550"/>
          <p14:tracePt t="148440" x="6750050" y="1098550"/>
          <p14:tracePt t="148447" x="6724650" y="1098550"/>
          <p14:tracePt t="148460" x="6692900" y="1098550"/>
          <p14:tracePt t="148470" x="6654800" y="1098550"/>
          <p14:tracePt t="148487" x="6604000" y="1098550"/>
          <p14:tracePt t="148504" x="6477000" y="1098550"/>
          <p14:tracePt t="148521" x="6350000" y="1098550"/>
          <p14:tracePt t="148538" x="6229350" y="1079500"/>
          <p14:tracePt t="148554" x="6172200" y="1066800"/>
          <p14:tracePt t="148570" x="6057900" y="1054100"/>
          <p14:tracePt t="148587" x="5962650" y="1035050"/>
          <p14:tracePt t="148604" x="5905500" y="1022350"/>
          <p14:tracePt t="148620" x="5854700" y="1022350"/>
          <p14:tracePt t="148637" x="5753100" y="1016000"/>
          <p14:tracePt t="148653" x="5727700" y="1009650"/>
          <p14:tracePt t="148670" x="5708650" y="1009650"/>
          <p14:tracePt t="148687" x="5670550" y="1009650"/>
          <p14:tracePt t="148703" x="5657850" y="1009650"/>
          <p14:tracePt t="148721" x="5645150" y="1009650"/>
          <p14:tracePt t="148736" x="5638800" y="1016000"/>
          <p14:tracePt t="148753" x="5632450" y="1016000"/>
          <p14:tracePt t="149211" x="5613400" y="1016000"/>
          <p14:tracePt t="149219" x="5588000" y="1028700"/>
          <p14:tracePt t="149232" x="5530850" y="1041400"/>
          <p14:tracePt t="149239" x="5480050" y="1047750"/>
          <p14:tracePt t="149255" x="5410200" y="1066800"/>
          <p14:tracePt t="149268" x="5346700" y="1079500"/>
          <p14:tracePt t="149285" x="5226050" y="1111250"/>
          <p14:tracePt t="149303" x="5092700" y="1143000"/>
          <p14:tracePt t="149318" x="5035550" y="1162050"/>
          <p14:tracePt t="149334" x="4895850" y="1168400"/>
          <p14:tracePt t="149352" x="4762500" y="1187450"/>
          <p14:tracePt t="149368" x="4699000" y="1206500"/>
          <p14:tracePt t="149384" x="4603750" y="1225550"/>
          <p14:tracePt t="149402" x="4540250" y="1238250"/>
          <p14:tracePt t="149418" x="4514850" y="1238250"/>
          <p14:tracePt t="149435" x="4464050" y="1238250"/>
          <p14:tracePt t="149451" x="4419600" y="1238250"/>
          <p14:tracePt t="149467" x="4406900" y="1231900"/>
          <p14:tracePt t="149484" x="4368800" y="1225550"/>
          <p14:tracePt t="149501" x="4324350" y="1206500"/>
          <p14:tracePt t="149517" x="4311650" y="1200150"/>
          <p14:tracePt t="149535" x="4267200" y="1187450"/>
          <p14:tracePt t="149550" x="4229100" y="1168400"/>
          <p14:tracePt t="149567" x="4210050" y="1162050"/>
          <p14:tracePt t="149585" x="4159250" y="1155700"/>
          <p14:tracePt t="149601" x="4133850" y="1155700"/>
          <p14:tracePt t="149617" x="4089400" y="1162050"/>
          <p14:tracePt t="149634" x="4032250" y="1174750"/>
          <p14:tracePt t="149651" x="3987800" y="1174750"/>
          <p14:tracePt t="149667" x="3905250" y="1187450"/>
          <p14:tracePt t="149683" x="3822700" y="1206500"/>
          <p14:tracePt t="149700" x="3784600" y="1206500"/>
          <p14:tracePt t="149717" x="3727450" y="1206500"/>
          <p14:tracePt t="149733" x="3670300" y="1206500"/>
          <p14:tracePt t="149750" x="3644900" y="1193800"/>
          <p14:tracePt t="149767" x="3600450" y="1193800"/>
          <p14:tracePt t="149783" x="3562350" y="1187450"/>
          <p14:tracePt t="149800" x="3536950" y="1181100"/>
          <p14:tracePt t="149816" x="3505200" y="1181100"/>
          <p14:tracePt t="149833" x="3454400" y="1174750"/>
          <p14:tracePt t="149850" x="3429000" y="1168400"/>
          <p14:tracePt t="150516" x="3403600" y="1174750"/>
          <p14:tracePt t="150523" x="3365500" y="1193800"/>
          <p14:tracePt t="150537" x="3308350" y="1212850"/>
          <p14:tracePt t="150547" x="3270250" y="1225550"/>
          <p14:tracePt t="150564" x="3213100" y="1244600"/>
          <p14:tracePt t="150580" x="3105150" y="1282700"/>
          <p14:tracePt t="150597" x="2990850" y="1320800"/>
          <p14:tracePt t="150615" x="2882900" y="1365250"/>
          <p14:tracePt t="150630" x="2813050" y="1384300"/>
          <p14:tracePt t="150647" x="2705100" y="1428750"/>
          <p14:tracePt t="150664" x="2622550" y="1454150"/>
          <p14:tracePt t="150681" x="2578100" y="1473200"/>
          <p14:tracePt t="150697" x="2546350" y="1479550"/>
          <p14:tracePt t="150714" x="2470150" y="1498600"/>
          <p14:tracePt t="150730" x="2457450" y="1498600"/>
          <p14:tracePt t="150748" x="2438400" y="1498600"/>
          <p14:tracePt t="150763" x="2432050" y="1498600"/>
          <p14:tracePt t="150780" x="2425700" y="1498600"/>
          <p14:tracePt t="150797" x="2419350" y="1498600"/>
          <p14:tracePt t="150813" x="2413000" y="1498600"/>
          <p14:tracePt t="150829" x="2406650" y="1498600"/>
          <p14:tracePt t="150874" x="2400300" y="1492250"/>
          <p14:tracePt t="150916" x="2393950" y="1492250"/>
          <p14:tracePt t="150979" x="2387600" y="1485900"/>
          <p14:tracePt t="151007" x="2387600" y="1479550"/>
          <p14:tracePt t="151035" x="2387600" y="1473200"/>
          <p14:tracePt t="151078" x="2387600" y="1466850"/>
          <p14:tracePt t="151204" x="2387600" y="1460500"/>
          <p14:tracePt t="151239" x="2393950" y="1460500"/>
          <p14:tracePt t="151246" x="2400300" y="1460500"/>
          <p14:tracePt t="151295" x="2406650" y="1460500"/>
          <p14:tracePt t="151337" x="2413000" y="1460500"/>
          <p14:tracePt t="151379" x="2419350" y="1460500"/>
          <p14:tracePt t="151415" x="2425700" y="1460500"/>
          <p14:tracePt t="151478" x="2432050" y="1460500"/>
          <p14:tracePt t="151485" x="2438400" y="1460500"/>
          <p14:tracePt t="151506" x="2444750" y="1460500"/>
          <p14:tracePt t="151520" x="2451100" y="1460500"/>
          <p14:tracePt t="151541" x="2457450" y="1460500"/>
          <p14:tracePt t="151555" x="2463800" y="1460500"/>
          <p14:tracePt t="151569" x="2470150" y="1460500"/>
          <p14:tracePt t="151579" x="2476500" y="1460500"/>
          <p14:tracePt t="151594" x="2489200" y="1460500"/>
          <p14:tracePt t="151610" x="2495550" y="1460500"/>
          <p14:tracePt t="151627" x="2540000" y="1460500"/>
          <p14:tracePt t="151643" x="2559050" y="1460500"/>
          <p14:tracePt t="151662" x="2584450" y="1460500"/>
          <p14:tracePt t="151677" x="2597150" y="1454150"/>
          <p14:tracePt t="151693" x="2616200" y="1454150"/>
          <p14:tracePt t="151711" x="2622550" y="1454150"/>
          <p14:tracePt t="151727" x="2628900" y="1454150"/>
          <p14:tracePt t="151743" x="2635250" y="1454150"/>
          <p14:tracePt t="151857" x="2635250" y="1447800"/>
          <p14:tracePt t="151878" x="2628900" y="1441450"/>
          <p14:tracePt t="152328" x="2622550" y="1441450"/>
          <p14:tracePt t="152342" x="2616200" y="1441450"/>
          <p14:tracePt t="152349" x="2609850" y="1441450"/>
          <p14:tracePt t="152363" x="2597150" y="1441450"/>
          <p14:tracePt t="152374" x="2590800" y="1441450"/>
          <p14:tracePt t="152392" x="2571750" y="1428750"/>
          <p14:tracePt t="152408" x="2565400" y="1422400"/>
          <p14:tracePt t="152424" x="2552700" y="1416050"/>
          <p14:tracePt t="152441" x="2533650" y="1409700"/>
          <p14:tracePt t="152457" x="2527300" y="1409700"/>
          <p14:tracePt t="152474" x="2520950" y="1403350"/>
          <p14:tracePt t="152601" x="2527300" y="1403350"/>
          <p14:tracePt t="152693" x="2533650" y="1403350"/>
          <p14:tracePt t="152721" x="2540000" y="1403350"/>
          <p14:tracePt t="152840" x="2546350" y="1403350"/>
          <p14:tracePt t="152882" x="2552700" y="1403350"/>
          <p14:tracePt t="152911" x="2559050" y="1403350"/>
          <p14:tracePt t="152932" x="2565400" y="1403350"/>
          <p14:tracePt t="152960" x="2571750" y="1403350"/>
          <p14:tracePt t="152981" x="2584450" y="1403350"/>
          <p14:tracePt t="152995" x="2597150" y="1403350"/>
          <p14:tracePt t="153002" x="2622550" y="1403350"/>
          <p14:tracePt t="153016" x="2641600" y="1403350"/>
          <p14:tracePt t="153025" x="2698750" y="1409700"/>
          <p14:tracePt t="153039" x="2762250" y="1409700"/>
          <p14:tracePt t="153055" x="2965450" y="1422400"/>
          <p14:tracePt t="153072" x="3232150" y="1441450"/>
          <p14:tracePt t="153088" x="3390900" y="1454150"/>
          <p14:tracePt t="153105" x="3752850" y="1492250"/>
          <p14:tracePt t="153122" x="4191000" y="1549400"/>
          <p14:tracePt t="153138" x="4419600" y="1587500"/>
          <p14:tracePt t="153155" x="4610100" y="1612900"/>
          <p14:tracePt t="153172" x="5143500" y="1676400"/>
          <p14:tracePt t="153189" x="5289550" y="1701800"/>
          <p14:tracePt t="153205" x="5429250" y="1708150"/>
          <p14:tracePt t="153222" x="5810250" y="1739900"/>
          <p14:tracePt t="153238" x="5937250" y="1739900"/>
          <p14:tracePt t="153255" x="6051550" y="1739900"/>
          <p14:tracePt t="153271" x="6280150" y="1708150"/>
          <p14:tracePt t="153288" x="6470650" y="1676400"/>
          <p14:tracePt t="153305" x="6680200" y="1631950"/>
          <p14:tracePt t="153321" x="6756400" y="1606550"/>
          <p14:tracePt t="153337" x="6870700" y="1555750"/>
          <p14:tracePt t="153354" x="6927850" y="1536700"/>
          <p14:tracePt t="153371" x="6953250" y="1530350"/>
          <p14:tracePt t="153387" x="6991350" y="1511300"/>
          <p14:tracePt t="153404" x="7029450" y="1504950"/>
          <p14:tracePt t="153421" x="7042150" y="1498600"/>
          <p14:tracePt t="153438" x="7048500" y="1498600"/>
          <p14:tracePt t="153458" x="7048500" y="1492250"/>
          <p14:tracePt t="153690" x="7048500" y="1498600"/>
          <p14:tracePt t="153817" x="7048500" y="1504950"/>
          <p14:tracePt t="153852" x="7042150" y="1504950"/>
          <p14:tracePt t="153894" x="7035800" y="1504950"/>
          <p14:tracePt t="153936" x="7029450" y="1504950"/>
          <p14:tracePt t="153964" x="7023100" y="1504950"/>
          <p14:tracePt t="153971" x="7016750" y="1504950"/>
          <p14:tracePt t="154013" x="7004050" y="1504950"/>
          <p14:tracePt t="154036" x="6997700" y="1504950"/>
          <p14:tracePt t="154041" x="6991350" y="1504950"/>
          <p14:tracePt t="154056" x="6985000" y="1504950"/>
          <p14:tracePt t="154068" x="6978650" y="1504950"/>
          <p14:tracePt t="154085" x="6934200" y="1504950"/>
          <p14:tracePt t="154102" x="6896100" y="1517650"/>
          <p14:tracePt t="154118" x="6838950" y="1524000"/>
          <p14:tracePt t="154135" x="6553200" y="1587500"/>
          <p14:tracePt t="154152" x="6426200" y="1631950"/>
          <p14:tracePt t="154169" x="6146800" y="1695450"/>
          <p14:tracePt t="154185" x="5988050" y="1746250"/>
          <p14:tracePt t="154201" x="5657850" y="1828800"/>
          <p14:tracePt t="154218" x="5397500" y="1905000"/>
          <p14:tracePt t="154234" x="5302250" y="1924050"/>
          <p14:tracePt t="154251" x="5118100" y="1987550"/>
          <p14:tracePt t="154268" x="4921250" y="2127250"/>
          <p14:tracePt t="155388" x="4876800" y="2146300"/>
          <p14:tracePt t="155402" x="4819650" y="2159000"/>
          <p14:tracePt t="155409" x="4756150" y="2178050"/>
          <p14:tracePt t="155423" x="4699000" y="2222500"/>
          <p14:tracePt t="155433" x="4629150" y="2241550"/>
          <p14:tracePt t="155447" x="4565650" y="2260600"/>
          <p14:tracePt t="155463" x="4419600" y="2273300"/>
          <p14:tracePt t="155481" x="4260850" y="2260600"/>
          <p14:tracePt t="155497" x="4197350" y="2254250"/>
          <p14:tracePt t="155513" x="4146550" y="2241550"/>
          <p14:tracePt t="155530" x="4019550" y="2203450"/>
          <p14:tracePt t="155547" x="3987800" y="2184400"/>
          <p14:tracePt t="155564" x="3956050" y="2171700"/>
          <p14:tracePt t="155580" x="3911600" y="2146300"/>
          <p14:tracePt t="155596" x="3892550" y="2146300"/>
          <p14:tracePt t="155613" x="3886200" y="2146300"/>
          <p14:tracePt t="155704" x="3892550" y="2146300"/>
          <p14:tracePt t="155711" x="3892550" y="2152650"/>
          <p14:tracePt t="155725" x="3898900" y="2159000"/>
          <p14:tracePt t="155732" x="3898900" y="2171700"/>
          <p14:tracePt t="155746" x="3898900" y="2178050"/>
          <p14:tracePt t="156213" x="3949700" y="2178050"/>
          <p14:tracePt t="156228" x="4038600" y="2178050"/>
          <p14:tracePt t="156234" x="4165600" y="2178050"/>
          <p14:tracePt t="156244" x="4292600" y="2178050"/>
          <p14:tracePt t="156261" x="4413250" y="2178050"/>
          <p14:tracePt t="156279" x="4648200" y="2159000"/>
          <p14:tracePt t="156294" x="4762500" y="2139950"/>
          <p14:tracePt t="156312" x="5194300" y="2095500"/>
          <p14:tracePt t="156327" x="5295900" y="2076450"/>
          <p14:tracePt t="156344" x="5384800" y="2044700"/>
          <p14:tracePt t="156361" x="5588000" y="1962150"/>
          <p14:tracePt t="156377" x="5734050" y="1905000"/>
          <p14:tracePt t="156393" x="5803900" y="1873250"/>
          <p14:tracePt t="156411" x="5899150" y="1847850"/>
          <p14:tracePt t="156427" x="5937250" y="1828800"/>
          <p14:tracePt t="156444" x="5969000" y="1809750"/>
          <p14:tracePt t="156460" x="6007100" y="1790700"/>
          <p14:tracePt t="156477" x="6032500" y="1784350"/>
          <p14:tracePt t="156494" x="6038850" y="1778000"/>
          <p14:tracePt t="156510" x="6045200" y="1778000"/>
          <p14:tracePt t="156526" x="6057900" y="1771650"/>
          <p14:tracePt t="156543" x="6064250" y="1771650"/>
          <p14:tracePt t="156560" x="6070600" y="1765300"/>
          <p14:tracePt t="156579" x="6076950" y="1758950"/>
          <p14:tracePt t="156593" x="6096000" y="1752600"/>
          <p14:tracePt t="156609" x="6115050" y="1746250"/>
          <p14:tracePt t="156629" x="6159500" y="1720850"/>
          <p14:tracePt t="156643" x="6184900" y="1714500"/>
          <p14:tracePt t="156659" x="6261100" y="1689100"/>
          <p14:tracePt t="156677" x="6356350" y="1657350"/>
          <p14:tracePt t="156693" x="6426200" y="1625600"/>
          <p14:tracePt t="156709" x="6572250" y="1568450"/>
          <p14:tracePt t="156726" x="6673850" y="1536700"/>
          <p14:tracePt t="156742" x="6870700" y="1460500"/>
          <p14:tracePt t="156759" x="7035800" y="1416050"/>
          <p14:tracePt t="156776" x="7143750" y="1346200"/>
          <p14:tracePt t="156792" x="7188200" y="1320800"/>
          <p14:tracePt t="156809" x="7258050" y="1263650"/>
          <p14:tracePt t="156825" x="7315200" y="1219200"/>
          <p14:tracePt t="156842" x="7327900" y="1206500"/>
          <p14:tracePt t="156859" x="7346950" y="1187450"/>
          <p14:tracePt t="156875" x="7359650" y="1181100"/>
          <p14:tracePt t="156909" x="7372350" y="1174750"/>
          <p14:tracePt t="156925" x="7385050" y="1168400"/>
          <p14:tracePt t="156965" x="7391400" y="1168400"/>
          <p14:tracePt t="156986" x="7391400" y="1174750"/>
          <p14:tracePt t="157014" x="7378700" y="1174750"/>
          <p14:tracePt t="157028" x="7366000" y="1174750"/>
          <p14:tracePt t="157035" x="7359650" y="1174750"/>
          <p14:tracePt t="157049" x="7346950" y="1174750"/>
          <p14:tracePt t="157058" x="7334250" y="1174750"/>
          <p14:tracePt t="157074" x="7327900" y="1174750"/>
          <p14:tracePt t="157091" x="7302500" y="1174750"/>
          <p14:tracePt t="157108" x="7277100" y="1168400"/>
          <p14:tracePt t="157124" x="7264400" y="1168400"/>
          <p14:tracePt t="157141" x="7251700" y="1168400"/>
          <p14:tracePt t="157157" x="7239000" y="1168400"/>
          <p14:tracePt t="157174" x="7232650" y="1168400"/>
          <p14:tracePt t="157191" x="7226300" y="1168400"/>
          <p14:tracePt t="157207" x="7219950" y="1174750"/>
          <p14:tracePt t="157224" x="7207250" y="1187450"/>
          <p14:tracePt t="157240" x="7200900" y="1187450"/>
          <p14:tracePt t="157257" x="7194550" y="1187450"/>
          <p14:tracePt t="157274" x="7194550" y="1193800"/>
          <p14:tracePt t="157290" x="7188200" y="1193800"/>
          <p14:tracePt t="157307" x="7181850" y="1193800"/>
          <p14:tracePt t="157340" x="7175500" y="1200150"/>
          <p14:tracePt t="157386" x="7169150" y="1200150"/>
          <p14:tracePt t="157393" x="7162800" y="1200150"/>
          <p14:tracePt t="157414" x="7156450" y="1200150"/>
          <p14:tracePt t="157841" x="7150100" y="1193800"/>
          <p14:tracePt t="157847" x="7118350" y="1174750"/>
          <p14:tracePt t="157862" x="7086600" y="1162050"/>
          <p14:tracePt t="157871" x="7061200" y="1149350"/>
          <p14:tracePt t="157888" x="7035800" y="1130300"/>
          <p14:tracePt t="157905" x="6972300" y="1098550"/>
          <p14:tracePt t="157922" x="6889750" y="1073150"/>
          <p14:tracePt t="157939" x="6819900" y="1066800"/>
          <p14:tracePt t="157955" x="6775450" y="1060450"/>
          <p14:tracePt t="157971" x="6686550" y="1060450"/>
          <p14:tracePt t="157988" x="6565900" y="1047750"/>
          <p14:tracePt t="158005" x="6527800" y="1047750"/>
          <p14:tracePt t="158021" x="6489700" y="1047750"/>
          <p14:tracePt t="158038" x="6400800" y="1047750"/>
          <p14:tracePt t="158054" x="6375400" y="1047750"/>
          <p14:tracePt t="158072" x="6350000" y="1047750"/>
          <p14:tracePt t="158087" x="6318250" y="1047750"/>
          <p14:tracePt t="158104" x="6280150" y="1047750"/>
          <p14:tracePt t="158121" x="6254750" y="1047750"/>
          <p14:tracePt t="158137" x="6248400" y="1054100"/>
          <p14:tracePt t="158154" x="6229350" y="1054100"/>
          <p14:tracePt t="158171" x="6210300" y="1054100"/>
          <p14:tracePt t="158187" x="6197600" y="1060450"/>
          <p14:tracePt t="158204" x="6165850" y="1060450"/>
          <p14:tracePt t="158220" x="6121400" y="1079500"/>
          <p14:tracePt t="158237" x="6102350" y="1085850"/>
          <p14:tracePt t="158254" x="6045200" y="1092200"/>
          <p14:tracePt t="158270" x="5994400" y="1104900"/>
          <p14:tracePt t="158287" x="5962650" y="1104900"/>
          <p14:tracePt t="158304" x="5911850" y="1104900"/>
          <p14:tracePt t="158320" x="5873750" y="1104900"/>
          <p14:tracePt t="158963" x="5848350" y="1117600"/>
          <p14:tracePt t="158971" x="5803900" y="1136650"/>
          <p14:tracePt t="158988" x="5734050" y="1155700"/>
          <p14:tracePt t="159001" x="5670550" y="1174750"/>
          <p14:tracePt t="159017" x="5499100" y="1225550"/>
          <p14:tracePt t="159035" x="5289550" y="1257300"/>
          <p14:tracePt t="159051" x="5175250" y="1289050"/>
          <p14:tracePt t="159068" x="5003800" y="1339850"/>
          <p14:tracePt t="159085" x="4895850" y="1365250"/>
          <p14:tracePt t="159102" x="4845050" y="1365250"/>
          <p14:tracePt t="159118" x="4762500" y="1377950"/>
          <p14:tracePt t="159134" x="4711700" y="1390650"/>
          <p14:tracePt t="159151" x="4692650" y="1390650"/>
          <p14:tracePt t="159168" x="4667250" y="1390650"/>
          <p14:tracePt t="159184" x="4648200" y="1390650"/>
          <p14:tracePt t="159201" x="4635500" y="1384300"/>
          <p14:tracePt t="159233" x="4622800" y="1377950"/>
          <p14:tracePt t="159250" x="4616450" y="1377950"/>
          <p14:tracePt t="159267" x="4603750" y="1365250"/>
          <p14:tracePt t="159284" x="4591050" y="1358900"/>
          <p14:tracePt t="159300" x="4578350" y="1346200"/>
          <p14:tracePt t="159317" x="4572000" y="1346200"/>
          <p14:tracePt t="159333" x="4552950" y="1333500"/>
          <p14:tracePt t="159350" x="4527550" y="1314450"/>
          <p14:tracePt t="159366" x="4521200" y="1314450"/>
          <p14:tracePt t="159383" x="4502150" y="1301750"/>
          <p14:tracePt t="159400" x="4476750" y="1289050"/>
          <p14:tracePt t="159417" x="4445000" y="1270000"/>
          <p14:tracePt t="159433" x="4432300" y="1263650"/>
          <p14:tracePt t="159449" x="4400550" y="1238250"/>
          <p14:tracePt t="159466" x="4362450" y="1219200"/>
          <p14:tracePt t="159483" x="4324350" y="1206500"/>
          <p14:tracePt t="159500" x="4298950" y="1206500"/>
          <p14:tracePt t="159516" x="4267200" y="1200150"/>
          <p14:tracePt t="159533" x="4241800" y="1193800"/>
          <p14:tracePt t="159549" x="4235450" y="1193800"/>
          <p14:tracePt t="159566" x="4229100" y="1187450"/>
          <p14:tracePt t="159582" x="4210050" y="1187450"/>
          <p14:tracePt t="159599" x="4203700" y="1181100"/>
          <p14:tracePt t="159618" x="4191000" y="1181100"/>
          <p14:tracePt t="159649" x="4184650" y="1174750"/>
          <p14:tracePt t="159673" x="4178300" y="1168400"/>
          <p14:tracePt t="159708" x="4171950" y="1168400"/>
          <p14:tracePt t="159744" x="4165600" y="1162050"/>
          <p14:tracePt t="159764" x="4159250" y="1155700"/>
          <p14:tracePt t="159807" x="4152900" y="1149350"/>
          <p14:tracePt t="159835" x="4152900" y="1143000"/>
          <p14:tracePt t="159933" x="4159250" y="1143000"/>
          <p14:tracePt t="159947" x="4165600" y="1143000"/>
          <p14:tracePt t="159968" x="4171950" y="1143000"/>
          <p14:tracePt t="159975" x="4178300" y="1143000"/>
          <p14:tracePt t="159988" x="4191000" y="1143000"/>
          <p14:tracePt t="159998" x="4197350" y="1143000"/>
          <p14:tracePt t="160014" x="4229100" y="1149350"/>
          <p14:tracePt t="160032" x="4305300" y="1155700"/>
          <p14:tracePt t="160048" x="4413250" y="1168400"/>
          <p14:tracePt t="160064" x="4476750" y="1168400"/>
          <p14:tracePt t="160081" x="4597400" y="1187450"/>
          <p14:tracePt t="160097" x="4699000" y="1193800"/>
          <p14:tracePt t="160114" x="4749800" y="1193800"/>
          <p14:tracePt t="160131" x="4813300" y="1206500"/>
          <p14:tracePt t="160147" x="4857750" y="1206500"/>
          <p14:tracePt t="160165" x="4883150" y="1212850"/>
          <p14:tracePt t="160180" x="4889500" y="1219200"/>
          <p14:tracePt t="160197" x="4902200" y="1219200"/>
          <p14:tracePt t="160214" x="4914900" y="1219200"/>
          <p14:tracePt t="160247" x="4921250" y="1219200"/>
          <p14:tracePt t="160264" x="4946650" y="1212850"/>
          <p14:tracePt t="160280" x="4965700" y="1212850"/>
          <p14:tracePt t="160296" x="4978400" y="1212850"/>
          <p14:tracePt t="160313" x="5010150" y="1212850"/>
          <p14:tracePt t="160330" x="5048250" y="1212850"/>
          <p14:tracePt t="160347" x="5105400" y="1206500"/>
          <p14:tracePt t="160363" x="5130800" y="1200150"/>
          <p14:tracePt t="160380" x="5168900" y="1193800"/>
          <p14:tracePt t="160397" x="5187950" y="1187450"/>
          <p14:tracePt t="160413" x="5200650" y="1187450"/>
          <p14:tracePt t="160430" x="5207000" y="1181100"/>
          <p14:tracePt t="161149" x="5200650" y="1231900"/>
          <p14:tracePt t="161163" x="5175250" y="1301750"/>
          <p14:tracePt t="161170" x="5156200" y="1365250"/>
          <p14:tracePt t="161184" x="5118100" y="1435100"/>
          <p14:tracePt t="161193" x="5086350" y="1504950"/>
          <p14:tracePt t="161210" x="5060950" y="1562100"/>
          <p14:tracePt t="161226" x="5003800" y="1682750"/>
          <p14:tracePt t="161243" x="4927600" y="1797050"/>
          <p14:tracePt t="161261" x="4883150" y="1854200"/>
          <p14:tracePt t="161276" x="4883150" y="1860550"/>
          <p14:tracePt t="161293" x="4870450" y="1873250"/>
          <p14:tracePt t="161339" x="4870450" y="1866900"/>
          <p14:tracePt t="161353" x="4870450" y="1860550"/>
          <p14:tracePt t="161362" x="4870450" y="1854200"/>
          <p14:tracePt t="161376" x="4870450" y="1847850"/>
          <p14:tracePt t="161396" x="4870450" y="1841500"/>
          <p14:tracePt t="161409" x="4870450" y="1828800"/>
          <p14:tracePt t="161426" x="4870450" y="1822450"/>
          <p14:tracePt t="161443" x="4870450" y="1809750"/>
          <p14:tracePt t="161459" x="4870450" y="1790700"/>
          <p14:tracePt t="161476" x="4870450" y="1784350"/>
          <p14:tracePt t="161493" x="4876800" y="1771650"/>
          <p14:tracePt t="161509" x="4876800" y="1765300"/>
          <p14:tracePt t="161526" x="4883150" y="1752600"/>
          <p14:tracePt t="161545" x="4883150" y="1746250"/>
          <p14:tracePt t="161570" x="4889500" y="1739900"/>
          <p14:tracePt t="161591" x="4895850" y="1739900"/>
          <p14:tracePt t="161613" x="4895850" y="1733550"/>
          <p14:tracePt t="161634" x="4902200" y="1727200"/>
          <p14:tracePt t="161676" x="4908550" y="1727200"/>
          <p14:tracePt t="161759" x="4914900" y="1733550"/>
          <p14:tracePt t="161780" x="4921250" y="1733550"/>
          <p14:tracePt t="161794" x="4921250" y="1739900"/>
          <p14:tracePt t="161816" x="4927600" y="1739900"/>
          <p14:tracePt t="161823" x="4940300" y="1739900"/>
          <p14:tracePt t="161830" x="4953000" y="1746250"/>
          <p14:tracePt t="161845" x="4984750" y="1746250"/>
          <p14:tracePt t="161858" x="5003800" y="1752600"/>
          <p14:tracePt t="161875" x="5105400" y="1771650"/>
          <p14:tracePt t="161891" x="5156200" y="1784350"/>
          <p14:tracePt t="161908" x="5340350" y="1809750"/>
          <p14:tracePt t="161924" x="5530850" y="1841500"/>
          <p14:tracePt t="161941" x="5626100" y="1860550"/>
          <p14:tracePt t="161957" x="5791200" y="1879600"/>
          <p14:tracePt t="161974" x="5949950" y="1911350"/>
          <p14:tracePt t="161992" x="6057900" y="1930400"/>
          <p14:tracePt t="162007" x="6096000" y="1930400"/>
          <p14:tracePt t="162024" x="6121400" y="1930400"/>
          <p14:tracePt t="162028" x="6134100" y="1930400"/>
          <p14:tracePt t="162041" x="6159500" y="1930400"/>
          <p14:tracePt t="162058" x="6165850" y="1930400"/>
          <p14:tracePt t="162097" x="6172200" y="1924050"/>
          <p14:tracePt t="162308" x="6178550" y="1924050"/>
          <p14:tracePt t="162315" x="6184900" y="1924050"/>
          <p14:tracePt t="162323" x="6191250" y="1930400"/>
          <p14:tracePt t="162340" x="6197600" y="1930400"/>
          <p14:tracePt t="162357" x="6216650" y="1930400"/>
          <p14:tracePt t="162373" x="6235700" y="1930400"/>
          <p14:tracePt t="162390" x="6286500" y="1930400"/>
          <p14:tracePt t="162406" x="6362700" y="1936750"/>
          <p14:tracePt t="162423" x="6419850" y="1949450"/>
          <p14:tracePt t="162439" x="6534150" y="1955800"/>
          <p14:tracePt t="162456" x="6661150" y="1955800"/>
          <p14:tracePt t="162472" x="6724650" y="1955800"/>
          <p14:tracePt t="162490" x="6832600" y="1962150"/>
          <p14:tracePt t="162506" x="6915150" y="1962150"/>
          <p14:tracePt t="162522" x="6940550" y="1955800"/>
          <p14:tracePt t="162526" x="6972300" y="1955800"/>
          <p14:tracePt t="162539" x="6991350" y="1955800"/>
          <p14:tracePt t="162555" x="7016750" y="1949450"/>
          <p14:tracePt t="162572" x="7029450" y="1943100"/>
          <p14:tracePt t="162589" x="7048500" y="1930400"/>
          <p14:tracePt t="162606" x="7067550" y="1898650"/>
          <p14:tracePt t="162622" x="7073900" y="1879600"/>
          <p14:tracePt t="179304" x="7067550" y="1879600"/>
          <p14:tracePt t="179310" x="7061200" y="1885950"/>
          <p14:tracePt t="179318" x="7054850" y="1885950"/>
          <p14:tracePt t="179330" x="7035800" y="1892300"/>
          <p14:tracePt t="179347" x="6965950" y="1911350"/>
          <p14:tracePt t="179364" x="6858000" y="1930400"/>
          <p14:tracePt t="179381" x="6686550" y="1949450"/>
          <p14:tracePt t="179397" x="6534150" y="1962150"/>
          <p14:tracePt t="179414" x="6388100" y="1968500"/>
          <p14:tracePt t="179431" x="6070600" y="1987550"/>
          <p14:tracePt t="179447" x="5854700" y="2000250"/>
          <p14:tracePt t="179464" x="5676900" y="2000250"/>
          <p14:tracePt t="179480" x="5397500" y="2032000"/>
          <p14:tracePt t="179497" x="5207000" y="2032000"/>
          <p14:tracePt t="179515" x="4991100" y="2025650"/>
          <p14:tracePt t="179530" x="4883150" y="2025650"/>
          <p14:tracePt t="179547" x="4794250" y="2032000"/>
          <p14:tracePt t="179564" x="4679950" y="2019300"/>
          <p14:tracePt t="179580" x="4635500" y="2006600"/>
          <p14:tracePt t="179597" x="4591050" y="2000250"/>
          <p14:tracePt t="179613" x="4546600" y="1987550"/>
          <p14:tracePt t="179630" x="4527550" y="1987550"/>
          <p14:tracePt t="179647" x="4502150" y="1987550"/>
          <p14:tracePt t="179663" x="4476750" y="1987550"/>
          <p14:tracePt t="179680" x="4457700" y="1987550"/>
          <p14:tracePt t="179697" x="4438650" y="1987550"/>
          <p14:tracePt t="179713" x="4425950" y="1987550"/>
          <p14:tracePt t="179729" x="4419600" y="1993900"/>
          <p14:tracePt t="179746" x="4413250" y="2006600"/>
          <p14:tracePt t="179763" x="4406900" y="2012950"/>
          <p14:tracePt t="179779" x="4406900" y="2025650"/>
          <p14:tracePt t="179796" x="4406900" y="2044700"/>
          <p14:tracePt t="179812" x="4406900" y="2051050"/>
          <p14:tracePt t="179830" x="4406900" y="2063750"/>
          <p14:tracePt t="179846" x="4406900" y="2089150"/>
          <p14:tracePt t="179862" x="4406900" y="2108200"/>
          <p14:tracePt t="179880" x="4394200" y="2139950"/>
          <p14:tracePt t="179896" x="4375150" y="2165350"/>
          <p14:tracePt t="179912" x="4349750" y="2197100"/>
          <p14:tracePt t="179929" x="4298950" y="2247900"/>
          <p14:tracePt t="179946" x="4279900" y="2273300"/>
          <p14:tracePt t="179962" x="4267200" y="2298700"/>
          <p14:tracePt t="179979" x="4241800" y="2311400"/>
          <p14:tracePt t="179995" x="4229100" y="2317750"/>
          <p14:tracePt t="180012" x="4229100" y="2324100"/>
          <p14:tracePt t="180028" x="4222750" y="2324100"/>
          <p14:tracePt t="180062" x="4216400" y="2324100"/>
          <p14:tracePt t="180252" x="4222750" y="2324100"/>
          <p14:tracePt t="180301" x="4222750" y="2317750"/>
          <p14:tracePt t="180342" x="4229100" y="2317750"/>
          <p14:tracePt t="180350" x="4235450" y="2317750"/>
          <p14:tracePt t="180371" x="4241800" y="2311400"/>
          <p14:tracePt t="180392" x="4248150" y="2305050"/>
          <p14:tracePt t="180420" x="4260850" y="2298700"/>
          <p14:tracePt t="180441" x="4267200" y="2298700"/>
          <p14:tracePt t="180463" x="4273550" y="2298700"/>
          <p14:tracePt t="180469" x="4286250" y="2292350"/>
          <p14:tracePt t="180479" x="4298950" y="2292350"/>
          <p14:tracePt t="180494" x="4330700" y="2286000"/>
          <p14:tracePt t="180510" x="4375150" y="2286000"/>
          <p14:tracePt t="180527" x="4445000" y="2286000"/>
          <p14:tracePt t="180543" x="4502150" y="2286000"/>
          <p14:tracePt t="180561" x="4565650" y="2286000"/>
          <p14:tracePt t="180577" x="4616450" y="2286000"/>
          <p14:tracePt t="180594" x="4667250" y="2286000"/>
          <p14:tracePt t="180610" x="4718050" y="2298700"/>
          <p14:tracePt t="180626" x="4756150" y="2298700"/>
          <p14:tracePt t="180642" x="4775200" y="2298700"/>
          <p14:tracePt t="180660" x="4794250" y="2305050"/>
          <p14:tracePt t="180676" x="4800600" y="2311400"/>
          <p14:tracePt t="180693" x="4806950" y="2311400"/>
          <p14:tracePt t="180710" x="4806950" y="2317750"/>
          <p14:tracePt t="180726" x="4806950" y="2324100"/>
          <p14:tracePt t="180745" x="4813300" y="2324100"/>
          <p14:tracePt t="180759" x="4813300" y="2330450"/>
          <p14:tracePt t="182430" x="4813300" y="2317750"/>
          <p14:tracePt t="182438" x="4813300" y="2311400"/>
          <p14:tracePt t="182444" x="4819650" y="2305050"/>
          <p14:tracePt t="182453" x="4826000" y="2305050"/>
          <p14:tracePt t="182470" x="4845050" y="2292350"/>
          <p14:tracePt t="182487" x="4864100" y="2273300"/>
          <p14:tracePt t="182503" x="4876800" y="2254250"/>
          <p14:tracePt t="182520" x="4895850" y="2235200"/>
          <p14:tracePt t="182536" x="4933950" y="2209800"/>
          <p14:tracePt t="182553" x="4959350" y="2190750"/>
          <p14:tracePt t="182570" x="5003800" y="2152650"/>
          <p14:tracePt t="182586" x="5035550" y="2127250"/>
          <p14:tracePt t="182602" x="5048250" y="2101850"/>
          <p14:tracePt t="182620" x="5067300" y="2082800"/>
          <p14:tracePt t="182636" x="5080000" y="2063750"/>
          <p14:tracePt t="182653" x="5092700" y="2051050"/>
          <p14:tracePt t="182669" x="5099050" y="2038350"/>
          <p14:tracePt t="182686" x="5099050" y="2032000"/>
          <p14:tracePt t="182703" x="5105400" y="2019300"/>
          <p14:tracePt t="182719" x="5111750" y="2012950"/>
          <p14:tracePt t="182753" x="5118100" y="2000250"/>
          <p14:tracePt t="182769" x="5118100" y="1993900"/>
          <p14:tracePt t="182805" x="5124450" y="1993900"/>
          <p14:tracePt t="182837" x="5124450" y="1987550"/>
          <p14:tracePt t="182858" x="5130800" y="1987550"/>
          <p14:tracePt t="182879" x="5137150" y="1987550"/>
          <p14:tracePt t="182887" x="5137150" y="1981200"/>
          <p14:tracePt t="182907" x="5143500" y="1981200"/>
          <p14:tracePt t="182922" x="5149850" y="1981200"/>
          <p14:tracePt t="182929" x="5156200" y="1974850"/>
          <p14:tracePt t="182942" x="5162550" y="1974850"/>
          <p14:tracePt t="182951" x="5168900" y="1974850"/>
          <p14:tracePt t="182968" x="5175250" y="1968500"/>
          <p14:tracePt t="182985" x="5187950" y="1968500"/>
          <p14:tracePt t="183001" x="5207000" y="1968500"/>
          <p14:tracePt t="183018" x="5219700" y="1962150"/>
          <p14:tracePt t="183035" x="5264150" y="1949450"/>
          <p14:tracePt t="183051" x="5302250" y="1943100"/>
          <p14:tracePt t="183068" x="5353050" y="1930400"/>
          <p14:tracePt t="183084" x="5365750" y="1924050"/>
          <p14:tracePt t="183101" x="5397500" y="1911350"/>
          <p14:tracePt t="183119" x="5467350" y="1892300"/>
          <p14:tracePt t="183134" x="5492750" y="1885950"/>
          <p14:tracePt t="183151" x="5524500" y="1866900"/>
          <p14:tracePt t="183167" x="5568950" y="1854200"/>
          <p14:tracePt t="183184" x="5607050" y="1847850"/>
          <p14:tracePt t="183201" x="5619750" y="1847850"/>
          <p14:tracePt t="183217" x="5645150" y="1841500"/>
          <p14:tracePt t="183234" x="5651500" y="1841500"/>
          <p14:tracePt t="183252" x="5657850" y="1841500"/>
          <p14:tracePt t="183284" x="5657850" y="1854200"/>
          <p14:tracePt t="183301" x="5651500" y="1854200"/>
          <p14:tracePt t="183317" x="5651500" y="1860550"/>
          <p14:tracePt t="183334" x="5632450" y="1866900"/>
          <p14:tracePt t="183350" x="5607050" y="1879600"/>
          <p14:tracePt t="183367" x="5588000" y="1885950"/>
          <p14:tracePt t="183384" x="5562600" y="1905000"/>
          <p14:tracePt t="183400" x="5410200" y="1974850"/>
          <p14:tracePt t="183417" x="5327650" y="2012950"/>
          <p14:tracePt t="183434" x="5156200" y="2108200"/>
          <p14:tracePt t="183450" x="5073650" y="2159000"/>
          <p14:tracePt t="183466" x="4921250" y="2241550"/>
          <p14:tracePt t="183483" x="4800600" y="2298700"/>
          <p14:tracePt t="183499" x="4743450" y="2324100"/>
          <p14:tracePt t="183517" x="4654550" y="2355850"/>
          <p14:tracePt t="183533" x="4597400" y="2374900"/>
          <p14:tracePt t="183550" x="4584700" y="2374900"/>
          <p14:tracePt t="183568" x="4559300" y="2381250"/>
          <p14:tracePt t="183583" x="4552950" y="2381250"/>
          <p14:tracePt t="183599" x="4546600" y="2381250"/>
          <p14:tracePt t="183652" x="4546600" y="2374900"/>
          <p14:tracePt t="183715" x="4546600" y="2368550"/>
          <p14:tracePt t="183743" x="4552950" y="2368550"/>
          <p14:tracePt t="183770" x="4559300" y="2368550"/>
          <p14:tracePt t="183784" x="4565650" y="2362200"/>
          <p14:tracePt t="183820" x="4572000" y="2362200"/>
          <p14:tracePt t="183841" x="4578350" y="2362200"/>
          <p14:tracePt t="183863" x="4584700" y="2362200"/>
          <p14:tracePt t="183912" x="4597400" y="2355850"/>
          <p14:tracePt t="183933" x="4603750" y="2355850"/>
          <p14:tracePt t="183946" x="4610100" y="2355850"/>
          <p14:tracePt t="183961" x="4616450" y="2355850"/>
          <p14:tracePt t="183975" x="4622800" y="2355850"/>
          <p14:tracePt t="183984" x="4629150" y="2355850"/>
          <p14:tracePt t="184017" x="4635500" y="2355850"/>
          <p14:tracePt t="184032" x="4641850" y="2355850"/>
          <p14:tracePt t="184052" x="4648200" y="2355850"/>
          <p14:tracePt t="184073" x="4654550" y="2355850"/>
          <p14:tracePt t="184094" x="4660900" y="2355850"/>
          <p14:tracePt t="184122" x="4667250" y="2355850"/>
          <p14:tracePt t="184920" x="4679950" y="2355850"/>
          <p14:tracePt t="184926" x="4692650" y="2355850"/>
          <p14:tracePt t="184934" x="4705350" y="2355850"/>
          <p14:tracePt t="184948" x="4718050" y="2355850"/>
          <p14:tracePt t="184962" x="4730750" y="2355850"/>
          <p14:tracePt t="184978" x="4743450" y="2355850"/>
          <p14:tracePt t="184995" x="4749800" y="2355850"/>
          <p14:tracePt t="185011" x="4762500" y="2355850"/>
          <p14:tracePt t="185028" x="4768850" y="2355850"/>
          <p14:tracePt t="185061" x="4775200" y="2355850"/>
          <p14:tracePt t="185116" x="4781550" y="2355850"/>
          <p14:tracePt t="185306" x="4787900" y="2349500"/>
          <p14:tracePt t="185348" x="4794250" y="2336800"/>
          <p14:tracePt t="185355" x="4800600" y="2336800"/>
          <p14:tracePt t="185369" x="4806950" y="2336800"/>
          <p14:tracePt t="185378" x="4813300" y="2330450"/>
          <p14:tracePt t="185393" x="4826000" y="2317750"/>
          <p14:tracePt t="185410" x="4845050" y="2311400"/>
          <p14:tracePt t="185426" x="4965700" y="2235200"/>
          <p14:tracePt t="185443" x="5035550" y="2197100"/>
          <p14:tracePt t="185460" x="5207000" y="2114550"/>
          <p14:tracePt t="185476" x="5314950" y="2051050"/>
          <p14:tracePt t="185493" x="5549900" y="1949450"/>
          <p14:tracePt t="185510" x="5822950" y="1835150"/>
          <p14:tracePt t="185526" x="5981700" y="1790700"/>
          <p14:tracePt t="185543" x="6248400" y="1714500"/>
          <p14:tracePt t="185559" x="6483350" y="1638300"/>
          <p14:tracePt t="185576" x="6584950" y="1619250"/>
          <p14:tracePt t="185593" x="6769100" y="1568450"/>
          <p14:tracePt t="185609" x="6902450" y="1536700"/>
          <p14:tracePt t="185626" x="6940550" y="1517650"/>
          <p14:tracePt t="185643" x="6985000" y="1511300"/>
          <p14:tracePt t="185659" x="7010400" y="1504950"/>
          <p14:tracePt t="185676" x="7016750" y="1498600"/>
          <p14:tracePt t="185692" x="7023100" y="1498600"/>
          <p14:tracePt t="185729" x="7023100" y="1492250"/>
          <p14:tracePt t="185755" x="7029450" y="1485900"/>
          <p14:tracePt t="185777" x="7035800" y="1485900"/>
          <p14:tracePt t="185790" x="7042150" y="1485900"/>
          <p14:tracePt t="185798" x="7048500" y="1479550"/>
          <p14:tracePt t="185808" x="7054850" y="1479550"/>
          <p14:tracePt t="185825" x="7061200" y="1473200"/>
          <p14:tracePt t="185842" x="7067550" y="1473200"/>
          <p14:tracePt t="185858" x="7073900" y="1466850"/>
          <p14:tracePt t="185875" x="7080250" y="1466850"/>
          <p14:tracePt t="185891" x="7092950" y="1466850"/>
          <p14:tracePt t="185931" x="7092950" y="1460500"/>
          <p14:tracePt t="185960" x="7086600" y="1460500"/>
          <p14:tracePt t="185966" x="7080250" y="1454150"/>
          <p14:tracePt t="185980" x="7073900" y="1454150"/>
          <p14:tracePt t="185990" x="7067550" y="1447800"/>
          <p14:tracePt t="186008" x="7042150" y="1435100"/>
          <p14:tracePt t="186024" x="7029450" y="1428750"/>
          <p14:tracePt t="186041" x="6991350" y="1409700"/>
          <p14:tracePt t="186058" x="6953250" y="1384300"/>
          <p14:tracePt t="186074" x="6934200" y="1371600"/>
          <p14:tracePt t="186091" x="6921500" y="1358900"/>
          <p14:tracePt t="186107" x="6908800" y="1327150"/>
          <p14:tracePt t="186124" x="6908800" y="1320800"/>
          <p14:tracePt t="186142" x="6915150" y="1314450"/>
          <p14:tracePt t="186157" x="6921500" y="1301750"/>
          <p14:tracePt t="186174" x="6927850" y="1295400"/>
          <p14:tracePt t="186191" x="6953250" y="1282700"/>
          <p14:tracePt t="186207" x="6997700" y="1263650"/>
          <p14:tracePt t="186224" x="7029450" y="1244600"/>
          <p14:tracePt t="186240" x="7112000" y="1212850"/>
          <p14:tracePt t="186257" x="7169150" y="1193800"/>
          <p14:tracePt t="186273" x="7264400" y="1162050"/>
          <p14:tracePt t="186290" x="7353300" y="1123950"/>
          <p14:tracePt t="186307" x="7391400" y="1117600"/>
          <p14:tracePt t="186324" x="7442200" y="1104900"/>
          <p14:tracePt t="186340" x="7467600" y="1098550"/>
          <p14:tracePt t="186357" x="7480300" y="1092200"/>
          <p14:tracePt t="186360" x="7486650" y="1092200"/>
          <p14:tracePt t="186373" x="7493000" y="1085850"/>
          <p14:tracePt t="186390" x="7505700" y="1085850"/>
          <p14:tracePt t="186406" x="7512050" y="1085850"/>
          <p14:tracePt t="186423" x="7518400" y="1079500"/>
          <p14:tracePt t="186874" x="7467600" y="1079500"/>
          <p14:tracePt t="186881" x="7378700" y="1079500"/>
          <p14:tracePt t="186896" x="7264400" y="1079500"/>
          <p14:tracePt t="186905" x="7150100" y="1079500"/>
          <p14:tracePt t="186921" x="7035800" y="1079500"/>
          <p14:tracePt t="186938" x="6781800" y="1085850"/>
          <p14:tracePt t="186954" x="6521450" y="1079500"/>
          <p14:tracePt t="186971" x="6400800" y="1060450"/>
          <p14:tracePt t="186988" x="6210300" y="1035050"/>
          <p14:tracePt t="187005" x="6007100" y="1028700"/>
          <p14:tracePt t="187021" x="5803900" y="996950"/>
          <p14:tracePt t="187038" x="5695950" y="977900"/>
          <p14:tracePt t="187054" x="5543550" y="958850"/>
          <p14:tracePt t="187072" x="5378450" y="939800"/>
          <p14:tracePt t="187087" x="5295900" y="914400"/>
          <p14:tracePt t="187106" x="5207000" y="895350"/>
          <p14:tracePt t="187121" x="4959350" y="889000"/>
          <p14:tracePt t="187137" x="4883150" y="889000"/>
          <p14:tracePt t="187154" x="4794250" y="889000"/>
          <p14:tracePt t="187170" x="4654550" y="889000"/>
          <p14:tracePt t="187187" x="4527550" y="889000"/>
          <p14:tracePt t="187205" x="4425950" y="889000"/>
          <p14:tracePt t="187221" x="4349750" y="876300"/>
          <p14:tracePt t="187237" x="4229100" y="857250"/>
          <p14:tracePt t="187254" x="4102100" y="857250"/>
          <p14:tracePt t="187270" x="4032250" y="850900"/>
          <p14:tracePt t="187287" x="3930650" y="838200"/>
          <p14:tracePt t="187304" x="3790950" y="831850"/>
          <p14:tracePt t="187320" x="3721100" y="819150"/>
          <p14:tracePt t="187337" x="3587750" y="793750"/>
          <p14:tracePt t="187353" x="3460750" y="774700"/>
          <p14:tracePt t="187370" x="3390900" y="755650"/>
          <p14:tracePt t="187374" x="3340100" y="755650"/>
          <p14:tracePt t="187389" x="3289300" y="749300"/>
          <p14:tracePt t="187403" x="3155950" y="730250"/>
          <p14:tracePt t="187420" x="3105150" y="717550"/>
          <p14:tracePt t="187437" x="3035300" y="717550"/>
          <p14:tracePt t="187453" x="2908300" y="711200"/>
          <p14:tracePt t="187469" x="2781300" y="711200"/>
          <p14:tracePt t="187486" x="2660650" y="711200"/>
          <p14:tracePt t="187503" x="2609850" y="711200"/>
          <p14:tracePt t="187519" x="2571750" y="723900"/>
          <p14:tracePt t="187536" x="2489200" y="723900"/>
          <p14:tracePt t="187552" x="2432050" y="723900"/>
          <p14:tracePt t="187570" x="2381250" y="742950"/>
          <p14:tracePt t="187585" x="2336800" y="762000"/>
          <p14:tracePt t="187603" x="2317750" y="768350"/>
          <p14:tracePt t="187619" x="2292350" y="781050"/>
          <p14:tracePt t="187636" x="2273300" y="800100"/>
          <p14:tracePt t="187652" x="2266950" y="806450"/>
          <p14:tracePt t="187669" x="2247900" y="819150"/>
          <p14:tracePt t="187686" x="2241550" y="838200"/>
          <p14:tracePt t="187702" x="2241550" y="844550"/>
          <p14:tracePt t="187719" x="2228850" y="869950"/>
          <p14:tracePt t="187735" x="2222500" y="882650"/>
          <p14:tracePt t="187753" x="2203450" y="908050"/>
          <p14:tracePt t="187768" x="2197100" y="914400"/>
          <p14:tracePt t="187785" x="2197100" y="927100"/>
          <p14:tracePt t="187802" x="2184400" y="946150"/>
          <p14:tracePt t="187818" x="2184400" y="952500"/>
          <p14:tracePt t="187835" x="2184400" y="958850"/>
          <p14:tracePt t="187851" x="2184400" y="965200"/>
          <p14:tracePt t="187868" x="2178050" y="965200"/>
          <p14:tracePt t="187888" x="2178050" y="971550"/>
          <p14:tracePt t="187920" x="2178050" y="977900"/>
          <p14:tracePt t="187985" x="2178050" y="984250"/>
          <p14:tracePt t="187991" x="2178050" y="990600"/>
          <p14:tracePt t="188027" x="2178050" y="996950"/>
          <p14:tracePt t="188055" x="2178050" y="1009650"/>
          <p14:tracePt t="188111" x="2178050" y="1016000"/>
          <p14:tracePt t="188139" x="2178050" y="1022350"/>
          <p14:tracePt t="188160" x="2184400" y="1028700"/>
          <p14:tracePt t="188188" x="2184400" y="1035050"/>
          <p14:tracePt t="188244" x="2190750" y="1041400"/>
          <p14:tracePt t="188322" x="2190750" y="1047750"/>
          <p14:tracePt t="188328" x="2197100" y="1047750"/>
          <p14:tracePt t="188356" x="2197100" y="1054100"/>
          <p14:tracePt t="188392" x="2197100" y="1060450"/>
          <p14:tracePt t="188462" x="2203450" y="1066800"/>
          <p14:tracePt t="188525" x="2203450" y="1073150"/>
          <p14:tracePt t="188574" x="2209800" y="1073150"/>
          <p14:tracePt t="188659" x="2216150" y="1079500"/>
          <p14:tracePt t="188673" x="2222500" y="1079500"/>
          <p14:tracePt t="188694" x="2235200" y="1079500"/>
          <p14:tracePt t="188700" x="2235200" y="1085850"/>
          <p14:tracePt t="188715" x="2247900" y="1092200"/>
          <p14:tracePt t="188732" x="2254250" y="1098550"/>
          <p14:tracePt t="188748" x="2266950" y="1104900"/>
          <p14:tracePt t="188765" x="2305050" y="1123950"/>
          <p14:tracePt t="188781" x="2343150" y="1155700"/>
          <p14:tracePt t="188799" x="2387600" y="1181100"/>
          <p14:tracePt t="188815" x="2419350" y="1200150"/>
          <p14:tracePt t="188831" x="2470150" y="1244600"/>
          <p14:tracePt t="188848" x="2552700" y="1314450"/>
          <p14:tracePt t="188864" x="2597150" y="1365250"/>
          <p14:tracePt t="188881" x="2692400" y="1447800"/>
          <p14:tracePt t="188898" x="2800350" y="1543050"/>
          <p14:tracePt t="188914" x="2844800" y="1581150"/>
          <p14:tracePt t="188918" x="2889250" y="1612900"/>
          <p14:tracePt t="188934" x="2933700" y="1651000"/>
          <p14:tracePt t="188948" x="3028950" y="1727200"/>
          <p14:tracePt t="188964" x="3048000" y="1746250"/>
          <p14:tracePt t="188982" x="3105150" y="1803400"/>
          <p14:tracePt t="188997" x="3124200" y="1822450"/>
          <p14:tracePt t="189013" x="3162300" y="1866900"/>
          <p14:tracePt t="189031" x="3219450" y="1917700"/>
          <p14:tracePt t="189047" x="3238500" y="1936750"/>
          <p14:tracePt t="189064" x="3282950" y="1974850"/>
          <p14:tracePt t="189080" x="3314700" y="2006600"/>
          <p14:tracePt t="189097" x="3327400" y="2019300"/>
          <p14:tracePt t="189114" x="3333750" y="2032000"/>
          <p14:tracePt t="189130" x="3346450" y="2044700"/>
          <p14:tracePt t="189164" x="3359150" y="2044700"/>
          <p14:tracePt t="189200" x="3365500" y="2051050"/>
          <p14:tracePt t="189823" x="3409950" y="2038350"/>
          <p14:tracePt t="189829" x="3467100" y="2000250"/>
          <p14:tracePt t="189843" x="3524250" y="1962150"/>
          <p14:tracePt t="189851" x="3600450" y="1924050"/>
          <p14:tracePt t="189865" x="3695700" y="1860550"/>
          <p14:tracePt t="189878" x="3803650" y="1809750"/>
          <p14:tracePt t="189894" x="4064000" y="1682750"/>
          <p14:tracePt t="189911" x="4178300" y="1631950"/>
          <p14:tracePt t="189914" x="4318000" y="1562100"/>
          <p14:tracePt t="189928" x="4489450" y="1485900"/>
          <p14:tracePt t="189944" x="4800600" y="1333500"/>
          <p14:tracePt t="189961" x="4921250" y="1276350"/>
          <p14:tracePt t="189978" x="5118100" y="1174750"/>
          <p14:tracePt t="189994" x="5321300" y="1066800"/>
          <p14:tracePt t="190011" x="5422900" y="1035050"/>
          <p14:tracePt t="190027" x="5619750" y="952500"/>
          <p14:tracePt t="190044" x="5746750" y="908050"/>
          <p14:tracePt t="190061" x="5810250" y="882650"/>
          <p14:tracePt t="190077" x="5829300" y="876300"/>
          <p14:tracePt t="190093" x="5848350" y="876300"/>
          <p14:tracePt t="190110" x="5854700" y="876300"/>
          <p14:tracePt t="190153" x="5861050" y="876300"/>
          <p14:tracePt t="190265" x="5861050" y="882650"/>
          <p14:tracePt t="190363" x="5861050" y="889000"/>
          <p14:tracePt t="190406" x="5867400" y="889000"/>
          <p14:tracePt t="190447" x="5867400" y="895350"/>
          <p14:tracePt t="190497" x="5873750" y="901700"/>
          <p14:tracePt t="190503" x="5873750" y="908050"/>
          <p14:tracePt t="190532" x="5873750" y="914400"/>
          <p14:tracePt t="190595" x="5873750" y="920750"/>
          <p14:tracePt t="190658" x="5867400" y="927100"/>
          <p14:tracePt t="190672" x="5867400" y="933450"/>
          <p14:tracePt t="190707" x="5861050" y="939800"/>
          <p14:tracePt t="190763" x="5861050" y="946150"/>
          <p14:tracePt t="190806" x="5854700" y="946150"/>
          <p14:tracePt t="190834" x="5848350" y="952500"/>
          <p14:tracePt t="190855" x="5842000" y="952500"/>
          <p14:tracePt t="190869" x="5835650" y="958850"/>
          <p14:tracePt t="190877" x="5829300" y="965200"/>
          <p14:tracePt t="190891" x="5816600" y="971550"/>
          <p14:tracePt t="190907" x="5765800" y="1016000"/>
          <p14:tracePt t="190925" x="5664200" y="1092200"/>
          <p14:tracePt t="190941" x="5594350" y="1143000"/>
          <p14:tracePt t="190958" x="5435600" y="1263650"/>
          <p14:tracePt t="190974" x="5283200" y="1422400"/>
          <p14:tracePt t="190990" x="5200650" y="1504950"/>
          <p14:tracePt t="191007" x="5105400" y="1581150"/>
          <p14:tracePt t="191025" x="4851400" y="1809750"/>
          <p14:tracePt t="191040" x="4781550" y="1879600"/>
          <p14:tracePt t="191059" x="4629150" y="1981200"/>
          <p14:tracePt t="191073" x="4559300" y="2032000"/>
          <p14:tracePt t="191090" x="4445000" y="2101850"/>
          <p14:tracePt t="191108" x="4356100" y="2165350"/>
          <p14:tracePt t="191123" x="4311650" y="2190750"/>
          <p14:tracePt t="191140" x="4241800" y="2247900"/>
          <p14:tracePt t="191157" x="4178300" y="2279650"/>
          <p14:tracePt t="191173" x="4146550" y="2305050"/>
          <p14:tracePt t="191190" x="4083050" y="2336800"/>
          <p14:tracePt t="191207" x="4032250" y="2374900"/>
          <p14:tracePt t="191223" x="4006850" y="2387600"/>
          <p14:tracePt t="191240" x="3981450" y="2400300"/>
          <p14:tracePt t="191257" x="3962400" y="2419350"/>
          <p14:tracePt t="191273" x="3956050" y="2419350"/>
          <p14:tracePt t="191290" x="3949700" y="2419350"/>
          <p14:tracePt t="191550" x="3956050" y="2419350"/>
          <p14:tracePt t="191585" x="3962400" y="2413000"/>
          <p14:tracePt t="192357" x="3937000" y="2393950"/>
          <p14:tracePt t="192371" x="3892550" y="2368550"/>
          <p14:tracePt t="192378" x="3848100" y="2336800"/>
          <p14:tracePt t="192392" x="3778250" y="2298700"/>
          <p14:tracePt t="192402" x="3708400" y="2260600"/>
          <p14:tracePt t="192419" x="3625850" y="2209800"/>
          <p14:tracePt t="192436" x="3435350" y="2082800"/>
          <p14:tracePt t="192452" x="3257550" y="1962150"/>
          <p14:tracePt t="192469" x="3105150" y="1822450"/>
          <p14:tracePt t="192485" x="3048000" y="1778000"/>
          <p14:tracePt t="192502" x="2978150" y="1727200"/>
          <p14:tracePt t="192519" x="2889250" y="1663700"/>
          <p14:tracePt t="192535" x="2819400" y="1612900"/>
          <p14:tracePt t="192552" x="2794000" y="1593850"/>
          <p14:tracePt t="192568" x="2743200" y="1549400"/>
          <p14:tracePt t="192585" x="2736850" y="1543050"/>
          <p14:tracePt t="192602" x="2724150" y="1536700"/>
          <p14:tracePt t="192618" x="2711450" y="1524000"/>
          <p14:tracePt t="192635" x="2705100" y="1517650"/>
          <p14:tracePt t="192652" x="2692400" y="1511300"/>
          <p14:tracePt t="192668" x="2686050" y="1511300"/>
          <p14:tracePt t="192685" x="2673350" y="1504950"/>
          <p14:tracePt t="192702" x="2654300" y="1492250"/>
          <p14:tracePt t="192718" x="2647950" y="1492250"/>
          <p14:tracePt t="192735" x="2647950" y="1485900"/>
          <p14:tracePt t="192751" x="2641600" y="1485900"/>
          <p14:tracePt t="192785" x="2628900" y="1485900"/>
          <p14:tracePt t="192801" x="2616200" y="1485900"/>
          <p14:tracePt t="192834" x="2616200" y="1479550"/>
          <p14:tracePt t="192851" x="2609850" y="1473200"/>
          <p14:tracePt t="192891" x="2603500" y="1473200"/>
          <p14:tracePt t="193011" x="2609850" y="1473200"/>
          <p14:tracePt t="193032" x="2616200" y="1473200"/>
          <p14:tracePt t="193046" x="2622550" y="1473200"/>
          <p14:tracePt t="193053" x="2628900" y="1473200"/>
          <p14:tracePt t="193073" x="2635250" y="1473200"/>
          <p14:tracePt t="193083" x="2641600" y="1473200"/>
          <p14:tracePt t="193103" x="2654300" y="1479550"/>
          <p14:tracePt t="193117" x="2667000" y="1479550"/>
          <p14:tracePt t="193133" x="2730500" y="1504950"/>
          <p14:tracePt t="193151" x="2813050" y="1530350"/>
          <p14:tracePt t="193166" x="2882900" y="1549400"/>
          <p14:tracePt t="193183" x="2946400" y="1568450"/>
          <p14:tracePt t="193200" x="3187700" y="1638300"/>
          <p14:tracePt t="193216" x="3289300" y="1670050"/>
          <p14:tracePt t="193232" x="3384550" y="1701800"/>
          <p14:tracePt t="193249" x="3556000" y="1771650"/>
          <p14:tracePt t="193266" x="3727450" y="1828800"/>
          <p14:tracePt t="193283" x="3810000" y="1879600"/>
          <p14:tracePt t="193299" x="3968750" y="1974850"/>
          <p14:tracePt t="193316" x="4108450" y="2051050"/>
          <p14:tracePt t="193334" x="4222750" y="2139950"/>
          <p14:tracePt t="193349" x="4279900" y="2178050"/>
          <p14:tracePt t="193366" x="4394200" y="2254250"/>
          <p14:tracePt t="193383" x="4508500" y="2311400"/>
          <p14:tracePt t="193399" x="4565650" y="2336800"/>
          <p14:tracePt t="193415" x="4686300" y="2374900"/>
          <p14:tracePt t="193432" x="4768850" y="2393950"/>
          <p14:tracePt t="193449" x="4806950" y="2393950"/>
          <p14:tracePt t="193466" x="4857750" y="2400300"/>
          <p14:tracePt t="193482" x="4902200" y="2406650"/>
          <p14:tracePt t="193498" x="4921250" y="2406650"/>
          <p14:tracePt t="193516" x="4946650" y="2406650"/>
          <p14:tracePt t="193532" x="4959350" y="2406650"/>
          <p14:tracePt t="193548" x="4972050" y="2406650"/>
          <p14:tracePt t="193565" x="4978400" y="2406650"/>
          <p14:tracePt t="193593" x="4984750" y="2406650"/>
          <p14:tracePt t="193902" x="4984750" y="2413000"/>
          <p14:tracePt t="193924" x="4991100" y="2419350"/>
          <p14:tracePt t="193937" x="4991100" y="2425700"/>
          <p14:tracePt t="193944" x="4997450" y="2425700"/>
          <p14:tracePt t="193965" x="5003800" y="2425700"/>
          <p14:tracePt t="193973" x="5003800" y="2432050"/>
          <p14:tracePt t="193986" x="5003800" y="2444750"/>
          <p14:tracePt t="193997" x="5010150" y="2457450"/>
          <p14:tracePt t="194015" x="5029200" y="2501900"/>
          <p14:tracePt t="194030" x="5035550" y="2527300"/>
          <p14:tracePt t="194047" x="5080000" y="2603500"/>
          <p14:tracePt t="194064" x="5124450" y="2692400"/>
          <p14:tracePt t="194080" x="5137150" y="2724150"/>
          <p14:tracePt t="194536" x="5099050" y="2705100"/>
          <p14:tracePt t="194551" x="5029200" y="2667000"/>
          <p14:tracePt t="194557" x="4946650" y="2616200"/>
          <p14:tracePt t="194565" x="4845050" y="2501900"/>
          <p14:tracePt t="194579" x="4730750" y="2393950"/>
          <p14:tracePt t="194595" x="4597400" y="2254250"/>
          <p14:tracePt t="194611" x="3930650" y="1657350"/>
          <p14:tracePt t="194628" x="3238500" y="1028700"/>
          <p14:tracePt t="194645" x="3111500" y="946150"/>
          <p14:tracePt t="194662" x="2940050" y="882650"/>
          <p14:tracePt t="194678" x="2806700" y="844550"/>
          <p14:tracePt t="194694" x="2749550" y="825500"/>
          <p14:tracePt t="194711" x="2679700" y="812800"/>
          <p14:tracePt t="194727" x="2603500" y="774700"/>
          <p14:tracePt t="194745" x="2571750" y="762000"/>
          <p14:tracePt t="194762" x="2508250" y="723900"/>
          <p14:tracePt t="194778" x="2463800" y="692150"/>
          <p14:tracePt t="194795" x="2444750" y="673100"/>
          <p14:tracePt t="194811" x="2406650" y="628650"/>
          <p14:tracePt t="194827" x="2387600" y="603250"/>
          <p14:tracePt t="194844" x="2355850" y="565150"/>
          <p14:tracePt t="194861" x="2317750" y="520700"/>
          <p14:tracePt t="194878" x="2311400" y="508000"/>
          <p14:tracePt t="194895" x="2279650" y="469900"/>
          <p14:tracePt t="194910" x="2247900" y="438150"/>
          <p14:tracePt t="194927" x="2235200" y="425450"/>
          <p14:tracePt t="194931" x="2222500" y="400050"/>
          <p14:tracePt t="194944" x="2203450" y="387350"/>
          <p14:tracePt t="194960" x="2171700" y="361950"/>
          <p14:tracePt t="194977" x="2171700" y="355600"/>
          <p14:tracePt t="194993" x="2152650" y="342900"/>
          <p14:tracePt t="195010" x="2146300" y="336550"/>
          <p14:tracePt t="195043" x="2146300" y="349250"/>
          <p14:tracePt t="195061" x="2152650" y="368300"/>
          <p14:tracePt t="195077" x="2165350" y="381000"/>
          <p14:tracePt t="195093" x="2178050" y="387350"/>
          <p14:tracePt t="195110" x="2178050" y="393700"/>
          <p14:tracePt t="195127" x="2228850" y="444500"/>
          <p14:tracePt t="195143" x="2273300" y="476250"/>
          <p14:tracePt t="195161" x="2317750" y="514350"/>
          <p14:tracePt t="195176" x="2432050" y="628650"/>
          <p14:tracePt t="195193" x="2597150" y="755650"/>
          <p14:tracePt t="195210" x="2774950" y="882650"/>
          <p14:tracePt t="195226" x="2857500" y="939800"/>
          <p14:tracePt t="195243" x="3035300" y="1035050"/>
          <p14:tracePt t="195260" x="3232150" y="1136650"/>
          <p14:tracePt t="195276" x="3327400" y="1181100"/>
          <p14:tracePt t="195292" x="3511550" y="1263650"/>
          <p14:tracePt t="195309" x="3683000" y="1333500"/>
          <p14:tracePt t="195326" x="3778250" y="1377950"/>
          <p14:tracePt t="195342" x="3962400" y="1435100"/>
          <p14:tracePt t="195359" x="4121150" y="1485900"/>
          <p14:tracePt t="195376" x="4191000" y="1517650"/>
          <p14:tracePt t="195394" x="4298950" y="1562100"/>
          <p14:tracePt t="195409" x="4413250" y="1619250"/>
          <p14:tracePt t="195426" x="4457700" y="1644650"/>
          <p14:tracePt t="195442" x="4502150" y="1670050"/>
          <p14:tracePt t="195458" x="4603750" y="1733550"/>
          <p14:tracePt t="195475" x="4699000" y="1854200"/>
          <p14:tracePt t="195492" x="4813300" y="1993900"/>
          <p14:tracePt t="195508" x="4864100" y="2076450"/>
          <p14:tracePt t="196826" x="4902200" y="2076450"/>
          <p14:tracePt t="196833" x="4946650" y="2057400"/>
          <p14:tracePt t="196847" x="5003800" y="2038350"/>
          <p14:tracePt t="196856" x="5054600" y="2019300"/>
          <p14:tracePt t="196870" x="5099050" y="2000250"/>
          <p14:tracePt t="196887" x="5162550" y="1981200"/>
          <p14:tracePt t="196904" x="5200650" y="1955800"/>
          <p14:tracePt t="196920" x="5232400" y="1949450"/>
          <p14:tracePt t="196938" x="5245100" y="1949450"/>
          <p14:tracePt t="196953" x="5283200" y="1936750"/>
          <p14:tracePt t="196970" x="5289550" y="1930400"/>
          <p14:tracePt t="196973" x="5295900" y="1930400"/>
          <p14:tracePt t="196990" x="5302250" y="1930400"/>
          <p14:tracePt t="197016" x="5308600" y="1924050"/>
          <p14:tracePt t="197038" x="5314950" y="1917700"/>
          <p14:tracePt t="197044" x="5321300" y="1917700"/>
          <p14:tracePt t="197058" x="5327650" y="1917700"/>
          <p14:tracePt t="197069" x="5327650" y="1911350"/>
          <p14:tracePt t="197086" x="5340350" y="1905000"/>
          <p14:tracePt t="197135" x="5346700" y="1905000"/>
          <p14:tracePt t="197163" x="5353050" y="1898650"/>
          <p14:tracePt t="197206" x="5365750" y="1892300"/>
          <p14:tracePt t="197226" x="5372100" y="1892300"/>
          <p14:tracePt t="197247" x="5378450" y="1885950"/>
          <p14:tracePt t="197254" x="5384800" y="1885950"/>
          <p14:tracePt t="197290" x="5391150" y="1885950"/>
          <p14:tracePt t="197304" x="5397500" y="1885950"/>
          <p14:tracePt t="197325" x="5403850" y="1879600"/>
          <p14:tracePt t="197339" x="5410200" y="1873250"/>
          <p14:tracePt t="197360" x="5416550" y="1873250"/>
          <p14:tracePt t="197374" x="5422900" y="1866900"/>
          <p14:tracePt t="197409" x="5429250" y="1866900"/>
          <p14:tracePt t="197416" x="5429250" y="1860550"/>
          <p14:tracePt t="197437" x="5441950" y="1860550"/>
          <p14:tracePt t="197458" x="5448300" y="1860550"/>
          <p14:tracePt t="197465" x="5454650" y="1854200"/>
          <p14:tracePt t="197479" x="5461000" y="1854200"/>
          <p14:tracePt t="197493" x="5467350" y="1854200"/>
          <p14:tracePt t="197507" x="5480050" y="1854200"/>
          <p14:tracePt t="197518" x="5505450" y="1854200"/>
          <p14:tracePt t="197535" x="5581650" y="1854200"/>
          <p14:tracePt t="197551" x="5632450" y="1854200"/>
          <p14:tracePt t="197567" x="5797550" y="1854200"/>
          <p14:tracePt t="197585" x="6013450" y="1854200"/>
          <p14:tracePt t="197601" x="6127750" y="1854200"/>
          <p14:tracePt t="197617" x="6400800" y="1860550"/>
          <p14:tracePt t="197635" x="6667500" y="1860550"/>
          <p14:tracePt t="197651" x="6794500" y="1873250"/>
          <p14:tracePt t="197668" x="6908800" y="1873250"/>
          <p14:tracePt t="197684" x="7213600" y="1879600"/>
          <p14:tracePt t="197701" x="7302500" y="1879600"/>
          <p14:tracePt t="197719" x="7454900" y="1879600"/>
          <p14:tracePt t="197734" x="7543800" y="1879600"/>
          <p14:tracePt t="197751" x="7588250" y="1879600"/>
          <p14:tracePt t="197767" x="7651750" y="1879600"/>
          <p14:tracePt t="197784" x="7689850" y="1873250"/>
          <p14:tracePt t="197800" x="7734300" y="1866900"/>
          <p14:tracePt t="197817" x="7766050" y="1854200"/>
          <p14:tracePt t="197834" x="7791450" y="1847850"/>
          <p14:tracePt t="197851" x="7804150" y="1835150"/>
          <p14:tracePt t="197867" x="7823200" y="1835150"/>
          <p14:tracePt t="197883" x="7829550" y="1835150"/>
          <p14:tracePt t="197900" x="7835900" y="1822450"/>
          <p14:tracePt t="197933" x="7835900" y="1816100"/>
          <p14:tracePt t="197964" x="7829550" y="1816100"/>
          <p14:tracePt t="197985" x="7823200" y="1809750"/>
          <p14:tracePt t="198006" x="7816850" y="1809750"/>
          <p14:tracePt t="198055" x="7804150" y="1809750"/>
          <p14:tracePt t="198069" x="7797800" y="1809750"/>
          <p14:tracePt t="198090" x="7791450" y="1809750"/>
          <p14:tracePt t="198096" x="7778750" y="1809750"/>
          <p14:tracePt t="198104" x="7766050" y="1809750"/>
          <p14:tracePt t="198119" x="7747000" y="1816100"/>
          <p14:tracePt t="198132" x="7727950" y="1822450"/>
          <p14:tracePt t="198149" x="7664450" y="1841500"/>
          <p14:tracePt t="198166" x="7626350" y="1847850"/>
          <p14:tracePt t="198182" x="7537450" y="1879600"/>
          <p14:tracePt t="198199" x="7416800" y="1930400"/>
          <p14:tracePt t="198217" x="7258050" y="1981200"/>
          <p14:tracePt t="198232" x="7162800" y="2012950"/>
          <p14:tracePt t="198249" x="7061200" y="2051050"/>
          <p14:tracePt t="198266" x="6781800" y="2127250"/>
          <p14:tracePt t="198282" x="6426200" y="2203450"/>
          <p14:tracePt t="198299" x="6280150" y="2228850"/>
          <p14:tracePt t="198316" x="6026150" y="2292350"/>
          <p14:tracePt t="198332" x="5791200" y="2343150"/>
          <p14:tracePt t="198349" x="5689600" y="2368550"/>
          <p14:tracePt t="198366" x="5530850" y="2425700"/>
          <p14:tracePt t="198382" x="5461000" y="2476500"/>
          <p14:tracePt t="198399" x="5441950" y="2501900"/>
          <p14:tracePt t="198415" x="5441950" y="2508250"/>
          <p14:tracePt t="198431" x="5454650" y="2508250"/>
          <p14:tracePt t="198448" x="5467350" y="2508250"/>
          <p14:tracePt t="198465" x="5492750" y="2508250"/>
          <p14:tracePt t="200316" x="5435600" y="2489200"/>
          <p14:tracePt t="200323" x="5334000" y="2444750"/>
          <p14:tracePt t="200337" x="5213350" y="2406650"/>
          <p14:tracePt t="200345" x="5060950" y="2330450"/>
          <p14:tracePt t="200361" x="4864100" y="2247900"/>
          <p14:tracePt t="200375" x="4648200" y="2165350"/>
          <p14:tracePt t="200391" x="4114800" y="1962150"/>
          <p14:tracePt t="200408" x="3543300" y="1765300"/>
          <p14:tracePt t="200425" x="3251200" y="1670050"/>
          <p14:tracePt t="200441" x="2647950" y="1460500"/>
          <p14:tracePt t="200458" x="2063750" y="1231900"/>
          <p14:tracePt t="200474" x="1752600" y="1130300"/>
          <p14:tracePt t="200491" x="1168400" y="901700"/>
          <p14:tracePt t="200508" x="615950" y="730250"/>
          <p14:tracePt t="200524" x="381000" y="641350"/>
          <p14:tracePt t="200528" x="190500" y="571500"/>
          <p14:tracePt t="200541" x="0" y="508000"/>
          <p14:tracePt t="202130" x="4603750" y="3759200"/>
          <p14:tracePt t="202139" x="4578350" y="3759200"/>
          <p14:tracePt t="202144" x="4552950" y="3759200"/>
          <p14:tracePt t="202154" x="4527550" y="3752850"/>
          <p14:tracePt t="202171" x="4457700" y="3746500"/>
          <p14:tracePt t="202187" x="4324350" y="3740150"/>
          <p14:tracePt t="202204" x="4216400" y="3721100"/>
          <p14:tracePt t="202222" x="4083050" y="3695700"/>
          <p14:tracePt t="202237" x="4000500" y="3676650"/>
          <p14:tracePt t="202254" x="3930650" y="3670300"/>
          <p14:tracePt t="202271" x="3816350" y="3632200"/>
          <p14:tracePt t="202288" x="3733800" y="3613150"/>
          <p14:tracePt t="202304" x="3663950" y="3606800"/>
          <p14:tracePt t="202321" x="3543300" y="3606800"/>
          <p14:tracePt t="202338" x="3441700" y="3600450"/>
          <p14:tracePt t="202354" x="3359150" y="3581400"/>
          <p14:tracePt t="202370" x="3238500" y="3562350"/>
          <p14:tracePt t="202387" x="3162300" y="3543300"/>
          <p14:tracePt t="202404" x="3092450" y="3505200"/>
          <p14:tracePt t="202420" x="3041650" y="3473450"/>
          <p14:tracePt t="202437" x="2990850" y="3448050"/>
          <p14:tracePt t="202454" x="2921000" y="3409950"/>
          <p14:tracePt t="202470" x="2870200" y="3371850"/>
          <p14:tracePt t="202487" x="2825750" y="3346450"/>
          <p14:tracePt t="202503" x="2774950" y="3308350"/>
          <p14:tracePt t="202520" x="2730500" y="3289300"/>
          <p14:tracePt t="202537" x="2647950" y="3257550"/>
          <p14:tracePt t="202553" x="2559050" y="3213100"/>
          <p14:tracePt t="202570" x="2527300" y="3206750"/>
          <p14:tracePt t="202587" x="2457450" y="3168650"/>
          <p14:tracePt t="202603" x="2400300" y="3143250"/>
          <p14:tracePt t="202620" x="2374900" y="3136900"/>
          <p14:tracePt t="202636" x="2336800" y="3111500"/>
          <p14:tracePt t="202653" x="2317750" y="3105150"/>
          <p14:tracePt t="202669" x="2273300" y="3079750"/>
          <p14:tracePt t="202686" x="2241550" y="3048000"/>
          <p14:tracePt t="202703" x="2216150" y="3035300"/>
          <p14:tracePt t="202720" x="2190750" y="3016250"/>
          <p14:tracePt t="202736" x="2184400" y="3003550"/>
          <p14:tracePt t="202752" x="2165350" y="2997200"/>
          <p14:tracePt t="202770" x="2133600" y="2965450"/>
          <p14:tracePt t="202786" x="2120900" y="2959100"/>
          <p14:tracePt t="202789" x="2108200" y="2946400"/>
          <p14:tracePt t="202819" x="2089150" y="2933700"/>
          <p14:tracePt t="202836" x="2063750" y="2914650"/>
          <p14:tracePt t="202852" x="2051050" y="2908300"/>
          <p14:tracePt t="202869" x="2025650" y="2882900"/>
          <p14:tracePt t="202885" x="1981200" y="2863850"/>
          <p14:tracePt t="202902" x="1968500" y="2851150"/>
          <p14:tracePt t="202919" x="1936750" y="2832100"/>
          <p14:tracePt t="202935" x="1905000" y="2800350"/>
          <p14:tracePt t="202952" x="1879600" y="2774950"/>
          <p14:tracePt t="202968" x="1866900" y="2768600"/>
          <p14:tracePt t="202985" x="1860550" y="2755900"/>
          <p14:tracePt t="203001" x="1847850" y="2743200"/>
          <p14:tracePt t="203018" x="1841500" y="2743200"/>
          <p14:tracePt t="203142" x="1847850" y="2743200"/>
          <p14:tracePt t="203191" x="1854200" y="2743200"/>
          <p14:tracePt t="203247" x="1860550" y="2743200"/>
          <p14:tracePt t="203373" x="1860550" y="2749550"/>
          <p14:tracePt t="203401" x="1866900" y="2749550"/>
          <p14:tracePt t="203422" x="1873250" y="2749550"/>
          <p14:tracePt t="203444" x="1873250" y="2755900"/>
          <p14:tracePt t="203465" x="1879600" y="2755900"/>
          <p14:tracePt t="203493" x="1892300" y="2755900"/>
          <p14:tracePt t="203507" x="1898650" y="2762250"/>
          <p14:tracePt t="203513" x="1905000" y="2762250"/>
          <p14:tracePt t="203528" x="1917700" y="2762250"/>
          <p14:tracePt t="203536" x="1936750" y="2762250"/>
          <p14:tracePt t="203550" x="1962150" y="2762250"/>
          <p14:tracePt t="203567" x="2044700" y="2768600"/>
          <p14:tracePt t="203584" x="2159000" y="2768600"/>
          <p14:tracePt t="203599" x="2235200" y="2768600"/>
          <p14:tracePt t="203616" x="2425700" y="2768600"/>
          <p14:tracePt t="203633" x="2628900" y="2755900"/>
          <p14:tracePt t="203649" x="2730500" y="2743200"/>
          <p14:tracePt t="203666" x="2832100" y="2743200"/>
          <p14:tracePt t="203683" x="3041650" y="2724150"/>
          <p14:tracePt t="203699" x="3079750" y="2724150"/>
          <p14:tracePt t="203716" x="3111500" y="2717800"/>
          <p14:tracePt t="203732" x="3155950" y="2711450"/>
          <p14:tracePt t="203749" x="3175000" y="2711450"/>
          <p14:tracePt t="203767" x="3181350" y="2705100"/>
          <p14:tracePt t="203782" x="3187700" y="2705100"/>
          <p14:tracePt t="203799" x="3213100" y="2705100"/>
          <p14:tracePt t="203816" x="3244850" y="2705100"/>
          <p14:tracePt t="203832" x="3263900" y="2705100"/>
          <p14:tracePt t="203849" x="3321050" y="2698750"/>
          <p14:tracePt t="203865" x="3416300" y="2692400"/>
          <p14:tracePt t="203882" x="3479800" y="2692400"/>
          <p14:tracePt t="203899" x="3606800" y="2692400"/>
          <p14:tracePt t="203915" x="3752850" y="2673350"/>
          <p14:tracePt t="203932" x="3854450" y="2660650"/>
          <p14:tracePt t="203949" x="4044950" y="2641600"/>
          <p14:tracePt t="203965" x="4248150" y="2628900"/>
          <p14:tracePt t="203981" x="4337050" y="2622550"/>
          <p14:tracePt t="203998" x="4540250" y="2622550"/>
          <p14:tracePt t="204015" x="4718050" y="2622550"/>
          <p14:tracePt t="204032" x="4794250" y="2622550"/>
          <p14:tracePt t="204048" x="4914900" y="2609850"/>
          <p14:tracePt t="204064" x="4965700" y="2603500"/>
          <p14:tracePt t="204082" x="5067300" y="2603500"/>
          <p14:tracePt t="204098" x="5162550" y="2590800"/>
          <p14:tracePt t="204114" x="5213350" y="2590800"/>
          <p14:tracePt t="204131" x="5270500" y="2584450"/>
          <p14:tracePt t="204147" x="5314950" y="2578100"/>
          <p14:tracePt t="204164" x="5334000" y="2571750"/>
          <p14:tracePt t="204181" x="5365750" y="2571750"/>
          <p14:tracePt t="204198" x="5397500" y="2565400"/>
          <p14:tracePt t="204214" x="5410200" y="2565400"/>
          <p14:tracePt t="204231" x="5435600" y="2559050"/>
          <p14:tracePt t="204247" x="5454650" y="2552700"/>
          <p14:tracePt t="204265" x="5473700" y="2546350"/>
          <p14:tracePt t="204280" x="5473700" y="2540000"/>
          <p14:tracePt t="204297" x="5486400" y="2533650"/>
          <p14:tracePt t="204314" x="5524500" y="2514600"/>
          <p14:tracePt t="204317" x="5543550" y="2508250"/>
          <p14:tracePt t="204331" x="5562600" y="2495550"/>
          <p14:tracePt t="204347" x="5594350" y="2476500"/>
          <p14:tracePt t="204363" x="5657850" y="2457450"/>
          <p14:tracePt t="204380" x="5708650" y="2432050"/>
          <p14:tracePt t="204397" x="5734050" y="2425700"/>
          <p14:tracePt t="204414" x="5784850" y="2413000"/>
          <p14:tracePt t="204430" x="5810250" y="2406650"/>
          <p14:tracePt t="204447" x="5829300" y="2400300"/>
          <p14:tracePt t="204480" x="5835650" y="2400300"/>
          <p14:tracePt t="204517" x="5842000" y="2400300"/>
          <p14:tracePt t="204609" x="5842000" y="2406650"/>
          <p14:tracePt t="204637" x="5835650" y="2406650"/>
          <p14:tracePt t="204651" x="5829300" y="2406650"/>
          <p14:tracePt t="204658" x="5822950" y="2406650"/>
          <p14:tracePt t="204666" x="5816600" y="2406650"/>
          <p14:tracePt t="204686" x="5803900" y="2406650"/>
          <p14:tracePt t="204700" x="5784850" y="2406650"/>
          <p14:tracePt t="204712" x="5746750" y="2406650"/>
          <p14:tracePt t="204729" x="5613400" y="2419350"/>
          <p14:tracePt t="204746" x="5511800" y="2438400"/>
          <p14:tracePt t="204763" x="5245100" y="2463800"/>
          <p14:tracePt t="204779" x="4908550" y="2508250"/>
          <p14:tracePt t="204796" x="4737100" y="2533650"/>
          <p14:tracePt t="204812" x="4343400" y="2597150"/>
          <p14:tracePt t="204829" x="4000500" y="2647950"/>
          <p14:tracePt t="204845" x="3854450" y="2673350"/>
          <p14:tracePt t="204849" x="3727450" y="2705100"/>
          <p14:tracePt t="204865" x="3606800" y="2724150"/>
          <p14:tracePt t="204878" x="3416300" y="2762250"/>
          <p14:tracePt t="204896" x="3346450" y="2781300"/>
          <p14:tracePt t="204912" x="3232150" y="2800350"/>
          <p14:tracePt t="204928" x="3200400" y="2813050"/>
          <p14:tracePt t="204945" x="3155950" y="2825750"/>
          <p14:tracePt t="204961" x="3149600" y="2832100"/>
          <p14:tracePt t="204977" x="3143250" y="2832100"/>
          <p14:tracePt t="205030" x="3149600" y="2838450"/>
          <p14:tracePt t="205037" x="3155950" y="2838450"/>
          <p14:tracePt t="205051" x="3162300" y="2844800"/>
          <p14:tracePt t="205061" x="3162300" y="2857500"/>
          <p14:tracePt t="205078" x="3162300" y="2863850"/>
          <p14:tracePt t="210075" x="3181350" y="2863850"/>
          <p14:tracePt t="210082" x="3194050" y="2863850"/>
          <p14:tracePt t="210097" x="3206750" y="2857500"/>
          <p14:tracePt t="210110" x="3225800" y="2857500"/>
          <p14:tracePt t="210127" x="3257550" y="2825750"/>
          <p14:tracePt t="210144" x="3263900" y="2806700"/>
          <p14:tracePt t="210160" x="3289300" y="2774950"/>
          <p14:tracePt t="210177" x="3321050" y="2711450"/>
          <p14:tracePt t="210194" x="3378200" y="2609850"/>
          <p14:tracePt t="210209" x="3403600" y="2565400"/>
          <p14:tracePt t="210227" x="3492500" y="2438400"/>
          <p14:tracePt t="210244" x="3587750" y="2324100"/>
          <p14:tracePt t="210260" x="3644900" y="2286000"/>
          <p14:tracePt t="210277" x="3702050" y="2235200"/>
          <p14:tracePt t="210293" x="3841750" y="2133600"/>
          <p14:tracePt t="210309" x="3886200" y="2108200"/>
          <p14:tracePt t="210326" x="3930650" y="2089150"/>
          <p14:tracePt t="210343" x="4032250" y="2012950"/>
          <p14:tracePt t="210359" x="4184650" y="1936750"/>
          <p14:tracePt t="210363" x="4260850" y="1898650"/>
          <p14:tracePt t="210379" x="4330700" y="1866900"/>
          <p14:tracePt t="210392" x="4387850" y="1847850"/>
          <p14:tracePt t="210409" x="4470400" y="1828800"/>
          <p14:tracePt t="210426" x="4514850" y="1828800"/>
          <p14:tracePt t="210442" x="4546600" y="1828800"/>
          <p14:tracePt t="210459" x="4597400" y="1828800"/>
          <p14:tracePt t="210476" x="4648200" y="1828800"/>
          <p14:tracePt t="210493" x="4679950" y="1828800"/>
          <p14:tracePt t="210508" x="4737100" y="1835150"/>
          <p14:tracePt t="210526" x="4806950" y="1847850"/>
          <p14:tracePt t="210542" x="4845050" y="1847850"/>
          <p14:tracePt t="210560" x="4914900" y="1854200"/>
          <p14:tracePt t="210575" x="4997450" y="1860550"/>
          <p14:tracePt t="210593" x="5035550" y="1873250"/>
          <p14:tracePt t="210609" x="5124450" y="1873250"/>
          <p14:tracePt t="210625" x="5181600" y="1879600"/>
          <p14:tracePt t="210642" x="5302250" y="1898650"/>
          <p14:tracePt t="210659" x="5454650" y="1898650"/>
          <p14:tracePt t="210675" x="5530850" y="1911350"/>
          <p14:tracePt t="210692" x="5708650" y="1911350"/>
          <p14:tracePt t="210708" x="5949950" y="1911350"/>
          <p14:tracePt t="210725" x="6083300" y="1911350"/>
          <p14:tracePt t="210742" x="6311900" y="1911350"/>
          <p14:tracePt t="210758" x="6457950" y="1885950"/>
          <p14:tracePt t="210775" x="6489700" y="1879600"/>
          <p14:tracePt t="210792" x="6527800" y="1860550"/>
          <p14:tracePt t="210808" x="6540500" y="1847850"/>
          <p14:tracePt t="210825" x="6546850" y="1841500"/>
          <p14:tracePt t="210841" x="6553200" y="1841500"/>
          <p14:tracePt t="210858" x="6559550" y="1835150"/>
          <p14:tracePt t="210889" x="6565900" y="1828800"/>
          <p14:tracePt t="210897" x="6578600" y="1828800"/>
          <p14:tracePt t="210911" x="6591300" y="1828800"/>
          <p14:tracePt t="210925" x="6623050" y="1828800"/>
          <p14:tracePt t="210941" x="6654800" y="1828800"/>
          <p14:tracePt t="210957" x="6673850" y="1822450"/>
          <p14:tracePt t="210974" x="6737350" y="1822450"/>
          <p14:tracePt t="210991" x="6819900" y="1816100"/>
          <p14:tracePt t="211007" x="6845300" y="1816100"/>
          <p14:tracePt t="211024" x="6896100" y="1809750"/>
          <p14:tracePt t="211040" x="6946900" y="1803400"/>
          <p14:tracePt t="211058" x="6978650" y="1803400"/>
          <p14:tracePt t="211073" x="6997700" y="1803400"/>
          <p14:tracePt t="211091" x="7029450" y="1803400"/>
          <p14:tracePt t="211107" x="7080250" y="1809750"/>
          <p14:tracePt t="211123" x="7112000" y="1816100"/>
          <p14:tracePt t="211140" x="7169150" y="1822450"/>
          <p14:tracePt t="211157" x="7226300" y="1841500"/>
          <p14:tracePt t="220955" x="7219950" y="1841500"/>
          <p14:tracePt t="220968" x="7207250" y="1841500"/>
          <p14:tracePt t="220976" x="7188200" y="1841500"/>
          <p14:tracePt t="220990" x="7169150" y="1841500"/>
          <p14:tracePt t="221006" x="7124700" y="1841500"/>
          <p14:tracePt t="221023" x="7105650" y="1841500"/>
          <p14:tracePt t="221039" x="7073900" y="1841500"/>
          <p14:tracePt t="221056" x="7048500" y="1841500"/>
          <p14:tracePt t="221089" x="7029450" y="1841500"/>
          <p14:tracePt t="221106" x="7023100" y="1841500"/>
          <p14:tracePt t="221123" x="7004050" y="1841500"/>
          <p14:tracePt t="221138" x="7004050" y="1847850"/>
          <p14:tracePt t="221172" x="6997700" y="1860550"/>
          <p14:tracePt t="221189" x="6991350" y="1866900"/>
          <p14:tracePt t="221205" x="6985000" y="1866900"/>
          <p14:tracePt t="221222" x="6978650" y="1866900"/>
          <p14:tracePt t="221256" x="6978650" y="1873250"/>
          <p14:tracePt t="221272" x="6972300" y="1873250"/>
          <p14:tracePt t="221288" x="6965950" y="1879600"/>
          <p14:tracePt t="221446" x="6965950" y="1873250"/>
          <p14:tracePt t="221495" x="6965950" y="1866900"/>
          <p14:tracePt t="221544" x="6959600" y="1860550"/>
          <p14:tracePt t="221629" x="6959600" y="1854200"/>
          <p14:tracePt t="221755" x="6965950" y="1854200"/>
          <p14:tracePt t="223225" x="6946900" y="1854200"/>
          <p14:tracePt t="223233" x="6934200" y="1854200"/>
          <p14:tracePt t="223246" x="6921500" y="1854200"/>
          <p14:tracePt t="223253" x="6902450" y="1854200"/>
          <p14:tracePt t="223264" x="6870700" y="1854200"/>
          <p14:tracePt t="223281" x="6794500" y="1854200"/>
          <p14:tracePt t="223298" x="6743700" y="1854200"/>
          <p14:tracePt t="223316" x="6629400" y="1854200"/>
          <p14:tracePt t="223331" x="6489700" y="1854200"/>
          <p14:tracePt t="223348" x="6400800" y="1854200"/>
          <p14:tracePt t="223365" x="6299200" y="1854200"/>
          <p14:tracePt t="223381" x="5994400" y="1860550"/>
          <p14:tracePt t="223398" x="5899150" y="1873250"/>
          <p14:tracePt t="223415" x="5695950" y="1898650"/>
          <p14:tracePt t="223431" x="5568950" y="1911350"/>
          <p14:tracePt t="223447" x="5327650" y="1930400"/>
          <p14:tracePt t="223464" x="5111750" y="1943100"/>
          <p14:tracePt t="223481" x="5010150" y="1955800"/>
          <p14:tracePt t="223498" x="4832350" y="1949450"/>
          <p14:tracePt t="223514" x="4673600" y="1930400"/>
          <p14:tracePt t="223531" x="4584700" y="1911350"/>
          <p14:tracePt t="223548" x="4451350" y="1873250"/>
          <p14:tracePt t="223564" x="4343400" y="1835150"/>
          <p14:tracePt t="223580" x="4298950" y="1828800"/>
          <p14:tracePt t="223597" x="4216400" y="1790700"/>
          <p14:tracePt t="223614" x="4140200" y="1778000"/>
          <p14:tracePt t="223630" x="4102100" y="1771650"/>
          <p14:tracePt t="223647" x="4044950" y="1771650"/>
          <p14:tracePt t="223663" x="4013200" y="1758950"/>
          <p14:tracePt t="223681" x="3937000" y="1752600"/>
          <p14:tracePt t="223697" x="3917950" y="1752600"/>
          <p14:tracePt t="223713" x="3905250" y="1758950"/>
          <p14:tracePt t="223730" x="3873500" y="1758950"/>
          <p14:tracePt t="223747" x="3848100" y="1758950"/>
          <p14:tracePt t="223763" x="3835400" y="1758950"/>
          <p14:tracePt t="223780" x="3822700" y="1758950"/>
          <p14:tracePt t="223796" x="3816350" y="1758950"/>
          <p14:tracePt t="223813" x="3810000" y="1752600"/>
          <p14:tracePt t="223846" x="3810000" y="1746250"/>
          <p14:tracePt t="223885" x="3810000" y="1739900"/>
          <p14:tracePt t="223955" x="3822700" y="1746250"/>
          <p14:tracePt t="223983" x="3829050" y="1752600"/>
          <p14:tracePt t="223997" x="3835400" y="1752600"/>
          <p14:tracePt t="224025" x="3841750" y="1758950"/>
          <p14:tracePt t="224053" x="3848100" y="1758950"/>
          <p14:tracePt t="224102" x="3848100" y="1765300"/>
          <p14:tracePt t="224123" x="3854450" y="1771650"/>
          <p14:tracePt t="224144" x="3860800" y="1778000"/>
          <p14:tracePt t="224166" x="3860800" y="1784350"/>
          <p14:tracePt t="224208" x="3867150" y="1790700"/>
          <p14:tracePt t="224215" x="3867150" y="1797050"/>
          <p14:tracePt t="224231" x="3873500" y="1797050"/>
          <p14:tracePt t="224244" x="3879850" y="1803400"/>
          <p14:tracePt t="224279" x="3886200" y="1803400"/>
          <p14:tracePt t="224285" x="3886200" y="1809750"/>
          <p14:tracePt t="224306" x="3886200" y="1816100"/>
          <p14:tracePt t="224348" x="3892550" y="1822450"/>
          <p14:tracePt t="224383" x="3892550" y="1828800"/>
          <p14:tracePt t="224397" x="3892550" y="1835150"/>
          <p14:tracePt t="224418" x="3892550" y="1841500"/>
          <p14:tracePt t="224425" x="3892550" y="1854200"/>
          <p14:tracePt t="224439" x="3879850" y="1873250"/>
          <p14:tracePt t="224447" x="3867150" y="1905000"/>
          <p14:tracePt t="224461" x="3848100" y="1936750"/>
          <p14:tracePt t="224477" x="3784600" y="2063750"/>
          <p14:tracePt t="224494" x="3740150" y="2133600"/>
          <p14:tracePt t="224511" x="3638550" y="2305050"/>
          <p14:tracePt t="224528" x="3536950" y="2470150"/>
          <p14:tracePt t="224545" x="3435350" y="2609850"/>
          <p14:tracePt t="224560" x="3403600" y="2654300"/>
          <p14:tracePt t="224577" x="3371850" y="2698750"/>
          <p14:tracePt t="224594" x="3314700" y="2762250"/>
          <p14:tracePt t="224610" x="3302000" y="2768600"/>
          <p14:tracePt t="224627" x="3295650" y="2794000"/>
          <p14:tracePt t="224643" x="3276600" y="2819400"/>
          <p14:tracePt t="224660" x="3263900" y="2838450"/>
          <p14:tracePt t="224677" x="3257550" y="2851150"/>
          <p14:tracePt t="225170" x="3244850" y="2851150"/>
          <p14:tracePt t="225177" x="3232150" y="2844800"/>
          <p14:tracePt t="225190" x="3219450" y="2838450"/>
          <p14:tracePt t="225198" x="3206750" y="2832100"/>
          <p14:tracePt t="225212" x="3194050" y="2825750"/>
          <p14:tracePt t="225224" x="3181350" y="2813050"/>
          <p14:tracePt t="225241" x="3149600" y="2806700"/>
          <p14:tracePt t="225258" x="3136900" y="2794000"/>
          <p14:tracePt t="225276" x="3098800" y="2781300"/>
          <p14:tracePt t="225291" x="3060700" y="2762250"/>
          <p14:tracePt t="225308" x="3048000" y="2755900"/>
          <p14:tracePt t="225324" x="3009900" y="2743200"/>
          <p14:tracePt t="225341" x="2997200" y="2730500"/>
          <p14:tracePt t="225358" x="2990850" y="2730500"/>
          <p14:tracePt t="225375" x="2971800" y="2717800"/>
          <p14:tracePt t="225391" x="2971800" y="2705100"/>
          <p14:tracePt t="225408" x="2965450" y="2698750"/>
          <p14:tracePt t="225441" x="2965450" y="2692400"/>
          <p14:tracePt t="225478" x="2971800" y="2692400"/>
          <p14:tracePt t="225499" x="2978150" y="2692400"/>
          <p14:tracePt t="225506" x="2978150" y="2686050"/>
          <p14:tracePt t="225541" x="2984500" y="2686050"/>
          <p14:tracePt t="225548" x="2990850" y="2686050"/>
          <p14:tracePt t="225569" x="2997200" y="2686050"/>
          <p14:tracePt t="225577" x="3003550" y="2686050"/>
          <p14:tracePt t="225597" x="3009900" y="2686050"/>
          <p14:tracePt t="225611" x="3016250" y="2679700"/>
          <p14:tracePt t="225632" x="3016250" y="2673350"/>
          <p14:tracePt t="225643" x="3022600" y="2673350"/>
          <p14:tracePt t="225660" x="3028950" y="2667000"/>
          <p14:tracePt t="225675" x="3035300" y="2667000"/>
          <p14:tracePt t="225692" x="3041650" y="2660650"/>
          <p14:tracePt t="225710" x="3041650" y="2654300"/>
          <p14:tracePt t="225724" x="3048000" y="2654300"/>
          <p14:tracePt t="225740" x="3054350" y="2654300"/>
          <p14:tracePt t="225843" x="3048000" y="2654300"/>
          <p14:tracePt t="225858" x="3048000" y="2660650"/>
          <p14:tracePt t="225871" x="3041650" y="2667000"/>
          <p14:tracePt t="225878" x="3035300" y="2667000"/>
          <p14:tracePt t="225892" x="3028950" y="2679700"/>
          <p14:tracePt t="225906" x="3022600" y="2686050"/>
          <p14:tracePt t="225922" x="3003550" y="2724150"/>
          <p14:tracePt t="225939" x="2990850" y="2743200"/>
          <p14:tracePt t="225956" x="2952750" y="2806700"/>
          <p14:tracePt t="225972" x="2927350" y="2857500"/>
          <p14:tracePt t="225989" x="2914650" y="2882900"/>
          <p14:tracePt t="226006" x="2901950" y="2908300"/>
          <p14:tracePt t="226022" x="2895600" y="2927350"/>
          <p14:tracePt t="226039" x="2889250" y="2933700"/>
          <p14:tracePt t="226110" x="2889250" y="2927350"/>
          <p14:tracePt t="226132" x="2895600" y="2927350"/>
          <p14:tracePt t="226140" x="2901950" y="2921000"/>
          <p14:tracePt t="226160" x="2901950" y="2914650"/>
          <p14:tracePt t="226181" x="2908300" y="2908300"/>
          <p14:tracePt t="226202" x="2914650" y="2908300"/>
          <p14:tracePt t="226209" x="2921000" y="2901950"/>
          <p14:tracePt t="226230" x="2927350" y="2901950"/>
          <p14:tracePt t="226244" x="2933700" y="2901950"/>
          <p14:tracePt t="226255" x="2940050" y="2895600"/>
          <p14:tracePt t="226272" x="2971800" y="2889250"/>
          <p14:tracePt t="226288" x="2984500" y="2882900"/>
          <p14:tracePt t="226304" x="3022600" y="2857500"/>
          <p14:tracePt t="226322" x="3079750" y="2825750"/>
          <p14:tracePt t="226338" x="3105150" y="2813050"/>
          <p14:tracePt t="226355" x="3155950" y="2781300"/>
          <p14:tracePt t="226371" x="3200400" y="2762250"/>
          <p14:tracePt t="226387" x="3232150" y="2755900"/>
          <p14:tracePt t="226404" x="3244850" y="2749550"/>
          <p14:tracePt t="226421" x="3289300" y="2730500"/>
          <p14:tracePt t="226437" x="3308350" y="2724150"/>
          <p14:tracePt t="226455" x="3346450" y="2724150"/>
          <p14:tracePt t="226470" x="3359150" y="2717800"/>
          <p14:tracePt t="226487" x="3384550" y="2705100"/>
          <p14:tracePt t="226504" x="3416300" y="2698750"/>
          <p14:tracePt t="226521" x="3435350" y="2692400"/>
          <p14:tracePt t="226537" x="3479800" y="2679700"/>
          <p14:tracePt t="226554" x="3517900" y="2667000"/>
          <p14:tracePt t="226570" x="3530600" y="2667000"/>
          <p14:tracePt t="226587" x="3556000" y="2667000"/>
          <p14:tracePt t="226603" x="3568700" y="2667000"/>
          <p14:tracePt t="226623" x="3575050" y="2667000"/>
          <p14:tracePt t="226637" x="3581400" y="2667000"/>
          <p14:tracePt t="230375" x="3587750" y="2660650"/>
          <p14:tracePt t="230381" x="3594100" y="2654300"/>
          <p14:tracePt t="230403" x="3606800" y="2641600"/>
          <p14:tracePt t="230417" x="3613150" y="2641600"/>
          <p14:tracePt t="230426" x="3625850" y="2628900"/>
          <p14:tracePt t="230440" x="3638550" y="2616200"/>
          <p14:tracePt t="230456" x="3676650" y="2559050"/>
          <p14:tracePt t="230473" x="3733800" y="2495550"/>
          <p14:tracePt t="230490" x="3784600" y="2444750"/>
          <p14:tracePt t="230507" x="3829050" y="2400300"/>
          <p14:tracePt t="230523" x="4000500" y="2273300"/>
          <p14:tracePt t="230540" x="4057650" y="2247900"/>
          <p14:tracePt t="230558" x="4171950" y="2171700"/>
          <p14:tracePt t="230573" x="4286250" y="2127250"/>
          <p14:tracePt t="230589" x="4330700" y="2108200"/>
          <p14:tracePt t="230607" x="4425950" y="2082800"/>
          <p14:tracePt t="230623" x="4451350" y="2070100"/>
          <p14:tracePt t="230626" x="4495800" y="2063750"/>
          <p14:tracePt t="230639" x="4514850" y="2057400"/>
          <p14:tracePt t="230656" x="4540250" y="2057400"/>
          <p14:tracePt t="230672" x="4546600" y="2057400"/>
          <p14:tracePt t="230689" x="4552950" y="2057400"/>
          <p14:tracePt t="230707" x="4552950" y="2063750"/>
          <p14:tracePt t="230733" x="4540250" y="2070100"/>
          <p14:tracePt t="230747" x="4521200" y="2076450"/>
          <p14:tracePt t="230757" x="4508500" y="2082800"/>
          <p14:tracePt t="230772" x="4483100" y="2082800"/>
          <p14:tracePt t="230789" x="4445000" y="2089150"/>
          <p14:tracePt t="230805" x="4375150" y="2114550"/>
          <p14:tracePt t="230822" x="4292600" y="2133600"/>
          <p14:tracePt t="230839" x="4095750" y="2203450"/>
          <p14:tracePt t="230856" x="3981450" y="2228850"/>
          <p14:tracePt t="230872" x="3721100" y="2292350"/>
          <p14:tracePt t="230889" x="3505200" y="2343150"/>
          <p14:tracePt t="230905" x="3422650" y="2374900"/>
          <p14:tracePt t="230922" x="3263900" y="2413000"/>
          <p14:tracePt t="230939" x="3168650" y="2438400"/>
          <p14:tracePt t="230955" x="3117850" y="2438400"/>
          <p14:tracePt t="230971" x="3060700" y="2438400"/>
          <p14:tracePt t="230988" x="3028950" y="2438400"/>
          <p14:tracePt t="231005" x="3022600" y="2438400"/>
          <p14:tracePt t="231021" x="3016250" y="2438400"/>
          <p14:tracePt t="231049" x="3016250" y="2451100"/>
          <p14:tracePt t="231058" x="3016250" y="2463800"/>
          <p14:tracePt t="235081" x="3028950" y="2457450"/>
          <p14:tracePt t="235096" x="3067050" y="2451100"/>
          <p14:tracePt t="235102" x="3124200" y="2438400"/>
          <p14:tracePt t="235110" x="3200400" y="2432050"/>
          <p14:tracePt t="235126" x="3289300" y="2413000"/>
          <p14:tracePt t="235140" x="3422650" y="2387600"/>
          <p14:tracePt t="235158" x="3714750" y="2330450"/>
          <p14:tracePt t="235174" x="4089400" y="2266950"/>
          <p14:tracePt t="235190" x="4330700" y="2241550"/>
          <p14:tracePt t="235207" x="4762500" y="2209800"/>
          <p14:tracePt t="235223" x="5270500" y="2190750"/>
          <p14:tracePt t="235240" x="5530850" y="2190750"/>
          <p14:tracePt t="235257" x="5861050" y="2216150"/>
          <p14:tracePt t="235274" x="6127750" y="2247900"/>
          <p14:tracePt t="235290" x="6242050" y="2247900"/>
          <p14:tracePt t="235306" x="6445250" y="2266950"/>
          <p14:tracePt t="235323" x="6584950" y="2266950"/>
          <p14:tracePt t="235340" x="6648450" y="2266950"/>
          <p14:tracePt t="235357" x="6756400" y="2266950"/>
          <p14:tracePt t="235373" x="6838950" y="2247900"/>
          <p14:tracePt t="235390" x="6915150" y="2216150"/>
          <p14:tracePt t="235406" x="6953250" y="2197100"/>
          <p14:tracePt t="235423" x="6991350" y="2171700"/>
          <p14:tracePt t="235440" x="7042150" y="2133600"/>
          <p14:tracePt t="235456" x="7099300" y="2095500"/>
          <p14:tracePt t="235473" x="7124700" y="2082800"/>
          <p14:tracePt t="235489" x="7162800" y="2038350"/>
          <p14:tracePt t="235506" x="7188200" y="2012950"/>
          <p14:tracePt t="235524" x="7207250" y="2000250"/>
          <p14:tracePt t="235539" x="7226300" y="1981200"/>
          <p14:tracePt t="235556" x="7232650" y="1974850"/>
          <p14:tracePt t="235573" x="7232650" y="1962150"/>
          <p14:tracePt t="235624" x="7232650" y="1955800"/>
          <p14:tracePt t="235629" x="7239000" y="1943100"/>
          <p14:tracePt t="235643" x="7239000" y="1936750"/>
          <p14:tracePt t="238186" x="7239000" y="1930400"/>
          <p14:tracePt t="238193" x="7213600" y="1924050"/>
          <p14:tracePt t="238201" x="7194550" y="1924050"/>
          <p14:tracePt t="238216" x="7175500" y="1924050"/>
          <p14:tracePt t="238230" x="7143750" y="1917700"/>
          <p14:tracePt t="238246" x="7048500" y="1892300"/>
          <p14:tracePt t="238264" x="6927850" y="1841500"/>
          <p14:tracePt t="238280" x="6832600" y="1816100"/>
          <p14:tracePt t="238296" x="6610350" y="1727200"/>
          <p14:tracePt t="238313" x="6330950" y="1625600"/>
          <p14:tracePt t="238329" x="6191250" y="1543050"/>
          <p14:tracePt t="238346" x="5956300" y="1384300"/>
          <p14:tracePt t="238363" x="5670550" y="1200150"/>
          <p14:tracePt t="238380" x="5537200" y="1104900"/>
          <p14:tracePt t="238396" x="5441950" y="1016000"/>
          <p14:tracePt t="238412" x="5200650" y="787400"/>
          <p14:tracePt t="238429" x="5143500" y="730250"/>
          <p14:tracePt t="238446" x="4997450" y="609600"/>
          <p14:tracePt t="238462" x="4895850" y="533400"/>
          <p14:tracePt t="238479" x="4838700" y="508000"/>
          <p14:tracePt t="238496" x="4737100" y="450850"/>
          <p14:tracePt t="238512" x="4699000" y="431800"/>
          <p14:tracePt t="238528" x="4629150" y="431800"/>
          <p14:tracePt t="238545" x="4552950" y="431800"/>
          <p14:tracePt t="238562" x="4521200" y="431800"/>
          <p14:tracePt t="238579" x="4432300" y="444500"/>
          <p14:tracePt t="238596" x="4337050" y="463550"/>
          <p14:tracePt t="238612" x="4298950" y="463550"/>
          <p14:tracePt t="238629" x="4241800" y="463550"/>
          <p14:tracePt t="238645" x="4191000" y="457200"/>
          <p14:tracePt t="238662" x="4178300" y="450850"/>
          <p14:tracePt t="238678" x="4165600" y="444500"/>
          <p14:tracePt t="238695" x="4159250" y="431800"/>
          <p14:tracePt t="238728" x="4171950" y="419100"/>
          <p14:tracePt t="238762" x="4191000" y="419100"/>
          <p14:tracePt t="238778" x="4210050" y="419100"/>
          <p14:tracePt t="238794" x="4222750" y="425450"/>
          <p14:tracePt t="238812" x="4229100" y="431800"/>
          <p14:tracePt t="238828" x="4241800" y="438150"/>
          <p14:tracePt t="238844" x="4248150" y="438150"/>
          <p14:tracePt t="238861" x="4260850" y="438150"/>
          <p14:tracePt t="238877" x="4267200" y="444500"/>
          <p14:tracePt t="238894" x="4273550" y="444500"/>
          <p14:tracePt t="238911" x="4292600" y="450850"/>
          <p14:tracePt t="238927" x="4330700" y="457200"/>
          <p14:tracePt t="238944" x="4387850" y="457200"/>
          <p14:tracePt t="238961" x="4425950" y="457200"/>
          <p14:tracePt t="238977" x="4495800" y="457200"/>
          <p14:tracePt t="238995" x="4552950" y="450850"/>
          <p14:tracePt t="239010" x="4584700" y="444500"/>
          <p14:tracePt t="239027" x="4610100" y="438150"/>
          <p14:tracePt t="239044" x="4629150" y="431800"/>
          <p14:tracePt t="239060" x="4629150" y="425450"/>
          <p14:tracePt t="239095" x="4629150" y="419100"/>
          <p14:tracePt t="239135" x="4629150" y="412750"/>
          <p14:tracePt t="239177" x="4629150" y="406400"/>
          <p14:tracePt t="239234" x="4629150" y="400050"/>
          <p14:tracePt t="239367" x="4629150" y="393700"/>
          <p14:tracePt t="239444" x="4622800" y="393700"/>
          <p14:tracePt t="239466" x="4616450" y="393700"/>
          <p14:tracePt t="239487" x="4610100" y="400050"/>
          <p14:tracePt t="239501" x="4610100" y="406400"/>
          <p14:tracePt t="239515" x="4603750" y="412750"/>
          <p14:tracePt t="239529" x="4603750" y="419100"/>
          <p14:tracePt t="239535" x="4603750" y="425450"/>
          <p14:tracePt t="239549" x="4603750" y="431800"/>
          <p14:tracePt t="239559" x="4603750" y="444500"/>
          <p14:tracePt t="239575" x="4603750" y="457200"/>
          <p14:tracePt t="239592" x="4603750" y="488950"/>
          <p14:tracePt t="239608" x="4610100" y="527050"/>
          <p14:tracePt t="239625" x="4616450" y="539750"/>
          <p14:tracePt t="239641" x="4641850" y="571500"/>
          <p14:tracePt t="239658" x="4654550" y="584200"/>
          <p14:tracePt t="239675" x="4673600" y="603250"/>
          <p14:tracePt t="239678" x="4686300" y="622300"/>
          <p14:tracePt t="239691" x="4692650" y="622300"/>
          <p14:tracePt t="239708" x="4705350" y="622300"/>
          <p14:tracePt t="239725" x="4730750" y="628650"/>
          <p14:tracePt t="239741" x="4768850" y="628650"/>
          <p14:tracePt t="239758" x="4781550" y="628650"/>
          <p14:tracePt t="239774" x="4832350" y="609600"/>
          <p14:tracePt t="239791" x="4876800" y="596900"/>
          <p14:tracePt t="239808" x="4889500" y="590550"/>
          <p14:tracePt t="239824" x="4921250" y="571500"/>
          <p14:tracePt t="239841" x="4946650" y="565150"/>
          <p14:tracePt t="239858" x="4953000" y="558800"/>
          <p14:tracePt t="239874" x="4972050" y="546100"/>
          <p14:tracePt t="239891" x="4978400" y="539750"/>
          <p14:tracePt t="239908" x="4991100" y="533400"/>
          <p14:tracePt t="239924" x="4997450" y="527050"/>
          <p14:tracePt t="239940" x="5003800" y="520700"/>
          <p14:tracePt t="239958" x="5016500" y="508000"/>
          <p14:tracePt t="239990" x="5022850" y="501650"/>
          <p14:tracePt t="240007" x="5029200" y="501650"/>
          <p14:tracePt t="240023" x="5035550" y="495300"/>
          <p14:tracePt t="240041" x="5041900" y="495300"/>
          <p14:tracePt t="240062" x="5048250" y="488950"/>
          <p14:tracePt t="240098" x="5048250" y="482600"/>
          <p14:tracePt t="240154" x="5054600" y="476250"/>
          <p14:tracePt t="240494" x="5080000" y="476250"/>
          <p14:tracePt t="240501" x="5130800" y="476250"/>
          <p14:tracePt t="240516" x="5181600" y="476250"/>
          <p14:tracePt t="240525" x="5245100" y="476250"/>
          <p14:tracePt t="240539" x="5308600" y="476250"/>
          <p14:tracePt t="240555" x="5461000" y="476250"/>
          <p14:tracePt t="240573" x="5607050" y="457200"/>
          <p14:tracePt t="240589" x="5683250" y="450850"/>
          <p14:tracePt t="240608" x="5842000" y="431800"/>
          <p14:tracePt t="240622" x="6007100" y="400050"/>
          <p14:tracePt t="240638" x="6096000" y="400050"/>
          <p14:tracePt t="240655" x="6178550" y="381000"/>
          <p14:tracePt t="240671" x="6362700" y="342900"/>
          <p14:tracePt t="240688" x="6400800" y="330200"/>
          <p14:tracePt t="240705" x="6445250" y="317500"/>
          <p14:tracePt t="240721" x="6508750" y="304800"/>
          <p14:tracePt t="240738" x="6559550" y="298450"/>
          <p14:tracePt t="240755" x="6597650" y="298450"/>
          <p14:tracePt t="240771" x="6629400" y="298450"/>
          <p14:tracePt t="240787" x="6661150" y="298450"/>
          <p14:tracePt t="240804" x="6692900" y="317500"/>
          <p14:tracePt t="240821" x="6711950" y="317500"/>
          <p14:tracePt t="240838" x="6737350" y="323850"/>
          <p14:tracePt t="240854" x="6775450" y="330200"/>
          <p14:tracePt t="240871" x="6781800" y="330200"/>
          <p14:tracePt t="240888" x="6800850" y="336550"/>
          <p14:tracePt t="240904" x="6819900" y="336550"/>
          <p14:tracePt t="240921" x="6826250" y="336550"/>
          <p14:tracePt t="240938" x="6838950" y="342900"/>
          <p14:tracePt t="240954" x="6858000" y="349250"/>
          <p14:tracePt t="240970" x="6870700" y="355600"/>
          <p14:tracePt t="240987" x="6889750" y="361950"/>
          <p14:tracePt t="241003" x="6902450" y="361950"/>
          <p14:tracePt t="241021" x="6921500" y="374650"/>
          <p14:tracePt t="241037" x="6927850" y="381000"/>
          <p14:tracePt t="241054" x="6940550" y="381000"/>
          <p14:tracePt t="241070" x="6959600" y="387350"/>
          <p14:tracePt t="241086" x="6965950" y="387350"/>
          <p14:tracePt t="241103" x="6972300" y="387350"/>
          <p14:tracePt t="241120" x="6978650" y="387350"/>
          <p14:tracePt t="241579" x="6965950" y="387350"/>
          <p14:tracePt t="241586" x="6927850" y="387350"/>
          <p14:tracePt t="241592" x="6870700" y="400050"/>
          <p14:tracePt t="241607" x="6794500" y="431800"/>
          <p14:tracePt t="241618" x="6699250" y="476250"/>
          <p14:tracePt t="241635" x="6394450" y="558800"/>
          <p14:tracePt t="241651" x="6229350" y="622300"/>
          <p14:tracePt t="241668" x="5873750" y="698500"/>
          <p14:tracePt t="241685" x="5530850" y="755650"/>
          <p14:tracePt t="241701" x="5397500" y="787400"/>
          <p14:tracePt t="241718" x="5295900" y="812800"/>
          <p14:tracePt t="241734" x="5149850" y="838200"/>
          <p14:tracePt t="241751" x="5067300" y="857250"/>
          <p14:tracePt t="241768" x="5041900" y="863600"/>
          <p14:tracePt t="241784" x="4997450" y="869950"/>
          <p14:tracePt t="241801" x="4972050" y="876300"/>
          <p14:tracePt t="241818" x="4940300" y="876300"/>
          <p14:tracePt t="241834" x="4921250" y="876300"/>
          <p14:tracePt t="241851" x="4883150" y="863600"/>
          <p14:tracePt t="241867" x="4857750" y="857250"/>
          <p14:tracePt t="241884" x="4845050" y="850900"/>
          <p14:tracePt t="241901" x="4826000" y="838200"/>
          <p14:tracePt t="241917" x="4813300" y="825500"/>
          <p14:tracePt t="241934" x="4800600" y="825500"/>
          <p14:tracePt t="241951" x="4787900" y="812800"/>
          <p14:tracePt t="241967" x="4775200" y="800100"/>
          <p14:tracePt t="241983" x="4762500" y="787400"/>
          <p14:tracePt t="242000" x="4749800" y="781050"/>
          <p14:tracePt t="242017" x="4749800" y="774700"/>
          <p14:tracePt t="242033" x="4737100" y="762000"/>
          <p14:tracePt t="242050" x="4724400" y="749300"/>
          <p14:tracePt t="242067" x="4718050" y="749300"/>
          <p14:tracePt t="242083" x="4711700" y="736600"/>
          <p14:tracePt t="242100" x="4711700" y="723900"/>
          <p14:tracePt t="242116" x="4705350" y="717550"/>
          <p14:tracePt t="242133" x="4705350" y="711200"/>
          <p14:tracePt t="242149" x="4699000" y="698500"/>
          <p14:tracePt t="242183" x="4699000" y="692150"/>
          <p14:tracePt t="242882" x="4711700" y="692150"/>
          <p14:tracePt t="242888" x="4749800" y="692150"/>
          <p14:tracePt t="242903" x="4787900" y="692150"/>
          <p14:tracePt t="242913" x="4826000" y="692150"/>
          <p14:tracePt t="242931" x="4914900" y="692150"/>
          <p14:tracePt t="242947" x="4972050" y="692150"/>
          <p14:tracePt t="242963" x="5086350" y="692150"/>
          <p14:tracePt t="242980" x="5187950" y="685800"/>
          <p14:tracePt t="242997" x="5245100" y="685800"/>
          <p14:tracePt t="243013" x="5295900" y="685800"/>
          <p14:tracePt t="243030" x="5397500" y="666750"/>
          <p14:tracePt t="243046" x="5410200" y="660400"/>
          <p14:tracePt t="243064" x="5422900" y="660400"/>
          <p14:tracePt t="243079" x="5429250" y="654050"/>
          <p14:tracePt t="243096" x="5435600" y="654050"/>
          <p14:tracePt t="243113" x="5441950" y="654050"/>
          <p14:tracePt t="243163" x="5441950" y="647700"/>
          <p14:tracePt t="243170" x="5429250" y="647700"/>
          <p14:tracePt t="243191" x="5422900" y="647700"/>
          <p14:tracePt t="243205" x="5403850" y="647700"/>
          <p14:tracePt t="243213" x="5391150" y="647700"/>
          <p14:tracePt t="243229" x="5359400" y="647700"/>
          <p14:tracePt t="243247" x="5270500" y="635000"/>
          <p14:tracePt t="243262" x="5118100" y="628650"/>
          <p14:tracePt t="243279" x="5022850" y="609600"/>
          <p14:tracePt t="243297" x="4845050" y="577850"/>
          <p14:tracePt t="243312" x="4699000" y="539750"/>
          <p14:tracePt t="243329" x="4654550" y="527050"/>
          <p14:tracePt t="243346" x="4591050" y="508000"/>
          <p14:tracePt t="243362" x="4572000" y="495300"/>
          <p14:tracePt t="243379" x="4559300" y="488950"/>
          <p14:tracePt t="243395" x="4552950" y="488950"/>
          <p14:tracePt t="243443" x="4565650" y="488950"/>
          <p14:tracePt t="243451" x="4572000" y="488950"/>
          <p14:tracePt t="243465" x="4578350" y="488950"/>
          <p14:tracePt t="243479" x="4584700" y="495300"/>
          <p14:tracePt t="243495" x="4597400" y="495300"/>
          <p14:tracePt t="243528" x="4616450" y="501650"/>
          <p14:tracePt t="243545" x="4641850" y="508000"/>
          <p14:tracePt t="243561" x="4654550" y="514350"/>
          <p14:tracePt t="243578" x="4711700" y="520700"/>
          <p14:tracePt t="243594" x="4806950" y="539750"/>
          <p14:tracePt t="243612" x="4857750" y="546100"/>
          <p14:tracePt t="243628" x="4991100" y="565150"/>
          <p14:tracePt t="243645" x="5105400" y="571500"/>
          <p14:tracePt t="243662" x="5200650" y="565150"/>
          <p14:tracePt t="244126" x="5194300" y="558800"/>
          <p14:tracePt t="244133" x="5162550" y="552450"/>
          <p14:tracePt t="244147" x="5137150" y="546100"/>
          <p14:tracePt t="244159" x="5111750" y="527050"/>
          <p14:tracePt t="244176" x="5054600" y="514350"/>
          <p14:tracePt t="244193" x="5035550" y="508000"/>
          <p14:tracePt t="244209" x="4991100" y="501650"/>
          <p14:tracePt t="244226" x="4953000" y="488950"/>
          <p14:tracePt t="244242" x="4940300" y="482600"/>
          <p14:tracePt t="244260" x="4914900" y="482600"/>
          <p14:tracePt t="244276" x="4908550" y="482600"/>
          <p14:tracePt t="244330" x="4914900" y="482600"/>
          <p14:tracePt t="244337" x="4927600" y="488950"/>
          <p14:tracePt t="244345" x="4927600" y="495300"/>
          <p14:tracePt t="244361" x="4933950" y="495300"/>
          <p14:tracePt t="244375" x="4940300" y="495300"/>
          <p14:tracePt t="244392" x="4959350" y="501650"/>
          <p14:tracePt t="244408" x="4978400" y="508000"/>
          <p14:tracePt t="244442" x="5022850" y="514350"/>
          <p14:tracePt t="244458" x="5086350" y="520700"/>
          <p14:tracePt t="244475" x="5137150" y="520700"/>
          <p14:tracePt t="244492" x="5283200" y="533400"/>
          <p14:tracePt t="244508" x="5448300" y="539750"/>
          <p14:tracePt t="244525" x="5537200" y="539750"/>
          <p14:tracePt t="244542" x="5689600" y="539750"/>
          <p14:tracePt t="244558" x="5797550" y="539750"/>
          <p14:tracePt t="244574" x="5835650" y="539750"/>
          <p14:tracePt t="244591" x="5867400" y="533400"/>
          <p14:tracePt t="244608" x="5873750" y="527050"/>
          <p14:tracePt t="244625" x="5880100" y="527050"/>
          <p14:tracePt t="244646" x="5873750" y="520700"/>
          <p14:tracePt t="244657" x="5873750" y="514350"/>
          <p14:tracePt t="245201" x="5829300" y="514350"/>
          <p14:tracePt t="245208" x="5753100" y="514350"/>
          <p14:tracePt t="245225" x="5676900" y="514350"/>
          <p14:tracePt t="245239" x="5473700" y="520700"/>
          <p14:tracePt t="245256" x="5372100" y="533400"/>
          <p14:tracePt t="245272" x="5156200" y="533400"/>
          <p14:tracePt t="245289" x="5041900" y="539750"/>
          <p14:tracePt t="245305" x="4813300" y="539750"/>
          <p14:tracePt t="245322" x="4616450" y="539750"/>
          <p14:tracePt t="245338" x="4540250" y="539750"/>
          <p14:tracePt t="245356" x="4406900" y="539750"/>
          <p14:tracePt t="245372" x="4279900" y="539750"/>
          <p14:tracePt t="245388" x="4229100" y="552450"/>
          <p14:tracePt t="245405" x="4146550" y="565150"/>
          <p14:tracePt t="245421" x="4095750" y="565150"/>
          <p14:tracePt t="245438" x="4076700" y="565150"/>
          <p14:tracePt t="245455" x="4044950" y="571500"/>
          <p14:tracePt t="245471" x="4025900" y="577850"/>
          <p14:tracePt t="245488" x="4019550" y="584200"/>
          <p14:tracePt t="245505" x="4006850" y="590550"/>
          <p14:tracePt t="245580" x="4000500" y="584200"/>
          <p14:tracePt t="246084" x="3994150" y="590550"/>
          <p14:tracePt t="246091" x="3994150" y="596900"/>
          <p14:tracePt t="246106" x="3981450" y="609600"/>
          <p14:tracePt t="246120" x="3962400" y="622300"/>
          <p14:tracePt t="246136" x="3949700" y="628650"/>
          <p14:tracePt t="246152" x="3943350" y="635000"/>
          <p14:tracePt t="246186" x="3917950" y="641350"/>
          <p14:tracePt t="246203" x="3905250" y="641350"/>
          <p14:tracePt t="246219" x="3905250" y="647700"/>
          <p14:tracePt t="246235" x="3892550" y="654050"/>
          <p14:tracePt t="246253" x="3886200" y="666750"/>
          <p14:tracePt t="246268" x="3873500" y="673100"/>
          <p14:tracePt t="246285" x="3860800" y="685800"/>
          <p14:tracePt t="246302" x="3822700" y="717550"/>
          <p14:tracePt t="246318" x="3797300" y="730250"/>
          <p14:tracePt t="246335" x="3778250" y="755650"/>
          <p14:tracePt t="246351" x="3721100" y="812800"/>
          <p14:tracePt t="246368" x="3651250" y="876300"/>
          <p14:tracePt t="246386" x="3556000" y="996950"/>
          <p14:tracePt t="246402" x="3492500" y="1079500"/>
          <p14:tracePt t="246420" x="3359150" y="1244600"/>
          <p14:tracePt t="246436" x="3244850" y="1422400"/>
          <p14:tracePt t="246453" x="3181350" y="1517650"/>
          <p14:tracePt t="246468" x="3067050" y="1714500"/>
          <p14:tracePt t="246485" x="2959100" y="1892300"/>
          <p14:tracePt t="246501" x="2908300" y="1974850"/>
          <p14:tracePt t="246518" x="2844800" y="2076450"/>
          <p14:tracePt t="246534" x="2787650" y="2139950"/>
          <p14:tracePt t="246551" x="2768600" y="2184400"/>
          <p14:tracePt t="246569" x="2730500" y="2228850"/>
          <p14:tracePt t="246584" x="2711450" y="2260600"/>
          <p14:tracePt t="246601" x="2705100" y="2273300"/>
          <p14:tracePt t="246618" x="2692400" y="2292350"/>
          <p14:tracePt t="246634" x="2686050" y="2305050"/>
          <p14:tracePt t="246651" x="2667000" y="2324100"/>
          <p14:tracePt t="246667" x="2647950" y="2336800"/>
          <p14:tracePt t="246684" x="2635250" y="2343150"/>
          <p14:tracePt t="246701" x="2622550" y="2355850"/>
          <p14:tracePt t="246717" x="2603500" y="2355850"/>
          <p14:tracePt t="246734" x="2590800" y="2362200"/>
          <p14:tracePt t="246751" x="2565400" y="2368550"/>
          <p14:tracePt t="246767" x="2533650" y="2368550"/>
          <p14:tracePt t="246784" x="2501900" y="2368550"/>
          <p14:tracePt t="246800" x="2444750" y="2374900"/>
          <p14:tracePt t="246817" x="2355850" y="2374900"/>
          <p14:tracePt t="246834" x="2292350" y="2381250"/>
          <p14:tracePt t="246850" x="2159000" y="2400300"/>
          <p14:tracePt t="246866" x="2038350" y="2432050"/>
          <p14:tracePt t="246883" x="1987550" y="2451100"/>
          <p14:tracePt t="246900" x="1866900" y="2457450"/>
          <p14:tracePt t="246916" x="1816100" y="2470150"/>
          <p14:tracePt t="246934" x="1651000" y="2520950"/>
          <p14:tracePt t="246949" x="1606550" y="2527300"/>
          <p14:tracePt t="246967" x="1587500" y="2546350"/>
          <p14:tracePt t="246983" x="1549400" y="2559050"/>
          <p14:tracePt t="247000" x="1530350" y="2559050"/>
          <p14:tracePt t="247016" x="1524000" y="2565400"/>
          <p14:tracePt t="247067" x="1530350" y="2571750"/>
          <p14:tracePt t="247096" x="1543050" y="2571750"/>
          <p14:tracePt t="247117" x="1555750" y="2571750"/>
          <p14:tracePt t="247130" x="1562100" y="2571750"/>
          <p14:tracePt t="247145" x="1574800" y="2571750"/>
          <p14:tracePt t="247167" x="1581150" y="2571750"/>
          <p14:tracePt t="247180" x="1593850" y="2571750"/>
          <p14:tracePt t="247201" x="1600200" y="2571750"/>
          <p14:tracePt t="247208" x="1612900" y="2571750"/>
          <p14:tracePt t="247216" x="1625600" y="2571750"/>
          <p14:tracePt t="247232" x="1644650" y="2578100"/>
          <p14:tracePt t="247249" x="1676400" y="2578100"/>
          <p14:tracePt t="247252" x="1708150" y="2590800"/>
          <p14:tracePt t="247265" x="1790700" y="2609850"/>
          <p14:tracePt t="247282" x="1841500" y="2609850"/>
          <p14:tracePt t="247299" x="1962150" y="2628900"/>
          <p14:tracePt t="247315" x="2025650" y="2635250"/>
          <p14:tracePt t="247332" x="2165350" y="2647950"/>
          <p14:tracePt t="247348" x="2330450" y="2647950"/>
          <p14:tracePt t="247365" x="2406650" y="2647950"/>
          <p14:tracePt t="247382" x="2527300" y="2647950"/>
          <p14:tracePt t="247398" x="2603500" y="2654300"/>
          <p14:tracePt t="247415" x="2635250" y="2654300"/>
          <p14:tracePt t="247432" x="2660650" y="2654300"/>
          <p14:tracePt t="247448" x="2667000" y="2654300"/>
          <p14:tracePt t="247465" x="2673350" y="2654300"/>
          <p14:tracePt t="247531" x="2673350" y="2647950"/>
          <p14:tracePt t="247538" x="2667000" y="2647950"/>
          <p14:tracePt t="247552" x="2654300" y="2647950"/>
          <p14:tracePt t="247564" x="2647950" y="2641600"/>
          <p14:tracePt t="247581" x="2622550" y="2635250"/>
          <p14:tracePt t="247597" x="2609850" y="2635250"/>
          <p14:tracePt t="247614" x="2578100" y="2628900"/>
          <p14:tracePt t="247631" x="2520950" y="2609850"/>
          <p14:tracePt t="247647" x="2463800" y="2597150"/>
          <p14:tracePt t="247664" x="2324100" y="2578100"/>
          <p14:tracePt t="247680" x="2190750" y="2552700"/>
          <p14:tracePt t="247697" x="2120900" y="2540000"/>
          <p14:tracePt t="247714" x="2006600" y="2533650"/>
          <p14:tracePt t="247730" x="1911350" y="2514600"/>
          <p14:tracePt t="247747" x="1879600" y="2508250"/>
          <p14:tracePt t="247750" x="1854200" y="2501900"/>
          <p14:tracePt t="247765" x="1835150" y="2495550"/>
          <p14:tracePt t="247780" x="1809750" y="2495550"/>
          <p14:tracePt t="247797" x="1797050" y="2495550"/>
          <p14:tracePt t="247813" x="1797050" y="2501900"/>
          <p14:tracePt t="247850" x="1803400" y="2501900"/>
          <p14:tracePt t="247863" x="1816100" y="2508250"/>
          <p14:tracePt t="247880" x="1828800" y="2508250"/>
          <p14:tracePt t="247897" x="1847850" y="2508250"/>
          <p14:tracePt t="247913" x="1860550" y="2508250"/>
          <p14:tracePt t="247930" x="1866900" y="2514600"/>
          <p14:tracePt t="247946" x="1898650" y="2520950"/>
          <p14:tracePt t="247963" x="1962150" y="2533650"/>
          <p14:tracePt t="247980" x="2025650" y="2552700"/>
          <p14:tracePt t="247996" x="2184400" y="2571750"/>
          <p14:tracePt t="248013" x="2349500" y="2590800"/>
          <p14:tracePt t="248030" x="2495550" y="2609850"/>
          <p14:tracePt t="248046" x="2546350" y="2616200"/>
          <p14:tracePt t="248062" x="2616200" y="2616200"/>
          <p14:tracePt t="248079" x="2647950" y="2622550"/>
          <p14:tracePt t="248112" x="2660650" y="2622550"/>
          <p14:tracePt t="248129" x="2667000" y="2622550"/>
          <p14:tracePt t="248145" x="2667000" y="2628900"/>
          <p14:tracePt t="248164" x="2641600" y="2628900"/>
          <p14:tracePt t="248179" x="2628900" y="2628900"/>
          <p14:tracePt t="248195" x="2597150" y="2622550"/>
          <p14:tracePt t="248212" x="2546350" y="2622550"/>
          <p14:tracePt t="248229" x="2495550" y="2622550"/>
          <p14:tracePt t="248245" x="2355850" y="2628900"/>
          <p14:tracePt t="248262" x="2190750" y="2635250"/>
          <p14:tracePt t="248278" x="2127250" y="2635250"/>
          <p14:tracePt t="248295" x="2006600" y="2647950"/>
          <p14:tracePt t="248312" x="1917700" y="2647950"/>
          <p14:tracePt t="248328" x="1879600" y="2654300"/>
          <p14:tracePt t="248345" x="1835150" y="2667000"/>
          <p14:tracePt t="248361" x="1803400" y="2667000"/>
          <p14:tracePt t="248378" x="1797050" y="2667000"/>
          <p14:tracePt t="248396" x="1784350" y="2654300"/>
          <p14:tracePt t="248411" x="1784350" y="2647950"/>
          <p14:tracePt t="248445" x="1809750" y="2647950"/>
          <p14:tracePt t="248461" x="1822450" y="2654300"/>
          <p14:tracePt t="248478" x="1835150" y="2660650"/>
          <p14:tracePt t="248494" x="1879600" y="2660650"/>
          <p14:tracePt t="248511" x="1905000" y="2660650"/>
          <p14:tracePt t="248527" x="2019300" y="2679700"/>
          <p14:tracePt t="248544" x="2190750" y="2711450"/>
          <p14:tracePt t="248561" x="2305050" y="2711450"/>
          <p14:tracePt t="248578" x="2520950" y="2730500"/>
          <p14:tracePt t="248594" x="2698750" y="2743200"/>
          <p14:tracePt t="248610" x="2762250" y="2743200"/>
          <p14:tracePt t="248628" x="2889250" y="2743200"/>
          <p14:tracePt t="248644" x="2952750" y="2743200"/>
          <p14:tracePt t="248661" x="2971800" y="2730500"/>
          <p14:tracePt t="248677" x="2997200" y="2724150"/>
          <p14:tracePt t="248693" x="3009900" y="2717800"/>
          <p14:tracePt t="248761" x="3009900" y="2730500"/>
          <p14:tracePt t="248768" x="3009900" y="2736850"/>
          <p14:tracePt t="248782" x="3009900" y="2749550"/>
          <p14:tracePt t="250039" x="3060700" y="2749550"/>
          <p14:tracePt t="250046" x="3092450" y="2749550"/>
          <p14:tracePt t="250060" x="3130550" y="2749550"/>
          <p14:tracePt t="250072" x="3155950" y="2749550"/>
          <p14:tracePt t="250089" x="3238500" y="2736850"/>
          <p14:tracePt t="250106" x="3270250" y="2736850"/>
          <p14:tracePt t="250122" x="3327400" y="2730500"/>
          <p14:tracePt t="250139" x="3371850" y="2730500"/>
          <p14:tracePt t="250155" x="3397250" y="2724150"/>
          <p14:tracePt t="250172" x="3435350" y="2724150"/>
          <p14:tracePt t="250188" x="3467100" y="2724150"/>
          <p14:tracePt t="250205" x="3486150" y="2724150"/>
          <p14:tracePt t="250222" x="3505200" y="2717800"/>
          <p14:tracePt t="250238" x="3511550" y="2717800"/>
          <p14:tracePt t="250255" x="3524250" y="2717800"/>
          <p14:tracePt t="250278" x="3530600" y="2717800"/>
          <p14:tracePt t="250419" x="3530600" y="2724150"/>
          <p14:tracePt t="250468" x="3536950" y="2730500"/>
          <p14:tracePt t="250721" x="3543300" y="2730500"/>
          <p14:tracePt t="250742" x="3556000" y="2724150"/>
          <p14:tracePt t="250749" x="3568700" y="2724150"/>
          <p14:tracePt t="250763" x="3581400" y="2717800"/>
          <p14:tracePt t="250772" x="3594100" y="2711450"/>
          <p14:tracePt t="250786" x="3613150" y="2705100"/>
          <p14:tracePt t="250803" x="3644900" y="2692400"/>
          <p14:tracePt t="250820" x="3740150" y="2647950"/>
          <p14:tracePt t="250836" x="3778250" y="2635250"/>
          <p14:tracePt t="250853" x="3854450" y="2597150"/>
          <p14:tracePt t="250869" x="3886200" y="2584450"/>
          <p14:tracePt t="250886" x="3981450" y="2546350"/>
          <p14:tracePt t="250904" x="4083050" y="2514600"/>
          <p14:tracePt t="250919" x="4127500" y="2482850"/>
          <p14:tracePt t="250936" x="4197350" y="2463800"/>
          <p14:tracePt t="250953" x="4235450" y="2444750"/>
          <p14:tracePt t="250969" x="4254500" y="2438400"/>
          <p14:tracePt t="250986" x="4279900" y="2419350"/>
          <p14:tracePt t="251002" x="4298950" y="2400300"/>
          <p14:tracePt t="251019" x="4298950" y="2393950"/>
          <p14:tracePt t="251036" x="4305300" y="2387600"/>
          <p14:tracePt t="251052" x="4311650" y="2374900"/>
          <p14:tracePt t="251093" x="4311650" y="2368550"/>
          <p14:tracePt t="251102" x="4311650" y="2362200"/>
          <p14:tracePt t="251164" x="4311650" y="2355850"/>
          <p14:tracePt t="251262" x="4305300" y="2355850"/>
          <p14:tracePt t="251283" x="4305300" y="2362200"/>
          <p14:tracePt t="251297" x="4305300" y="2368550"/>
          <p14:tracePt t="251304" x="4298950" y="2374900"/>
          <p14:tracePt t="251318" x="4292600" y="2374900"/>
          <p14:tracePt t="255467" x="4292600" y="2413000"/>
          <p14:tracePt t="255482" x="4298950" y="2495550"/>
          <p14:tracePt t="255490" x="4311650" y="2584450"/>
          <p14:tracePt t="255504" x="4311650" y="2686050"/>
          <p14:tracePt t="255520" x="4305300" y="2901950"/>
          <p14:tracePt t="255538" x="4292600" y="3054350"/>
          <p14:tracePt t="255553" x="4292600" y="3105150"/>
          <p14:tracePt t="255570" x="4292600" y="3155950"/>
          <p14:tracePt t="255587" x="4286250" y="3244850"/>
          <p14:tracePt t="255603" x="4286250" y="3257550"/>
          <p14:tracePt t="255620" x="4279900" y="3276600"/>
          <p14:tracePt t="255636" x="4279900" y="3295650"/>
          <p14:tracePt t="255653" x="4267200" y="3308350"/>
          <p14:tracePt t="255670" x="4260850" y="3321050"/>
          <p14:tracePt t="255686" x="4260850" y="3333750"/>
          <p14:tracePt t="255703" x="4254500" y="3340100"/>
          <p14:tracePt t="255720" x="4241800" y="3346450"/>
          <p14:tracePt t="255736" x="4235450" y="3352800"/>
          <p14:tracePt t="255753" x="4216400" y="3352800"/>
          <p14:tracePt t="255770" x="4197350" y="3352800"/>
          <p14:tracePt t="255786" x="4184650" y="3346450"/>
          <p14:tracePt t="255802" x="4171950" y="3340100"/>
          <p14:tracePt t="255819" x="4152900" y="3333750"/>
          <p14:tracePt t="255852" x="4146550" y="3333750"/>
          <p14:tracePt t="255869" x="4127500" y="3327400"/>
          <p14:tracePt t="255905" x="4121150" y="3327400"/>
          <p14:tracePt t="255918" x="4114800" y="3327400"/>
          <p14:tracePt t="255935" x="4102100" y="3327400"/>
          <p14:tracePt t="255953" x="4070350" y="3321050"/>
          <p14:tracePt t="255968" x="4051300" y="3321050"/>
          <p14:tracePt t="255985" x="3981450" y="3308350"/>
          <p14:tracePt t="256002" x="3879850" y="3295650"/>
          <p14:tracePt t="256018" x="3822700" y="3289300"/>
          <p14:tracePt t="256035" x="3689350" y="3270250"/>
          <p14:tracePt t="256052" x="3549650" y="3263900"/>
          <p14:tracePt t="256068" x="3486150" y="3263900"/>
          <p14:tracePt t="256085" x="3346450" y="3263900"/>
          <p14:tracePt t="256101" x="3232150" y="3263900"/>
          <p14:tracePt t="256118" x="3181350" y="3263900"/>
          <p14:tracePt t="256135" x="3086100" y="3263900"/>
          <p14:tracePt t="256151" x="3003550" y="3244850"/>
          <p14:tracePt t="256167" x="2971800" y="3225800"/>
          <p14:tracePt t="256185" x="2921000" y="3206750"/>
          <p14:tracePt t="256201" x="2901950" y="3200400"/>
          <p14:tracePt t="256217" x="2876550" y="3181350"/>
          <p14:tracePt t="256235" x="2844800" y="3155950"/>
          <p14:tracePt t="256268" x="2832100" y="3149600"/>
          <p14:tracePt t="256284" x="2819400" y="3143250"/>
          <p14:tracePt t="256318" x="2813050" y="3136900"/>
          <p14:tracePt t="256334" x="2813050" y="3130550"/>
          <p14:tracePt t="256354" x="2806700" y="3117850"/>
          <p14:tracePt t="256367" x="2806700" y="3111500"/>
          <p14:tracePt t="256395" x="2806700" y="3105150"/>
          <p14:tracePt t="256403" x="2806700" y="3098800"/>
          <p14:tracePt t="256430" x="2806700" y="3092450"/>
          <p14:tracePt t="256452" x="2806700" y="3086100"/>
          <p14:tracePt t="256486" x="2800350" y="3086100"/>
          <p14:tracePt t="256493" x="2800350" y="3079750"/>
          <p14:tracePt t="256535" x="2800350" y="3073400"/>
          <p14:tracePt t="256564" x="2800350" y="3067050"/>
          <p14:tracePt t="256571" x="2806700" y="3067050"/>
          <p14:tracePt t="256592" x="2813050" y="3067050"/>
          <p14:tracePt t="256613" x="2819400" y="3067050"/>
          <p14:tracePt t="256627" x="2825750" y="3060700"/>
          <p14:tracePt t="256676" x="2832100" y="3060700"/>
          <p14:tracePt t="256697" x="2838450" y="3060700"/>
          <p14:tracePt t="256704" x="2844800" y="3060700"/>
          <p14:tracePt t="256716" x="2851150" y="3060700"/>
          <p14:tracePt t="256733" x="2876550" y="3067050"/>
          <p14:tracePt t="256749" x="2901950" y="3067050"/>
          <p14:tracePt t="256766" x="2933700" y="3073400"/>
          <p14:tracePt t="256783" x="3117850" y="3092450"/>
          <p14:tracePt t="256799" x="3206750" y="3111500"/>
          <p14:tracePt t="256817" x="3384550" y="3130550"/>
          <p14:tracePt t="256832" x="3492500" y="3143250"/>
          <p14:tracePt t="256849" x="3683000" y="3162300"/>
          <p14:tracePt t="256866" x="3873500" y="3175000"/>
          <p14:tracePt t="256882" x="3962400" y="3175000"/>
          <p14:tracePt t="256899" x="4127500" y="3181350"/>
          <p14:tracePt t="256915" x="4229100" y="3181350"/>
          <p14:tracePt t="256932" x="4273550" y="3181350"/>
          <p14:tracePt t="256948" x="4318000" y="3181350"/>
          <p14:tracePt t="256966" x="4362450" y="3181350"/>
          <p14:tracePt t="256982" x="4368800" y="3181350"/>
          <p14:tracePt t="256999" x="4375150" y="3181350"/>
          <p14:tracePt t="257014" x="4381500" y="3181350"/>
          <p14:tracePt t="257077" x="4381500" y="3187700"/>
          <p14:tracePt t="257126" x="4387850" y="3187700"/>
          <p14:tracePt t="257133" x="4394200" y="3187700"/>
          <p14:tracePt t="257154" x="4400550" y="3187700"/>
          <p14:tracePt t="257508" x="4457700" y="3187700"/>
          <p14:tracePt t="257515" x="4502150" y="3187700"/>
          <p14:tracePt t="257532" x="4540250" y="3187700"/>
          <p14:tracePt t="257546" x="4591050" y="3187700"/>
          <p14:tracePt t="257563" x="4673600" y="3175000"/>
          <p14:tracePt t="257580" x="4762500" y="3168650"/>
          <p14:tracePt t="257596" x="4813300" y="3168650"/>
          <p14:tracePt t="257613" x="4895850" y="3162300"/>
          <p14:tracePt t="257629" x="4965700" y="3162300"/>
          <p14:tracePt t="257646" x="4984750" y="3155950"/>
          <p14:tracePt t="257663" x="5010150" y="3155950"/>
          <p14:tracePt t="257679" x="5029200" y="3155950"/>
          <p14:tracePt t="257696" x="5035550" y="3155950"/>
          <p14:tracePt t="258049" x="5041900" y="3155950"/>
          <p14:tracePt t="258056" x="5048250" y="3155950"/>
          <p14:tracePt t="258079" x="5054600" y="3155950"/>
          <p14:tracePt t="258098" x="5060950" y="3149600"/>
          <p14:tracePt t="258113" x="5067300" y="3149600"/>
          <p14:tracePt t="258120" x="5080000" y="3149600"/>
          <p14:tracePt t="258140" x="5092700" y="3143250"/>
          <p14:tracePt t="258148" x="5111750" y="3143250"/>
          <p14:tracePt t="258164" x="5137150" y="3136900"/>
          <p14:tracePt t="258177" x="5156200" y="3136900"/>
          <p14:tracePt t="258194" x="5213350" y="3117850"/>
          <p14:tracePt t="258211" x="5270500" y="3111500"/>
          <p14:tracePt t="258227" x="5302250" y="3111500"/>
          <p14:tracePt t="258244" x="5353050" y="3098800"/>
          <p14:tracePt t="258261" x="5391150" y="3092450"/>
          <p14:tracePt t="258277" x="5410200" y="3092450"/>
          <p14:tracePt t="258293" x="5429250" y="3086100"/>
          <p14:tracePt t="258310" x="5441950" y="3086100"/>
          <p14:tracePt t="258327" x="5448300" y="3086100"/>
          <p14:tracePt t="258344" x="5454650" y="3086100"/>
          <p14:tracePt t="258360" x="5461000" y="3086100"/>
          <p14:tracePt t="258377" x="5461000" y="3079750"/>
          <p14:tracePt t="258394" x="5480050" y="3073400"/>
          <p14:tracePt t="258410" x="5486400" y="3067050"/>
          <p14:tracePt t="258753" x="5530850" y="3067050"/>
          <p14:tracePt t="258760" x="5607050" y="3060700"/>
          <p14:tracePt t="258774" x="5683250" y="3060700"/>
          <p14:tracePt t="258781" x="5759450" y="3060700"/>
          <p14:tracePt t="258795" x="5848350" y="3048000"/>
          <p14:tracePt t="258809" x="6013450" y="3041650"/>
          <p14:tracePt t="258826" x="6102350" y="3028950"/>
          <p14:tracePt t="258842" x="6184900" y="3022600"/>
          <p14:tracePt t="258859" x="6375400" y="3009900"/>
          <p14:tracePt t="258875" x="6553200" y="3009900"/>
          <p14:tracePt t="258891" x="6629400" y="3009900"/>
          <p14:tracePt t="258908" x="6762750" y="2997200"/>
          <p14:tracePt t="258925" x="6845300" y="2990850"/>
          <p14:tracePt t="258941" x="6870700" y="2984500"/>
          <p14:tracePt t="258958" x="6934200" y="2978150"/>
          <p14:tracePt t="258975" x="6991350" y="2978150"/>
          <p14:tracePt t="258992" x="7042150" y="2978150"/>
          <p14:tracePt t="259008" x="7061200" y="2978150"/>
          <p14:tracePt t="259025" x="7086600" y="2978150"/>
          <p14:tracePt t="259041" x="7099300" y="2978150"/>
          <p14:tracePt t="259058" x="7105650" y="2978150"/>
          <p14:tracePt t="259074" x="7112000" y="2978150"/>
          <p14:tracePt t="259091" x="7124700" y="2978150"/>
          <p14:tracePt t="259203" x="7131050" y="2984500"/>
          <p14:tracePt t="259225" x="7137400" y="2984500"/>
          <p14:tracePt t="259231" x="7143750" y="2984500"/>
          <p14:tracePt t="259252" x="7150100" y="2984500"/>
          <p14:tracePt t="259266" x="7156450" y="2984500"/>
          <p14:tracePt t="259274" x="7162800" y="2984500"/>
          <p14:tracePt t="259290" x="7169150" y="2984500"/>
          <p14:tracePt t="259307" x="7181850" y="2984500"/>
          <p14:tracePt t="259323" x="7194550" y="2984500"/>
          <p14:tracePt t="259357" x="7207250" y="2984500"/>
          <p14:tracePt t="259373" x="7226300" y="2984500"/>
          <p14:tracePt t="259407" x="7239000" y="2984500"/>
          <p14:tracePt t="259423" x="7239000" y="2990850"/>
          <p14:tracePt t="259440" x="7251700" y="2990850"/>
          <p14:tracePt t="259456" x="7264400" y="2997200"/>
          <p14:tracePt t="259489" x="7270750" y="2997200"/>
          <p14:tracePt t="259506" x="7283450" y="2997200"/>
          <p14:tracePt t="259523" x="7289800" y="3003550"/>
          <p14:tracePt t="259540" x="7302500" y="3003550"/>
          <p14:tracePt t="259556" x="7315200" y="3009900"/>
          <p14:tracePt t="259572" x="7327900" y="3016250"/>
          <p14:tracePt t="259590" x="7372350" y="3016250"/>
          <p14:tracePt t="259606" x="7410450" y="3022600"/>
          <p14:tracePt t="259623" x="7429500" y="3022600"/>
          <p14:tracePt t="259639" x="7480300" y="3028950"/>
          <p14:tracePt t="259656" x="7537450" y="3028950"/>
          <p14:tracePt t="259673" x="7569200" y="3028950"/>
          <p14:tracePt t="259688" x="7632700" y="3028950"/>
          <p14:tracePt t="259706" x="7664450" y="3028950"/>
          <p14:tracePt t="259723" x="7747000" y="3028950"/>
          <p14:tracePt t="259739" x="7778750" y="3028950"/>
          <p14:tracePt t="259756" x="7797800" y="3028950"/>
          <p14:tracePt t="259772" x="7854950" y="3028950"/>
          <p14:tracePt t="259788" x="7905750" y="3041650"/>
          <p14:tracePt t="259805" x="7924800" y="3048000"/>
          <p14:tracePt t="259822" x="7956550" y="3054350"/>
          <p14:tracePt t="259838" x="7981950" y="3054350"/>
          <p14:tracePt t="259856" x="7994650" y="3060700"/>
          <p14:tracePt t="259872" x="8001000" y="3060700"/>
          <p14:tracePt t="259888" x="8007350" y="3067050"/>
          <p14:tracePt t="259905" x="8020050" y="3067050"/>
          <p14:tracePt t="259938" x="8032750" y="3067050"/>
          <p14:tracePt t="259955" x="8039100" y="3067050"/>
          <p14:tracePt t="259971" x="8045450" y="3067050"/>
          <p14:tracePt t="259988" x="8051800" y="3067050"/>
          <p14:tracePt t="260005" x="8058150" y="3067050"/>
          <p14:tracePt t="260037" x="8064500" y="3067050"/>
          <p14:tracePt t="260088" x="8070850" y="3067050"/>
          <p14:tracePt t="260116" x="8077200" y="3067050"/>
          <p14:tracePt t="260159" x="8083550" y="3067050"/>
          <p14:tracePt t="260165" x="8089900" y="3067050"/>
          <p14:tracePt t="260188" x="8096250" y="3067050"/>
          <p14:tracePt t="260207" x="8102600" y="3067050"/>
          <p14:tracePt t="260214" x="8108950" y="3067050"/>
          <p14:tracePt t="265319" x="8077200" y="3067050"/>
          <p14:tracePt t="265326" x="8001000" y="3073400"/>
          <p14:tracePt t="265339" x="7924800" y="3079750"/>
          <p14:tracePt t="265353" x="7835900" y="3092450"/>
          <p14:tracePt t="265369" x="7632700" y="3098800"/>
          <p14:tracePt t="265386" x="7518400" y="3111500"/>
          <p14:tracePt t="265403" x="7289800" y="3098800"/>
          <p14:tracePt t="265419" x="6972300" y="3041650"/>
          <p14:tracePt t="265436" x="6788150" y="2984500"/>
          <p14:tracePt t="265452" x="6496050" y="2838450"/>
          <p14:tracePt t="265469" x="6210300" y="2711450"/>
          <p14:tracePt t="265486" x="6038850" y="2628900"/>
          <p14:tracePt t="265502" x="5734050" y="2508250"/>
          <p14:tracePt t="265519" x="5416550" y="2413000"/>
          <p14:tracePt t="265536" x="5086350" y="2324100"/>
          <p14:tracePt t="265552" x="4927600" y="2273300"/>
          <p14:tracePt t="265568" x="4743450" y="2222500"/>
          <p14:tracePt t="265586" x="4229100" y="2146300"/>
          <p14:tracePt t="265602" x="4102100" y="2139950"/>
          <p14:tracePt t="265618" x="3987800" y="2139950"/>
          <p14:tracePt t="265635" x="3759200" y="2133600"/>
          <p14:tracePt t="265652" x="3581400" y="2139950"/>
          <p14:tracePt t="265668" x="3517900" y="2127250"/>
          <p14:tracePt t="265685" x="3435350" y="2127250"/>
          <p14:tracePt t="265701" x="3378200" y="2133600"/>
          <p14:tracePt t="265719" x="3346450" y="2152650"/>
          <p14:tracePt t="265735" x="3333750" y="2165350"/>
          <p14:tracePt t="265751" x="3314700" y="2178050"/>
          <p14:tracePt t="265768" x="3295650" y="2203450"/>
          <p14:tracePt t="265784" x="3289300" y="2209800"/>
          <p14:tracePt t="265801" x="3282950" y="2216150"/>
          <p14:tracePt t="265818" x="3282950" y="2222500"/>
          <p14:tracePt t="265834" x="3270250" y="2228850"/>
          <p14:tracePt t="265851" x="3257550" y="2247900"/>
          <p14:tracePt t="265867" x="3244850" y="2260600"/>
          <p14:tracePt t="265884" x="3225800" y="2273300"/>
          <p14:tracePt t="265901" x="3181350" y="2286000"/>
          <p14:tracePt t="265917" x="3149600" y="2298700"/>
          <p14:tracePt t="265934" x="3079750" y="2311400"/>
          <p14:tracePt t="265951" x="3041650" y="2317750"/>
          <p14:tracePt t="265967" x="3003550" y="2317750"/>
          <p14:tracePt t="265984" x="2908300" y="2330450"/>
          <p14:tracePt t="266000" x="2870200" y="2330450"/>
          <p14:tracePt t="266017" x="2774950" y="2336800"/>
          <p14:tracePt t="266034" x="2736850" y="2336800"/>
          <p14:tracePt t="266050" x="2698750" y="2336800"/>
          <p14:tracePt t="266067" x="2616200" y="2336800"/>
          <p14:tracePt t="266084" x="2597150" y="2343150"/>
          <p14:tracePt t="266100" x="2584450" y="2343150"/>
          <p14:tracePt t="266117" x="2571750" y="2349500"/>
          <p14:tracePt t="266162" x="2584450" y="2349500"/>
          <p14:tracePt t="266176" x="2590800" y="2349500"/>
          <p14:tracePt t="266190" x="2597150" y="2349500"/>
          <p14:tracePt t="266199" x="2609850" y="2349500"/>
          <p14:tracePt t="266216" x="2616200" y="2343150"/>
          <p14:tracePt t="266233" x="2628900" y="2343150"/>
          <p14:tracePt t="266249" x="2635250" y="2336800"/>
          <p14:tracePt t="266267" x="2654300" y="2336800"/>
          <p14:tracePt t="266283" x="2705100" y="2336800"/>
          <p14:tracePt t="266299" x="2730500" y="2336800"/>
          <p14:tracePt t="266317" x="2813050" y="2336800"/>
          <p14:tracePt t="266333" x="2863850" y="2336800"/>
          <p14:tracePt t="266349" x="2889250" y="2336800"/>
          <p14:tracePt t="266366" x="2959100" y="2336800"/>
          <p14:tracePt t="266382" x="2978150" y="2336800"/>
          <p14:tracePt t="266399" x="2997200" y="2336800"/>
          <p14:tracePt t="266416" x="3016250" y="2336800"/>
          <p14:tracePt t="266432" x="3022600" y="2336800"/>
          <p14:tracePt t="266450" x="3028950" y="2336800"/>
          <p14:tracePt t="266548" x="3035300" y="2336800"/>
          <p14:tracePt t="267067" x="3041650" y="2381250"/>
          <p14:tracePt t="267074" x="3048000" y="2432050"/>
          <p14:tracePt t="267083" x="3054350" y="2476500"/>
          <p14:tracePt t="267097" x="3073400" y="2533650"/>
          <p14:tracePt t="267113" x="3105150" y="2584450"/>
          <p14:tracePt t="267130" x="3162300" y="2698750"/>
          <p14:tracePt t="267147" x="3194050" y="2787650"/>
          <p14:tracePt t="267163" x="3213100" y="2825750"/>
          <p14:tracePt t="267180" x="3244850" y="2901950"/>
          <p14:tracePt t="267196" x="3282950" y="2965450"/>
          <p14:tracePt t="267213" x="3295650" y="2990850"/>
          <p14:tracePt t="267229" x="3333750" y="3041650"/>
          <p14:tracePt t="267247" x="3390900" y="3079750"/>
          <p14:tracePt t="267263" x="3403600" y="3105150"/>
          <p14:tracePt t="271188" x="3416300" y="3124200"/>
          <p14:tracePt t="271195" x="3441700" y="3162300"/>
          <p14:tracePt t="271209" x="3479800" y="3200400"/>
          <p14:tracePt t="271219" x="3511550" y="3232150"/>
          <p14:tracePt t="271232" x="3549650" y="3270250"/>
          <p14:tracePt t="271249" x="3625850" y="3340100"/>
          <p14:tracePt t="271266" x="3676650" y="3384550"/>
          <p14:tracePt t="271282" x="3778250" y="3448050"/>
          <p14:tracePt t="271299" x="3848100" y="3492500"/>
          <p14:tracePt t="271316" x="4019550" y="3549650"/>
          <p14:tracePt t="271332" x="4184650" y="3581400"/>
          <p14:tracePt t="271350" x="4330700" y="3587750"/>
          <p14:tracePt t="271365" x="4394200" y="3587750"/>
          <p14:tracePt t="271382" x="4508500" y="3581400"/>
          <p14:tracePt t="271399" x="4629150" y="3581400"/>
          <p14:tracePt t="271415" x="4692650" y="3568700"/>
          <p14:tracePt t="271432" x="4813300" y="3549650"/>
          <p14:tracePt t="271449" x="4883150" y="3536950"/>
          <p14:tracePt t="271464" x="4914900" y="3530600"/>
          <p14:tracePt t="271482" x="4972050" y="3511550"/>
          <p14:tracePt t="271498" x="5022850" y="3498850"/>
          <p14:tracePt t="271515" x="5041900" y="3492500"/>
          <p14:tracePt t="271518" x="5060950" y="3486150"/>
          <p14:tracePt t="271534" x="5086350" y="3467100"/>
          <p14:tracePt t="271548" x="5137150" y="3454400"/>
          <p14:tracePt t="271565" x="5156200" y="3441700"/>
          <p14:tracePt t="271582" x="5187950" y="3422650"/>
          <p14:tracePt t="271598" x="5200650" y="3416300"/>
          <p14:tracePt t="271614" x="5219700" y="3409950"/>
          <p14:tracePt t="271631" x="5226050" y="3403600"/>
          <p14:tracePt t="271648" x="5245100" y="3403600"/>
          <p14:tracePt t="272976" x="5200650" y="3397250"/>
          <p14:tracePt t="272983" x="5124450" y="3384550"/>
          <p14:tracePt t="272996" x="5010150" y="3371850"/>
          <p14:tracePt t="273010" x="4864100" y="3352800"/>
          <p14:tracePt t="273026" x="4521200" y="3302000"/>
          <p14:tracePt t="273043" x="4298950" y="3263900"/>
          <p14:tracePt t="273060" x="3867150" y="3162300"/>
          <p14:tracePt t="273076" x="3498850" y="3060700"/>
          <p14:tracePt t="273093" x="3295650" y="3003550"/>
          <p14:tracePt t="273109" x="2965450" y="2933700"/>
          <p14:tracePt t="273126" x="2692400" y="2838450"/>
          <p14:tracePt t="273142" x="2571750" y="2800350"/>
          <p14:tracePt t="273159" x="2387600" y="2736850"/>
          <p14:tracePt t="273176" x="2286000" y="2724150"/>
          <p14:tracePt t="273193" x="2044700" y="2698750"/>
          <p14:tracePt t="273209" x="1962150" y="2686050"/>
          <p14:tracePt t="273225" x="1898650" y="2679700"/>
          <p14:tracePt t="273243" x="1790700" y="2667000"/>
          <p14:tracePt t="273259" x="1695450" y="2635250"/>
          <p14:tracePt t="273275" x="1663700" y="2609850"/>
          <p14:tracePt t="273292" x="1625600" y="2597150"/>
          <p14:tracePt t="273308" x="1606550" y="2584450"/>
          <p14:tracePt t="273325" x="1606550" y="2571750"/>
          <p14:tracePt t="273342" x="1606550" y="2559050"/>
          <p14:tracePt t="273358" x="1606550" y="2552700"/>
          <p14:tracePt t="273376" x="1606550" y="2546350"/>
          <p14:tracePt t="273408" x="1606550" y="2540000"/>
          <p14:tracePt t="273460" x="1606550" y="2533650"/>
          <p14:tracePt t="273488" x="1606550" y="2527300"/>
          <p14:tracePt t="273530" x="1606550" y="2520950"/>
          <p14:tracePt t="273566" x="1606550" y="2514600"/>
          <p14:tracePt t="273636" x="1600200" y="2514600"/>
          <p14:tracePt t="273658" x="1593850" y="2514600"/>
          <p14:tracePt t="273685" x="1587500" y="2520950"/>
          <p14:tracePt t="273706" x="1581150" y="2520950"/>
          <p14:tracePt t="273727" x="1581150" y="2527300"/>
          <p14:tracePt t="273749" x="1581150" y="2533650"/>
          <p14:tracePt t="273755" x="1581150" y="2540000"/>
          <p14:tracePt t="273798" x="1581150" y="2546350"/>
          <p14:tracePt t="273819" x="1587500" y="2546350"/>
          <p14:tracePt t="273825" x="1593850" y="2552700"/>
          <p14:tracePt t="273843" x="1600200" y="2552700"/>
          <p14:tracePt t="273856" x="1600200" y="2559050"/>
          <p14:tracePt t="273873" x="1606550" y="2565400"/>
          <p14:tracePt t="273890" x="1625600" y="2571750"/>
          <p14:tracePt t="273906" x="1631950" y="2571750"/>
          <p14:tracePt t="273924" x="1663700" y="2578100"/>
          <p14:tracePt t="273940" x="1701800" y="2584450"/>
          <p14:tracePt t="273956" x="1727200" y="2584450"/>
          <p14:tracePt t="273973" x="1765300" y="2590800"/>
          <p14:tracePt t="273989" x="1797050" y="2590800"/>
          <p14:tracePt t="274006" x="1816100" y="2590800"/>
          <p14:tracePt t="274023" x="1841500" y="2590800"/>
          <p14:tracePt t="274039" x="1860550" y="2590800"/>
          <p14:tracePt t="274056" x="1873250" y="2584450"/>
          <p14:tracePt t="274073" x="1892300" y="2584450"/>
          <p14:tracePt t="274089" x="1911350" y="2584450"/>
          <p14:tracePt t="274106" x="2006600" y="2584450"/>
          <p14:tracePt t="274122" x="2063750" y="2584450"/>
          <p14:tracePt t="274139" x="2139950" y="2597150"/>
          <p14:tracePt t="274156" x="2368550" y="2616200"/>
          <p14:tracePt t="274172" x="2432050" y="2616200"/>
          <p14:tracePt t="274189" x="2540000" y="2622550"/>
          <p14:tracePt t="274206" x="2622550" y="2635250"/>
          <p14:tracePt t="274222" x="2660650" y="2635250"/>
          <p14:tracePt t="274239" x="2711450" y="2628900"/>
          <p14:tracePt t="274256" x="2749550" y="2628900"/>
          <p14:tracePt t="274272" x="2762250" y="2628900"/>
          <p14:tracePt t="274288" x="2794000" y="2628900"/>
          <p14:tracePt t="274305" x="2806700" y="2628900"/>
          <p14:tracePt t="274322" x="2813050" y="2628900"/>
          <p14:tracePt t="274339" x="2819400" y="2628900"/>
          <p14:tracePt t="274356" x="2825750" y="2628900"/>
          <p14:tracePt t="274389" x="2832100" y="2635250"/>
          <p14:tracePt t="274424" x="2832100" y="2641600"/>
          <p14:tracePt t="274466" x="2832100" y="2647950"/>
          <p14:tracePt t="274473" x="2838450" y="2647950"/>
          <p14:tracePt t="274488" x="2844800" y="2654300"/>
          <p14:tracePt t="274504" x="2851150" y="2654300"/>
          <p14:tracePt t="274521" x="2870200" y="2667000"/>
          <p14:tracePt t="274538" x="2927350" y="2679700"/>
          <p14:tracePt t="274555" x="2984500" y="2692400"/>
          <p14:tracePt t="274558" x="3048000" y="2711450"/>
          <p14:tracePt t="274571" x="3130550" y="2730500"/>
          <p14:tracePt t="274587" x="3308350" y="2768600"/>
          <p14:tracePt t="274604" x="3403600" y="2800350"/>
          <p14:tracePt t="274621" x="3575050" y="2851150"/>
          <p14:tracePt t="274638" x="3695700" y="2889250"/>
          <p14:tracePt t="274655" x="3740150" y="2901950"/>
          <p14:tracePt t="274670" x="3803650" y="2946400"/>
          <p14:tracePt t="274688" x="3829050" y="2952750"/>
          <p14:tracePt t="274704" x="3892550" y="3009900"/>
          <p14:tracePt t="274720" x="3911600" y="3022600"/>
          <p14:tracePt t="274737" x="3930650" y="3041650"/>
          <p14:tracePt t="274754" x="3962400" y="3073400"/>
          <p14:tracePt t="274770" x="3987800" y="3098800"/>
          <p14:tracePt t="274787" x="4000500" y="3105150"/>
          <p14:tracePt t="274803" x="4025900" y="3124200"/>
          <p14:tracePt t="274820" x="4044950" y="3124200"/>
          <p14:tracePt t="274837" x="4051300" y="3124200"/>
          <p14:tracePt t="274854" x="4057650" y="3124200"/>
          <p14:tracePt t="274870" x="4070350" y="3124200"/>
          <p14:tracePt t="274887" x="4089400" y="3124200"/>
          <p14:tracePt t="274903" x="4095750" y="3124200"/>
          <p14:tracePt t="274920" x="4108450" y="3124200"/>
          <p14:tracePt t="274937" x="4127500" y="3124200"/>
          <p14:tracePt t="274953" x="4133850" y="3124200"/>
          <p14:tracePt t="274970" x="4140200" y="3124200"/>
          <p14:tracePt t="274986" x="4152900" y="3124200"/>
          <p14:tracePt t="275020" x="4159250" y="3124200"/>
          <p14:tracePt t="275127" x="4152900" y="3124200"/>
          <p14:tracePt t="275141" x="4146550" y="3124200"/>
          <p14:tracePt t="275147" x="4140200" y="3124200"/>
          <p14:tracePt t="275162" x="4127500" y="3124200"/>
          <p14:tracePt t="275171" x="4102100" y="3124200"/>
          <p14:tracePt t="275186" x="4076700" y="3124200"/>
          <p14:tracePt t="275203" x="4013200" y="3124200"/>
          <p14:tracePt t="275218" x="3917950" y="3124200"/>
          <p14:tracePt t="275235" x="3879850" y="3124200"/>
          <p14:tracePt t="275254" x="3822700" y="3124200"/>
          <p14:tracePt t="275268" x="3778250" y="3124200"/>
          <p14:tracePt t="275285" x="3765550" y="3124200"/>
          <p14:tracePt t="275303" x="3752850" y="3124200"/>
          <p14:tracePt t="275730" x="3759200" y="3124200"/>
          <p14:tracePt t="275759" x="3765550" y="3124200"/>
          <p14:tracePt t="275780" x="3778250" y="3124200"/>
          <p14:tracePt t="275801" x="3784600" y="3124200"/>
          <p14:tracePt t="275822" x="3790950" y="3124200"/>
          <p14:tracePt t="275829" x="3797300" y="3124200"/>
          <p14:tracePt t="276342" x="3784600" y="3124200"/>
          <p14:tracePt t="276356" x="3765550" y="3124200"/>
          <p14:tracePt t="276363" x="3733800" y="3117850"/>
          <p14:tracePt t="276370" x="3708400" y="3111500"/>
          <p14:tracePt t="276385" x="3676650" y="3105150"/>
          <p14:tracePt t="276398" x="3651250" y="3105150"/>
          <p14:tracePt t="276414" x="3594100" y="3105150"/>
          <p14:tracePt t="276431" x="3562350" y="3105150"/>
          <p14:tracePt t="276448" x="3511550" y="3105150"/>
          <p14:tracePt t="276464" x="3479800" y="3105150"/>
          <p14:tracePt t="276481" x="3467100" y="3105150"/>
          <p14:tracePt t="276497" x="3467100" y="3098800"/>
          <p14:tracePt t="276514" x="3473450" y="3086100"/>
          <p14:tracePt t="276532" x="3492500" y="3079750"/>
          <p14:tracePt t="276547" x="3505200" y="3079750"/>
          <p14:tracePt t="276564" x="3524250" y="3073400"/>
          <p14:tracePt t="276581" x="3606800" y="3060700"/>
          <p14:tracePt t="276597" x="3765550" y="3028950"/>
          <p14:tracePt t="276614" x="3867150" y="3009900"/>
          <p14:tracePt t="276630" x="4051300" y="2971800"/>
          <p14:tracePt t="276647" x="4203700" y="2940050"/>
          <p14:tracePt t="276664" x="4260850" y="2921000"/>
          <p14:tracePt t="276680" x="4343400" y="2895600"/>
          <p14:tracePt t="276697" x="4387850" y="2882900"/>
          <p14:tracePt t="276714" x="4406900" y="2870200"/>
          <p14:tracePt t="276730" x="4413250" y="2870200"/>
          <p14:tracePt t="276747" x="4419600" y="2863850"/>
          <p14:tracePt t="276764" x="4425950" y="2857500"/>
          <p14:tracePt t="276780" x="4425950" y="2851150"/>
          <p14:tracePt t="276813" x="4413250" y="2844800"/>
          <p14:tracePt t="276830" x="4406900" y="2844800"/>
          <p14:tracePt t="276846" x="4394200" y="2844800"/>
          <p14:tracePt t="276863" x="4368800" y="2844800"/>
          <p14:tracePt t="276880" x="4343400" y="2844800"/>
          <p14:tracePt t="276897" x="4324350" y="2851150"/>
          <p14:tracePt t="276912" x="4222750" y="2870200"/>
          <p14:tracePt t="276929" x="4000500" y="2921000"/>
          <p14:tracePt t="276946" x="3683000" y="2984500"/>
          <p14:tracePt t="276962" x="3448050" y="3041650"/>
          <p14:tracePt t="276979" x="2914650" y="3162300"/>
          <p14:tracePt t="276996" x="2451100" y="3276600"/>
          <p14:tracePt t="277012" x="2222500" y="3333750"/>
          <p14:tracePt t="277029" x="1911350" y="3422650"/>
          <p14:tracePt t="277045" x="1670050" y="3473450"/>
          <p14:tracePt t="277062" x="1574800" y="3492500"/>
          <p14:tracePt t="277081" x="1422400" y="3492500"/>
          <p14:tracePt t="277095" x="1320800" y="3492500"/>
          <p14:tracePt t="277112" x="1289050" y="3492500"/>
          <p14:tracePt t="277129" x="1244600" y="3486150"/>
          <p14:tracePt t="277145" x="1212850" y="3479800"/>
          <p14:tracePt t="277162" x="1187450" y="3467100"/>
          <p14:tracePt t="277179" x="1149350" y="3441700"/>
          <p14:tracePt t="277195" x="1136650" y="3429000"/>
          <p14:tracePt t="277212" x="1123950" y="3416300"/>
          <p14:tracePt t="277228" x="1111250" y="3403600"/>
          <p14:tracePt t="277245" x="1111250" y="3397250"/>
          <p14:tracePt t="277262" x="1104900" y="3390900"/>
          <p14:tracePt t="277278" x="1098550" y="3378200"/>
          <p14:tracePt t="277295" x="1092200" y="3371850"/>
          <p14:tracePt t="277312" x="1085850" y="3359150"/>
          <p14:tracePt t="277328" x="1079500" y="3340100"/>
          <p14:tracePt t="277345" x="1073150" y="3333750"/>
          <p14:tracePt t="277361" x="1066800" y="3308350"/>
          <p14:tracePt t="277377" x="1060450" y="3302000"/>
          <p14:tracePt t="277394" x="1047750" y="3282950"/>
          <p14:tracePt t="277411" x="1016000" y="3257550"/>
          <p14:tracePt t="277428" x="977900" y="3219450"/>
          <p14:tracePt t="277445" x="952500" y="3206750"/>
          <p14:tracePt t="277461" x="889000" y="3162300"/>
          <p14:tracePt t="277477" x="869950" y="3162300"/>
          <p14:tracePt t="277495" x="844550" y="3155950"/>
          <p14:tracePt t="277511" x="831850" y="3149600"/>
          <p14:tracePt t="277527" x="819150" y="3149600"/>
          <p14:tracePt t="277586" x="825500" y="3149600"/>
          <p14:tracePt t="277600" x="838200" y="3155950"/>
          <p14:tracePt t="277606" x="844550" y="3155950"/>
          <p14:tracePt t="277621" x="850900" y="3155950"/>
          <p14:tracePt t="277649" x="863600" y="3162300"/>
          <p14:tracePt t="277656" x="869950" y="3162300"/>
          <p14:tracePt t="277671" x="882650" y="3162300"/>
          <p14:tracePt t="277685" x="889000" y="3162300"/>
          <p14:tracePt t="277693" x="908050" y="3168650"/>
          <p14:tracePt t="277710" x="946150" y="3168650"/>
          <p14:tracePt t="277727" x="1111250" y="3168650"/>
          <p14:tracePt t="277743" x="1187450" y="3168650"/>
          <p14:tracePt t="277762" x="1377950" y="3155950"/>
          <p14:tracePt t="277777" x="1479550" y="3143250"/>
          <p14:tracePt t="277793" x="1701800" y="3124200"/>
          <p14:tracePt t="277810" x="1790700" y="3117850"/>
          <p14:tracePt t="277826" x="1943100" y="3105150"/>
          <p14:tracePt t="277843" x="2051050" y="3086100"/>
          <p14:tracePt t="277861" x="2101850" y="3079750"/>
          <p14:tracePt t="277876" x="2120900" y="3079750"/>
          <p14:tracePt t="277893" x="2139950" y="3073400"/>
          <p14:tracePt t="277909" x="2146300" y="3073400"/>
          <p14:tracePt t="277942" x="2159000" y="3073400"/>
          <p14:tracePt t="277960" x="2165350" y="3073400"/>
          <p14:tracePt t="277993" x="2171700" y="3073400"/>
          <p14:tracePt t="278009" x="2184400" y="3073400"/>
          <p14:tracePt t="278026" x="2197100" y="3073400"/>
          <p14:tracePt t="278043" x="2209800" y="3079750"/>
          <p14:tracePt t="278059" x="2228850" y="3079750"/>
          <p14:tracePt t="278076" x="2260600" y="3086100"/>
          <p14:tracePt t="278079" x="2279650" y="3092450"/>
          <p14:tracePt t="278095" x="2317750" y="3092450"/>
          <p14:tracePt t="278109" x="2362200" y="3098800"/>
          <p14:tracePt t="278125" x="2463800" y="3117850"/>
          <p14:tracePt t="278142" x="2609850" y="3130550"/>
          <p14:tracePt t="278159" x="2673350" y="3130550"/>
          <p14:tracePt t="278176" x="2870200" y="3149600"/>
          <p14:tracePt t="278191" x="2933700" y="3155950"/>
          <p14:tracePt t="278208" x="2990850" y="3175000"/>
          <p14:tracePt t="278225" x="3073400" y="3200400"/>
          <p14:tracePt t="278241" x="3136900" y="3232150"/>
          <p14:tracePt t="278258" x="3155950" y="3244850"/>
          <p14:tracePt t="278275" x="3194050" y="3263900"/>
          <p14:tracePt t="278291" x="3206750" y="3282950"/>
          <p14:tracePt t="278307" x="3213100" y="3289300"/>
          <p14:tracePt t="278325" x="3225800" y="3289300"/>
          <p14:tracePt t="278341" x="3244850" y="3289300"/>
          <p14:tracePt t="285283" x="3314700" y="3232150"/>
          <p14:tracePt t="285290" x="3460750" y="3136900"/>
          <p14:tracePt t="285304" x="3625850" y="3073400"/>
          <p14:tracePt t="285317" x="3740150" y="3016250"/>
          <p14:tracePt t="285333" x="3994150" y="2908300"/>
          <p14:tracePt t="285350" x="4165600" y="2832100"/>
          <p14:tracePt t="285367" x="4502150" y="2692400"/>
          <p14:tracePt t="285383" x="4768850" y="2603500"/>
          <p14:tracePt t="285400" x="4889500" y="2571750"/>
          <p14:tracePt t="285417" x="5105400" y="2520950"/>
          <p14:tracePt t="285433" x="5289550" y="2470150"/>
          <p14:tracePt t="285450" x="5346700" y="2438400"/>
          <p14:tracePt t="285466" x="5441950" y="2393950"/>
          <p14:tracePt t="285483" x="5524500" y="2343150"/>
          <p14:tracePt t="285500" x="5543550" y="2330450"/>
          <p14:tracePt t="285517" x="5607050" y="2292350"/>
          <p14:tracePt t="285533" x="5638800" y="2273300"/>
          <p14:tracePt t="285550" x="5702300" y="2254250"/>
          <p14:tracePt t="285566" x="5715000" y="2247900"/>
          <p14:tracePt t="285582" x="5727700" y="2241550"/>
          <p14:tracePt t="285600" x="5784850" y="2235200"/>
          <p14:tracePt t="285616" x="5842000" y="2235200"/>
          <p14:tracePt t="285633" x="5867400" y="2235200"/>
          <p14:tracePt t="285649" x="5930900" y="2247900"/>
          <p14:tracePt t="285666" x="5969000" y="2254250"/>
          <p14:tracePt t="285683" x="5994400" y="2260600"/>
          <p14:tracePt t="285686" x="6000750" y="2260600"/>
          <p14:tracePt t="285699" x="6007100" y="2260600"/>
          <p14:tracePt t="285716" x="6019800" y="2260600"/>
          <p14:tracePt t="285733" x="6026150" y="2260600"/>
          <p14:tracePt t="285775" x="6026150" y="2266950"/>
          <p14:tracePt t="285784" x="6026150" y="2273300"/>
          <p14:tracePt t="285790" x="6026150" y="2286000"/>
          <p14:tracePt t="285804" x="6032500" y="2292350"/>
          <p14:tracePt t="287279" x="6045200" y="2368550"/>
          <p14:tracePt t="287295" x="6064250" y="2419350"/>
          <p14:tracePt t="287312" x="6102350" y="2578100"/>
          <p14:tracePt t="287328" x="6134100" y="2774950"/>
          <p14:tracePt t="287345" x="6165850" y="2863850"/>
          <p14:tracePt t="287362" x="6203950" y="3035300"/>
          <p14:tracePt t="287378" x="6229350" y="3124200"/>
          <p14:tracePt t="287395" x="6280150" y="3295650"/>
          <p14:tracePt t="287411" x="6318250" y="3492500"/>
          <p14:tracePt t="287427" x="6350000" y="3594100"/>
          <p14:tracePt t="287443" x="6388100" y="3740150"/>
          <p14:tracePt t="287461" x="6432550" y="3854450"/>
          <p14:tracePt t="287476" x="6451600" y="3892550"/>
          <p14:tracePt t="287493" x="6496050" y="3994150"/>
          <p14:tracePt t="287510" x="6527800" y="4057650"/>
          <p14:tracePt t="287527" x="6527800" y="4076700"/>
          <p14:tracePt t="291651" x="6489700" y="4076700"/>
          <p14:tracePt t="291659" x="6419850" y="4064000"/>
          <p14:tracePt t="291665" x="6330950" y="4057650"/>
          <p14:tracePt t="291682" x="6235700" y="4038600"/>
          <p14:tracePt t="291695" x="6089650" y="4000500"/>
          <p14:tracePt t="291711" x="5772150" y="3943350"/>
          <p14:tracePt t="291729" x="5334000" y="3848100"/>
          <p14:tracePt t="291746" x="5130800" y="3790950"/>
          <p14:tracePt t="291762" x="4819650" y="3708400"/>
          <p14:tracePt t="291778" x="4476750" y="3606800"/>
          <p14:tracePt t="291795" x="4349750" y="3575050"/>
          <p14:tracePt t="291811" x="4165600" y="3511550"/>
          <p14:tracePt t="291828" x="4025900" y="3441700"/>
          <p14:tracePt t="291845" x="3968750" y="3397250"/>
          <p14:tracePt t="291861" x="3867150" y="3302000"/>
          <p14:tracePt t="291877" x="3797300" y="3232150"/>
          <p14:tracePt t="291894" x="3771900" y="3200400"/>
          <p14:tracePt t="291912" x="3676650" y="3105150"/>
          <p14:tracePt t="291927" x="3606800" y="3035300"/>
          <p14:tracePt t="291945" x="3581400" y="3003550"/>
          <p14:tracePt t="291961" x="3543300" y="2946400"/>
          <p14:tracePt t="291977" x="3530600" y="2927350"/>
          <p14:tracePt t="291994" x="3498850" y="2863850"/>
          <p14:tracePt t="292010" x="3479800" y="2806700"/>
          <p14:tracePt t="292027" x="3473450" y="2781300"/>
          <p14:tracePt t="292044" x="3454400" y="2724150"/>
          <p14:tracePt t="292060" x="3448050" y="2686050"/>
          <p14:tracePt t="292077" x="3441700" y="2660650"/>
          <p14:tracePt t="292094" x="3429000" y="2635250"/>
          <p14:tracePt t="292110" x="3416300" y="2609850"/>
          <p14:tracePt t="292127" x="3416300" y="2603500"/>
          <p14:tracePt t="292143" x="3397250" y="2578100"/>
          <p14:tracePt t="292160" x="3384550" y="2571750"/>
          <p14:tracePt t="292177" x="3378200" y="2565400"/>
          <p14:tracePt t="292193" x="3359150" y="2546350"/>
          <p14:tracePt t="292210" x="3346450" y="2540000"/>
          <p14:tracePt t="292227" x="3333750" y="2533650"/>
          <p14:tracePt t="292243" x="3321050" y="2527300"/>
          <p14:tracePt t="292260" x="3282950" y="2514600"/>
          <p14:tracePt t="292277" x="3270250" y="2508250"/>
          <p14:tracePt t="292293" x="3257550" y="2501900"/>
          <p14:tracePt t="292309" x="3225800" y="2495550"/>
          <p14:tracePt t="292326" x="3213100" y="2489200"/>
          <p14:tracePt t="292343" x="3187700" y="2489200"/>
          <p14:tracePt t="292359" x="3175000" y="2489200"/>
          <p14:tracePt t="292376" x="3168650" y="2489200"/>
          <p14:tracePt t="292392" x="3162300" y="2489200"/>
          <p14:tracePt t="292410" x="3155950" y="2482850"/>
          <p14:tracePt t="292426" x="3143250" y="2476500"/>
          <p14:tracePt t="292442" x="3143250" y="2470150"/>
          <p14:tracePt t="298607" x="3149600" y="2489200"/>
          <p14:tracePt t="298613" x="3168650" y="2520950"/>
          <p14:tracePt t="298621" x="3194050" y="2565400"/>
          <p14:tracePt t="298637" x="3257550" y="2660650"/>
          <p14:tracePt t="298655" x="3327400" y="2743200"/>
          <p14:tracePt t="298671" x="3371850" y="2819400"/>
          <p14:tracePt t="298688" x="3422650" y="2901950"/>
          <p14:tracePt t="298705" x="3524250" y="3048000"/>
          <p14:tracePt t="298721" x="3606800" y="3149600"/>
          <p14:tracePt t="298737" x="3689350" y="3232150"/>
          <p14:tracePt t="298754" x="3854450" y="3390900"/>
          <p14:tracePt t="298770" x="3962400" y="3473450"/>
          <p14:tracePt t="298787" x="4025900" y="3524250"/>
          <p14:tracePt t="298791" x="4051300" y="3543300"/>
          <p14:tracePt t="298804" x="4108450" y="3613150"/>
          <p14:tracePt t="298820" x="4165600" y="3670300"/>
          <p14:tracePt t="298837" x="4210050" y="3708400"/>
          <p14:tracePt t="298853" x="4292600" y="3778250"/>
          <p14:tracePt t="298870" x="4324350" y="3790950"/>
          <p14:tracePt t="298887" x="4349750" y="3810000"/>
          <p14:tracePt t="298903" x="4356100" y="3810000"/>
          <p14:tracePt t="298939" x="4362450" y="3810000"/>
          <p14:tracePt t="298953" x="4368800" y="3810000"/>
          <p14:tracePt t="298970" x="4368800" y="3816350"/>
          <p14:tracePt t="298993" x="4375150" y="3822700"/>
          <p14:tracePt t="299063" x="4381500" y="3829050"/>
          <p14:tracePt t="299091" x="4387850" y="3829050"/>
          <p14:tracePt t="299112" x="4394200" y="3822700"/>
          <p14:tracePt t="299789" x="4400550" y="3822700"/>
          <p14:tracePt t="299796" x="4432300" y="3822700"/>
          <p14:tracePt t="299803" x="4451350" y="3822700"/>
          <p14:tracePt t="299817" x="4508500" y="3835400"/>
          <p14:tracePt t="299833" x="4565650" y="3835400"/>
          <p14:tracePt t="299851" x="4616450" y="3848100"/>
          <p14:tracePt t="299867" x="4679950" y="3854450"/>
          <p14:tracePt t="299883" x="4711700" y="3854450"/>
          <p14:tracePt t="299901" x="4743450" y="3867150"/>
          <p14:tracePt t="299916" x="4756150" y="3867150"/>
          <p14:tracePt t="299933" x="4775200" y="3873500"/>
          <p14:tracePt t="299951" x="4794250" y="3879850"/>
          <p14:tracePt t="299966" x="4806950" y="3886200"/>
          <p14:tracePt t="299983" x="4826000" y="3905250"/>
          <p14:tracePt t="300000" x="4876800" y="3956050"/>
          <p14:tracePt t="300016" x="4933950" y="4013200"/>
          <p14:tracePt t="300033" x="4978400" y="4064000"/>
          <p14:tracePt t="302342" x="4972050" y="4064000"/>
          <p14:tracePt t="302356" x="4965700" y="4064000"/>
          <p14:tracePt t="302363" x="4953000" y="4064000"/>
          <p14:tracePt t="302374" x="4946650" y="4064000"/>
          <p14:tracePt t="302392" x="4908550" y="4064000"/>
          <p14:tracePt t="302408" x="4876800" y="4064000"/>
          <p14:tracePt t="302426" x="4806950" y="4064000"/>
          <p14:tracePt t="302441" x="4749800" y="4064000"/>
          <p14:tracePt t="302457" x="4692650" y="4064000"/>
          <p14:tracePt t="302475" x="4641850" y="4064000"/>
          <p14:tracePt t="302491" x="4616450" y="4057650"/>
          <p14:tracePt t="302508" x="4597400" y="4051300"/>
          <p14:tracePt t="302525" x="4572000" y="4044950"/>
          <p14:tracePt t="302541" x="4552950" y="4044950"/>
          <p14:tracePt t="302557" x="4527550" y="4038600"/>
          <p14:tracePt t="302574" x="4483100" y="4013200"/>
          <p14:tracePt t="302591" x="4445000" y="4000500"/>
          <p14:tracePt t="302608" x="4394200" y="3994150"/>
          <p14:tracePt t="302625" x="4337050" y="3987800"/>
          <p14:tracePt t="302640" x="4273550" y="3975100"/>
          <p14:tracePt t="302658" x="4159250" y="3943350"/>
          <p14:tracePt t="302674" x="4089400" y="3924300"/>
          <p14:tracePt t="302690" x="4032250" y="3898900"/>
          <p14:tracePt t="302707" x="3905250" y="3867150"/>
          <p14:tracePt t="302724" x="3835400" y="3854450"/>
          <p14:tracePt t="302740" x="3771900" y="3835400"/>
          <p14:tracePt t="302757" x="3695700" y="3829050"/>
          <p14:tracePt t="302773" x="3625850" y="3829050"/>
          <p14:tracePt t="302790" x="3575050" y="3829050"/>
          <p14:tracePt t="306593" x="3530600" y="3822700"/>
          <p14:tracePt t="306599" x="3492500" y="3803650"/>
          <p14:tracePt t="306610" x="3448050" y="3784600"/>
          <p14:tracePt t="306628" x="3289300" y="3702050"/>
          <p14:tracePt t="306643" x="3187700" y="3651250"/>
          <p14:tracePt t="306660" x="3086100" y="3594100"/>
          <p14:tracePt t="306677" x="2940050" y="3498850"/>
          <p14:tracePt t="306693" x="2832100" y="3448050"/>
          <p14:tracePt t="306710" x="2762250" y="3397250"/>
          <p14:tracePt t="306727" x="2705100" y="3359150"/>
          <p14:tracePt t="306743" x="2679700" y="3340100"/>
          <p14:tracePt t="306760" x="2667000" y="3327400"/>
          <p14:tracePt t="306776" x="2641600" y="3321050"/>
          <p14:tracePt t="306793" x="2628900" y="3321050"/>
          <p14:tracePt t="306811" x="2590800" y="3314700"/>
          <p14:tracePt t="306826" x="2565400" y="3308350"/>
          <p14:tracePt t="306843" x="2552700" y="3302000"/>
          <p14:tracePt t="306860" x="2540000" y="3302000"/>
          <p14:tracePt t="306895" x="2533650" y="3302000"/>
          <p14:tracePt t="306923" x="2533650" y="3308350"/>
          <p14:tracePt t="306937" x="2533650" y="3314700"/>
          <p14:tracePt t="306945" x="2533650" y="3327400"/>
          <p14:tracePt t="306959" x="2533650" y="3340100"/>
          <p14:tracePt t="306976" x="2540000" y="3359150"/>
          <p14:tracePt t="306993" x="2546350" y="3384550"/>
          <p14:tracePt t="307008" x="2546350" y="3403600"/>
          <p14:tracePt t="307026" x="2552700" y="3416300"/>
          <p14:tracePt t="307043" x="2552700" y="3429000"/>
          <p14:tracePt t="307058" x="2559050" y="3435350"/>
          <p14:tracePt t="307075" x="2559050" y="3441700"/>
          <p14:tracePt t="307092" x="2559050" y="3448050"/>
          <p14:tracePt t="307108" x="2559050" y="3454400"/>
          <p14:tracePt t="307126" x="2559050" y="3460750"/>
          <p14:tracePt t="307141" x="2559050" y="3467100"/>
          <p14:tracePt t="307178" x="2552700" y="3473450"/>
          <p14:tracePt t="307246" x="2552700" y="3479800"/>
          <p14:tracePt t="307323" x="2552700" y="3486150"/>
          <p14:tracePt t="307359" x="2546350" y="3486150"/>
          <p14:tracePt t="307366" x="2540000" y="3486150"/>
          <p14:tracePt t="307380" x="2533650" y="3492500"/>
          <p14:tracePt t="307391" x="2527300" y="3492500"/>
          <p14:tracePt t="307408" x="2520950" y="3492500"/>
          <p14:tracePt t="307424" x="2501900" y="3492500"/>
          <p14:tracePt t="307441" x="2476500" y="3492500"/>
          <p14:tracePt t="307457" x="2425700" y="3492500"/>
          <p14:tracePt t="307474" x="2368550" y="3486150"/>
          <p14:tracePt t="307490" x="2298700" y="3486150"/>
          <p14:tracePt t="307507" x="2171700" y="3473450"/>
          <p14:tracePt t="307524" x="2051050" y="3479800"/>
          <p14:tracePt t="307542" x="1873250" y="3486150"/>
          <p14:tracePt t="307556" x="1752600" y="3498850"/>
          <p14:tracePt t="307573" x="1651000" y="3505200"/>
          <p14:tracePt t="307590" x="1504950" y="3511550"/>
          <p14:tracePt t="307607" x="1422400" y="3511550"/>
          <p14:tracePt t="307624" x="1371600" y="3505200"/>
          <p14:tracePt t="307640" x="1320800" y="3505200"/>
          <p14:tracePt t="307657" x="1301750" y="3505200"/>
          <p14:tracePt t="307674" x="1289050" y="3505200"/>
          <p14:tracePt t="307690" x="1276350" y="3505200"/>
          <p14:tracePt t="307816" x="1282700" y="3505200"/>
          <p14:tracePt t="307900" x="1289050" y="3498850"/>
          <p14:tracePt t="307956" x="1295400" y="3498850"/>
          <p14:tracePt t="307998" x="1301750" y="3498850"/>
          <p14:tracePt t="308019" x="1308100" y="3498850"/>
          <p14:tracePt t="308026" x="1314450" y="3498850"/>
          <p14:tracePt t="308047" x="1314450" y="3492500"/>
          <p14:tracePt t="308061" x="1320800" y="3492500"/>
          <p14:tracePt t="308072" x="1327150" y="3492500"/>
          <p14:tracePt t="308088" x="1339850" y="3492500"/>
          <p14:tracePt t="308105" x="1397000" y="3486150"/>
          <p14:tracePt t="308121" x="1517650" y="3479800"/>
          <p14:tracePt t="308139" x="1695450" y="3460750"/>
          <p14:tracePt t="308155" x="1797050" y="3448050"/>
          <p14:tracePt t="308171" x="1981200" y="3429000"/>
          <p14:tracePt t="308188" x="2133600" y="3416300"/>
          <p14:tracePt t="308204" x="2184400" y="3416300"/>
          <p14:tracePt t="308221" x="2222500" y="3416300"/>
          <p14:tracePt t="308238" x="2292350" y="3416300"/>
          <p14:tracePt t="308254" x="2305050" y="3416300"/>
          <p14:tracePt t="308272" x="2317750" y="3416300"/>
          <p14:tracePt t="308287" x="2324100" y="3416300"/>
          <p14:tracePt t="308511" x="2324100" y="3422650"/>
          <p14:tracePt t="308560" x="2317750" y="3429000"/>
          <p14:tracePt t="308581" x="2311400" y="3429000"/>
          <p14:tracePt t="308588" x="2311400" y="3435350"/>
          <p14:tracePt t="308602" x="2298700" y="3435350"/>
          <p14:tracePt t="308610" x="2286000" y="3435350"/>
          <p14:tracePt t="308623" x="2260600" y="3441700"/>
          <p14:tracePt t="308636" x="2222500" y="3441700"/>
          <p14:tracePt t="308653" x="2120900" y="3448050"/>
          <p14:tracePt t="308670" x="2044700" y="3448050"/>
          <p14:tracePt t="308687" x="1879600" y="3448050"/>
          <p14:tracePt t="308703" x="1714500" y="3448050"/>
          <p14:tracePt t="308719" x="1638300" y="3460750"/>
          <p14:tracePt t="308736" x="1504950" y="3460750"/>
          <p14:tracePt t="308753" x="1428750" y="3460750"/>
          <p14:tracePt t="308769" x="1403350" y="3467100"/>
          <p14:tracePt t="308786" x="1377950" y="3473450"/>
          <p14:tracePt t="308803" x="1371600" y="3479800"/>
          <p14:tracePt t="308836" x="1371600" y="3486150"/>
          <p14:tracePt t="308856" x="1377950" y="3486150"/>
          <p14:tracePt t="308872" x="1384300" y="3486150"/>
          <p14:tracePt t="308885" x="1390650" y="3486150"/>
          <p14:tracePt t="308902" x="1397000" y="3486150"/>
          <p14:tracePt t="308922" x="1403350" y="3486150"/>
          <p14:tracePt t="308954" x="1409700" y="3486150"/>
          <p14:tracePt t="308967" x="1416050" y="3486150"/>
          <p14:tracePt t="308975" x="1422400" y="3486150"/>
          <p14:tracePt t="308985" x="1428750" y="3486150"/>
          <p14:tracePt t="309001" x="1435100" y="3486150"/>
          <p14:tracePt t="309018" x="1466850" y="3492500"/>
          <p14:tracePt t="309035" x="1536700" y="3505200"/>
          <p14:tracePt t="309053" x="1644650" y="3524250"/>
          <p14:tracePt t="309068" x="1708150" y="3524250"/>
          <p14:tracePt t="309085" x="1809750" y="3543300"/>
          <p14:tracePt t="309102" x="1892300" y="3549650"/>
          <p14:tracePt t="309118" x="1924050" y="3549650"/>
          <p14:tracePt t="309134" x="1943100" y="3556000"/>
          <p14:tracePt t="309151" x="1974850" y="3556000"/>
          <p14:tracePt t="309214" x="1981200" y="3556000"/>
          <p14:tracePt t="310288" x="2000250" y="3556000"/>
          <p14:tracePt t="310295" x="2019300" y="3556000"/>
          <p14:tracePt t="310309" x="2044700" y="3556000"/>
          <p14:tracePt t="310317" x="2070100" y="3556000"/>
          <p14:tracePt t="310333" x="2089150" y="3562350"/>
          <p14:tracePt t="310347" x="2120900" y="3562350"/>
          <p14:tracePt t="310364" x="2171700" y="3575050"/>
          <p14:tracePt t="310380" x="2209800" y="3575050"/>
          <p14:tracePt t="310397" x="2228850" y="3575050"/>
          <p14:tracePt t="310414" x="2273300" y="3568700"/>
          <p14:tracePt t="310431" x="2324100" y="3575050"/>
          <p14:tracePt t="310447" x="2349500" y="3575050"/>
          <p14:tracePt t="310464" x="2393950" y="3575050"/>
          <p14:tracePt t="310480" x="2425700" y="3575050"/>
          <p14:tracePt t="310497" x="2438400" y="3581400"/>
          <p14:tracePt t="310514" x="2463800" y="3594100"/>
          <p14:tracePt t="310530" x="2482850" y="3600450"/>
          <p14:tracePt t="310548" x="2489200" y="3600450"/>
          <p14:tracePt t="310563" x="2495550" y="3600450"/>
          <p14:tracePt t="310580" x="2501900" y="3606800"/>
          <p14:tracePt t="310597" x="2508250" y="3606800"/>
          <p14:tracePt t="310613" x="2514600" y="3613150"/>
          <p14:tracePt t="310630" x="2520950" y="3613150"/>
          <p14:tracePt t="310647" x="2527300" y="3619500"/>
          <p14:tracePt t="310679" x="2533650" y="3619500"/>
          <p14:tracePt t="310696" x="2540000" y="3619500"/>
          <p14:tracePt t="310712" x="2546350" y="3619500"/>
          <p14:tracePt t="310730" x="2559050" y="3619500"/>
          <p14:tracePt t="310762" x="2571750" y="3619500"/>
          <p14:tracePt t="310780" x="2603500" y="3619500"/>
          <p14:tracePt t="310796" x="2628900" y="3619500"/>
          <p14:tracePt t="310812" x="2692400" y="3619500"/>
          <p14:tracePt t="310829" x="2787650" y="3625850"/>
          <p14:tracePt t="310846" x="2838450" y="3625850"/>
          <p14:tracePt t="310863" x="2952750" y="3638550"/>
          <p14:tracePt t="310879" x="3048000" y="3638550"/>
          <p14:tracePt t="310895" x="3098800" y="3638550"/>
          <p14:tracePt t="310912" x="3181350" y="3625850"/>
          <p14:tracePt t="310928" x="3225800" y="3619500"/>
          <p14:tracePt t="310945" x="3251200" y="3619500"/>
          <p14:tracePt t="310963" x="3289300" y="3606800"/>
          <p14:tracePt t="310978" x="3302000" y="3606800"/>
          <p14:tracePt t="310995" x="3346450" y="3594100"/>
          <p14:tracePt t="311012" x="3378200" y="3581400"/>
          <p14:tracePt t="311028" x="3397250" y="3575050"/>
          <p14:tracePt t="311045" x="3429000" y="3575050"/>
          <p14:tracePt t="311062" x="3467100" y="3575050"/>
          <p14:tracePt t="311078" x="3479800" y="3575050"/>
          <p14:tracePt t="311095" x="3492500" y="3575050"/>
          <p14:tracePt t="311111" x="3511550" y="3575050"/>
          <p14:tracePt t="311145" x="3530600" y="3568700"/>
          <p14:tracePt t="311181" x="3536950" y="3568700"/>
          <p14:tracePt t="311197" x="3543300" y="3562350"/>
          <p14:tracePt t="311210" x="3549650" y="3556000"/>
          <p14:tracePt t="311227" x="3556000" y="3556000"/>
          <p14:tracePt t="312385" x="3600450" y="3562350"/>
          <p14:tracePt t="312392" x="3670300" y="3594100"/>
          <p14:tracePt t="312409" x="3733800" y="3613150"/>
          <p14:tracePt t="312423" x="3816350" y="3651250"/>
          <p14:tracePt t="312440" x="3956050" y="3733800"/>
          <p14:tracePt t="312457" x="4076700" y="3810000"/>
          <p14:tracePt t="312473" x="4171950" y="3860800"/>
          <p14:tracePt t="312490" x="4362450" y="3956050"/>
          <p14:tracePt t="312506" x="4559300" y="4038600"/>
          <p14:tracePt t="312523" x="4635500" y="4070350"/>
          <p14:tracePt t="312540" x="4768850" y="4108450"/>
          <p14:tracePt t="312556" x="4876800" y="4121150"/>
          <p14:tracePt t="312573" x="4914900" y="4121150"/>
          <p14:tracePt t="312589" x="4991100" y="4114800"/>
          <p14:tracePt t="312606" x="5048250" y="4108450"/>
          <p14:tracePt t="312623" x="5067300" y="4102100"/>
          <p14:tracePt t="312639" x="5118100" y="4095750"/>
          <p14:tracePt t="312656" x="5137150" y="4089400"/>
          <p14:tracePt t="312673" x="5207000" y="4095750"/>
          <p14:tracePt t="314172" x="5175250" y="4095750"/>
          <p14:tracePt t="314179" x="5130800" y="4114800"/>
          <p14:tracePt t="314194" x="5092700" y="4121150"/>
          <p14:tracePt t="314204" x="5041900" y="4121150"/>
          <p14:tracePt t="314217" x="4984750" y="4127500"/>
          <p14:tracePt t="314234" x="4819650" y="4146550"/>
          <p14:tracePt t="314250" x="4591050" y="4178300"/>
          <p14:tracePt t="314267" x="4476750" y="4203700"/>
          <p14:tracePt t="314284" x="4356100" y="4210050"/>
          <p14:tracePt t="314300" x="4038600" y="4286250"/>
          <p14:tracePt t="314317" x="3905250" y="4318000"/>
          <p14:tracePt t="314335" x="3702050" y="4349750"/>
          <p14:tracePt t="314350" x="3600450" y="4381500"/>
          <p14:tracePt t="314366" x="3429000" y="4419600"/>
          <p14:tracePt t="314384" x="3270250" y="4438650"/>
          <p14:tracePt t="314400" x="3206750" y="4445000"/>
          <p14:tracePt t="314417" x="3073400" y="4432300"/>
          <p14:tracePt t="314433" x="2959100" y="4425950"/>
          <p14:tracePt t="314450" x="2908300" y="4425950"/>
          <p14:tracePt t="314454" x="2851150" y="4419600"/>
          <p14:tracePt t="314467" x="2800350" y="4419600"/>
          <p14:tracePt t="314483" x="2679700" y="4400550"/>
          <p14:tracePt t="314499" x="2628900" y="4381500"/>
          <p14:tracePt t="314517" x="2508250" y="4343400"/>
          <p14:tracePt t="314532" x="2406650" y="4318000"/>
          <p14:tracePt t="314549" x="2368550" y="4305300"/>
          <p14:tracePt t="314566" x="2298700" y="4305300"/>
          <p14:tracePt t="314582" x="2241550" y="4298950"/>
          <p14:tracePt t="314599" x="2216150" y="4298950"/>
          <p14:tracePt t="314616" x="2146300" y="4292600"/>
          <p14:tracePt t="314632" x="2114550" y="4286250"/>
          <p14:tracePt t="314651" x="2019300" y="4286250"/>
          <p14:tracePt t="314666" x="2000250" y="4286250"/>
          <p14:tracePt t="314682" x="1974850" y="4286250"/>
          <p14:tracePt t="314699" x="1924050" y="4286250"/>
          <p14:tracePt t="314716" x="1892300" y="4286250"/>
          <p14:tracePt t="314732" x="1879600" y="4286250"/>
          <p14:tracePt t="314749" x="1860550" y="4292600"/>
          <p14:tracePt t="314765" x="1854200" y="4298950"/>
          <p14:tracePt t="314798" x="1847850" y="4305300"/>
          <p14:tracePt t="314854" x="1847850" y="4311650"/>
          <p14:tracePt t="314861" x="1847850" y="4318000"/>
          <p14:tracePt t="318159" x="1866900" y="4318000"/>
          <p14:tracePt t="318166" x="1885950" y="4311650"/>
          <p14:tracePt t="318173" x="1917700" y="4311650"/>
          <p14:tracePt t="318190" x="1943100" y="4311650"/>
          <p14:tracePt t="318203" x="1981200" y="4311650"/>
          <p14:tracePt t="318220" x="2082800" y="4311650"/>
          <p14:tracePt t="318237" x="2203450" y="4311650"/>
          <p14:tracePt t="318253" x="2279650" y="4318000"/>
          <p14:tracePt t="318270" x="2444750" y="4318000"/>
          <p14:tracePt t="318287" x="2635250" y="4318000"/>
          <p14:tracePt t="318303" x="2762250" y="4318000"/>
          <p14:tracePt t="318320" x="3016250" y="4349750"/>
          <p14:tracePt t="318336" x="3282950" y="4362450"/>
          <p14:tracePt t="318353" x="3416300" y="4362450"/>
          <p14:tracePt t="318370" x="3695700" y="4381500"/>
          <p14:tracePt t="318386" x="3949700" y="4387850"/>
          <p14:tracePt t="318403" x="4076700" y="4368800"/>
          <p14:tracePt t="318419" x="4330700" y="4324350"/>
          <p14:tracePt t="318436" x="4540250" y="4292600"/>
          <p14:tracePt t="318452" x="4616450" y="4273550"/>
          <p14:tracePt t="318469" x="4724400" y="4254500"/>
          <p14:tracePt t="318486" x="4762500" y="4254500"/>
          <p14:tracePt t="318503" x="4819650" y="4248150"/>
          <p14:tracePt t="318519" x="4883150" y="4235450"/>
          <p14:tracePt t="318536" x="4921250" y="4235450"/>
          <p14:tracePt t="318552" x="4991100" y="4229100"/>
          <p14:tracePt t="318569" x="5048250" y="4229100"/>
          <p14:tracePt t="318586" x="5067300" y="4222750"/>
          <p14:tracePt t="318602" x="5118100" y="4222750"/>
          <p14:tracePt t="318619" x="5162550" y="4203700"/>
          <p14:tracePt t="318635" x="5175250" y="4203700"/>
          <p14:tracePt t="318652" x="5213350" y="4197350"/>
          <p14:tracePt t="318668" x="5238750" y="4191000"/>
          <p14:tracePt t="318686" x="5264150" y="4184650"/>
          <p14:tracePt t="318701" x="5276850" y="4184650"/>
          <p14:tracePt t="318718" x="5289550" y="4184650"/>
          <p14:tracePt t="318735" x="5314950" y="4184650"/>
          <p14:tracePt t="318751" x="5321300" y="4184650"/>
          <p14:tracePt t="318768" x="5334000" y="4184650"/>
          <p14:tracePt t="318785" x="5359400" y="4184650"/>
          <p14:tracePt t="318801" x="5384800" y="4184650"/>
          <p14:tracePt t="318818" x="5403850" y="4184650"/>
          <p14:tracePt t="318835" x="5435600" y="4184650"/>
          <p14:tracePt t="318851" x="5480050" y="4184650"/>
          <p14:tracePt t="318868" x="5537200" y="4184650"/>
          <p14:tracePt t="319271" x="5518150" y="4184650"/>
          <p14:tracePt t="319278" x="5473700" y="4184650"/>
          <p14:tracePt t="319292" x="5422900" y="4184650"/>
          <p14:tracePt t="319302" x="5359400" y="4184650"/>
          <p14:tracePt t="319316" x="5295900" y="4184650"/>
          <p14:tracePt t="319333" x="5162550" y="4184650"/>
          <p14:tracePt t="319349" x="5035550" y="4165600"/>
          <p14:tracePt t="319366" x="4953000" y="4159250"/>
          <p14:tracePt t="319383" x="4762500" y="4127500"/>
          <p14:tracePt t="319399" x="4559300" y="4114800"/>
          <p14:tracePt t="319416" x="4457700" y="4114800"/>
          <p14:tracePt t="319433" x="4368800" y="4114800"/>
          <p14:tracePt t="319449" x="4229100" y="4121150"/>
          <p14:tracePt t="319466" x="4108450" y="4114800"/>
          <p14:tracePt t="319483" x="4019550" y="4114800"/>
          <p14:tracePt t="319499" x="3987800" y="4114800"/>
          <p14:tracePt t="319502" x="3968750" y="4114800"/>
          <p14:tracePt t="319515" x="3956050" y="4114800"/>
          <p14:tracePt t="319532" x="3937000" y="4114800"/>
          <p14:tracePt t="319567" x="3930650" y="4114800"/>
          <p14:tracePt t="319651" x="3924300" y="4114800"/>
          <p14:tracePt t="319672" x="3917950" y="4114800"/>
          <p14:tracePt t="319700" x="3911600" y="4108450"/>
          <p14:tracePt t="319735" x="3905250" y="4108450"/>
          <p14:tracePt t="319763" x="3898900" y="4108450"/>
          <p14:tracePt t="319813" x="3898900" y="4114800"/>
          <p14:tracePt t="319819" x="3905250" y="4114800"/>
          <p14:tracePt t="319841" x="3911600" y="4114800"/>
          <p14:tracePt t="319855" x="3917950" y="4114800"/>
          <p14:tracePt t="319864" x="3924300" y="4121150"/>
          <p14:tracePt t="319881" x="3930650" y="4121150"/>
          <p14:tracePt t="319898" x="3943350" y="4121150"/>
          <p14:tracePt t="319914" x="3987800" y="4121150"/>
          <p14:tracePt t="319932" x="4064000" y="4121150"/>
          <p14:tracePt t="319947" x="4127500" y="4121150"/>
          <p14:tracePt t="319964" x="4318000" y="4121150"/>
          <p14:tracePt t="319981" x="4546600" y="4121150"/>
          <p14:tracePt t="319998" x="4673600" y="4121150"/>
          <p14:tracePt t="320001" x="4781550" y="4121150"/>
          <p14:tracePt t="320017" x="4889500" y="4108450"/>
          <p14:tracePt t="320031" x="5067300" y="4108450"/>
          <p14:tracePt t="320047" x="5130800" y="4108450"/>
          <p14:tracePt t="320064" x="5181600" y="4108450"/>
          <p14:tracePt t="320080" x="5257800" y="4108450"/>
          <p14:tracePt t="320097" x="5302250" y="4108450"/>
          <p14:tracePt t="320114" x="5308600" y="4108450"/>
          <p14:tracePt t="320130" x="5321300" y="4108450"/>
          <p14:tracePt t="320166" x="5327650" y="4108450"/>
          <p14:tracePt t="320180" x="5334000" y="4108450"/>
          <p14:tracePt t="320197" x="5340350" y="4108450"/>
          <p14:tracePt t="320213" x="5353050" y="4114800"/>
          <p14:tracePt t="320230" x="5365750" y="4114800"/>
          <p14:tracePt t="320246" x="5378450" y="4121150"/>
          <p14:tracePt t="320263" x="5410200" y="4121150"/>
          <p14:tracePt t="320280" x="5435600" y="4127500"/>
          <p14:tracePt t="320298" x="5473700" y="4127500"/>
          <p14:tracePt t="320313" x="5543550" y="4133850"/>
          <p14:tracePt t="320329" x="5581650" y="4133850"/>
          <p14:tracePt t="320346" x="5619750" y="4133850"/>
          <p14:tracePt t="320362" x="5695950" y="4133850"/>
          <p14:tracePt t="320379" x="5765800" y="4133850"/>
          <p14:tracePt t="320396" x="5854700" y="4133850"/>
          <p14:tracePt t="320412" x="5886450" y="4140200"/>
          <p14:tracePt t="320430" x="5949950" y="4140200"/>
          <p14:tracePt t="320446" x="6000750" y="4146550"/>
          <p14:tracePt t="320462" x="6019800" y="4146550"/>
          <p14:tracePt t="320479" x="6045200" y="4152900"/>
          <p14:tracePt t="320496" x="6070600" y="4159250"/>
          <p14:tracePt t="320512" x="6076950" y="4159250"/>
          <p14:tracePt t="320529" x="6083300" y="4159250"/>
          <p14:tracePt t="320545" x="6096000" y="4159250"/>
          <p14:tracePt t="320586" x="6102350" y="4159250"/>
          <p14:tracePt t="320613" x="6108700" y="4159250"/>
          <p14:tracePt t="320656" x="6115050" y="4159250"/>
          <p14:tracePt t="320684" x="6121400" y="4159250"/>
          <p14:tracePt t="321088" x="6108700" y="4159250"/>
          <p14:tracePt t="321095" x="6070600" y="4165600"/>
          <p14:tracePt t="321108" x="6038850" y="4165600"/>
          <p14:tracePt t="321116" x="6000750" y="4171950"/>
          <p14:tracePt t="321130" x="5949950" y="4184650"/>
          <p14:tracePt t="321144" x="5880100" y="4191000"/>
          <p14:tracePt t="321160" x="5753100" y="4191000"/>
          <p14:tracePt t="321177" x="5664200" y="4191000"/>
          <p14:tracePt t="321193" x="5511800" y="4191000"/>
          <p14:tracePt t="321210" x="5359400" y="4178300"/>
          <p14:tracePt t="321226" x="5283200" y="4178300"/>
          <p14:tracePt t="321243" x="5137150" y="4159250"/>
          <p14:tracePt t="321260" x="5010150" y="4152900"/>
          <p14:tracePt t="321277" x="4927600" y="4133850"/>
          <p14:tracePt t="321292" x="4902200" y="4127500"/>
          <p14:tracePt t="321309" x="4870450" y="4127500"/>
          <p14:tracePt t="321326" x="4838700" y="4133850"/>
          <p14:tracePt t="321342" x="4826000" y="4140200"/>
          <p14:tracePt t="321359" x="4813300" y="4146550"/>
          <p14:tracePt t="321376" x="4775200" y="4159250"/>
          <p14:tracePt t="321392" x="4768850" y="4159250"/>
          <p14:tracePt t="321409" x="4762500" y="4159250"/>
          <p14:tracePt t="321426" x="4743450" y="4159250"/>
          <p14:tracePt t="321459" x="4737100" y="4159250"/>
          <p14:tracePt t="321475" x="4724400" y="4165600"/>
          <p14:tracePt t="321492" x="4705350" y="4171950"/>
          <p14:tracePt t="321509" x="4686300" y="4171950"/>
          <p14:tracePt t="321528" x="4673600" y="4178300"/>
          <p14:tracePt t="321542" x="4648200" y="4184650"/>
          <p14:tracePt t="321559" x="4597400" y="4191000"/>
          <p14:tracePt t="321575" x="4565650" y="4191000"/>
          <p14:tracePt t="321592" x="4502150" y="4191000"/>
          <p14:tracePt t="321608" x="4432300" y="4197350"/>
          <p14:tracePt t="321625" x="4381500" y="4197350"/>
          <p14:tracePt t="321643" x="4324350" y="4203700"/>
          <p14:tracePt t="321658" x="4267200" y="4216400"/>
          <p14:tracePt t="321675" x="4248150" y="4222750"/>
          <p14:tracePt t="321692" x="4197350" y="4222750"/>
          <p14:tracePt t="321708" x="4178300" y="4222750"/>
          <p14:tracePt t="321725" x="4152900" y="4229100"/>
          <p14:tracePt t="321741" x="4121150" y="4235450"/>
          <p14:tracePt t="321758" x="4108450" y="4235450"/>
          <p14:tracePt t="321774" x="4089400" y="4241800"/>
          <p14:tracePt t="321791" x="4076700" y="4241800"/>
          <p14:tracePt t="321807" x="4070350" y="4241800"/>
          <p14:tracePt t="321825" x="4064000" y="4241800"/>
          <p14:tracePt t="321931" x="4070350" y="4241800"/>
          <p14:tracePt t="321938" x="4076700" y="4241800"/>
          <p14:tracePt t="321952" x="4083050" y="4241800"/>
          <p14:tracePt t="321960" x="4089400" y="4241800"/>
          <p14:tracePt t="321980" x="4095750" y="4241800"/>
          <p14:tracePt t="322009" x="4102100" y="4241800"/>
          <p14:tracePt t="322022" x="4108450" y="4241800"/>
          <p14:tracePt t="322029" x="4114800" y="4241800"/>
          <p14:tracePt t="322043" x="4121150" y="4241800"/>
          <p14:tracePt t="322057" x="4127500" y="4241800"/>
          <p14:tracePt t="322073" x="4152900" y="4241800"/>
          <p14:tracePt t="322090" x="4159250" y="4241800"/>
          <p14:tracePt t="322106" x="4197350" y="4241800"/>
          <p14:tracePt t="322123" x="4241800" y="4229100"/>
          <p14:tracePt t="322140" x="4267200" y="4222750"/>
          <p14:tracePt t="322156" x="4318000" y="4216400"/>
          <p14:tracePt t="322173" x="4362450" y="4216400"/>
          <p14:tracePt t="322191" x="4438650" y="4216400"/>
          <p14:tracePt t="322206" x="4470400" y="4216400"/>
          <p14:tracePt t="322223" x="4527550" y="4210050"/>
          <p14:tracePt t="322240" x="4546600" y="4210050"/>
          <p14:tracePt t="322256" x="4578350" y="4210050"/>
          <p14:tracePt t="322273" x="4584700" y="4210050"/>
          <p14:tracePt t="322289" x="4591050" y="4210050"/>
          <p14:tracePt t="322310" x="4584700" y="4210050"/>
          <p14:tracePt t="322325" x="4578350" y="4210050"/>
          <p14:tracePt t="322339" x="4552950" y="4210050"/>
          <p14:tracePt t="322356" x="4502150" y="4197350"/>
          <p14:tracePt t="322374" x="4413250" y="4197350"/>
          <p14:tracePt t="322388" x="4349750" y="4184650"/>
          <p14:tracePt t="322405" x="4184650" y="4178300"/>
          <p14:tracePt t="322423" x="3956050" y="4152900"/>
          <p14:tracePt t="322439" x="3835400" y="4133850"/>
          <p14:tracePt t="322455" x="3619500" y="4102100"/>
          <p14:tracePt t="322472" x="3409950" y="4038600"/>
          <p14:tracePt t="322488" x="3295650" y="4006850"/>
          <p14:tracePt t="322506" x="3098800" y="3937000"/>
          <p14:tracePt t="322522" x="2927350" y="3873500"/>
          <p14:tracePt t="322538" x="2844800" y="3848100"/>
          <p14:tracePt t="322542" x="2768600" y="3829050"/>
          <p14:tracePt t="322558" x="2686050" y="3797300"/>
          <p14:tracePt t="322571" x="2540000" y="3746500"/>
          <p14:tracePt t="322588" x="2476500" y="3740150"/>
          <p14:tracePt t="322605" x="2362200" y="3702050"/>
          <p14:tracePt t="322621" x="2279650" y="3683000"/>
          <p14:tracePt t="322638" x="2254250" y="3676650"/>
          <p14:tracePt t="322655" x="2203450" y="3663950"/>
          <p14:tracePt t="322671" x="2184400" y="3657600"/>
          <p14:tracePt t="322688" x="2133600" y="3638550"/>
          <p14:tracePt t="322704" x="2089150" y="3632200"/>
          <p14:tracePt t="322721" x="2076450" y="3632200"/>
          <p14:tracePt t="322738" x="2044700" y="3625850"/>
          <p14:tracePt t="322754" x="2012950" y="3625850"/>
          <p14:tracePt t="322771" x="2006600" y="3625850"/>
          <p14:tracePt t="322788" x="1987550" y="3638550"/>
          <p14:tracePt t="322804" x="1974850" y="3644900"/>
          <p14:tracePt t="322837" x="1955800" y="3651250"/>
          <p14:tracePt t="322854" x="1930400" y="3663950"/>
          <p14:tracePt t="322871" x="1911350" y="3663950"/>
          <p14:tracePt t="322888" x="1866900" y="3670300"/>
          <p14:tracePt t="322904" x="1841500" y="3676650"/>
          <p14:tracePt t="322922" x="1733550" y="3683000"/>
          <p14:tracePt t="322937" x="1695450" y="3683000"/>
          <p14:tracePt t="322954" x="1651000" y="3695700"/>
          <p14:tracePt t="322971" x="1562100" y="3702050"/>
          <p14:tracePt t="322987" x="1479550" y="3702050"/>
          <p14:tracePt t="323004" x="1416050" y="3702050"/>
          <p14:tracePt t="323020" x="1333500" y="3695700"/>
          <p14:tracePt t="323037" x="1250950" y="3676650"/>
          <p14:tracePt t="323053" x="1219200" y="3670300"/>
          <p14:tracePt t="323057" x="1200150" y="3670300"/>
          <p14:tracePt t="323070" x="1181100" y="3657600"/>
          <p14:tracePt t="323087" x="1149350" y="3638550"/>
          <p14:tracePt t="323105" x="1117600" y="3625850"/>
          <p14:tracePt t="323136" x="1104900" y="3619500"/>
          <p14:tracePt t="323153" x="1092200" y="3606800"/>
          <p14:tracePt t="323169" x="1092200" y="3600450"/>
          <p14:tracePt t="323203" x="1085850" y="3594100"/>
          <p14:tracePt t="323736" x="1079500" y="3594100"/>
          <p14:tracePt t="323749" x="1073150" y="3594100"/>
          <p14:tracePt t="323771" x="1066800" y="3594100"/>
          <p14:tracePt t="323806" x="1060450" y="3594100"/>
          <p14:tracePt t="323827" x="1054100" y="3594100"/>
          <p14:tracePt t="323898" x="1047750" y="3594100"/>
          <p14:tracePt t="323947" x="1041400" y="3594100"/>
          <p14:tracePt t="323968" x="1035050" y="3594100"/>
          <p14:tracePt t="324031" x="1035050" y="3600450"/>
          <p14:tracePt t="324066" x="1028700" y="3600450"/>
          <p14:tracePt t="324101" x="1022350" y="3606800"/>
          <p14:tracePt t="324130" x="1016000" y="3613150"/>
          <p14:tracePt t="324136" x="1009650" y="3613150"/>
          <p14:tracePt t="324172" x="1003300" y="3613150"/>
          <p14:tracePt t="324200" x="996950" y="3613150"/>
          <p14:tracePt t="324228" x="996950" y="3619500"/>
          <p14:tracePt t="324250" x="990600" y="3619500"/>
          <p14:tracePt t="324270" x="977900" y="3625850"/>
          <p14:tracePt t="324298" x="971550" y="3625850"/>
          <p14:tracePt t="324311" x="965200" y="3632200"/>
          <p14:tracePt t="324319" x="958850" y="3632200"/>
          <p14:tracePt t="324335" x="952500" y="3632200"/>
          <p14:tracePt t="324349" x="927100" y="3638550"/>
          <p14:tracePt t="324366" x="895350" y="3644900"/>
          <p14:tracePt t="324382" x="876300" y="3651250"/>
          <p14:tracePt t="324398" x="819150" y="3663950"/>
          <p14:tracePt t="324415" x="749300" y="3670300"/>
          <p14:tracePt t="324432" x="685800" y="3683000"/>
          <p14:tracePt t="324449" x="660400" y="3683000"/>
          <p14:tracePt t="324465" x="615950" y="3695700"/>
          <p14:tracePt t="324482" x="577850" y="3708400"/>
          <p14:tracePt t="324498" x="565150" y="3708400"/>
          <p14:tracePt t="324515" x="539750" y="3714750"/>
          <p14:tracePt t="324531" x="520700" y="3721100"/>
          <p14:tracePt t="324548" x="514350" y="3721100"/>
          <p14:tracePt t="324566" x="495300" y="3727450"/>
          <p14:tracePt t="324581" x="488950" y="3733800"/>
          <p14:tracePt t="324598" x="476250" y="3740150"/>
          <p14:tracePt t="324615" x="457200" y="3746500"/>
          <p14:tracePt t="324631" x="444500" y="3746500"/>
          <p14:tracePt t="324648" x="444500" y="3752850"/>
          <p14:tracePt t="324665" x="431800" y="3759200"/>
          <p14:tracePt t="324681" x="425450" y="3759200"/>
          <p14:tracePt t="324698" x="412750" y="3759200"/>
          <p14:tracePt t="324714" x="406400" y="3765550"/>
          <p14:tracePt t="324762" x="400050" y="3771900"/>
          <p14:tracePt t="324769" x="393700" y="3771900"/>
          <p14:tracePt t="324811" x="387350" y="3771900"/>
          <p14:tracePt t="324832" x="381000" y="3771900"/>
          <p14:tracePt t="324875" x="374650" y="3771900"/>
          <p14:tracePt t="324903" x="368300" y="3778250"/>
          <p14:tracePt t="324931" x="368300" y="3784600"/>
          <p14:tracePt t="324952" x="361950" y="3784600"/>
          <p14:tracePt t="324980" x="355600" y="3790950"/>
          <p14:tracePt t="325036" x="355600" y="3797300"/>
          <p14:tracePt t="325121" x="349250" y="3797300"/>
          <p14:tracePt t="325795" x="355600" y="3797300"/>
          <p14:tracePt t="325809" x="361950" y="3797300"/>
          <p14:tracePt t="325823" x="368300" y="3797300"/>
          <p14:tracePt t="325837" x="374650" y="3797300"/>
          <p14:tracePt t="325847" x="381000" y="3797300"/>
          <p14:tracePt t="325860" x="387350" y="3797300"/>
          <p14:tracePt t="325877" x="400050" y="3797300"/>
          <p14:tracePt t="325894" x="476250" y="3797300"/>
          <p14:tracePt t="325910" x="520700" y="3784600"/>
          <p14:tracePt t="325927" x="558800" y="3784600"/>
          <p14:tracePt t="325943" x="679450" y="3759200"/>
          <p14:tracePt t="325960" x="793750" y="3740150"/>
          <p14:tracePt t="325978" x="901700" y="3733800"/>
          <p14:tracePt t="325993" x="952500" y="3721100"/>
          <p14:tracePt t="326009" x="1073150" y="3702050"/>
          <p14:tracePt t="326028" x="1168400" y="3695700"/>
          <p14:tracePt t="326043" x="1219200" y="3689350"/>
          <p14:tracePt t="326060" x="1301750" y="3689350"/>
          <p14:tracePt t="326077" x="1377950" y="3676650"/>
          <p14:tracePt t="326093" x="1422400" y="3683000"/>
          <p14:tracePt t="326109" x="1479550" y="3695700"/>
          <p14:tracePt t="326126" x="1517650" y="3702050"/>
          <p14:tracePt t="326143" x="1530350" y="3702050"/>
          <p14:tracePt t="326161" x="1555750" y="3702050"/>
          <p14:tracePt t="326176" x="1568450" y="3702050"/>
          <p14:tracePt t="326192" x="1574800" y="3702050"/>
          <p14:tracePt t="326225" x="1581150" y="3702050"/>
          <p14:tracePt t="326399" x="1574800" y="3702050"/>
          <p14:tracePt t="327018" x="1612900" y="3702050"/>
          <p14:tracePt t="327032" x="1689100" y="3702050"/>
          <p14:tracePt t="327040" x="1765300" y="3714750"/>
          <p14:tracePt t="327056" x="1854200" y="3721100"/>
          <p14:tracePt t="327073" x="2070100" y="3746500"/>
          <p14:tracePt t="327089" x="2286000" y="3765550"/>
          <p14:tracePt t="327106" x="2400300" y="3765550"/>
          <p14:tracePt t="327110" x="2527300" y="3771900"/>
          <p14:tracePt t="327125" x="2654300" y="3784600"/>
          <p14:tracePt t="327139" x="2774950" y="3829050"/>
          <p14:tracePt t="327155" x="2990850" y="3867150"/>
          <p14:tracePt t="327173" x="3187700" y="3930650"/>
          <p14:tracePt t="327189" x="3276600" y="3962400"/>
          <p14:tracePt t="327206" x="3416300" y="4013200"/>
          <p14:tracePt t="327222" x="3536950" y="4038600"/>
          <p14:tracePt t="327239" x="3575050" y="4057650"/>
          <p14:tracePt t="327255" x="3676650" y="4083050"/>
          <p14:tracePt t="327272" x="3746500" y="4095750"/>
          <p14:tracePt t="327288" x="3790950" y="4114800"/>
          <p14:tracePt t="327306" x="3854450" y="4114800"/>
          <p14:tracePt t="327322" x="3937000" y="4121150"/>
          <p14:tracePt t="327339" x="3975100" y="4121150"/>
          <p14:tracePt t="327355" x="4070350" y="4133850"/>
          <p14:tracePt t="327372" x="4146550" y="4127500"/>
          <p14:tracePt t="327388" x="4184650" y="4127500"/>
          <p14:tracePt t="327405" x="4235450" y="4127500"/>
          <p14:tracePt t="327422" x="4267200" y="4127500"/>
          <p14:tracePt t="327439" x="4311650" y="4121150"/>
          <p14:tracePt t="327455" x="4356100" y="4121150"/>
          <p14:tracePt t="327471" x="4375150" y="4114800"/>
          <p14:tracePt t="327488" x="4400550" y="4114800"/>
          <p14:tracePt t="327505" x="4425950" y="4114800"/>
          <p14:tracePt t="327521" x="4432300" y="4114800"/>
          <p14:tracePt t="327538" x="4445000" y="4114800"/>
          <p14:tracePt t="327555" x="4464050" y="4114800"/>
          <p14:tracePt t="327571" x="4470400" y="4114800"/>
          <p14:tracePt t="327587" x="4483100" y="4114800"/>
          <p14:tracePt t="327604" x="4489450" y="4114800"/>
          <p14:tracePt t="327624" x="4495800" y="4114800"/>
          <p14:tracePt t="327643" x="4502150" y="4114800"/>
          <p14:tracePt t="327654" x="4508500" y="4114800"/>
          <p14:tracePt t="327672" x="4521200" y="4114800"/>
          <p14:tracePt t="328317" x="4527550" y="4114800"/>
          <p14:tracePt t="328324" x="4540250" y="4114800"/>
          <p14:tracePt t="328338" x="4565650" y="4114800"/>
          <p14:tracePt t="328352" x="4572000" y="4114800"/>
          <p14:tracePt t="328368" x="4616450" y="4121150"/>
          <p14:tracePt t="328385" x="4648200" y="4127500"/>
          <p14:tracePt t="328401" x="4718050" y="4146550"/>
          <p14:tracePt t="328418" x="4762500" y="4152900"/>
          <p14:tracePt t="328435" x="4787900" y="4152900"/>
          <p14:tracePt t="328451" x="4845050" y="4159250"/>
          <p14:tracePt t="328468" x="4902200" y="4165600"/>
          <p14:tracePt t="328486" x="4959350" y="4171950"/>
          <p14:tracePt t="328501" x="4984750" y="4171950"/>
          <p14:tracePt t="328517" x="5035550" y="4171950"/>
          <p14:tracePt t="328535" x="5086350" y="4178300"/>
          <p14:tracePt t="328551" x="5105400" y="4184650"/>
          <p14:tracePt t="328568" x="5137150" y="4197350"/>
          <p14:tracePt t="328585" x="5219700" y="4197350"/>
          <p14:tracePt t="328601" x="5251450" y="4203700"/>
          <p14:tracePt t="328617" x="5283200" y="4210050"/>
          <p14:tracePt t="328634" x="5327650" y="4216400"/>
          <p14:tracePt t="328651" x="5378450" y="4216400"/>
          <p14:tracePt t="328668" x="5410200" y="4216400"/>
          <p14:tracePt t="328684" x="5422900" y="4216400"/>
          <p14:tracePt t="328700" x="5441950" y="4216400"/>
          <p14:tracePt t="328718" x="5448300" y="4216400"/>
          <p14:tracePt t="328733" x="5454650" y="4216400"/>
          <p14:tracePt t="328750" x="5461000" y="4222750"/>
          <p14:tracePt t="328767" x="5473700" y="4222750"/>
          <p14:tracePt t="328800" x="5486400" y="4222750"/>
          <p14:tracePt t="328817" x="5492750" y="4222750"/>
          <p14:tracePt t="328833" x="5505450" y="4222750"/>
          <p14:tracePt t="328850" x="5511800" y="4216400"/>
          <p14:tracePt t="329491" x="5543550" y="4216400"/>
          <p14:tracePt t="329499" x="5594350" y="4216400"/>
          <p14:tracePt t="329512" x="5632450" y="4216400"/>
          <p14:tracePt t="329520" x="5702300" y="4222750"/>
          <p14:tracePt t="329534" x="5753100" y="4222750"/>
          <p14:tracePt t="329548" x="5803900" y="4222750"/>
          <p14:tracePt t="329564" x="5911850" y="4229100"/>
          <p14:tracePt t="329581" x="5962650" y="4235450"/>
          <p14:tracePt t="329597" x="6057900" y="4254500"/>
          <p14:tracePt t="329614" x="6121400" y="4260850"/>
          <p14:tracePt t="329631" x="6146800" y="4273550"/>
          <p14:tracePt t="329647" x="6172200" y="4273550"/>
          <p14:tracePt t="329664" x="6191250" y="4279900"/>
          <p14:tracePt t="329681" x="6203950" y="4279900"/>
          <p14:tracePt t="329697" x="6210300" y="4279900"/>
          <p14:tracePt t="329842" x="6203950" y="4273550"/>
          <p14:tracePt t="329850" x="6191250" y="4273550"/>
          <p14:tracePt t="329866" x="6184900" y="4273550"/>
          <p14:tracePt t="329879" x="6178550" y="4273550"/>
          <p14:tracePt t="329896" x="6146800" y="4267200"/>
          <p14:tracePt t="329913" x="6076950" y="4248150"/>
          <p14:tracePt t="329929" x="6026150" y="4241800"/>
          <p14:tracePt t="329946" x="5905500" y="4222750"/>
          <p14:tracePt t="329963" x="5746750" y="4191000"/>
          <p14:tracePt t="329979" x="5657850" y="4171950"/>
          <p14:tracePt t="329996" x="5492750" y="4152900"/>
          <p14:tracePt t="330012" x="5321300" y="4121150"/>
          <p14:tracePt t="330029" x="5232400" y="4121150"/>
          <p14:tracePt t="330046" x="5067300" y="4102100"/>
          <p14:tracePt t="330062" x="4921250" y="4095750"/>
          <p14:tracePt t="330079" x="4857750" y="4083050"/>
          <p14:tracePt t="330096" x="4737100" y="4076700"/>
          <p14:tracePt t="330112" x="4648200" y="4064000"/>
          <p14:tracePt t="330129" x="4616450" y="4057650"/>
          <p14:tracePt t="330146" x="4565650" y="4051300"/>
          <p14:tracePt t="330162" x="4552950" y="4044950"/>
          <p14:tracePt t="330166" x="4540250" y="4044950"/>
          <p14:tracePt t="330179" x="4533900" y="4044950"/>
          <p14:tracePt t="330196" x="4514850" y="4044950"/>
          <p14:tracePt t="330212" x="4508500" y="4044950"/>
          <p14:tracePt t="330229" x="4502150" y="4044950"/>
          <p14:tracePt t="330245" x="4495800" y="4044950"/>
          <p14:tracePt t="330262" x="4495800" y="4051300"/>
          <p14:tracePt t="330279" x="4495800" y="4057650"/>
          <p14:tracePt t="330295" x="4489450" y="4057650"/>
          <p14:tracePt t="330312" x="4483100" y="4064000"/>
          <p14:tracePt t="330847" x="4476750" y="4064000"/>
          <p14:tracePt t="330854" x="4451350" y="4064000"/>
          <p14:tracePt t="330868" x="4438650" y="4070350"/>
          <p14:tracePt t="330877" x="4419600" y="4076700"/>
          <p14:tracePt t="330893" x="4400550" y="4076700"/>
          <p14:tracePt t="330910" x="4362450" y="4076700"/>
          <p14:tracePt t="330926" x="4305300" y="4076700"/>
          <p14:tracePt t="330943" x="4273550" y="4076700"/>
          <p14:tracePt t="330960" x="4216400" y="4076700"/>
          <p14:tracePt t="330976" x="4152900" y="4076700"/>
          <p14:tracePt t="330993" x="4114800" y="4076700"/>
          <p14:tracePt t="331009" x="4032250" y="4076700"/>
          <p14:tracePt t="331026" x="3994150" y="4076700"/>
          <p14:tracePt t="331043" x="3905250" y="4089400"/>
          <p14:tracePt t="331059" x="3886200" y="4089400"/>
          <p14:tracePt t="331076" x="3867150" y="4089400"/>
          <p14:tracePt t="331093" x="3841750" y="4089400"/>
          <p14:tracePt t="331109" x="3816350" y="4089400"/>
          <p14:tracePt t="331184" x="3816350" y="4083050"/>
          <p14:tracePt t="331247" x="3810000" y="4083050"/>
          <p14:tracePt t="331325" x="3803650" y="4083050"/>
          <p14:tracePt t="332412" x="3810000" y="4083050"/>
          <p14:tracePt t="332419" x="3816350" y="4083050"/>
          <p14:tracePt t="332433" x="3822700" y="4083050"/>
          <p14:tracePt t="332455" x="3835400" y="4089400"/>
          <p14:tracePt t="332461" x="3841750" y="4089400"/>
          <p14:tracePt t="332476" x="3854450" y="4095750"/>
          <p14:tracePt t="332487" x="3867150" y="4102100"/>
          <p14:tracePt t="332504" x="3892550" y="4108450"/>
          <p14:tracePt t="332520" x="3911600" y="4114800"/>
          <p14:tracePt t="332538" x="3962400" y="4133850"/>
          <p14:tracePt t="332554" x="4013200" y="4140200"/>
          <p14:tracePt t="332570" x="4051300" y="4146550"/>
          <p14:tracePt t="332588" x="4108450" y="4159250"/>
          <p14:tracePt t="332603" x="4152900" y="4165600"/>
          <p14:tracePt t="332620" x="4171950" y="4165600"/>
          <p14:tracePt t="332637" x="4191000" y="4171950"/>
          <p14:tracePt t="332653" x="4203700" y="4171950"/>
          <p14:tracePt t="332670" x="4210050" y="4178300"/>
          <p14:tracePt t="332687" x="4216400" y="4178300"/>
          <p14:tracePt t="332703" x="4222750" y="4178300"/>
          <p14:tracePt t="332720" x="4229100" y="4178300"/>
          <p14:tracePt t="332723" x="4235450" y="4178300"/>
          <p14:tracePt t="332737" x="4248150" y="4178300"/>
          <p14:tracePt t="332752" x="4273550" y="4178300"/>
          <p14:tracePt t="333366" x="4267200" y="4178300"/>
          <p14:tracePt t="333373" x="4241800" y="4178300"/>
          <p14:tracePt t="333388" x="4222750" y="4178300"/>
          <p14:tracePt t="333401" x="4203700" y="4178300"/>
          <p14:tracePt t="333417" x="4146550" y="4178300"/>
          <p14:tracePt t="333434" x="4121150" y="4178300"/>
          <p14:tracePt t="333451" x="4051300" y="4178300"/>
          <p14:tracePt t="333467" x="3987800" y="4178300"/>
          <p14:tracePt t="333484" x="3956050" y="4178300"/>
          <p14:tracePt t="333501" x="3879850" y="4178300"/>
          <p14:tracePt t="333517" x="3810000" y="4178300"/>
          <p14:tracePt t="333534" x="3771900" y="4178300"/>
          <p14:tracePt t="333550" x="3695700" y="4184650"/>
          <p14:tracePt t="333567" x="3625850" y="4197350"/>
          <p14:tracePt t="333584" x="3587750" y="4197350"/>
          <p14:tracePt t="333600" x="3536950" y="4197350"/>
          <p14:tracePt t="333617" x="3505200" y="4197350"/>
          <p14:tracePt t="333635" x="3454400" y="4197350"/>
          <p14:tracePt t="333650" x="3441700" y="4197350"/>
          <p14:tracePt t="333667" x="3429000" y="4197350"/>
          <p14:tracePt t="333683" x="3422650" y="4197350"/>
          <p14:tracePt t="333700" x="3403600" y="4197350"/>
          <p14:tracePt t="333717" x="3390900" y="4197350"/>
          <p14:tracePt t="333733" x="3371850" y="4191000"/>
          <p14:tracePt t="333750" x="3365500" y="4191000"/>
          <p14:tracePt t="333767" x="3340100" y="4191000"/>
          <p14:tracePt t="333783" x="3333750" y="4191000"/>
          <p14:tracePt t="333799" x="3308350" y="4191000"/>
          <p14:tracePt t="333817" x="3295650" y="4191000"/>
          <p14:tracePt t="333833" x="3282950" y="4191000"/>
          <p14:tracePt t="333849" x="3263900" y="4191000"/>
          <p14:tracePt t="333866" x="3251200" y="4191000"/>
          <p14:tracePt t="333882" x="3244850" y="4191000"/>
          <p14:tracePt t="333916" x="3232150" y="4184650"/>
          <p14:tracePt t="334383" x="3225800" y="4184650"/>
          <p14:tracePt t="334390" x="3213100" y="4184650"/>
          <p14:tracePt t="334399" x="3206750" y="4184650"/>
          <p14:tracePt t="334414" x="3200400" y="4184650"/>
          <p14:tracePt t="334431" x="3175000" y="4184650"/>
          <p14:tracePt t="334447" x="3130550" y="4184650"/>
          <p14:tracePt t="334463" x="3048000" y="4184650"/>
          <p14:tracePt t="334482" x="2959100" y="4184650"/>
          <p14:tracePt t="334497" x="2921000" y="4178300"/>
          <p14:tracePt t="334514" x="2838450" y="4165600"/>
          <p14:tracePt t="334531" x="2749550" y="4165600"/>
          <p14:tracePt t="334547" x="2717800" y="4171950"/>
          <p14:tracePt t="334563" x="2647950" y="4171950"/>
          <p14:tracePt t="334580" x="2590800" y="4178300"/>
          <p14:tracePt t="334597" x="2565400" y="4178300"/>
          <p14:tracePt t="334613" x="2508250" y="4165600"/>
          <p14:tracePt t="334630" x="2457450" y="4159250"/>
          <p14:tracePt t="334647" x="2432050" y="4152900"/>
          <p14:tracePt t="334664" x="2387600" y="4140200"/>
          <p14:tracePt t="334679" x="2349500" y="4133850"/>
          <p14:tracePt t="334696" x="2336800" y="4127500"/>
          <p14:tracePt t="334714" x="2317750" y="4121150"/>
          <p14:tracePt t="334730" x="2311400" y="4121150"/>
          <p14:tracePt t="334733" x="2298700" y="4121150"/>
          <p14:tracePt t="334748" x="2292350" y="4114800"/>
          <p14:tracePt t="334763" x="2273300" y="4114800"/>
          <p14:tracePt t="334779" x="2260600" y="4114800"/>
          <p14:tracePt t="334796" x="2254250" y="4114800"/>
          <p14:tracePt t="334813" x="2235200" y="4108450"/>
          <p14:tracePt t="334829" x="2228850" y="4108450"/>
          <p14:tracePt t="334846" x="2216150" y="4108450"/>
          <p14:tracePt t="334878" x="2209800" y="4108450"/>
          <p14:tracePt t="334896" x="2203450" y="4108450"/>
          <p14:tracePt t="334924" x="2197100" y="4102100"/>
          <p14:tracePt t="335015" x="2203450" y="4102100"/>
          <p14:tracePt t="335023" x="2209800" y="4102100"/>
          <p14:tracePt t="335044" x="2222500" y="4102100"/>
          <p14:tracePt t="335051" x="2235200" y="4102100"/>
          <p14:tracePt t="335065" x="2273300" y="4102100"/>
          <p14:tracePt t="335079" x="2324100" y="4102100"/>
          <p14:tracePt t="335095" x="2514600" y="4102100"/>
          <p14:tracePt t="335112" x="2673350" y="4095750"/>
          <p14:tracePt t="335128" x="3117850" y="4095750"/>
          <p14:tracePt t="335145" x="3740150" y="4076700"/>
          <p14:tracePt t="335162" x="4108450" y="4064000"/>
          <p14:tracePt t="335178" x="4838700" y="4025900"/>
          <p14:tracePt t="335195" x="5448300" y="3994150"/>
          <p14:tracePt t="335212" x="5905500" y="3956050"/>
          <p14:tracePt t="335227" x="6083300" y="3917950"/>
          <p14:tracePt t="335244" x="6292850" y="3841750"/>
          <p14:tracePt t="335248" x="6375400" y="3803650"/>
          <p14:tracePt t="335675" x="6426200" y="3803650"/>
          <p14:tracePt t="335681" x="6496050" y="3816350"/>
          <p14:tracePt t="335696" x="6572250" y="3835400"/>
          <p14:tracePt t="335710" x="6648450" y="3854450"/>
          <p14:tracePt t="335726" x="6807200" y="3886200"/>
          <p14:tracePt t="335743" x="6877050" y="3905250"/>
          <p14:tracePt t="335746" x="6953250" y="3917950"/>
          <p14:tracePt t="335759" x="7023100" y="3943350"/>
          <p14:tracePt t="335776" x="7137400" y="3962400"/>
          <p14:tracePt t="335793" x="7207250" y="3981450"/>
          <p14:tracePt t="335809" x="7289800" y="4000500"/>
          <p14:tracePt t="335826" x="7340600" y="4019550"/>
          <p14:tracePt t="335842" x="7359650" y="4025900"/>
          <p14:tracePt t="335859" x="7378700" y="4032250"/>
          <p14:tracePt t="335875" x="7391400" y="4032250"/>
          <p14:tracePt t="335956" x="7391400" y="4038600"/>
          <p14:tracePt t="335963" x="7385050" y="4038600"/>
          <p14:tracePt t="335985" x="7385050" y="4032250"/>
          <p14:tracePt t="335994" x="7378700" y="4032250"/>
          <p14:tracePt t="336008" x="7372350" y="4032250"/>
          <p14:tracePt t="336025" x="7366000" y="4032250"/>
          <p14:tracePt t="337002" x="7359650" y="4032250"/>
          <p14:tracePt t="337008" x="7353300" y="4032250"/>
          <p14:tracePt t="337024" x="7340600" y="4032250"/>
          <p14:tracePt t="337039" x="7327900" y="4032250"/>
          <p14:tracePt t="337055" x="7315200" y="4038600"/>
          <p14:tracePt t="337072" x="7302500" y="4038600"/>
          <p14:tracePt t="337104" x="7296150" y="4038600"/>
          <p14:tracePt t="337142" x="7296150" y="4032250"/>
          <p14:tracePt t="337148" x="7289800" y="4032250"/>
          <p14:tracePt t="337163" x="7283450" y="4032250"/>
          <p14:tracePt t="337171" x="7277100" y="4032250"/>
          <p14:tracePt t="337187" x="7270750" y="4032250"/>
          <p14:tracePt t="337205" x="7258050" y="4032250"/>
          <p14:tracePt t="337221" x="7245350" y="4032250"/>
          <p14:tracePt t="337237" x="7232650" y="4032250"/>
          <p14:tracePt t="337241" x="7219950" y="4032250"/>
          <p14:tracePt t="337257" x="7207250" y="4032250"/>
          <p14:tracePt t="337271" x="7169150" y="4032250"/>
          <p14:tracePt t="337287" x="7137400" y="4032250"/>
          <p14:tracePt t="337304" x="7073900" y="4032250"/>
          <p14:tracePt t="337320" x="7035800" y="4032250"/>
          <p14:tracePt t="337338" x="6953250" y="4032250"/>
          <p14:tracePt t="337354" x="6851650" y="4032250"/>
          <p14:tracePt t="337370" x="6813550" y="4032250"/>
          <p14:tracePt t="337388" x="6718300" y="4032250"/>
          <p14:tracePt t="337403" x="6616700" y="4032250"/>
          <p14:tracePt t="337420" x="6565900" y="4032250"/>
          <p14:tracePt t="337437" x="6483350" y="4019550"/>
          <p14:tracePt t="337453" x="6413500" y="4006850"/>
          <p14:tracePt t="337470" x="6388100" y="3994150"/>
          <p14:tracePt t="337487" x="6343650" y="3987800"/>
          <p14:tracePt t="337861" x="6305550" y="3987800"/>
          <p14:tracePt t="337875" x="6242050" y="3987800"/>
          <p14:tracePt t="337882" x="6178550" y="3987800"/>
          <p14:tracePt t="337897" x="6115050" y="3987800"/>
          <p14:tracePt t="337905" x="6038850" y="3987800"/>
          <p14:tracePt t="337919" x="5949950" y="3981450"/>
          <p14:tracePt t="337935" x="5740400" y="3962400"/>
          <p14:tracePt t="337952" x="5575300" y="3962400"/>
          <p14:tracePt t="337968" x="5499100" y="3962400"/>
          <p14:tracePt t="337985" x="5384800" y="3930650"/>
          <p14:tracePt t="338002" x="5067300" y="3905250"/>
          <p14:tracePt t="338018" x="4965700" y="3898900"/>
          <p14:tracePt t="338035" x="4864100" y="3886200"/>
          <p14:tracePt t="338051" x="4648200" y="3886200"/>
          <p14:tracePt t="338067" x="4406900" y="3886200"/>
          <p14:tracePt t="338086" x="4140200" y="3886200"/>
          <p14:tracePt t="338101" x="4025900" y="3873500"/>
          <p14:tracePt t="338118" x="3790950" y="3873500"/>
          <p14:tracePt t="338135" x="3587750" y="3879850"/>
          <p14:tracePt t="338151" x="3498850" y="3879850"/>
          <p14:tracePt t="338167" x="3314700" y="3879850"/>
          <p14:tracePt t="338185" x="3124200" y="3879850"/>
          <p14:tracePt t="338201" x="3022600" y="3892550"/>
          <p14:tracePt t="338218" x="2838450" y="3917950"/>
          <p14:tracePt t="338234" x="2692400" y="3968750"/>
          <p14:tracePt t="338251" x="2628900" y="3981450"/>
          <p14:tracePt t="338255" x="2552700" y="3987800"/>
          <p14:tracePt t="338270" x="2470150" y="4000500"/>
          <p14:tracePt t="338284" x="2349500" y="4057650"/>
          <p14:tracePt t="338301" x="2305050" y="4064000"/>
          <p14:tracePt t="338319" x="2209800" y="4070350"/>
          <p14:tracePt t="338334" x="2184400" y="4070350"/>
          <p14:tracePt t="338350" x="2120900" y="4070350"/>
          <p14:tracePt t="338368" x="2076450" y="4070350"/>
          <p14:tracePt t="338384" x="2051050" y="4070350"/>
          <p14:tracePt t="338401" x="2000250" y="4070350"/>
          <p14:tracePt t="338417" x="1930400" y="4070350"/>
          <p14:tracePt t="338433" x="1892300" y="4070350"/>
          <p14:tracePt t="338451" x="1835150" y="4083050"/>
          <p14:tracePt t="338467" x="1784350" y="4095750"/>
          <p14:tracePt t="338483" x="1758950" y="4095750"/>
          <p14:tracePt t="338500" x="1714500" y="4102100"/>
          <p14:tracePt t="338516" x="1676400" y="4108450"/>
          <p14:tracePt t="338533" x="1644650" y="4108450"/>
          <p14:tracePt t="338550" x="1612900" y="4108450"/>
          <p14:tracePt t="338567" x="1581150" y="4108450"/>
          <p14:tracePt t="338583" x="1568450" y="4108450"/>
          <p14:tracePt t="338600" x="1543050" y="4102100"/>
          <p14:tracePt t="338616" x="1536700" y="4102100"/>
          <p14:tracePt t="338633" x="1530350" y="4102100"/>
          <p14:tracePt t="338650" x="1524000" y="4102100"/>
          <p14:tracePt t="338698" x="1530350" y="4102100"/>
          <p14:tracePt t="338704" x="1536700" y="4102100"/>
          <p14:tracePt t="338719" x="1543050" y="4102100"/>
          <p14:tracePt t="338733" x="1549400" y="4102100"/>
          <p14:tracePt t="338749" x="1562100" y="4102100"/>
          <p14:tracePt t="338766" x="1581150" y="4102100"/>
          <p14:tracePt t="338783" x="1689100" y="4083050"/>
          <p14:tracePt t="338799" x="1879600" y="4070350"/>
          <p14:tracePt t="338816" x="2006600" y="4064000"/>
          <p14:tracePt t="338832" x="2419350" y="4051300"/>
          <p14:tracePt t="338848" x="3016250" y="4038600"/>
          <p14:tracePt t="338867" x="3771900" y="4019550"/>
          <p14:tracePt t="338882" x="4165600" y="4000500"/>
          <p14:tracePt t="338899" x="4603750" y="4013200"/>
          <p14:tracePt t="338915" x="5822950" y="4032250"/>
          <p14:tracePt t="338932" x="6191250" y="4044950"/>
          <p14:tracePt t="338948" x="6553200" y="4044950"/>
          <p14:tracePt t="338965" x="7404100" y="4108450"/>
          <p14:tracePt t="338982" x="7594600" y="4121150"/>
          <p14:tracePt t="338999" x="7721600" y="4133850"/>
          <p14:tracePt t="339015" x="7924800" y="4152900"/>
          <p14:tracePt t="339031" x="8064500" y="4165600"/>
          <p14:tracePt t="339049" x="8147050" y="4171950"/>
          <p14:tracePt t="339064" x="8185150" y="4171950"/>
          <p14:tracePt t="339081" x="8216900" y="4171950"/>
          <p14:tracePt t="339098" x="8248650" y="4171950"/>
          <p14:tracePt t="339131" x="8255000" y="4171950"/>
          <p14:tracePt t="339232" x="8261350" y="4171950"/>
          <p14:tracePt t="339302" x="8267700" y="4171950"/>
          <p14:tracePt t="339330" x="8267700" y="4165600"/>
          <p14:tracePt t="339337" x="8261350" y="4165600"/>
          <p14:tracePt t="339351" x="8255000" y="4165600"/>
          <p14:tracePt t="339363" x="8248650" y="4165600"/>
          <p14:tracePt t="339380" x="8229600" y="4165600"/>
          <p14:tracePt t="339397" x="8210550" y="4165600"/>
          <p14:tracePt t="339414" x="8159750" y="4159250"/>
          <p14:tracePt t="339430" x="8102600" y="4159250"/>
          <p14:tracePt t="339447" x="8070850" y="4159250"/>
          <p14:tracePt t="339464" x="8007350" y="4159250"/>
          <p14:tracePt t="339480" x="7956550" y="4159250"/>
          <p14:tracePt t="339496" x="7937500" y="4152900"/>
          <p14:tracePt t="339513" x="7905750" y="4146550"/>
          <p14:tracePt t="339530" x="7899400" y="4146550"/>
          <p14:tracePt t="339547" x="7886700" y="4146550"/>
          <p14:tracePt t="339639" x="7893050" y="4146550"/>
          <p14:tracePt t="339674" x="7899400" y="4146550"/>
          <p14:tracePt t="339703" x="7905750" y="4146550"/>
          <p14:tracePt t="339731" x="7912100" y="4146550"/>
          <p14:tracePt t="339751" x="7918450" y="4146550"/>
          <p14:tracePt t="339780" x="7924800" y="4146550"/>
          <p14:tracePt t="339801" x="7937500" y="4146550"/>
          <p14:tracePt t="339822" x="7943850" y="4152900"/>
          <p14:tracePt t="339830" x="7950200" y="4152900"/>
          <p14:tracePt t="339842" x="7956550" y="4152900"/>
          <p14:tracePt t="339849" x="7975600" y="4152900"/>
          <p14:tracePt t="339865" x="8007350" y="4152900"/>
          <p14:tracePt t="339878" x="8026400" y="4152900"/>
          <p14:tracePt t="339895" x="8102600" y="4165600"/>
          <p14:tracePt t="339912" x="8147050" y="4165600"/>
          <p14:tracePt t="339928" x="8223250" y="4165600"/>
          <p14:tracePt t="339945" x="8293100" y="4171950"/>
          <p14:tracePt t="339962" x="8343900" y="4171950"/>
          <p14:tracePt t="339978" x="8362950" y="4171950"/>
          <p14:tracePt t="339995" x="8382000" y="4171950"/>
          <p14:tracePt t="340012" x="8388350" y="4171950"/>
          <p14:tracePt t="340028" x="8394700" y="4171950"/>
          <p14:tracePt t="340096" x="8394700" y="4178300"/>
          <p14:tracePt t="340532" x="8343900" y="4178300"/>
          <p14:tracePt t="340546" x="8324850" y="4178300"/>
          <p14:tracePt t="340553" x="8293100" y="4178300"/>
          <p14:tracePt t="340567" x="8274050" y="4178300"/>
          <p14:tracePt t="340576" x="8242300" y="4178300"/>
          <p14:tracePt t="340592" x="8216900" y="4165600"/>
          <p14:tracePt t="340609" x="8166100" y="4152900"/>
          <p14:tracePt t="340626" x="8108950" y="4146550"/>
          <p14:tracePt t="340643" x="8089900" y="4146550"/>
          <p14:tracePt t="340659" x="8064500" y="4140200"/>
          <p14:tracePt t="340676" x="8039100" y="4133850"/>
          <p14:tracePt t="340694" x="8026400" y="4133850"/>
          <p14:tracePt t="340784" x="8032750" y="4133850"/>
          <p14:tracePt t="340806" x="8032750" y="4140200"/>
          <p14:tracePt t="340834" x="8039100" y="4140200"/>
          <p14:tracePt t="340854" x="8045450" y="4140200"/>
          <p14:tracePt t="340876" x="8051800" y="4140200"/>
          <p14:tracePt t="340904" x="8058150" y="4140200"/>
          <p14:tracePt t="340926" x="8064500" y="4146550"/>
          <p14:tracePt t="340939" x="8070850" y="4146550"/>
          <p14:tracePt t="340954" x="8077200" y="4146550"/>
          <p14:tracePt t="340967" x="8089900" y="4146550"/>
          <p14:tracePt t="340977" x="8102600" y="4146550"/>
          <p14:tracePt t="340991" x="8121650" y="4146550"/>
          <p14:tracePt t="341008" x="8178800" y="4152900"/>
          <p14:tracePt t="341024" x="8261350" y="4152900"/>
          <p14:tracePt t="341041" x="8299450" y="4152900"/>
          <p14:tracePt t="341059" x="8388350" y="4152900"/>
          <p14:tracePt t="341074" x="8432800" y="4159250"/>
          <p14:tracePt t="341091" x="8496300" y="4159250"/>
          <p14:tracePt t="341108" x="8547100" y="4159250"/>
          <p14:tracePt t="341124" x="8566150" y="4159250"/>
          <p14:tracePt t="341141" x="8591550" y="4159250"/>
          <p14:tracePt t="341158" x="8610600" y="4159250"/>
          <p14:tracePt t="341191" x="8616950" y="4159250"/>
          <p14:tracePt t="341208" x="8623300" y="4159250"/>
          <p14:tracePt t="341228" x="8629650" y="4159250"/>
          <p14:tracePt t="341241" x="8636000" y="4159250"/>
          <p14:tracePt t="341257" x="8648700" y="4159250"/>
          <p14:tracePt t="341291" x="8661400" y="4159250"/>
          <p14:tracePt t="341307" x="8674100" y="4159250"/>
          <p14:tracePt t="341324" x="8680450" y="4159250"/>
          <p14:tracePt t="341340" x="8705850" y="4159250"/>
          <p14:tracePt t="341358" x="8712200" y="4159250"/>
          <p14:tracePt t="341373" x="8743950" y="4159250"/>
          <p14:tracePt t="341391" x="8769350" y="4165600"/>
          <p14:tracePt t="341407" x="8782050" y="4165600"/>
          <p14:tracePt t="341424" x="8788400" y="4165600"/>
          <p14:tracePt t="341440" x="8801100" y="4165600"/>
          <p14:tracePt t="341481" x="8807450" y="4165600"/>
          <p14:tracePt t="341558" x="8807450" y="4171950"/>
          <p14:tracePt t="341607" x="8801100" y="4171950"/>
          <p14:tracePt t="341642" x="8794750" y="4171950"/>
          <p14:tracePt t="341657" x="8788400" y="4171950"/>
          <p14:tracePt t="341691" x="8782050" y="4171950"/>
          <p14:tracePt t="341698" x="8775700" y="4171950"/>
          <p14:tracePt t="341713" x="8769350" y="4171950"/>
          <p14:tracePt t="341726" x="8756650" y="4171950"/>
          <p14:tracePt t="341742" x="8743950" y="4171950"/>
          <p14:tracePt t="341756" x="8724900" y="4171950"/>
          <p14:tracePt t="341772" x="8667750" y="4171950"/>
          <p14:tracePt t="341789" x="8629650" y="4171950"/>
          <p14:tracePt t="341805" x="8515350" y="4171950"/>
          <p14:tracePt t="341822" x="8382000" y="4171950"/>
          <p14:tracePt t="341839" x="8318500" y="4159250"/>
          <p14:tracePt t="341855" x="8178800" y="4159250"/>
          <p14:tracePt t="341872" x="8045450" y="4140200"/>
          <p14:tracePt t="341889" x="7956550" y="4133850"/>
          <p14:tracePt t="341905" x="7912100" y="4127500"/>
          <p14:tracePt t="341921" x="7886700" y="4127500"/>
          <p14:tracePt t="341938" x="7816850" y="4114800"/>
          <p14:tracePt t="341955" x="7804150" y="4121150"/>
          <p14:tracePt t="341972" x="7785100" y="4121150"/>
          <p14:tracePt t="341988" x="7778750" y="4121150"/>
          <p14:tracePt t="342004" x="7766050" y="4121150"/>
          <p14:tracePt t="342050" x="7772400" y="4121150"/>
          <p14:tracePt t="342064" x="7778750" y="4121150"/>
          <p14:tracePt t="342074" x="7791450" y="4121150"/>
          <p14:tracePt t="342087" x="7804150" y="4121150"/>
          <p14:tracePt t="342104" x="7810500" y="4127500"/>
          <p14:tracePt t="342415" x="7753350" y="4127500"/>
          <p14:tracePt t="342422" x="7664450" y="4121150"/>
          <p14:tracePt t="342436" x="7569200" y="4095750"/>
          <p14:tracePt t="342453" x="7391400" y="4089400"/>
          <p14:tracePt t="342469" x="7302500" y="4076700"/>
          <p14:tracePt t="342487" x="7137400" y="4083050"/>
          <p14:tracePt t="342503" x="7048500" y="4083050"/>
          <p14:tracePt t="342520" x="7016750" y="4083050"/>
          <p14:tracePt t="342536" x="6997700" y="4083050"/>
          <p14:tracePt t="342552" x="6997700" y="4089400"/>
          <p14:tracePt t="342626" x="7004050" y="4089400"/>
          <p14:tracePt t="342697" x="7004050" y="4095750"/>
          <p14:tracePt t="342703" x="6997700" y="4095750"/>
          <p14:tracePt t="342725" x="6985000" y="4095750"/>
          <p14:tracePt t="342731" x="6972300" y="4095750"/>
          <p14:tracePt t="342746" x="6959600" y="4095750"/>
          <p14:tracePt t="342755" x="6946900" y="4089400"/>
          <p14:tracePt t="342768" x="6927850" y="4089400"/>
          <p14:tracePt t="342785" x="6826250" y="4095750"/>
          <p14:tracePt t="342802" x="6623050" y="4102100"/>
          <p14:tracePt t="342818" x="6496050" y="4102100"/>
          <p14:tracePt t="342822" x="6343650" y="4102100"/>
          <p14:tracePt t="342851" x="5676900" y="4070350"/>
          <p14:tracePt t="342868" x="5429250" y="4038600"/>
          <p14:tracePt t="342886" x="5162550" y="4025900"/>
          <p14:tracePt t="342901" x="4622800" y="3962400"/>
          <p14:tracePt t="342918" x="4171950" y="3937000"/>
          <p14:tracePt t="342935" x="3790950" y="3911600"/>
          <p14:tracePt t="342951" x="3632200" y="3911600"/>
          <p14:tracePt t="342968" x="3397250" y="3911600"/>
          <p14:tracePt t="342985" x="3168650" y="3911600"/>
          <p14:tracePt t="343001" x="3067050" y="3911600"/>
          <p14:tracePt t="343018" x="2889250" y="3911600"/>
          <p14:tracePt t="343034" x="2755900" y="3924300"/>
          <p14:tracePt t="343051" x="2679700" y="3924300"/>
          <p14:tracePt t="343068" x="2578100" y="3930650"/>
          <p14:tracePt t="343084" x="2470150" y="3943350"/>
          <p14:tracePt t="343101" x="2419350" y="3943350"/>
          <p14:tracePt t="343118" x="2336800" y="3956050"/>
          <p14:tracePt t="343134" x="2266950" y="3968750"/>
          <p14:tracePt t="343151" x="2247900" y="3968750"/>
          <p14:tracePt t="343167" x="2203450" y="3981450"/>
          <p14:tracePt t="343184" x="2184400" y="3981450"/>
          <p14:tracePt t="343200" x="2146300" y="3994150"/>
          <p14:tracePt t="343217" x="2127250" y="3994150"/>
          <p14:tracePt t="343234" x="2082800" y="4000500"/>
          <p14:tracePt t="343250" x="2051050" y="4013200"/>
          <p14:tracePt t="343267" x="2025650" y="4019550"/>
          <p14:tracePt t="343284" x="1981200" y="4025900"/>
          <p14:tracePt t="343300" x="1949450" y="4032250"/>
          <p14:tracePt t="343317" x="1892300" y="4051300"/>
          <p14:tracePt t="343334" x="1828800" y="4051300"/>
          <p14:tracePt t="343350" x="1797050" y="4057650"/>
          <p14:tracePt t="343368" x="1739900" y="4064000"/>
          <p14:tracePt t="343383" x="1676400" y="4070350"/>
          <p14:tracePt t="343400" x="1657350" y="4070350"/>
          <p14:tracePt t="343417" x="1619250" y="4076700"/>
          <p14:tracePt t="343433" x="1568450" y="4083050"/>
          <p14:tracePt t="343450" x="1549400" y="4095750"/>
          <p14:tracePt t="343467" x="1504950" y="4102100"/>
          <p14:tracePt t="343483" x="1466850" y="4108450"/>
          <p14:tracePt t="343500" x="1441450" y="4114800"/>
          <p14:tracePt t="343517" x="1409700" y="4121150"/>
          <p14:tracePt t="343533" x="1371600" y="4127500"/>
          <p14:tracePt t="343550" x="1358900" y="4133850"/>
          <p14:tracePt t="343567" x="1339850" y="4140200"/>
          <p14:tracePt t="343601" x="1327150" y="4152900"/>
          <p14:tracePt t="343633" x="1333500" y="4171950"/>
          <p14:tracePt t="343650" x="1333500" y="4178300"/>
          <p14:tracePt t="344066" x="1327150" y="4178300"/>
          <p14:tracePt t="344073" x="1314450" y="4178300"/>
          <p14:tracePt t="344087" x="1301750" y="4178300"/>
          <p14:tracePt t="344097" x="1282700" y="4178300"/>
          <p14:tracePt t="344114" x="1263650" y="4184650"/>
          <p14:tracePt t="344131" x="1219200" y="4184650"/>
          <p14:tracePt t="344147" x="1181100" y="4184650"/>
          <p14:tracePt t="344166" x="1162050" y="4184650"/>
          <p14:tracePt t="344180" x="1136650" y="4184650"/>
          <p14:tracePt t="344197" x="1117600" y="4184650"/>
          <p14:tracePt t="344214" x="1104900" y="4184650"/>
          <p14:tracePt t="344256" x="1098550" y="4184650"/>
          <p14:tracePt t="344298" x="1092200" y="4184650"/>
          <p14:tracePt t="344304" x="1085850" y="4184650"/>
          <p14:tracePt t="344326" x="1079500" y="4184650"/>
          <p14:tracePt t="344389" x="1073150" y="4184650"/>
          <p14:tracePt t="344397" x="1066800" y="4184650"/>
          <p14:tracePt t="344446" x="1060450" y="4184650"/>
          <p14:tracePt t="344474" x="1054100" y="4178300"/>
          <p14:tracePt t="344537" x="1060450" y="4178300"/>
          <p14:tracePt t="344558" x="1066800" y="4178300"/>
          <p14:tracePt t="344564" x="1073150" y="4178300"/>
          <p14:tracePt t="344586" x="1079500" y="4178300"/>
          <p14:tracePt t="344600" x="1085850" y="4178300"/>
          <p14:tracePt t="344612" x="1092200" y="4178300"/>
          <p14:tracePt t="344629" x="1117600" y="4184650"/>
          <p14:tracePt t="344646" x="1136650" y="4184650"/>
          <p14:tracePt t="344663" x="1181100" y="4184650"/>
          <p14:tracePt t="344679" x="1244600" y="4197350"/>
          <p14:tracePt t="344695" x="1263650" y="4197350"/>
          <p14:tracePt t="344712" x="1333500" y="4210050"/>
          <p14:tracePt t="344728" x="1390650" y="4229100"/>
          <p14:tracePt t="344745" x="1422400" y="4235450"/>
          <p14:tracePt t="344762" x="1479550" y="4241800"/>
          <p14:tracePt t="344779" x="1517650" y="4241800"/>
          <p14:tracePt t="344794" x="1536700" y="4241800"/>
          <p14:tracePt t="344811" x="1555750" y="4248150"/>
          <p14:tracePt t="344828" x="1568450" y="4248150"/>
          <p14:tracePt t="344888" x="1562100" y="4248150"/>
          <p14:tracePt t="344909" x="1555750" y="4248150"/>
          <p14:tracePt t="344916" x="1549400" y="4248150"/>
          <p14:tracePt t="344931" x="1543050" y="4248150"/>
          <p14:tracePt t="344944" x="1530350" y="4248150"/>
          <p14:tracePt t="344961" x="1504950" y="4248150"/>
          <p14:tracePt t="344978" x="1479550" y="4248150"/>
          <p14:tracePt t="344995" x="1428750" y="4248150"/>
          <p14:tracePt t="345011" x="1358900" y="4241800"/>
          <p14:tracePt t="345028" x="1320800" y="4229100"/>
          <p14:tracePt t="345044" x="1212850" y="4222750"/>
          <p14:tracePt t="345060" x="1111250" y="4216400"/>
          <p14:tracePt t="345078" x="1028700" y="4197350"/>
          <p14:tracePt t="345094" x="996950" y="4197350"/>
          <p14:tracePt t="345110" x="965200" y="4184650"/>
          <p14:tracePt t="345127" x="946150" y="4171950"/>
          <p14:tracePt t="345144" x="939800" y="4171950"/>
          <p14:tracePt t="345160" x="933450" y="4159250"/>
          <p14:tracePt t="345177" x="933450" y="4140200"/>
          <p14:tracePt t="345194" x="933450" y="4133850"/>
          <p14:tracePt t="345211" x="939800" y="4127500"/>
          <p14:tracePt t="345227" x="952500" y="4114800"/>
          <p14:tracePt t="345243" x="958850" y="4108450"/>
          <p14:tracePt t="345261" x="977900" y="4102100"/>
          <p14:tracePt t="345277" x="990600" y="4102100"/>
          <p14:tracePt t="345293" x="1009650" y="4095750"/>
          <p14:tracePt t="345310" x="1041400" y="4095750"/>
          <p14:tracePt t="345326" x="1054100" y="4095750"/>
          <p14:tracePt t="345343" x="1092200" y="4095750"/>
          <p14:tracePt t="345360" x="1149350" y="4095750"/>
          <p14:tracePt t="345376" x="1168400" y="4095750"/>
          <p14:tracePt t="345380" x="1200150" y="4108450"/>
          <p14:tracePt t="345393" x="1244600" y="4121150"/>
          <p14:tracePt t="345409" x="1308100" y="4146550"/>
          <p14:tracePt t="345426" x="1346200" y="4165600"/>
          <p14:tracePt t="345443" x="1403350" y="4203700"/>
          <p14:tracePt t="345459" x="1447800" y="4241800"/>
          <p14:tracePt t="345476" x="1460500" y="4254500"/>
          <p14:tracePt t="345493" x="1473200" y="4279900"/>
          <p14:tracePt t="345509" x="1479550" y="4286250"/>
          <p14:tracePt t="345526" x="1479550" y="4298950"/>
          <p14:tracePt t="345542" x="1466850" y="4311650"/>
          <p14:tracePt t="345559" x="1460500" y="4324350"/>
          <p14:tracePt t="345576" x="1428750" y="4330700"/>
          <p14:tracePt t="345592" x="1397000" y="4337050"/>
          <p14:tracePt t="345609" x="1371600" y="4337050"/>
          <p14:tracePt t="345626" x="1333500" y="4337050"/>
          <p14:tracePt t="345641" x="1308100" y="4318000"/>
          <p14:tracePt t="345658" x="1295400" y="4298950"/>
          <p14:tracePt t="345675" x="1263650" y="4273550"/>
          <p14:tracePt t="345692" x="1250950" y="4235450"/>
          <p14:tracePt t="345708" x="1250950" y="4203700"/>
          <p14:tracePt t="345725" x="1244600" y="4165600"/>
          <p14:tracePt t="345741" x="1244600" y="4108450"/>
          <p14:tracePt t="345758" x="1244600" y="4070350"/>
          <p14:tracePt t="345775" x="1244600" y="4013200"/>
          <p14:tracePt t="345791" x="1250950" y="3968750"/>
          <p14:tracePt t="345808" x="1295400" y="3841750"/>
          <p14:tracePt t="345824" x="1320800" y="3810000"/>
          <p14:tracePt t="345841" x="1346200" y="3778250"/>
          <p14:tracePt t="345858" x="1371600" y="3752850"/>
          <p14:tracePt t="345874" x="1416050" y="3746500"/>
          <p14:tracePt t="345878" x="1435100" y="3746500"/>
          <p14:tracePt t="345907" x="1479550" y="3765550"/>
          <p14:tracePt t="345924" x="1511300" y="3790950"/>
          <p14:tracePt t="345941" x="1524000" y="3803650"/>
          <p14:tracePt t="345958" x="1549400" y="3848100"/>
          <p14:tracePt t="345974" x="1562100" y="3886200"/>
          <p14:tracePt t="345992" x="1562100" y="3924300"/>
          <p14:tracePt t="346007" x="1562100" y="3937000"/>
          <p14:tracePt t="346024" x="1555750" y="3968750"/>
          <p14:tracePt t="346041" x="1530350" y="4013200"/>
          <p14:tracePt t="346057" x="1517650" y="4032250"/>
          <p14:tracePt t="346074" x="1485900" y="4057650"/>
          <p14:tracePt t="346090" x="1377950" y="4114800"/>
          <p14:tracePt t="346107" x="1339850" y="4121150"/>
          <p14:tracePt t="346124" x="1308100" y="4133850"/>
          <p14:tracePt t="346140" x="1219200" y="4159250"/>
          <p14:tracePt t="346157" x="1143000" y="4171950"/>
          <p14:tracePt t="346174" x="1073150" y="4171950"/>
          <p14:tracePt t="346190" x="1035050" y="4171950"/>
          <p14:tracePt t="346206" x="990600" y="4146550"/>
          <p14:tracePt t="346224" x="965200" y="4121150"/>
          <p14:tracePt t="346240" x="965200" y="4108450"/>
          <p14:tracePt t="346257" x="965200" y="4083050"/>
          <p14:tracePt t="346273" x="977900" y="4051300"/>
          <p14:tracePt t="346289" x="990600" y="4038600"/>
          <p14:tracePt t="346306" x="1028700" y="4006850"/>
          <p14:tracePt t="346323" x="1047750" y="4000500"/>
          <p14:tracePt t="346339" x="1060450" y="3994150"/>
          <p14:tracePt t="346357" x="1073150" y="3994150"/>
          <p14:tracePt t="346372" x="1092200" y="3994150"/>
          <p14:tracePt t="346389" x="1098550" y="3994150"/>
          <p14:tracePt t="346393" x="1111250" y="3994150"/>
          <p14:tracePt t="346409" x="1117600" y="4000500"/>
          <p14:tracePt t="346422" x="1123950" y="4006850"/>
          <p14:tracePt t="346439" x="1168400" y="4019550"/>
          <p14:tracePt t="346456" x="1244600" y="4051300"/>
          <p14:tracePt t="346472" x="1276350" y="4070350"/>
          <p14:tracePt t="346488" x="1352550" y="4108450"/>
          <p14:tracePt t="346505" x="1403350" y="4146550"/>
          <p14:tracePt t="346522" x="1422400" y="4165600"/>
          <p14:tracePt t="346539" x="1454150" y="4191000"/>
          <p14:tracePt t="346555" x="1460500" y="4210050"/>
          <p14:tracePt t="346572" x="1473200" y="4235450"/>
          <p14:tracePt t="346589" x="1460500" y="4324350"/>
          <p14:tracePt t="349936" x="1441450" y="4324350"/>
          <p14:tracePt t="349942" x="1409700" y="4318000"/>
          <p14:tracePt t="349957" x="1390650" y="4298950"/>
          <p14:tracePt t="349964" x="1358900" y="4292600"/>
          <p14:tracePt t="349980" x="1339850" y="4286250"/>
          <p14:tracePt t="349993" x="1314450" y="4286250"/>
          <p14:tracePt t="350010" x="1244600" y="4279900"/>
          <p14:tracePt t="350027" x="1168400" y="4273550"/>
          <p14:tracePt t="350043" x="1130300" y="4273550"/>
          <p14:tracePt t="350060" x="1073150" y="4260850"/>
          <p14:tracePt t="350077" x="1035050" y="4254500"/>
          <p14:tracePt t="350093" x="1022350" y="4248150"/>
          <p14:tracePt t="350110" x="1016000" y="4248150"/>
          <p14:tracePt t="350127" x="1009650" y="4248150"/>
          <p14:tracePt t="350160" x="996950" y="4241800"/>
          <p14:tracePt t="350193" x="990600" y="4235450"/>
          <p14:tracePt t="350245" x="984250" y="4229100"/>
          <p14:tracePt t="350266" x="977900" y="4222750"/>
          <p14:tracePt t="350280" x="977900" y="4216400"/>
          <p14:tracePt t="350294" x="977900" y="4210050"/>
          <p14:tracePt t="350315" x="971550" y="4210050"/>
          <p14:tracePt t="350336" x="965200" y="4203700"/>
          <p14:tracePt t="350357" x="958850" y="4203700"/>
          <p14:tracePt t="350385" x="952500" y="4197350"/>
          <p14:tracePt t="350407" x="946150" y="4197350"/>
          <p14:tracePt t="350435" x="946150" y="4191000"/>
          <p14:tracePt t="350470" x="939800" y="4191000"/>
          <p14:tracePt t="350498" x="933450" y="4191000"/>
          <p14:tracePt t="350526" x="927100" y="4191000"/>
          <p14:tracePt t="350589" x="920750" y="4191000"/>
          <p14:tracePt t="350617" x="920750" y="4197350"/>
          <p14:tracePt t="350638" x="920750" y="4203700"/>
          <p14:tracePt t="350687" x="920750" y="4210050"/>
          <p14:tracePt t="350700" x="920750" y="4216400"/>
          <p14:tracePt t="350716" x="920750" y="4222750"/>
          <p14:tracePt t="350737" x="920750" y="4229100"/>
          <p14:tracePt t="350779" x="927100" y="4235450"/>
          <p14:tracePt t="350890" x="933450" y="4235450"/>
          <p14:tracePt t="350920" x="939800" y="4235450"/>
          <p14:tracePt t="350969" x="952500" y="4235450"/>
          <p14:tracePt t="350982" x="958850" y="4235450"/>
          <p14:tracePt t="350997" x="971550" y="4229100"/>
          <p14:tracePt t="351011" x="984250" y="4229100"/>
          <p14:tracePt t="351023" x="996950" y="4222750"/>
          <p14:tracePt t="351040" x="1047750" y="4216400"/>
          <p14:tracePt t="351057" x="1085850" y="4203700"/>
          <p14:tracePt t="351074" x="1155700" y="4191000"/>
          <p14:tracePt t="351090" x="1225550" y="4184650"/>
          <p14:tracePt t="351106" x="1257300" y="4178300"/>
          <p14:tracePt t="351123" x="1295400" y="4178300"/>
          <p14:tracePt t="351139" x="1320800" y="4171950"/>
          <p14:tracePt t="351156" x="1333500" y="4171950"/>
          <p14:tracePt t="351173" x="1339850" y="4165600"/>
          <p14:tracePt t="351190" x="1346200" y="4165600"/>
          <p14:tracePt t="351228" x="1346200" y="4159250"/>
          <p14:tracePt t="351348" x="1339850" y="4159250"/>
          <p14:tracePt t="351369" x="1339850" y="4165600"/>
          <p14:tracePt t="351383" x="1333500" y="4165600"/>
          <p14:tracePt t="351392" x="1327150" y="4165600"/>
          <p14:tracePt t="351406" x="1320800" y="4165600"/>
          <p14:tracePt t="351440" x="1314450" y="4165600"/>
          <p14:tracePt t="351453" x="1308100" y="4165600"/>
          <p14:tracePt t="351460" x="1301750" y="4165600"/>
          <p14:tracePt t="351475" x="1295400" y="4165600"/>
          <p14:tracePt t="351489" x="1263650" y="4171950"/>
          <p14:tracePt t="351505" x="1238250" y="4184650"/>
          <p14:tracePt t="351522" x="1206500" y="4184650"/>
          <p14:tracePt t="351538" x="1149350" y="4197350"/>
          <p14:tracePt t="351555" x="1092200" y="4203700"/>
          <p14:tracePt t="351571" x="1060450" y="4210050"/>
          <p14:tracePt t="351588" x="1028700" y="4216400"/>
          <p14:tracePt t="351605" x="1003300" y="4222750"/>
          <p14:tracePt t="351622" x="990600" y="4222750"/>
          <p14:tracePt t="351638" x="984250" y="4222750"/>
          <p14:tracePt t="351654" x="977900" y="4222750"/>
          <p14:tracePt t="351671" x="958850" y="4222750"/>
          <p14:tracePt t="351704" x="939800" y="4222750"/>
          <p14:tracePt t="351721" x="927100" y="4222750"/>
          <p14:tracePt t="351754" x="914400" y="4222750"/>
          <p14:tracePt t="351770" x="895350" y="4222750"/>
          <p14:tracePt t="351804" x="882650" y="4222750"/>
          <p14:tracePt t="351820" x="876300" y="4222750"/>
          <p14:tracePt t="351837" x="869950" y="4222750"/>
          <p14:tracePt t="351896" x="869950" y="4229100"/>
          <p14:tracePt t="351931" x="876300" y="4229100"/>
          <p14:tracePt t="351952" x="882650" y="4229100"/>
          <p14:tracePt t="351967" x="889000" y="4229100"/>
          <p14:tracePt t="351974" x="901700" y="4235450"/>
          <p14:tracePt t="351987" x="914400" y="4235450"/>
          <p14:tracePt t="352003" x="952500" y="4241800"/>
          <p14:tracePt t="352020" x="990600" y="4241800"/>
          <p14:tracePt t="352037" x="1073150" y="4248150"/>
          <p14:tracePt t="352053" x="1168400" y="4267200"/>
          <p14:tracePt t="352070" x="1219200" y="4267200"/>
          <p14:tracePt t="352087" x="1289050" y="4273550"/>
          <p14:tracePt t="352103" x="1314450" y="4286250"/>
          <p14:tracePt t="352120" x="1358900" y="4286250"/>
          <p14:tracePt t="352136" x="1371600" y="4286250"/>
          <p14:tracePt t="352170" x="1377950" y="4286250"/>
          <p14:tracePt t="352213" x="1371600" y="4286250"/>
          <p14:tracePt t="352227" x="1365250" y="4286250"/>
          <p14:tracePt t="352233" x="1358900" y="4286250"/>
          <p14:tracePt t="352254" x="1352550" y="4286250"/>
          <p14:tracePt t="352261" x="1346200" y="4286250"/>
          <p14:tracePt t="352283" x="1339850" y="4286250"/>
          <p14:tracePt t="352304" x="1339850" y="4279900"/>
          <p14:tracePt t="352318" x="1333500" y="4279900"/>
          <p14:tracePt t="352325" x="1327150" y="4279900"/>
          <p14:tracePt t="352335" x="1320800" y="4279900"/>
          <p14:tracePt t="352353" x="1295400" y="4279900"/>
          <p14:tracePt t="352368" x="1282700" y="4273550"/>
          <p14:tracePt t="352385" x="1263650" y="4267200"/>
          <p14:tracePt t="352402" x="1168400" y="4248150"/>
          <p14:tracePt t="352418" x="1136650" y="4241800"/>
          <p14:tracePt t="352435" x="1104900" y="4235450"/>
          <p14:tracePt t="352452" x="1066800" y="4229100"/>
          <p14:tracePt t="352468" x="1022350" y="4222750"/>
          <p14:tracePt t="352501" x="1009650" y="4222750"/>
          <p14:tracePt t="352518" x="1003300" y="4222750"/>
          <p14:tracePt t="352669" x="1003300" y="4229100"/>
          <p14:tracePt t="353267" x="1009650" y="4229100"/>
          <p14:tracePt t="353337" x="1016000" y="4229100"/>
          <p14:tracePt t="353372" x="1016000" y="4222750"/>
          <p14:tracePt t="353421" x="1022350" y="4216400"/>
          <p14:tracePt t="353428" x="1028700" y="4210050"/>
          <p14:tracePt t="353450" x="1035050" y="4210050"/>
          <p14:tracePt t="353456" x="1035050" y="4203700"/>
          <p14:tracePt t="353470" x="1041400" y="4203700"/>
          <p14:tracePt t="353481" x="1047750" y="4197350"/>
          <p14:tracePt t="353498" x="1054100" y="4197350"/>
          <p14:tracePt t="353514" x="1054100" y="4191000"/>
          <p14:tracePt t="353531" x="1073150" y="4178300"/>
          <p14:tracePt t="353548" x="1098550" y="4152900"/>
          <p14:tracePt t="353564" x="1111250" y="4140200"/>
          <p14:tracePt t="353581" x="1136650" y="4121150"/>
          <p14:tracePt t="353597" x="1174750" y="4089400"/>
          <p14:tracePt t="353614" x="1187450" y="4083050"/>
          <p14:tracePt t="353632" x="1212850" y="4070350"/>
          <p14:tracePt t="353648" x="1231900" y="4070350"/>
          <p14:tracePt t="353664" x="1257300" y="4064000"/>
          <p14:tracePt t="353681" x="1276350" y="4064000"/>
          <p14:tracePt t="353697" x="1289050" y="4057650"/>
          <p14:tracePt t="353714" x="1301750" y="4057650"/>
          <p14:tracePt t="353731" x="1308100" y="4051300"/>
          <p14:tracePt t="353764" x="1308100" y="4044950"/>
          <p14:tracePt t="353780" x="1308100" y="4038600"/>
          <p14:tracePt t="353829" x="1308100" y="4032250"/>
          <p14:tracePt t="353849" x="1301750" y="4025900"/>
          <p14:tracePt t="353871" x="1295400" y="4025900"/>
          <p14:tracePt t="353878" x="1289050" y="4025900"/>
          <p14:tracePt t="353899" x="1282700" y="4025900"/>
          <p14:tracePt t="353920" x="1276350" y="4025900"/>
          <p14:tracePt t="353969" x="1270000" y="4025900"/>
          <p14:tracePt t="353990" x="1263650" y="4025900"/>
          <p14:tracePt t="354005" x="1257300" y="4032250"/>
          <p14:tracePt t="354019" x="1250950" y="4032250"/>
          <p14:tracePt t="354033" x="1238250" y="4032250"/>
          <p14:tracePt t="354039" x="1231900" y="4051300"/>
          <p14:tracePt t="354054" x="1219200" y="4064000"/>
          <p14:tracePt t="354062" x="1200150" y="4076700"/>
          <p14:tracePt t="354079" x="1187450" y="4089400"/>
          <p14:tracePt t="354096" x="1143000" y="4133850"/>
          <p14:tracePt t="354112" x="1104900" y="4184650"/>
          <p14:tracePt t="354129" x="1092200" y="4210050"/>
          <p14:tracePt t="354146" x="1066800" y="4248150"/>
          <p14:tracePt t="354162" x="1060450" y="4292600"/>
          <p14:tracePt t="354179" x="1066800" y="4324350"/>
          <p14:tracePt t="354196" x="1073150" y="4337050"/>
          <p14:tracePt t="354212" x="1085850" y="4343400"/>
          <p14:tracePt t="354230" x="1111250" y="4362450"/>
          <p14:tracePt t="354245" x="1123950" y="4362450"/>
          <p14:tracePt t="354279" x="1136650" y="4362450"/>
          <p14:tracePt t="354296" x="1149350" y="4362450"/>
          <p14:tracePt t="354334" x="1149350" y="4356100"/>
          <p14:tracePt t="354345" x="1155700" y="4356100"/>
          <p14:tracePt t="354370" x="1162050" y="4356100"/>
          <p14:tracePt t="354391" x="1168400" y="4349750"/>
          <p14:tracePt t="354413" x="1174750" y="4343400"/>
          <p14:tracePt t="354426" x="1174750" y="4337050"/>
          <p14:tracePt t="354433" x="1181100" y="4330700"/>
          <p14:tracePt t="354444" x="1181100" y="4324350"/>
          <p14:tracePt t="354462" x="1193800" y="4298950"/>
          <p14:tracePt t="354478" x="1200150" y="4286250"/>
          <p14:tracePt t="354495" x="1206500" y="4260850"/>
          <p14:tracePt t="354511" x="1206500" y="4191000"/>
          <p14:tracePt t="354528" x="1206500" y="4152900"/>
          <p14:tracePt t="354546" x="1187450" y="4102100"/>
          <p14:tracePt t="354561" x="1181100" y="4070350"/>
          <p14:tracePt t="354578" x="1155700" y="4025900"/>
          <p14:tracePt t="354595" x="1117600" y="3994150"/>
          <p14:tracePt t="354611" x="1098550" y="3981450"/>
          <p14:tracePt t="354628" x="1060450" y="3949700"/>
          <p14:tracePt t="354645" x="1022350" y="3930650"/>
          <p14:tracePt t="354666" x="990600" y="3917950"/>
          <p14:tracePt t="354680" x="984250" y="3917950"/>
          <p14:tracePt t="354694" x="977900" y="3917950"/>
          <p14:tracePt t="354711" x="971550" y="3917950"/>
          <p14:tracePt t="354727" x="965200" y="3917950"/>
          <p14:tracePt t="354744" x="958850" y="3924300"/>
          <p14:tracePt t="354760" x="952500" y="3924300"/>
          <p14:tracePt t="354778" x="946150" y="3937000"/>
          <p14:tracePt t="354793" x="946150" y="3949700"/>
          <p14:tracePt t="354810" x="946150" y="3956050"/>
          <p14:tracePt t="354827" x="946150" y="3962400"/>
          <p14:tracePt t="354843" x="946150" y="3968750"/>
          <p14:tracePt t="354860" x="946150" y="3981450"/>
          <p14:tracePt t="354877" x="952500" y="4006850"/>
          <p14:tracePt t="354893" x="958850" y="4019550"/>
          <p14:tracePt t="354910" x="984250" y="4064000"/>
          <p14:tracePt t="354927" x="1035050" y="4127500"/>
          <p14:tracePt t="354943" x="1066800" y="4152900"/>
          <p14:tracePt t="354960" x="1143000" y="4203700"/>
          <p14:tracePt t="354976" x="1219200" y="4248150"/>
          <p14:tracePt t="354993" x="1276350" y="4267200"/>
          <p14:tracePt t="355010" x="1358900" y="4279900"/>
          <p14:tracePt t="355026" x="1428750" y="4279900"/>
          <p14:tracePt t="355043" x="1447800" y="4273550"/>
          <p14:tracePt t="355059" x="1485900" y="4254500"/>
          <p14:tracePt t="355076" x="1504950" y="4222750"/>
          <p14:tracePt t="355093" x="1504950" y="4191000"/>
          <p14:tracePt t="355109" x="1504950" y="4178300"/>
          <p14:tracePt t="355126" x="1504950" y="4165600"/>
          <p14:tracePt t="355143" x="1492250" y="4127500"/>
          <p14:tracePt t="355159" x="1473200" y="4114800"/>
          <p14:tracePt t="355176" x="1460500" y="4095750"/>
          <p14:tracePt t="355192" x="1409700" y="4057650"/>
          <p14:tracePt t="355209" x="1346200" y="4019550"/>
          <p14:tracePt t="355226" x="1301750" y="4000500"/>
          <p14:tracePt t="355242" x="1225550" y="3968750"/>
          <p14:tracePt t="355259" x="1155700" y="3949700"/>
          <p14:tracePt t="355276" x="1130300" y="3949700"/>
          <p14:tracePt t="355291" x="1085850" y="3943350"/>
          <p14:tracePt t="355308" x="1054100" y="3943350"/>
          <p14:tracePt t="355326" x="1041400" y="3949700"/>
          <p14:tracePt t="355341" x="1035050" y="3949700"/>
          <p14:tracePt t="355358" x="1028700" y="3968750"/>
          <p14:tracePt t="355375" x="1028700" y="3975100"/>
          <p14:tracePt t="355391" x="1022350" y="3981450"/>
          <p14:tracePt t="355408" x="1022350" y="3994150"/>
          <p14:tracePt t="355425" x="1016000" y="4019550"/>
          <p14:tracePt t="355441" x="1016000" y="4025900"/>
          <p14:tracePt t="355459" x="1016000" y="4044950"/>
          <p14:tracePt t="355474" x="1016000" y="4051300"/>
          <p14:tracePt t="355491" x="1016000" y="4076700"/>
          <p14:tracePt t="355509" x="1028700" y="4114800"/>
          <p14:tracePt t="355524" x="1035050" y="4140200"/>
          <p14:tracePt t="355541" x="1073150" y="4165600"/>
          <p14:tracePt t="355558" x="1111250" y="4197350"/>
          <p14:tracePt t="355574" x="1143000" y="4210050"/>
          <p14:tracePt t="355591" x="1219200" y="4235450"/>
          <p14:tracePt t="355607" x="1308100" y="4241800"/>
          <p14:tracePt t="355624" x="1352550" y="4241800"/>
          <p14:tracePt t="355642" x="1435100" y="4222750"/>
          <p14:tracePt t="355657" x="1498600" y="4191000"/>
          <p14:tracePt t="355674" x="1517650" y="4178300"/>
          <p14:tracePt t="355691" x="1555750" y="4146550"/>
          <p14:tracePt t="355707" x="1568450" y="4108450"/>
          <p14:tracePt t="355724" x="1568450" y="4095750"/>
          <p14:tracePt t="355740" x="1568450" y="4083050"/>
          <p14:tracePt t="355757" x="1568450" y="4070350"/>
          <p14:tracePt t="355774" x="1562100" y="4057650"/>
          <p14:tracePt t="355790" x="1543050" y="4051300"/>
          <p14:tracePt t="355807" x="1536700" y="4044950"/>
          <p14:tracePt t="355824" x="1524000" y="4038600"/>
          <p14:tracePt t="355840" x="1498600" y="4032250"/>
          <p14:tracePt t="355857" x="1485900" y="4032250"/>
          <p14:tracePt t="355873" x="1454150" y="4032250"/>
          <p14:tracePt t="355890" x="1403350" y="4032250"/>
          <p14:tracePt t="355907" x="1384300" y="4032250"/>
          <p14:tracePt t="355923" x="1333500" y="4038600"/>
          <p14:tracePt t="355939" x="1282700" y="4057650"/>
          <p14:tracePt t="355956" x="1270000" y="4070350"/>
          <p14:tracePt t="355960" x="1257300" y="4076700"/>
          <p14:tracePt t="355973" x="1244600" y="4089400"/>
          <p14:tracePt t="355989" x="1231900" y="4114800"/>
          <p14:tracePt t="356008" x="1206500" y="4152900"/>
          <p14:tracePt t="356023" x="1206500" y="4159250"/>
          <p14:tracePt t="356039" x="1200150" y="4171950"/>
          <p14:tracePt t="356057" x="1200150" y="4210050"/>
          <p14:tracePt t="356072" x="1206500" y="4235450"/>
          <p14:tracePt t="356089" x="1206500" y="4241800"/>
          <p14:tracePt t="356106" x="1219200" y="4273550"/>
          <p14:tracePt t="356122" x="1225550" y="4286250"/>
          <p14:tracePt t="356139" x="1231900" y="4286250"/>
          <p14:tracePt t="356155" x="1250950" y="4292600"/>
          <p14:tracePt t="356172" x="1263650" y="4292600"/>
          <p14:tracePt t="356189" x="1270000" y="4292600"/>
          <p14:tracePt t="356222" x="1282700" y="4279900"/>
          <p14:tracePt t="356239" x="1289050" y="4260850"/>
          <p14:tracePt t="356255" x="1289050" y="4248150"/>
          <p14:tracePt t="356272" x="1295400" y="4222750"/>
          <p14:tracePt t="356289" x="1295400" y="4184650"/>
          <p14:tracePt t="356305" x="1295400" y="4165600"/>
          <p14:tracePt t="356322" x="1289050" y="4140200"/>
          <p14:tracePt t="356338" x="1250950" y="4070350"/>
          <p14:tracePt t="356355" x="1231900" y="4057650"/>
          <p14:tracePt t="356372" x="1206500" y="4032250"/>
          <p14:tracePt t="356388" x="1162050" y="4000500"/>
          <p14:tracePt t="356405" x="1092200" y="3962400"/>
          <p14:tracePt t="356422" x="1041400" y="3949700"/>
          <p14:tracePt t="356438" x="1022350" y="3949700"/>
          <p14:tracePt t="356455" x="984250" y="3943350"/>
          <p14:tracePt t="356472" x="971550" y="3949700"/>
          <p14:tracePt t="356488" x="958850" y="3949700"/>
          <p14:tracePt t="356505" x="952500" y="3962400"/>
          <p14:tracePt t="356521" x="946150" y="3968750"/>
          <p14:tracePt t="356538" x="946150" y="3975100"/>
          <p14:tracePt t="356556" x="946150" y="3987800"/>
          <p14:tracePt t="356571" x="946150" y="4000500"/>
          <p14:tracePt t="356588" x="946150" y="4006850"/>
          <p14:tracePt t="356605" x="946150" y="4019550"/>
          <p14:tracePt t="356621" x="946150" y="4032250"/>
          <p14:tracePt t="356638" x="952500" y="4044950"/>
          <p14:tracePt t="356654" x="958850" y="4064000"/>
          <p14:tracePt t="356671" x="965200" y="4064000"/>
          <p14:tracePt t="356688" x="984250" y="4089400"/>
          <p14:tracePt t="356704" x="1009650" y="4121150"/>
          <p14:tracePt t="356720" x="1022350" y="4140200"/>
          <p14:tracePt t="356738" x="1073150" y="4171950"/>
          <p14:tracePt t="356753" x="1149350" y="4203700"/>
          <p14:tracePt t="356770" x="1187450" y="4210050"/>
          <p14:tracePt t="356788" x="1295400" y="4235450"/>
          <p14:tracePt t="356803" x="1416050" y="4248150"/>
          <p14:tracePt t="356820" x="1454150" y="4248150"/>
          <p14:tracePt t="356837" x="1517650" y="4235450"/>
          <p14:tracePt t="356853" x="1536700" y="4216400"/>
          <p14:tracePt t="356870" x="1543050" y="4197350"/>
          <p14:tracePt t="356887" x="1543050" y="4171950"/>
          <p14:tracePt t="356903" x="1543050" y="4146550"/>
          <p14:tracePt t="356920" x="1536700" y="4133850"/>
          <p14:tracePt t="356936" x="1530350" y="4127500"/>
          <p14:tracePt t="356953" x="1517650" y="4121150"/>
          <p14:tracePt t="356970" x="1492250" y="4102100"/>
          <p14:tracePt t="356986" x="1485900" y="4102100"/>
          <p14:tracePt t="356990" x="1473200" y="4095750"/>
          <p14:tracePt t="357019" x="1447800" y="4083050"/>
          <p14:tracePt t="357036" x="1409700" y="4064000"/>
          <p14:tracePt t="357052" x="1390650" y="4064000"/>
          <p14:tracePt t="357069" x="1327150" y="4044950"/>
          <p14:tracePt t="357086" x="1270000" y="4038600"/>
          <p14:tracePt t="357104" x="1244600" y="4038600"/>
          <p14:tracePt t="357119" x="1206500" y="4038600"/>
          <p14:tracePt t="357136" x="1174750" y="4044950"/>
          <p14:tracePt t="357153" x="1162050" y="4051300"/>
          <p14:tracePt t="357186" x="1149350" y="4064000"/>
          <p14:tracePt t="357202" x="1143000" y="4070350"/>
          <p14:tracePt t="357219" x="1136650" y="4076700"/>
          <p14:tracePt t="357235" x="1130300" y="4076700"/>
          <p14:tracePt t="357252" x="1123950" y="4089400"/>
          <p14:tracePt t="357268" x="1123950" y="4095750"/>
          <p14:tracePt t="357285" x="1117600" y="4102100"/>
          <p14:tracePt t="357302" x="1117600" y="4108450"/>
          <p14:tracePt t="357318" x="1111250" y="4114800"/>
          <p14:tracePt t="357343" x="1111250" y="4121150"/>
          <p14:tracePt t="357356" x="1111250" y="4127500"/>
          <p14:tracePt t="357386" x="1111250" y="4133850"/>
          <p14:tracePt t="357392" x="1111250" y="4140200"/>
          <p14:tracePt t="357406" x="1111250" y="4146550"/>
          <p14:tracePt t="357433" x="1111250" y="4152900"/>
          <p14:tracePt t="357497" x="1111250" y="4159250"/>
          <p14:tracePt t="357534" x="1104900" y="4165600"/>
          <p14:tracePt t="357918" x="1117600" y="4165600"/>
          <p14:tracePt t="357924" x="1155700" y="4165600"/>
          <p14:tracePt t="357938" x="1206500" y="4165600"/>
          <p14:tracePt t="357949" x="1270000" y="4165600"/>
          <p14:tracePt t="357967" x="1416050" y="4165600"/>
          <p14:tracePt t="357982" x="1492250" y="4165600"/>
          <p14:tracePt t="357999" x="1695450" y="4165600"/>
          <p14:tracePt t="358016" x="1911350" y="4178300"/>
          <p14:tracePt t="358032" x="2012950" y="4184650"/>
          <p14:tracePt t="358049" x="2114550" y="4197350"/>
          <p14:tracePt t="358066" x="2324100" y="4178300"/>
          <p14:tracePt t="358082" x="2387600" y="4159250"/>
          <p14:tracePt t="358099" x="2444750" y="4121150"/>
          <p14:tracePt t="358115" x="2533650" y="4064000"/>
          <p14:tracePt t="358132" x="2603500" y="4025900"/>
          <p14:tracePt t="358150" x="2647950" y="4000500"/>
          <p14:tracePt t="358165" x="2667000" y="3987800"/>
          <p14:tracePt t="358182" x="2692400" y="3975100"/>
          <p14:tracePt t="358199" x="2711450" y="3975100"/>
          <p14:tracePt t="358215" x="2717800" y="3975100"/>
          <p14:tracePt t="358232" x="2724150" y="3975100"/>
          <p14:tracePt t="358248" x="2736850" y="3968750"/>
          <p14:tracePt t="358265" x="2743200" y="3968750"/>
          <p14:tracePt t="358282" x="2755900" y="3968750"/>
          <p14:tracePt t="358298" x="2762250" y="3968750"/>
          <p14:tracePt t="358332" x="2774950" y="3968750"/>
          <p14:tracePt t="358348" x="2781300" y="3968750"/>
          <p14:tracePt t="358384" x="2781300" y="3975100"/>
          <p14:tracePt t="358398" x="2781300" y="3981450"/>
          <p14:tracePt t="358418" x="2774950" y="3981450"/>
          <p14:tracePt t="358437" x="2768600" y="3987800"/>
          <p14:tracePt t="358465" x="2768600" y="3994150"/>
          <p14:tracePt t="358479" x="2768600" y="4000500"/>
          <p14:tracePt t="358891" x="2743200" y="4000500"/>
          <p14:tracePt t="358898" x="2743200" y="4006850"/>
          <p14:tracePt t="358914" x="2730500" y="4013200"/>
          <p14:tracePt t="358919" x="2724150" y="4013200"/>
          <p14:tracePt t="358933" x="2711450" y="4019550"/>
          <p14:tracePt t="358946" x="2692400" y="4025900"/>
          <p14:tracePt t="358962" x="2667000" y="4038600"/>
          <p14:tracePt t="358979" x="2654300" y="4038600"/>
          <p14:tracePt t="358997" x="2635250" y="4044950"/>
          <p14:tracePt t="359012" x="2609850" y="4051300"/>
          <p14:tracePt t="359029" x="2603500" y="4051300"/>
          <p14:tracePt t="359046" x="2584450" y="4064000"/>
          <p14:tracePt t="359062" x="2571750" y="4070350"/>
          <p14:tracePt t="359078" x="2565400" y="4070350"/>
          <p14:tracePt t="359096" x="2552700" y="4076700"/>
          <p14:tracePt t="359112" x="2546350" y="4076700"/>
          <p14:tracePt t="359146" x="2540000" y="4083050"/>
          <p14:tracePt t="359172" x="2533650" y="4083050"/>
          <p14:tracePt t="359200" x="2533650" y="4089400"/>
          <p14:tracePt t="359222" x="2533650" y="4095750"/>
          <p14:tracePt t="359243" x="2540000" y="4095750"/>
          <p14:tracePt t="359250" x="2546350" y="4102100"/>
          <p14:tracePt t="359271" x="2552700" y="4102100"/>
          <p14:tracePt t="359285" x="2559050" y="4108450"/>
          <p14:tracePt t="359294" x="2565400" y="4108450"/>
          <p14:tracePt t="359311" x="2578100" y="4114800"/>
          <p14:tracePt t="359327" x="2628900" y="4121150"/>
          <p14:tracePt t="359345" x="2698750" y="4121150"/>
          <p14:tracePt t="359362" x="2800350" y="4121150"/>
          <p14:tracePt t="359378" x="2825750" y="4121150"/>
          <p14:tracePt t="359394" x="2914650" y="4121150"/>
          <p14:tracePt t="359411" x="2971800" y="4121150"/>
          <p14:tracePt t="359427" x="2990850" y="4121150"/>
          <p14:tracePt t="359444" x="3003550" y="4121150"/>
          <p14:tracePt t="359461" x="3028950" y="4121150"/>
          <p14:tracePt t="359587" x="3022600" y="4121150"/>
          <p14:tracePt t="359601" x="3016250" y="4114800"/>
          <p14:tracePt t="359608" x="3016250" y="4108450"/>
          <p14:tracePt t="359999" x="3048000" y="4114800"/>
          <p14:tracePt t="360005" x="3105150" y="4146550"/>
          <p14:tracePt t="360013" x="3175000" y="4171950"/>
          <p14:tracePt t="360028" x="3251200" y="4203700"/>
          <p14:tracePt t="360042" x="3359150" y="4235450"/>
          <p14:tracePt t="360059" x="3549650" y="4298950"/>
          <p14:tracePt t="360077" x="3708400" y="4324350"/>
          <p14:tracePt t="360092" x="3784600" y="4337050"/>
          <p14:tracePt t="360108" x="3917950" y="4343400"/>
          <p14:tracePt t="360125" x="4044950" y="4356100"/>
          <p14:tracePt t="360142" x="4095750" y="4356100"/>
          <p14:tracePt t="360159" x="4140200" y="4356100"/>
          <p14:tracePt t="360175" x="4159250" y="4356100"/>
          <p14:tracePt t="360266" x="4152900" y="4356100"/>
          <p14:tracePt t="360294" x="4146550" y="4356100"/>
          <p14:tracePt t="360329" x="4140200" y="4356100"/>
          <p14:tracePt t="360357" x="4133850" y="4356100"/>
          <p14:tracePt t="360385" x="4127500" y="4356100"/>
          <p14:tracePt t="360427" x="4121150" y="4356100"/>
          <p14:tracePt t="360434" x="4114800" y="4356100"/>
          <p14:tracePt t="360449" x="4108450" y="4356100"/>
          <p14:tracePt t="360457" x="4102100" y="4356100"/>
          <p14:tracePt t="360474" x="4095750" y="4356100"/>
          <p14:tracePt t="360491" x="4076700" y="4356100"/>
          <p14:tracePt t="360508" x="4038600" y="4356100"/>
          <p14:tracePt t="360525" x="4019550" y="4356100"/>
          <p14:tracePt t="360541" x="3968750" y="4356100"/>
          <p14:tracePt t="360557" x="3949700" y="4362450"/>
          <p14:tracePt t="360574" x="3898900" y="4368800"/>
          <p14:tracePt t="360577" x="3886200" y="4368800"/>
          <p14:tracePt t="360590" x="3867150" y="4368800"/>
          <p14:tracePt t="360607" x="3860800" y="4368800"/>
          <p14:tracePt t="360624" x="3848100" y="4375150"/>
          <p14:tracePt t="360640" x="3841750" y="4375150"/>
          <p14:tracePt t="360737" x="3841750" y="4381500"/>
          <p14:tracePt t="360758" x="3848100" y="4381500"/>
          <p14:tracePt t="360779" x="3860800" y="4387850"/>
          <p14:tracePt t="360786" x="3867150" y="4387850"/>
          <p14:tracePt t="360800" x="3879850" y="4387850"/>
          <p14:tracePt t="360809" x="3898900" y="4394200"/>
          <p14:tracePt t="360823" x="3937000" y="4400550"/>
          <p14:tracePt t="360840" x="4032250" y="4413250"/>
          <p14:tracePt t="360856" x="4178300" y="4432300"/>
          <p14:tracePt t="360873" x="4241800" y="4432300"/>
          <p14:tracePt t="360889" x="4330700" y="4432300"/>
          <p14:tracePt t="360906" x="4495800" y="4425950"/>
          <p14:tracePt t="360922" x="4648200" y="4406900"/>
          <p14:tracePt t="360941" x="4794250" y="4375150"/>
          <p14:tracePt t="360956" x="4851400" y="4368800"/>
          <p14:tracePt t="360972" x="4927600" y="4362450"/>
          <p14:tracePt t="360990" x="4991100" y="4349750"/>
          <p14:tracePt t="361005" x="5010150" y="4349750"/>
          <p14:tracePt t="361022" x="5022850" y="4349750"/>
          <p14:tracePt t="361039" x="5035550" y="4349750"/>
          <p14:tracePt t="361158" x="5035550" y="4343400"/>
          <p14:tracePt t="361179" x="5029200" y="4343400"/>
          <p14:tracePt t="361207" x="5022850" y="4343400"/>
          <p14:tracePt t="361229" x="5016500" y="4343400"/>
          <p14:tracePt t="361250" x="5010150" y="4343400"/>
          <p14:tracePt t="361263" x="5003800" y="4343400"/>
          <p14:tracePt t="361272" x="4997450" y="4343400"/>
          <p14:tracePt t="361288" x="4984750" y="4337050"/>
          <p14:tracePt t="361305" x="4933950" y="4337050"/>
          <p14:tracePt t="361321" x="4851400" y="4330700"/>
          <p14:tracePt t="361338" x="4787900" y="4318000"/>
          <p14:tracePt t="361355" x="4648200" y="4311650"/>
          <p14:tracePt t="361371" x="4502150" y="4298950"/>
          <p14:tracePt t="361387" x="4438650" y="4292600"/>
          <p14:tracePt t="361404" x="4305300" y="4273550"/>
          <p14:tracePt t="361421" x="4222750" y="4260850"/>
          <p14:tracePt t="361437" x="4203700" y="4260850"/>
          <p14:tracePt t="361454" x="4165600" y="4260850"/>
          <p14:tracePt t="361470" x="4152900" y="4260850"/>
          <p14:tracePt t="361487" x="4133850" y="4260850"/>
          <p14:tracePt t="361504" x="4127500" y="4260850"/>
          <p14:tracePt t="361552" x="4133850" y="4260850"/>
          <p14:tracePt t="361559" x="4146550" y="4267200"/>
          <p14:tracePt t="361573" x="4152900" y="4267200"/>
          <p14:tracePt t="361587" x="4165600" y="4273550"/>
          <p14:tracePt t="361603" x="4197350" y="4273550"/>
          <p14:tracePt t="361620" x="4235450" y="4273550"/>
          <p14:tracePt t="361637" x="4305300" y="4279900"/>
          <p14:tracePt t="361653" x="4432300" y="4279900"/>
          <p14:tracePt t="361670" x="4521200" y="4279900"/>
          <p14:tracePt t="361686" x="4737100" y="4279900"/>
          <p14:tracePt t="361703" x="4991100" y="4254500"/>
          <p14:tracePt t="361721" x="5232400" y="4216400"/>
          <p14:tracePt t="361736" x="5346700" y="4191000"/>
          <p14:tracePt t="361753" x="5454650" y="4159250"/>
          <p14:tracePt t="361770" x="5734050" y="4102100"/>
          <p14:tracePt t="361786" x="5803900" y="4083050"/>
          <p14:tracePt t="361803" x="5854700" y="4070350"/>
          <p14:tracePt t="361819" x="5930900" y="4051300"/>
          <p14:tracePt t="361836" x="5962650" y="4038600"/>
          <p14:tracePt t="361853" x="5975350" y="4032250"/>
          <p14:tracePt t="361869" x="5988050" y="4032250"/>
          <p14:tracePt t="361886" x="5994400" y="4032250"/>
          <p14:tracePt t="361966" x="5988050" y="4032250"/>
          <p14:tracePt t="362002" x="5981700" y="4038600"/>
          <p14:tracePt t="362023" x="5975350" y="4038600"/>
          <p14:tracePt t="362044" x="5969000" y="4044950"/>
          <p14:tracePt t="362072" x="5962650" y="4044950"/>
          <p14:tracePt t="362093" x="5956300" y="4044950"/>
          <p14:tracePt t="362107" x="5949950" y="4044950"/>
          <p14:tracePt t="362114" x="5943600" y="4044950"/>
          <p14:tracePt t="362121" x="5937250" y="4051300"/>
          <p14:tracePt t="362138" x="5930900" y="4051300"/>
          <p14:tracePt t="362151" x="5924550" y="4051300"/>
          <p14:tracePt t="362168" x="5880100" y="4057650"/>
          <p14:tracePt t="362185" x="5797550" y="4064000"/>
          <p14:tracePt t="362201" x="5746750" y="4083050"/>
          <p14:tracePt t="362218" x="5588000" y="4102100"/>
          <p14:tracePt t="362235" x="5441950" y="4133850"/>
          <p14:tracePt t="362251" x="5378450" y="4140200"/>
          <p14:tracePt t="362268" x="5270500" y="4165600"/>
          <p14:tracePt t="362284" x="5226050" y="4184650"/>
          <p14:tracePt t="362301" x="5207000" y="4191000"/>
          <p14:tracePt t="362318" x="5207000" y="4197350"/>
          <p14:tracePt t="362334" x="5219700" y="4203700"/>
          <p14:tracePt t="362350" x="5232400" y="4203700"/>
          <p14:tracePt t="362368" x="5270500" y="4210050"/>
          <p14:tracePt t="362384" x="5302250" y="4222750"/>
          <p14:tracePt t="362401" x="5397500" y="4235450"/>
          <p14:tracePt t="362417" x="5537200" y="4254500"/>
          <p14:tracePt t="362434" x="5632450" y="4267200"/>
          <p14:tracePt t="362451" x="5803900" y="4267200"/>
          <p14:tracePt t="362467" x="5962650" y="4273550"/>
          <p14:tracePt t="362484" x="6038850" y="4273550"/>
          <p14:tracePt t="362501" x="6203950" y="4254500"/>
          <p14:tracePt t="362517" x="6388100" y="4235450"/>
          <p14:tracePt t="362533" x="6464300" y="4216400"/>
          <p14:tracePt t="362550" x="6597650" y="4178300"/>
          <p14:tracePt t="362567" x="6711950" y="4121150"/>
          <p14:tracePt t="362583" x="6756400" y="4095750"/>
          <p14:tracePt t="362587" x="6800850" y="4076700"/>
          <p14:tracePt t="362601" x="6832600" y="4057650"/>
          <p14:tracePt t="362617" x="6864350" y="4051300"/>
          <p14:tracePt t="362634" x="6896100" y="4051300"/>
          <p14:tracePt t="362650" x="6902450" y="4051300"/>
          <p14:tracePt t="362667" x="6908800" y="4051300"/>
          <p14:tracePt t="362683" x="6915150" y="4051300"/>
          <p14:tracePt t="362716" x="6915150" y="4057650"/>
          <p14:tracePt t="362733" x="6915150" y="4064000"/>
          <p14:tracePt t="362749" x="6915150" y="4070350"/>
          <p14:tracePt t="362770" x="6921500" y="4070350"/>
          <p14:tracePt t="362783" x="6921500" y="4076700"/>
          <p14:tracePt t="362799" x="6953250" y="4089400"/>
          <p14:tracePt t="362817" x="7004050" y="4114800"/>
          <p14:tracePt t="362832" x="7035800" y="4127500"/>
          <p14:tracePt t="362849" x="7112000" y="4152900"/>
          <p14:tracePt t="362866" x="7194550" y="4178300"/>
          <p14:tracePt t="362882" x="7245350" y="4191000"/>
          <p14:tracePt t="362899" x="7340600" y="4191000"/>
          <p14:tracePt t="362916" x="7429500" y="4191000"/>
          <p14:tracePt t="362932" x="7448550" y="4184650"/>
          <p14:tracePt t="362949" x="7480300" y="4184650"/>
          <p14:tracePt t="362967" x="7524750" y="4178300"/>
          <p14:tracePt t="362983" x="7531100" y="4178300"/>
          <p14:tracePt t="362999" x="7543800" y="4178300"/>
          <p14:tracePt t="363056" x="7550150" y="4178300"/>
          <p14:tracePt t="363077" x="7556500" y="4178300"/>
          <p14:tracePt t="363091" x="7562850" y="4178300"/>
          <p14:tracePt t="363105" x="7569200" y="4178300"/>
          <p14:tracePt t="363119" x="7575550" y="4178300"/>
          <p14:tracePt t="363131" x="7581900" y="4178300"/>
          <p14:tracePt t="363149" x="7588250" y="4178300"/>
          <p14:tracePt t="363164" x="7594600" y="4178300"/>
          <p14:tracePt t="363182" x="7620000" y="4171950"/>
          <p14:tracePt t="363198" x="7658100" y="4171950"/>
          <p14:tracePt t="363215" x="7689850" y="4165600"/>
          <p14:tracePt t="363232" x="7753350" y="4165600"/>
          <p14:tracePt t="363248" x="7861300" y="4165600"/>
          <p14:tracePt t="363265" x="7924800" y="4171950"/>
          <p14:tracePt t="363281" x="8070850" y="4210050"/>
          <p14:tracePt t="363297" x="8140700" y="4235450"/>
          <p14:tracePt t="363314" x="8312150" y="4311650"/>
          <p14:tracePt t="363331" x="8458200" y="4381500"/>
          <p14:tracePt t="363347" x="8528050" y="4400550"/>
          <p14:tracePt t="363365" x="8591550" y="4432300"/>
          <p14:tracePt t="363380" x="8623300" y="4445000"/>
          <p14:tracePt t="363398" x="8629650" y="4445000"/>
          <p14:tracePt t="363414" x="8629650" y="4451350"/>
          <p14:tracePt t="363569" x="8629650" y="4445000"/>
          <p14:tracePt t="363598" x="8623300" y="4445000"/>
          <p14:tracePt t="363638" x="8616950" y="4445000"/>
          <p14:tracePt t="363660" x="8610600" y="4438650"/>
          <p14:tracePt t="363667" x="8604250" y="4438650"/>
          <p14:tracePt t="363689" x="8597900" y="4438650"/>
          <p14:tracePt t="363710" x="8591550" y="4438650"/>
          <p14:tracePt t="363724" x="8572500" y="4438650"/>
          <p14:tracePt t="363732" x="8559800" y="4432300"/>
          <p14:tracePt t="363746" x="8547100" y="4425950"/>
          <p14:tracePt t="363762" x="8502650" y="4419600"/>
          <p14:tracePt t="363780" x="8451850" y="4406900"/>
          <p14:tracePt t="363796" x="8426450" y="4394200"/>
          <p14:tracePt t="363812" x="8382000" y="4381500"/>
          <p14:tracePt t="363829" x="8331200" y="4362450"/>
          <p14:tracePt t="363846" x="8312150" y="4356100"/>
          <p14:tracePt t="363862" x="8286750" y="4337050"/>
          <p14:tracePt t="363879" x="8223250" y="4318000"/>
          <p14:tracePt t="363896" x="8204200" y="4305300"/>
          <p14:tracePt t="363912" x="8172450" y="4292600"/>
          <p14:tracePt t="363929" x="8121650" y="4267200"/>
          <p14:tracePt t="363946" x="8089900" y="4248150"/>
          <p14:tracePt t="363962" x="8058150" y="4235450"/>
          <p14:tracePt t="363978" x="8051800" y="4229100"/>
          <p14:tracePt t="363995" x="8032750" y="4222750"/>
          <p14:tracePt t="364012" x="8020050" y="4216400"/>
          <p14:tracePt t="364029" x="8020050" y="4210050"/>
          <p14:tracePt t="364045" x="8013700" y="4210050"/>
          <p14:tracePt t="364078" x="8013700" y="4203700"/>
          <p14:tracePt t="364124" x="8013700" y="4197350"/>
          <p14:tracePt t="364181" x="8013700" y="4191000"/>
          <p14:tracePt t="364216" x="8013700" y="4184650"/>
          <p14:tracePt t="364244" x="8013700" y="4178300"/>
          <p14:tracePt t="364272" x="8013700" y="4171950"/>
          <p14:tracePt t="364356" x="8013700" y="4165600"/>
          <p14:tracePt t="364441" x="8020050" y="4165600"/>
          <p14:tracePt t="364567" x="8026400" y="4165600"/>
          <p14:tracePt t="364602" x="8026400" y="4171950"/>
          <p14:tracePt t="364637" x="8026400" y="4178300"/>
          <p14:tracePt t="364686" x="8032750" y="4184650"/>
          <p14:tracePt t="364708" x="8032750" y="4191000"/>
          <p14:tracePt t="364736" x="8045450" y="4191000"/>
          <p14:tracePt t="364757" x="8051800" y="4191000"/>
          <p14:tracePt t="364778" x="8058150" y="4197350"/>
          <p14:tracePt t="364794" x="8070850" y="4197350"/>
          <p14:tracePt t="364806" x="8089900" y="4197350"/>
          <p14:tracePt t="364813" x="8102600" y="4197350"/>
          <p14:tracePt t="364828" x="8134350" y="4203700"/>
          <p14:tracePt t="364842" x="8153400" y="4203700"/>
          <p14:tracePt t="364859" x="8216900" y="4203700"/>
          <p14:tracePt t="364876" x="8299450" y="4203700"/>
          <p14:tracePt t="364892" x="8337550" y="4203700"/>
          <p14:tracePt t="364909" x="8413750" y="4203700"/>
          <p14:tracePt t="364926" x="8483600" y="4210050"/>
          <p14:tracePt t="364942" x="8502650" y="4210050"/>
          <p14:tracePt t="364958" x="8540750" y="4210050"/>
          <p14:tracePt t="364975" x="8553450" y="4210050"/>
          <p14:tracePt t="364991" x="8559800" y="4203700"/>
          <p14:tracePt t="365094" x="8553450" y="4203700"/>
          <p14:tracePt t="365136" x="8547100" y="4203700"/>
          <p14:tracePt t="365165" x="8540750" y="4203700"/>
          <p14:tracePt t="365200" x="8534400" y="4203700"/>
          <p14:tracePt t="365256" x="8528050" y="4203700"/>
          <p14:tracePt t="365298" x="8521700" y="4210050"/>
          <p14:tracePt t="365769" x="8515350" y="4210050"/>
          <p14:tracePt t="365811" x="8509000" y="4210050"/>
          <p14:tracePt t="365818" x="8502650" y="4210050"/>
          <p14:tracePt t="365846" x="8496300" y="4210050"/>
          <p14:tracePt t="365860" x="8489950" y="4210050"/>
          <p14:tracePt t="365867" x="8483600" y="4210050"/>
          <p14:tracePt t="365890" x="8477250" y="4210050"/>
          <p14:tracePt t="365903" x="8470900" y="4203700"/>
          <p14:tracePt t="365909" x="8451850" y="4203700"/>
          <p14:tracePt t="365922" x="8420100" y="4203700"/>
          <p14:tracePt t="365938" x="8331200" y="4203700"/>
          <p14:tracePt t="365955" x="8267700" y="4203700"/>
          <p14:tracePt t="365973" x="8089900" y="4229100"/>
          <p14:tracePt t="365988" x="7823200" y="4248150"/>
          <p14:tracePt t="366005" x="7645400" y="4260850"/>
          <p14:tracePt t="366022" x="7207250" y="4311650"/>
          <p14:tracePt t="366038" x="6915150" y="4330700"/>
          <p14:tracePt t="366055" x="6280150" y="4375150"/>
          <p14:tracePt t="366072" x="5568950" y="4425950"/>
          <p14:tracePt t="366088" x="5226050" y="4445000"/>
          <p14:tracePt t="366105" x="4483100" y="4508500"/>
          <p14:tracePt t="366121" x="3740150" y="4578350"/>
          <p14:tracePt t="366138" x="3397250" y="4610100"/>
          <p14:tracePt t="366155" x="2679700" y="4692650"/>
          <p14:tracePt t="366171" x="2012950" y="4762500"/>
          <p14:tracePt t="366187" x="1689100" y="4806950"/>
          <p14:tracePt t="366205" x="1117600" y="4883150"/>
          <p14:tracePt t="366221" x="666750" y="4972050"/>
          <p14:tracePt t="366238" x="438150" y="5010150"/>
          <p14:tracePt t="366254" x="139700" y="5048250"/>
          <p14:tracePt t="368438" x="44450" y="5060950"/>
          <p14:tracePt t="368445" x="69850" y="5060950"/>
          <p14:tracePt t="368460" x="101600" y="5060950"/>
          <p14:tracePt t="368466" x="114300" y="5067300"/>
          <p14:tracePt t="368483" x="133350" y="5067300"/>
          <p14:tracePt t="368496" x="152400" y="5067300"/>
          <p14:tracePt t="368512" x="165100" y="5067300"/>
          <p14:tracePt t="368530" x="203200" y="5054600"/>
          <p14:tracePt t="368546" x="234950" y="5035550"/>
          <p14:tracePt t="368563" x="266700" y="5029200"/>
          <p14:tracePt t="368579" x="317500" y="5003800"/>
          <p14:tracePt t="368596" x="393700" y="4965700"/>
          <p14:tracePt t="368612" x="438150" y="4927600"/>
          <p14:tracePt t="368629" x="596900" y="4800600"/>
          <p14:tracePt t="368646" x="666750" y="4762500"/>
          <p14:tracePt t="368663" x="793750" y="4673600"/>
          <p14:tracePt t="368679" x="876300" y="4616450"/>
          <p14:tracePt t="368696" x="908050" y="4591050"/>
          <p14:tracePt t="368713" x="958850" y="4546600"/>
          <p14:tracePt t="368729" x="1003300" y="4514850"/>
          <p14:tracePt t="368746" x="1028700" y="4495800"/>
          <p14:tracePt t="368762" x="1092200" y="4470400"/>
          <p14:tracePt t="368778" x="1111250" y="4445000"/>
          <p14:tracePt t="368795" x="1174750" y="4413250"/>
          <p14:tracePt t="368812" x="1250950" y="4362450"/>
          <p14:tracePt t="368828" x="1295400" y="4337050"/>
          <p14:tracePt t="368845" x="1384300" y="4279900"/>
          <p14:tracePt t="368861" x="1479550" y="4210050"/>
          <p14:tracePt t="368878" x="1524000" y="4171950"/>
          <p14:tracePt t="368895" x="1612900" y="4108450"/>
          <p14:tracePt t="368912" x="1727200" y="4051300"/>
          <p14:tracePt t="368928" x="1771650" y="4019550"/>
          <p14:tracePt t="368945" x="1860550" y="3962400"/>
          <p14:tracePt t="368961" x="1911350" y="3930650"/>
          <p14:tracePt t="368978" x="1936750" y="3917950"/>
          <p14:tracePt t="368994" x="1962150" y="3911600"/>
          <p14:tracePt t="369011" x="1962150" y="3905250"/>
          <p14:tracePt t="369044" x="1962150" y="3911600"/>
          <p14:tracePt t="369061" x="1962150" y="3917950"/>
          <p14:tracePt t="369078" x="1930400" y="3949700"/>
          <p14:tracePt t="369094" x="1898650" y="3949700"/>
          <p14:tracePt t="369460" x="1911350" y="3956050"/>
          <p14:tracePt t="369474" x="1955800" y="3975100"/>
          <p14:tracePt t="369482" x="2019300" y="4000500"/>
          <p14:tracePt t="369496" x="2089150" y="4019550"/>
          <p14:tracePt t="369510" x="2286000" y="4095750"/>
          <p14:tracePt t="369526" x="2387600" y="4127500"/>
          <p14:tracePt t="369543" x="2495550" y="4165600"/>
          <p14:tracePt t="369559" x="2711450" y="4216400"/>
          <p14:tracePt t="369576" x="2952750" y="4229100"/>
          <p14:tracePt t="369592" x="3067050" y="4241800"/>
          <p14:tracePt t="369609" x="3232150" y="4241800"/>
          <p14:tracePt t="369626" x="3378200" y="4229100"/>
          <p14:tracePt t="369643" x="3536950" y="4197350"/>
          <p14:tracePt t="369659" x="3600450" y="4191000"/>
          <p14:tracePt t="369675" x="3740150" y="4178300"/>
          <p14:tracePt t="369693" x="3848100" y="4171950"/>
          <p14:tracePt t="369709" x="3898900" y="4171950"/>
          <p14:tracePt t="369725" x="4000500" y="4171950"/>
          <p14:tracePt t="369742" x="4133850" y="4184650"/>
          <p14:tracePt t="369758" x="4197350" y="4184650"/>
          <p14:tracePt t="369775" x="4260850" y="4184650"/>
          <p14:tracePt t="369791" x="4457700" y="4222750"/>
          <p14:tracePt t="369808" x="4527550" y="4241800"/>
          <p14:tracePt t="369825" x="4591050" y="4248150"/>
          <p14:tracePt t="369842" x="4775200" y="4267200"/>
          <p14:tracePt t="369858" x="4978400" y="4279900"/>
          <p14:tracePt t="369875" x="5168900" y="4286250"/>
          <p14:tracePt t="369891" x="5257800" y="4298950"/>
          <p14:tracePt t="369908" x="5448300" y="4318000"/>
          <p14:tracePt t="369925" x="5651500" y="4324350"/>
          <p14:tracePt t="369941" x="5753100" y="4324350"/>
          <p14:tracePt t="369958" x="5911850" y="4318000"/>
          <p14:tracePt t="369974" x="6076950" y="4305300"/>
          <p14:tracePt t="369991" x="6153150" y="4305300"/>
          <p14:tracePt t="370008" x="6311900" y="4298950"/>
          <p14:tracePt t="370024" x="6451600" y="4267200"/>
          <p14:tracePt t="370041" x="6489700" y="4267200"/>
          <p14:tracePt t="370058" x="6584950" y="4260850"/>
          <p14:tracePt t="370074" x="6642100" y="4254500"/>
          <p14:tracePt t="370090" x="6673850" y="4241800"/>
          <p14:tracePt t="370108" x="6731000" y="4235450"/>
          <p14:tracePt t="370124" x="6743700" y="4229100"/>
          <p14:tracePt t="370141" x="6762750" y="4216400"/>
          <p14:tracePt t="370157" x="6769100" y="4216400"/>
          <p14:tracePt t="370173" x="6769100" y="4210050"/>
          <p14:tracePt t="370205" x="6762750" y="4210050"/>
          <p14:tracePt t="370212" x="6756400" y="4210050"/>
          <p14:tracePt t="370227" x="6750050" y="4210050"/>
          <p14:tracePt t="370240" x="6750050" y="4203700"/>
          <p14:tracePt t="370257" x="6743700" y="4191000"/>
          <p14:tracePt t="370273" x="6743700" y="4184650"/>
          <p14:tracePt t="370306" x="6743700" y="4178300"/>
          <p14:tracePt t="370367" x="6743700" y="4171950"/>
          <p14:tracePt t="370375" x="6737350" y="4171950"/>
          <p14:tracePt t="370395" x="6731000" y="4171950"/>
          <p14:tracePt t="370409" x="6724650" y="4171950"/>
          <p14:tracePt t="370416" x="6718300" y="4171950"/>
          <p14:tracePt t="370426" x="6711950" y="4171950"/>
          <p14:tracePt t="370439" x="6705600" y="4171950"/>
          <p14:tracePt t="370459" x="6692900" y="4165600"/>
          <p14:tracePt t="370473" x="6673850" y="4165600"/>
          <p14:tracePt t="370489" x="6610350" y="4152900"/>
          <p14:tracePt t="370506" x="6546850" y="4152900"/>
          <p14:tracePt t="370523" x="6369050" y="4146550"/>
          <p14:tracePt t="370539" x="6165850" y="4146550"/>
          <p14:tracePt t="370557" x="5949950" y="4146550"/>
          <p14:tracePt t="370572" x="5861050" y="4152900"/>
          <p14:tracePt t="370589" x="5670550" y="4152900"/>
          <p14:tracePt t="370606" x="5530850" y="4171950"/>
          <p14:tracePt t="370622" x="5473700" y="4171950"/>
          <p14:tracePt t="370639" x="5403850" y="4178300"/>
          <p14:tracePt t="370656" x="5372100" y="4184650"/>
          <p14:tracePt t="370672" x="5359400" y="4184650"/>
          <p14:tracePt t="370676" x="5353050" y="4184650"/>
          <p14:tracePt t="370693" x="5346700" y="4184650"/>
          <p14:tracePt t="370705" x="5334000" y="4184650"/>
          <p14:tracePt t="370722" x="5327650" y="4184650"/>
          <p14:tracePt t="370739" x="5308600" y="4178300"/>
          <p14:tracePt t="370755" x="5295900" y="4178300"/>
          <p14:tracePt t="370772" x="5257800" y="4171950"/>
          <p14:tracePt t="370789" x="5162550" y="4146550"/>
          <p14:tracePt t="370805" x="5080000" y="4133850"/>
          <p14:tracePt t="370822" x="4864100" y="4095750"/>
          <p14:tracePt t="370838" x="4622800" y="4051300"/>
          <p14:tracePt t="370855" x="4476750" y="4032250"/>
          <p14:tracePt t="370872" x="4178300" y="4006850"/>
          <p14:tracePt t="370888" x="3905250" y="3975100"/>
          <p14:tracePt t="370904" x="3765550" y="3962400"/>
          <p14:tracePt t="370922" x="3498850" y="3962400"/>
          <p14:tracePt t="370938" x="3238500" y="3956050"/>
          <p14:tracePt t="370954" x="3111500" y="3956050"/>
          <p14:tracePt t="370972" x="2794000" y="3943350"/>
          <p14:tracePt t="370988" x="2495550" y="3917950"/>
          <p14:tracePt t="371005" x="2362200" y="3911600"/>
          <p14:tracePt t="371021" x="2063750" y="3886200"/>
          <p14:tracePt t="371037" x="1924050" y="3886200"/>
          <p14:tracePt t="371054" x="1651000" y="3873500"/>
          <p14:tracePt t="371071" x="1409700" y="3841750"/>
          <p14:tracePt t="371088" x="1250950" y="3835400"/>
          <p14:tracePt t="371104" x="1035050" y="3822700"/>
          <p14:tracePt t="371120" x="857250" y="3803650"/>
          <p14:tracePt t="371137" x="793750" y="3790950"/>
          <p14:tracePt t="371155" x="711200" y="3778250"/>
          <p14:tracePt t="371170" x="660400" y="3765550"/>
          <p14:tracePt t="371187" x="647700" y="3759200"/>
          <p14:tracePt t="371191" x="641350" y="3759200"/>
          <p14:tracePt t="371204" x="628650" y="3752850"/>
          <p14:tracePt t="371220" x="622300" y="3752850"/>
          <p14:tracePt t="371237" x="622300" y="3746500"/>
          <p14:tracePt t="371253" x="622300" y="3733800"/>
          <p14:tracePt t="371270" x="622300" y="3721100"/>
          <p14:tracePt t="371303" x="628650" y="3708400"/>
          <p14:tracePt t="371320" x="628650" y="3702050"/>
          <p14:tracePt t="371337" x="641350" y="3663950"/>
          <p14:tracePt t="371353" x="641350" y="3657600"/>
          <p14:tracePt t="371370" x="647700" y="3644900"/>
          <p14:tracePt t="371386" x="660400" y="3619500"/>
          <p14:tracePt t="371403" x="673100" y="3606800"/>
          <p14:tracePt t="371420" x="685800" y="3600450"/>
          <p14:tracePt t="371437" x="704850" y="3587750"/>
          <p14:tracePt t="371452" x="723900" y="3575050"/>
          <p14:tracePt t="371470" x="749300" y="3568700"/>
          <p14:tracePt t="371485" x="755650" y="3562350"/>
          <p14:tracePt t="371503" x="768350" y="3556000"/>
          <p14:tracePt t="371520" x="774700" y="3556000"/>
          <p14:tracePt t="371537" x="781050" y="3556000"/>
          <p14:tracePt t="371552" x="787400" y="3556000"/>
          <p14:tracePt t="371569" x="800100" y="3556000"/>
          <p14:tracePt t="371611" x="806450" y="3556000"/>
          <p14:tracePt t="371619" x="812800" y="3556000"/>
          <p14:tracePt t="371654" x="819150" y="3556000"/>
          <p14:tracePt t="371660" x="825500" y="3556000"/>
          <p14:tracePt t="371681" x="831850" y="3556000"/>
          <p14:tracePt t="371688" x="844550" y="3562350"/>
          <p14:tracePt t="371705" x="857250" y="3562350"/>
          <p14:tracePt t="371718" x="876300" y="3562350"/>
          <p14:tracePt t="371735" x="939800" y="3562350"/>
          <p14:tracePt t="371752" x="1035050" y="3568700"/>
          <p14:tracePt t="371768" x="1085850" y="3568700"/>
          <p14:tracePt t="371785" x="1181100" y="3568700"/>
          <p14:tracePt t="371801" x="1257300" y="3568700"/>
          <p14:tracePt t="371818" x="1295400" y="3568700"/>
          <p14:tracePt t="371835" x="1352550" y="3568700"/>
          <p14:tracePt t="371851" x="1397000" y="3568700"/>
          <p14:tracePt t="371868" x="1416050" y="3568700"/>
          <p14:tracePt t="371886" x="1447800" y="3568700"/>
          <p14:tracePt t="371901" x="1473200" y="3568700"/>
          <p14:tracePt t="371934" x="1485900" y="3568700"/>
          <p14:tracePt t="371951" x="1492250" y="3568700"/>
          <p14:tracePt t="371967" x="1511300" y="3568700"/>
          <p14:tracePt t="371984" x="1517650" y="3568700"/>
          <p14:tracePt t="372001" x="1524000" y="3568700"/>
          <p14:tracePt t="372018" x="1536700" y="3568700"/>
          <p14:tracePt t="372034" x="1549400" y="3562350"/>
          <p14:tracePt t="372051" x="1555750" y="3562350"/>
          <p14:tracePt t="372068" x="1562100" y="3562350"/>
          <p14:tracePt t="372084" x="1574800" y="3562350"/>
          <p14:tracePt t="372100" x="1581150" y="3562350"/>
          <p14:tracePt t="372117" x="1593850" y="3562350"/>
          <p14:tracePt t="372150" x="1600200" y="3562350"/>
          <p14:tracePt t="372167" x="1612900" y="3556000"/>
          <p14:tracePt t="372183" x="1619250" y="3556000"/>
          <p14:tracePt t="372201" x="1625600" y="3556000"/>
          <p14:tracePt t="372204" x="1631950" y="3556000"/>
          <p14:tracePt t="372272" x="1638300" y="3556000"/>
          <p14:tracePt t="372292" x="1644650" y="3556000"/>
          <p14:tracePt t="372321" x="1651000" y="3556000"/>
          <p14:tracePt t="372356" x="1657350" y="3556000"/>
          <p14:tracePt t="372412" x="1663700" y="3556000"/>
          <p14:tracePt t="372869" x="1670050" y="3556000"/>
          <p14:tracePt t="372883" x="1676400" y="3556000"/>
          <p14:tracePt t="372898" x="1682750" y="3556000"/>
          <p14:tracePt t="372904" x="1695450" y="3562350"/>
          <p14:tracePt t="372919" x="1714500" y="3568700"/>
          <p14:tracePt t="372930" x="1739900" y="3587750"/>
          <p14:tracePt t="372948" x="1847850" y="3632200"/>
          <p14:tracePt t="372964" x="1911350" y="3657600"/>
          <p14:tracePt t="372981" x="2101850" y="3733800"/>
          <p14:tracePt t="372997" x="2324100" y="3835400"/>
          <p14:tracePt t="373014" x="2476500" y="3898900"/>
          <p14:tracePt t="373031" x="2781300" y="4019550"/>
          <p14:tracePt t="373047" x="3028950" y="4114800"/>
          <p14:tracePt t="373064" x="3136900" y="4159250"/>
          <p14:tracePt t="373081" x="3314700" y="4197350"/>
          <p14:tracePt t="373097" x="3460750" y="4235450"/>
          <p14:tracePt t="373113" x="3505200" y="4248150"/>
          <p14:tracePt t="373130" x="3556000" y="4254500"/>
          <p14:tracePt t="373147" x="3575050" y="4260850"/>
          <p14:tracePt t="373164" x="3606800" y="4260850"/>
          <p14:tracePt t="373206" x="3613150" y="4260850"/>
          <p14:tracePt t="373228" x="3619500" y="4260850"/>
          <p14:tracePt t="373235" x="3625850" y="4260850"/>
          <p14:tracePt t="373256" x="3632200" y="4260850"/>
          <p14:tracePt t="373277" x="3638550" y="4260850"/>
          <p14:tracePt t="373291" x="3644900" y="4260850"/>
          <p14:tracePt t="373305" x="3651250" y="4254500"/>
          <p14:tracePt t="373319" x="3663950" y="4254500"/>
          <p14:tracePt t="373329" x="3670300" y="4254500"/>
          <p14:tracePt t="373346" x="3676650" y="4248150"/>
          <p14:tracePt t="373362" x="3702050" y="4248150"/>
          <p14:tracePt t="373379" x="3733800" y="4241800"/>
          <p14:tracePt t="373397" x="3771900" y="4235450"/>
          <p14:tracePt t="373412" x="3797300" y="4229100"/>
          <p14:tracePt t="373429" x="3816350" y="4229100"/>
          <p14:tracePt t="373446" x="3886200" y="4216400"/>
          <p14:tracePt t="373462" x="3917950" y="4210050"/>
          <p14:tracePt t="373479" x="3937000" y="4210050"/>
          <p14:tracePt t="373496" x="3994150" y="4203700"/>
          <p14:tracePt t="373512" x="4038600" y="4203700"/>
          <p14:tracePt t="373530" x="4089400" y="4203700"/>
          <p14:tracePt t="373545" x="4121150" y="4203700"/>
          <p14:tracePt t="373562" x="4165600" y="4203700"/>
          <p14:tracePt t="373579" x="4222750" y="4203700"/>
          <p14:tracePt t="373595" x="4267200" y="4210050"/>
          <p14:tracePt t="373612" x="4343400" y="4216400"/>
          <p14:tracePt t="373629" x="4464050" y="4229100"/>
          <p14:tracePt t="373645" x="4527550" y="4229100"/>
          <p14:tracePt t="373662" x="4654550" y="4229100"/>
          <p14:tracePt t="373678" x="4762500" y="4222750"/>
          <p14:tracePt t="373694" x="4800600" y="4210050"/>
          <p14:tracePt t="373712" x="4864100" y="4191000"/>
          <p14:tracePt t="373728" x="4914900" y="4178300"/>
          <p14:tracePt t="373745" x="4946650" y="4171950"/>
          <p14:tracePt t="373762" x="4978400" y="4159250"/>
          <p14:tracePt t="373778" x="4997450" y="4152900"/>
          <p14:tracePt t="373795" x="5022850" y="4140200"/>
          <p14:tracePt t="373812" x="5041900" y="4133850"/>
          <p14:tracePt t="373828" x="5048250" y="4133850"/>
          <p14:tracePt t="373844" x="5060950" y="4121150"/>
          <p14:tracePt t="373861" x="5086350" y="4108450"/>
          <p14:tracePt t="373877" x="5086350" y="4102100"/>
          <p14:tracePt t="373895" x="5111750" y="4089400"/>
          <p14:tracePt t="373910" x="5149850" y="4083050"/>
          <p14:tracePt t="373927" x="5168900" y="4076700"/>
          <p14:tracePt t="373945" x="5219700" y="4070350"/>
          <p14:tracePt t="373960" x="5270500" y="4064000"/>
          <p14:tracePt t="373978" x="5295900" y="4064000"/>
          <p14:tracePt t="373995" x="5346700" y="4064000"/>
          <p14:tracePt t="374010" x="5384800" y="4064000"/>
          <p14:tracePt t="374027" x="5403850" y="4064000"/>
          <p14:tracePt t="374044" x="5429250" y="4064000"/>
          <p14:tracePt t="374060" x="5435600" y="4064000"/>
          <p14:tracePt t="374078" x="5454650" y="4064000"/>
          <p14:tracePt t="374110" x="5461000" y="4064000"/>
          <p14:tracePt t="374127" x="5461000" y="4070350"/>
          <p14:tracePt t="374148" x="5467350" y="4076700"/>
          <p14:tracePt t="374170" x="5467350" y="4083050"/>
          <p14:tracePt t="374191" x="5480050" y="4083050"/>
          <p14:tracePt t="374205" x="5480050" y="4089400"/>
          <p14:tracePt t="374213" x="5486400" y="4089400"/>
          <p14:tracePt t="374226" x="5492750" y="4089400"/>
          <p14:tracePt t="374243" x="5499100" y="4095750"/>
          <p14:tracePt t="374259" x="5511800" y="4102100"/>
          <p14:tracePt t="374276" x="5549900" y="4114800"/>
          <p14:tracePt t="374293" x="5607050" y="4133850"/>
          <p14:tracePt t="374311" x="5670550" y="4159250"/>
          <p14:tracePt t="374326" x="5695950" y="4165600"/>
          <p14:tracePt t="374343" x="5727700" y="4171950"/>
          <p14:tracePt t="374359" x="5791200" y="4184650"/>
          <p14:tracePt t="374376" x="5803900" y="4197350"/>
          <p14:tracePt t="374393" x="5810250" y="4197350"/>
          <p14:tracePt t="374409" x="5816600" y="4197350"/>
          <p14:tracePt t="374426" x="5822950" y="4197350"/>
          <p14:tracePt t="374472" x="5829300" y="4197350"/>
          <p14:tracePt t="374493" x="5835650" y="4197350"/>
          <p14:tracePt t="374521" x="5842000" y="4197350"/>
          <p14:tracePt t="374543" x="5854700" y="4197350"/>
          <p14:tracePt t="374563" x="5861050" y="4197350"/>
          <p14:tracePt t="374570" x="5867400" y="4197350"/>
          <p14:tracePt t="374584" x="5873750" y="4197350"/>
          <p14:tracePt t="374592" x="5892800" y="4197350"/>
          <p14:tracePt t="374608" x="5911850" y="4203700"/>
          <p14:tracePt t="374625" x="5943600" y="4203700"/>
          <p14:tracePt t="374642" x="6051550" y="4216400"/>
          <p14:tracePt t="374658" x="6102350" y="4216400"/>
          <p14:tracePt t="374675" x="6191250" y="4216400"/>
          <p14:tracePt t="374691" x="6242050" y="4216400"/>
          <p14:tracePt t="374708" x="6350000" y="4216400"/>
          <p14:tracePt t="374712" x="6388100" y="4216400"/>
          <p14:tracePt t="374727" x="6438900" y="4216400"/>
          <p14:tracePt t="374742" x="6477000" y="4216400"/>
          <p14:tracePt t="374758" x="6559550" y="4216400"/>
          <p14:tracePt t="374774" x="6597650" y="4222750"/>
          <p14:tracePt t="374791" x="6610350" y="4222750"/>
          <p14:tracePt t="374808" x="6642100" y="4222750"/>
          <p14:tracePt t="374825" x="6661150" y="4229100"/>
          <p14:tracePt t="374858" x="6680200" y="4229100"/>
          <p14:tracePt t="374874" x="6686550" y="4229100"/>
          <p14:tracePt t="374891" x="6692900" y="4229100"/>
          <p14:tracePt t="374924" x="6705600" y="4229100"/>
          <p14:tracePt t="374985" x="6711950" y="4229100"/>
          <p14:tracePt t="375688" x="6705600" y="4229100"/>
          <p14:tracePt t="375694" x="6699250" y="4235450"/>
          <p14:tracePt t="375709" x="6692900" y="4241800"/>
          <p14:tracePt t="375721" x="6680200" y="4241800"/>
          <p14:tracePt t="375738" x="6673850" y="4254500"/>
          <p14:tracePt t="375754" x="6667500" y="4260850"/>
          <p14:tracePt t="375772" x="6654800" y="4273550"/>
          <p14:tracePt t="375787" x="6642100" y="4286250"/>
          <p14:tracePt t="375804" x="6635750" y="4286250"/>
          <p14:tracePt t="375821" x="6635750" y="4298950"/>
          <p14:tracePt t="375837" x="6623050" y="4311650"/>
          <p14:tracePt t="375854" x="6616700" y="4318000"/>
          <p14:tracePt t="375871" x="6604000" y="4318000"/>
          <p14:tracePt t="375887" x="6604000" y="4324350"/>
          <p14:tracePt t="375904" x="6584950" y="4330700"/>
          <p14:tracePt t="375921" x="6578600" y="4343400"/>
          <p14:tracePt t="375937" x="6572250" y="4343400"/>
          <p14:tracePt t="375954" x="6565900" y="4349750"/>
          <p14:tracePt t="375970" x="6559550" y="4349750"/>
          <p14:tracePt t="376004" x="6559550" y="4356100"/>
          <p14:tracePt t="376109" x="6565900" y="4356100"/>
          <p14:tracePt t="376131" x="6572250" y="4356100"/>
          <p14:tracePt t="376138" x="6578600" y="4349750"/>
          <p14:tracePt t="376159" x="6584950" y="4349750"/>
          <p14:tracePt t="376180" x="6584950" y="4343400"/>
          <p14:tracePt t="376188" x="6584950" y="4337050"/>
          <p14:tracePt t="376229" x="6591300" y="4330700"/>
          <p14:tracePt t="376250" x="6597650" y="4324350"/>
          <p14:tracePt t="376278" x="6604000" y="4318000"/>
          <p14:tracePt t="376299" x="6604000" y="4311650"/>
          <p14:tracePt t="376321" x="6610350" y="4305300"/>
          <p14:tracePt t="376327" x="6616700" y="4298950"/>
          <p14:tracePt t="376348" x="6616700" y="4292600"/>
          <p14:tracePt t="376371" x="6623050" y="4292600"/>
          <p14:tracePt t="376390" x="6629400" y="4279900"/>
          <p14:tracePt t="376419" x="6629400" y="4273550"/>
          <p14:tracePt t="376440" x="6629400" y="4267200"/>
          <p14:tracePt t="376461" x="6629400" y="4260850"/>
          <p14:tracePt t="376489" x="6635750" y="4254500"/>
          <p14:tracePt t="376524" x="6642100" y="4254500"/>
          <p14:tracePt t="376531" x="6648450" y="4254500"/>
          <p14:tracePt t="376553" x="6648450" y="4248150"/>
          <p14:tracePt t="376559" x="6654800" y="4248150"/>
          <p14:tracePt t="379774" x="6648450" y="4248150"/>
          <p14:tracePt t="379780" x="6642100" y="4241800"/>
          <p14:tracePt t="379795" x="6629400" y="4235450"/>
          <p14:tracePt t="379807" x="6610350" y="4229100"/>
          <p14:tracePt t="379824" x="6565900" y="4197350"/>
          <p14:tracePt t="379840" x="6553200" y="4191000"/>
          <p14:tracePt t="379857" x="6515100" y="4171950"/>
          <p14:tracePt t="379873" x="6464300" y="4159250"/>
          <p14:tracePt t="379890" x="6438900" y="4152900"/>
          <p14:tracePt t="379907" x="6413500" y="4140200"/>
          <p14:tracePt t="379923" x="6324600" y="4133850"/>
          <p14:tracePt t="379940" x="6261100" y="4133850"/>
          <p14:tracePt t="379956" x="6102350" y="4108450"/>
          <p14:tracePt t="379973" x="6000750" y="4083050"/>
          <p14:tracePt t="379990" x="5708650" y="4038600"/>
          <p14:tracePt t="380007" x="5365750" y="3987800"/>
          <p14:tracePt t="380023" x="5162550" y="3937000"/>
          <p14:tracePt t="380042" x="4540250" y="3829050"/>
          <p14:tracePt t="380056" x="4394200" y="3803650"/>
          <p14:tracePt t="380073" x="4273550" y="3771900"/>
          <p14:tracePt t="380090" x="4000500" y="3721100"/>
          <p14:tracePt t="380106" x="3759200" y="3676650"/>
          <p14:tracePt t="380123" x="3676650" y="3657600"/>
          <p14:tracePt t="380139" x="3581400" y="3632200"/>
          <p14:tracePt t="380156" x="3505200" y="3619500"/>
          <p14:tracePt t="380173" x="3473450" y="3606800"/>
          <p14:tracePt t="380190" x="3429000" y="3600450"/>
          <p14:tracePt t="380206" x="3384550" y="3575050"/>
          <p14:tracePt t="380224" x="3352800" y="3562350"/>
          <p14:tracePt t="380239" x="3340100" y="3556000"/>
          <p14:tracePt t="380256" x="3327400" y="3549650"/>
          <p14:tracePt t="380273" x="3263900" y="3549650"/>
          <p14:tracePt t="380289" x="3244850" y="3549650"/>
          <p14:tracePt t="380306" x="3219450" y="3549650"/>
          <p14:tracePt t="380309" x="3187700" y="3549650"/>
          <p14:tracePt t="380322" x="3168650" y="3556000"/>
          <p14:tracePt t="380338" x="3098800" y="3556000"/>
          <p14:tracePt t="380356" x="3073400" y="3556000"/>
          <p14:tracePt t="380372" x="2971800" y="3556000"/>
          <p14:tracePt t="380388" x="2882900" y="3556000"/>
          <p14:tracePt t="380405" x="2813050" y="3556000"/>
          <p14:tracePt t="380421" x="2686050" y="3536950"/>
          <p14:tracePt t="380438" x="2578100" y="3511550"/>
          <p14:tracePt t="380455" x="2527300" y="3492500"/>
          <p14:tracePt t="380809" x="2476500" y="3460750"/>
          <p14:tracePt t="380815" x="2393950" y="3416300"/>
          <p14:tracePt t="380830" x="2286000" y="3352800"/>
          <p14:tracePt t="380840" x="2190750" y="3302000"/>
          <p14:tracePt t="380853" x="2108200" y="3251200"/>
          <p14:tracePt t="380870" x="1993900" y="3168650"/>
          <p14:tracePt t="380887" x="1905000" y="3079750"/>
          <p14:tracePt t="380903" x="1879600" y="3048000"/>
          <p14:tracePt t="380920" x="1860550" y="3016250"/>
          <p14:tracePt t="380936" x="1841500" y="2952750"/>
          <p14:tracePt t="380953" x="1835150" y="2940050"/>
          <p14:tracePt t="380970" x="1835150" y="2927350"/>
          <p14:tracePt t="380986" x="1835150" y="2914650"/>
          <p14:tracePt t="381003" x="1809750" y="2838450"/>
          <p14:tracePt t="381020" x="1765300" y="2717800"/>
          <p14:tracePt t="381036" x="1733550" y="2647950"/>
          <p14:tracePt t="381053" x="1695450" y="2514600"/>
          <p14:tracePt t="381069" x="1676400" y="2432050"/>
          <p14:tracePt t="381086" x="1676400" y="2393950"/>
          <p14:tracePt t="381103" x="1676400" y="2343150"/>
          <p14:tracePt t="381119" x="1676400" y="2305050"/>
          <p14:tracePt t="381136" x="1676400" y="2286000"/>
          <p14:tracePt t="381153" x="1676400" y="2235200"/>
          <p14:tracePt t="381169" x="1676400" y="2184400"/>
          <p14:tracePt t="381186" x="1676400" y="2159000"/>
          <p14:tracePt t="381203" x="1689100" y="2095500"/>
          <p14:tracePt t="381219" x="1701800" y="2019300"/>
          <p14:tracePt t="381236" x="1708150" y="1974850"/>
          <p14:tracePt t="381252" x="1739900" y="1879600"/>
          <p14:tracePt t="381269" x="1746250" y="1828800"/>
          <p14:tracePt t="381286" x="1771650" y="1720850"/>
          <p14:tracePt t="381302" x="1803400" y="1612900"/>
          <p14:tracePt t="381318" x="1822450" y="1543050"/>
          <p14:tracePt t="381336" x="1847850" y="1422400"/>
          <p14:tracePt t="381352" x="1873250" y="1314450"/>
          <p14:tracePt t="381368" x="1873250" y="1276350"/>
          <p14:tracePt t="381385" x="1885950" y="1225550"/>
          <p14:tracePt t="381401" x="1892300" y="1193800"/>
          <p14:tracePt t="381418" x="1892300" y="1168400"/>
          <p14:tracePt t="381435" x="1892300" y="1136650"/>
          <p14:tracePt t="381451" x="1892300" y="1123950"/>
          <p14:tracePt t="381469" x="1892300" y="1111250"/>
          <p14:tracePt t="381485" x="1892300" y="1079500"/>
          <p14:tracePt t="381501" x="1892300" y="1066800"/>
          <p14:tracePt t="381519" x="1892300" y="1035050"/>
          <p14:tracePt t="381534" x="1892300" y="1022350"/>
          <p14:tracePt t="381551" x="1892300" y="1009650"/>
          <p14:tracePt t="381568" x="1892300" y="990600"/>
          <p14:tracePt t="381584" x="1892300" y="984250"/>
          <p14:tracePt t="381602" x="1892300" y="971550"/>
          <p14:tracePt t="381617" x="1892300" y="965200"/>
          <p14:tracePt t="381715" x="1892300" y="971550"/>
          <p14:tracePt t="381737" x="1892300" y="977900"/>
          <p14:tracePt t="381765" x="1892300" y="984250"/>
          <p14:tracePt t="381786" x="1892300" y="990600"/>
          <p14:tracePt t="381814" x="1892300" y="996950"/>
          <p14:tracePt t="381821" x="1892300" y="1003300"/>
          <p14:tracePt t="381833" x="1892300" y="1009650"/>
          <p14:tracePt t="381850" x="1898650" y="1035050"/>
          <p14:tracePt t="381867" x="1911350" y="1073150"/>
          <p14:tracePt t="381885" x="1930400" y="1136650"/>
          <p14:tracePt t="381900" x="1930400" y="1162050"/>
          <p14:tracePt t="381917" x="1955800" y="1244600"/>
          <p14:tracePt t="381933" x="1968500" y="1327150"/>
          <p14:tracePt t="381949" x="1981200" y="1377950"/>
          <p14:tracePt t="381967" x="2000250" y="1485900"/>
          <p14:tracePt t="381983" x="2012950" y="1593850"/>
          <p14:tracePt t="382000" x="2025650" y="1657350"/>
          <p14:tracePt t="382017" x="2044700" y="1778000"/>
          <p14:tracePt t="382033" x="2051050" y="1898650"/>
          <p14:tracePt t="382049" x="2070100" y="1949450"/>
          <p14:tracePt t="382067" x="2089150" y="2032000"/>
          <p14:tracePt t="382082" x="2101850" y="2089150"/>
          <p14:tracePt t="382100" x="2108200" y="2114550"/>
          <p14:tracePt t="382116" x="2120900" y="2146300"/>
          <p14:tracePt t="382132" x="2133600" y="2165350"/>
          <p14:tracePt t="382149" x="2133600" y="2171700"/>
          <p14:tracePt t="382166" x="2139950" y="2184400"/>
          <p14:tracePt t="382198" x="2146300" y="2184400"/>
          <p14:tracePt t="382426" x="2139950" y="2184400"/>
          <p14:tracePt t="382433" x="2133600" y="2184400"/>
          <p14:tracePt t="382454" x="2127250" y="2184400"/>
          <p14:tracePt t="382475" x="2120900" y="2197100"/>
          <p14:tracePt t="382483" x="2120900" y="2203450"/>
          <p14:tracePt t="382496" x="2120900" y="2209800"/>
          <p14:tracePt t="382502" x="2120900" y="2216150"/>
          <p14:tracePt t="382518" x="2114550" y="2222500"/>
          <p14:tracePt t="382531" x="2108200" y="2235200"/>
          <p14:tracePt t="382548" x="2095500" y="2266950"/>
          <p14:tracePt t="382564" x="2076450" y="2298700"/>
          <p14:tracePt t="382581" x="2057400" y="2349500"/>
          <p14:tracePt t="382597" x="2025650" y="2419350"/>
          <p14:tracePt t="382615" x="1987550" y="2520950"/>
          <p14:tracePt t="382631" x="1974850" y="2552700"/>
          <p14:tracePt t="382648" x="1936750" y="2622550"/>
          <p14:tracePt t="382664" x="1905000" y="2686050"/>
          <p14:tracePt t="382680" x="1892300" y="2711450"/>
          <p14:tracePt t="382697" x="1879600" y="2743200"/>
          <p14:tracePt t="382714" x="1866900" y="2768600"/>
          <p14:tracePt t="382730" x="1860550" y="2781300"/>
          <p14:tracePt t="382748" x="1860550" y="2800350"/>
          <p14:tracePt t="382764" x="1860550" y="2813050"/>
          <p14:tracePt t="382780" x="1860550" y="2819400"/>
          <p14:tracePt t="382797" x="1860550" y="2832100"/>
          <p14:tracePt t="382813" x="1860550" y="2844800"/>
          <p14:tracePt t="382830" x="1860550" y="2863850"/>
          <p14:tracePt t="382847" x="1860550" y="2876550"/>
          <p14:tracePt t="382863" x="1860550" y="2889250"/>
          <p14:tracePt t="382867" x="1860550" y="2901950"/>
          <p14:tracePt t="382880" x="1860550" y="2921000"/>
          <p14:tracePt t="382897" x="1860550" y="2965450"/>
          <p14:tracePt t="382913" x="1860550" y="2990850"/>
          <p14:tracePt t="382929" x="1854200" y="3048000"/>
          <p14:tracePt t="382946" x="1847850" y="3098800"/>
          <p14:tracePt t="382963" x="1841500" y="3130550"/>
          <p14:tracePt t="382980" x="1828800" y="3168650"/>
          <p14:tracePt t="382996" x="1803400" y="3206750"/>
          <p14:tracePt t="383013" x="1797050" y="3213100"/>
          <p14:tracePt t="383030" x="1771650" y="3238500"/>
          <p14:tracePt t="383046" x="1752600" y="3257550"/>
          <p14:tracePt t="383062" x="1746250" y="3257550"/>
          <p14:tracePt t="383079" x="1720850" y="3270250"/>
          <p14:tracePt t="383096" x="1714500" y="3270250"/>
          <p14:tracePt t="383112" x="1701800" y="3282950"/>
          <p14:tracePt t="383129" x="1695450" y="3289300"/>
          <p14:tracePt t="383146" x="1689100" y="3295650"/>
          <p14:tracePt t="383163" x="1689100" y="3302000"/>
          <p14:tracePt t="383179" x="1682750" y="3308350"/>
          <p14:tracePt t="383248" x="1682750" y="3314700"/>
          <p14:tracePt t="383276" x="1682750" y="3321050"/>
          <p14:tracePt t="383289" x="1689100" y="3327400"/>
          <p14:tracePt t="383298" x="1689100" y="3333750"/>
          <p14:tracePt t="383312" x="1695450" y="3333750"/>
          <p14:tracePt t="383328" x="1714500" y="3346450"/>
          <p14:tracePt t="383346" x="1758950" y="3359150"/>
          <p14:tracePt t="383361" x="1778000" y="3365500"/>
          <p14:tracePt t="383378" x="1809750" y="3378200"/>
          <p14:tracePt t="383382" x="1835150" y="3384550"/>
          <p14:tracePt t="383395" x="1879600" y="3403600"/>
          <p14:tracePt t="383411" x="1936750" y="3416300"/>
          <p14:tracePt t="383428" x="1962150" y="3429000"/>
          <p14:tracePt t="383445" x="2019300" y="3435350"/>
          <p14:tracePt t="383461" x="2057400" y="3435350"/>
          <p14:tracePt t="383478" x="2076450" y="3435350"/>
          <p14:tracePt t="383494" x="2127250" y="3435350"/>
          <p14:tracePt t="383511" x="2159000" y="3435350"/>
          <p14:tracePt t="383527" x="2178050" y="3435350"/>
          <p14:tracePt t="383544" x="2222500" y="3435350"/>
          <p14:tracePt t="383561" x="2266950" y="3435350"/>
          <p14:tracePt t="383578" x="2317750" y="3435350"/>
          <p14:tracePt t="383594" x="2349500" y="3435350"/>
          <p14:tracePt t="383611" x="2393950" y="3435350"/>
          <p14:tracePt t="383627" x="2476500" y="3460750"/>
          <p14:tracePt t="383644" x="2533650" y="3467100"/>
          <p14:tracePt t="383661" x="2597150" y="3479800"/>
          <p14:tracePt t="383677" x="2755900" y="3511550"/>
          <p14:tracePt t="383694" x="2787650" y="3511550"/>
          <p14:tracePt t="383712" x="2813050" y="3511550"/>
          <p14:tracePt t="383767" x="2806700" y="3511550"/>
          <p14:tracePt t="383789" x="2800350" y="3511550"/>
          <p14:tracePt t="383811" x="2794000" y="3511550"/>
          <p14:tracePt t="383816" x="2787650" y="3511550"/>
          <p14:tracePt t="383859" x="2781300" y="3511550"/>
          <p14:tracePt t="383880" x="2774950" y="3511550"/>
          <p14:tracePt t="383922" x="2768600" y="3511550"/>
          <p14:tracePt t="383944" x="2768600" y="3517900"/>
          <p14:tracePt t="383950" x="2768600" y="3524250"/>
          <p14:tracePt t="383959" x="2768600" y="3530600"/>
          <p14:tracePt t="383976" x="2768600" y="3536950"/>
          <p14:tracePt t="383993" x="2794000" y="3562350"/>
          <p14:tracePt t="384009" x="2825750" y="3581400"/>
          <p14:tracePt t="384026" x="2914650" y="3644900"/>
          <p14:tracePt t="384043" x="3079750" y="3740150"/>
          <p14:tracePt t="384059" x="3175000" y="3778250"/>
          <p14:tracePt t="384076" x="3486150" y="3873500"/>
          <p14:tracePt t="384092" x="3587750" y="3892550"/>
          <p14:tracePt t="384109" x="3683000" y="3911600"/>
          <p14:tracePt t="384126" x="3848100" y="3924300"/>
          <p14:tracePt t="384142" x="3987800" y="3930650"/>
          <p14:tracePt t="384159" x="4051300" y="3930650"/>
          <p14:tracePt t="384175" x="4133850" y="3924300"/>
          <p14:tracePt t="384192" x="4203700" y="3905250"/>
          <p14:tracePt t="384208" x="4235450" y="3905250"/>
          <p14:tracePt t="384225" x="4260850" y="3892550"/>
          <p14:tracePt t="384242" x="4273550" y="3892550"/>
          <p14:tracePt t="384259" x="4273550" y="3886200"/>
          <p14:tracePt t="384295" x="4260850" y="3886200"/>
          <p14:tracePt t="384309" x="4248150" y="3886200"/>
          <p14:tracePt t="384325" x="4241800" y="3886200"/>
          <p14:tracePt t="384342" x="4235450" y="3886200"/>
          <p14:tracePt t="384358" x="4171950" y="3867150"/>
          <p14:tracePt t="384375" x="4114800" y="3860800"/>
          <p14:tracePt t="384378" x="4064000" y="3841750"/>
          <p14:tracePt t="384394" x="3994150" y="3835400"/>
          <p14:tracePt t="384408" x="3917950" y="3822700"/>
          <p14:tracePt t="384425" x="3752850" y="3790950"/>
          <p14:tracePt t="384442" x="3644900" y="3784600"/>
          <p14:tracePt t="384457" x="3441700" y="3752850"/>
          <p14:tracePt t="384474" x="3251200" y="3740150"/>
          <p14:tracePt t="384491" x="3098800" y="3721100"/>
          <p14:tracePt t="384507" x="3028950" y="3721100"/>
          <p14:tracePt t="384524" x="2914650" y="3714750"/>
          <p14:tracePt t="384541" x="2819400" y="3702050"/>
          <p14:tracePt t="384557" x="2781300" y="3702050"/>
          <p14:tracePt t="384574" x="2743200" y="3702050"/>
          <p14:tracePt t="384590" x="2698750" y="3708400"/>
          <p14:tracePt t="384624" x="2692400" y="3708400"/>
          <p14:tracePt t="384674" x="2705100" y="3708400"/>
          <p14:tracePt t="384681" x="2717800" y="3708400"/>
          <p14:tracePt t="384695" x="2730500" y="3708400"/>
          <p14:tracePt t="384707" x="2749550" y="3702050"/>
          <p14:tracePt t="384724" x="2838450" y="3695700"/>
          <p14:tracePt t="384740" x="2889250" y="3695700"/>
          <p14:tracePt t="384757" x="3048000" y="3676650"/>
          <p14:tracePt t="384773" x="3263900" y="3632200"/>
          <p14:tracePt t="384790" x="3384550" y="3613150"/>
          <p14:tracePt t="384807" x="3657600" y="3594100"/>
          <p14:tracePt t="384823" x="3943350" y="3556000"/>
          <p14:tracePt t="384840" x="4083050" y="3549650"/>
          <p14:tracePt t="384857" x="4362450" y="3524250"/>
          <p14:tracePt t="384873" x="4578350" y="3505200"/>
          <p14:tracePt t="384890" x="4667250" y="3505200"/>
          <p14:tracePt t="384907" x="4813300" y="3498850"/>
          <p14:tracePt t="384923" x="4851400" y="3498850"/>
          <p14:tracePt t="384939" x="4883150" y="3498850"/>
          <p14:tracePt t="384956" x="4889500" y="3498850"/>
          <p14:tracePt t="384972" x="4883150" y="3498850"/>
          <p14:tracePt t="384990" x="4857750" y="3498850"/>
          <p14:tracePt t="385006" x="4832350" y="3498850"/>
          <p14:tracePt t="385022" x="4813300" y="3498850"/>
          <p14:tracePt t="385039" x="4724400" y="3511550"/>
          <p14:tracePt t="385056" x="4552950" y="3505200"/>
          <p14:tracePt t="385072" x="4425950" y="3511550"/>
          <p14:tracePt t="385089" x="4064000" y="3511550"/>
          <p14:tracePt t="385106" x="3663950" y="3536950"/>
          <p14:tracePt t="385122" x="3429000" y="3536950"/>
          <p14:tracePt t="385139" x="2946400" y="3568700"/>
          <p14:tracePt t="385155" x="2571750" y="3587750"/>
          <p14:tracePt t="385173" x="2286000" y="3587750"/>
          <p14:tracePt t="385188" x="2197100" y="3587750"/>
          <p14:tracePt t="385205" x="2120900" y="3587750"/>
          <p14:tracePt t="385222" x="2000250" y="3619500"/>
          <p14:tracePt t="385238" x="1993900" y="3619500"/>
          <p14:tracePt t="385254" x="1987550" y="3619500"/>
          <p14:tracePt t="385288" x="2000250" y="3625850"/>
          <p14:tracePt t="385322" x="2032000" y="3625850"/>
          <p14:tracePt t="385338" x="2127250" y="3619500"/>
          <p14:tracePt t="385356" x="2330450" y="3625850"/>
          <p14:tracePt t="385371" x="2470150" y="3638550"/>
          <p14:tracePt t="385388" x="2819400" y="3676650"/>
          <p14:tracePt t="385405" x="3276600" y="3702050"/>
          <p14:tracePt t="385421" x="3467100" y="3695700"/>
          <p14:tracePt t="385438" x="3708400" y="3663950"/>
          <p14:tracePt t="385455" x="3905250" y="3625850"/>
          <p14:tracePt t="385471" x="3994150" y="3600450"/>
          <p14:tracePt t="385487" x="4083050" y="3594100"/>
          <p14:tracePt t="385504" x="4248150" y="3556000"/>
          <p14:tracePt t="385521" x="4267200" y="3556000"/>
          <p14:tracePt t="385539" x="4286250" y="3549650"/>
          <p14:tracePt t="385554" x="4292600" y="3549650"/>
          <p14:tracePt t="385590" x="4286250" y="3556000"/>
          <p14:tracePt t="385609" x="4279900" y="3556000"/>
          <p14:tracePt t="385620" x="4273550" y="3556000"/>
          <p14:tracePt t="385640" x="4267200" y="3562350"/>
          <p14:tracePt t="385700" x="4260850" y="3562350"/>
          <p14:tracePt t="385736" x="4260850" y="3556000"/>
          <p14:tracePt t="385749" x="4254500" y="3549650"/>
          <p14:tracePt t="385763" x="4248150" y="3530600"/>
          <p14:tracePt t="386210" x="4260850" y="3556000"/>
          <p14:tracePt t="386217" x="4279900" y="3587750"/>
          <p14:tracePt t="386231" x="4305300" y="3619500"/>
          <p14:tracePt t="386238" x="4318000" y="3651250"/>
          <p14:tracePt t="386254" x="4324350" y="3683000"/>
          <p14:tracePt t="386268" x="4343400" y="3714750"/>
          <p14:tracePt t="386285" x="4343400" y="3740150"/>
          <p14:tracePt t="386302" x="4343400" y="3746500"/>
          <p14:tracePt t="386318" x="4343400" y="3752850"/>
          <p14:tracePt t="386334" x="4343400" y="3771900"/>
          <p14:tracePt t="386351" x="4343400" y="3784600"/>
          <p14:tracePt t="386385" x="4337050" y="3790950"/>
          <p14:tracePt t="386401" x="4324350" y="3803650"/>
          <p14:tracePt t="386418" x="4318000" y="3810000"/>
          <p14:tracePt t="386435" x="4305300" y="3822700"/>
          <p14:tracePt t="386451" x="4286250" y="3829050"/>
          <p14:tracePt t="386467" x="4273550" y="3841750"/>
          <p14:tracePt t="386484" x="4235450" y="3854450"/>
          <p14:tracePt t="386501" x="4184650" y="3867150"/>
          <p14:tracePt t="386517" x="4159250" y="3879850"/>
          <p14:tracePt t="386534" x="4095750" y="3905250"/>
          <p14:tracePt t="386550" x="4025900" y="3930650"/>
          <p14:tracePt t="386568" x="4000500" y="3943350"/>
          <p14:tracePt t="386584" x="3949700" y="3956050"/>
          <p14:tracePt t="386600" x="3937000" y="3962400"/>
          <p14:tracePt t="386618" x="3905250" y="3975100"/>
          <p14:tracePt t="386633" x="3905250" y="3981450"/>
          <p14:tracePt t="386667" x="3898900" y="3987800"/>
          <p14:tracePt t="386683" x="3898900" y="3994150"/>
          <p14:tracePt t="386744" x="3892550" y="4000500"/>
          <p14:tracePt t="386814" x="3886200" y="4000500"/>
          <p14:tracePt t="386843" x="3879850" y="4000500"/>
          <p14:tracePt t="386871" x="3879850" y="4006850"/>
          <p14:tracePt t="386899" x="3873500" y="4006850"/>
          <p14:tracePt t="386941" x="3873500" y="4013200"/>
          <p14:tracePt t="386962" x="3867150" y="4013200"/>
          <p14:tracePt t="386984" x="3860800" y="4019550"/>
          <p14:tracePt t="386990" x="3854450" y="4019550"/>
          <p14:tracePt t="387004" x="3848100" y="4025900"/>
          <p14:tracePt t="387015" x="3841750" y="4025900"/>
          <p14:tracePt t="387035" x="3835400" y="4032250"/>
          <p14:tracePt t="387060" x="3829050" y="4038600"/>
          <p14:tracePt t="387074" x="3822700" y="4038600"/>
          <p14:tracePt t="387082" x="3822700" y="4044950"/>
          <p14:tracePt t="387103" x="3816350" y="4044950"/>
          <p14:tracePt t="387116" x="3810000" y="4044950"/>
          <p14:tracePt t="387152" x="3803650" y="4051300"/>
          <p14:tracePt t="387180" x="3797300" y="4057650"/>
          <p14:tracePt t="387215" x="3797300" y="4064000"/>
          <p14:tracePt t="387243" x="3797300" y="4070350"/>
          <p14:tracePt t="387250" x="3797300" y="4076700"/>
          <p14:tracePt t="387292" x="3803650" y="4076700"/>
          <p14:tracePt t="387306" x="3810000" y="4076700"/>
          <p14:tracePt t="387313" x="3816350" y="4083050"/>
          <p14:tracePt t="387320" x="3829050" y="4083050"/>
          <p14:tracePt t="387335" x="3848100" y="4089400"/>
          <p14:tracePt t="387348" x="3879850" y="4102100"/>
          <p14:tracePt t="387364" x="3994150" y="4114800"/>
          <p14:tracePt t="387381" x="4076700" y="4146550"/>
          <p14:tracePt t="387385" x="4165600" y="4165600"/>
          <p14:tracePt t="387398" x="4267200" y="4191000"/>
          <p14:tracePt t="387414" x="4464050" y="4216400"/>
          <p14:tracePt t="387432" x="4565650" y="4216400"/>
          <p14:tracePt t="387448" x="4730750" y="4229100"/>
          <p14:tracePt t="387464" x="4851400" y="4216400"/>
          <p14:tracePt t="387481" x="4927600" y="4210050"/>
          <p14:tracePt t="387497" x="4953000" y="4203700"/>
          <p14:tracePt t="387514" x="4965700" y="4197350"/>
          <p14:tracePt t="387531" x="4978400" y="4184650"/>
          <p14:tracePt t="387567" x="4978400" y="4178300"/>
          <p14:tracePt t="387595" x="4972050" y="4178300"/>
          <p14:tracePt t="387665" x="4965700" y="4171950"/>
          <p14:tracePt t="387735" x="4972050" y="4171950"/>
          <p14:tracePt t="387763" x="4978400" y="4171950"/>
          <p14:tracePt t="387784" x="4978400" y="4165600"/>
          <p14:tracePt t="387791" x="4984750" y="4165600"/>
          <p14:tracePt t="387805" x="4991100" y="4165600"/>
          <p14:tracePt t="387814" x="4997450" y="4165600"/>
          <p14:tracePt t="387829" x="5003800" y="4165600"/>
          <p14:tracePt t="387847" x="5016500" y="4159250"/>
          <p14:tracePt t="387863" x="5041900" y="4152900"/>
          <p14:tracePt t="387879" x="5080000" y="4133850"/>
          <p14:tracePt t="387883" x="5111750" y="4127500"/>
          <p14:tracePt t="387899" x="5143500" y="4121150"/>
          <p14:tracePt t="387912" x="5175250" y="4108450"/>
          <p14:tracePt t="387929" x="5245100" y="4089400"/>
          <p14:tracePt t="387946" x="5295900" y="4076700"/>
          <p14:tracePt t="387962" x="5321300" y="4070350"/>
          <p14:tracePt t="387979" x="5365750" y="4064000"/>
          <p14:tracePt t="387995" x="5397500" y="4057650"/>
          <p14:tracePt t="388012" x="5410200" y="4057650"/>
          <p14:tracePt t="388029" x="5422900" y="4057650"/>
          <p14:tracePt t="388046" x="5429250" y="4057650"/>
          <p14:tracePt t="388062" x="5435600" y="4057650"/>
          <p14:tracePt t="388095" x="5441950" y="4057650"/>
          <p14:tracePt t="388115" x="5448300" y="4057650"/>
          <p14:tracePt t="388136" x="5461000" y="4057650"/>
          <p14:tracePt t="388157" x="5467350" y="4057650"/>
          <p14:tracePt t="388179" x="5473700" y="4057650"/>
          <p14:tracePt t="388185" x="5480050" y="4057650"/>
          <p14:tracePt t="388199" x="5486400" y="4057650"/>
          <p14:tracePt t="388211" x="5499100" y="4057650"/>
          <p14:tracePt t="388228" x="5518150" y="4064000"/>
          <p14:tracePt t="388245" x="5524500" y="4064000"/>
          <p14:tracePt t="388262" x="5562600" y="4070350"/>
          <p14:tracePt t="388277" x="5588000" y="4070350"/>
          <p14:tracePt t="388312" x="5600700" y="4070350"/>
          <p14:tracePt t="388327" x="5613400" y="4070350"/>
          <p14:tracePt t="388364" x="5619750" y="4070350"/>
          <p14:tracePt t="388458" x="5619750" y="4076700"/>
          <p14:tracePt t="388487" x="5619750" y="4083050"/>
          <p14:tracePt t="388508" x="5619750" y="4089400"/>
          <p14:tracePt t="388536" x="5619750" y="4095750"/>
          <p14:tracePt t="388571" x="5619750" y="4102100"/>
          <p14:tracePt t="388586" x="5619750" y="4108450"/>
          <p14:tracePt t="388600" x="5619750" y="4114800"/>
          <p14:tracePt t="388621" x="5626100" y="4121150"/>
          <p14:tracePt t="388628" x="5626100" y="4127500"/>
          <p14:tracePt t="388648" x="5626100" y="4133850"/>
          <p14:tracePt t="388670" x="5632450" y="4133850"/>
          <p14:tracePt t="388678" x="5632450" y="4140200"/>
          <p14:tracePt t="388698" x="5632450" y="4146550"/>
          <p14:tracePt t="388719" x="5638800" y="4152900"/>
          <p14:tracePt t="388727" x="5638800" y="4159250"/>
          <p14:tracePt t="388747" x="5645150" y="4159250"/>
          <p14:tracePt t="388762" x="5645150" y="4165600"/>
          <p14:tracePt t="388768" x="5645150" y="4171950"/>
          <p14:tracePt t="388817" x="5645150" y="4184650"/>
          <p14:tracePt t="388838" x="5645150" y="4191000"/>
          <p14:tracePt t="388861" x="5645150" y="4197350"/>
          <p14:tracePt t="388866" x="5645150" y="4203700"/>
          <p14:tracePt t="388902" x="5645150" y="4210050"/>
          <p14:tracePt t="388910" x="5645150" y="4216400"/>
          <p14:tracePt t="388937" x="5651500" y="4216400"/>
          <p14:tracePt t="388958" x="5657850" y="4216400"/>
          <p14:tracePt t="388979" x="5664200" y="4222750"/>
          <p14:tracePt t="389007" x="5670550" y="4222750"/>
          <p14:tracePt t="389021" x="5676900" y="4222750"/>
          <p14:tracePt t="389028" x="5689600" y="4222750"/>
          <p14:tracePt t="389045" x="5702300" y="4222750"/>
          <p14:tracePt t="389059" x="5721350" y="4222750"/>
          <p14:tracePt t="389075" x="5765800" y="4222750"/>
          <p14:tracePt t="389092" x="5822950" y="4222750"/>
          <p14:tracePt t="389108" x="5842000" y="4222750"/>
          <p14:tracePt t="389125" x="5911850" y="4222750"/>
          <p14:tracePt t="389142" x="5969000" y="4241800"/>
          <p14:tracePt t="389158" x="6000750" y="4241800"/>
          <p14:tracePt t="389175" x="6076950" y="4254500"/>
          <p14:tracePt t="389191" x="6159500" y="4254500"/>
          <p14:tracePt t="389208" x="6197600" y="4254500"/>
          <p14:tracePt t="389225" x="6261100" y="4254500"/>
          <p14:tracePt t="389241" x="6311900" y="4248150"/>
          <p14:tracePt t="389258" x="6324600" y="4248150"/>
          <p14:tracePt t="389274" x="6356350" y="4241800"/>
          <p14:tracePt t="389291" x="6381750" y="4235450"/>
          <p14:tracePt t="389308" x="6394450" y="4235450"/>
          <p14:tracePt t="389324" x="6413500" y="4229100"/>
          <p14:tracePt t="389341" x="6426200" y="4229100"/>
          <p14:tracePt t="389358" x="6445250" y="4222750"/>
          <p14:tracePt t="389374" x="6451600" y="4222750"/>
          <p14:tracePt t="389390" x="6457950" y="4216400"/>
          <p14:tracePt t="389407" x="6477000" y="4216400"/>
          <p14:tracePt t="389424" x="6483350" y="4210050"/>
          <p14:tracePt t="389440" x="6489700" y="4210050"/>
          <p14:tracePt t="389590" x="6483350" y="4210050"/>
          <p14:tracePt t="389604" x="6477000" y="4210050"/>
          <p14:tracePt t="389611" x="6464300" y="4210050"/>
          <p14:tracePt t="389627" x="6438900" y="4203700"/>
          <p14:tracePt t="389639" x="6350000" y="4203700"/>
          <p14:tracePt t="389656" x="6273800" y="4203700"/>
          <p14:tracePt t="389674" x="6172200" y="4203700"/>
          <p14:tracePt t="389689" x="5918200" y="4203700"/>
          <p14:tracePt t="389706" x="5619750" y="4222750"/>
          <p14:tracePt t="389723" x="5372100" y="4229100"/>
          <p14:tracePt t="389739" x="5270500" y="4229100"/>
          <p14:tracePt t="389756" x="5099050" y="4241800"/>
          <p14:tracePt t="389773" x="5035550" y="4241800"/>
          <p14:tracePt t="389789" x="5010150" y="4260850"/>
          <p14:tracePt t="389806" x="5003800" y="4260850"/>
          <p14:tracePt t="392191" x="5003800" y="4254500"/>
          <p14:tracePt t="392204" x="5003800" y="4248150"/>
          <p14:tracePt t="392212" x="5010150" y="4248150"/>
          <p14:tracePt t="392218" x="5016500" y="4241800"/>
          <p14:tracePt t="392234" x="5022850" y="4241800"/>
          <p14:tracePt t="392247" x="5035550" y="4241800"/>
          <p14:tracePt t="392265" x="5048250" y="4235450"/>
          <p14:tracePt t="392281" x="5067300" y="4229100"/>
          <p14:tracePt t="392297" x="5086350" y="4222750"/>
          <p14:tracePt t="392314" x="5124450" y="4203700"/>
          <p14:tracePt t="392331" x="5162550" y="4191000"/>
          <p14:tracePt t="392347" x="5187950" y="4178300"/>
          <p14:tracePt t="392364" x="5245100" y="4165600"/>
          <p14:tracePt t="392381" x="5327650" y="4140200"/>
          <p14:tracePt t="392397" x="5365750" y="4140200"/>
          <p14:tracePt t="392414" x="5416550" y="4133850"/>
          <p14:tracePt t="392430" x="5543550" y="4114800"/>
          <p14:tracePt t="392447" x="5581650" y="4114800"/>
          <p14:tracePt t="392465" x="5670550" y="4114800"/>
          <p14:tracePt t="392480" x="5715000" y="4108450"/>
          <p14:tracePt t="392497" x="5829300" y="4095750"/>
          <p14:tracePt t="392514" x="5981700" y="4095750"/>
          <p14:tracePt t="392530" x="6070600" y="4102100"/>
          <p14:tracePt t="392546" x="6248400" y="4102100"/>
          <p14:tracePt t="392563" x="6426200" y="4102100"/>
          <p14:tracePt t="392579" x="6527800" y="4102100"/>
          <p14:tracePt t="392596" x="6743700" y="4114800"/>
          <p14:tracePt t="392613" x="6915150" y="4140200"/>
          <p14:tracePt t="392629" x="6978650" y="4140200"/>
          <p14:tracePt t="392646" x="7061200" y="4133850"/>
          <p14:tracePt t="392663" x="7112000" y="4127500"/>
          <p14:tracePt t="392680" x="7118350" y="4121150"/>
          <p14:tracePt t="392696" x="7131050" y="4114800"/>
          <p14:tracePt t="392712" x="7150100" y="4114800"/>
          <p14:tracePt t="392767" x="7156450" y="4114800"/>
          <p14:tracePt t="392844" x="7162800" y="4114800"/>
          <p14:tracePt t="392851" x="7169150" y="4114800"/>
          <p14:tracePt t="392865" x="7181850" y="4108450"/>
          <p14:tracePt t="392879" x="7207250" y="4108450"/>
          <p14:tracePt t="392895" x="7264400" y="4108450"/>
          <p14:tracePt t="392912" x="7302500" y="4108450"/>
          <p14:tracePt t="392929" x="7378700" y="4114800"/>
          <p14:tracePt t="392945" x="7486650" y="4121150"/>
          <p14:tracePt t="392961" x="7524750" y="4121150"/>
          <p14:tracePt t="392978" x="7632700" y="4114800"/>
          <p14:tracePt t="392995" x="7747000" y="4108450"/>
          <p14:tracePt t="393012" x="7880350" y="4102100"/>
          <p14:tracePt t="393028" x="7918450" y="4102100"/>
          <p14:tracePt t="393045" x="7956550" y="4102100"/>
          <p14:tracePt t="393062" x="8058150" y="4095750"/>
          <p14:tracePt t="393078" x="8077200" y="4095750"/>
          <p14:tracePt t="393095" x="8096250" y="4089400"/>
          <p14:tracePt t="393111" x="8121650" y="4083050"/>
          <p14:tracePt t="393128" x="8147050" y="4083050"/>
          <p14:tracePt t="393144" x="8159750" y="4083050"/>
          <p14:tracePt t="393161" x="8172450" y="4076700"/>
          <p14:tracePt t="393178" x="8178800" y="4076700"/>
          <p14:tracePt t="393195" x="8185150" y="4070350"/>
          <p14:tracePt t="393210" x="8185150" y="4064000"/>
          <p14:tracePt t="393227" x="8197850" y="4057650"/>
          <p14:tracePt t="393245" x="8204200" y="4044950"/>
          <p14:tracePt t="393260" x="8210550" y="4044950"/>
          <p14:tracePt t="393277" x="8216900" y="4038600"/>
          <p14:tracePt t="393294" x="8223250" y="4032250"/>
          <p14:tracePt t="393310" x="8223250" y="4025900"/>
          <p14:tracePt t="393327" x="8229600" y="4019550"/>
          <p14:tracePt t="393344" x="8229600" y="4006850"/>
          <p14:tracePt t="393377" x="8216900" y="4000500"/>
          <p14:tracePt t="393394" x="8185150" y="3987800"/>
          <p14:tracePt t="393410" x="8115300" y="3962400"/>
          <p14:tracePt t="393427" x="7931150" y="3924300"/>
          <p14:tracePt t="393444" x="7804150" y="3911600"/>
          <p14:tracePt t="393460" x="7397750" y="3848100"/>
          <p14:tracePt t="393476" x="6781800" y="3784600"/>
          <p14:tracePt t="393493" x="6407150" y="3733800"/>
          <p14:tracePt t="393510" x="5689600" y="3651250"/>
          <p14:tracePt t="393526" x="5016500" y="3568700"/>
          <p14:tracePt t="393543" x="4718050" y="3517900"/>
          <p14:tracePt t="393560" x="4197350" y="3448050"/>
          <p14:tracePt t="393576" x="3848100" y="3384550"/>
          <p14:tracePt t="393593" x="3721100" y="3371850"/>
          <p14:tracePt t="393610" x="3606800" y="3352800"/>
          <p14:tracePt t="393627" x="3371850" y="3327400"/>
          <p14:tracePt t="393643" x="3346450" y="3327400"/>
          <p14:tracePt t="393660" x="3289300" y="3327400"/>
          <p14:tracePt t="393676" x="3257550" y="3314700"/>
          <p14:tracePt t="393692" x="3251200" y="3314700"/>
          <p14:tracePt t="393709" x="3238500" y="3314700"/>
          <p14:tracePt t="393745" x="3232150" y="3314700"/>
          <p14:tracePt t="393765" x="3219450" y="3314700"/>
          <p14:tracePt t="393779" x="3213100" y="3314700"/>
          <p14:tracePt t="393792" x="3206750" y="3314700"/>
          <p14:tracePt t="393809" x="3181350" y="3321050"/>
          <p14:tracePt t="393825" x="3168650" y="3327400"/>
          <p14:tracePt t="393842" x="3143250" y="3340100"/>
          <p14:tracePt t="393858" x="3098800" y="3365500"/>
          <p14:tracePt t="393876" x="3086100" y="3397250"/>
          <p14:tracePt t="393892" x="3054350" y="3460750"/>
          <p14:tracePt t="393908" x="3035300" y="3543300"/>
          <p14:tracePt t="393926" x="3022600" y="3613150"/>
          <p14:tracePt t="393941" x="3022600" y="3644900"/>
          <p14:tracePt t="393958" x="3022600" y="3670300"/>
          <p14:tracePt t="393976" x="3022600" y="3714750"/>
          <p14:tracePt t="393991" x="3028950" y="3721100"/>
          <p14:tracePt t="394008" x="3035300" y="3727450"/>
          <p14:tracePt t="394025" x="3105150" y="3778250"/>
          <p14:tracePt t="394041" x="3124200" y="3797300"/>
          <p14:tracePt t="394058" x="3155950" y="3803650"/>
          <p14:tracePt t="394074" x="3270250" y="3835400"/>
          <p14:tracePt t="394091" x="3295650" y="3841750"/>
          <p14:tracePt t="394109" x="3359150" y="3848100"/>
          <p14:tracePt t="394124" x="3378200" y="3848100"/>
          <p14:tracePt t="394141" x="3409950" y="3841750"/>
          <p14:tracePt t="394159" x="3435350" y="3835400"/>
          <p14:tracePt t="394175" x="3441700" y="3829050"/>
          <p14:tracePt t="394191" x="3448050" y="3822700"/>
          <p14:tracePt t="394702" x="3429000" y="3822700"/>
          <p14:tracePt t="394709" x="3390900" y="3810000"/>
          <p14:tracePt t="394723" x="3321050" y="3771900"/>
          <p14:tracePt t="394740" x="3194050" y="3689350"/>
          <p14:tracePt t="394757" x="3117850" y="3670300"/>
          <p14:tracePt t="394773" x="3035300" y="3638550"/>
          <p14:tracePt t="394790" x="2927350" y="3613150"/>
          <p14:tracePt t="394808" x="2832100" y="3606800"/>
          <p14:tracePt t="394823" x="2755900" y="3606800"/>
          <p14:tracePt t="394840" x="2698750" y="3606800"/>
          <p14:tracePt t="394856" x="2609850" y="3619500"/>
          <p14:tracePt t="394873" x="2476500" y="3638550"/>
          <p14:tracePt t="394889" x="2425700" y="3644900"/>
          <p14:tracePt t="394906" x="2330450" y="3670300"/>
          <p14:tracePt t="394923" x="2273300" y="3695700"/>
          <p14:tracePt t="394939" x="2254250" y="3708400"/>
          <p14:tracePt t="394956" x="2222500" y="3727450"/>
          <p14:tracePt t="394972" x="2209800" y="3740150"/>
          <p14:tracePt t="394989" x="2203450" y="3746500"/>
          <p14:tracePt t="395006" x="2203450" y="3752850"/>
          <p14:tracePt t="395022" x="2197100" y="3759200"/>
          <p14:tracePt t="395110" x="2190750" y="3765550"/>
          <p14:tracePt t="395160" x="2184400" y="3765550"/>
          <p14:tracePt t="395180" x="2178050" y="3771900"/>
          <p14:tracePt t="395201" x="2171700" y="3778250"/>
          <p14:tracePt t="395229" x="2165350" y="3778250"/>
          <p14:tracePt t="395250" x="2159000" y="3784600"/>
          <p14:tracePt t="395285" x="2152650" y="3784600"/>
          <p14:tracePt t="395292" x="2152650" y="3790950"/>
          <p14:tracePt t="395322" x="2146300" y="3790950"/>
          <p14:tracePt t="395341" x="2139950" y="3790950"/>
          <p14:tracePt t="395356" x="2133600" y="3790950"/>
          <p14:tracePt t="395362" x="2127250" y="3790950"/>
          <p14:tracePt t="395384" x="2114550" y="3790950"/>
          <p14:tracePt t="395391" x="2101850" y="3790950"/>
          <p14:tracePt t="395407" x="2082800" y="3790950"/>
          <p14:tracePt t="395421" x="2051050" y="3778250"/>
          <p14:tracePt t="395438" x="1974850" y="3778250"/>
          <p14:tracePt t="395455" x="1860550" y="3765550"/>
          <p14:tracePt t="395471" x="1809750" y="3765550"/>
          <p14:tracePt t="395487" x="1689100" y="3765550"/>
          <p14:tracePt t="395505" x="1612900" y="3752850"/>
          <p14:tracePt t="395520" x="1555750" y="3759200"/>
          <p14:tracePt t="395538" x="1466850" y="3759200"/>
          <p14:tracePt t="395554" x="1358900" y="3765550"/>
          <p14:tracePt t="395570" x="1295400" y="3778250"/>
          <p14:tracePt t="395587" x="1162050" y="3797300"/>
          <p14:tracePt t="395604" x="1047750" y="3810000"/>
          <p14:tracePt t="395620" x="1003300" y="3822700"/>
          <p14:tracePt t="395638" x="914400" y="3829050"/>
          <p14:tracePt t="395653" x="806450" y="3841750"/>
          <p14:tracePt t="395670" x="755650" y="3848100"/>
          <p14:tracePt t="395688" x="673100" y="3854450"/>
          <p14:tracePt t="395703" x="641350" y="3860800"/>
          <p14:tracePt t="395720" x="590550" y="3879850"/>
          <p14:tracePt t="395736" x="565150" y="3879850"/>
          <p14:tracePt t="395753" x="558800" y="3879850"/>
          <p14:tracePt t="395770" x="552450" y="3886200"/>
          <p14:tracePt t="395786" x="539750" y="3886200"/>
          <p14:tracePt t="396003" x="533400" y="3886200"/>
          <p14:tracePt t="396024" x="533400" y="3879850"/>
          <p14:tracePt t="396066" x="533400" y="3873500"/>
          <p14:tracePt t="396072" x="527050" y="3873500"/>
          <p14:tracePt t="396108" x="527050" y="3867150"/>
          <p14:tracePt t="396115" x="527050" y="3860800"/>
          <p14:tracePt t="396143" x="527050" y="3854450"/>
          <p14:tracePt t="396185" x="527050" y="3848100"/>
          <p14:tracePt t="396206" x="527050" y="3841750"/>
          <p14:tracePt t="396234" x="527050" y="3835400"/>
          <p14:tracePt t="396248" x="533400" y="3829050"/>
          <p14:tracePt t="396277" x="533400" y="3822700"/>
          <p14:tracePt t="396285" x="533400" y="3816350"/>
          <p14:tracePt t="396347" x="533400" y="3810000"/>
          <p14:tracePt t="396396" x="533400" y="3803650"/>
          <p14:tracePt t="396418" x="533400" y="3790950"/>
          <p14:tracePt t="396445" x="533400" y="3784600"/>
          <p14:tracePt t="396481" x="533400" y="3778250"/>
          <p14:tracePt t="396509" x="533400" y="3771900"/>
          <p14:tracePt t="396537" x="539750" y="3771900"/>
          <p14:tracePt t="396557" x="539750" y="3765550"/>
          <p14:tracePt t="396565" x="546100" y="3759200"/>
          <p14:tracePt t="396579" x="552450" y="3752850"/>
          <p14:tracePt t="396586" x="552450" y="3746500"/>
          <p14:tracePt t="396602" x="558800" y="3740150"/>
          <p14:tracePt t="396616" x="565150" y="3740150"/>
          <p14:tracePt t="396632" x="596900" y="3708400"/>
          <p14:tracePt t="396649" x="654050" y="3670300"/>
          <p14:tracePt t="396665" x="698500" y="3644900"/>
          <p14:tracePt t="396682" x="762000" y="3606800"/>
          <p14:tracePt t="396698" x="844550" y="3568700"/>
          <p14:tracePt t="396715" x="901700" y="3549650"/>
          <p14:tracePt t="396732" x="1022350" y="3511550"/>
          <p14:tracePt t="396749" x="1092200" y="3492500"/>
          <p14:tracePt t="396765" x="1181100" y="3473450"/>
          <p14:tracePt t="396782" x="1371600" y="3441700"/>
          <p14:tracePt t="396798" x="1466850" y="3435350"/>
          <p14:tracePt t="396815" x="1631950" y="3416300"/>
          <p14:tracePt t="396832" x="1708150" y="3416300"/>
          <p14:tracePt t="396848" x="1784350" y="3416300"/>
          <p14:tracePt t="396865" x="1885950" y="3416300"/>
          <p14:tracePt t="396881" x="1917700" y="3416300"/>
          <p14:tracePt t="396898" x="1962150" y="3429000"/>
          <p14:tracePt t="396915" x="1993900" y="3441700"/>
          <p14:tracePt t="396931" x="2012950" y="3460750"/>
          <p14:tracePt t="396948" x="2019300" y="3460750"/>
          <p14:tracePt t="396965" x="2032000" y="3473450"/>
          <p14:tracePt t="396981" x="2038350" y="3486150"/>
          <p14:tracePt t="396998" x="2044700" y="3486150"/>
          <p14:tracePt t="397015" x="2057400" y="3498850"/>
          <p14:tracePt t="397030" x="2070100" y="3511550"/>
          <p14:tracePt t="397048" x="2070100" y="3517900"/>
          <p14:tracePt t="397064" x="2082800" y="3530600"/>
          <p14:tracePt t="397081" x="2095500" y="3543300"/>
          <p14:tracePt t="397098" x="2101850" y="3549650"/>
          <p14:tracePt t="397114" x="2108200" y="3556000"/>
          <p14:tracePt t="397131" x="2108200" y="3568700"/>
          <p14:tracePt t="397190" x="2108200" y="3575050"/>
          <p14:tracePt t="397198" x="2108200" y="3581400"/>
          <p14:tracePt t="397239" x="2108200" y="3587750"/>
          <p14:tracePt t="397260" x="2114550" y="3594100"/>
          <p14:tracePt t="397267" x="2114550" y="3600450"/>
          <p14:tracePt t="397310" x="2114550" y="3606800"/>
          <p14:tracePt t="397337" x="2114550" y="3613150"/>
          <p14:tracePt t="397359" x="2114550" y="3619500"/>
          <p14:tracePt t="397394" x="2114550" y="3625850"/>
          <p14:tracePt t="397429" x="2114550" y="3632200"/>
          <p14:tracePt t="397464" x="2114550" y="3638550"/>
          <p14:tracePt t="397471" x="2114550" y="3644900"/>
          <p14:tracePt t="397548" x="2114550" y="3651250"/>
          <p14:tracePt t="397661" x="2114550" y="3644900"/>
          <p14:tracePt t="397675" x="2120900" y="3638550"/>
          <p14:tracePt t="397682" x="2127250" y="3632200"/>
          <p14:tracePt t="397703" x="2133600" y="3625850"/>
          <p14:tracePt t="397712" x="2146300" y="3619500"/>
          <p14:tracePt t="397729" x="2152650" y="3613150"/>
          <p14:tracePt t="397746" x="2197100" y="3587750"/>
          <p14:tracePt t="397761" x="2273300" y="3556000"/>
          <p14:tracePt t="397778" x="2330450" y="3524250"/>
          <p14:tracePt t="397795" x="2463800" y="3479800"/>
          <p14:tracePt t="397812" x="2527300" y="3467100"/>
          <p14:tracePt t="397829" x="2698750" y="3448050"/>
          <p14:tracePt t="397845" x="2876550" y="3429000"/>
          <p14:tracePt t="397861" x="2978150" y="3429000"/>
          <p14:tracePt t="397879" x="3232150" y="3429000"/>
          <p14:tracePt t="397895" x="3295650" y="3429000"/>
          <p14:tracePt t="397911" x="3359150" y="3429000"/>
          <p14:tracePt t="397928" x="3429000" y="3429000"/>
          <p14:tracePt t="397945" x="3467100" y="3441700"/>
          <p14:tracePt t="397961" x="3479800" y="3448050"/>
          <p14:tracePt t="397977" x="3479800" y="3460750"/>
          <p14:tracePt t="397994" x="3486150" y="3473450"/>
          <p14:tracePt t="398011" x="3486150" y="3479800"/>
          <p14:tracePt t="398028" x="3486150" y="3486150"/>
          <p14:tracePt t="398044" x="3486150" y="3492500"/>
          <p14:tracePt t="398061" x="3486150" y="3498850"/>
          <p14:tracePt t="398082" x="3486150" y="3511550"/>
          <p14:tracePt t="398104" x="3486150" y="3517900"/>
          <p14:tracePt t="398113" x="3486150" y="3524250"/>
          <p14:tracePt t="398131" x="3486150" y="3530600"/>
          <p14:tracePt t="398153" x="3486150" y="3536950"/>
          <p14:tracePt t="398167" x="3486150" y="3543300"/>
          <p14:tracePt t="398181" x="3486150" y="3549650"/>
          <p14:tracePt t="398215" x="3486150" y="3556000"/>
          <p14:tracePt t="398223" x="3486150" y="3562350"/>
          <p14:tracePt t="398251" x="3492500" y="3562350"/>
          <p14:tracePt t="398272" x="3492500" y="3568700"/>
          <p14:tracePt t="398294" x="3492500" y="3575050"/>
          <p14:tracePt t="398314" x="3492500" y="3581400"/>
          <p14:tracePt t="398321" x="3498850" y="3587750"/>
          <p14:tracePt t="398357" x="3498850" y="3594100"/>
          <p14:tracePt t="398426" x="3505200" y="3600450"/>
          <p14:tracePt t="398455" x="3505200" y="3606800"/>
          <p14:tracePt t="398462" x="3511550" y="3606800"/>
          <p14:tracePt t="398497" x="3511550" y="3613150"/>
          <p14:tracePt t="398525" x="3517900" y="3613150"/>
          <p14:tracePt t="398548" x="3524250" y="3613150"/>
          <p14:tracePt t="398567" x="3530600" y="3613150"/>
          <p14:tracePt t="398574" x="3536950" y="3613150"/>
          <p14:tracePt t="398588" x="3543300" y="3613150"/>
          <p14:tracePt t="398602" x="3549650" y="3613150"/>
          <p14:tracePt t="398616" x="3562350" y="3613150"/>
          <p14:tracePt t="398625" x="3581400" y="3613150"/>
          <p14:tracePt t="398642" x="3600450" y="3613150"/>
          <p14:tracePt t="398659" x="3670300" y="3606800"/>
          <p14:tracePt t="398675" x="3746500" y="3606800"/>
          <p14:tracePt t="398693" x="3784600" y="3600450"/>
          <p14:tracePt t="398709" x="3867150" y="3587750"/>
          <p14:tracePt t="398725" x="3898900" y="3581400"/>
          <p14:tracePt t="398742" x="3975100" y="3556000"/>
          <p14:tracePt t="398758" x="3994150" y="3536950"/>
          <p14:tracePt t="398775" x="4013200" y="3530600"/>
          <p14:tracePt t="398792" x="4057650" y="3511550"/>
          <p14:tracePt t="398808" x="4089400" y="3498850"/>
          <p14:tracePt t="398825" x="4102100" y="3492500"/>
          <p14:tracePt t="398841" x="4140200" y="3492500"/>
          <p14:tracePt t="398857" x="4184650" y="3479800"/>
          <p14:tracePt t="398875" x="4210050" y="3479800"/>
          <p14:tracePt t="398891" x="4292600" y="3479800"/>
          <p14:tracePt t="398908" x="4406900" y="3492500"/>
          <p14:tracePt t="398925" x="4641850" y="3517900"/>
          <p14:tracePt t="398941" x="4806950" y="3568700"/>
          <p14:tracePt t="398958" x="5238750" y="3663950"/>
          <p14:tracePt t="398975" x="5772150" y="3771900"/>
          <p14:tracePt t="398991" x="6013450" y="3803650"/>
          <p14:tracePt t="399008" x="6286500" y="3848100"/>
          <p14:tracePt t="399024" x="7086600" y="3981450"/>
          <p14:tracePt t="399040" x="7283450" y="4006850"/>
          <p14:tracePt t="399044" x="7454900" y="4032250"/>
          <p14:tracePt t="399060" x="7607300" y="4070350"/>
          <p14:tracePt t="399073" x="7721600" y="4089400"/>
          <p14:tracePt t="399090" x="7918450" y="4127500"/>
          <p14:tracePt t="399108" x="8013700" y="4159250"/>
          <p14:tracePt t="399123" x="8045450" y="4165600"/>
          <p14:tracePt t="399140" x="8070850" y="4171950"/>
          <p14:tracePt t="399158" x="8089900" y="4178300"/>
          <p14:tracePt t="399173" x="8089900" y="4184650"/>
          <p14:tracePt t="399227" x="8083550" y="4184650"/>
          <p14:tracePt t="399234" x="8077200" y="4184650"/>
          <p14:tracePt t="399249" x="8070850" y="4184650"/>
          <p14:tracePt t="399257" x="8064500" y="4184650"/>
          <p14:tracePt t="399273" x="8051800" y="4191000"/>
          <p14:tracePt t="399290" x="8051800" y="4203700"/>
          <p14:tracePt t="399772" x="8089900" y="4203700"/>
          <p14:tracePt t="399779" x="8153400" y="4203700"/>
          <p14:tracePt t="399793" x="8223250" y="4216400"/>
          <p14:tracePt t="399804" x="8312150" y="4216400"/>
          <p14:tracePt t="399821" x="8464550" y="4210050"/>
          <p14:tracePt t="399838" x="8528050" y="4210050"/>
          <p14:tracePt t="399855" x="8597900" y="4197350"/>
          <p14:tracePt t="399871" x="8629650" y="4191000"/>
          <p14:tracePt t="399888" x="8636000" y="4184650"/>
          <p14:tracePt t="399905" x="8642350" y="4184650"/>
          <p14:tracePt t="399947" x="8636000" y="4184650"/>
          <p14:tracePt t="399968" x="8629650" y="4184650"/>
          <p14:tracePt t="399975" x="8623300" y="4184650"/>
          <p14:tracePt t="399991" x="8616950" y="4184650"/>
          <p14:tracePt t="400004" x="8610600" y="4184650"/>
          <p14:tracePt t="400021" x="8604250" y="4191000"/>
          <p14:tracePt t="400038" x="8597900" y="4191000"/>
          <p14:tracePt t="400054" x="8578850" y="4191000"/>
          <p14:tracePt t="400070" x="8553450" y="4191000"/>
          <p14:tracePt t="400088" x="8509000" y="4191000"/>
          <p14:tracePt t="400103" x="8464550" y="4184650"/>
          <p14:tracePt t="400120" x="8439150" y="4184650"/>
          <p14:tracePt t="400137" x="8350250" y="4184650"/>
          <p14:tracePt t="400153" x="8274050" y="4184650"/>
          <p14:tracePt t="400170" x="8229600" y="4178300"/>
          <p14:tracePt t="400187" x="8172450" y="4178300"/>
          <p14:tracePt t="400203" x="8134350" y="4178300"/>
          <p14:tracePt t="400220" x="8089900" y="4178300"/>
          <p14:tracePt t="400236" x="8058150" y="4178300"/>
          <p14:tracePt t="400253" x="8039100" y="4184650"/>
          <p14:tracePt t="400271" x="8020050" y="4184650"/>
          <p14:tracePt t="400287" x="8007350" y="4184650"/>
          <p14:tracePt t="400303" x="8001000" y="4184650"/>
          <p14:tracePt t="400319" x="7994650" y="4184650"/>
          <p14:tracePt t="400362" x="7994650" y="4191000"/>
          <p14:tracePt t="400369" x="7994650" y="4197350"/>
          <p14:tracePt t="400718" x="7962900" y="4197350"/>
          <p14:tracePt t="400725" x="7912100" y="4184650"/>
          <p14:tracePt t="400739" x="7867650" y="4165600"/>
          <p14:tracePt t="400753" x="7816850" y="4159250"/>
          <p14:tracePt t="400768" x="7696200" y="4133850"/>
          <p14:tracePt t="400784" x="7639050" y="4114800"/>
          <p14:tracePt t="400802" x="7518400" y="4083050"/>
          <p14:tracePt t="400818" x="7467600" y="4070350"/>
          <p14:tracePt t="400835" x="7454900" y="4070350"/>
          <p14:tracePt t="400852" x="7435850" y="4070350"/>
          <p14:tracePt t="400901" x="7442200" y="4070350"/>
          <p14:tracePt t="400914" x="7448550" y="4070350"/>
          <p14:tracePt t="400921" x="7461250" y="4070350"/>
          <p14:tracePt t="400938" x="7473950" y="4070350"/>
          <p14:tracePt t="400951" x="7493000" y="4070350"/>
          <p14:tracePt t="400967" x="7531100" y="4070350"/>
          <p14:tracePt t="400984" x="7575550" y="4070350"/>
          <p14:tracePt t="401000" x="7664450" y="4070350"/>
          <p14:tracePt t="401017" x="7702550" y="4070350"/>
          <p14:tracePt t="401034" x="7797800" y="4057650"/>
          <p14:tracePt t="401050" x="7861300" y="4057650"/>
          <p14:tracePt t="401067" x="7893050" y="4057650"/>
          <p14:tracePt t="401071" x="7912100" y="4057650"/>
          <p14:tracePt t="401086" x="7931150" y="4057650"/>
          <p14:tracePt t="401100" x="7956550" y="4070350"/>
          <p14:tracePt t="401117" x="7981950" y="4083050"/>
          <p14:tracePt t="401133" x="7994650" y="4083050"/>
          <p14:tracePt t="401150" x="8001000" y="4089400"/>
          <p14:tracePt t="401189" x="8001000" y="4095750"/>
          <p14:tracePt t="401218" x="7994650" y="4095750"/>
          <p14:tracePt t="401231" x="7988300" y="4095750"/>
          <p14:tracePt t="401238" x="7975600" y="4095750"/>
          <p14:tracePt t="401250" x="7962900" y="4095750"/>
          <p14:tracePt t="401267" x="7937500" y="4095750"/>
          <p14:tracePt t="401283" x="7912100" y="4095750"/>
          <p14:tracePt t="401300" x="7880350" y="4102100"/>
          <p14:tracePt t="401316" x="7778750" y="4102100"/>
          <p14:tracePt t="401333" x="7651750" y="4102100"/>
          <p14:tracePt t="401351" x="7499350" y="4102100"/>
          <p14:tracePt t="401366" x="7435850" y="4102100"/>
          <p14:tracePt t="401383" x="7315200" y="4102100"/>
          <p14:tracePt t="401400" x="7251700" y="4114800"/>
          <p14:tracePt t="401416" x="7207250" y="4121150"/>
          <p14:tracePt t="401432" x="7188200" y="4127500"/>
          <p14:tracePt t="401449" x="7143750" y="4127500"/>
          <p14:tracePt t="401466" x="7124700" y="4140200"/>
          <p14:tracePt t="401483" x="7048500" y="4146550"/>
          <p14:tracePt t="401499" x="6953250" y="4165600"/>
          <p14:tracePt t="401515" x="6889750" y="4165600"/>
          <p14:tracePt t="401533" x="6756400" y="4171950"/>
          <p14:tracePt t="401548" x="6692900" y="4184650"/>
          <p14:tracePt t="401565" x="6540500" y="4191000"/>
          <p14:tracePt t="401584" x="6369050" y="4216400"/>
          <p14:tracePt t="401599" x="6254750" y="4222750"/>
          <p14:tracePt t="401615" x="6000750" y="4222750"/>
          <p14:tracePt t="401632" x="5727700" y="4222750"/>
          <p14:tracePt t="401648" x="5549900" y="4216400"/>
          <p14:tracePt t="401665" x="5340350" y="4216400"/>
          <p14:tracePt t="401682" x="4991100" y="4197350"/>
          <p14:tracePt t="401698" x="4565650" y="4178300"/>
          <p14:tracePt t="401715" x="4210050" y="4159250"/>
          <p14:tracePt t="401731" x="3943350" y="4171950"/>
          <p14:tracePt t="401748" x="3771900" y="4171950"/>
          <p14:tracePt t="401765" x="3359150" y="4171950"/>
          <p14:tracePt t="401781" x="3149600" y="4171950"/>
          <p14:tracePt t="401798" x="2609850" y="4216400"/>
          <p14:tracePt t="401814" x="2133600" y="4241800"/>
          <p14:tracePt t="401831" x="1936750" y="4273550"/>
          <p14:tracePt t="401848" x="1720850" y="4311650"/>
          <p14:tracePt t="402313" x="1720850" y="4305300"/>
          <p14:tracePt t="402334" x="1720850" y="4298950"/>
          <p14:tracePt t="402348" x="1720850" y="4292600"/>
          <p14:tracePt t="402355" x="1714500" y="4286250"/>
          <p14:tracePt t="402365" x="1708150" y="4279900"/>
          <p14:tracePt t="402379" x="1689100" y="4267200"/>
          <p14:tracePt t="402396" x="1644650" y="4241800"/>
          <p14:tracePt t="402412" x="1562100" y="4191000"/>
          <p14:tracePt t="402429" x="1517650" y="4140200"/>
          <p14:tracePt t="402446" x="1365250" y="4051300"/>
          <p14:tracePt t="402462" x="1187450" y="3949700"/>
          <p14:tracePt t="402479" x="1104900" y="3898900"/>
          <p14:tracePt t="402496" x="965200" y="3816350"/>
          <p14:tracePt t="402512" x="920750" y="3790950"/>
          <p14:tracePt t="402528" x="857250" y="3765550"/>
          <p14:tracePt t="402545" x="831850" y="3759200"/>
          <p14:tracePt t="402562" x="825500" y="3759200"/>
          <p14:tracePt t="402651" x="819150" y="3759200"/>
          <p14:tracePt t="402665" x="812800" y="3759200"/>
          <p14:tracePt t="402672" x="806450" y="3759200"/>
          <p14:tracePt t="402693" x="793750" y="3752850"/>
          <p14:tracePt t="402700" x="781050" y="3752850"/>
          <p14:tracePt t="402714" x="768350" y="3746500"/>
          <p14:tracePt t="402728" x="755650" y="3740150"/>
          <p14:tracePt t="402744" x="717550" y="3740150"/>
          <p14:tracePt t="402761" x="685800" y="3733800"/>
          <p14:tracePt t="402778" x="615950" y="3721100"/>
          <p14:tracePt t="402794" x="603250" y="3721100"/>
          <p14:tracePt t="402812" x="577850" y="3721100"/>
          <p14:tracePt t="402827" x="565150" y="3721100"/>
          <p14:tracePt t="402844" x="558800" y="3721100"/>
          <p14:tracePt t="402861" x="558800" y="3733800"/>
          <p14:tracePt t="402904" x="571500" y="3740150"/>
          <p14:tracePt t="402917" x="590550" y="3740150"/>
          <p14:tracePt t="402927" x="622300" y="3746500"/>
          <p14:tracePt t="402944" x="660400" y="3746500"/>
          <p14:tracePt t="402960" x="806450" y="3759200"/>
          <p14:tracePt t="402977" x="984250" y="3759200"/>
          <p14:tracePt t="402994" x="1187450" y="3752850"/>
          <p14:tracePt t="403010" x="1301750" y="3752850"/>
          <p14:tracePt t="403027" x="1390650" y="3746500"/>
          <p14:tracePt t="403044" x="1568450" y="3727450"/>
          <p14:tracePt t="403060" x="1727200" y="3708400"/>
          <p14:tracePt t="403077" x="1790700" y="3695700"/>
          <p14:tracePt t="403094" x="1911350" y="3676650"/>
          <p14:tracePt t="403110" x="1987550" y="3670300"/>
          <p14:tracePt t="403126" x="2139950" y="3651250"/>
          <p14:tracePt t="403143" x="2235200" y="3632200"/>
          <p14:tracePt t="403160" x="2247900" y="3632200"/>
          <p14:tracePt t="403177" x="2254250" y="3632200"/>
          <p14:tracePt t="403192" x="2247900" y="3632200"/>
          <p14:tracePt t="403210" x="2235200" y="3638550"/>
          <p14:tracePt t="403227" x="2152650" y="3644900"/>
          <p14:tracePt t="403243" x="2063750" y="3644900"/>
          <p14:tracePt t="403259" x="1873250" y="3657600"/>
          <p14:tracePt t="403276" x="1612900" y="3657600"/>
          <p14:tracePt t="403293" x="1473200" y="3663950"/>
          <p14:tracePt t="403309" x="1346200" y="3663950"/>
          <p14:tracePt t="403326" x="1143000" y="3689350"/>
          <p14:tracePt t="403342" x="1060450" y="3695700"/>
          <p14:tracePt t="403360" x="1041400" y="3702050"/>
          <p14:tracePt t="403392" x="1047750" y="3702050"/>
          <p14:tracePt t="403409" x="1117600" y="3702050"/>
          <p14:tracePt t="403426" x="1346200" y="3714750"/>
          <p14:tracePt t="403442" x="1524000" y="3740150"/>
          <p14:tracePt t="403459" x="2108200" y="3784600"/>
          <p14:tracePt t="403475" x="3003550" y="3854450"/>
          <p14:tracePt t="403492" x="3498850" y="3892550"/>
          <p14:tracePt t="403508" x="4432300" y="3930650"/>
          <p14:tracePt t="403525" x="4870450" y="3930650"/>
          <p14:tracePt t="403541" x="5499100" y="3924300"/>
          <p14:tracePt t="403558" x="5861050" y="3886200"/>
          <p14:tracePt t="403575" x="5975350" y="3886200"/>
          <p14:tracePt t="403592" x="6051550" y="3873500"/>
          <p14:tracePt t="403595" x="6115050" y="3873500"/>
          <p14:tracePt t="403608" x="6134100" y="3867150"/>
          <p14:tracePt t="403625" x="6146800" y="3867150"/>
          <p14:tracePt t="403644" x="6140450" y="3867150"/>
          <p14:tracePt t="403658" x="6127750" y="3860800"/>
          <p14:tracePt t="403675" x="6121400" y="3854450"/>
          <p14:tracePt t="403691" x="6127750" y="3854450"/>
          <p14:tracePt t="408195" x="6013450" y="3873500"/>
          <p14:tracePt t="408202" x="5867400" y="3898900"/>
          <p14:tracePt t="408216" x="5695950" y="3917950"/>
          <p14:tracePt t="408225" x="5556250" y="3930650"/>
          <p14:tracePt t="408242" x="5410200" y="3962400"/>
          <p14:tracePt t="408259" x="5137150" y="4006850"/>
          <p14:tracePt t="408275" x="5054600" y="4025900"/>
          <p14:tracePt t="408292" x="4965700" y="4051300"/>
          <p14:tracePt t="408308" x="4889500" y="4083050"/>
          <p14:tracePt t="408325" x="4857750" y="4108450"/>
          <p14:tracePt t="408343" x="4838700" y="4114800"/>
          <p14:tracePt t="408359" x="4832350" y="4114800"/>
          <p14:tracePt t="408375" x="4826000" y="4121150"/>
          <p14:tracePt t="408392" x="4819650" y="4121150"/>
          <p14:tracePt t="408408" x="4819650" y="4133850"/>
          <p14:tracePt t="408441" x="4819650" y="4140200"/>
          <p14:tracePt t="408458" x="4813300" y="4146550"/>
          <p14:tracePt t="408475" x="4806950" y="4159250"/>
          <p14:tracePt t="408492" x="4806950" y="4165600"/>
          <p14:tracePt t="408508" x="4806950" y="4171950"/>
          <p14:tracePt t="408525" x="4794250" y="4191000"/>
          <p14:tracePt t="408541" x="4787900" y="4216400"/>
          <p14:tracePt t="408558" x="4781550" y="4229100"/>
          <p14:tracePt t="408575" x="4775200" y="4254500"/>
          <p14:tracePt t="408591" x="4768850" y="4267200"/>
          <p14:tracePt t="408595" x="4762500" y="4279900"/>
          <p14:tracePt t="408608" x="4756150" y="4292600"/>
          <p14:tracePt t="408624" x="4756150" y="4305300"/>
          <p14:tracePt t="408641" x="4749800" y="4318000"/>
          <p14:tracePt t="408674" x="4743450" y="4324350"/>
          <p14:tracePt t="408691" x="4743450" y="4337050"/>
          <p14:tracePt t="408799" x="4743450" y="4330700"/>
          <p14:tracePt t="408813" x="4743450" y="4324350"/>
          <p14:tracePt t="408834" x="4743450" y="4311650"/>
          <p14:tracePt t="408848" x="4743450" y="4298950"/>
          <p14:tracePt t="408855" x="4743450" y="4267200"/>
          <p14:tracePt t="408869" x="4737100" y="4229100"/>
          <p14:tracePt t="408877" x="4724400" y="4184650"/>
          <p14:tracePt t="408893" x="4705350" y="4121150"/>
          <p14:tracePt t="408907" x="4686300" y="4051300"/>
          <p14:tracePt t="408923" x="4635500" y="3930650"/>
          <p14:tracePt t="408940" x="4597400" y="3822700"/>
          <p14:tracePt t="408956" x="4584700" y="3790950"/>
          <p14:tracePt t="408973" x="4559300" y="3727450"/>
          <p14:tracePt t="408990" x="4552950" y="3708400"/>
          <p14:tracePt t="409007" x="4546600" y="3683000"/>
          <p14:tracePt t="409024" x="4546600" y="3657600"/>
          <p14:tracePt t="409039" x="4546600" y="3651250"/>
          <p14:tracePt t="409056" x="4546600" y="3644900"/>
          <p14:tracePt t="409073" x="4552950" y="3638550"/>
          <p14:tracePt t="409106" x="4552950" y="3625850"/>
          <p14:tracePt t="409122" x="4559300" y="3619500"/>
          <p14:tracePt t="412702" x="4584700" y="3651250"/>
          <p14:tracePt t="412708" x="4635500" y="3695700"/>
          <p14:tracePt t="412723" x="4673600" y="3752850"/>
          <p14:tracePt t="412730" x="4718050" y="3810000"/>
          <p14:tracePt t="412746" x="4768850" y="3879850"/>
          <p14:tracePt t="412760" x="4806950" y="3949700"/>
          <p14:tracePt t="412776" x="4889500" y="4102100"/>
          <p14:tracePt t="412794" x="4959350" y="4248150"/>
          <p14:tracePt t="412810" x="4991100" y="4330700"/>
          <p14:tracePt t="412827" x="5035550" y="4464050"/>
          <p14:tracePt t="412843" x="5080000" y="4565650"/>
          <p14:tracePt t="412859" x="5099050" y="4584700"/>
          <p14:tracePt t="412877" x="5124450" y="4629150"/>
          <p14:tracePt t="412893" x="5143500" y="4641850"/>
          <p14:tracePt t="412910" x="5149850" y="4641850"/>
          <p14:tracePt t="412926" x="5156200" y="4648200"/>
          <p14:tracePt t="412942" x="5162550" y="4648200"/>
          <p14:tracePt t="413074" x="5168900" y="4648200"/>
          <p14:tracePt t="413081" x="5175250" y="4641850"/>
          <p14:tracePt t="415816" x="5168900" y="4622800"/>
          <p14:tracePt t="415830" x="5156200" y="4584700"/>
          <p14:tracePt t="415837" x="5130800" y="4546600"/>
          <p14:tracePt t="415849" x="5111750" y="4508500"/>
          <p14:tracePt t="415866" x="5060950" y="4425950"/>
          <p14:tracePt t="415882" x="5035550" y="4394200"/>
          <p14:tracePt t="415899" x="5003800" y="4362450"/>
          <p14:tracePt t="415915" x="4959350" y="4318000"/>
          <p14:tracePt t="415932" x="4921250" y="4292600"/>
          <p14:tracePt t="415949" x="4895850" y="4267200"/>
          <p14:tracePt t="415966" x="4883150" y="4260850"/>
          <p14:tracePt t="415982" x="4876800" y="4254500"/>
          <p14:tracePt t="415999" x="4870450" y="4254500"/>
          <p14:tracePt t="416015" x="4864100" y="4254500"/>
          <p14:tracePt t="416049" x="4864100" y="4260850"/>
          <p14:tracePt t="416069" x="4864100" y="4267200"/>
          <p14:tracePt t="416090" x="4864100" y="4279900"/>
          <p14:tracePt t="416111" x="4870450" y="4286250"/>
          <p14:tracePt t="416125" x="4870450" y="4292600"/>
          <p14:tracePt t="416146" x="4876800" y="4292600"/>
          <p14:tracePt t="416202" x="4883150" y="4298950"/>
          <p14:tracePt t="416232" x="4889500" y="4298950"/>
          <p14:tracePt t="416266" x="4889500" y="4292600"/>
          <p14:tracePt t="416273" x="4889500" y="4286250"/>
          <p14:tracePt t="416287" x="4889500" y="4279900"/>
          <p14:tracePt t="416298" x="4895850" y="4267200"/>
          <p14:tracePt t="416315" x="4895850" y="4248150"/>
          <p14:tracePt t="416331" x="4895850" y="4171950"/>
          <p14:tracePt t="416348" x="4895850" y="4108450"/>
          <p14:tracePt t="416364" x="4895850" y="3968750"/>
          <p14:tracePt t="416381" x="4902200" y="3886200"/>
          <p14:tracePt t="416398" x="4902200" y="3759200"/>
          <p14:tracePt t="416414" x="4902200" y="3657600"/>
          <p14:tracePt t="416430" x="4902200" y="3625850"/>
          <p14:tracePt t="416447" x="4902200" y="3606800"/>
          <p14:tracePt t="416464" x="4902200" y="3594100"/>
          <p14:tracePt t="416480" x="4902200" y="3606800"/>
          <p14:tracePt t="416498" x="4908550" y="3625850"/>
          <p14:tracePt t="416514" x="4908550" y="3638550"/>
          <p14:tracePt t="416530" x="4914900" y="3651250"/>
          <p14:tracePt t="416547" x="4921250" y="3663950"/>
          <p14:tracePt t="416563" x="4921250" y="3676650"/>
          <p14:tracePt t="416580" x="4927600" y="3702050"/>
          <p14:tracePt t="416597" x="4940300" y="3727450"/>
          <p14:tracePt t="416613" x="4946650" y="3759200"/>
          <p14:tracePt t="416630" x="4953000" y="3790950"/>
          <p14:tracePt t="416646" x="4978400" y="3873500"/>
          <p14:tracePt t="416663" x="5003800" y="3943350"/>
          <p14:tracePt t="416680" x="5022850" y="4025900"/>
          <p14:tracePt t="416696" x="5029200" y="4057650"/>
          <p14:tracePt t="416713" x="5035550" y="4089400"/>
          <p14:tracePt t="416717" x="5041900" y="4114800"/>
          <p14:tracePt t="416732" x="5054600" y="4140200"/>
          <p14:tracePt t="416746" x="5067300" y="4159250"/>
          <p14:tracePt t="416763" x="5080000" y="4216400"/>
          <p14:tracePt t="416779" x="5099050" y="4267200"/>
          <p14:tracePt t="416796" x="5099050" y="4286250"/>
          <p14:tracePt t="416813" x="5118100" y="4298950"/>
          <p14:tracePt t="416829" x="5124450" y="4324350"/>
          <p14:tracePt t="416846" x="5124450" y="4330700"/>
          <p14:tracePt t="416863" x="5130800" y="4337050"/>
          <p14:tracePt t="416898" x="5137150" y="4337050"/>
          <p14:tracePt t="416915" x="5137150" y="4330700"/>
          <p14:tracePt t="419775" x="5137150" y="4343400"/>
          <p14:tracePt t="419782" x="5137150" y="4381500"/>
          <p14:tracePt t="419796" x="5137150" y="4425950"/>
          <p14:tracePt t="419806" x="5137150" y="4464050"/>
          <p14:tracePt t="419819" x="5137150" y="4514850"/>
          <p14:tracePt t="419835" x="5137150" y="4552950"/>
          <p14:tracePt t="419852" x="5111750" y="4629150"/>
          <p14:tracePt t="419869" x="5092700" y="4673600"/>
          <p14:tracePt t="419885" x="5086350" y="4692650"/>
          <p14:tracePt t="419902" x="5073650" y="4711700"/>
          <p14:tracePt t="419919" x="5067300" y="4718050"/>
          <p14:tracePt t="419935" x="5060950" y="4718050"/>
          <p14:tracePt t="419952" x="5054600" y="4730750"/>
          <p14:tracePt t="419968" x="5048250" y="4730750"/>
          <p14:tracePt t="419986" x="5041900" y="4737100"/>
          <p14:tracePt t="420001" x="5035550" y="4737100"/>
          <p14:tracePt t="420018" x="5022850" y="4743450"/>
          <p14:tracePt t="420035" x="5003800" y="4743450"/>
          <p14:tracePt t="420051" x="4978400" y="4743450"/>
          <p14:tracePt t="420068" x="4965700" y="4743450"/>
          <p14:tracePt t="420085" x="4933950" y="4743450"/>
          <p14:tracePt t="420101" x="4914900" y="4743450"/>
          <p14:tracePt t="420118" x="4883150" y="4743450"/>
          <p14:tracePt t="420134" x="4851400" y="4743450"/>
          <p14:tracePt t="420151" x="4838700" y="4743450"/>
          <p14:tracePt t="420168" x="4819650" y="4749800"/>
          <p14:tracePt t="420184" x="4813300" y="4756150"/>
          <p14:tracePt t="420201" x="4806950" y="4756150"/>
          <p14:tracePt t="420218" x="4800600" y="4762500"/>
          <p14:tracePt t="420234" x="4787900" y="4768850"/>
          <p14:tracePt t="420251" x="4781550" y="4768850"/>
          <p14:tracePt t="420270" x="4775200" y="4775200"/>
          <p14:tracePt t="420274" x="4768850" y="4775200"/>
          <p14:tracePt t="420295" x="4762500" y="4781550"/>
          <p14:tracePt t="420309" x="4756150" y="4787900"/>
          <p14:tracePt t="420317" x="4749800" y="4787900"/>
          <p14:tracePt t="420333" x="4737100" y="4787900"/>
          <p14:tracePt t="420351" x="4705350" y="4800600"/>
          <p14:tracePt t="420367" x="4679950" y="4800600"/>
          <p14:tracePt t="420384" x="4660900" y="4800600"/>
          <p14:tracePt t="420400" x="4603750" y="4806950"/>
          <p14:tracePt t="420417" x="4572000" y="4813300"/>
          <p14:tracePt t="420433" x="4533900" y="4813300"/>
          <p14:tracePt t="420451" x="4476750" y="4813300"/>
          <p14:tracePt t="420467" x="4457700" y="4813300"/>
          <p14:tracePt t="420483" x="4425950" y="4806950"/>
          <p14:tracePt t="420500" x="4413250" y="4806950"/>
          <p14:tracePt t="420517" x="4406900" y="4806950"/>
          <p14:tracePt t="420549" x="4413250" y="4806950"/>
          <p14:tracePt t="420566" x="4419600" y="4800600"/>
          <p14:tracePt t="420583" x="4425950" y="4800600"/>
          <p14:tracePt t="420599" x="4432300" y="4800600"/>
          <p14:tracePt t="420616" x="4438650" y="4800600"/>
          <p14:tracePt t="420633" x="4451350" y="4794250"/>
          <p14:tracePt t="420666" x="4457700" y="4787900"/>
          <p14:tracePt t="420716" x="4464050" y="4781550"/>
          <p14:tracePt t="420738" x="4470400" y="4781550"/>
          <p14:tracePt t="420766" x="4476750" y="4781550"/>
          <p14:tracePt t="420794" x="4489450" y="4781550"/>
          <p14:tracePt t="420808" x="4495800" y="4781550"/>
          <p14:tracePt t="420829" x="4502150" y="4781550"/>
          <p14:tracePt t="420836" x="4514850" y="4781550"/>
          <p14:tracePt t="420852" x="4527550" y="4781550"/>
          <p14:tracePt t="420865" x="4546600" y="4781550"/>
          <p14:tracePt t="420882" x="4597400" y="4781550"/>
          <p14:tracePt t="420899" x="4654550" y="4781550"/>
          <p14:tracePt t="420915" x="4692650" y="4781550"/>
          <p14:tracePt t="420932" x="4724400" y="4781550"/>
          <p14:tracePt t="420949" x="4781550" y="4781550"/>
          <p14:tracePt t="420965" x="4800600" y="4781550"/>
          <p14:tracePt t="420982" x="4832350" y="4781550"/>
          <p14:tracePt t="420998" x="4857750" y="4781550"/>
          <p14:tracePt t="421015" x="4864100" y="4768850"/>
          <p14:tracePt t="421032" x="4864100" y="4762500"/>
          <p14:tracePt t="421048" x="4864100" y="4743450"/>
          <p14:tracePt t="421064" x="4857750" y="4705350"/>
          <p14:tracePt t="421082" x="4838700" y="4654550"/>
          <p14:tracePt t="421097" x="4819650" y="4622800"/>
          <p14:tracePt t="421114" x="4813300" y="4584700"/>
          <p14:tracePt t="421131" x="4787900" y="4508500"/>
          <p14:tracePt t="421147" x="4787900" y="4432300"/>
          <p14:tracePt t="421164" x="4787900" y="4394200"/>
          <p14:tracePt t="421181" x="4787900" y="4343400"/>
          <p14:tracePt t="421197" x="4787900" y="4330700"/>
          <p14:tracePt t="421214" x="4787900" y="4318000"/>
          <p14:tracePt t="421231" x="4787900" y="4298950"/>
          <p14:tracePt t="421265" x="4794250" y="4286250"/>
          <p14:tracePt t="421297" x="4800600" y="4273550"/>
          <p14:tracePt t="421314" x="4800600" y="4267200"/>
          <p14:tracePt t="421330" x="4800600" y="4248150"/>
          <p14:tracePt t="421377" x="4800600" y="4241800"/>
          <p14:tracePt t="421384" x="4800600" y="4235450"/>
          <p14:tracePt t="421405" x="4800600" y="4229100"/>
          <p14:tracePt t="421441" x="4800600" y="4222750"/>
          <p14:tracePt t="421468" x="4800600" y="4216400"/>
          <p14:tracePt t="421490" x="4800600" y="4210050"/>
          <p14:tracePt t="421525" x="4806950" y="4210050"/>
          <p14:tracePt t="421532" x="4813300" y="4210050"/>
          <p14:tracePt t="421552" x="4819650" y="4210050"/>
          <p14:tracePt t="421573" x="4826000" y="4210050"/>
          <p14:tracePt t="421588" x="4832350" y="4216400"/>
          <p14:tracePt t="421596" x="4838700" y="4216400"/>
          <p14:tracePt t="421623" x="4851400" y="4222750"/>
          <p14:tracePt t="421632" x="4864100" y="4222750"/>
          <p14:tracePt t="421646" x="4883150" y="4222750"/>
          <p14:tracePt t="421663" x="4927600" y="4229100"/>
          <p14:tracePt t="421679" x="5003800" y="4241800"/>
          <p14:tracePt t="421696" x="5149850" y="4248150"/>
          <p14:tracePt t="421712" x="5200650" y="4260850"/>
          <p14:tracePt t="421729" x="5321300" y="4286250"/>
          <p14:tracePt t="421746" x="5365750" y="4292600"/>
          <p14:tracePt t="421763" x="5429250" y="4324350"/>
          <p14:tracePt t="421779" x="5461000" y="4343400"/>
          <p14:tracePt t="421795" x="5473700" y="4368800"/>
          <p14:tracePt t="421813" x="5480050" y="4387850"/>
          <p14:tracePt t="421828" x="5480050" y="4413250"/>
          <p14:tracePt t="421845" x="5480050" y="4438650"/>
          <p14:tracePt t="421862" x="5461000" y="4514850"/>
          <p14:tracePt t="421878" x="5448300" y="4603750"/>
          <p14:tracePt t="421895" x="5429250" y="4648200"/>
          <p14:tracePt t="421912" x="5416550" y="4718050"/>
          <p14:tracePt t="421928" x="5403850" y="4749800"/>
          <p14:tracePt t="421946" x="5397500" y="4781550"/>
          <p14:tracePt t="421962" x="5391150" y="4806950"/>
          <p14:tracePt t="421995" x="5391150" y="4813300"/>
          <p14:tracePt t="422011" x="5391150" y="4819650"/>
          <p14:tracePt t="422094" x="5391150" y="4826000"/>
          <p14:tracePt t="422185" x="5391150" y="4832350"/>
          <p14:tracePt t="422227" x="5391150" y="4838700"/>
          <p14:tracePt t="422241" x="5391150" y="4845050"/>
          <p14:tracePt t="422256" x="5391150" y="4851400"/>
          <p14:tracePt t="422263" x="5384800" y="4857750"/>
          <p14:tracePt t="422281" x="5384800" y="4864100"/>
          <p14:tracePt t="422294" x="5384800" y="4870450"/>
          <p14:tracePt t="423741" x="5378450" y="4870450"/>
          <p14:tracePt t="423756" x="5365750" y="4870450"/>
          <p14:tracePt t="423762" x="5340350" y="4870450"/>
          <p14:tracePt t="423776" x="5327650" y="4870450"/>
          <p14:tracePt t="423788" x="5302250" y="4857750"/>
          <p14:tracePt t="423805" x="5251450" y="4832350"/>
          <p14:tracePt t="423822" x="5207000" y="4813300"/>
          <p14:tracePt t="423839" x="5105400" y="4756150"/>
          <p14:tracePt t="423855" x="5048250" y="4743450"/>
          <p14:tracePt t="423871" x="4972050" y="4718050"/>
          <p14:tracePt t="423888" x="4794250" y="4699000"/>
          <p14:tracePt t="423904" x="4578350" y="4699000"/>
          <p14:tracePt t="423921" x="4476750" y="4699000"/>
          <p14:tracePt t="423938" x="4286250" y="4699000"/>
          <p14:tracePt t="423955" x="4197350" y="4692650"/>
          <p14:tracePt t="423971" x="4064000" y="4679950"/>
          <p14:tracePt t="423988" x="3968750" y="4667250"/>
          <p14:tracePt t="424004" x="3930650" y="4667250"/>
          <p14:tracePt t="424022" x="3898900" y="4648200"/>
          <p14:tracePt t="424037" x="3879850" y="4641850"/>
          <p14:tracePt t="424054" x="3860800" y="4635500"/>
          <p14:tracePt t="424071" x="3854450" y="4635500"/>
          <p14:tracePt t="424087" x="3835400" y="4635500"/>
          <p14:tracePt t="424104" x="3822700" y="4641850"/>
          <p14:tracePt t="424615" x="3784600" y="4641850"/>
          <p14:tracePt t="424623" x="3746500" y="4641850"/>
          <p14:tracePt t="424639" x="3695700" y="4641850"/>
          <p14:tracePt t="424653" x="3644900" y="4641850"/>
          <p14:tracePt t="424669" x="3473450" y="4622800"/>
          <p14:tracePt t="424687" x="3270250" y="4603750"/>
          <p14:tracePt t="424702" x="3168650" y="4591050"/>
          <p14:tracePt t="424719" x="3092450" y="4591050"/>
          <p14:tracePt t="424736" x="2933700" y="4572000"/>
          <p14:tracePt t="424752" x="2755900" y="4572000"/>
          <p14:tracePt t="424768" x="2654300" y="4572000"/>
          <p14:tracePt t="424785" x="2489200" y="4559300"/>
          <p14:tracePt t="424802" x="2425700" y="4559300"/>
          <p14:tracePt t="424805" x="2362200" y="4559300"/>
          <p14:tracePt t="424818" x="2311400" y="4552950"/>
          <p14:tracePt t="424835" x="2247900" y="4546600"/>
          <p14:tracePt t="424851" x="2216150" y="4533900"/>
          <p14:tracePt t="424868" x="2197100" y="4533900"/>
          <p14:tracePt t="424885" x="2171700" y="4527550"/>
          <p14:tracePt t="424901" x="2152650" y="4540250"/>
          <p14:tracePt t="424918" x="2139950" y="4559300"/>
          <p14:tracePt t="424935" x="2127250" y="4559300"/>
          <p14:tracePt t="425341" x="2127250" y="4451350"/>
          <p14:tracePt t="425355" x="2146300" y="4235450"/>
          <p14:tracePt t="425362" x="2178050" y="3867150"/>
          <p14:tracePt t="425376" x="2216150" y="3467100"/>
          <p14:tracePt t="425384" x="2247900" y="3124200"/>
          <p14:tracePt t="425399" x="2298700" y="2724150"/>
          <p14:tracePt t="425416" x="2330450" y="2324100"/>
          <p14:tracePt t="425433" x="2368550" y="1543050"/>
          <p14:tracePt t="425449" x="2368550" y="1206500"/>
          <p14:tracePt t="425467" x="2381250" y="939800"/>
          <p14:tracePt t="425483" x="2425700" y="431800"/>
          <p14:tracePt t="425499" x="2425700" y="152400"/>
          <p14:tracePt t="425517" x="2413000" y="0"/>
          <p14:tracePt t="425532" x="2406650" y="0"/>
          <p14:tracePt t="425549" x="2387600" y="0"/>
          <p14:tracePt t="425566" x="2368550" y="0"/>
          <p14:tracePt t="425582" x="2349500" y="0"/>
          <p14:tracePt t="425622" x="2343150" y="0"/>
          <p14:tracePt t="425657" x="2343150" y="6350"/>
          <p14:tracePt t="425678" x="2343150" y="12700"/>
          <p14:tracePt t="425691" x="2343150" y="25400"/>
          <p14:tracePt t="425701" x="2343150" y="38100"/>
          <p14:tracePt t="425715" x="2343150" y="44450"/>
          <p14:tracePt t="425732" x="2343150" y="50800"/>
          <p14:tracePt t="425748" x="2343150" y="69850"/>
          <p14:tracePt t="425765" x="2343150" y="95250"/>
          <p14:tracePt t="425782" x="2336800" y="107950"/>
          <p14:tracePt t="425798" x="2330450" y="139700"/>
          <p14:tracePt t="425815" x="2311400" y="158750"/>
          <p14:tracePt t="425832" x="2292350" y="196850"/>
          <p14:tracePt t="425848" x="2266950" y="228600"/>
          <p14:tracePt t="425864" x="2197100" y="311150"/>
          <p14:tracePt t="425882" x="2120900" y="412750"/>
          <p14:tracePt t="425898" x="2095500" y="450850"/>
          <p14:tracePt t="425915" x="2063750" y="495300"/>
          <p14:tracePt t="425931" x="2019300" y="571500"/>
          <p14:tracePt t="425947" x="2000250" y="609600"/>
          <p14:tracePt t="425964" x="1987550" y="641350"/>
          <p14:tracePt t="425981" x="1981200" y="685800"/>
          <p14:tracePt t="425997" x="1974850" y="704850"/>
          <p14:tracePt t="426015" x="1974850" y="711200"/>
          <p14:tracePt t="426051" x="1974850" y="717550"/>
          <p14:tracePt t="426086" x="1974850" y="723900"/>
          <p14:tracePt t="426233" x="1981200" y="723900"/>
          <p14:tracePt t="426297" x="1981200" y="730250"/>
          <p14:tracePt t="426318" x="1981200" y="736600"/>
          <p14:tracePt t="426331" x="1981200" y="742950"/>
          <p14:tracePt t="426353" x="1981200" y="749300"/>
          <p14:tracePt t="426374" x="1981200" y="762000"/>
          <p14:tracePt t="426381" x="1981200" y="768350"/>
          <p14:tracePt t="426387" x="1981200" y="774700"/>
          <p14:tracePt t="426760" x="1962150" y="819150"/>
          <p14:tracePt t="426774" x="1911350" y="876300"/>
          <p14:tracePt t="426787" x="1866900" y="933450"/>
          <p14:tracePt t="426797" x="1816100" y="990600"/>
          <p14:tracePt t="426811" x="1778000" y="1041400"/>
          <p14:tracePt t="426828" x="1733550" y="1073150"/>
          <p14:tracePt t="426845" x="1676400" y="1143000"/>
          <p14:tracePt t="426861" x="1638300" y="1168400"/>
          <p14:tracePt t="426878" x="1625600" y="1187450"/>
          <p14:tracePt t="426894" x="1606550" y="1193800"/>
          <p14:tracePt t="426911" x="1593850" y="1200150"/>
          <p14:tracePt t="426928" x="1587500" y="1212850"/>
          <p14:tracePt t="426944" x="1581150" y="1225550"/>
          <p14:tracePt t="426961" x="1568450" y="1244600"/>
          <p14:tracePt t="426978" x="1555750" y="1257300"/>
          <p14:tracePt t="426994" x="1549400" y="1263650"/>
          <p14:tracePt t="427011" x="1543050" y="1270000"/>
          <p14:tracePt t="427044" x="1536700" y="1270000"/>
          <p14:tracePt t="427061" x="1530350" y="1270000"/>
          <p14:tracePt t="427343" x="1530350" y="1276350"/>
          <p14:tracePt t="427357" x="1530350" y="1282700"/>
          <p14:tracePt t="427364" x="1530350" y="1289050"/>
          <p14:tracePt t="427380" x="1530350" y="1301750"/>
          <p14:tracePt t="427393" x="1530350" y="1320800"/>
          <p14:tracePt t="427409" x="1530350" y="1358900"/>
          <p14:tracePt t="427427" x="1536700" y="1454150"/>
          <p14:tracePt t="427443" x="1536700" y="1555750"/>
          <p14:tracePt t="427459" x="1543050" y="1619250"/>
          <p14:tracePt t="427476" x="1555750" y="1714500"/>
          <p14:tracePt t="427492" x="1562100" y="1752600"/>
          <p14:tracePt t="427511" x="1568450" y="1809750"/>
          <p14:tracePt t="427527" x="1574800" y="1835150"/>
          <p14:tracePt t="427543" x="1574800" y="1847850"/>
          <p14:tracePt t="427562" x="1581150" y="1860550"/>
          <p14:tracePt t="427576" x="1587500" y="1866900"/>
          <p14:tracePt t="427609" x="1587500" y="1873250"/>
          <p14:tracePt t="427686" x="1587500" y="1866900"/>
          <p14:tracePt t="427728" x="1587500" y="1860550"/>
          <p14:tracePt t="427750" x="1593850" y="1847850"/>
          <p14:tracePt t="427764" x="1600200" y="1847850"/>
          <p14:tracePt t="427771" x="1606550" y="1841500"/>
          <p14:tracePt t="427785" x="1612900" y="1841500"/>
          <p14:tracePt t="427795" x="1638300" y="1835150"/>
          <p14:tracePt t="427809" x="1670050" y="1822450"/>
          <p14:tracePt t="427826" x="1720850" y="1816100"/>
          <p14:tracePt t="427842" x="1866900" y="1784350"/>
          <p14:tracePt t="427859" x="2051050" y="1758950"/>
          <p14:tracePt t="427876" x="2139950" y="1758950"/>
          <p14:tracePt t="427892" x="2305050" y="1739900"/>
          <p14:tracePt t="427909" x="2381250" y="1739900"/>
          <p14:tracePt t="427926" x="2476500" y="1727200"/>
          <p14:tracePt t="427942" x="2533650" y="1727200"/>
          <p14:tracePt t="427959" x="2552700" y="1727200"/>
          <p14:tracePt t="427977" x="2590800" y="1733550"/>
          <p14:tracePt t="427992" x="2609850" y="1733550"/>
          <p14:tracePt t="428008" x="2622550" y="1739900"/>
          <p14:tracePt t="428025" x="2660650" y="1758950"/>
          <p14:tracePt t="428042" x="2743200" y="1778000"/>
          <p14:tracePt t="428059" x="2851150" y="1797050"/>
          <p14:tracePt t="428075" x="2908300" y="1809750"/>
          <p14:tracePt t="428092" x="2971800" y="1809750"/>
          <p14:tracePt t="428109" x="3098800" y="1828800"/>
          <p14:tracePt t="428125" x="3206750" y="1822450"/>
          <p14:tracePt t="428141" x="3244850" y="1816100"/>
          <p14:tracePt t="428159" x="3314700" y="1797050"/>
          <p14:tracePt t="428175" x="3346450" y="1790700"/>
          <p14:tracePt t="428191" x="3365500" y="1778000"/>
          <p14:tracePt t="428208" x="3397250" y="1758950"/>
          <p14:tracePt t="428224" x="3422650" y="1714500"/>
          <p14:tracePt t="428240" x="3435350" y="1701800"/>
          <p14:tracePt t="428257" x="3467100" y="1663700"/>
          <p14:tracePt t="428273" x="3473450" y="1651000"/>
          <p14:tracePt t="428290" x="3492500" y="1612900"/>
          <p14:tracePt t="428306" x="3505200" y="1574800"/>
          <p14:tracePt t="428323" x="3511550" y="1549400"/>
          <p14:tracePt t="428340" x="3517900" y="1524000"/>
          <p14:tracePt t="428356" x="3543300" y="1485900"/>
          <p14:tracePt t="428373" x="3556000" y="1435100"/>
          <p14:tracePt t="428376" x="3562350" y="1403350"/>
          <p14:tracePt t="428390" x="3568700" y="1377950"/>
          <p14:tracePt t="428406" x="3568700" y="1320800"/>
          <p14:tracePt t="428422" x="3568700" y="1295400"/>
          <p14:tracePt t="428439" x="3556000" y="1263650"/>
          <p14:tracePt t="428456" x="3549650" y="1250950"/>
          <p14:tracePt t="428472" x="3536950" y="1231900"/>
          <p14:tracePt t="428489" x="3517900" y="1212850"/>
          <p14:tracePt t="428506" x="3492500" y="1206500"/>
          <p14:tracePt t="428523" x="3479800" y="1200150"/>
          <p14:tracePt t="428539" x="3460750" y="1200150"/>
          <p14:tracePt t="428555" x="3454400" y="1193800"/>
          <p14:tracePt t="428572" x="3435350" y="1181100"/>
          <p14:tracePt t="428588" x="3429000" y="1181100"/>
          <p14:tracePt t="428625" x="3422650" y="1181100"/>
          <p14:tracePt t="428678" x="3429000" y="1181100"/>
          <p14:tracePt t="428706" x="3441700" y="1181100"/>
          <p14:tracePt t="428720" x="3448050" y="1187450"/>
          <p14:tracePt t="428727" x="3454400" y="1187450"/>
          <p14:tracePt t="428741" x="3467100" y="1187450"/>
          <p14:tracePt t="428755" x="3524250" y="1193800"/>
          <p14:tracePt t="428771" x="3581400" y="1200150"/>
          <p14:tracePt t="428788" x="3765550" y="1219200"/>
          <p14:tracePt t="428805" x="4006850" y="1244600"/>
          <p14:tracePt t="428821" x="4140200" y="1244600"/>
          <p14:tracePt t="428838" x="4286250" y="1263650"/>
          <p14:tracePt t="428854" x="4705350" y="1295400"/>
          <p14:tracePt t="428871" x="4832350" y="1295400"/>
          <p14:tracePt t="428888" x="5060950" y="1320800"/>
          <p14:tracePt t="428904" x="5251450" y="1339850"/>
          <p14:tracePt t="428921" x="5340350" y="1346200"/>
          <p14:tracePt t="428938" x="5499100" y="1358900"/>
          <p14:tracePt t="428954" x="5549900" y="1358900"/>
          <p14:tracePt t="429322" x="5588000" y="1441450"/>
          <p14:tracePt t="429337" x="5651500" y="1543050"/>
          <p14:tracePt t="429343" x="5721350" y="1663700"/>
          <p14:tracePt t="429357" x="5772150" y="1784350"/>
          <p14:tracePt t="429369" x="5829300" y="1917700"/>
          <p14:tracePt t="429386" x="5949950" y="2222500"/>
          <p14:tracePt t="429402" x="6000750" y="2330450"/>
          <p14:tracePt t="429406" x="6057900" y="2444750"/>
          <p14:tracePt t="429422" x="6153150" y="2590800"/>
          <p14:tracePt t="429436" x="6210300" y="2730500"/>
          <p14:tracePt t="429452" x="6318250" y="2933700"/>
          <p14:tracePt t="429469" x="6400800" y="3105150"/>
          <p14:tracePt t="429486" x="6426200" y="3187700"/>
          <p14:tracePt t="429502" x="6451600" y="3276600"/>
          <p14:tracePt t="429519" x="6502400" y="3486150"/>
          <p14:tracePt t="429536" x="6534150" y="3575050"/>
          <p14:tracePt t="429552" x="6591300" y="3784600"/>
          <p14:tracePt t="429568" x="6673850" y="3956050"/>
          <p14:tracePt t="429585" x="6750050" y="4114800"/>
          <p14:tracePt t="429602" x="6769100" y="4171950"/>
          <p14:tracePt t="435030" x="6750050" y="4171950"/>
          <p14:tracePt t="435037" x="6737350" y="4171950"/>
          <p14:tracePt t="435049" x="6718300" y="4171950"/>
          <p14:tracePt t="435066" x="6642100" y="4152900"/>
          <p14:tracePt t="435082" x="6584950" y="4140200"/>
          <p14:tracePt t="435100" x="6502400" y="4114800"/>
          <p14:tracePt t="435116" x="6324600" y="4076700"/>
          <p14:tracePt t="435133" x="6172200" y="4044950"/>
          <p14:tracePt t="435150" x="5943600" y="4000500"/>
          <p14:tracePt t="435166" x="5791200" y="3981450"/>
          <p14:tracePt t="435182" x="5632450" y="3930650"/>
          <p14:tracePt t="435199" x="5410200" y="3892550"/>
          <p14:tracePt t="435216" x="5276850" y="3841750"/>
          <p14:tracePt t="435233" x="5143500" y="3835400"/>
          <p14:tracePt t="435248" x="4876800" y="3803650"/>
          <p14:tracePt t="435265" x="4667250" y="3765550"/>
          <p14:tracePt t="435282" x="4394200" y="3721100"/>
          <p14:tracePt t="435298" x="4216400" y="3670300"/>
          <p14:tracePt t="435315" x="4019550" y="3600450"/>
          <p14:tracePt t="435332" x="3822700" y="3498850"/>
          <p14:tracePt t="435348" x="3689350" y="3441700"/>
          <p14:tracePt t="435365" x="3562350" y="3378200"/>
          <p14:tracePt t="435382" x="3429000" y="3295650"/>
          <p14:tracePt t="435398" x="3359150" y="3225800"/>
          <p14:tracePt t="435415" x="3308350" y="3162300"/>
          <p14:tracePt t="435432" x="3257550" y="3041650"/>
          <p14:tracePt t="435448" x="3232150" y="2959100"/>
          <p14:tracePt t="435465" x="3200400" y="2800350"/>
          <p14:tracePt t="435481" x="3187700" y="2667000"/>
          <p14:tracePt t="435498" x="3168650" y="2533650"/>
          <p14:tracePt t="435515" x="3149600" y="2343150"/>
          <p14:tracePt t="435531" x="3143250" y="2197100"/>
          <p14:tracePt t="435548" x="3130550" y="2082800"/>
          <p14:tracePt t="435565" x="3124200" y="1924050"/>
          <p14:tracePt t="435581" x="3098800" y="1828800"/>
          <p14:tracePt t="435597" x="3092450" y="1771650"/>
          <p14:tracePt t="435614" x="3060700" y="1714500"/>
          <p14:tracePt t="435631" x="3048000" y="1695450"/>
          <p14:tracePt t="435648" x="2997200" y="1619250"/>
          <p14:tracePt t="435664" x="2971800" y="1593850"/>
          <p14:tracePt t="435680" x="2952750" y="1568450"/>
          <p14:tracePt t="435698" x="2914650" y="1549400"/>
          <p14:tracePt t="435714" x="2889250" y="1536700"/>
          <p14:tracePt t="435730" x="2870200" y="1536700"/>
          <p14:tracePt t="435747" x="2832100" y="1517650"/>
          <p14:tracePt t="435765" x="2806700" y="1504950"/>
          <p14:tracePt t="435780" x="2787650" y="1504950"/>
          <p14:tracePt t="435797" x="2755900" y="1504950"/>
          <p14:tracePt t="435813" x="2743200" y="1504950"/>
          <p14:tracePt t="435831" x="2705100" y="1504950"/>
          <p14:tracePt t="435847" x="2686050" y="1504950"/>
          <p14:tracePt t="435863" x="2679700" y="1504950"/>
          <p14:tracePt t="435880" x="2660650" y="1504950"/>
          <p14:tracePt t="435897" x="2622550" y="1511300"/>
          <p14:tracePt t="435913" x="2609850" y="1511300"/>
          <p14:tracePt t="435930" x="2584450" y="1511300"/>
          <p14:tracePt t="435947" x="2559050" y="1504950"/>
          <p14:tracePt t="435964" x="2559050" y="1498600"/>
          <p14:tracePt t="435980" x="2546350" y="1492250"/>
          <p14:tracePt t="435997" x="2540000" y="1485900"/>
          <p14:tracePt t="436707" x="2546350" y="1485900"/>
          <p14:tracePt t="436721" x="2552700" y="1485900"/>
          <p14:tracePt t="436735" x="2559050" y="1485900"/>
          <p14:tracePt t="436749" x="2565400" y="1485900"/>
          <p14:tracePt t="436760" x="2571750" y="1485900"/>
          <p14:tracePt t="436780" x="2578100" y="1485900"/>
          <p14:tracePt t="436798" x="2584450" y="1485900"/>
          <p14:tracePt t="436896" x="2590800" y="1485900"/>
          <p14:tracePt t="436967" x="2590800" y="1479550"/>
          <p14:tracePt t="437079" x="2590800" y="1473200"/>
          <p14:tracePt t="437550" x="2597150" y="1479550"/>
          <p14:tracePt t="437564" x="2603500" y="1485900"/>
          <p14:tracePt t="437571" x="2609850" y="1485900"/>
          <p14:tracePt t="437578" x="2609850" y="1492250"/>
          <p14:tracePt t="437594" x="2622550" y="1498600"/>
          <p14:tracePt t="437607" x="2635250" y="1504950"/>
          <p14:tracePt t="437624" x="2679700" y="1530350"/>
          <p14:tracePt t="437641" x="2781300" y="1587500"/>
          <p14:tracePt t="437657" x="2844800" y="1619250"/>
          <p14:tracePt t="437674" x="3022600" y="1733550"/>
          <p14:tracePt t="437690" x="3238500" y="1866900"/>
          <p14:tracePt t="437707" x="3346450" y="1943100"/>
          <p14:tracePt t="437724" x="3581400" y="2114550"/>
          <p14:tracePt t="437740" x="3816350" y="2279650"/>
          <p14:tracePt t="437757" x="3924300" y="2368550"/>
          <p14:tracePt t="437775" x="4095750" y="2514600"/>
          <p14:tracePt t="437790" x="4222750" y="2647950"/>
          <p14:tracePt t="437807" x="4273550" y="2705100"/>
          <p14:tracePt t="437824" x="4343400" y="2787650"/>
          <p14:tracePt t="437840" x="4368800" y="2832100"/>
          <p14:tracePt t="437857" x="4400550" y="2870200"/>
          <p14:tracePt t="437873" x="4419600" y="2908300"/>
          <p14:tracePt t="437890" x="4425950" y="2927350"/>
          <p14:tracePt t="437906" x="4445000" y="2952750"/>
          <p14:tracePt t="437923" x="4457700" y="2978150"/>
          <p14:tracePt t="437939" x="4470400" y="2990850"/>
          <p14:tracePt t="437957" x="4470400" y="3009900"/>
          <p14:tracePt t="437972" x="4476750" y="3028950"/>
          <p14:tracePt t="437989" x="4476750" y="3041650"/>
          <p14:tracePt t="438006" x="4495800" y="3092450"/>
          <p14:tracePt t="438022" x="4502150" y="3155950"/>
          <p14:tracePt t="438039" x="4508500" y="3213100"/>
          <p14:tracePt t="438056" x="4533900" y="3295650"/>
          <p14:tracePt t="438073" x="4540250" y="3346450"/>
          <p14:tracePt t="438089" x="4546600" y="3359150"/>
          <p14:tracePt t="438106" x="4552950" y="3384550"/>
          <p14:tracePt t="438122" x="4552950" y="3390900"/>
          <p14:tracePt t="438139" x="4552950" y="3397250"/>
          <p14:tracePt t="438323" x="4559300" y="3390900"/>
          <p14:tracePt t="438925" x="4508500" y="3403600"/>
          <p14:tracePt t="438939" x="4413250" y="3467100"/>
          <p14:tracePt t="438946" x="4298950" y="3524250"/>
          <p14:tracePt t="438955" x="4178300" y="3575050"/>
          <p14:tracePt t="438969" x="4044950" y="3632200"/>
          <p14:tracePt t="438986" x="3911600" y="3676650"/>
          <p14:tracePt t="439003" x="3644900" y="3803650"/>
          <p14:tracePt t="439019" x="3390900" y="3949700"/>
          <p14:tracePt t="439036" x="3270250" y="4019550"/>
          <p14:tracePt t="439052" x="3079750" y="4178300"/>
          <p14:tracePt t="439069" x="2908300" y="4311650"/>
          <p14:tracePt t="439086" x="2838450" y="4375150"/>
          <p14:tracePt t="439102" x="2724150" y="4495800"/>
          <p14:tracePt t="439119" x="2616200" y="4578350"/>
          <p14:tracePt t="439136" x="2514600" y="4641850"/>
          <p14:tracePt t="439152" x="2495550" y="4667250"/>
          <p14:tracePt t="439168" x="2451100" y="4711700"/>
          <p14:tracePt t="439185" x="2419350" y="4749800"/>
          <p14:tracePt t="439202" x="2406650" y="4762500"/>
          <p14:tracePt t="439218" x="2393950" y="4787900"/>
          <p14:tracePt t="439235" x="2368550" y="4813300"/>
          <p14:tracePt t="439252" x="2362200" y="4819650"/>
          <p14:tracePt t="439285" x="2362200" y="4826000"/>
          <p14:tracePt t="439301" x="2362200" y="4832350"/>
          <p14:tracePt t="439318" x="2362200" y="4845050"/>
          <p14:tracePt t="439351" x="2362200" y="4857750"/>
          <p14:tracePt t="439385" x="2362200" y="4864100"/>
          <p14:tracePt t="439401" x="2362200" y="4870450"/>
          <p14:tracePt t="439418" x="2362200" y="4876800"/>
          <p14:tracePt t="439446" x="2368550" y="4883150"/>
          <p14:tracePt t="439466" x="2368550" y="4889500"/>
          <p14:tracePt t="439872" x="2413000" y="4895850"/>
          <p14:tracePt t="439879" x="2451100" y="4902200"/>
          <p14:tracePt t="439893" x="2501900" y="4902200"/>
          <p14:tracePt t="439902" x="2546350" y="4908550"/>
          <p14:tracePt t="439916" x="2578100" y="4921250"/>
          <p14:tracePt t="439933" x="2622550" y="4927600"/>
          <p14:tracePt t="439950" x="2673350" y="4933950"/>
          <p14:tracePt t="439966" x="2686050" y="4933950"/>
          <p14:tracePt t="439983" x="2698750" y="4940300"/>
          <p14:tracePt t="440000" x="2705100" y="4940300"/>
          <p14:tracePt t="440138" x="2698750" y="4940300"/>
          <p14:tracePt t="440160" x="2692400" y="4946650"/>
          <p14:tracePt t="440174" x="2686050" y="4946650"/>
          <p14:tracePt t="440188" x="2679700" y="4946650"/>
          <p14:tracePt t="440202" x="2673350" y="4946650"/>
          <p14:tracePt t="440245" x="2667000" y="4946650"/>
          <p14:tracePt t="440251" x="2660650" y="4946650"/>
          <p14:tracePt t="440265" x="2654300" y="4946650"/>
          <p14:tracePt t="440281" x="2641600" y="4946650"/>
          <p14:tracePt t="440315" x="2622550" y="4946650"/>
          <p14:tracePt t="440331" x="2597150" y="4953000"/>
          <p14:tracePt t="440348" x="2590800" y="4953000"/>
          <p14:tracePt t="440365" x="2565400" y="4959350"/>
          <p14:tracePt t="440381" x="2559050" y="4959350"/>
          <p14:tracePt t="440397" x="2552700" y="4965700"/>
          <p14:tracePt t="440414" x="2546350" y="4965700"/>
          <p14:tracePt t="440431" x="2546350" y="4972050"/>
          <p14:tracePt t="440455" x="2540000" y="4978400"/>
          <p14:tracePt t="440477" x="2533650" y="4984750"/>
          <p14:tracePt t="441186" x="2520950" y="4984750"/>
          <p14:tracePt t="441193" x="2508250" y="4984750"/>
          <p14:tracePt t="441208" x="2489200" y="4984750"/>
          <p14:tracePt t="441216" x="2476500" y="4978400"/>
          <p14:tracePt t="441229" x="2457450" y="4972050"/>
          <p14:tracePt t="441245" x="2425700" y="4946650"/>
          <p14:tracePt t="441261" x="2400300" y="4940300"/>
          <p14:tracePt t="441278" x="2355850" y="4921250"/>
          <p14:tracePt t="441294" x="2317750" y="4902200"/>
          <p14:tracePt t="441311" x="2305050" y="4895850"/>
          <p14:tracePt t="441328" x="2266950" y="4876800"/>
          <p14:tracePt t="441344" x="2247900" y="4864100"/>
          <p14:tracePt t="441361" x="2222500" y="4851400"/>
          <p14:tracePt t="441378" x="2197100" y="4838700"/>
          <p14:tracePt t="441394" x="2184400" y="4832350"/>
          <p14:tracePt t="441411" x="2165350" y="4826000"/>
          <p14:tracePt t="441427" x="2159000" y="4826000"/>
          <p14:tracePt t="441444" x="2146300" y="4819650"/>
          <p14:tracePt t="441713" x="2146300" y="4743450"/>
          <p14:tracePt t="441719" x="2133600" y="4546600"/>
          <p14:tracePt t="441733" x="2120900" y="4305300"/>
          <p14:tracePt t="441743" x="2120900" y="3994150"/>
          <p14:tracePt t="441760" x="2120900" y="3632200"/>
          <p14:tracePt t="441776" x="2120900" y="2698750"/>
          <p14:tracePt t="441793" x="2127250" y="2463800"/>
          <p14:tracePt t="441810" x="2139950" y="2273300"/>
          <p14:tracePt t="441826" x="2139950" y="1905000"/>
          <p14:tracePt t="441843" x="2139950" y="1790700"/>
          <p14:tracePt t="441860" x="2152650" y="1562100"/>
          <p14:tracePt t="441876" x="2152650" y="1460500"/>
          <p14:tracePt t="441893" x="2152650" y="1289050"/>
          <p14:tracePt t="441909" x="2159000" y="1155700"/>
          <p14:tracePt t="441926" x="2159000" y="1104900"/>
          <p14:tracePt t="441942" x="2171700" y="1041400"/>
          <p14:tracePt t="441959" x="2190750" y="1009650"/>
          <p14:tracePt t="441976" x="2203450" y="1003300"/>
          <p14:tracePt t="441993" x="2222500" y="990600"/>
          <p14:tracePt t="442009" x="2235200" y="990600"/>
          <p14:tracePt t="442026" x="2247900" y="990600"/>
          <p14:tracePt t="442029" x="2260600" y="990600"/>
          <p14:tracePt t="442043" x="2273300" y="990600"/>
          <p14:tracePt t="442058" x="2330450" y="996950"/>
          <p14:tracePt t="442075" x="2362200" y="1003300"/>
          <p14:tracePt t="442092" x="2444750" y="1016000"/>
          <p14:tracePt t="442108" x="2552700" y="1041400"/>
          <p14:tracePt t="442125" x="2603500" y="1047750"/>
          <p14:tracePt t="442142" x="2724150" y="1066800"/>
          <p14:tracePt t="442158" x="2787650" y="1079500"/>
          <p14:tracePt t="442175" x="2921000" y="1085850"/>
          <p14:tracePt t="442191" x="3060700" y="1085850"/>
          <p14:tracePt t="442208" x="3124200" y="1085850"/>
          <p14:tracePt t="442226" x="3213100" y="1085850"/>
          <p14:tracePt t="442241" x="3289300" y="1066800"/>
          <p14:tracePt t="442257" x="3314700" y="1060450"/>
          <p14:tracePt t="442275" x="3352800" y="1047750"/>
          <p14:tracePt t="442291" x="3359150" y="1047750"/>
          <p14:tracePt t="442308" x="3365500" y="1047750"/>
          <p14:tracePt t="442373" x="3365500" y="1054100"/>
          <p14:tracePt t="442401" x="3365500" y="1060450"/>
          <p14:tracePt t="442986" x="3365500" y="1066800"/>
          <p14:tracePt t="442992" x="3365500" y="1092200"/>
          <p14:tracePt t="443006" x="3365500" y="1104900"/>
          <p14:tracePt t="443022" x="3365500" y="1136650"/>
          <p14:tracePt t="443038" x="3359150" y="1155700"/>
          <p14:tracePt t="443056" x="3327400" y="1231900"/>
          <p14:tracePt t="443072" x="3251200" y="1346200"/>
          <p14:tracePt t="443089" x="3175000" y="1428750"/>
          <p14:tracePt t="443105" x="2990850" y="1727200"/>
          <p14:tracePt t="443121" x="2857500" y="1930400"/>
          <p14:tracePt t="443138" x="2527300" y="2400300"/>
          <p14:tracePt t="443155" x="2101850" y="2978150"/>
          <p14:tracePt t="443171" x="1930400" y="3213100"/>
          <p14:tracePt t="443189" x="1606550" y="3663950"/>
          <p14:tracePt t="443204" x="1403350" y="4013200"/>
          <p14:tracePt t="443222" x="1339850" y="4121150"/>
          <p14:tracePt t="443239" x="1257300" y="4273550"/>
          <p14:tracePt t="443255" x="1187450" y="4375150"/>
          <p14:tracePt t="443271" x="1168400" y="4394200"/>
          <p14:tracePt t="443288" x="1149350" y="4432300"/>
          <p14:tracePt t="443304" x="1130300" y="4451350"/>
          <p14:tracePt t="443321" x="1123950" y="4451350"/>
          <p14:tracePt t="443338" x="1117600" y="4457700"/>
          <p14:tracePt t="443354" x="1104900" y="4464050"/>
          <p14:tracePt t="443372" x="1098550" y="4470400"/>
          <p14:tracePt t="443387" x="1092200" y="4476750"/>
          <p14:tracePt t="443404" x="1085850" y="4483100"/>
          <p14:tracePt t="443422" x="1079500" y="4495800"/>
          <p14:tracePt t="443437" x="1079500" y="4508500"/>
          <p14:tracePt t="443454" x="1079500" y="4521200"/>
          <p14:tracePt t="443470" x="1079500" y="4546600"/>
          <p14:tracePt t="443487" x="1079500" y="4565650"/>
          <p14:tracePt t="443504" x="1079500" y="4572000"/>
          <p14:tracePt t="443520" x="1079500" y="4584700"/>
          <p14:tracePt t="443537" x="1085850" y="4591050"/>
          <p14:tracePt t="443554" x="1092200" y="4597400"/>
          <p14:tracePt t="443570" x="1104900" y="4610100"/>
          <p14:tracePt t="443587" x="1117600" y="4622800"/>
          <p14:tracePt t="443604" x="1130300" y="4641850"/>
          <p14:tracePt t="443620" x="1136650" y="4654550"/>
          <p14:tracePt t="443637" x="1155700" y="4679950"/>
          <p14:tracePt t="443653" x="1181100" y="4705350"/>
          <p14:tracePt t="443670" x="1193800" y="4718050"/>
          <p14:tracePt t="443686" x="1200150" y="4737100"/>
          <p14:tracePt t="443703" x="1206500" y="4749800"/>
          <p14:tracePt t="443720" x="1206500" y="4756150"/>
          <p14:tracePt t="443753" x="1212850" y="4762500"/>
          <p14:tracePt t="443787" x="1212850" y="4768850"/>
          <p14:tracePt t="443800" x="1219200" y="4768850"/>
          <p14:tracePt t="444220" x="1238250" y="4768850"/>
          <p14:tracePt t="444227" x="1270000" y="4762500"/>
          <p14:tracePt t="444237" x="1314450" y="4737100"/>
          <p14:tracePt t="444251" x="1346200" y="4724400"/>
          <p14:tracePt t="444268" x="1403350" y="4692650"/>
          <p14:tracePt t="444284" x="1485900" y="4667250"/>
          <p14:tracePt t="444301" x="1568450" y="4641850"/>
          <p14:tracePt t="444318" x="1657350" y="4610100"/>
          <p14:tracePt t="444334" x="1695450" y="4591050"/>
          <p14:tracePt t="444350" x="1822450" y="4533900"/>
          <p14:tracePt t="444368" x="1949450" y="4476750"/>
          <p14:tracePt t="444384" x="2025650" y="4457700"/>
          <p14:tracePt t="444400" x="2152650" y="4400550"/>
          <p14:tracePt t="444418" x="2286000" y="4362450"/>
          <p14:tracePt t="444434" x="2336800" y="4349750"/>
          <p14:tracePt t="444450" x="2419350" y="4324350"/>
          <p14:tracePt t="444467" x="2463800" y="4311650"/>
          <p14:tracePt t="444483" x="2495550" y="4305300"/>
          <p14:tracePt t="444501" x="2540000" y="4292600"/>
          <p14:tracePt t="444517" x="2590800" y="4279900"/>
          <p14:tracePt t="444533" x="2622550" y="4267200"/>
          <p14:tracePt t="444551" x="2705100" y="4254500"/>
          <p14:tracePt t="444567" x="2736850" y="4235450"/>
          <p14:tracePt t="444583" x="2819400" y="4222750"/>
          <p14:tracePt t="444600" x="2876550" y="4197350"/>
          <p14:tracePt t="444616" x="2921000" y="4191000"/>
          <p14:tracePt t="444633" x="2990850" y="4165600"/>
          <p14:tracePt t="444649" x="3105150" y="4114800"/>
          <p14:tracePt t="444666" x="3149600" y="4102100"/>
          <p14:tracePt t="444683" x="3181350" y="4076700"/>
          <p14:tracePt t="445082" x="3187700" y="4083050"/>
          <p14:tracePt t="445089" x="3194050" y="4108450"/>
          <p14:tracePt t="445103" x="3200400" y="4133850"/>
          <p14:tracePt t="445114" x="3213100" y="4165600"/>
          <p14:tracePt t="445131" x="3238500" y="4222750"/>
          <p14:tracePt t="445148" x="3244850" y="4241800"/>
          <p14:tracePt t="445165" x="3270250" y="4286250"/>
          <p14:tracePt t="445181" x="3289300" y="4337050"/>
          <p14:tracePt t="445197" x="3295650" y="4368800"/>
          <p14:tracePt t="445215" x="3314700" y="4400550"/>
          <p14:tracePt t="445231" x="3340100" y="4445000"/>
          <p14:tracePt t="445248" x="3346450" y="4464050"/>
          <p14:tracePt t="445265" x="3371850" y="4502150"/>
          <p14:tracePt t="445281" x="3397250" y="4540250"/>
          <p14:tracePt t="445298" x="3409950" y="4552950"/>
          <p14:tracePt t="445314" x="3422650" y="4591050"/>
          <p14:tracePt t="445331" x="3435350" y="4610100"/>
          <p14:tracePt t="445348" x="3448050" y="4635500"/>
          <p14:tracePt t="445364" x="3460750" y="4654550"/>
          <p14:tracePt t="445380" x="3460750" y="4667250"/>
          <p14:tracePt t="445398" x="3460750" y="4673600"/>
          <p14:tracePt t="445430" x="3460750" y="4679950"/>
          <p14:tracePt t="445447" x="3467100" y="4679950"/>
          <p14:tracePt t="445463" x="3486150" y="4686300"/>
          <p14:tracePt t="445864" x="3492500" y="4711700"/>
          <p14:tracePt t="445871" x="3498850" y="4730750"/>
          <p14:tracePt t="445885" x="3511550" y="4743450"/>
          <p14:tracePt t="445895" x="3524250" y="4768850"/>
          <p14:tracePt t="445912" x="3530600" y="4781550"/>
          <p14:tracePt t="445928" x="3543300" y="4806950"/>
          <p14:tracePt t="445945" x="3562350" y="4826000"/>
          <p14:tracePt t="445962" x="3568700" y="4838700"/>
          <p14:tracePt t="445978" x="3575050" y="4845050"/>
          <p14:tracePt t="445995" x="3575050" y="4851400"/>
          <p14:tracePt t="446012" x="3581400" y="4870450"/>
          <p14:tracePt t="446028" x="3587750" y="4883150"/>
          <p14:tracePt t="446045" x="3587750" y="4889500"/>
          <p14:tracePt t="446061" x="3587750" y="4895850"/>
          <p14:tracePt t="446078" x="3594100" y="4908550"/>
          <p14:tracePt t="446096" x="3594100" y="4914900"/>
          <p14:tracePt t="446152" x="3594100" y="4921250"/>
          <p14:tracePt t="446236" x="3594100" y="4927600"/>
          <p14:tracePt t="446496" x="3657600" y="4857750"/>
          <p14:tracePt t="446503" x="3771900" y="4756150"/>
          <p14:tracePt t="446517" x="3924300" y="4591050"/>
          <p14:tracePt t="446526" x="4133850" y="4368800"/>
          <p14:tracePt t="446543" x="4400550" y="4108450"/>
          <p14:tracePt t="446560" x="5016500" y="3587750"/>
          <p14:tracePt t="446576" x="5695950" y="3105150"/>
          <p14:tracePt t="446593" x="6000750" y="2895600"/>
          <p14:tracePt t="446610" x="6559550" y="2571750"/>
          <p14:tracePt t="446626" x="6762750" y="2451100"/>
          <p14:tracePt t="446644" x="7175500" y="2216150"/>
          <p14:tracePt t="446659" x="7270750" y="2139950"/>
          <p14:tracePt t="446676" x="7353300" y="2089150"/>
          <p14:tracePt t="446693" x="7467600" y="2012950"/>
          <p14:tracePt t="446709" x="7569200" y="1930400"/>
          <p14:tracePt t="446726" x="7594600" y="1892300"/>
          <p14:tracePt t="446743" x="7632700" y="1860550"/>
          <p14:tracePt t="446760" x="7645400" y="1841500"/>
          <p14:tracePt t="446776" x="7645400" y="1835150"/>
          <p14:tracePt t="446792" x="7664450" y="1828800"/>
          <p14:tracePt t="446809" x="7670800" y="1816100"/>
          <p14:tracePt t="446826" x="7683500" y="1816100"/>
          <p14:tracePt t="446842" x="7689850" y="1809750"/>
          <p14:tracePt t="446859" x="7689850" y="1803400"/>
          <p14:tracePt t="446876" x="7696200" y="1790700"/>
          <p14:tracePt t="446892" x="7696200" y="1778000"/>
          <p14:tracePt t="446908" x="7696200" y="1771650"/>
          <p14:tracePt t="446926" x="7696200" y="1752600"/>
          <p14:tracePt t="446942" x="7689850" y="1739900"/>
          <p14:tracePt t="446958" x="7683500" y="1733550"/>
          <p14:tracePt t="446975" x="7670800" y="1720850"/>
          <p14:tracePt t="446992" x="7639050" y="1708150"/>
          <p14:tracePt t="447009" x="7594600" y="1689100"/>
          <p14:tracePt t="447025" x="7569200" y="1676400"/>
          <p14:tracePt t="447042" x="7493000" y="1651000"/>
          <p14:tracePt t="447058" x="7410450" y="1612900"/>
          <p14:tracePt t="447075" x="7353300" y="1606550"/>
          <p14:tracePt t="447091" x="7270750" y="1581150"/>
          <p14:tracePt t="447108" x="7200900" y="1574800"/>
          <p14:tracePt t="447124" x="7175500" y="1562100"/>
          <p14:tracePt t="447142" x="7150100" y="1555750"/>
          <p14:tracePt t="447158" x="7137400" y="1555750"/>
          <p14:tracePt t="447174" x="7131050" y="1555750"/>
          <p14:tracePt t="447226" x="7137400" y="1555750"/>
          <p14:tracePt t="447242" x="7143750" y="1555750"/>
          <p14:tracePt t="447248" x="7150100" y="1555750"/>
          <p14:tracePt t="447262" x="7162800" y="1555750"/>
          <p14:tracePt t="447274" x="7175500" y="1555750"/>
          <p14:tracePt t="447291" x="7200900" y="1555750"/>
          <p14:tracePt t="447307" x="7219950" y="1555750"/>
          <p14:tracePt t="447324" x="7277100" y="1543050"/>
          <p14:tracePt t="447341" x="7372350" y="1536700"/>
          <p14:tracePt t="447357" x="7423150" y="1530350"/>
          <p14:tracePt t="447374" x="7556500" y="1511300"/>
          <p14:tracePt t="447390" x="7696200" y="1498600"/>
          <p14:tracePt t="447406" x="7772400" y="1498600"/>
          <p14:tracePt t="447424" x="7899400" y="1504950"/>
          <p14:tracePt t="447440" x="7994650" y="1511300"/>
          <p14:tracePt t="447457" x="8045450" y="1524000"/>
          <p14:tracePt t="447474" x="8102600" y="1530350"/>
          <p14:tracePt t="447490" x="8147050" y="1543050"/>
          <p14:tracePt t="447507" x="8166100" y="1549400"/>
          <p14:tracePt t="447523" x="8210550" y="1562100"/>
          <p14:tracePt t="447540" x="8248650" y="1568450"/>
          <p14:tracePt t="447558" x="8293100" y="1574800"/>
          <p14:tracePt t="447573" x="8312150" y="1587500"/>
          <p14:tracePt t="447589" x="8324850" y="1587500"/>
          <p14:tracePt t="447593" x="8337550" y="1587500"/>
          <p14:tracePt t="447607" x="8356600" y="1581150"/>
          <p14:tracePt t="447623" x="8362950" y="1581150"/>
          <p14:tracePt t="447639" x="8369300" y="1581150"/>
          <p14:tracePt t="447656" x="8375650" y="1581150"/>
          <p14:tracePt t="447839" x="8369300" y="1581150"/>
          <p14:tracePt t="447853" x="8362950" y="1587500"/>
          <p14:tracePt t="447860" x="8350250" y="1593850"/>
          <p14:tracePt t="447875" x="8331200" y="1600200"/>
          <p14:tracePt t="447888" x="8286750" y="1625600"/>
          <p14:tracePt t="447905" x="8102600" y="1733550"/>
          <p14:tracePt t="447922" x="7956550" y="1828800"/>
          <p14:tracePt t="447938" x="7423150" y="2152650"/>
          <p14:tracePt t="447955" x="6743700" y="2628900"/>
          <p14:tracePt t="447972" x="6013450" y="3200400"/>
          <p14:tracePt t="447988" x="5645150" y="3473450"/>
          <p14:tracePt t="448005" x="5035550" y="4000500"/>
          <p14:tracePt t="448022" x="4572000" y="4400550"/>
          <p14:tracePt t="448038" x="4375150" y="4578350"/>
          <p14:tracePt t="448055" x="4064000" y="4864100"/>
          <p14:tracePt t="448071" x="3873500" y="5080000"/>
          <p14:tracePt t="448087" x="3803650" y="5149850"/>
          <p14:tracePt t="448091" x="3740150" y="5219700"/>
          <p14:tracePt t="448104" x="3702050" y="5264150"/>
          <p14:tracePt t="448121" x="3632200" y="5365750"/>
          <p14:tracePt t="448137" x="3594100" y="5416550"/>
          <p14:tracePt t="448155" x="3530600" y="5492750"/>
          <p14:tracePt t="448171" x="3505200" y="5524500"/>
          <p14:tracePt t="448188" x="3460750" y="5594350"/>
          <p14:tracePt t="448204" x="3429000" y="5632450"/>
          <p14:tracePt t="448220" x="3409950" y="5651500"/>
          <p14:tracePt t="448237" x="3378200" y="5689600"/>
          <p14:tracePt t="448254" x="3352800" y="5721350"/>
          <p14:tracePt t="448270" x="3346450" y="5734050"/>
          <p14:tracePt t="448287" x="3340100" y="5740400"/>
          <p14:tracePt t="448352" x="3346450" y="5740400"/>
          <p14:tracePt t="448366" x="3352800" y="5734050"/>
          <p14:tracePt t="448373" x="3365500" y="5727700"/>
          <p14:tracePt t="448390" x="3365500" y="5721350"/>
          <p14:tracePt t="448403" x="3384550" y="5708650"/>
          <p14:tracePt t="448420" x="3397250" y="5695950"/>
          <p14:tracePt t="448437" x="3435350" y="5670550"/>
          <p14:tracePt t="448453" x="3467100" y="5645150"/>
          <p14:tracePt t="448470" x="3600450" y="5524500"/>
          <p14:tracePt t="448487" x="3676650" y="5473700"/>
          <p14:tracePt t="448503" x="3733800" y="5435600"/>
          <p14:tracePt t="448520" x="3835400" y="5365750"/>
          <p14:tracePt t="448536" x="3937000" y="5289550"/>
          <p14:tracePt t="448553" x="3981450" y="5251450"/>
          <p14:tracePt t="448570" x="4070350" y="5200650"/>
          <p14:tracePt t="448586" x="4140200" y="5149850"/>
          <p14:tracePt t="448603" x="4159250" y="5137150"/>
          <p14:tracePt t="448606" x="4171950" y="5124450"/>
          <p14:tracePt t="448620" x="4184650" y="5111750"/>
          <p14:tracePt t="448637" x="4191000" y="5105400"/>
          <p14:tracePt t="448653" x="4197350" y="5099050"/>
          <p14:tracePt t="448669" x="4197350" y="5092700"/>
          <p14:tracePt t="448686" x="4203700" y="5086350"/>
          <p14:tracePt t="448717" x="4203700" y="5080000"/>
          <p14:tracePt t="449019" x="4210050" y="5080000"/>
          <p14:tracePt t="449033" x="4210050" y="5073650"/>
          <p14:tracePt t="449049" x="4203700" y="5080000"/>
          <p14:tracePt t="451117" x="4197350" y="5080000"/>
          <p14:tracePt t="451124" x="4184650" y="5080000"/>
          <p14:tracePt t="451131" x="4171950" y="5086350"/>
          <p14:tracePt t="451147" x="4159250" y="5092700"/>
          <p14:tracePt t="451161" x="4146550" y="5099050"/>
          <p14:tracePt t="451177" x="4102100" y="5118100"/>
          <p14:tracePt t="451194" x="4076700" y="5130800"/>
          <p14:tracePt t="451211" x="3987800" y="5168900"/>
          <p14:tracePt t="451227" x="3873500" y="5213350"/>
          <p14:tracePt t="451244" x="3822700" y="5232400"/>
          <p14:tracePt t="451260" x="3708400" y="5270500"/>
          <p14:tracePt t="451277" x="3613150" y="5302250"/>
          <p14:tracePt t="451294" x="3549650" y="5327650"/>
          <p14:tracePt t="451310" x="3530600" y="5334000"/>
          <p14:tracePt t="451327" x="3511550" y="5334000"/>
          <p14:tracePt t="451344" x="3422650" y="5353050"/>
          <p14:tracePt t="451360" x="3390900" y="5365750"/>
          <p14:tracePt t="451377" x="3365500" y="5365750"/>
          <p14:tracePt t="451393" x="3302000" y="5365750"/>
          <p14:tracePt t="451410" x="3238500" y="5365750"/>
          <p14:tracePt t="451427" x="3213100" y="5365750"/>
          <p14:tracePt t="451443" x="3155950" y="5365750"/>
          <p14:tracePt t="451460" x="3098800" y="5365750"/>
          <p14:tracePt t="451477" x="3041650" y="5372100"/>
          <p14:tracePt t="451493" x="3022600" y="5372100"/>
          <p14:tracePt t="451511" x="2965450" y="5378450"/>
          <p14:tracePt t="451527" x="2914650" y="5378450"/>
          <p14:tracePt t="451543" x="2882900" y="5378450"/>
          <p14:tracePt t="451559" x="2844800" y="5372100"/>
          <p14:tracePt t="451576" x="2813050" y="5365750"/>
          <p14:tracePt t="451592" x="2787650" y="5365750"/>
          <p14:tracePt t="451609" x="2774950" y="5359400"/>
          <p14:tracePt t="451626" x="2755900" y="5359400"/>
          <p14:tracePt t="451642" x="2749550" y="5353050"/>
          <p14:tracePt t="451659" x="2730500" y="5353050"/>
          <p14:tracePt t="451676" x="2705100" y="5365750"/>
          <p14:tracePt t="452741" x="2686050" y="5365750"/>
          <p14:tracePt t="452747" x="2647950" y="5365750"/>
          <p14:tracePt t="452761" x="2597150" y="5365750"/>
          <p14:tracePt t="452772" x="2520950" y="5365750"/>
          <p14:tracePt t="452788" x="2457450" y="5365750"/>
          <p14:tracePt t="452805" x="2317750" y="5365750"/>
          <p14:tracePt t="452821" x="2184400" y="5372100"/>
          <p14:tracePt t="452838" x="2120900" y="5372100"/>
          <p14:tracePt t="452855" x="2044700" y="5372100"/>
          <p14:tracePt t="452872" x="2025650" y="5372100"/>
          <p14:tracePt t="452889" x="1987550" y="5378450"/>
          <p14:tracePt t="452905" x="1981200" y="5378450"/>
          <p14:tracePt t="452921" x="1974850" y="5378450"/>
          <p14:tracePt t="452939" x="1968500" y="5378450"/>
          <p14:tracePt t="453008" x="1968500" y="5372100"/>
          <p14:tracePt t="453226" x="1974850" y="5372100"/>
          <p14:tracePt t="453232" x="1981200" y="5372100"/>
          <p14:tracePt t="453240" x="1987550" y="5372100"/>
          <p14:tracePt t="453257" x="1993900" y="5372100"/>
          <p14:tracePt t="453270" x="2019300" y="5372100"/>
          <p14:tracePt t="453287" x="2063750" y="5384800"/>
          <p14:tracePt t="453304" x="2184400" y="5397500"/>
          <p14:tracePt t="453320" x="2247900" y="5403850"/>
          <p14:tracePt t="453337" x="2432050" y="5429250"/>
          <p14:tracePt t="453354" x="2622550" y="5448300"/>
          <p14:tracePt t="453370" x="2698750" y="5448300"/>
          <p14:tracePt t="453386" x="2876550" y="5448300"/>
          <p14:tracePt t="453403" x="3054350" y="5454650"/>
          <p14:tracePt t="453420" x="3155950" y="5454650"/>
          <p14:tracePt t="453438" x="3333750" y="5461000"/>
          <p14:tracePt t="453453" x="3492500" y="5454650"/>
          <p14:tracePt t="453470" x="3556000" y="5441950"/>
          <p14:tracePt t="453487" x="3695700" y="5422900"/>
          <p14:tracePt t="453503" x="3778250" y="5422900"/>
          <p14:tracePt t="453520" x="3917950" y="5416550"/>
          <p14:tracePt t="453536" x="4044950" y="5416550"/>
          <p14:tracePt t="453553" x="4108450" y="5416550"/>
          <p14:tracePt t="453570" x="4191000" y="5416550"/>
          <p14:tracePt t="453586" x="4248150" y="5422900"/>
          <p14:tracePt t="453603" x="4273550" y="5422900"/>
          <p14:tracePt t="453621" x="4362450" y="5435600"/>
          <p14:tracePt t="453636" x="4457700" y="5448300"/>
          <p14:tracePt t="453653" x="4502150" y="5461000"/>
          <p14:tracePt t="453656" x="4552950" y="5467350"/>
          <p14:tracePt t="453669" x="4597400" y="5473700"/>
          <p14:tracePt t="453685" x="4679950" y="5486400"/>
          <p14:tracePt t="453703" x="4718050" y="5486400"/>
          <p14:tracePt t="453719" x="4794250" y="5480050"/>
          <p14:tracePt t="453735" x="4889500" y="5473700"/>
          <p14:tracePt t="453752" x="4953000" y="5467350"/>
          <p14:tracePt t="453769" x="5086350" y="5448300"/>
          <p14:tracePt t="453785" x="5162550" y="5448300"/>
          <p14:tracePt t="453802" x="5283200" y="5416550"/>
          <p14:tracePt t="453818" x="5391150" y="5397500"/>
          <p14:tracePt t="453835" x="5429250" y="5397500"/>
          <p14:tracePt t="453852" x="5511800" y="5391150"/>
          <p14:tracePt t="453868" x="5568950" y="5391150"/>
          <p14:tracePt t="453886" x="5594350" y="5391150"/>
          <p14:tracePt t="453901" x="5689600" y="5397500"/>
          <p14:tracePt t="453918" x="5765800" y="5397500"/>
          <p14:tracePt t="453934" x="5791200" y="5397500"/>
          <p14:tracePt t="453951" x="5848350" y="5397500"/>
          <p14:tracePt t="453968" x="5905500" y="5397500"/>
          <p14:tracePt t="453985" x="5975350" y="5397500"/>
          <p14:tracePt t="454001" x="6026150" y="5397500"/>
          <p14:tracePt t="454018" x="6127750" y="5397500"/>
          <p14:tracePt t="454034" x="6261100" y="5416550"/>
          <p14:tracePt t="454051" x="6337300" y="5422900"/>
          <p14:tracePt t="454067" x="6394450" y="5435600"/>
          <p14:tracePt t="454084" x="6565900" y="5461000"/>
          <p14:tracePt t="454100" x="6604000" y="5461000"/>
          <p14:tracePt t="454117" x="6667500" y="5467350"/>
          <p14:tracePt t="454134" x="6775450" y="5480050"/>
          <p14:tracePt t="454150" x="6864350" y="5486400"/>
          <p14:tracePt t="454153" x="6921500" y="5492750"/>
          <p14:tracePt t="454170" x="6946900" y="5492750"/>
          <p14:tracePt t="454184" x="6978650" y="5505450"/>
          <p14:tracePt t="454200" x="7035800" y="5505450"/>
          <p14:tracePt t="454217" x="7092950" y="5492750"/>
          <p14:tracePt t="454233" x="7099300" y="5480050"/>
          <p14:tracePt t="454671" x="7162800" y="5480050"/>
          <p14:tracePt t="454678" x="7226300" y="5461000"/>
          <p14:tracePt t="454685" x="7283450" y="5454650"/>
          <p14:tracePt t="454701" x="7334250" y="5435600"/>
          <p14:tracePt t="454716" x="7391400" y="5429250"/>
          <p14:tracePt t="454732" x="7486650" y="5397500"/>
          <p14:tracePt t="454748" x="7531100" y="5384800"/>
          <p14:tracePt t="454765" x="7632700" y="5372100"/>
          <p14:tracePt t="454782" x="7727950" y="5365750"/>
          <p14:tracePt t="454799" x="7797800" y="5359400"/>
          <p14:tracePt t="454815" x="7835900" y="5346700"/>
          <p14:tracePt t="454831" x="7886700" y="5340350"/>
          <p14:tracePt t="454848" x="7924800" y="5340350"/>
          <p14:tracePt t="454864" x="7937500" y="5340350"/>
          <p14:tracePt t="454882" x="7950200" y="5340350"/>
          <p14:tracePt t="454898" x="7975600" y="5340350"/>
          <p14:tracePt t="454931" x="7981950" y="5340350"/>
          <p14:tracePt t="454948" x="7994650" y="5334000"/>
          <p14:tracePt t="455785" x="7988300" y="5334000"/>
          <p14:tracePt t="455792" x="7975600" y="5334000"/>
          <p14:tracePt t="455806" x="7950200" y="5334000"/>
          <p14:tracePt t="455814" x="7912100" y="5334000"/>
          <p14:tracePt t="455828" x="7835900" y="5334000"/>
          <p14:tracePt t="455844" x="7683500" y="5334000"/>
          <p14:tracePt t="455861" x="7594600" y="5327650"/>
          <p14:tracePt t="455878" x="7391400" y="5314950"/>
          <p14:tracePt t="455894" x="7118350" y="5295900"/>
          <p14:tracePt t="455911" x="6864350" y="5270500"/>
          <p14:tracePt t="455927" x="6705600" y="5264150"/>
          <p14:tracePt t="455944" x="6527800" y="5226050"/>
          <p14:tracePt t="455961" x="6051550" y="5130800"/>
          <p14:tracePt t="455977" x="5924550" y="5099050"/>
          <p14:tracePt t="455994" x="5810250" y="5073650"/>
          <p14:tracePt t="456011" x="5492750" y="5016500"/>
          <p14:tracePt t="456027" x="5219700" y="4972050"/>
          <p14:tracePt t="456043" x="5067300" y="4940300"/>
          <p14:tracePt t="456060" x="4749800" y="4889500"/>
          <p14:tracePt t="456077" x="4495800" y="4857750"/>
          <p14:tracePt t="456094" x="4394200" y="4838700"/>
          <p14:tracePt t="456110" x="4229100" y="4826000"/>
          <p14:tracePt t="456127" x="4038600" y="4832350"/>
          <p14:tracePt t="456144" x="3917950" y="4845050"/>
          <p14:tracePt t="456160" x="3879850" y="4845050"/>
          <p14:tracePt t="456177" x="3848100" y="4857750"/>
          <p14:tracePt t="456604" x="3816350" y="4857750"/>
          <p14:tracePt t="456618" x="3790950" y="4838700"/>
          <p14:tracePt t="456627" x="3733800" y="4819650"/>
          <p14:tracePt t="456641" x="3689350" y="4794250"/>
          <p14:tracePt t="456658" x="3632200" y="4768850"/>
          <p14:tracePt t="456675" x="3416300" y="4572000"/>
          <p14:tracePt t="456691" x="3346450" y="4489450"/>
          <p14:tracePt t="456709" x="3282950" y="4419600"/>
          <p14:tracePt t="456725" x="3143250" y="4298950"/>
          <p14:tracePt t="456741" x="3041650" y="4216400"/>
          <p14:tracePt t="456758" x="2940050" y="4146550"/>
          <p14:tracePt t="456774" x="2889250" y="4114800"/>
          <p14:tracePt t="456791" x="2806700" y="4032250"/>
          <p14:tracePt t="456808" x="2730500" y="3968750"/>
          <p14:tracePt t="456824" x="2711450" y="3949700"/>
          <p14:tracePt t="456841" x="2641600" y="3898900"/>
          <p14:tracePt t="456858" x="2552700" y="3841750"/>
          <p14:tracePt t="456874" x="2508250" y="3816350"/>
          <p14:tracePt t="456892" x="2419350" y="3771900"/>
          <p14:tracePt t="456907" x="2355850" y="3733800"/>
          <p14:tracePt t="456924" x="2324100" y="3714750"/>
          <p14:tracePt t="456941" x="2273300" y="3683000"/>
          <p14:tracePt t="456957" x="2216150" y="3644900"/>
          <p14:tracePt t="456974" x="2197100" y="3619500"/>
          <p14:tracePt t="456991" x="2139950" y="3581400"/>
          <p14:tracePt t="457007" x="2120900" y="3568700"/>
          <p14:tracePt t="457023" x="2076450" y="3536950"/>
          <p14:tracePt t="457040" x="2038350" y="3511550"/>
          <p14:tracePt t="457057" x="2019300" y="3498850"/>
          <p14:tracePt t="457074" x="1993900" y="3486150"/>
          <p14:tracePt t="457090" x="1981200" y="3486150"/>
          <p14:tracePt t="457107" x="1974850" y="3486150"/>
          <p14:tracePt t="457123" x="1968500" y="3486150"/>
          <p14:tracePt t="457140" x="1962150" y="3486150"/>
          <p14:tracePt t="457187" x="1962150" y="3492500"/>
          <p14:tracePt t="457229" x="1962150" y="3498850"/>
          <p14:tracePt t="457257" x="1962150" y="3505200"/>
          <p14:tracePt t="457293" x="1962150" y="3511550"/>
          <p14:tracePt t="457307" x="1962150" y="3517900"/>
          <p14:tracePt t="457328" x="1962150" y="3524250"/>
          <p14:tracePt t="457398" x="1962150" y="3530600"/>
          <p14:tracePt t="457440" x="1955800" y="3536950"/>
          <p14:tracePt t="457461" x="1949450" y="3543300"/>
          <p14:tracePt t="457483" x="1949450" y="3549650"/>
          <p14:tracePt t="457511" x="1943100" y="3556000"/>
          <p14:tracePt t="457517" x="1936750" y="3556000"/>
          <p14:tracePt t="457532" x="1930400" y="3562350"/>
          <p14:tracePt t="457546" x="1917700" y="3568700"/>
          <p14:tracePt t="457555" x="1911350" y="3575050"/>
          <p14:tracePt t="457572" x="1892300" y="3581400"/>
          <p14:tracePt t="457588" x="1809750" y="3625850"/>
          <p14:tracePt t="457605" x="1778000" y="3644900"/>
          <p14:tracePt t="457621" x="1739900" y="3657600"/>
          <p14:tracePt t="457638" x="1651000" y="3695700"/>
          <p14:tracePt t="457655" x="1555750" y="3721100"/>
          <p14:tracePt t="457672" x="1460500" y="3746500"/>
          <p14:tracePt t="457688" x="1416050" y="3765550"/>
          <p14:tracePt t="457705" x="1333500" y="3778250"/>
          <p14:tracePt t="457721" x="1257300" y="3803650"/>
          <p14:tracePt t="457738" x="1231900" y="3810000"/>
          <p14:tracePt t="457755" x="1187450" y="3810000"/>
          <p14:tracePt t="457771" x="1149350" y="3816350"/>
          <p14:tracePt t="457787" x="1130300" y="3816350"/>
          <p14:tracePt t="457805" x="1104900" y="3816350"/>
          <p14:tracePt t="457821" x="1073150" y="3816350"/>
          <p14:tracePt t="457837" x="1060450" y="3816350"/>
          <p14:tracePt t="457855" x="1041400" y="3810000"/>
          <p14:tracePt t="457870" x="1028700" y="3810000"/>
          <p14:tracePt t="457887" x="1022350" y="3810000"/>
          <p14:tracePt t="457904" x="1016000" y="3810000"/>
          <p14:tracePt t="457960" x="1009650" y="3810000"/>
          <p14:tracePt t="458115" x="1009650" y="3803650"/>
          <p14:tracePt t="458171" x="1016000" y="3797300"/>
          <p14:tracePt t="458213" x="1022350" y="3790950"/>
          <p14:tracePt t="458221" x="1028700" y="3790950"/>
          <p14:tracePt t="458234" x="1035050" y="3790950"/>
          <p14:tracePt t="458242" x="1041400" y="3790950"/>
          <p14:tracePt t="458256" x="1047750" y="3790950"/>
          <p14:tracePt t="458284" x="1060450" y="3790950"/>
          <p14:tracePt t="458291" x="1066800" y="3790950"/>
          <p14:tracePt t="458306" x="1079500" y="3790950"/>
          <p14:tracePt t="458319" x="1098550" y="3790950"/>
          <p14:tracePt t="458336" x="1143000" y="3797300"/>
          <p14:tracePt t="458352" x="1168400" y="3797300"/>
          <p14:tracePt t="458369" x="1238250" y="3803650"/>
          <p14:tracePt t="458386" x="1301750" y="3803650"/>
          <p14:tracePt t="458403" x="1384300" y="3816350"/>
          <p14:tracePt t="458419" x="1435100" y="3816350"/>
          <p14:tracePt t="458436" x="1479550" y="3822700"/>
          <p14:tracePt t="458452" x="1555750" y="3829050"/>
          <p14:tracePt t="458468" x="1638300" y="3841750"/>
          <p14:tracePt t="458485" x="1657350" y="3841750"/>
          <p14:tracePt t="458502" x="1727200" y="3848100"/>
          <p14:tracePt t="458519" x="1739900" y="3848100"/>
          <p14:tracePt t="458536" x="1765300" y="3854450"/>
          <p14:tracePt t="458552" x="1797050" y="3854450"/>
          <p14:tracePt t="458568" x="1816100" y="3854450"/>
          <p14:tracePt t="458586" x="1854200" y="3860800"/>
          <p14:tracePt t="458601" x="1873250" y="3860800"/>
          <p14:tracePt t="458618" x="1905000" y="3867150"/>
          <p14:tracePt t="458635" x="1936750" y="3867150"/>
          <p14:tracePt t="458651" x="1968500" y="3867150"/>
          <p14:tracePt t="458668" x="2025650" y="3867150"/>
          <p14:tracePt t="458685" x="2082800" y="3867150"/>
          <p14:tracePt t="458700" x="2108200" y="3867150"/>
          <p14:tracePt t="458718" x="2165350" y="3867150"/>
          <p14:tracePt t="458735" x="2228850" y="3867150"/>
          <p14:tracePt t="458752" x="2247900" y="3873500"/>
          <p14:tracePt t="458769" x="2279650" y="3879850"/>
          <p14:tracePt t="458784" x="2311400" y="3892550"/>
          <p14:tracePt t="458801" x="2324100" y="3892550"/>
          <p14:tracePt t="458818" x="2343150" y="3898900"/>
          <p14:tracePt t="458834" x="2349500" y="3898900"/>
          <p14:tracePt t="458851" x="2368550" y="3905250"/>
          <p14:tracePt t="458868" x="2381250" y="3905250"/>
          <p14:tracePt t="458884" x="2387600" y="3905250"/>
          <p14:tracePt t="458900" x="2393950" y="3905250"/>
          <p14:tracePt t="458917" x="2413000" y="3905250"/>
          <p14:tracePt t="458933" x="2425700" y="3905250"/>
          <p14:tracePt t="458951" x="2463800" y="3898900"/>
          <p14:tracePt t="458967" x="2514600" y="3892550"/>
          <p14:tracePt t="458983" x="2559050" y="3886200"/>
          <p14:tracePt t="459001" x="2654300" y="3867150"/>
          <p14:tracePt t="459017" x="2768600" y="3848100"/>
          <p14:tracePt t="459033" x="2851150" y="3841750"/>
          <p14:tracePt t="459050" x="3003550" y="3829050"/>
          <p14:tracePt t="459067" x="3143250" y="3822700"/>
          <p14:tracePt t="459083" x="3213100" y="3810000"/>
          <p14:tracePt t="459100" x="3340100" y="3803650"/>
          <p14:tracePt t="459116" x="3403600" y="3790950"/>
          <p14:tracePt t="459134" x="3600450" y="3784600"/>
          <p14:tracePt t="459150" x="3663950" y="3784600"/>
          <p14:tracePt t="459167" x="3727450" y="3784600"/>
          <p14:tracePt t="459183" x="3848100" y="3752850"/>
          <p14:tracePt t="459199" x="3956050" y="3746500"/>
          <p14:tracePt t="459203" x="4006850" y="3740150"/>
          <p14:tracePt t="459232" x="4089400" y="3727450"/>
          <p14:tracePt t="459249" x="4146550" y="3727450"/>
          <p14:tracePt t="459266" x="4165600" y="3727450"/>
          <p14:tracePt t="459283" x="4197350" y="3721100"/>
          <p14:tracePt t="459299" x="4229100" y="3721100"/>
          <p14:tracePt t="459316" x="4241800" y="3721100"/>
          <p14:tracePt t="459332" x="4254500" y="3721100"/>
          <p14:tracePt t="459349" x="4260850" y="3721100"/>
          <p14:tracePt t="459387" x="4260850" y="3727450"/>
          <p14:tracePt t="459437" x="4260850" y="3733800"/>
          <p14:tracePt t="459457" x="4260850" y="3740150"/>
          <p14:tracePt t="459471" x="4254500" y="3740150"/>
          <p14:tracePt t="459479" x="4241800" y="3740150"/>
          <p14:tracePt t="459485" x="4229100" y="3740150"/>
          <p14:tracePt t="459502" x="4216400" y="3740150"/>
          <p14:tracePt t="459514" x="4191000" y="3740150"/>
          <p14:tracePt t="459531" x="4102100" y="3740150"/>
          <p14:tracePt t="459549" x="3943350" y="3746500"/>
          <p14:tracePt t="459565" x="3841750" y="3759200"/>
          <p14:tracePt t="459581" x="3600450" y="3765550"/>
          <p14:tracePt t="459598" x="3340100" y="3778250"/>
          <p14:tracePt t="459615" x="3181350" y="3778250"/>
          <p14:tracePt t="459631" x="2921000" y="3778250"/>
          <p14:tracePt t="459648" x="2628900" y="3778250"/>
          <p14:tracePt t="459664" x="2489200" y="3778250"/>
          <p14:tracePt t="459681" x="2362200" y="3778250"/>
          <p14:tracePt t="459698" x="1924050" y="3771900"/>
          <p14:tracePt t="459714" x="1797050" y="3765550"/>
          <p14:tracePt t="459718" x="1682750" y="3765550"/>
          <p14:tracePt t="459734" x="1581150" y="3752850"/>
          <p14:tracePt t="459747" x="1479550" y="3740150"/>
          <p14:tracePt t="459764" x="1295400" y="3733800"/>
          <p14:tracePt t="459781" x="1168400" y="3733800"/>
          <p14:tracePt t="459797" x="1117600" y="3733800"/>
          <p14:tracePt t="459814" x="1054100" y="3740150"/>
          <p14:tracePt t="459831" x="1041400" y="3746500"/>
          <p14:tracePt t="459847" x="1028700" y="3752850"/>
          <p14:tracePt t="459864" x="1022350" y="3752850"/>
          <p14:tracePt t="459893" x="1022350" y="3765550"/>
          <p14:tracePt t="459921" x="1022350" y="3771900"/>
          <p14:tracePt t="459928" x="1028700" y="3771900"/>
          <p14:tracePt t="459943" x="1035050" y="3771900"/>
          <p14:tracePt t="459956" x="1041400" y="3771900"/>
          <p14:tracePt t="459966" x="1054100" y="3778250"/>
          <p14:tracePt t="459980" x="1060450" y="3778250"/>
          <p14:tracePt t="459997" x="1073150" y="3778250"/>
          <p14:tracePt t="460013" x="1092200" y="3778250"/>
          <p14:tracePt t="460030" x="1104900" y="3771900"/>
          <p14:tracePt t="460047" x="1111250" y="3765550"/>
          <p14:tracePt t="460063" x="1130300" y="3759200"/>
          <p14:tracePt t="460080" x="1143000" y="3759200"/>
          <p14:tracePt t="460097" x="1181100" y="3759200"/>
          <p14:tracePt t="460113" x="1289050" y="3752850"/>
          <p14:tracePt t="460129" x="1365250" y="3752850"/>
          <p14:tracePt t="460146" x="1568450" y="3733800"/>
          <p14:tracePt t="460163" x="1854200" y="3721100"/>
          <p14:tracePt t="460179" x="2044700" y="3708400"/>
          <p14:tracePt t="460196" x="2393950" y="3683000"/>
          <p14:tracePt t="460212" x="2698750" y="3651250"/>
          <p14:tracePt t="460230" x="2832100" y="3651250"/>
          <p14:tracePt t="460246" x="3048000" y="3632200"/>
          <p14:tracePt t="460262" x="3194050" y="3613150"/>
          <p14:tracePt t="460279" x="3289300" y="3600450"/>
          <p14:tracePt t="460295" x="3327400" y="3600450"/>
          <p14:tracePt t="460312" x="3352800" y="3600450"/>
          <p14:tracePt t="460329" x="3422650" y="3600450"/>
          <p14:tracePt t="460346" x="3429000" y="3606800"/>
          <p14:tracePt t="460362" x="3441700" y="3606800"/>
          <p14:tracePt t="460379" x="3460750" y="3613150"/>
          <p14:tracePt t="460395" x="3473450" y="3619500"/>
          <p14:tracePt t="460429" x="3473450" y="3625850"/>
          <p14:tracePt t="460445" x="3479800" y="3625850"/>
          <p14:tracePt t="460469" x="3479800" y="3632200"/>
          <p14:tracePt t="460505" x="3486150" y="3632200"/>
          <p14:tracePt t="461289" x="3486150" y="3638550"/>
          <p14:tracePt t="461295" x="3486150" y="3644900"/>
          <p14:tracePt t="461317" x="3479800" y="3651250"/>
          <p14:tracePt t="461326" x="3479800" y="3657600"/>
          <p14:tracePt t="461345" x="3467100" y="3663950"/>
          <p14:tracePt t="461362" x="3460750" y="3670300"/>
          <p14:tracePt t="461375" x="3454400" y="3689350"/>
          <p14:tracePt t="461392" x="3448050" y="3689350"/>
          <p14:tracePt t="461409" x="3435350" y="3708400"/>
          <p14:tracePt t="461425" x="3429000" y="3721100"/>
          <p14:tracePt t="461442" x="3422650" y="3733800"/>
          <p14:tracePt t="461458" x="3409950" y="3752850"/>
          <p14:tracePt t="461475" x="3403600" y="3752850"/>
          <p14:tracePt t="461492" x="3390900" y="3771900"/>
          <p14:tracePt t="461508" x="3371850" y="3797300"/>
          <p14:tracePt t="461525" x="3359150" y="3810000"/>
          <p14:tracePt t="461542" x="3321050" y="3854450"/>
          <p14:tracePt t="461557" x="3270250" y="3924300"/>
          <p14:tracePt t="461574" x="3244850" y="3968750"/>
          <p14:tracePt t="461591" x="3181350" y="4044950"/>
          <p14:tracePt t="461608" x="3124200" y="4114800"/>
          <p14:tracePt t="461626" x="3105150" y="4133850"/>
          <p14:tracePt t="461641" x="3048000" y="4191000"/>
          <p14:tracePt t="461658" x="2990850" y="4229100"/>
          <p14:tracePt t="461675" x="2946400" y="4273550"/>
          <p14:tracePt t="461690" x="2927350" y="4298950"/>
          <p14:tracePt t="461708" x="2901950" y="4330700"/>
          <p14:tracePt t="461711" x="2876550" y="4362450"/>
          <p14:tracePt t="461725" x="2819400" y="4432300"/>
          <p14:tracePt t="461740" x="2781300" y="4457700"/>
          <p14:tracePt t="461757" x="2755900" y="4489450"/>
          <p14:tracePt t="461774" x="2711450" y="4546600"/>
          <p14:tracePt t="461790" x="2686050" y="4578350"/>
          <p14:tracePt t="461807" x="2641600" y="4635500"/>
          <p14:tracePt t="461824" x="2590800" y="4686300"/>
          <p14:tracePt t="461840" x="2546350" y="4730750"/>
          <p14:tracePt t="461858" x="2520950" y="4762500"/>
          <p14:tracePt t="461874" x="2508250" y="4768850"/>
          <p14:tracePt t="461893" x="2489200" y="4781550"/>
          <p14:tracePt t="461908" x="2482850" y="4781550"/>
          <p14:tracePt t="461924" x="2476500" y="4787900"/>
          <p14:tracePt t="461940" x="2470150" y="4787900"/>
          <p14:tracePt t="461956" x="2470150" y="4794250"/>
          <p14:tracePt t="461998" x="2470150" y="4800600"/>
          <p14:tracePt t="462048" x="2470150" y="4806950"/>
          <p14:tracePt t="462090" x="2470150" y="4813300"/>
          <p14:tracePt t="462132" x="2470150" y="4819650"/>
          <p14:tracePt t="462146" x="2470150" y="4826000"/>
          <p14:tracePt t="462167" x="2463800" y="4832350"/>
          <p14:tracePt t="462181" x="2463800" y="4838700"/>
          <p14:tracePt t="462188" x="2463800" y="4845050"/>
          <p14:tracePt t="462202" x="2457450" y="4851400"/>
          <p14:tracePt t="462210" x="2451100" y="4857750"/>
          <p14:tracePt t="462223" x="2438400" y="4876800"/>
          <p14:tracePt t="462239" x="2400300" y="4908550"/>
          <p14:tracePt t="462256" x="2381250" y="4933950"/>
          <p14:tracePt t="462273" x="2330450" y="4972050"/>
          <p14:tracePt t="462289" x="2279650" y="4997450"/>
          <p14:tracePt t="462305" x="2254250" y="5016500"/>
          <p14:tracePt t="462322" x="2228850" y="5035550"/>
          <p14:tracePt t="462338" x="2228850" y="5048250"/>
          <p14:tracePt t="462372" x="2254250" y="5060950"/>
          <p14:tracePt t="462388" x="2292350" y="5067300"/>
          <p14:tracePt t="462405" x="2438400" y="5092700"/>
          <p14:tracePt t="462421" x="2622550" y="5124450"/>
          <p14:tracePt t="462438" x="2724150" y="5137150"/>
          <p14:tracePt t="462455" x="2876550" y="5156200"/>
          <p14:tracePt t="462472" x="3009900" y="5162550"/>
          <p14:tracePt t="462488" x="3048000" y="5175250"/>
          <p14:tracePt t="462505" x="3117850" y="5175250"/>
          <p14:tracePt t="462521" x="3149600" y="5181600"/>
          <p14:tracePt t="462538" x="3162300" y="5181600"/>
          <p14:tracePt t="462555" x="3181350" y="5181600"/>
          <p14:tracePt t="462571" x="3206750" y="5181600"/>
          <p14:tracePt t="462588" x="3238500" y="5175250"/>
          <p14:tracePt t="462604" x="3257550" y="5162550"/>
          <p14:tracePt t="462621" x="3276600" y="5156200"/>
          <p14:tracePt t="462638" x="3371850" y="5130800"/>
          <p14:tracePt t="462654" x="3403600" y="5111750"/>
          <p14:tracePt t="462671" x="3435350" y="5099050"/>
          <p14:tracePt t="462688" x="3486150" y="5080000"/>
          <p14:tracePt t="462704" x="3517900" y="5067300"/>
          <p14:tracePt t="462721" x="3530600" y="5067300"/>
          <p14:tracePt t="462737" x="3543300" y="5060950"/>
          <p14:tracePt t="462778" x="3543300" y="5054600"/>
          <p14:tracePt t="462891" x="3536950" y="5054600"/>
          <p14:tracePt t="462911" x="3530600" y="5054600"/>
          <p14:tracePt t="462918" x="3524250" y="5054600"/>
          <p14:tracePt t="462932" x="3517900" y="5054600"/>
          <p14:tracePt t="462940" x="3511550" y="5048250"/>
          <p14:tracePt t="462961" x="3498850" y="5048250"/>
          <p14:tracePt t="462975" x="3486150" y="5048250"/>
          <p14:tracePt t="462986" x="3454400" y="5048250"/>
          <p14:tracePt t="463003" x="3352800" y="5041900"/>
          <p14:tracePt t="463019" x="3276600" y="5041900"/>
          <p14:tracePt t="463036" x="3048000" y="5029200"/>
          <p14:tracePt t="463053" x="2768600" y="5016500"/>
          <p14:tracePt t="463069" x="2609850" y="5016500"/>
          <p14:tracePt t="463087" x="2317750" y="5016500"/>
          <p14:tracePt t="463103" x="2051050" y="5016500"/>
          <p14:tracePt t="463119" x="1924050" y="5010150"/>
          <p14:tracePt t="463136" x="1720850" y="4984750"/>
          <p14:tracePt t="463152" x="1562100" y="4965700"/>
          <p14:tracePt t="463169" x="1498600" y="4965700"/>
          <p14:tracePt t="463186" x="1403350" y="4953000"/>
          <p14:tracePt t="463202" x="1333500" y="4933950"/>
          <p14:tracePt t="463219" x="1295400" y="4933950"/>
          <p14:tracePt t="463235" x="1244600" y="4927600"/>
          <p14:tracePt t="463252" x="1225550" y="4927600"/>
          <p14:tracePt t="463269" x="1174750" y="4927600"/>
          <p14:tracePt t="463285" x="1123950" y="4933950"/>
          <p14:tracePt t="463302" x="1104900" y="4933950"/>
          <p14:tracePt t="463319" x="1035050" y="4953000"/>
          <p14:tracePt t="463335" x="977900" y="4959350"/>
          <p14:tracePt t="463352" x="946150" y="4965700"/>
          <p14:tracePt t="463369" x="889000" y="4965700"/>
          <p14:tracePt t="463385" x="831850" y="4965700"/>
          <p14:tracePt t="463402" x="806450" y="4972050"/>
          <p14:tracePt t="463418" x="755650" y="4972050"/>
          <p14:tracePt t="463435" x="717550" y="4972050"/>
          <p14:tracePt t="463451" x="692150" y="4972050"/>
          <p14:tracePt t="463468" x="673100" y="4972050"/>
          <p14:tracePt t="463484" x="666750" y="4965700"/>
          <p14:tracePt t="463502" x="660400" y="4965700"/>
          <p14:tracePt t="463594" x="666750" y="4965700"/>
          <p14:tracePt t="463643" x="673100" y="4965700"/>
          <p14:tracePt t="463678" x="679450" y="4965700"/>
          <p14:tracePt t="463692" x="685800" y="4965700"/>
          <p14:tracePt t="463713" x="692150" y="4965700"/>
          <p14:tracePt t="463735" x="698500" y="4959350"/>
          <p14:tracePt t="463756" x="704850" y="4959350"/>
          <p14:tracePt t="463826" x="711200" y="4959350"/>
          <p14:tracePt t="463832" x="717550" y="4959350"/>
          <p14:tracePt t="463854" x="723900" y="4959350"/>
          <p14:tracePt t="463875" x="730250" y="4959350"/>
          <p14:tracePt t="463889" x="736600" y="4959350"/>
          <p14:tracePt t="463896" x="742950" y="4959350"/>
          <p14:tracePt t="463918" x="755650" y="4959350"/>
          <p14:tracePt t="463924" x="768350" y="4965700"/>
          <p14:tracePt t="463938" x="787400" y="4965700"/>
          <p14:tracePt t="463950" x="819150" y="4965700"/>
          <p14:tracePt t="463967" x="908050" y="4972050"/>
          <p14:tracePt t="463983" x="971550" y="4972050"/>
          <p14:tracePt t="463999" x="1104900" y="4991100"/>
          <p14:tracePt t="464016" x="1257300" y="5010150"/>
          <p14:tracePt t="464033" x="1352550" y="5035550"/>
          <p14:tracePt t="464050" x="1524000" y="5073650"/>
          <p14:tracePt t="464066" x="1682750" y="5124450"/>
          <p14:tracePt t="464082" x="1746250" y="5143500"/>
          <p14:tracePt t="464100" x="1885950" y="5200650"/>
          <p14:tracePt t="464116" x="1981200" y="5245100"/>
          <p14:tracePt t="464132" x="2012950" y="5270500"/>
          <p14:tracePt t="464149" x="2089150" y="5283200"/>
          <p14:tracePt t="464166" x="2108200" y="5295900"/>
          <p14:tracePt t="464182" x="2146300" y="5308600"/>
          <p14:tracePt t="464199" x="2197100" y="5314950"/>
          <p14:tracePt t="464215" x="2241550" y="5334000"/>
          <p14:tracePt t="464232" x="2305050" y="5365750"/>
          <p14:tracePt t="466004" x="2336800" y="5365750"/>
          <p14:tracePt t="466011" x="2381250" y="5365750"/>
          <p14:tracePt t="466026" x="2419350" y="5365750"/>
          <p14:tracePt t="466042" x="2463800" y="5365750"/>
          <p14:tracePt t="466059" x="2540000" y="5365750"/>
          <p14:tracePt t="466076" x="2597150" y="5365750"/>
          <p14:tracePt t="466092" x="2628900" y="5365750"/>
          <p14:tracePt t="466109" x="2686050" y="5359400"/>
          <p14:tracePt t="466125" x="2762250" y="5359400"/>
          <p14:tracePt t="466142" x="2787650" y="5353050"/>
          <p14:tracePt t="466159" x="2870200" y="5353050"/>
          <p14:tracePt t="466176" x="2921000" y="5346700"/>
          <p14:tracePt t="466192" x="2946400" y="5346700"/>
          <p14:tracePt t="466209" x="2978150" y="5346700"/>
          <p14:tracePt t="466225" x="3009900" y="5346700"/>
          <p14:tracePt t="466242" x="3022600" y="5346700"/>
          <p14:tracePt t="466258" x="3054350" y="5346700"/>
          <p14:tracePt t="466275" x="3079750" y="5353050"/>
          <p14:tracePt t="466292" x="3098800" y="5359400"/>
          <p14:tracePt t="466308" x="3111500" y="5359400"/>
          <p14:tracePt t="466325" x="3117850" y="5359400"/>
          <p14:tracePt t="466342" x="3130550" y="5359400"/>
          <p14:tracePt t="466358" x="3136900" y="5359400"/>
          <p14:tracePt t="466405" x="3143250" y="5359400"/>
          <p14:tracePt t="466412" x="3149600" y="5365750"/>
          <p14:tracePt t="466433" x="3155950" y="5365750"/>
          <p14:tracePt t="466441" x="3155950" y="5372100"/>
          <p14:tracePt t="473423" x="3136900" y="5372100"/>
          <p14:tracePt t="473430" x="3130550" y="5365750"/>
          <p14:tracePt t="473437" x="3117850" y="5365750"/>
          <p14:tracePt t="473450" x="3111500" y="5359400"/>
          <p14:tracePt t="473467" x="3086100" y="5346700"/>
          <p14:tracePt t="473484" x="3060700" y="5334000"/>
          <p14:tracePt t="473501" x="3009900" y="5327650"/>
          <p14:tracePt t="473516" x="2965450" y="5314950"/>
          <p14:tracePt t="473533" x="2895600" y="5308600"/>
          <p14:tracePt t="473550" x="2787650" y="5308600"/>
          <p14:tracePt t="473566" x="2686050" y="5295900"/>
          <p14:tracePt t="473583" x="2590800" y="5302250"/>
          <p14:tracePt t="473600" x="2457450" y="5327650"/>
          <p14:tracePt t="473616" x="2362200" y="5334000"/>
          <p14:tracePt t="473634" x="2228850" y="5359400"/>
          <p14:tracePt t="473649" x="2127250" y="5384800"/>
          <p14:tracePt t="473666" x="2070100" y="5391150"/>
          <p14:tracePt t="473683" x="2019300" y="5397500"/>
          <p14:tracePt t="473700" x="2000250" y="5410200"/>
          <p14:tracePt t="473716" x="1987550" y="5416550"/>
          <p14:tracePt t="473733" x="1981200" y="5435600"/>
          <p14:tracePt t="473749" x="1974850" y="5435600"/>
          <p14:tracePt t="473782" x="1955800" y="5435600"/>
          <p14:tracePt t="473799" x="1943100" y="5435600"/>
          <p14:tracePt t="473816" x="1917700" y="5435600"/>
          <p14:tracePt t="473832" x="1860550" y="5435600"/>
          <p14:tracePt t="473849" x="1790700" y="5454650"/>
          <p14:tracePt t="473866" x="1733550" y="5467350"/>
          <p14:tracePt t="473882" x="1663700" y="5486400"/>
          <p14:tracePt t="473898" x="1644650" y="5486400"/>
          <p14:tracePt t="473915" x="1631950" y="5486400"/>
          <p14:tracePt t="474196" x="1625600" y="5486400"/>
          <p14:tracePt t="474274" x="1625600" y="5492750"/>
          <p14:tracePt t="474282" x="1625600" y="5499100"/>
          <p14:tracePt t="474697" x="1657350" y="5467350"/>
          <p14:tracePt t="474704" x="1714500" y="5410200"/>
          <p14:tracePt t="474712" x="1771650" y="5353050"/>
          <p14:tracePt t="474729" x="1905000" y="5219700"/>
          <p14:tracePt t="474746" x="2057400" y="5073650"/>
          <p14:tracePt t="474762" x="2311400" y="4819650"/>
          <p14:tracePt t="474779" x="2495550" y="4635500"/>
          <p14:tracePt t="474796" x="2768600" y="4413250"/>
          <p14:tracePt t="474812" x="2965450" y="4235450"/>
          <p14:tracePt t="474829" x="3168650" y="4064000"/>
          <p14:tracePt t="474832" x="3276600" y="3975100"/>
          <p14:tracePt t="474845" x="3467100" y="3835400"/>
          <p14:tracePt t="474862" x="3657600" y="3708400"/>
          <p14:tracePt t="474879" x="3822700" y="3556000"/>
          <p14:tracePt t="474895" x="4038600" y="3371850"/>
          <p14:tracePt t="474912" x="4152900" y="3276600"/>
          <p14:tracePt t="474929" x="4318000" y="3143250"/>
          <p14:tracePt t="474945" x="4406900" y="3067050"/>
          <p14:tracePt t="474961" x="4495800" y="3003550"/>
          <p14:tracePt t="474979" x="4578350" y="2914650"/>
          <p14:tracePt t="474995" x="4603750" y="2895600"/>
          <p14:tracePt t="475011" x="4622800" y="2882900"/>
          <p14:tracePt t="475028" x="4622800" y="2870200"/>
          <p14:tracePt t="475044" x="4629150" y="2851150"/>
          <p14:tracePt t="475061" x="4629150" y="2832100"/>
          <p14:tracePt t="475078" x="4629150" y="2813050"/>
          <p14:tracePt t="475094" x="4629150" y="2800350"/>
          <p14:tracePt t="475112" x="4629150" y="2762250"/>
          <p14:tracePt t="475128" x="4629150" y="2730500"/>
          <p14:tracePt t="475144" x="4629150" y="2679700"/>
          <p14:tracePt t="475161" x="4654550" y="2552700"/>
          <p14:tracePt t="475177" x="4673600" y="2438400"/>
          <p14:tracePt t="475194" x="4737100" y="2203450"/>
          <p14:tracePt t="475211" x="4813300" y="1968500"/>
          <p14:tracePt t="475227" x="4851400" y="1885950"/>
          <p14:tracePt t="475244" x="4895850" y="1765300"/>
          <p14:tracePt t="475260" x="4953000" y="1663700"/>
          <p14:tracePt t="475277" x="4965700" y="1631950"/>
          <p14:tracePt t="475294" x="4991100" y="1593850"/>
          <p14:tracePt t="475310" x="5010150" y="1555750"/>
          <p14:tracePt t="475328" x="5010150" y="1549400"/>
          <p14:tracePt t="475331" x="5022850" y="1536700"/>
          <p14:tracePt t="475346" x="5029200" y="1524000"/>
          <p14:tracePt t="475360" x="5035550" y="1498600"/>
          <p14:tracePt t="475377" x="5041900" y="1485900"/>
          <p14:tracePt t="475393" x="5041900" y="1460500"/>
          <p14:tracePt t="475410" x="5041900" y="1447800"/>
          <p14:tracePt t="475428" x="5041900" y="1428750"/>
          <p14:tracePt t="475443" x="5041900" y="1416050"/>
          <p14:tracePt t="475460" x="5041900" y="1409700"/>
          <p14:tracePt t="475477" x="5035550" y="1377950"/>
          <p14:tracePt t="475493" x="5029200" y="1339850"/>
          <p14:tracePt t="475510" x="5010150" y="1308100"/>
          <p14:tracePt t="475527" x="4991100" y="1263650"/>
          <p14:tracePt t="475543" x="4965700" y="1231900"/>
          <p14:tracePt t="475560" x="4953000" y="1212850"/>
          <p14:tracePt t="475576" x="4940300" y="1187450"/>
          <p14:tracePt t="475593" x="4914900" y="1168400"/>
          <p14:tracePt t="475609" x="4914900" y="1162050"/>
          <p14:tracePt t="475626" x="4902200" y="1155700"/>
          <p14:tracePt t="475643" x="4889500" y="1136650"/>
          <p14:tracePt t="475660" x="4876800" y="1123950"/>
          <p14:tracePt t="475675" x="4876800" y="1117600"/>
          <p14:tracePt t="475692" x="4876800" y="1111250"/>
          <p14:tracePt t="475709" x="4870450" y="1104900"/>
          <p14:tracePt t="475746" x="4870450" y="1098550"/>
          <p14:tracePt t="475822" x="4876800" y="1098550"/>
          <p14:tracePt t="475843" x="4883150" y="1098550"/>
          <p14:tracePt t="475864" x="4889500" y="1098550"/>
          <p14:tracePt t="475885" x="4895850" y="1098550"/>
          <p14:tracePt t="475893" x="4908550" y="1098550"/>
          <p14:tracePt t="475899" x="4921250" y="1098550"/>
          <p14:tracePt t="475913" x="4940300" y="1092200"/>
          <p14:tracePt t="475925" x="4984750" y="1085850"/>
          <p14:tracePt t="475942" x="5099050" y="1079500"/>
          <p14:tracePt t="475958" x="5175250" y="1079500"/>
          <p14:tracePt t="475975" x="5365750" y="1066800"/>
          <p14:tracePt t="475991" x="5594350" y="1054100"/>
          <p14:tracePt t="476008" x="5721350" y="1054100"/>
          <p14:tracePt t="476025" x="5962650" y="1054100"/>
          <p14:tracePt t="476041" x="6172200" y="1054100"/>
          <p14:tracePt t="476058" x="6261100" y="1054100"/>
          <p14:tracePt t="476075" x="6419850" y="1054100"/>
          <p14:tracePt t="476091" x="6508750" y="1060450"/>
          <p14:tracePt t="476107" x="6540500" y="1060450"/>
          <p14:tracePt t="476124" x="6553200" y="1060450"/>
          <p14:tracePt t="476141" x="6565900" y="1066800"/>
          <p14:tracePt t="476174" x="6572250" y="1073150"/>
          <p14:tracePt t="476191" x="6572250" y="1079500"/>
          <p14:tracePt t="476207" x="6572250" y="1085850"/>
          <p14:tracePt t="479027" x="6546850" y="1092200"/>
          <p14:tracePt t="479034" x="6502400" y="1098550"/>
          <p14:tracePt t="479050" x="6445250" y="1117600"/>
          <p14:tracePt t="479064" x="6318250" y="1149350"/>
          <p14:tracePt t="479081" x="6261100" y="1168400"/>
          <p14:tracePt t="479098" x="6140450" y="1206500"/>
          <p14:tracePt t="479114" x="6070600" y="1212850"/>
          <p14:tracePt t="479130" x="5956300" y="1212850"/>
          <p14:tracePt t="479147" x="5829300" y="1200150"/>
          <p14:tracePt t="479164" x="5759450" y="1193800"/>
          <p14:tracePt t="479180" x="5651500" y="1174750"/>
          <p14:tracePt t="479197" x="5562600" y="1162050"/>
          <p14:tracePt t="479213" x="5492750" y="1155700"/>
          <p14:tracePt t="479231" x="5365750" y="1149350"/>
          <p14:tracePt t="479247" x="5200650" y="1149350"/>
          <p14:tracePt t="479263" x="5124450" y="1149350"/>
          <p14:tracePt t="479280" x="4984750" y="1136650"/>
          <p14:tracePt t="479297" x="4921250" y="1136650"/>
          <p14:tracePt t="479313" x="4800600" y="1136650"/>
          <p14:tracePt t="479330" x="4711700" y="1130300"/>
          <p14:tracePt t="479347" x="4660900" y="1117600"/>
          <p14:tracePt t="479363" x="4641850" y="1111250"/>
          <p14:tracePt t="479380" x="4597400" y="1098550"/>
          <p14:tracePt t="479397" x="4584700" y="1098550"/>
          <p14:tracePt t="479400" x="4572000" y="1092200"/>
          <p14:tracePt t="479414" x="4552950" y="1085850"/>
          <p14:tracePt t="479430" x="4540250" y="1085850"/>
          <p14:tracePt t="479463" x="4521200" y="1079500"/>
          <p14:tracePt t="479480" x="4508500" y="1079500"/>
          <p14:tracePt t="479513" x="4502150" y="1079500"/>
          <p14:tracePt t="479529" x="4495800" y="1079500"/>
          <p14:tracePt t="479549" x="4489450" y="1079500"/>
          <p14:tracePt t="479569" x="4489450" y="1085850"/>
          <p14:tracePt t="479590" x="4489450" y="1092200"/>
          <p14:tracePt t="479598" x="4483100" y="1092200"/>
          <p14:tracePt t="479632" x="4476750" y="1098550"/>
          <p14:tracePt t="479647" x="4470400" y="1098550"/>
          <p14:tracePt t="479667" x="4457700" y="1104900"/>
          <p14:tracePt t="479695" x="4451350" y="1104900"/>
          <p14:tracePt t="479716" x="4445000" y="1111250"/>
          <p14:tracePt t="479737" x="4438650" y="1111250"/>
          <p14:tracePt t="479751" x="4432300" y="1111250"/>
          <p14:tracePt t="479765" x="4425950" y="1111250"/>
          <p14:tracePt t="479780" x="4419600" y="1117600"/>
          <p14:tracePt t="479808" x="4413250" y="1117600"/>
          <p14:tracePt t="479821" x="4406900" y="1117600"/>
          <p14:tracePt t="479831" x="4400550" y="1117600"/>
          <p14:tracePt t="479846" x="4394200" y="1123950"/>
          <p14:tracePt t="479861" x="4368800" y="1130300"/>
          <p14:tracePt t="479878" x="4356100" y="1136650"/>
          <p14:tracePt t="479894" x="4343400" y="1136650"/>
          <p14:tracePt t="479898" x="4330700" y="1136650"/>
          <p14:tracePt t="479911" x="4318000" y="1136650"/>
          <p14:tracePt t="479928" x="4305300" y="1143000"/>
          <p14:tracePt t="479944" x="4298950" y="1143000"/>
          <p14:tracePt t="479961" x="4292600" y="1143000"/>
          <p14:tracePt t="480166" x="4292600" y="1136650"/>
          <p14:tracePt t="480249" x="4292600" y="1130300"/>
          <p14:tracePt t="480427" x="4298950" y="1130300"/>
          <p14:tracePt t="480531" x="4298950" y="1123950"/>
          <p14:tracePt t="480601" x="4305300" y="1117600"/>
          <p14:tracePt t="480657" x="4305300" y="1111250"/>
          <p14:tracePt t="480721" x="4311650" y="1111250"/>
          <p14:tracePt t="480763" x="4318000" y="1111250"/>
          <p14:tracePt t="480812" x="4324350" y="1111250"/>
          <p14:tracePt t="480890" x="4330700" y="1111250"/>
          <p14:tracePt t="480946" x="4337050" y="1111250"/>
          <p14:tracePt t="480981" x="4343400" y="1111250"/>
          <p14:tracePt t="481023" x="4349750" y="1111250"/>
          <p14:tracePt t="481051" x="4356100" y="1111250"/>
          <p14:tracePt t="481143" x="4362450" y="1111250"/>
          <p14:tracePt t="481192" x="4368800" y="1111250"/>
          <p14:tracePt t="481220" x="4375150" y="1111250"/>
          <p14:tracePt t="481332" x="4381500" y="1111250"/>
          <p14:tracePt t="481389" x="4381500" y="1104900"/>
          <p14:tracePt t="481438" x="4381500" y="1098550"/>
          <p14:tracePt t="481459" x="4387850" y="1098550"/>
          <p14:tracePt t="481494" x="4394200" y="1098550"/>
          <p14:tracePt t="481508" x="4400550" y="1098550"/>
          <p14:tracePt t="481542" x="4406900" y="1098550"/>
          <p14:tracePt t="481549" x="4419600" y="1098550"/>
          <p14:tracePt t="481564" x="4432300" y="1098550"/>
          <p14:tracePt t="481572" x="4451350" y="1098550"/>
          <p14:tracePt t="481588" x="4489450" y="1098550"/>
          <p14:tracePt t="481606" x="4584700" y="1111250"/>
          <p14:tracePt t="481622" x="4730750" y="1136650"/>
          <p14:tracePt t="481638" x="4806950" y="1162050"/>
          <p14:tracePt t="481655" x="4953000" y="1200150"/>
          <p14:tracePt t="481672" x="5099050" y="1238250"/>
          <p14:tracePt t="481688" x="5156200" y="1263650"/>
          <p14:tracePt t="481705" x="5245100" y="1308100"/>
          <p14:tracePt t="481721" x="5308600" y="1352550"/>
          <p14:tracePt t="481738" x="5327650" y="1371600"/>
          <p14:tracePt t="481755" x="5365750" y="1409700"/>
          <p14:tracePt t="481771" x="5372100" y="1422400"/>
          <p14:tracePt t="481788" x="5391150" y="1447800"/>
          <p14:tracePt t="481805" x="5403850" y="1466850"/>
          <p14:tracePt t="481821" x="5410200" y="1479550"/>
          <p14:tracePt t="481838" x="5422900" y="1498600"/>
          <p14:tracePt t="481854" x="5429250" y="1504950"/>
          <p14:tracePt t="481871" x="5435600" y="1511300"/>
          <p14:tracePt t="481887" x="5441950" y="1530350"/>
          <p14:tracePt t="481904" x="5448300" y="1543050"/>
          <p14:tracePt t="481921" x="5454650" y="1549400"/>
          <p14:tracePt t="481938" x="5461000" y="1549400"/>
          <p14:tracePt t="481954" x="5473700" y="1562100"/>
          <p14:tracePt t="481987" x="5473700" y="1574800"/>
          <p14:tracePt t="482004" x="5480050" y="1574800"/>
          <p14:tracePt t="482049" x="5480050" y="1581150"/>
          <p14:tracePt t="482084" x="5480050" y="1587500"/>
          <p14:tracePt t="482148" x="5480050" y="1593850"/>
          <p14:tracePt t="482169" x="5480050" y="1600200"/>
          <p14:tracePt t="482218" x="5480050" y="1606550"/>
          <p14:tracePt t="482302" x="5480050" y="1612900"/>
          <p14:tracePt t="482387" x="5480050" y="1619250"/>
          <p14:tracePt t="482478" x="5480050" y="1625600"/>
          <p14:tracePt t="482548" x="5480050" y="1631950"/>
          <p14:tracePt t="482576" x="5480050" y="1638300"/>
          <p14:tracePt t="482583" x="5480050" y="1644650"/>
          <p14:tracePt t="482618" x="5480050" y="1651000"/>
          <p14:tracePt t="482626" x="5486400" y="1651000"/>
          <p14:tracePt t="482654" x="5486400" y="1657350"/>
          <p14:tracePt t="482675" x="5486400" y="1663700"/>
          <p14:tracePt t="482724" x="5486400" y="1670050"/>
          <p14:tracePt t="482766" x="5486400" y="1676400"/>
          <p14:tracePt t="482857" x="5486400" y="1682750"/>
          <p14:tracePt t="482907" x="5486400" y="1689100"/>
          <p14:tracePt t="482956" x="5486400" y="1695450"/>
          <p14:tracePt t="483026" x="5492750" y="1701800"/>
          <p14:tracePt t="483090" x="5499100" y="1701800"/>
          <p14:tracePt t="483160" x="5505450" y="1701800"/>
          <p14:tracePt t="483168" x="5511800" y="1701800"/>
          <p14:tracePt t="483188" x="5518150" y="1701800"/>
          <p14:tracePt t="483209" x="5518150" y="1695450"/>
          <p14:tracePt t="483217" x="5530850" y="1695450"/>
          <p14:tracePt t="483230" x="5537200" y="1695450"/>
          <p14:tracePt t="483237" x="5549900" y="1695450"/>
          <p14:tracePt t="483253" x="5581650" y="1689100"/>
          <p14:tracePt t="483267" x="5683250" y="1676400"/>
          <p14:tracePt t="483283" x="5772150" y="1670050"/>
          <p14:tracePt t="483301" x="6000750" y="1644650"/>
          <p14:tracePt t="483316" x="6165850" y="1625600"/>
          <p14:tracePt t="483333" x="6521450" y="1587500"/>
          <p14:tracePt t="483350" x="6908800" y="1549400"/>
          <p14:tracePt t="483366" x="7099300" y="1536700"/>
          <p14:tracePt t="483383" x="7404100" y="1511300"/>
          <p14:tracePt t="483399" x="7588250" y="1511300"/>
          <p14:tracePt t="483416" x="7670800" y="1511300"/>
          <p14:tracePt t="483432" x="7759700" y="1517650"/>
          <p14:tracePt t="483449" x="7823200" y="1530350"/>
          <p14:tracePt t="483466" x="7842250" y="1530350"/>
          <p14:tracePt t="483482" x="7861300" y="1543050"/>
          <p14:tracePt t="483499" x="7867650" y="1543050"/>
          <p14:tracePt t="483539" x="7874000" y="1549400"/>
          <p14:tracePt t="483602" x="7874000" y="1555750"/>
          <p14:tracePt t="483722" x="7874000" y="1562100"/>
          <p14:tracePt t="483771" x="7867650" y="1568450"/>
          <p14:tracePt t="483842" x="7861300" y="1574800"/>
          <p14:tracePt t="483884" x="7854950" y="1574800"/>
          <p14:tracePt t="483919" x="7848600" y="1574800"/>
          <p14:tracePt t="484003" x="7842250" y="1574800"/>
          <p14:tracePt t="484144" x="7842250" y="1568450"/>
          <p14:tracePt t="484186" x="7842250" y="1562100"/>
          <p14:tracePt t="484707" x="7797800" y="1562100"/>
          <p14:tracePt t="484720" x="7734300" y="1574800"/>
          <p14:tracePt t="484729" x="7651750" y="1593850"/>
          <p14:tracePt t="484744" x="7550150" y="1619250"/>
          <p14:tracePt t="484761" x="7346950" y="1638300"/>
          <p14:tracePt t="484778" x="7150100" y="1676400"/>
          <p14:tracePt t="484794" x="7086600" y="1695450"/>
          <p14:tracePt t="484812" x="6953250" y="1733550"/>
          <p14:tracePt t="484827" x="6851650" y="1765300"/>
          <p14:tracePt t="484844" x="6832600" y="1778000"/>
          <p14:tracePt t="484861" x="6788150" y="1790700"/>
          <p14:tracePt t="484877" x="6781800" y="1790700"/>
          <p14:tracePt t="484894" x="6762750" y="1790700"/>
          <p14:tracePt t="484911" x="6750050" y="1784350"/>
          <p14:tracePt t="484927" x="6743700" y="1778000"/>
          <p14:tracePt t="484944" x="6750050" y="1771650"/>
          <p14:tracePt t="484960" x="6756400" y="1746250"/>
          <p14:tracePt t="484977" x="6769100" y="1746250"/>
          <p14:tracePt t="484995" x="6781800" y="1727200"/>
          <p14:tracePt t="485010" x="6781800" y="1714500"/>
          <p14:tracePt t="485027" x="6781800" y="1708150"/>
          <p14:tracePt t="485653" x="6769100" y="1708150"/>
          <p14:tracePt t="485660" x="6731000" y="1720850"/>
          <p14:tracePt t="485673" x="6686550" y="1733550"/>
          <p14:tracePt t="485680" x="6629400" y="1752600"/>
          <p14:tracePt t="485694" x="6578600" y="1771650"/>
          <p14:tracePt t="485708" x="6508750" y="1790700"/>
          <p14:tracePt t="485724" x="6350000" y="1854200"/>
          <p14:tracePt t="485741" x="6267450" y="1873250"/>
          <p14:tracePt t="485758" x="6108700" y="1917700"/>
          <p14:tracePt t="485774" x="5949950" y="1962150"/>
          <p14:tracePt t="485791" x="5873750" y="1981200"/>
          <p14:tracePt t="485808" x="5765800" y="2006600"/>
          <p14:tracePt t="485824" x="5715000" y="2012950"/>
          <p14:tracePt t="485840" x="5702300" y="2019300"/>
          <p14:tracePt t="485857" x="5683250" y="2025650"/>
          <p14:tracePt t="485874" x="5683250" y="2032000"/>
          <p14:tracePt t="485891" x="5676900" y="2032000"/>
          <p14:tracePt t="485907" x="5657850" y="2044700"/>
          <p14:tracePt t="485941" x="5638800" y="2044700"/>
          <p14:tracePt t="485957" x="5632450" y="2051050"/>
          <p14:tracePt t="485973" x="5626100" y="2051050"/>
          <p14:tracePt t="485990" x="5607050" y="2057400"/>
          <p14:tracePt t="486007" x="5588000" y="2070100"/>
          <p14:tracePt t="486023" x="5581650" y="2076450"/>
          <p14:tracePt t="486040" x="5568950" y="2089150"/>
          <p14:tracePt t="486056" x="5543550" y="2101850"/>
          <p14:tracePt t="486074" x="5537200" y="2101850"/>
          <p14:tracePt t="486090" x="5511800" y="2114550"/>
          <p14:tracePt t="486106" x="5486400" y="2127250"/>
          <p14:tracePt t="486123" x="5441950" y="2146300"/>
          <p14:tracePt t="486139" x="5422900" y="2159000"/>
          <p14:tracePt t="486156" x="5397500" y="2171700"/>
          <p14:tracePt t="487339" x="5327650" y="2222500"/>
          <p14:tracePt t="487354" x="5232400" y="2298700"/>
          <p14:tracePt t="487360" x="5118100" y="2400300"/>
          <p14:tracePt t="487369" x="4972050" y="2546350"/>
          <p14:tracePt t="487385" x="4806950" y="2762250"/>
          <p14:tracePt t="487402" x="4349750" y="3213100"/>
          <p14:tracePt t="487419" x="4127500" y="3435350"/>
          <p14:tracePt t="487435" x="3632200" y="3917950"/>
          <p14:tracePt t="487452" x="3117850" y="4362450"/>
          <p14:tracePt t="487468" x="2895600" y="4572000"/>
          <p14:tracePt t="487486" x="2590800" y="4946650"/>
          <p14:tracePt t="487501" x="2362200" y="5289550"/>
          <p14:tracePt t="487518" x="2286000" y="5435600"/>
          <p14:tracePt t="487535" x="2197100" y="5607050"/>
          <p14:tracePt t="487552" x="2159000" y="5727700"/>
          <p14:tracePt t="487568" x="2139950" y="5759450"/>
          <p14:tracePt t="487585" x="2133600" y="5803900"/>
          <p14:tracePt t="487601" x="2133600" y="5822950"/>
          <p14:tracePt t="487635" x="2133600" y="5835650"/>
          <p14:tracePt t="487651" x="2139950" y="5861050"/>
          <p14:tracePt t="487669" x="2146300" y="5886450"/>
          <p14:tracePt t="487685" x="2146300" y="5899150"/>
          <p14:tracePt t="487701" x="2146300" y="5911850"/>
          <p14:tracePt t="487718" x="2165350" y="5943600"/>
          <p14:tracePt t="487734" x="2165350" y="5949950"/>
          <p14:tracePt t="487751" x="2171700" y="5956300"/>
          <p14:tracePt t="487768" x="2178050" y="5956300"/>
          <p14:tracePt t="487784" x="2190750" y="5956300"/>
          <p14:tracePt t="487801" x="2197100" y="5962650"/>
          <p14:tracePt t="487817" x="2222500" y="5962650"/>
          <p14:tracePt t="487834" x="2254250" y="5975350"/>
          <p14:tracePt t="487852" x="2298700" y="5975350"/>
          <p14:tracePt t="487867" x="2317750" y="5975350"/>
          <p14:tracePt t="487884" x="2349500" y="5975350"/>
          <p14:tracePt t="487901" x="2400300" y="5962650"/>
          <p14:tracePt t="487917" x="2413000" y="5956300"/>
          <p14:tracePt t="487933" x="2463800" y="5937250"/>
          <p14:tracePt t="487950" x="2514600" y="5905500"/>
          <p14:tracePt t="487967" x="2527300" y="5892800"/>
          <p14:tracePt t="487983" x="2546350" y="5880100"/>
          <p14:tracePt t="488000" x="2578100" y="5848350"/>
          <p14:tracePt t="488017" x="2590800" y="5829300"/>
          <p14:tracePt t="488035" x="2609850" y="5803900"/>
          <p14:tracePt t="488049" x="2616200" y="5797550"/>
          <p14:tracePt t="488066" x="2628900" y="5784850"/>
          <p14:tracePt t="488084" x="2647950" y="5772150"/>
          <p14:tracePt t="488100" x="2647950" y="5765800"/>
          <p14:tracePt t="488117" x="2660650" y="5753100"/>
          <p14:tracePt t="488133" x="2673350" y="5740400"/>
          <p14:tracePt t="488149" x="2686050" y="5740400"/>
          <p14:tracePt t="488166" x="2698750" y="5727700"/>
          <p14:tracePt t="488183" x="2717800" y="5715000"/>
          <p14:tracePt t="488199" x="2743200" y="5708650"/>
          <p14:tracePt t="488217" x="2768600" y="5683250"/>
          <p14:tracePt t="488232" x="2800350" y="5664200"/>
          <p14:tracePt t="488249" x="2825750" y="5657850"/>
          <p14:tracePt t="488266" x="2876550" y="5626100"/>
          <p14:tracePt t="488282" x="2908300" y="5600700"/>
          <p14:tracePt t="488299" x="2933700" y="5588000"/>
          <p14:tracePt t="488316" x="2946400" y="5575300"/>
          <p14:tracePt t="488349" x="2959100" y="5568950"/>
          <p14:tracePt t="488382" x="2965450" y="5568950"/>
          <p14:tracePt t="488399" x="2965450" y="5575300"/>
          <p14:tracePt t="488415" x="2965450" y="5581650"/>
          <p14:tracePt t="488432" x="2965450" y="5588000"/>
          <p14:tracePt t="489206" x="2959100" y="5588000"/>
          <p14:tracePt t="489220" x="2946400" y="5581650"/>
          <p14:tracePt t="489227" x="2927350" y="5575300"/>
          <p14:tracePt t="489234" x="2914650" y="5562600"/>
          <p14:tracePt t="489249" x="2889250" y="5549900"/>
          <p14:tracePt t="489262" x="2870200" y="5537200"/>
          <p14:tracePt t="489279" x="2857500" y="5511800"/>
          <p14:tracePt t="489295" x="2813050" y="5480050"/>
          <p14:tracePt t="489312" x="2800350" y="5454650"/>
          <p14:tracePt t="489328" x="2762250" y="5422900"/>
          <p14:tracePt t="489346" x="2736850" y="5397500"/>
          <p14:tracePt t="489362" x="2705100" y="5365750"/>
          <p14:tracePt t="489378" x="2686050" y="5346700"/>
          <p14:tracePt t="489396" x="2667000" y="5321300"/>
          <p14:tracePt t="489411" x="2660650" y="5314950"/>
          <p14:tracePt t="489428" x="2660650" y="5308600"/>
          <p14:tracePt t="489445" x="2654300" y="5283200"/>
          <p14:tracePt t="489461" x="2647950" y="5283200"/>
          <p14:tracePt t="489478" x="2647950" y="5276850"/>
          <p14:tracePt t="489495" x="2647950" y="5270500"/>
          <p14:tracePt t="489531" x="2654300" y="5270500"/>
          <p14:tracePt t="489544" x="2660650" y="5270500"/>
          <p14:tracePt t="489571" x="2667000" y="5276850"/>
          <p14:tracePt t="489580" x="2673350" y="5276850"/>
          <p14:tracePt t="491014" x="2711450" y="5276850"/>
          <p14:tracePt t="491020" x="2762250" y="5276850"/>
          <p14:tracePt t="491035" x="2838450" y="5276850"/>
          <p14:tracePt t="491042" x="2901950" y="5276850"/>
          <p14:tracePt t="491059" x="2965450" y="5276850"/>
          <p14:tracePt t="491072" x="3054350" y="5276850"/>
          <p14:tracePt t="491090" x="3270250" y="5251450"/>
          <p14:tracePt t="491106" x="3536950" y="5219700"/>
          <p14:tracePt t="491122" x="3638550" y="5207000"/>
          <p14:tracePt t="491139" x="3879850" y="5187950"/>
          <p14:tracePt t="491156" x="4121150" y="5162550"/>
          <p14:tracePt t="491172" x="4248150" y="5156200"/>
          <p14:tracePt t="491189" x="4457700" y="5137150"/>
          <p14:tracePt t="491206" x="4584700" y="5124450"/>
          <p14:tracePt t="491222" x="4635500" y="5118100"/>
          <p14:tracePt t="491239" x="4718050" y="5118100"/>
          <p14:tracePt t="491255" x="4743450" y="5118100"/>
          <p14:tracePt t="491272" x="4749800" y="5118100"/>
          <p14:tracePt t="491330" x="4756150" y="5118100"/>
          <p14:tracePt t="491372" x="4756150" y="5124450"/>
          <p14:tracePt t="491386" x="4762500" y="5130800"/>
          <p14:tracePt t="491393" x="4762500" y="5137150"/>
          <p14:tracePt t="493130" x="4756150" y="5124450"/>
          <p14:tracePt t="493151" x="4749800" y="5111750"/>
          <p14:tracePt t="493172" x="4743450" y="5086350"/>
          <p14:tracePt t="493179" x="4737100" y="5073650"/>
          <p14:tracePt t="493193" x="4737100" y="5048250"/>
          <p14:tracePt t="493202" x="4724400" y="5029200"/>
          <p14:tracePt t="493216" x="4718050" y="5003800"/>
          <p14:tracePt t="493232" x="4705350" y="4914900"/>
          <p14:tracePt t="493249" x="4686300" y="4864100"/>
          <p14:tracePt t="493265" x="4654550" y="4730750"/>
          <p14:tracePt t="493281" x="4648200" y="4654550"/>
          <p14:tracePt t="493299" x="4597400" y="4305300"/>
          <p14:tracePt t="493315" x="4584700" y="4146550"/>
          <p14:tracePt t="493331" x="4572000" y="3962400"/>
          <p14:tracePt t="493348" x="4559300" y="3511550"/>
          <p14:tracePt t="493365" x="4565650" y="2908300"/>
          <p14:tracePt t="493381" x="4597400" y="2616200"/>
          <p14:tracePt t="493398" x="4641850" y="2133600"/>
          <p14:tracePt t="493414" x="4686300" y="1835150"/>
          <p14:tracePt t="493431" x="4705350" y="1739900"/>
          <p14:tracePt t="493447" x="4724400" y="1612900"/>
          <p14:tracePt t="493464" x="4730750" y="1543050"/>
          <p14:tracePt t="493481" x="4730750" y="1498600"/>
          <p14:tracePt t="493497" x="4730750" y="1492250"/>
          <p14:tracePt t="493514" x="4730750" y="1485900"/>
          <p14:tracePt t="493531" x="4737100" y="1460500"/>
          <p14:tracePt t="493615" x="4743450" y="1460500"/>
          <p14:tracePt t="493643" x="4749800" y="1460500"/>
          <p14:tracePt t="493671" x="4756150" y="1460500"/>
          <p14:tracePt t="493692" x="4762500" y="1460500"/>
          <p14:tracePt t="493735" x="4768850" y="1466850"/>
          <p14:tracePt t="493742" x="4768850" y="1473200"/>
          <p14:tracePt t="493764" x="4768850" y="1485900"/>
          <p14:tracePt t="493784" x="4768850" y="1492250"/>
          <p14:tracePt t="493798" x="4768850" y="1498600"/>
          <p14:tracePt t="493812" x="4768850" y="1504950"/>
          <p14:tracePt t="493833" x="4768850" y="1511300"/>
          <p14:tracePt t="493938" x="4768850" y="1504950"/>
          <p14:tracePt t="494002" x="4768850" y="1511300"/>
          <p14:tracePt t="494016" x="4768850" y="1517650"/>
          <p14:tracePt t="494023" x="4768850" y="1524000"/>
          <p14:tracePt t="494037" x="4762500" y="1536700"/>
          <p14:tracePt t="494046" x="4743450" y="1568450"/>
          <p14:tracePt t="494062" x="4737100" y="1612900"/>
          <p14:tracePt t="494079" x="4699000" y="1758950"/>
          <p14:tracePt t="494096" x="4648200" y="1962150"/>
          <p14:tracePt t="494111" x="4622800" y="2082800"/>
          <p14:tracePt t="494129" x="4584700" y="2311400"/>
          <p14:tracePt t="494146" x="4565650" y="2501900"/>
          <p14:tracePt t="494161" x="4565650" y="2590800"/>
          <p14:tracePt t="494178" x="4565650" y="2730500"/>
          <p14:tracePt t="494195" x="4565650" y="2813050"/>
          <p14:tracePt t="494213" x="4578350" y="3067050"/>
          <p14:tracePt t="494228" x="4584700" y="3143250"/>
          <p14:tracePt t="494246" x="4597400" y="3232150"/>
          <p14:tracePt t="494262" x="4603750" y="3384550"/>
          <p14:tracePt t="494278" x="4616450" y="3556000"/>
          <p14:tracePt t="494295" x="4616450" y="3644900"/>
          <p14:tracePt t="494311" x="4610100" y="3848100"/>
          <p14:tracePt t="494328" x="4603750" y="4051300"/>
          <p14:tracePt t="494345" x="4591050" y="4165600"/>
          <p14:tracePt t="494361" x="4591050" y="4381500"/>
          <p14:tracePt t="494378" x="4591050" y="4521200"/>
          <p14:tracePt t="494395" x="4610100" y="4591050"/>
          <p14:tracePt t="494411" x="4616450" y="4610100"/>
          <p14:tracePt t="494428" x="4622800" y="4648200"/>
          <p14:tracePt t="494445" x="4635500" y="4660900"/>
          <p14:tracePt t="494461" x="4641850" y="4667250"/>
          <p14:tracePt t="494478" x="4648200" y="4673600"/>
          <p14:tracePt t="494494" x="4660900" y="4705350"/>
          <p14:tracePt t="494511" x="4667250" y="4718050"/>
          <p14:tracePt t="494527" x="4673600" y="4737100"/>
          <p14:tracePt t="494544" x="4692650" y="4845050"/>
          <p14:tracePt t="494561" x="4711700" y="4883150"/>
          <p14:tracePt t="494578" x="4724400" y="4959350"/>
          <p14:tracePt t="496616" x="4705350" y="5010150"/>
          <p14:tracePt t="496623" x="4648200" y="5073650"/>
          <p14:tracePt t="496640" x="4597400" y="5143500"/>
          <p14:tracePt t="496653" x="4533900" y="5238750"/>
          <p14:tracePt t="496670" x="4394200" y="5435600"/>
          <p14:tracePt t="496687" x="4267200" y="5626100"/>
          <p14:tracePt t="496703" x="4203700" y="5721350"/>
          <p14:tracePt t="496720" x="4114800" y="5905500"/>
          <p14:tracePt t="496736" x="4044950" y="6070600"/>
          <p14:tracePt t="496752" x="4025900" y="6121400"/>
          <p14:tracePt t="496771" x="4000500" y="6223000"/>
          <p14:tracePt t="496786" x="3981450" y="6292850"/>
          <p14:tracePt t="496803" x="3981450" y="6318250"/>
          <p14:tracePt t="496820" x="3981450" y="6362700"/>
          <p14:tracePt t="496836" x="3981450" y="6407150"/>
          <p14:tracePt t="496852" x="3987800" y="6432550"/>
          <p14:tracePt t="496869" x="3987800" y="6470650"/>
          <p14:tracePt t="496886" x="4000500" y="6489700"/>
          <p14:tracePt t="496902" x="4000500" y="6508750"/>
          <p14:tracePt t="496919" x="4000500" y="6521450"/>
          <p14:tracePt t="496961" x="4000500" y="6515100"/>
          <p14:tracePt t="496975" x="4000500" y="6502400"/>
          <p14:tracePt t="496989" x="4006850" y="6502400"/>
          <p14:tracePt t="497003" x="4013200" y="6489700"/>
          <p14:tracePt t="497019" x="4025900" y="6464300"/>
          <p14:tracePt t="497036" x="4038600" y="6445250"/>
          <p14:tracePt t="497052" x="4076700" y="6400800"/>
          <p14:tracePt t="497069" x="4127500" y="6350000"/>
          <p14:tracePt t="497086" x="4146550" y="6311900"/>
          <p14:tracePt t="497102" x="4210050" y="6254750"/>
          <p14:tracePt t="497118" x="4241800" y="6210300"/>
          <p14:tracePt t="497136" x="4279900" y="6172200"/>
          <p14:tracePt t="497152" x="4292600" y="6153150"/>
          <p14:tracePt t="497168" x="4305300" y="6140450"/>
          <p14:tracePt t="497185" x="4330700" y="6108700"/>
          <p14:tracePt t="497201" x="4337050" y="6096000"/>
          <p14:tracePt t="497218" x="4343400" y="6089650"/>
          <p14:tracePt t="497235" x="4356100" y="6076950"/>
          <p14:tracePt t="497251" x="4362450" y="6064250"/>
          <p14:tracePt t="497268" x="4362450" y="6057900"/>
          <p14:tracePt t="497284" x="4368800" y="6051550"/>
          <p14:tracePt t="497301" x="4368800" y="6045200"/>
          <p14:tracePt t="497361" x="4375150" y="6038850"/>
          <p14:tracePt t="497375" x="4381500" y="6038850"/>
          <p14:tracePt t="497381" x="4381500" y="6032500"/>
          <p14:tracePt t="498482" x="4286250" y="6032500"/>
          <p14:tracePt t="498496" x="4159250" y="6013450"/>
          <p14:tracePt t="498503" x="4000500" y="6013450"/>
          <p14:tracePt t="498517" x="3867150" y="6013450"/>
          <p14:tracePt t="498531" x="3397250" y="6032500"/>
          <p14:tracePt t="498547" x="3092450" y="6076950"/>
          <p14:tracePt t="498563" x="2819400" y="6121400"/>
          <p14:tracePt t="498580" x="2374900" y="6191250"/>
          <p14:tracePt t="498597" x="2038350" y="6229350"/>
          <p14:tracePt t="498613" x="1898650" y="6229350"/>
          <p14:tracePt t="498630" x="1638300" y="6242050"/>
          <p14:tracePt t="498646" x="1441450" y="6248400"/>
          <p14:tracePt t="498663" x="1352550" y="6248400"/>
          <p14:tracePt t="498679" x="1238250" y="6242050"/>
          <p14:tracePt t="498696" x="1168400" y="6229350"/>
          <p14:tracePt t="498714" x="1123950" y="6210300"/>
          <p14:tracePt t="498729" x="1117600" y="6197600"/>
          <p14:tracePt t="498746" x="1098550" y="6178550"/>
          <p14:tracePt t="498763" x="1085850" y="6159500"/>
          <p14:tracePt t="498779" x="1079500" y="6159500"/>
          <p14:tracePt t="498796" x="1073150" y="6153150"/>
          <p14:tracePt t="498812" x="1060450" y="6146800"/>
          <p14:tracePt t="498829" x="1054100" y="6140450"/>
          <p14:tracePt t="498846" x="1047750" y="6140450"/>
          <p14:tracePt t="498862" x="1041400" y="6134100"/>
          <p14:tracePt t="498879" x="1041400" y="6121400"/>
          <p14:tracePt t="498896" x="1041400" y="6108700"/>
          <p14:tracePt t="498912" x="1041400" y="6102350"/>
          <p14:tracePt t="498929" x="1060450" y="6089650"/>
          <p14:tracePt t="498946" x="1079500" y="6076950"/>
          <p14:tracePt t="498962" x="1079500" y="6070600"/>
          <p14:tracePt t="498979" x="1098550" y="6057900"/>
          <p14:tracePt t="498995" x="1117600" y="6051550"/>
          <p14:tracePt t="499012" x="1123950" y="6051550"/>
          <p14:tracePt t="499029" x="1130300" y="6045200"/>
          <p14:tracePt t="499045" x="1143000" y="6038850"/>
          <p14:tracePt t="499061" x="1149350" y="6038850"/>
          <p14:tracePt t="499079" x="1149350" y="6032500"/>
          <p14:tracePt t="499095" x="1162050" y="6032500"/>
          <p14:tracePt t="499131" x="1162050" y="6026150"/>
          <p14:tracePt t="499163" x="1168400" y="6019800"/>
          <p14:tracePt t="499199" x="1174750" y="6019800"/>
          <p14:tracePt t="499430" x="1181100" y="6019800"/>
          <p14:tracePt t="499437" x="1187450" y="6019800"/>
          <p14:tracePt t="499446" x="1193800" y="6019800"/>
          <p14:tracePt t="499460" x="1206500" y="6019800"/>
          <p14:tracePt t="499477" x="1231900" y="6019800"/>
          <p14:tracePt t="499494" x="1346200" y="6000750"/>
          <p14:tracePt t="499510" x="1574800" y="5975350"/>
          <p14:tracePt t="499527" x="1720850" y="5949950"/>
          <p14:tracePt t="499543" x="2120900" y="5867400"/>
          <p14:tracePt t="499560" x="2609850" y="5753100"/>
          <p14:tracePt t="499577" x="2889250" y="5689600"/>
          <p14:tracePt t="499593" x="3429000" y="5537200"/>
          <p14:tracePt t="499610" x="3949700" y="5384800"/>
          <p14:tracePt t="499627" x="4457700" y="5181600"/>
          <p14:tracePt t="499643" x="4679950" y="5080000"/>
          <p14:tracePt t="499659" x="4806950" y="5010150"/>
          <p14:tracePt t="505597" x="4800600" y="5010150"/>
          <p14:tracePt t="505604" x="4781550" y="5010150"/>
          <p14:tracePt t="505612" x="4768850" y="5016500"/>
          <p14:tracePt t="505622" x="4749800" y="5022850"/>
          <p14:tracePt t="505639" x="4565650" y="5060950"/>
          <p14:tracePt t="505655" x="4381500" y="5099050"/>
          <p14:tracePt t="505672" x="4178300" y="5143500"/>
          <p14:tracePt t="505689" x="3816350" y="5213350"/>
          <p14:tracePt t="505706" x="3613150" y="5245100"/>
          <p14:tracePt t="505722" x="3429000" y="5264150"/>
          <p14:tracePt t="505725" x="3352800" y="5289550"/>
          <p14:tracePt t="505738" x="3187700" y="5308600"/>
          <p14:tracePt t="505756" x="3041650" y="5327650"/>
          <p14:tracePt t="505772" x="2901950" y="5334000"/>
          <p14:tracePt t="505788" x="2787650" y="5353050"/>
          <p14:tracePt t="505805" x="2730500" y="5365750"/>
          <p14:tracePt t="505822" x="2686050" y="5372100"/>
          <p14:tracePt t="505838" x="2673350" y="5372100"/>
          <p14:tracePt t="505856" x="2660650" y="5378450"/>
          <p14:tracePt t="505872" x="2647950" y="5378450"/>
          <p14:tracePt t="505888" x="2641600" y="5378450"/>
          <p14:tracePt t="505905" x="2628900" y="5384800"/>
          <p14:tracePt t="505921" x="2603500" y="5384800"/>
          <p14:tracePt t="505938" x="2578100" y="5378450"/>
          <p14:tracePt t="505955" x="2565400" y="5372100"/>
          <p14:tracePt t="505971" x="2540000" y="5365750"/>
          <p14:tracePt t="505987" x="2533650" y="5359400"/>
          <p14:tracePt t="506005" x="2527300" y="5340350"/>
          <p14:tracePt t="506020" x="2520950" y="5314950"/>
          <p14:tracePt t="506037" x="2520950" y="5295900"/>
          <p14:tracePt t="506054" x="2514600" y="5257800"/>
          <p14:tracePt t="506071" x="2514600" y="5226050"/>
          <p14:tracePt t="506087" x="2514600" y="5200650"/>
          <p14:tracePt t="506104" x="2508250" y="5149850"/>
          <p14:tracePt t="506120" x="2501900" y="5124450"/>
          <p14:tracePt t="506138" x="2501900" y="5080000"/>
          <p14:tracePt t="506155" x="2501900" y="5041900"/>
          <p14:tracePt t="506170" x="2495550" y="5010150"/>
          <p14:tracePt t="506188" x="2476500" y="4959350"/>
          <p14:tracePt t="506204" x="2470150" y="4927600"/>
          <p14:tracePt t="506220" x="2470150" y="4908550"/>
          <p14:tracePt t="506224" x="2470150" y="4902200"/>
          <p14:tracePt t="506237" x="2470150" y="4889500"/>
          <p14:tracePt t="506838" x="2495550" y="4883150"/>
          <p14:tracePt t="506845" x="2520950" y="4876800"/>
          <p14:tracePt t="506854" x="2540000" y="4864100"/>
          <p14:tracePt t="506868" x="2603500" y="4832350"/>
          <p14:tracePt t="506885" x="2673350" y="4800600"/>
          <p14:tracePt t="506902" x="2825750" y="4743450"/>
          <p14:tracePt t="506918" x="2940050" y="4711700"/>
          <p14:tracePt t="506934" x="3035300" y="4673600"/>
          <p14:tracePt t="506951" x="3181350" y="4610100"/>
          <p14:tracePt t="506967" x="3289300" y="4565650"/>
          <p14:tracePt t="506984" x="3390900" y="4508500"/>
          <p14:tracePt t="507001" x="3562350" y="4419600"/>
          <p14:tracePt t="507017" x="3638550" y="4362450"/>
          <p14:tracePt t="507034" x="3708400" y="4286250"/>
          <p14:tracePt t="507051" x="3803650" y="4216400"/>
          <p14:tracePt t="507067" x="3873500" y="4178300"/>
          <p14:tracePt t="507084" x="3911600" y="4152900"/>
          <p14:tracePt t="507101" x="4013200" y="4089400"/>
          <p14:tracePt t="507117" x="4089400" y="4038600"/>
          <p14:tracePt t="507134" x="4159250" y="3994150"/>
          <p14:tracePt t="507150" x="4191000" y="3949700"/>
          <p14:tracePt t="507167" x="4222750" y="3917950"/>
          <p14:tracePt t="507184" x="4260850" y="3848100"/>
          <p14:tracePt t="507201" x="4279900" y="3803650"/>
          <p14:tracePt t="507218" x="4311650" y="3740150"/>
          <p14:tracePt t="507233" x="4330700" y="3708400"/>
          <p14:tracePt t="507250" x="4349750" y="3676650"/>
          <p14:tracePt t="507267" x="4362450" y="3651250"/>
          <p14:tracePt t="507283" x="4362450" y="3632200"/>
          <p14:tracePt t="507300" x="4362450" y="3613150"/>
          <p14:tracePt t="507317" x="4362450" y="3587750"/>
          <p14:tracePt t="507333" x="4362450" y="3568700"/>
          <p14:tracePt t="507350" x="4362450" y="3556000"/>
          <p14:tracePt t="507366" x="4362450" y="3524250"/>
          <p14:tracePt t="507383" x="4356100" y="3498850"/>
          <p14:tracePt t="507401" x="4349750" y="3454400"/>
          <p14:tracePt t="507417" x="4349750" y="3416300"/>
          <p14:tracePt t="507433" x="4349750" y="3365500"/>
          <p14:tracePt t="507450" x="4337050" y="3302000"/>
          <p14:tracePt t="507466" x="4330700" y="3263900"/>
          <p14:tracePt t="507482" x="4330700" y="3232150"/>
          <p14:tracePt t="507500" x="4330700" y="3175000"/>
          <p14:tracePt t="507516" x="4330700" y="3136900"/>
          <p14:tracePt t="507533" x="4343400" y="3098800"/>
          <p14:tracePt t="507549" x="4343400" y="3041650"/>
          <p14:tracePt t="507566" x="4349750" y="3009900"/>
          <p14:tracePt t="507583" x="4349750" y="2965450"/>
          <p14:tracePt t="507599" x="4349750" y="2914650"/>
          <p14:tracePt t="507616" x="4349750" y="2882900"/>
          <p14:tracePt t="507633" x="4349750" y="2832100"/>
          <p14:tracePt t="507648" x="4349750" y="2800350"/>
          <p14:tracePt t="507665" x="4349750" y="2787650"/>
          <p14:tracePt t="507682" x="4343400" y="2762250"/>
          <p14:tracePt t="507698" x="4343400" y="2755900"/>
          <p14:tracePt t="507715" x="4337050" y="2736850"/>
          <p14:tracePt t="507732" x="4337050" y="2717800"/>
          <p14:tracePt t="507748" x="4337050" y="2711450"/>
          <p14:tracePt t="507765" x="4337050" y="2692400"/>
          <p14:tracePt t="507781" x="4330700" y="2673350"/>
          <p14:tracePt t="507798" x="4330700" y="2660650"/>
          <p14:tracePt t="507815" x="4330700" y="2635250"/>
          <p14:tracePt t="507832" x="4324350" y="2597150"/>
          <p14:tracePt t="507848" x="4324350" y="2571750"/>
          <p14:tracePt t="507865" x="4324350" y="2527300"/>
          <p14:tracePt t="507881" x="4324350" y="2463800"/>
          <p14:tracePt t="507898" x="4324350" y="2444750"/>
          <p14:tracePt t="507914" x="4318000" y="2406650"/>
          <p14:tracePt t="507931" x="4318000" y="2381250"/>
          <p14:tracePt t="507948" x="4311650" y="2368550"/>
          <p14:tracePt t="507964" x="4305300" y="2349500"/>
          <p14:tracePt t="507981" x="4305300" y="2343150"/>
          <p14:tracePt t="507998" x="4298950" y="2324100"/>
          <p14:tracePt t="508031" x="4298950" y="2317750"/>
          <p14:tracePt t="508047" x="4298950" y="2311400"/>
          <p14:tracePt t="508711" x="4311650" y="2311400"/>
          <p14:tracePt t="508725" x="4330700" y="2324100"/>
          <p14:tracePt t="508732" x="4362450" y="2330450"/>
          <p14:tracePt t="508748" x="4381500" y="2336800"/>
          <p14:tracePt t="508761" x="4406900" y="2349500"/>
          <p14:tracePt t="508778" x="4470400" y="2362200"/>
          <p14:tracePt t="508795" x="4540250" y="2387600"/>
          <p14:tracePt t="508811" x="4565650" y="2400300"/>
          <p14:tracePt t="508828" x="4629150" y="2413000"/>
          <p14:tracePt t="508845" x="4692650" y="2438400"/>
          <p14:tracePt t="508861" x="4724400" y="2451100"/>
          <p14:tracePt t="508878" x="4775200" y="2476500"/>
          <p14:tracePt t="508894" x="4819650" y="2489200"/>
          <p14:tracePt t="508911" x="4838700" y="2501900"/>
          <p14:tracePt t="508928" x="4864100" y="2514600"/>
          <p14:tracePt t="508944" x="4883150" y="2520950"/>
          <p14:tracePt t="508961" x="4895850" y="2520950"/>
          <p14:tracePt t="508978" x="4908550" y="2527300"/>
          <p14:tracePt t="508994" x="4921250" y="2533650"/>
          <p14:tracePt t="509010" x="4927600" y="2540000"/>
          <p14:tracePt t="509027" x="4959350" y="2552700"/>
          <p14:tracePt t="509044" x="4997450" y="2565400"/>
          <p14:tracePt t="509990" x="5016500" y="2590800"/>
          <p14:tracePt t="509997" x="5054600" y="2635250"/>
          <p14:tracePt t="510011" x="5086350" y="2667000"/>
          <p14:tracePt t="510023" x="5124450" y="2705100"/>
          <p14:tracePt t="510040" x="5194300" y="2781300"/>
          <p14:tracePt t="510057" x="5226050" y="2819400"/>
          <p14:tracePt t="510074" x="5295900" y="2876550"/>
          <p14:tracePt t="510090" x="5340350" y="2933700"/>
          <p14:tracePt t="510107" x="5365750" y="2952750"/>
          <p14:tracePt t="510124" x="5410200" y="2990850"/>
          <p14:tracePt t="510140" x="5441950" y="3022600"/>
          <p14:tracePt t="510158" x="5467350" y="3041650"/>
          <p14:tracePt t="510173" x="5499100" y="3067050"/>
          <p14:tracePt t="510190" x="5524500" y="3086100"/>
          <p14:tracePt t="510207" x="5549900" y="3092450"/>
          <p14:tracePt t="510223" x="5556250" y="3098800"/>
          <p14:tracePt t="510240" x="5562600" y="3105150"/>
          <p14:tracePt t="510258" x="5588000" y="3130550"/>
          <p14:tracePt t="510273" x="5588000" y="3149600"/>
          <p14:tracePt t="510277" x="5594350" y="3168650"/>
          <p14:tracePt t="510290" x="5600700" y="3187700"/>
          <p14:tracePt t="510306" x="5613400" y="3206750"/>
          <p14:tracePt t="512028" x="5562600" y="3206750"/>
          <p14:tracePt t="512042" x="5505450" y="3206750"/>
          <p14:tracePt t="512049" x="5454650" y="3213100"/>
          <p14:tracePt t="512056" x="5403850" y="3219450"/>
          <p14:tracePt t="512070" x="5334000" y="3232150"/>
          <p14:tracePt t="512083" x="5283200" y="3251200"/>
          <p14:tracePt t="512099" x="5124450" y="3308350"/>
          <p14:tracePt t="512117" x="5016500" y="3352800"/>
          <p14:tracePt t="512133" x="4845050" y="3409950"/>
          <p14:tracePt t="512150" x="4648200" y="3492500"/>
          <p14:tracePt t="512167" x="4540250" y="3536950"/>
          <p14:tracePt t="512183" x="4356100" y="3638550"/>
          <p14:tracePt t="512199" x="4203700" y="3733800"/>
          <p14:tracePt t="512216" x="4146550" y="3759200"/>
          <p14:tracePt t="512233" x="4089400" y="3797300"/>
          <p14:tracePt t="512249" x="4057650" y="3835400"/>
          <p14:tracePt t="512267" x="4025900" y="3867150"/>
          <p14:tracePt t="512282" x="4013200" y="3886200"/>
          <p14:tracePt t="512299" x="4000500" y="3905250"/>
          <p14:tracePt t="512303" x="3987800" y="3937000"/>
          <p14:tracePt t="512317" x="3962400" y="3981450"/>
          <p14:tracePt t="512332" x="3911600" y="4089400"/>
          <p14:tracePt t="512349" x="3905250" y="4133850"/>
          <p14:tracePt t="512366" x="3898900" y="4254500"/>
          <p14:tracePt t="512382" x="3898900" y="4305300"/>
          <p14:tracePt t="512399" x="3898900" y="4356100"/>
          <p14:tracePt t="512416" x="3898900" y="4470400"/>
          <p14:tracePt t="512432" x="3917950" y="4578350"/>
          <p14:tracePt t="512450" x="3943350" y="4641850"/>
          <p14:tracePt t="512465" x="3949700" y="4667250"/>
          <p14:tracePt t="512482" x="3956050" y="4673600"/>
          <p14:tracePt t="512499" x="3962400" y="4673600"/>
          <p14:tracePt t="512515" x="3962400" y="4667250"/>
          <p14:tracePt t="512532" x="3975100" y="4635500"/>
          <p14:tracePt t="512549" x="3987800" y="4565650"/>
          <p14:tracePt t="512565" x="4032250" y="4445000"/>
          <p14:tracePt t="512582" x="4089400" y="4292600"/>
          <p14:tracePt t="512598" x="4413250" y="3257550"/>
          <p14:tracePt t="512614" x="4540250" y="2813050"/>
          <p14:tracePt t="512633" x="4794250" y="1987550"/>
          <p14:tracePt t="512648" x="5003800" y="1193800"/>
          <p14:tracePt t="512664" x="5092700" y="831850"/>
          <p14:tracePt t="512682" x="5238750" y="171450"/>
          <p14:tracePt t="512698" x="5302250" y="0"/>
          <p14:tracePt t="512715" x="5327650" y="0"/>
          <p14:tracePt t="512731" x="5372100" y="0"/>
          <p14:tracePt t="512748" x="5378450" y="0"/>
          <p14:tracePt t="512808" x="5378450" y="12700"/>
          <p14:tracePt t="512822" x="5384800" y="25400"/>
          <p14:tracePt t="512829" x="5384800" y="38100"/>
          <p14:tracePt t="512843" x="5391150" y="50800"/>
          <p14:tracePt t="512850" x="5391150" y="69850"/>
          <p14:tracePt t="512867" x="5391150" y="82550"/>
          <p14:tracePt t="512880" x="5416550" y="127000"/>
          <p14:tracePt t="512897" x="5435600" y="146050"/>
          <p14:tracePt t="512914" x="5505450" y="209550"/>
          <p14:tracePt t="512930" x="5600700" y="292100"/>
          <p14:tracePt t="512947" x="5670550" y="349250"/>
          <p14:tracePt t="512964" x="5829300" y="520700"/>
          <p14:tracePt t="512980" x="5905500" y="641350"/>
          <p14:tracePt t="512998" x="6223000" y="1377950"/>
          <p14:tracePt t="513013" x="6324600" y="1689100"/>
          <p14:tracePt t="513030" x="6388100" y="1993900"/>
          <p14:tracePt t="513047" x="6521450" y="2508250"/>
          <p14:tracePt t="513063" x="6559550" y="2806700"/>
          <p14:tracePt t="513080" x="6559550" y="2921000"/>
          <p14:tracePt t="513097" x="6546850" y="3124200"/>
          <p14:tracePt t="513113" x="6527800" y="3308350"/>
          <p14:tracePt t="513130" x="6496050" y="3397250"/>
          <p14:tracePt t="513146" x="6432550" y="3568700"/>
          <p14:tracePt t="513163" x="6407150" y="3702050"/>
          <p14:tracePt t="513180" x="6375400" y="3797300"/>
          <p14:tracePt t="513196" x="6362700" y="3841750"/>
          <p14:tracePt t="513213" x="6343650" y="3917950"/>
          <p14:tracePt t="513230" x="6343650" y="3924300"/>
          <p14:tracePt t="514011" x="6299200" y="3924300"/>
          <p14:tracePt t="514025" x="6229350" y="3924300"/>
          <p14:tracePt t="514032" x="6178550" y="3937000"/>
          <p14:tracePt t="514047" x="6127750" y="3943350"/>
          <p14:tracePt t="514060" x="6070600" y="3956050"/>
          <p14:tracePt t="514076" x="5956300" y="3962400"/>
          <p14:tracePt t="514094" x="5892800" y="3962400"/>
          <p14:tracePt t="514111" x="5734050" y="3981450"/>
          <p14:tracePt t="514127" x="5581650" y="4000500"/>
          <p14:tracePt t="514143" x="5511800" y="4013200"/>
          <p14:tracePt t="514159" x="5403850" y="4038600"/>
          <p14:tracePt t="514176" x="5308600" y="4076700"/>
          <p14:tracePt t="514193" x="5276850" y="4083050"/>
          <p14:tracePt t="514210" x="5219700" y="4095750"/>
          <p14:tracePt t="514227" x="5149850" y="4114800"/>
          <p14:tracePt t="514244" x="5080000" y="4121150"/>
          <p14:tracePt t="514259" x="5041900" y="4114800"/>
          <p14:tracePt t="514276" x="5016500" y="4114800"/>
          <p14:tracePt t="514294" x="4965700" y="4102100"/>
          <p14:tracePt t="514310" x="4953000" y="4095750"/>
          <p14:tracePt t="514313" x="4940300" y="4089400"/>
          <p14:tracePt t="514329" x="4933950" y="4083050"/>
          <p14:tracePt t="514343" x="4927600" y="4083050"/>
          <p14:tracePt t="514359" x="4921250" y="4076700"/>
          <p14:tracePt t="514376" x="4914900" y="4070350"/>
          <p14:tracePt t="514391" x="4908550" y="4057650"/>
          <p14:tracePt t="514408" x="4908550" y="4044950"/>
          <p14:tracePt t="514426" x="4902200" y="4044950"/>
          <p14:tracePt t="514442" x="4902200" y="4038600"/>
          <p14:tracePt t="514458" x="4895850" y="4032250"/>
          <p14:tracePt t="514475" x="4895850" y="4025900"/>
          <p14:tracePt t="514491" x="4895850" y="4013200"/>
          <p14:tracePt t="514508" x="4895850" y="4006850"/>
          <p14:tracePt t="514525" x="4889500" y="4000500"/>
          <p14:tracePt t="514561" x="4889500" y="3994150"/>
          <p14:tracePt t="514576" x="4889500" y="3975100"/>
          <p14:tracePt t="514592" x="4889500" y="3962400"/>
          <p14:tracePt t="514610" x="4883150" y="3924300"/>
          <p14:tracePt t="514625" x="4883150" y="3892550"/>
          <p14:tracePt t="514642" x="4883150" y="3835400"/>
          <p14:tracePt t="514659" x="4876800" y="3746500"/>
          <p14:tracePt t="514674" x="4864100" y="3708400"/>
          <p14:tracePt t="514691" x="4851400" y="3638550"/>
          <p14:tracePt t="514707" x="4826000" y="3562350"/>
          <p14:tracePt t="514724" x="4806950" y="3524250"/>
          <p14:tracePt t="514741" x="4775200" y="3460750"/>
          <p14:tracePt t="514758" x="4737100" y="3390900"/>
          <p14:tracePt t="514775" x="4724400" y="3371850"/>
          <p14:tracePt t="514791" x="4686300" y="3321050"/>
          <p14:tracePt t="514807" x="4654550" y="3270250"/>
          <p14:tracePt t="514824" x="4648200" y="3238500"/>
          <p14:tracePt t="514827" x="4635500" y="3219450"/>
          <p14:tracePt t="514843" x="4616450" y="3187700"/>
          <p14:tracePt t="514857" x="4597400" y="3136900"/>
          <p14:tracePt t="514873" x="4578350" y="3111500"/>
          <p14:tracePt t="514890" x="4565650" y="3079750"/>
          <p14:tracePt t="514907" x="4565650" y="3073400"/>
          <p14:tracePt t="514923" x="4559300" y="3048000"/>
          <p14:tracePt t="514940" x="4552950" y="3028950"/>
          <p14:tracePt t="514957" x="4546600" y="3028950"/>
          <p14:tracePt t="514974" x="4546600" y="3022600"/>
          <p14:tracePt t="514990" x="4546600" y="3016250"/>
          <p14:tracePt t="515007" x="4546600" y="3003550"/>
          <p14:tracePt t="516123" x="4508500" y="3003550"/>
          <p14:tracePt t="516130" x="4470400" y="3003550"/>
          <p14:tracePt t="516144" x="4413250" y="3003550"/>
          <p14:tracePt t="516152" x="4349750" y="3009900"/>
          <p14:tracePt t="516169" x="4298950" y="3016250"/>
          <p14:tracePt t="516186" x="4178300" y="3035300"/>
          <p14:tracePt t="516202" x="4044950" y="3048000"/>
          <p14:tracePt t="516219" x="3981450" y="3048000"/>
          <p14:tracePt t="516236" x="3829050" y="3028950"/>
          <p14:tracePt t="516252" x="3759200" y="3022600"/>
          <p14:tracePt t="516269" x="3651250" y="3003550"/>
          <p14:tracePt t="516285" x="3568700" y="2959100"/>
          <p14:tracePt t="516302" x="3524250" y="2940050"/>
          <p14:tracePt t="516319" x="3479800" y="2914650"/>
          <p14:tracePt t="516335" x="3448050" y="2882900"/>
          <p14:tracePt t="516352" x="3429000" y="2870200"/>
          <p14:tracePt t="516369" x="3416300" y="2838450"/>
          <p14:tracePt t="516385" x="3409950" y="2806700"/>
          <p14:tracePt t="516402" x="3403600" y="2800350"/>
          <p14:tracePt t="516418" x="3403600" y="2787650"/>
          <p14:tracePt t="516435" x="3403600" y="2774950"/>
          <p14:tracePt t="516468" x="3397250" y="2774950"/>
          <p14:tracePt t="516485" x="3390900" y="2762250"/>
          <p14:tracePt t="516518" x="3384550" y="2755900"/>
          <p14:tracePt t="516535" x="3378200" y="2749550"/>
          <p14:tracePt t="516554" x="3378200" y="2743200"/>
          <p14:tracePt t="516587" x="3378200" y="2736850"/>
          <p14:tracePt t="516615" x="3378200" y="2730500"/>
          <p14:tracePt t="516622" x="3378200" y="2724150"/>
          <p14:tracePt t="516643" x="3384550" y="2717800"/>
          <p14:tracePt t="516657" x="3384550" y="2711450"/>
          <p14:tracePt t="516668" x="3390900" y="2711450"/>
          <p14:tracePt t="516686" x="3397250" y="2698750"/>
          <p14:tracePt t="516718" x="3416300" y="2679700"/>
          <p14:tracePt t="516735" x="3448050" y="2641600"/>
          <p14:tracePt t="516750" x="3467100" y="2622550"/>
          <p14:tracePt t="516768" x="3524250" y="2571750"/>
          <p14:tracePt t="516784" x="3587750" y="2508250"/>
          <p14:tracePt t="516800" x="3613150" y="2489200"/>
          <p14:tracePt t="516817" x="3644900" y="2470150"/>
          <p14:tracePt t="516833" x="3727450" y="2406650"/>
          <p14:tracePt t="516850" x="3752850" y="2393950"/>
          <p14:tracePt t="516853" x="3784600" y="2368550"/>
          <p14:tracePt t="516870" x="3797300" y="2362200"/>
          <p14:tracePt t="516883" x="3810000" y="2349500"/>
          <p14:tracePt t="516900" x="3829050" y="2336800"/>
          <p14:tracePt t="516917" x="3841750" y="2330450"/>
          <p14:tracePt t="517079" x="3841750" y="2336800"/>
          <p14:tracePt t="517093" x="3841750" y="2343150"/>
          <p14:tracePt t="517448" x="3860800" y="2349500"/>
          <p14:tracePt t="517455" x="3886200" y="2355850"/>
          <p14:tracePt t="517469" x="3905250" y="2368550"/>
          <p14:tracePt t="517481" x="3937000" y="2381250"/>
          <p14:tracePt t="517498" x="3987800" y="2387600"/>
          <p14:tracePt t="517515" x="4013200" y="2400300"/>
          <p14:tracePt t="517531" x="4070350" y="2406650"/>
          <p14:tracePt t="517547" x="4114800" y="2413000"/>
          <p14:tracePt t="517564" x="4133850" y="2413000"/>
          <p14:tracePt t="517581" x="4159250" y="2413000"/>
          <p14:tracePt t="517597" x="4178300" y="2413000"/>
          <p14:tracePt t="517631" x="4191000" y="2413000"/>
          <p14:tracePt t="517664" x="4197350" y="2413000"/>
          <p14:tracePt t="517687" x="4203700" y="2406650"/>
          <p14:tracePt t="517736" x="4203700" y="2400300"/>
          <p14:tracePt t="517771" x="4210050" y="2393950"/>
          <p14:tracePt t="517828" x="4210050" y="2381250"/>
          <p14:tracePt t="517849" x="4216400" y="2374900"/>
          <p14:tracePt t="517870" x="4216400" y="2368550"/>
          <p14:tracePt t="517898" x="4222750" y="2362200"/>
          <p14:tracePt t="517919" x="4229100" y="2362200"/>
          <p14:tracePt t="517933" x="4235450" y="2362200"/>
          <p14:tracePt t="517940" x="4241800" y="2355850"/>
          <p14:tracePt t="517949" x="4260850" y="2349500"/>
          <p14:tracePt t="517963" x="4279900" y="2336800"/>
          <p14:tracePt t="517980" x="4311650" y="2330450"/>
          <p14:tracePt t="517996" x="4419600" y="2292350"/>
          <p14:tracePt t="518013" x="4603750" y="2254250"/>
          <p14:tracePt t="518029" x="4705350" y="2222500"/>
          <p14:tracePt t="518046" x="4965700" y="2171700"/>
          <p14:tracePt t="518063" x="5257800" y="2114550"/>
          <p14:tracePt t="518079" x="5410200" y="2076450"/>
          <p14:tracePt t="518096" x="5638800" y="2012950"/>
          <p14:tracePt t="518112" x="5822950" y="1962150"/>
          <p14:tracePt t="518130" x="5969000" y="1911350"/>
          <p14:tracePt t="518146" x="6013450" y="1898650"/>
          <p14:tracePt t="518162" x="6076950" y="1866900"/>
          <p14:tracePt t="518179" x="6102350" y="1847850"/>
          <p14:tracePt t="518195" x="6108700" y="1841500"/>
          <p14:tracePt t="518229" x="6115050" y="1828800"/>
          <p14:tracePt t="518285" x="6121400" y="1828800"/>
          <p14:tracePt t="518334" x="6127750" y="1828800"/>
          <p14:tracePt t="518355" x="6134100" y="1828800"/>
          <p14:tracePt t="518369" x="6140450" y="1828800"/>
          <p14:tracePt t="518383" x="6146800" y="1828800"/>
          <p14:tracePt t="518390" x="6159500" y="1822450"/>
          <p14:tracePt t="518404" x="6172200" y="1822450"/>
          <p14:tracePt t="518413" x="6203950" y="1809750"/>
          <p14:tracePt t="518428" x="6229350" y="1803400"/>
          <p14:tracePt t="518445" x="6369050" y="1752600"/>
          <p14:tracePt t="518461" x="6553200" y="1682750"/>
          <p14:tracePt t="518478" x="6654800" y="1638300"/>
          <p14:tracePt t="518495" x="6877050" y="1562100"/>
          <p14:tracePt t="518511" x="7061200" y="1504950"/>
          <p14:tracePt t="518528" x="7143750" y="1485900"/>
          <p14:tracePt t="518545" x="7264400" y="1447800"/>
          <p14:tracePt t="518561" x="7346950" y="1409700"/>
          <p14:tracePt t="518578" x="7372350" y="1403350"/>
          <p14:tracePt t="518594" x="7397750" y="1397000"/>
          <p14:tracePt t="518611" x="7397750" y="1390650"/>
          <p14:tracePt t="518628" x="7404100" y="1390650"/>
          <p14:tracePt t="518644" x="7410450" y="1390650"/>
          <p14:tracePt t="518664" x="7416800" y="1384300"/>
          <p14:tracePt t="518692" x="7416800" y="1377950"/>
          <p14:tracePt t="518714" x="7416800" y="1371600"/>
          <p14:tracePt t="518720" x="7416800" y="1365250"/>
          <p14:tracePt t="518741" x="7410450" y="1358900"/>
          <p14:tracePt t="518763" x="7404100" y="1352550"/>
          <p14:tracePt t="518770" x="7397750" y="1352550"/>
          <p14:tracePt t="518783" x="7391400" y="1352550"/>
          <p14:tracePt t="518793" x="7385050" y="1346200"/>
          <p14:tracePt t="518810" x="7372350" y="1339850"/>
          <p14:tracePt t="518827" x="7334250" y="1333500"/>
          <p14:tracePt t="518843" x="7302500" y="1327150"/>
          <p14:tracePt t="518861" x="7143750" y="1308100"/>
          <p14:tracePt t="518876" x="7067550" y="1295400"/>
          <p14:tracePt t="518893" x="6997700" y="1289050"/>
          <p14:tracePt t="518910" x="6858000" y="1257300"/>
          <p14:tracePt t="518926" x="6750050" y="1238250"/>
          <p14:tracePt t="518943" x="6718300" y="1231900"/>
          <p14:tracePt t="518960" x="6686550" y="1219200"/>
          <p14:tracePt t="518976" x="6673850" y="1212850"/>
          <p14:tracePt t="519009" x="6673850" y="1206500"/>
          <p14:tracePt t="519025" x="6692900" y="1200150"/>
          <p14:tracePt t="519043" x="6705600" y="1200150"/>
          <p14:tracePt t="519059" x="6731000" y="1200150"/>
          <p14:tracePt t="519076" x="6756400" y="1193800"/>
          <p14:tracePt t="519093" x="6781800" y="1193800"/>
          <p14:tracePt t="519109" x="6800850" y="1193800"/>
          <p14:tracePt t="519126" x="6851650" y="1193800"/>
          <p14:tracePt t="519142" x="6934200" y="1181100"/>
          <p14:tracePt t="519159" x="6985000" y="1168400"/>
          <p14:tracePt t="519176" x="7048500" y="1162050"/>
          <p14:tracePt t="519192" x="7270750" y="1149350"/>
          <p14:tracePt t="519208" x="7346950" y="1149350"/>
          <p14:tracePt t="519226" x="7423150" y="1149350"/>
          <p14:tracePt t="519242" x="7575550" y="1155700"/>
          <p14:tracePt t="519259" x="7702550" y="1162050"/>
          <p14:tracePt t="519276" x="7797800" y="1162050"/>
          <p14:tracePt t="519292" x="7823200" y="1162050"/>
          <p14:tracePt t="519308" x="7842250" y="1168400"/>
          <p14:tracePt t="519325" x="7854950" y="1168400"/>
          <p14:tracePt t="519508" x="7848600" y="1168400"/>
          <p14:tracePt t="519585" x="7842250" y="1168400"/>
          <p14:tracePt t="519676" x="7835900" y="1168400"/>
          <p14:tracePt t="519718" x="7829550" y="1168400"/>
          <p14:tracePt t="519746" x="7823200" y="1168400"/>
          <p14:tracePt t="519767" x="7816850" y="1168400"/>
          <p14:tracePt t="519775" x="7810500" y="1168400"/>
          <p14:tracePt t="519788" x="7804150" y="1168400"/>
          <p14:tracePt t="519816" x="7797800" y="1168400"/>
          <p14:tracePt t="519838" x="7791450" y="1168400"/>
          <p14:tracePt t="519845" x="7785100" y="1168400"/>
          <p14:tracePt t="519860" x="7778750" y="1168400"/>
          <p14:tracePt t="519873" x="7766050" y="1168400"/>
          <p14:tracePt t="519890" x="7721600" y="1168400"/>
          <p14:tracePt t="519906" x="7670800" y="1168400"/>
          <p14:tracePt t="519923" x="7505700" y="1187450"/>
          <p14:tracePt t="519939" x="7245350" y="1225550"/>
          <p14:tracePt t="519958" x="7048500" y="1250950"/>
          <p14:tracePt t="519973" x="6521450" y="1358900"/>
          <p14:tracePt t="519989" x="5803900" y="1530350"/>
          <p14:tracePt t="520006" x="5080000" y="1733550"/>
          <p14:tracePt t="520022" x="4794250" y="1835150"/>
          <p14:tracePt t="520039" x="4559300" y="1905000"/>
          <p14:tracePt t="520056" x="4133850" y="2076450"/>
          <p14:tracePt t="520073" x="4064000" y="2108200"/>
          <p14:tracePt t="520089" x="4006850" y="2127250"/>
          <p14:tracePt t="520106" x="3968750" y="2146300"/>
          <p14:tracePt t="520122" x="3949700" y="2152650"/>
          <p14:tracePt t="520140" x="3949700" y="2159000"/>
          <p14:tracePt t="520155" x="3937000" y="2165350"/>
          <p14:tracePt t="520192" x="3937000" y="2171700"/>
          <p14:tracePt t="520217" x="3937000" y="2178050"/>
          <p14:tracePt t="520240" x="3937000" y="2190750"/>
          <p14:tracePt t="520260" x="3937000" y="2197100"/>
          <p14:tracePt t="520288" x="3937000" y="2203450"/>
          <p14:tracePt t="520309" x="3937000" y="2209800"/>
          <p14:tracePt t="520337" x="3937000" y="2216150"/>
          <p14:tracePt t="520358" x="3943350" y="2216150"/>
          <p14:tracePt t="520407" x="3949700" y="2216150"/>
          <p14:tracePt t="520428" x="3962400" y="2216150"/>
          <p14:tracePt t="520463" x="3968750" y="2216150"/>
          <p14:tracePt t="520470" x="3968750" y="2209800"/>
          <p14:tracePt t="520499" x="3981450" y="2209800"/>
          <p14:tracePt t="520520" x="3987800" y="2209800"/>
          <p14:tracePt t="520541" x="3994150" y="2209800"/>
          <p14:tracePt t="520548" x="4000500" y="2209800"/>
          <p14:tracePt t="520569" x="4006850" y="2209800"/>
          <p14:tracePt t="520611" x="4013200" y="2209800"/>
          <p14:tracePt t="520639" x="4019550" y="2209800"/>
          <p14:tracePt t="520674" x="4025900" y="2209800"/>
          <p14:tracePt t="520688" x="4032250" y="2203450"/>
          <p14:tracePt t="521163" x="4019550" y="2203450"/>
          <p14:tracePt t="521177" x="3987800" y="2209800"/>
          <p14:tracePt t="521184" x="3949700" y="2216150"/>
          <p14:tracePt t="521199" x="3892550" y="2235200"/>
          <p14:tracePt t="521205" x="3841750" y="2254250"/>
          <p14:tracePt t="521221" x="3771900" y="2266950"/>
          <p14:tracePt t="521235" x="3606800" y="2292350"/>
          <p14:tracePt t="521251" x="3511550" y="2324100"/>
          <p14:tracePt t="521269" x="3352800" y="2362200"/>
          <p14:tracePt t="521285" x="3219450" y="2400300"/>
          <p14:tracePt t="521301" x="3168650" y="2413000"/>
          <p14:tracePt t="521318" x="3105150" y="2444750"/>
          <p14:tracePt t="521335" x="3060700" y="2463800"/>
          <p14:tracePt t="521351" x="3054350" y="2476500"/>
          <p14:tracePt t="521368" x="3035300" y="2489200"/>
          <p14:tracePt t="521384" x="3028950" y="2495550"/>
          <p14:tracePt t="521402" x="3022600" y="2501900"/>
          <p14:tracePt t="521543" x="3022600" y="2508250"/>
          <p14:tracePt t="521564" x="3028950" y="2514600"/>
          <p14:tracePt t="521585" x="3028950" y="2520950"/>
          <p14:tracePt t="521592" x="3028950" y="2527300"/>
          <p14:tracePt t="521606" x="3028950" y="2533650"/>
          <p14:tracePt t="521635" x="3028950" y="2540000"/>
          <p14:tracePt t="521683" x="3028950" y="2546350"/>
          <p14:tracePt t="521704" x="3028950" y="2552700"/>
          <p14:tracePt t="521725" x="3028950" y="2559050"/>
          <p14:tracePt t="521775" x="3028950" y="2565400"/>
          <p14:tracePt t="521803" x="3028950" y="2571750"/>
          <p14:tracePt t="521824" x="3028950" y="2578100"/>
          <p14:tracePt t="521866" x="3022600" y="2584450"/>
          <p14:tracePt t="521873" x="3022600" y="2590800"/>
          <p14:tracePt t="521915" x="3016250" y="2590800"/>
          <p14:tracePt t="521936" x="3016250" y="2597150"/>
          <p14:tracePt t="521985" x="3009900" y="2603500"/>
          <p14:tracePt t="522070" x="3009900" y="2609850"/>
          <p14:tracePt t="522105" x="3003550" y="2609850"/>
          <p14:tracePt t="522126" x="2997200" y="2616200"/>
          <p14:tracePt t="522140" x="2990850" y="2616200"/>
          <p14:tracePt t="522154" x="2984500" y="2616200"/>
          <p14:tracePt t="522175" x="2971800" y="2622550"/>
          <p14:tracePt t="522189" x="2952750" y="2622550"/>
          <p14:tracePt t="522196" x="2927350" y="2628900"/>
          <p14:tracePt t="522210" x="2901950" y="2641600"/>
          <p14:tracePt t="522218" x="2857500" y="2647950"/>
          <p14:tracePt t="522232" x="2819400" y="2654300"/>
          <p14:tracePt t="522248" x="2686050" y="2667000"/>
          <p14:tracePt t="522265" x="2622550" y="2673350"/>
          <p14:tracePt t="522281" x="2482850" y="2673350"/>
          <p14:tracePt t="522298" x="2330450" y="2673350"/>
          <p14:tracePt t="522316" x="2197100" y="2660650"/>
          <p14:tracePt t="522331" x="2133600" y="2654300"/>
          <p14:tracePt t="522348" x="2070100" y="2641600"/>
          <p14:tracePt t="522366" x="1911350" y="2622550"/>
          <p14:tracePt t="522381" x="1854200" y="2616200"/>
          <p14:tracePt t="522397" x="1803400" y="2616200"/>
          <p14:tracePt t="522401" x="1752600" y="2616200"/>
          <p14:tracePt t="522415" x="1714500" y="2616200"/>
          <p14:tracePt t="522431" x="1581150" y="2616200"/>
          <p14:tracePt t="522448" x="1530350" y="2616200"/>
          <p14:tracePt t="522464" x="1416050" y="2616200"/>
          <p14:tracePt t="522481" x="1365250" y="2616200"/>
          <p14:tracePt t="522498" x="1295400" y="2635250"/>
          <p14:tracePt t="522514" x="1263650" y="2635250"/>
          <p14:tracePt t="522530" x="1225550" y="2635250"/>
          <p14:tracePt t="522548" x="1200150" y="2641600"/>
          <p14:tracePt t="522564" x="1187450" y="2641600"/>
          <p14:tracePt t="522580" x="1181100" y="2641600"/>
          <p14:tracePt t="522660" x="1187450" y="2647950"/>
          <p14:tracePt t="522681" x="1193800" y="2647950"/>
          <p14:tracePt t="522702" x="1200150" y="2647950"/>
          <p14:tracePt t="522716" x="1206500" y="2647950"/>
          <p14:tracePt t="522731" x="1212850" y="2641600"/>
          <p14:tracePt t="522744" x="1219200" y="2641600"/>
          <p14:tracePt t="522751" x="1225550" y="2641600"/>
          <p14:tracePt t="522781" x="1231900" y="2641600"/>
          <p14:tracePt t="522786" x="1238250" y="2635250"/>
          <p14:tracePt t="522796" x="1244600" y="2635250"/>
          <p14:tracePt t="522813" x="1257300" y="2635250"/>
          <p14:tracePt t="522830" x="1308100" y="2628900"/>
          <p14:tracePt t="522846" x="1358900" y="2628900"/>
          <p14:tracePt t="522863" x="1485900" y="2628900"/>
          <p14:tracePt t="522880" x="1651000" y="2622550"/>
          <p14:tracePt t="522896" x="1752600" y="2622550"/>
          <p14:tracePt t="522900" x="1854200" y="2622550"/>
          <p14:tracePt t="522915" x="1943100" y="2622550"/>
          <p14:tracePt t="522929" x="2133600" y="2635250"/>
          <p14:tracePt t="522946" x="2228850" y="2641600"/>
          <p14:tracePt t="522963" x="2355850" y="2641600"/>
          <p14:tracePt t="522979" x="2406650" y="2641600"/>
          <p14:tracePt t="522996" x="2463800" y="2654300"/>
          <p14:tracePt t="523012" x="2495550" y="2654300"/>
          <p14:tracePt t="523029" x="2508250" y="2654300"/>
          <p14:tracePt t="523046" x="2527300" y="2654300"/>
          <p14:tracePt t="523062" x="2533650" y="2654300"/>
          <p14:tracePt t="523124" x="2540000" y="2660650"/>
          <p14:tracePt t="523180" x="2546350" y="2660650"/>
          <p14:tracePt t="523272" x="2546350" y="2667000"/>
          <p14:tracePt t="523279" x="2540000" y="2667000"/>
          <p14:tracePt t="524107" x="2540000" y="2679700"/>
          <p14:tracePt t="524115" x="2540000" y="2692400"/>
          <p14:tracePt t="524125" x="2540000" y="2705100"/>
          <p14:tracePt t="524143" x="2559050" y="2743200"/>
          <p14:tracePt t="524158" x="2571750" y="2762250"/>
          <p14:tracePt t="524175" x="2571750" y="2781300"/>
          <p14:tracePt t="524193" x="2590800" y="2825750"/>
          <p14:tracePt t="524208" x="2597150" y="2838450"/>
          <p14:tracePt t="524225" x="2609850" y="2844800"/>
          <p14:tracePt t="524241" x="2641600" y="2857500"/>
          <p14:tracePt t="524257" x="2667000" y="2863850"/>
          <p14:tracePt t="524274" x="2686050" y="2863850"/>
          <p14:tracePt t="524291" x="2730500" y="2863850"/>
          <p14:tracePt t="524307" x="2762250" y="2863850"/>
          <p14:tracePt t="524326" x="2794000" y="2851150"/>
          <p14:tracePt t="524341" x="2819400" y="2844800"/>
          <p14:tracePt t="524357" x="2844800" y="2825750"/>
          <p14:tracePt t="524374" x="2851150" y="2819400"/>
          <p14:tracePt t="524391" x="2870200" y="2806700"/>
          <p14:tracePt t="524407" x="2876550" y="2800350"/>
          <p14:tracePt t="524424" x="2889250" y="2787650"/>
          <p14:tracePt t="524441" x="2895600" y="2781300"/>
          <p14:tracePt t="524458" x="2895600" y="2774950"/>
          <p14:tracePt t="524474" x="2901950" y="2768600"/>
          <p14:tracePt t="524508" x="2908300" y="2762250"/>
          <p14:tracePt t="524524" x="2908300" y="2755900"/>
          <p14:tracePt t="524544" x="2908300" y="2749550"/>
          <p14:tracePt t="524560" x="2908300" y="2743200"/>
          <p14:tracePt t="524573" x="2914650" y="2743200"/>
          <p14:tracePt t="524600" x="2914650" y="2736850"/>
          <p14:tracePt t="524614" x="2914650" y="2730500"/>
          <p14:tracePt t="524656" x="2914650" y="2724150"/>
          <p14:tracePt t="524677" x="2914650" y="2717800"/>
          <p14:tracePt t="524705" x="2914650" y="2711450"/>
          <p14:tracePt t="524790" x="2914650" y="2717800"/>
          <p14:tracePt t="524796" x="2914650" y="2724150"/>
          <p14:tracePt t="524810" x="2914650" y="2730500"/>
          <p14:tracePt t="524822" x="2914650" y="2736850"/>
          <p14:tracePt t="524839" x="2914650" y="2749550"/>
          <p14:tracePt t="524856" x="2914650" y="2762250"/>
          <p14:tracePt t="524874" x="2921000" y="2800350"/>
          <p14:tracePt t="524889" x="2921000" y="2882900"/>
          <p14:tracePt t="524906" x="2921000" y="2946400"/>
          <p14:tracePt t="524923" x="2921000" y="3073400"/>
          <p14:tracePt t="524939" x="2940050" y="3200400"/>
          <p14:tracePt t="524955" x="2952750" y="3257550"/>
          <p14:tracePt t="524972" x="2971800" y="3365500"/>
          <p14:tracePt t="524989" x="3003550" y="3460750"/>
          <p14:tracePt t="525005" x="3028950" y="3505200"/>
          <p14:tracePt t="525022" x="3086100" y="3594100"/>
          <p14:tracePt t="525038" x="3143250" y="3651250"/>
          <p14:tracePt t="525056" x="3168650" y="3683000"/>
          <p14:tracePt t="525072" x="3200400" y="3714750"/>
          <p14:tracePt t="525088" x="3206750" y="3721100"/>
          <p14:tracePt t="525105" x="3219450" y="3727450"/>
          <p14:tracePt t="525138" x="3225800" y="3727450"/>
          <p14:tracePt t="525155" x="3232150" y="3727450"/>
          <p14:tracePt t="525239" x="3232150" y="3721100"/>
          <p14:tracePt t="525317" x="3238500" y="3721100"/>
          <p14:tracePt t="525339" x="3251200" y="3721100"/>
          <p14:tracePt t="525352" x="3251200" y="3714750"/>
          <p14:tracePt t="525358" x="3257550" y="3714750"/>
          <p14:tracePt t="525370" x="3263900" y="3714750"/>
          <p14:tracePt t="525388" x="3295650" y="3714750"/>
          <p14:tracePt t="525404" x="3314700" y="3708400"/>
          <p14:tracePt t="525421" x="3340100" y="3708400"/>
          <p14:tracePt t="525437" x="3409950" y="3702050"/>
          <p14:tracePt t="525454" x="3473450" y="3702050"/>
          <p14:tracePt t="525457" x="3505200" y="3702050"/>
          <p14:tracePt t="525473" x="3530600" y="3702050"/>
          <p14:tracePt t="525487" x="3562350" y="3702050"/>
          <p14:tracePt t="525504" x="3587750" y="3702050"/>
          <p14:tracePt t="525520" x="3594100" y="3702050"/>
          <p14:tracePt t="525553" x="3581400" y="3702050"/>
          <p14:tracePt t="525570" x="3549650" y="3702050"/>
          <p14:tracePt t="525587" x="3524250" y="3702050"/>
          <p14:tracePt t="525604" x="3422650" y="3714750"/>
          <p14:tracePt t="525620" x="3244850" y="3733800"/>
          <p14:tracePt t="525636" x="3136900" y="3746500"/>
          <p14:tracePt t="525653" x="3035300" y="3765550"/>
          <p14:tracePt t="525670" x="2743200" y="3797300"/>
          <p14:tracePt t="525686" x="2667000" y="3797300"/>
          <p14:tracePt t="525703" x="2552700" y="3797300"/>
          <p14:tracePt t="525719" x="2495550" y="3797300"/>
          <p14:tracePt t="525736" x="2425700" y="3797300"/>
          <p14:tracePt t="525753" x="2387600" y="3797300"/>
          <p14:tracePt t="525769" x="2374900" y="3797300"/>
          <p14:tracePt t="525787" x="2349500" y="3797300"/>
          <p14:tracePt t="525802" x="2330450" y="3784600"/>
          <p14:tracePt t="525819" x="2324100" y="3784600"/>
          <p14:tracePt t="525836" x="2317750" y="3778250"/>
          <p14:tracePt t="525852" x="2317750" y="3771900"/>
          <p14:tracePt t="525886" x="2317750" y="3765550"/>
          <p14:tracePt t="525901" x="2311400" y="3765550"/>
          <p14:tracePt t="525942" x="2311400" y="3759200"/>
          <p14:tracePt t="526032" x="2317750" y="3759200"/>
          <p14:tracePt t="526054" x="2324100" y="3759200"/>
          <p14:tracePt t="526061" x="2330450" y="3759200"/>
          <p14:tracePt t="526075" x="2336800" y="3759200"/>
          <p14:tracePt t="526084" x="2349500" y="3765550"/>
          <p14:tracePt t="526102" x="2362200" y="3765550"/>
          <p14:tracePt t="526118" x="2419350" y="3784600"/>
          <p14:tracePt t="526135" x="2489200" y="3790950"/>
          <p14:tracePt t="526152" x="2578100" y="3797300"/>
          <p14:tracePt t="526167" x="2616200" y="3797300"/>
          <p14:tracePt t="526185" x="2698750" y="3797300"/>
          <p14:tracePt t="526202" x="2736850" y="3797300"/>
          <p14:tracePt t="526218" x="2781300" y="3797300"/>
          <p14:tracePt t="526234" x="2806700" y="3797300"/>
          <p14:tracePt t="526251" x="2825750" y="3797300"/>
          <p14:tracePt t="526268" x="2838450" y="3797300"/>
          <p14:tracePt t="526301" x="2844800" y="3797300"/>
          <p14:tracePt t="526336" x="2844800" y="3790950"/>
          <p14:tracePt t="526455" x="2838450" y="3790950"/>
          <p14:tracePt t="526482" x="2832100" y="3790950"/>
          <p14:tracePt t="526518" x="2825750" y="3790950"/>
          <p14:tracePt t="526873" x="2889250" y="3778250"/>
          <p14:tracePt t="526887" x="3009900" y="3733800"/>
          <p14:tracePt t="526894" x="3175000" y="3689350"/>
          <p14:tracePt t="526908" x="3384550" y="3619500"/>
          <p14:tracePt t="526918" x="3644900" y="3543300"/>
          <p14:tracePt t="526932" x="3841750" y="3460750"/>
          <p14:tracePt t="526949" x="4013200" y="3365500"/>
          <p14:tracePt t="526965" x="4584700" y="3073400"/>
          <p14:tracePt t="526982" x="4730750" y="2997200"/>
          <p14:tracePt t="526999" x="4902200" y="2882900"/>
          <p14:tracePt t="527015" x="5054600" y="2774950"/>
          <p14:tracePt t="527031" x="5105400" y="2705100"/>
          <p14:tracePt t="527049" x="5200650" y="2552700"/>
          <p14:tracePt t="527065" x="5295900" y="2438400"/>
          <p14:tracePt t="527082" x="5334000" y="2381250"/>
          <p14:tracePt t="527098" x="5397500" y="2266950"/>
          <p14:tracePt t="527115" x="5467350" y="2165350"/>
          <p14:tracePt t="527131" x="5505450" y="2108200"/>
          <p14:tracePt t="527148" x="5588000" y="1987550"/>
          <p14:tracePt t="527165" x="5613400" y="1943100"/>
          <p14:tracePt t="527181" x="5657850" y="1879600"/>
          <p14:tracePt t="527198" x="5664200" y="1854200"/>
          <p14:tracePt t="527214" x="5664200" y="1841500"/>
          <p14:tracePt t="527231" x="5632450" y="1835150"/>
          <p14:tracePt t="527247" x="5594350" y="1828800"/>
          <p14:tracePt t="527264" x="5575300" y="1822450"/>
          <p14:tracePt t="527281" x="5518150" y="1809750"/>
          <p14:tracePt t="527298" x="5384800" y="1778000"/>
          <p14:tracePt t="527315" x="5302250" y="1771650"/>
          <p14:tracePt t="527331" x="5118100" y="1771650"/>
          <p14:tracePt t="527347" x="4902200" y="1758950"/>
          <p14:tracePt t="527364" x="4673600" y="1765300"/>
          <p14:tracePt t="527380" x="4559300" y="1765300"/>
          <p14:tracePt t="527397" x="4457700" y="1771650"/>
          <p14:tracePt t="527414" x="4254500" y="1771650"/>
          <p14:tracePt t="527431" x="4095750" y="1758950"/>
          <p14:tracePt t="527447" x="4032250" y="1752600"/>
          <p14:tracePt t="527451" x="3981450" y="1752600"/>
          <p14:tracePt t="527464" x="3924300" y="1739900"/>
          <p14:tracePt t="527480" x="3841750" y="1727200"/>
          <p14:tracePt t="527497" x="3810000" y="1708150"/>
          <p14:tracePt t="527514" x="3771900" y="1689100"/>
          <p14:tracePt t="527530" x="3740150" y="1663700"/>
          <p14:tracePt t="527548" x="3740150" y="1644650"/>
          <p14:tracePt t="527563" x="3740150" y="1631950"/>
          <p14:tracePt t="527580" x="3765550" y="1625600"/>
          <p14:tracePt t="527597" x="3784600" y="1625600"/>
          <p14:tracePt t="527613" x="3797300" y="1625600"/>
          <p14:tracePt t="527630" x="3822700" y="1631950"/>
          <p14:tracePt t="527647" x="3848100" y="1644650"/>
          <p14:tracePt t="527663" x="3867150" y="1651000"/>
          <p14:tracePt t="527679" x="3898900" y="1663700"/>
          <p14:tracePt t="527696" x="4057650" y="1682750"/>
          <p14:tracePt t="527712" x="4146550" y="1682750"/>
          <p14:tracePt t="527730" x="4235450" y="1695450"/>
          <p14:tracePt t="527747" x="4451350" y="1701800"/>
          <p14:tracePt t="527763" x="4679950" y="1701800"/>
          <p14:tracePt t="527779" x="4921250" y="1714500"/>
          <p14:tracePt t="527796" x="5048250" y="1708150"/>
          <p14:tracePt t="527812" x="5314950" y="1676400"/>
          <p14:tracePt t="527829" x="5537200" y="1638300"/>
          <p14:tracePt t="527846" x="5613400" y="1612900"/>
          <p14:tracePt t="527862" x="5759450" y="1587500"/>
          <p14:tracePt t="527879" x="5880100" y="1568450"/>
          <p14:tracePt t="527895" x="5918200" y="1562100"/>
          <p14:tracePt t="527912" x="6000750" y="1549400"/>
          <p14:tracePt t="527929" x="6064250" y="1549400"/>
          <p14:tracePt t="527945" x="6108700" y="1555750"/>
          <p14:tracePt t="527949" x="6134100" y="1555750"/>
          <p14:tracePt t="527965" x="6165850" y="1555750"/>
          <p14:tracePt t="527978" x="6223000" y="1555750"/>
          <p14:tracePt t="527995" x="6242050" y="1555750"/>
          <p14:tracePt t="528012" x="6292850" y="1555750"/>
          <p14:tracePt t="528028" x="6311900" y="1555750"/>
          <p14:tracePt t="528045" x="6343650" y="1562100"/>
          <p14:tracePt t="528061" x="6369050" y="1568450"/>
          <p14:tracePt t="528078" x="6400800" y="1581150"/>
          <p14:tracePt t="528095" x="6432550" y="1593850"/>
          <p14:tracePt t="528111" x="6483350" y="1606550"/>
          <p14:tracePt t="528128" x="6515100" y="1625600"/>
          <p14:tracePt t="528145" x="6565900" y="1644650"/>
          <p14:tracePt t="528161" x="6616700" y="1670050"/>
          <p14:tracePt t="528178" x="6648450" y="1676400"/>
          <p14:tracePt t="528195" x="6686550" y="1689100"/>
          <p14:tracePt t="528211" x="6711950" y="1695450"/>
          <p14:tracePt t="528228" x="6724650" y="1695450"/>
          <p14:tracePt t="528244" x="6743700" y="1695450"/>
          <p14:tracePt t="528261" x="6756400" y="1701800"/>
          <p14:tracePt t="528278" x="6762750" y="1701800"/>
          <p14:tracePt t="528294" x="6794500" y="1720850"/>
          <p14:tracePt t="528310" x="6800850" y="1720850"/>
          <p14:tracePt t="528633" x="6858000" y="1733550"/>
          <p14:tracePt t="528640" x="6940550" y="1752600"/>
          <p14:tracePt t="528654" x="6991350" y="1765300"/>
          <p14:tracePt t="528662" x="7061200" y="1790700"/>
          <p14:tracePt t="528676" x="7105650" y="1803400"/>
          <p14:tracePt t="528693" x="7156450" y="1816100"/>
          <p14:tracePt t="528709" x="7169150" y="1828800"/>
          <p14:tracePt t="528726" x="7175500" y="1828800"/>
          <p14:tracePt t="528742" x="7181850" y="1835150"/>
          <p14:tracePt t="528759" x="7188200" y="1835150"/>
          <p14:tracePt t="528802" x="7194550" y="1835150"/>
          <p14:tracePt t="528830" x="7200900" y="1835150"/>
          <p14:tracePt t="528844" x="7200900" y="1828800"/>
          <p14:tracePt t="528851" x="7207250" y="1822450"/>
          <p14:tracePt t="528865" x="7213600" y="1822450"/>
          <p14:tracePt t="528875" x="7219950" y="1816100"/>
          <p14:tracePt t="528892" x="7232650" y="1809750"/>
          <p14:tracePt t="528908" x="7251700" y="1790700"/>
          <p14:tracePt t="528925" x="7264400" y="1778000"/>
          <p14:tracePt t="528942" x="7270750" y="1771650"/>
          <p14:tracePt t="529013" x="7270750" y="1765300"/>
          <p14:tracePt t="529041" x="7264400" y="1765300"/>
          <p14:tracePt t="529055" x="7258050" y="1765300"/>
          <p14:tracePt t="529076" x="7251700" y="1765300"/>
          <p14:tracePt t="529097" x="7245350" y="1765300"/>
          <p14:tracePt t="529111" x="7239000" y="1765300"/>
          <p14:tracePt t="529125" x="7226300" y="1765300"/>
          <p14:tracePt t="529131" x="7219950" y="1765300"/>
          <p14:tracePt t="529145" x="7200900" y="1771650"/>
          <p14:tracePt t="529157" x="7181850" y="1771650"/>
          <p14:tracePt t="529174" x="7118350" y="1790700"/>
          <p14:tracePt t="529191" x="7080250" y="1809750"/>
          <p14:tracePt t="529207" x="6997700" y="1822450"/>
          <p14:tracePt t="529224" x="6915150" y="1835150"/>
          <p14:tracePt t="529241" x="6883400" y="1835150"/>
          <p14:tracePt t="529258" x="6838950" y="1841500"/>
          <p14:tracePt t="529274" x="6800850" y="1841500"/>
          <p14:tracePt t="529290" x="6794500" y="1841500"/>
          <p14:tracePt t="529308" x="6762750" y="1822450"/>
          <p14:tracePt t="529323" x="6756400" y="1809750"/>
          <p14:tracePt t="529340" x="6756400" y="1803400"/>
          <p14:tracePt t="529357" x="6750050" y="1797050"/>
          <p14:tracePt t="529373" x="6743700" y="1797050"/>
          <p14:tracePt t="529390" x="6737350" y="1790700"/>
          <p14:tracePt t="529423" x="6731000" y="1790700"/>
          <p14:tracePt t="529455" x="6724650" y="1790700"/>
          <p14:tracePt t="529519" x="6724650" y="1797050"/>
          <p14:tracePt t="529532" x="6724650" y="1803400"/>
          <p14:tracePt t="529554" x="6731000" y="1809750"/>
          <p14:tracePt t="529561" x="6737350" y="1816100"/>
          <p14:tracePt t="530127" x="6699250" y="1816100"/>
          <p14:tracePt t="530141" x="6635750" y="1816100"/>
          <p14:tracePt t="530148" x="6546850" y="1835150"/>
          <p14:tracePt t="530157" x="6445250" y="1847850"/>
          <p14:tracePt t="530171" x="6330950" y="1854200"/>
          <p14:tracePt t="530188" x="6216650" y="1866900"/>
          <p14:tracePt t="530204" x="5962650" y="1866900"/>
          <p14:tracePt t="530220" x="5746750" y="1866900"/>
          <p14:tracePt t="530237" x="5657850" y="1860550"/>
          <p14:tracePt t="530254" x="5499100" y="1854200"/>
          <p14:tracePt t="530270" x="5334000" y="1841500"/>
          <p14:tracePt t="530288" x="5232400" y="1841500"/>
          <p14:tracePt t="530304" x="5041900" y="1847850"/>
          <p14:tracePt t="530320" x="4889500" y="1866900"/>
          <p14:tracePt t="530338" x="4756150" y="1860550"/>
          <p14:tracePt t="530353" x="4705350" y="1854200"/>
          <p14:tracePt t="530370" x="4616450" y="1854200"/>
          <p14:tracePt t="530387" x="4546600" y="1847850"/>
          <p14:tracePt t="530403" x="4514850" y="1835150"/>
          <p14:tracePt t="530420" x="4470400" y="1828800"/>
          <p14:tracePt t="530436" x="4394200" y="1803400"/>
          <p14:tracePt t="530453" x="4368800" y="1784350"/>
          <p14:tracePt t="530457" x="4356100" y="1778000"/>
          <p14:tracePt t="530473" x="4330700" y="1771650"/>
          <p14:tracePt t="530487" x="4298950" y="1758950"/>
          <p14:tracePt t="530503" x="4210050" y="1720850"/>
          <p14:tracePt t="530520" x="4127500" y="1708150"/>
          <p14:tracePt t="530536" x="4089400" y="1708150"/>
          <p14:tracePt t="530553" x="4006850" y="1695450"/>
          <p14:tracePt t="530570" x="3949700" y="1695450"/>
          <p14:tracePt t="530587" x="3930650" y="1695450"/>
          <p14:tracePt t="530603" x="3898900" y="1695450"/>
          <p14:tracePt t="530619" x="3873500" y="1695450"/>
          <p14:tracePt t="530636" x="3867150" y="1701800"/>
          <p14:tracePt t="530652" x="3860800" y="1701800"/>
          <p14:tracePt t="530668" x="3854450" y="1708150"/>
          <p14:tracePt t="530703" x="3854450" y="1714500"/>
          <p14:tracePt t="530719" x="3854450" y="1720850"/>
          <p14:tracePt t="530774" x="3860800" y="1727200"/>
          <p14:tracePt t="530788" x="3867150" y="1727200"/>
          <p14:tracePt t="531091" x="3841750" y="1784350"/>
          <p14:tracePt t="531105" x="3790950" y="1866900"/>
          <p14:tracePt t="531112" x="3740150" y="1949450"/>
          <p14:tracePt t="531121" x="3689350" y="2044700"/>
          <p14:tracePt t="531135" x="3632200" y="2159000"/>
          <p14:tracePt t="531150" x="3556000" y="2286000"/>
          <p14:tracePt t="531169" x="3416300" y="2514600"/>
          <p14:tracePt t="531184" x="3251200" y="2736850"/>
          <p14:tracePt t="531201" x="3168650" y="2832100"/>
          <p14:tracePt t="531218" x="3041650" y="2971800"/>
          <p14:tracePt t="531234" x="2959100" y="3073400"/>
          <p14:tracePt t="531250" x="2927350" y="3098800"/>
          <p14:tracePt t="531267" x="2895600" y="3124200"/>
          <p14:tracePt t="531283" x="2857500" y="3168650"/>
          <p14:tracePt t="531300" x="2844800" y="3181350"/>
          <p14:tracePt t="531317" x="2813050" y="3206750"/>
          <p14:tracePt t="531334" x="2806700" y="3219450"/>
          <p14:tracePt t="531350" x="2787650" y="3251200"/>
          <p14:tracePt t="531367" x="2768600" y="3270250"/>
          <p14:tracePt t="531383" x="2755900" y="3276600"/>
          <p14:tracePt t="531401" x="2736850" y="3327400"/>
          <p14:tracePt t="531417" x="2724150" y="3352800"/>
          <p14:tracePt t="531433" x="2717800" y="3378200"/>
          <p14:tracePt t="531450" x="2692400" y="3435350"/>
          <p14:tracePt t="531467" x="2679700" y="3448050"/>
          <p14:tracePt t="531483" x="2647950" y="3486150"/>
          <p14:tracePt t="531499" x="2641600" y="3498850"/>
          <p14:tracePt t="531516" x="2635250" y="3511550"/>
          <p14:tracePt t="531533" x="2628900" y="3524250"/>
          <p14:tracePt t="531549" x="2622550" y="3536950"/>
          <p14:tracePt t="531566" x="2609850" y="3543300"/>
          <p14:tracePt t="531583" x="2609850" y="3549650"/>
          <p14:tracePt t="531599" x="2609850" y="3556000"/>
          <p14:tracePt t="531616" x="2603500" y="3562350"/>
          <p14:tracePt t="531649" x="2603500" y="3568700"/>
          <p14:tracePt t="531696" x="2603500" y="3575050"/>
          <p14:tracePt t="531759" x="2597150" y="3575050"/>
          <p14:tracePt t="531794" x="2597150" y="3581400"/>
          <p14:tracePt t="531808" x="2590800" y="3581400"/>
          <p14:tracePt t="531829" x="2584450" y="3587750"/>
          <p14:tracePt t="531843" x="2578100" y="3587750"/>
          <p14:tracePt t="531851" x="2571750" y="3594100"/>
          <p14:tracePt t="531867" x="2565400" y="3594100"/>
          <p14:tracePt t="531881" x="2552700" y="3600450"/>
          <p14:tracePt t="531898" x="2533650" y="3606800"/>
          <p14:tracePt t="531915" x="2482850" y="3606800"/>
          <p14:tracePt t="531931" x="2444750" y="3613150"/>
          <p14:tracePt t="531949" x="2349500" y="3619500"/>
          <p14:tracePt t="531965" x="2298700" y="3619500"/>
          <p14:tracePt t="531981" x="2247900" y="3619500"/>
          <p14:tracePt t="531998" x="2146300" y="3632200"/>
          <p14:tracePt t="532014" x="2082800" y="3632200"/>
          <p14:tracePt t="532031" x="2025650" y="3638550"/>
          <p14:tracePt t="532047" x="1924050" y="3638550"/>
          <p14:tracePt t="532064" x="1885950" y="3638550"/>
          <p14:tracePt t="532081" x="1828800" y="3638550"/>
          <p14:tracePt t="532097" x="1778000" y="3638550"/>
          <p14:tracePt t="532114" x="1733550" y="3644900"/>
          <p14:tracePt t="532131" x="1689100" y="3644900"/>
          <p14:tracePt t="532147" x="1651000" y="3644900"/>
          <p14:tracePt t="532164" x="1625600" y="3644900"/>
          <p14:tracePt t="532181" x="1593850" y="3644900"/>
          <p14:tracePt t="532197" x="1574800" y="3644900"/>
          <p14:tracePt t="532214" x="1555750" y="3638550"/>
          <p14:tracePt t="532231" x="1517650" y="3625850"/>
          <p14:tracePt t="532247" x="1504950" y="3619500"/>
          <p14:tracePt t="532264" x="1492250" y="3619500"/>
          <p14:tracePt t="532280" x="1473200" y="3600450"/>
          <p14:tracePt t="532297" x="1473200" y="3594100"/>
          <p14:tracePt t="532315" x="1460500" y="3594100"/>
          <p14:tracePt t="532330" x="1454150" y="3594100"/>
          <p14:tracePt t="532371" x="1454150" y="3587750"/>
          <p14:tracePt t="532399" x="1460500" y="3581400"/>
          <p14:tracePt t="532405" x="1466850" y="3581400"/>
          <p14:tracePt t="532434" x="1479550" y="3581400"/>
          <p14:tracePt t="532448" x="1498600" y="3581400"/>
          <p14:tracePt t="532455" x="1530350" y="3581400"/>
          <p14:tracePt t="532469" x="1581150" y="3594100"/>
          <p14:tracePt t="532479" x="1663700" y="3594100"/>
          <p14:tracePt t="532496" x="1828800" y="3632200"/>
          <p14:tracePt t="532512" x="2000250" y="3651250"/>
          <p14:tracePt t="532529" x="2089150" y="3670300"/>
          <p14:tracePt t="532546" x="2279650" y="3721100"/>
          <p14:tracePt t="532562" x="2317750" y="3740150"/>
          <p14:tracePt t="532579" x="2349500" y="3752850"/>
          <p14:tracePt t="532596" x="2413000" y="3784600"/>
          <p14:tracePt t="532612" x="2438400" y="3790950"/>
          <p14:tracePt t="532629" x="2457450" y="3797300"/>
          <p14:tracePt t="532646" x="2501900" y="3816350"/>
          <p14:tracePt t="532662" x="2552700" y="3841750"/>
          <p14:tracePt t="532679" x="2609850" y="3854450"/>
          <p14:tracePt t="532695" x="2628900" y="3867150"/>
          <p14:tracePt t="532712" x="2692400" y="3873500"/>
          <p14:tracePt t="532729" x="2781300" y="3867150"/>
          <p14:tracePt t="532745" x="2819400" y="3867150"/>
          <p14:tracePt t="532762" x="2927350" y="3854450"/>
          <p14:tracePt t="532779" x="3048000" y="3841750"/>
          <p14:tracePt t="532795" x="3098800" y="3841750"/>
          <p14:tracePt t="532812" x="3187700" y="3829050"/>
          <p14:tracePt t="532828" x="3270250" y="3822700"/>
          <p14:tracePt t="532845" x="3289300" y="3822700"/>
          <p14:tracePt t="532862" x="3340100" y="3816350"/>
          <p14:tracePt t="532878" x="3384550" y="3816350"/>
          <p14:tracePt t="532895" x="3403600" y="3816350"/>
          <p14:tracePt t="532912" x="3435350" y="3816350"/>
          <p14:tracePt t="532928" x="3448050" y="3816350"/>
          <p14:tracePt t="532944" x="3473450" y="3816350"/>
          <p14:tracePt t="532962" x="3492500" y="3816350"/>
          <p14:tracePt t="532982" x="3492500" y="3810000"/>
          <p14:tracePt t="532994" x="3498850" y="3810000"/>
          <p14:tracePt t="533012" x="3505200" y="3810000"/>
          <p14:tracePt t="533102" x="3511550" y="3803650"/>
          <p14:tracePt t="533284" x="3505200" y="3803650"/>
          <p14:tracePt t="533320" x="3498850" y="3803650"/>
          <p14:tracePt t="533703" x="3460750" y="3797300"/>
          <p14:tracePt t="533710" x="3416300" y="3771900"/>
          <p14:tracePt t="533724" x="3371850" y="3746500"/>
          <p14:tracePt t="533731" x="3314700" y="3708400"/>
          <p14:tracePt t="533745" x="3244850" y="3676650"/>
          <p14:tracePt t="533759" x="3187700" y="3625850"/>
          <p14:tracePt t="533775" x="3048000" y="3536950"/>
          <p14:tracePt t="533792" x="2978150" y="3498850"/>
          <p14:tracePt t="533809" x="2857500" y="3422650"/>
          <p14:tracePt t="533825" x="2743200" y="3352800"/>
          <p14:tracePt t="533841" x="2686050" y="3314700"/>
          <p14:tracePt t="533858" x="2590800" y="3251200"/>
          <p14:tracePt t="533893" x="2514600" y="3200400"/>
          <p14:tracePt t="533908" x="2387600" y="3124200"/>
          <p14:tracePt t="533924" x="2330450" y="3098800"/>
          <p14:tracePt t="533942" x="2228850" y="3028950"/>
          <p14:tracePt t="533957" x="2165350" y="2997200"/>
          <p14:tracePt t="533974" x="2139950" y="2984500"/>
          <p14:tracePt t="533992" x="2063750" y="2933700"/>
          <p14:tracePt t="534008" x="2032000" y="2914650"/>
          <p14:tracePt t="534024" x="2006600" y="2895600"/>
          <p14:tracePt t="534041" x="1968500" y="2863850"/>
          <p14:tracePt t="534057" x="1924050" y="2838450"/>
          <p14:tracePt t="534074" x="1905000" y="2825750"/>
          <p14:tracePt t="534091" x="1860550" y="2800350"/>
          <p14:tracePt t="534107" x="1828800" y="2787650"/>
          <p14:tracePt t="534125" x="1771650" y="2762250"/>
          <p14:tracePt t="534140" x="1752600" y="2736850"/>
          <p14:tracePt t="534157" x="1701800" y="2717800"/>
          <p14:tracePt t="534174" x="1676400" y="2698750"/>
          <p14:tracePt t="534190" x="1619250" y="2686050"/>
          <p14:tracePt t="534207" x="1568450" y="2673350"/>
          <p14:tracePt t="534224" x="1517650" y="2654300"/>
          <p14:tracePt t="534240" x="1498600" y="2654300"/>
          <p14:tracePt t="534257" x="1473200" y="2654300"/>
          <p14:tracePt t="534273" x="1409700" y="2647950"/>
          <p14:tracePt t="534290" x="1384300" y="2647950"/>
          <p14:tracePt t="534307" x="1339850" y="2647950"/>
          <p14:tracePt t="534323" x="1320800" y="2647950"/>
          <p14:tracePt t="534340" x="1276350" y="2647950"/>
          <p14:tracePt t="534357" x="1244600" y="2647950"/>
          <p14:tracePt t="534373" x="1225550" y="2647950"/>
          <p14:tracePt t="534389" x="1187450" y="2647950"/>
          <p14:tracePt t="534406" x="1162050" y="2647950"/>
          <p14:tracePt t="534423" x="1149350" y="2647950"/>
          <p14:tracePt t="534440" x="1130300" y="2647950"/>
          <p14:tracePt t="534456" x="1123950" y="2647950"/>
          <p14:tracePt t="534473" x="1117600" y="2647950"/>
          <p14:tracePt t="534490" x="1104900" y="2647950"/>
          <p14:tracePt t="534596" x="1111250" y="2647950"/>
          <p14:tracePt t="534617" x="1117600" y="2654300"/>
          <p14:tracePt t="534645" x="1117600" y="2660650"/>
          <p14:tracePt t="534666" x="1123950" y="2667000"/>
          <p14:tracePt t="534687" x="1130300" y="2673350"/>
          <p14:tracePt t="534694" x="1130300" y="2679700"/>
          <p14:tracePt t="534715" x="1136650" y="2686050"/>
          <p14:tracePt t="534729" x="1143000" y="2686050"/>
          <p14:tracePt t="534739" x="1143000" y="2692400"/>
          <p14:tracePt t="534755" x="1155700" y="2711450"/>
          <p14:tracePt t="534771" x="1168400" y="2749550"/>
          <p14:tracePt t="534788" x="1174750" y="2768600"/>
          <p14:tracePt t="534805" x="1181100" y="2800350"/>
          <p14:tracePt t="534821" x="1206500" y="2857500"/>
          <p14:tracePt t="534838" x="1212850" y="2901950"/>
          <p14:tracePt t="534855" x="1219200" y="2927350"/>
          <p14:tracePt t="534871" x="1238250" y="2990850"/>
          <p14:tracePt t="534888" x="1238250" y="3016250"/>
          <p14:tracePt t="534905" x="1244600" y="3048000"/>
          <p14:tracePt t="534921" x="1244600" y="3054350"/>
          <p14:tracePt t="534937" x="1250950" y="3067050"/>
          <p14:tracePt t="534955" x="1250950" y="3073400"/>
          <p14:tracePt t="534997" x="1250950" y="3079750"/>
          <p14:tracePt t="535018" x="1250950" y="3086100"/>
          <p14:tracePt t="535039" x="1257300" y="3086100"/>
          <p14:tracePt t="535060" x="1263650" y="3092450"/>
          <p14:tracePt t="535067" x="1263650" y="3098800"/>
          <p14:tracePt t="535089" x="1270000" y="3105150"/>
          <p14:tracePt t="535109" x="1270000" y="3111500"/>
          <p14:tracePt t="535151" x="1270000" y="3117850"/>
          <p14:tracePt t="535158" x="1276350" y="3117850"/>
          <p14:tracePt t="535188" x="1276350" y="3124200"/>
          <p14:tracePt t="535221" x="1282700" y="3130550"/>
          <p14:tracePt t="535228" x="1289050" y="3130550"/>
          <p14:tracePt t="535250" x="1295400" y="3136900"/>
          <p14:tracePt t="535271" x="1301750" y="3136900"/>
          <p14:tracePt t="535277" x="1314450" y="3143250"/>
          <p14:tracePt t="535292" x="1327150" y="3143250"/>
          <p14:tracePt t="535303" x="1346200" y="3149600"/>
          <p14:tracePt t="535320" x="1416050" y="3149600"/>
          <p14:tracePt t="535336" x="1454150" y="3149600"/>
          <p14:tracePt t="535352" x="1555750" y="3149600"/>
          <p14:tracePt t="535369" x="1682750" y="3149600"/>
          <p14:tracePt t="535386" x="1758950" y="3149600"/>
          <p14:tracePt t="535403" x="1911350" y="3149600"/>
          <p14:tracePt t="535419" x="2082800" y="3162300"/>
          <p14:tracePt t="535436" x="2171700" y="3162300"/>
          <p14:tracePt t="535454" x="2362200" y="3168650"/>
          <p14:tracePt t="535469" x="2552700" y="3200400"/>
          <p14:tracePt t="535486" x="2628900" y="3213100"/>
          <p14:tracePt t="535503" x="2774950" y="3219450"/>
          <p14:tracePt t="535519" x="2825750" y="3225800"/>
          <p14:tracePt t="535536" x="2933700" y="3238500"/>
          <p14:tracePt t="535552" x="3035300" y="3244850"/>
          <p14:tracePt t="535569" x="3092450" y="3257550"/>
          <p14:tracePt t="535585" x="3181350" y="3263900"/>
          <p14:tracePt t="535602" x="3244850" y="3276600"/>
          <p14:tracePt t="535619" x="3270250" y="3276600"/>
          <p14:tracePt t="535636" x="3314700" y="3276600"/>
          <p14:tracePt t="535651" x="3352800" y="3270250"/>
          <p14:tracePt t="535668" x="3365500" y="3270250"/>
          <p14:tracePt t="535685" x="3384550" y="3263900"/>
          <p14:tracePt t="535701" x="3409950" y="3263900"/>
          <p14:tracePt t="535735" x="3422650" y="3263900"/>
          <p14:tracePt t="535751" x="3429000" y="3263900"/>
          <p14:tracePt t="535812" x="3422650" y="3263900"/>
          <p14:tracePt t="535819" x="3409950" y="3263900"/>
          <p14:tracePt t="535840" x="3390900" y="3263900"/>
          <p14:tracePt t="535854" x="3365500" y="3263900"/>
          <p14:tracePt t="535861" x="3340100" y="3263900"/>
          <p14:tracePt t="535875" x="3302000" y="3263900"/>
          <p14:tracePt t="535884" x="3238500" y="3270250"/>
          <p14:tracePt t="535901" x="3168650" y="3276600"/>
          <p14:tracePt t="535918" x="2990850" y="3295650"/>
          <p14:tracePt t="535934" x="2813050" y="3308350"/>
          <p14:tracePt t="535951" x="2711450" y="3308350"/>
          <p14:tracePt t="535967" x="2559050" y="3302000"/>
          <p14:tracePt t="535984" x="2444750" y="3270250"/>
          <p14:tracePt t="536002" x="2355850" y="3213100"/>
          <p14:tracePt t="536017" x="2324100" y="3187700"/>
          <p14:tracePt t="536034" x="2305050" y="3168650"/>
          <p14:tracePt t="536051" x="2254250" y="3111500"/>
          <p14:tracePt t="536067" x="2209800" y="3067050"/>
          <p14:tracePt t="536084" x="2190750" y="3048000"/>
          <p14:tracePt t="536100" x="2139950" y="3009900"/>
          <p14:tracePt t="536117" x="2120900" y="2990850"/>
          <p14:tracePt t="536134" x="2108200" y="2984500"/>
          <p14:tracePt t="536150" x="2063750" y="2978150"/>
          <p14:tracePt t="536167" x="2006600" y="2959100"/>
          <p14:tracePt t="536184" x="1974850" y="2952750"/>
          <p14:tracePt t="536200" x="1924050" y="2933700"/>
          <p14:tracePt t="536217" x="1866900" y="2908300"/>
          <p14:tracePt t="536234" x="1809750" y="2876550"/>
          <p14:tracePt t="536250" x="1797050" y="2863850"/>
          <p14:tracePt t="536267" x="1771650" y="2838450"/>
          <p14:tracePt t="536283" x="1758950" y="2806700"/>
          <p14:tracePt t="536299" x="1752600" y="2794000"/>
          <p14:tracePt t="536316" x="1752600" y="2774950"/>
          <p14:tracePt t="536353" x="1758950" y="2774950"/>
          <p14:tracePt t="536380" x="1758950" y="2781300"/>
          <p14:tracePt t="536402" x="1765300" y="2787650"/>
          <p14:tracePt t="536417" x="1765300" y="2794000"/>
          <p14:tracePt t="536423" x="1765300" y="2800350"/>
          <p14:tracePt t="536444" x="1765300" y="2806700"/>
          <p14:tracePt t="536472" x="1765300" y="2813050"/>
          <p14:tracePt t="536514" x="1758950" y="2813050"/>
          <p14:tracePt t="536543" x="1752600" y="2813050"/>
          <p14:tracePt t="536592" x="1746250" y="2806700"/>
          <p14:tracePt t="536627" x="1746250" y="2800350"/>
          <p14:tracePt t="536634" x="1752600" y="2800350"/>
          <p14:tracePt t="536649" x="1752600" y="2794000"/>
          <p14:tracePt t="536665" x="1765300" y="2794000"/>
          <p14:tracePt t="536681" x="1771650" y="2787650"/>
          <p14:tracePt t="536699" x="1803400" y="2781300"/>
          <p14:tracePt t="536715" x="1879600" y="2768600"/>
          <p14:tracePt t="536733" x="1974850" y="2730500"/>
          <p14:tracePt t="536748" x="2025650" y="2724150"/>
          <p14:tracePt t="536765" x="2082800" y="2698750"/>
          <p14:tracePt t="536782" x="2203450" y="2667000"/>
          <p14:tracePt t="536798" x="2305050" y="2628900"/>
          <p14:tracePt t="536814" x="2330450" y="2622550"/>
          <p14:tracePt t="536831" x="2393950" y="2597150"/>
          <p14:tracePt t="536848" x="2419350" y="2584450"/>
          <p14:tracePt t="536864" x="2425700" y="2584450"/>
          <p14:tracePt t="536898" x="2406650" y="2584450"/>
          <p14:tracePt t="536915" x="2362200" y="2584450"/>
          <p14:tracePt t="536947" x="2216150" y="2584450"/>
          <p14:tracePt t="536964" x="2051050" y="2597150"/>
          <p14:tracePt t="536981" x="1949450" y="2590800"/>
          <p14:tracePt t="536984" x="1860550" y="2590800"/>
          <p14:tracePt t="537014" x="1670050" y="2584450"/>
          <p14:tracePt t="537030" x="1625600" y="2584450"/>
          <p14:tracePt t="537047" x="1600200" y="2584450"/>
          <p14:tracePt t="537064" x="1581150" y="2584450"/>
          <p14:tracePt t="537099" x="1593850" y="2590800"/>
          <p14:tracePt t="537114" x="1600200" y="2590800"/>
          <p14:tracePt t="537130" x="1612900" y="2590800"/>
          <p14:tracePt t="537147" x="1631950" y="2597150"/>
          <p14:tracePt t="537163" x="1638300" y="2597150"/>
          <p14:tracePt t="537180" x="1676400" y="2609850"/>
          <p14:tracePt t="537197" x="1746250" y="2622550"/>
          <p14:tracePt t="537213" x="1809750" y="2622550"/>
          <p14:tracePt t="537230" x="1981200" y="2628900"/>
          <p14:tracePt t="537247" x="2159000" y="2628900"/>
          <p14:tracePt t="537263" x="2235200" y="2628900"/>
          <p14:tracePt t="537281" x="2400300" y="2628900"/>
          <p14:tracePt t="537296" x="2540000" y="2628900"/>
          <p14:tracePt t="537313" x="2603500" y="2628900"/>
          <p14:tracePt t="537330" x="2717800" y="2628900"/>
          <p14:tracePt t="537346" x="2755900" y="2628900"/>
          <p14:tracePt t="537363" x="2819400" y="2628900"/>
          <p14:tracePt t="537379" x="2876550" y="2628900"/>
          <p14:tracePt t="537396" x="2895600" y="2635250"/>
          <p14:tracePt t="537413" x="2965450" y="2660650"/>
          <p14:tracePt t="538107" x="2984500" y="2730500"/>
          <p14:tracePt t="538122" x="3016250" y="2806700"/>
          <p14:tracePt t="538130" x="3035300" y="2901950"/>
          <p14:tracePt t="538145" x="3073400" y="3003550"/>
          <p14:tracePt t="538160" x="3105150" y="3111500"/>
          <p14:tracePt t="538177" x="3187700" y="3282950"/>
          <p14:tracePt t="538193" x="3282950" y="3467100"/>
          <p14:tracePt t="538210" x="3333750" y="3575050"/>
          <p14:tracePt t="538227" x="3397250" y="3771900"/>
          <p14:tracePt t="538243" x="3460750" y="3956050"/>
          <p14:tracePt t="538260" x="3479800" y="4019550"/>
          <p14:tracePt t="538276" x="3511550" y="4121150"/>
          <p14:tracePt t="538293" x="3517900" y="4178300"/>
          <p14:tracePt t="538309" x="3517900" y="4197350"/>
          <p14:tracePt t="538326" x="3543300" y="4241800"/>
          <p14:tracePt t="538342" x="3568700" y="4292600"/>
          <p14:tracePt t="538359" x="3549650" y="4337050"/>
          <p14:tracePt t="541627" x="3556000" y="4362450"/>
          <p14:tracePt t="541634" x="3575050" y="4381500"/>
          <p14:tracePt t="541648" x="3587750" y="4400550"/>
          <p14:tracePt t="541665" x="3632200" y="4476750"/>
          <p14:tracePt t="541681" x="3651250" y="4508500"/>
          <p14:tracePt t="541698" x="3708400" y="4565650"/>
          <p14:tracePt t="541714" x="3759200" y="4622800"/>
          <p14:tracePt t="541731" x="3778250" y="4641850"/>
          <p14:tracePt t="541747" x="3848100" y="4692650"/>
          <p14:tracePt t="541764" x="3886200" y="4730750"/>
          <p14:tracePt t="541782" x="3943350" y="4749800"/>
          <p14:tracePt t="541797" x="3962400" y="4768850"/>
          <p14:tracePt t="541813" x="3981450" y="4768850"/>
          <p14:tracePt t="541831" x="4013200" y="4781550"/>
          <p14:tracePt t="541847" x="4051300" y="4781550"/>
          <p14:tracePt t="541864" x="4070350" y="4781550"/>
          <p14:tracePt t="541881" x="4121150" y="4781550"/>
          <p14:tracePt t="541897" x="4178300" y="4768850"/>
          <p14:tracePt t="541914" x="4229100" y="4762500"/>
          <p14:tracePt t="541930" x="4324350" y="4743450"/>
          <p14:tracePt t="541947" x="4419600" y="4730750"/>
          <p14:tracePt t="541964" x="4464050" y="4718050"/>
          <p14:tracePt t="541980" x="4527550" y="4718050"/>
          <p14:tracePt t="541997" x="4597400" y="4718050"/>
          <p14:tracePt t="542013" x="4648200" y="4718050"/>
          <p14:tracePt t="542030" x="4667250" y="4718050"/>
          <p14:tracePt t="542047" x="4673600" y="4718050"/>
          <p14:tracePt t="542063" x="4686300" y="4718050"/>
          <p14:tracePt t="542154" x="4679950" y="4718050"/>
          <p14:tracePt t="542168" x="4673600" y="4711700"/>
          <p14:tracePt t="542175" x="4660900" y="4711700"/>
          <p14:tracePt t="542189" x="4654550" y="4711700"/>
          <p14:tracePt t="542198" x="4641850" y="4711700"/>
          <p14:tracePt t="542212" x="4641850" y="4705350"/>
          <p14:tracePt t="542229" x="4616450" y="4699000"/>
          <p14:tracePt t="542246" x="4584700" y="4679950"/>
          <p14:tracePt t="542262" x="4565650" y="4660900"/>
          <p14:tracePt t="542280" x="4533900" y="4635500"/>
          <p14:tracePt t="542295" x="4476750" y="4603750"/>
          <p14:tracePt t="542312" x="4451350" y="4584700"/>
          <p14:tracePt t="542330" x="4362450" y="4540250"/>
          <p14:tracePt t="542345" x="4248150" y="4483100"/>
          <p14:tracePt t="542362" x="4191000" y="4451350"/>
          <p14:tracePt t="542379" x="4057650" y="4394200"/>
          <p14:tracePt t="542395" x="3943350" y="4349750"/>
          <p14:tracePt t="542412" x="3898900" y="4330700"/>
          <p14:tracePt t="542428" x="3841750" y="4311650"/>
          <p14:tracePt t="542445" x="3810000" y="4292600"/>
          <p14:tracePt t="542461" x="3784600" y="4279900"/>
          <p14:tracePt t="542478" x="3759200" y="4267200"/>
          <p14:tracePt t="542495" x="3746500" y="4260850"/>
          <p14:tracePt t="542512" x="3721100" y="4248150"/>
          <p14:tracePt t="542528" x="3683000" y="4241800"/>
          <p14:tracePt t="542545" x="3663950" y="4241800"/>
          <p14:tracePt t="542562" x="3625850" y="4241800"/>
          <p14:tracePt t="542578" x="3575050" y="4241800"/>
          <p14:tracePt t="542594" x="3536950" y="4235450"/>
          <p14:tracePt t="542598" x="3517900" y="4235450"/>
          <p14:tracePt t="542612" x="3467100" y="4235450"/>
          <p14:tracePt t="542628" x="3359150" y="4241800"/>
          <p14:tracePt t="542645" x="3257550" y="4260850"/>
          <p14:tracePt t="542661" x="3187700" y="4267200"/>
          <p14:tracePt t="542678" x="3124200" y="4286250"/>
          <p14:tracePt t="542695" x="2889250" y="4337050"/>
          <p14:tracePt t="542711" x="2806700" y="4349750"/>
          <p14:tracePt t="542727" x="2755900" y="4362450"/>
          <p14:tracePt t="542744" x="2635250" y="4400550"/>
          <p14:tracePt t="542761" x="2552700" y="4419600"/>
          <p14:tracePt t="542777" x="2520950" y="4425950"/>
          <p14:tracePt t="542794" x="2476500" y="4438650"/>
          <p14:tracePt t="542810" x="2457450" y="4438650"/>
          <p14:tracePt t="542827" x="2444750" y="4438650"/>
          <p14:tracePt t="542844" x="2425700" y="4438650"/>
          <p14:tracePt t="542860" x="2419350" y="4438650"/>
          <p14:tracePt t="543117" x="2425700" y="4438650"/>
          <p14:tracePt t="543131" x="2444750" y="4445000"/>
          <p14:tracePt t="543138" x="2482850" y="4451350"/>
          <p14:tracePt t="543152" x="2552700" y="4457700"/>
          <p14:tracePt t="543162" x="2628900" y="4470400"/>
          <p14:tracePt t="543175" x="2730500" y="4476750"/>
          <p14:tracePt t="543192" x="2990850" y="4521200"/>
          <p14:tracePt t="543209" x="3289300" y="4578350"/>
          <p14:tracePt t="543226" x="3460750" y="4616450"/>
          <p14:tracePt t="543243" x="3708400" y="4660900"/>
          <p14:tracePt t="543258" x="3911600" y="4699000"/>
          <p14:tracePt t="543275" x="3981450" y="4711700"/>
          <p14:tracePt t="543292" x="4076700" y="4737100"/>
          <p14:tracePt t="543309" x="4114800" y="4749800"/>
          <p14:tracePt t="543326" x="4127500" y="4756150"/>
          <p14:tracePt t="543342" x="4140200" y="4762500"/>
          <p14:tracePt t="543358" x="4146550" y="4762500"/>
          <p14:tracePt t="543375" x="4152900" y="4768850"/>
          <p14:tracePt t="543392" x="4159250" y="4768850"/>
          <p14:tracePt t="543412" x="4165600" y="4768850"/>
          <p14:tracePt t="543425" x="4171950" y="4775200"/>
          <p14:tracePt t="543441" x="4184650" y="4775200"/>
          <p14:tracePt t="543458" x="4191000" y="4781550"/>
          <p14:tracePt t="543475" x="4197350" y="4781550"/>
          <p14:tracePt t="543491" x="4210050" y="4787900"/>
          <p14:tracePt t="543508" x="4216400" y="4787900"/>
          <p14:tracePt t="543525" x="4235450" y="4794250"/>
          <p14:tracePt t="543541" x="4248150" y="4806950"/>
          <p14:tracePt t="543558" x="4260850" y="4813300"/>
          <p14:tracePt t="543574" x="4292600" y="4838700"/>
          <p14:tracePt t="543591" x="4305300" y="4857750"/>
          <p14:tracePt t="543594" x="4330700" y="4870450"/>
          <p14:tracePt t="543609" x="4375150" y="4914900"/>
          <p14:tracePt t="543624" x="4394200" y="4933950"/>
          <p14:tracePt t="543641" x="4425950" y="4953000"/>
          <p14:tracePt t="543658" x="4476750" y="4991100"/>
          <p14:tracePt t="543674" x="4521200" y="5010150"/>
          <p14:tracePt t="543691" x="4533900" y="5022850"/>
          <p14:tracePt t="543708" x="4559300" y="5029200"/>
          <p14:tracePt t="543723" x="4572000" y="5035550"/>
          <p14:tracePt t="543757" x="4578350" y="5035550"/>
          <p14:tracePt t="543806" x="4578350" y="5029200"/>
          <p14:tracePt t="543813" x="4572000" y="5016500"/>
          <p14:tracePt t="543823" x="4565650" y="5016500"/>
          <p14:tracePt t="543841" x="4552950" y="4997450"/>
          <p14:tracePt t="543857" x="4540250" y="4972050"/>
          <p14:tracePt t="543873" x="4533900" y="4959350"/>
          <p14:tracePt t="543890" x="4470400" y="4895850"/>
          <p14:tracePt t="543907" x="4432300" y="4870450"/>
          <p14:tracePt t="543923" x="4413250" y="4851400"/>
          <p14:tracePt t="543940" x="4343400" y="4800600"/>
          <p14:tracePt t="543956" x="4279900" y="4762500"/>
          <p14:tracePt t="543974" x="4229100" y="4730750"/>
          <p14:tracePt t="543989" x="4210050" y="4718050"/>
          <p14:tracePt t="544006" x="4178300" y="4692650"/>
          <p14:tracePt t="544023" x="4152900" y="4673600"/>
          <p14:tracePt t="544040" x="4146550" y="4660900"/>
          <p14:tracePt t="544056" x="4127500" y="4641850"/>
          <p14:tracePt t="544073" x="4121150" y="4622800"/>
          <p14:tracePt t="544089" x="4121150" y="4616450"/>
          <p14:tracePt t="544093" x="4114800" y="4610100"/>
          <p14:tracePt t="544106" x="4114800" y="4597400"/>
          <p14:tracePt t="544123" x="4114800" y="4591050"/>
          <p14:tracePt t="544143" x="4114800" y="4584700"/>
          <p14:tracePt t="544192" x="4114800" y="4591050"/>
          <p14:tracePt t="544213" x="4114800" y="4597400"/>
          <p14:tracePt t="544227" x="4114800" y="4603750"/>
          <p14:tracePt t="544241" x="4114800" y="4610100"/>
          <p14:tracePt t="544255" x="4114800" y="4616450"/>
          <p14:tracePt t="544262" x="4114800" y="4635500"/>
          <p14:tracePt t="544276" x="4114800" y="4641850"/>
          <p14:tracePt t="544288" x="4114800" y="4673600"/>
          <p14:tracePt t="544306" x="4114800" y="4737100"/>
          <p14:tracePt t="544322" x="4114800" y="4794250"/>
          <p14:tracePt t="544339" x="4114800" y="4908550"/>
          <p14:tracePt t="544355" x="4114800" y="5022850"/>
          <p14:tracePt t="544372" x="4114800" y="5073650"/>
          <p14:tracePt t="544389" x="4114800" y="5143500"/>
          <p14:tracePt t="544405" x="4114800" y="5187950"/>
          <p14:tracePt t="544421" x="4121150" y="5200650"/>
          <p14:tracePt t="544439" x="4127500" y="5213350"/>
          <p14:tracePt t="544455" x="4127500" y="5219700"/>
          <p14:tracePt t="544494" x="4133850" y="5226050"/>
          <p14:tracePt t="544592" x="4127500" y="5226050"/>
          <p14:tracePt t="544614" x="4121150" y="5226050"/>
          <p14:tracePt t="544634" x="4114800" y="5226050"/>
          <p14:tracePt t="544649" x="4114800" y="5219700"/>
          <p14:tracePt t="544663" x="4108450" y="5219700"/>
          <p14:tracePt t="544677" x="4102100" y="5219700"/>
          <p14:tracePt t="544687" x="4089400" y="5219700"/>
          <p14:tracePt t="544704" x="4070350" y="5219700"/>
          <p14:tracePt t="544720" x="4000500" y="5219700"/>
          <p14:tracePt t="544737" x="3860800" y="5219700"/>
          <p14:tracePt t="544755" x="3670300" y="5219700"/>
          <p14:tracePt t="544770" x="3568700" y="5219700"/>
          <p14:tracePt t="544787" x="3441700" y="5226050"/>
          <p14:tracePt t="544804" x="3028950" y="5245100"/>
          <p14:tracePt t="544820" x="2889250" y="5257800"/>
          <p14:tracePt t="544837" x="2749550" y="5270500"/>
          <p14:tracePt t="544853" x="2482850" y="5289550"/>
          <p14:tracePt t="544870" x="2254250" y="5302250"/>
          <p14:tracePt t="544888" x="2038350" y="5321300"/>
          <p14:tracePt t="544903" x="1936750" y="5334000"/>
          <p14:tracePt t="544920" x="1778000" y="5353050"/>
          <p14:tracePt t="544937" x="1663700" y="5359400"/>
          <p14:tracePt t="544953" x="1619250" y="5365750"/>
          <p14:tracePt t="544970" x="1555750" y="5365750"/>
          <p14:tracePt t="544987" x="1511300" y="5365750"/>
          <p14:tracePt t="545003" x="1504950" y="5365750"/>
          <p14:tracePt t="545019" x="1498600" y="5365750"/>
          <p14:tracePt t="545036" x="1473200" y="5365750"/>
          <p14:tracePt t="545053" x="1454150" y="5365750"/>
          <p14:tracePt t="545070" x="1441450" y="5359400"/>
          <p14:tracePt t="545086" x="1397000" y="5353050"/>
          <p14:tracePt t="545102" x="1346200" y="5346700"/>
          <p14:tracePt t="545120" x="1301750" y="5346700"/>
          <p14:tracePt t="545136" x="1270000" y="5340350"/>
          <p14:tracePt t="545152" x="1231900" y="5334000"/>
          <p14:tracePt t="545169" x="1181100" y="5321300"/>
          <p14:tracePt t="545186" x="1155700" y="5314950"/>
          <p14:tracePt t="545202" x="1098550" y="5283200"/>
          <p14:tracePt t="545219" x="1054100" y="5251450"/>
          <p14:tracePt t="545236" x="1035050" y="5245100"/>
          <p14:tracePt t="545252" x="990600" y="5219700"/>
          <p14:tracePt t="545268" x="952500" y="5187950"/>
          <p14:tracePt t="545285" x="939800" y="5181600"/>
          <p14:tracePt t="545302" x="914400" y="5162550"/>
          <p14:tracePt t="545318" x="901700" y="5143500"/>
          <p14:tracePt t="545335" x="889000" y="5137150"/>
          <p14:tracePt t="545352" x="889000" y="5124450"/>
          <p14:tracePt t="545368" x="882650" y="5124450"/>
          <p14:tracePt t="545401" x="876300" y="5124450"/>
          <p14:tracePt t="545418" x="876300" y="5111750"/>
          <p14:tracePt t="545435" x="876300" y="5105400"/>
          <p14:tracePt t="545457" x="876300" y="5099050"/>
          <p14:tracePt t="545478" x="876300" y="5092700"/>
          <p14:tracePt t="545520" x="876300" y="5086350"/>
          <p14:tracePt t="545562" x="882650" y="5086350"/>
          <p14:tracePt t="545598" x="889000" y="5086350"/>
          <p14:tracePt t="545611" x="895350" y="5086350"/>
          <p14:tracePt t="545633" x="901700" y="5086350"/>
          <p14:tracePt t="545640" x="908050" y="5086350"/>
          <p14:tracePt t="545650" x="920750" y="5086350"/>
          <p14:tracePt t="545669" x="958850" y="5086350"/>
          <p14:tracePt t="545684" x="996950" y="5086350"/>
          <p14:tracePt t="545700" x="1041400" y="5080000"/>
          <p14:tracePt t="545717" x="1282700" y="5080000"/>
          <p14:tracePt t="545733" x="1397000" y="5080000"/>
          <p14:tracePt t="545750" x="1530350" y="5080000"/>
          <p14:tracePt t="545767" x="1847850" y="5086350"/>
          <p14:tracePt t="545783" x="2241550" y="5086350"/>
          <p14:tracePt t="545800" x="2451100" y="5099050"/>
          <p14:tracePt t="545817" x="2908300" y="5124450"/>
          <p14:tracePt t="545833" x="3263900" y="5149850"/>
          <p14:tracePt t="545851" x="3549650" y="5175250"/>
          <p14:tracePt t="545867" x="3663950" y="5181600"/>
          <p14:tracePt t="545883" x="3848100" y="5207000"/>
          <p14:tracePt t="545900" x="3962400" y="5213350"/>
          <p14:tracePt t="545916" x="3994150" y="5213350"/>
          <p14:tracePt t="545933" x="4032250" y="5207000"/>
          <p14:tracePt t="545949" x="4051300" y="5200650"/>
          <p14:tracePt t="545966" x="4057650" y="5194300"/>
          <p14:tracePt t="545983" x="4064000" y="5194300"/>
          <p14:tracePt t="545999" x="4070350" y="5194300"/>
          <p14:tracePt t="546146" x="4076700" y="5200650"/>
          <p14:tracePt t="546852" x="4127500" y="5181600"/>
          <p14:tracePt t="546866" x="4197350" y="5143500"/>
          <p14:tracePt t="546873" x="4267200" y="5105400"/>
          <p14:tracePt t="546887" x="4311650" y="5080000"/>
          <p14:tracePt t="546896" x="4343400" y="5054600"/>
          <p14:tracePt t="546913" x="4375150" y="5041900"/>
          <p14:tracePt t="546929" x="4400550" y="5022850"/>
          <p14:tracePt t="546946" x="4425950" y="5003800"/>
          <p14:tracePt t="546963" x="4432300" y="4997450"/>
          <p14:tracePt t="546979" x="4438650" y="4991100"/>
          <p14:tracePt t="546996" x="4451350" y="4978400"/>
          <p14:tracePt t="547014" x="4464050" y="4965700"/>
          <p14:tracePt t="547029" x="4470400" y="4953000"/>
          <p14:tracePt t="547046" x="4489450" y="4946650"/>
          <p14:tracePt t="547063" x="4508500" y="4927600"/>
          <p14:tracePt t="547079" x="4514850" y="4914900"/>
          <p14:tracePt t="547096" x="4521200" y="4914900"/>
          <p14:tracePt t="547112" x="4540250" y="4895850"/>
          <p14:tracePt t="547129" x="4552950" y="4889500"/>
          <p14:tracePt t="547148" x="4559300" y="4889500"/>
          <p14:tracePt t="547175" x="4559300" y="4883150"/>
          <p14:tracePt t="547224" x="4565650" y="4876800"/>
          <p14:tracePt t="547273" x="4565650" y="4870450"/>
          <p14:tracePt t="547295" x="4578350" y="4870450"/>
          <p14:tracePt t="547309" x="4584700" y="4870450"/>
          <p14:tracePt t="547316" x="4597400" y="4870450"/>
          <p14:tracePt t="547328" x="4610100" y="4864100"/>
          <p14:tracePt t="547345" x="4660900" y="4845050"/>
          <p14:tracePt t="547361" x="4692650" y="4832350"/>
          <p14:tracePt t="547379" x="4787900" y="4806950"/>
          <p14:tracePt t="547394" x="4857750" y="4787900"/>
          <p14:tracePt t="547411" x="4889500" y="4781550"/>
          <p14:tracePt t="547428" x="4940300" y="4768850"/>
          <p14:tracePt t="547444" x="4953000" y="4768850"/>
          <p14:tracePt t="547461" x="4984750" y="4762500"/>
          <p14:tracePt t="547478" x="5003800" y="4762500"/>
          <p14:tracePt t="547511" x="5022850" y="4762500"/>
          <p14:tracePt t="547528" x="5048250" y="4768850"/>
          <p14:tracePt t="547544" x="5060950" y="4768850"/>
          <p14:tracePt t="547561" x="5099050" y="4781550"/>
          <p14:tracePt t="547577" x="5162550" y="4787900"/>
          <p14:tracePt t="547594" x="5200650" y="4794250"/>
          <p14:tracePt t="547611" x="5295900" y="4813300"/>
          <p14:tracePt t="547627" x="5353050" y="4819650"/>
          <p14:tracePt t="547644" x="5372100" y="4819650"/>
          <p14:tracePt t="547660" x="5397500" y="4826000"/>
          <p14:tracePt t="547677" x="5410200" y="4826000"/>
          <p14:tracePt t="547737" x="5410200" y="4819650"/>
          <p14:tracePt t="547787" x="5403850" y="4819650"/>
          <p14:tracePt t="547808" x="5397500" y="4819650"/>
          <p14:tracePt t="547836" x="5397500" y="4813300"/>
          <p14:tracePt t="547871" x="5391150" y="4813300"/>
          <p14:tracePt t="547899" x="5384800" y="4813300"/>
          <p14:tracePt t="547906" x="5378450" y="4813300"/>
          <p14:tracePt t="547928" x="5372100" y="4806950"/>
          <p14:tracePt t="547941" x="5365750" y="4806950"/>
          <p14:tracePt t="547955" x="5359400" y="4806950"/>
          <p14:tracePt t="547978" x="5359400" y="4800600"/>
          <p14:tracePt t="547997" x="5353050" y="4800600"/>
          <p14:tracePt t="548018" x="5340350" y="4800600"/>
          <p14:tracePt t="548027" x="5334000" y="4800600"/>
          <p14:tracePt t="548040" x="5334000" y="4794250"/>
          <p14:tracePt t="548047" x="5327650" y="4794250"/>
          <p14:tracePt t="548062" x="5321300" y="4794250"/>
          <p14:tracePt t="548076" x="5314950" y="4787900"/>
          <p14:tracePt t="548092" x="5308600" y="4787900"/>
          <p14:tracePt t="548109" x="5302250" y="4781550"/>
          <p14:tracePt t="548125" x="5295900" y="4781550"/>
          <p14:tracePt t="548142" x="5289550" y="4775200"/>
          <p14:tracePt t="548159" x="5270500" y="4762500"/>
          <p14:tracePt t="548176" x="5264150" y="4749800"/>
          <p14:tracePt t="548192" x="5245100" y="4705350"/>
          <p14:tracePt t="548208" x="5213350" y="4641850"/>
          <p14:tracePt t="548225" x="5187950" y="4597400"/>
          <p14:tracePt t="548241" x="5156200" y="4527550"/>
          <p14:tracePt t="548258" x="5111750" y="4451350"/>
          <p14:tracePt t="548275" x="5086350" y="4413250"/>
          <p14:tracePt t="548292" x="5029200" y="4349750"/>
          <p14:tracePt t="548308" x="4959350" y="4279900"/>
          <p14:tracePt t="548325" x="4927600" y="4254500"/>
          <p14:tracePt t="548342" x="4851400" y="4203700"/>
          <p14:tracePt t="548358" x="4819650" y="4184650"/>
          <p14:tracePt t="548374" x="4768850" y="4159250"/>
          <p14:tracePt t="548391" x="4730750" y="4127500"/>
          <p14:tracePt t="548407" x="4718050" y="4114800"/>
          <p14:tracePt t="548425" x="4705350" y="4089400"/>
          <p14:tracePt t="548441" x="4692650" y="4070350"/>
          <p14:tracePt t="548458" x="4686300" y="4064000"/>
          <p14:tracePt t="548475" x="4679950" y="4051300"/>
          <p14:tracePt t="548491" x="4673600" y="4038600"/>
          <p14:tracePt t="548507" x="4673600" y="4025900"/>
          <p14:tracePt t="548524" x="4667250" y="4013200"/>
          <p14:tracePt t="548540" x="4660900" y="4006850"/>
          <p14:tracePt t="548557" x="4654550" y="4006850"/>
          <p14:tracePt t="548574" x="4648200" y="4000500"/>
          <p14:tracePt t="548590" x="4641850" y="3994150"/>
          <p14:tracePt t="548622" x="4635500" y="3994150"/>
          <p14:tracePt t="548693" x="4635500" y="3987800"/>
          <p14:tracePt t="548763" x="4641850" y="3987800"/>
          <p14:tracePt t="548769" x="4648200" y="3987800"/>
          <p14:tracePt t="548862" x="4654550" y="3987800"/>
          <p14:tracePt t="548925" x="4654550" y="3981450"/>
          <p14:tracePt t="548953" x="4648200" y="3975100"/>
          <p14:tracePt t="549002" x="4641850" y="3975100"/>
          <p14:tracePt t="549045" x="4635500" y="3975100"/>
          <p14:tracePt t="549073" x="4635500" y="3981450"/>
          <p14:tracePt t="549079" x="4635500" y="3987800"/>
          <p14:tracePt t="549094" x="4635500" y="3994150"/>
          <p14:tracePt t="549105" x="4635500" y="4000500"/>
          <p14:tracePt t="549122" x="4635500" y="4006850"/>
          <p14:tracePt t="549138" x="4635500" y="4013200"/>
          <p14:tracePt t="549156" x="4629150" y="4019550"/>
          <p14:tracePt t="549172" x="4622800" y="4038600"/>
          <p14:tracePt t="549188" x="4616450" y="4051300"/>
          <p14:tracePt t="549206" x="4597400" y="4083050"/>
          <p14:tracePt t="549221" x="4546600" y="4146550"/>
          <p14:tracePt t="549238" x="4514850" y="4184650"/>
          <p14:tracePt t="549256" x="4432300" y="4267200"/>
          <p14:tracePt t="549271" x="4375150" y="4305300"/>
          <p14:tracePt t="549288" x="4254500" y="4400550"/>
          <p14:tracePt t="549305" x="4165600" y="4495800"/>
          <p14:tracePt t="549321" x="4108450" y="4540250"/>
          <p14:tracePt t="549338" x="4025900" y="4622800"/>
          <p14:tracePt t="549354" x="3962400" y="4718050"/>
          <p14:tracePt t="549371" x="3924300" y="4749800"/>
          <p14:tracePt t="549388" x="3867150" y="4794250"/>
          <p14:tracePt t="549404" x="3841750" y="4826000"/>
          <p14:tracePt t="549421" x="3829050" y="4838700"/>
          <p14:tracePt t="549438" x="3810000" y="4864100"/>
          <p14:tracePt t="549454" x="3797300" y="4883150"/>
          <p14:tracePt t="549471" x="3790950" y="4889500"/>
          <p14:tracePt t="549488" x="3778250" y="4895850"/>
          <p14:tracePt t="549504" x="3771900" y="4895850"/>
          <p14:tracePt t="549521" x="3765550" y="4895850"/>
          <p14:tracePt t="549554" x="3759200" y="4895850"/>
          <p14:tracePt t="549570" x="3752850" y="4895850"/>
          <p14:tracePt t="549614" x="3746500" y="4895850"/>
          <p14:tracePt t="549909" x="3740150" y="4895850"/>
          <p14:tracePt t="549944" x="3733800" y="4895850"/>
          <p14:tracePt t="549994" x="3727450" y="4895850"/>
          <p14:tracePt t="550015" x="3721100" y="4895850"/>
          <p14:tracePt t="550029" x="3714750" y="4895850"/>
          <p14:tracePt t="550038" x="3708400" y="4895850"/>
          <p14:tracePt t="550052" x="3702050" y="4895850"/>
          <p14:tracePt t="550069" x="3683000" y="4895850"/>
          <p14:tracePt t="550085" x="3632200" y="4902200"/>
          <p14:tracePt t="550102" x="3600450" y="4902200"/>
          <p14:tracePt t="550120" x="3549650" y="4908550"/>
          <p14:tracePt t="550122" x="3498850" y="4914900"/>
          <p14:tracePt t="550135" x="3359150" y="4927600"/>
          <p14:tracePt t="550152" x="3276600" y="4940300"/>
          <p14:tracePt t="550169" x="3124200" y="4965700"/>
          <p14:tracePt t="550185" x="3054350" y="4978400"/>
          <p14:tracePt t="550201" x="2914650" y="5003800"/>
          <p14:tracePt t="550218" x="2794000" y="5016500"/>
          <p14:tracePt t="550235" x="2743200" y="5022850"/>
          <p14:tracePt t="550251" x="2647950" y="5029200"/>
          <p14:tracePt t="550268" x="2565400" y="5041900"/>
          <p14:tracePt t="550284" x="2546350" y="5048250"/>
          <p14:tracePt t="550301" x="2514600" y="5048250"/>
          <p14:tracePt t="550318" x="2489200" y="5048250"/>
          <p14:tracePt t="550335" x="2476500" y="5054600"/>
          <p14:tracePt t="550351" x="2457450" y="5054600"/>
          <p14:tracePt t="550368" x="2451100" y="5060950"/>
          <p14:tracePt t="550384" x="2438400" y="5060950"/>
          <p14:tracePt t="550401" x="2425700" y="5060950"/>
          <p14:tracePt t="550418" x="2413000" y="5060950"/>
          <p14:tracePt t="550434" x="2406650" y="5067300"/>
          <p14:tracePt t="550450" x="2400300" y="5067300"/>
          <p14:tracePt t="550467" x="2393950" y="5067300"/>
          <p14:tracePt t="550483" x="2387600" y="5067300"/>
          <p14:tracePt t="550521" x="2381250" y="5067300"/>
          <p14:tracePt t="550696" x="2387600" y="5060950"/>
          <p14:tracePt t="550710" x="2393950" y="5060950"/>
          <p14:tracePt t="550719" x="2393950" y="5054600"/>
          <p14:tracePt t="550733" x="2400300" y="5054600"/>
          <p14:tracePt t="550750" x="2406650" y="5048250"/>
          <p14:tracePt t="550767" x="2425700" y="5022850"/>
          <p14:tracePt t="550783" x="2438400" y="5010150"/>
          <p14:tracePt t="550799" x="2463800" y="4991100"/>
          <p14:tracePt t="550816" x="2520950" y="4933950"/>
          <p14:tracePt t="550833" x="2603500" y="4838700"/>
          <p14:tracePt t="550849" x="2641600" y="4781550"/>
          <p14:tracePt t="550866" x="2730500" y="4667250"/>
          <p14:tracePt t="550883" x="2806700" y="4552950"/>
          <p14:tracePt t="550900" x="2857500" y="4464050"/>
          <p14:tracePt t="550916" x="2863850" y="4432300"/>
          <p14:tracePt t="550932" x="2876550" y="4400550"/>
          <p14:tracePt t="550949" x="2889250" y="4381500"/>
          <p14:tracePt t="550983" x="2889250" y="4375150"/>
          <p14:tracePt t="551001" x="2895600" y="4375150"/>
          <p14:tracePt t="551209" x="2895600" y="4387850"/>
          <p14:tracePt t="551223" x="2889250" y="4400550"/>
          <p14:tracePt t="551230" x="2882900" y="4419600"/>
          <p14:tracePt t="551244" x="2876550" y="4445000"/>
          <p14:tracePt t="551251" x="2851150" y="4464050"/>
          <p14:tracePt t="551265" x="2825750" y="4508500"/>
          <p14:tracePt t="551281" x="2762250" y="4597400"/>
          <p14:tracePt t="551298" x="2724150" y="4654550"/>
          <p14:tracePt t="551315" x="2647950" y="4768850"/>
          <p14:tracePt t="551331" x="2584450" y="4864100"/>
          <p14:tracePt t="551348" x="2559050" y="4908550"/>
          <p14:tracePt t="551364" x="2520950" y="4959350"/>
          <p14:tracePt t="551381" x="2514600" y="4978400"/>
          <p14:tracePt t="551398" x="2508250" y="4997450"/>
          <p14:tracePt t="551414" x="2501900" y="5016500"/>
          <p14:tracePt t="551447" x="2501900" y="5022850"/>
          <p14:tracePt t="551603" x="2501900" y="5016500"/>
          <p14:tracePt t="551631" x="2508250" y="5016500"/>
          <p14:tracePt t="552414" x="2508250" y="5022850"/>
          <p14:tracePt t="552429" x="2508250" y="5029200"/>
          <p14:tracePt t="552435" x="2508250" y="5035550"/>
          <p14:tracePt t="552456" x="2514600" y="5041900"/>
          <p14:tracePt t="552470" x="2514600" y="5048250"/>
          <p14:tracePt t="552480" x="2514600" y="5054600"/>
          <p14:tracePt t="552494" x="2514600" y="5067300"/>
          <p14:tracePt t="552510" x="2514600" y="5080000"/>
          <p14:tracePt t="552527" x="2514600" y="5099050"/>
          <p14:tracePt t="552543" x="2508250" y="5111750"/>
          <p14:tracePt t="552560" x="2501900" y="5149850"/>
          <p14:tracePt t="552576" x="2482850" y="5200650"/>
          <p14:tracePt t="552593" x="2470150" y="5219700"/>
          <p14:tracePt t="552610" x="2413000" y="5264150"/>
          <p14:tracePt t="552626" x="2336800" y="5327650"/>
          <p14:tracePt t="552643" x="2292350" y="5353050"/>
          <p14:tracePt t="552660" x="2203450" y="5397500"/>
          <p14:tracePt t="552676" x="2159000" y="5403850"/>
          <p14:tracePt t="552693" x="2082800" y="5416550"/>
          <p14:tracePt t="552709" x="1949450" y="5435600"/>
          <p14:tracePt t="552726" x="1873250" y="5435600"/>
          <p14:tracePt t="552743" x="1720850" y="5435600"/>
          <p14:tracePt t="552759" x="1612900" y="5422900"/>
          <p14:tracePt t="552776" x="1568450" y="5416550"/>
          <p14:tracePt t="552793" x="1524000" y="5397500"/>
          <p14:tracePt t="552809" x="1492250" y="5378450"/>
          <p14:tracePt t="552826" x="1479550" y="5372100"/>
          <p14:tracePt t="552842" x="1454150" y="5359400"/>
          <p14:tracePt t="552859" x="1441450" y="5346700"/>
          <p14:tracePt t="552893" x="1435100" y="5346700"/>
          <p14:tracePt t="552909" x="1428750" y="5340350"/>
          <p14:tracePt t="552926" x="1422400" y="5340350"/>
          <p14:tracePt t="553011" x="1428750" y="5340350"/>
          <p14:tracePt t="553032" x="1435100" y="5340350"/>
          <p14:tracePt t="553067" x="1441450" y="5340350"/>
          <p14:tracePt t="553088" x="1447800" y="5340350"/>
          <p14:tracePt t="553110" x="1454150" y="5340350"/>
          <p14:tracePt t="553152" x="1466850" y="5340350"/>
          <p14:tracePt t="553173" x="1473200" y="5340350"/>
          <p14:tracePt t="553187" x="1479550" y="5346700"/>
          <p14:tracePt t="553222" x="1485900" y="5346700"/>
          <p14:tracePt t="553229" x="1492250" y="5346700"/>
          <p14:tracePt t="553244" x="1498600" y="5346700"/>
          <p14:tracePt t="553258" x="1524000" y="5353050"/>
          <p14:tracePt t="553274" x="1549400" y="5353050"/>
          <p14:tracePt t="553292" x="1619250" y="5359400"/>
          <p14:tracePt t="553307" x="1682750" y="5359400"/>
          <p14:tracePt t="553324" x="1828800" y="5378450"/>
          <p14:tracePt t="553342" x="1993900" y="5391150"/>
          <p14:tracePt t="553357" x="2095500" y="5403850"/>
          <p14:tracePt t="553374" x="2336800" y="5410200"/>
          <p14:tracePt t="553391" x="2584450" y="5410200"/>
          <p14:tracePt t="553407" x="2705100" y="5422900"/>
          <p14:tracePt t="553423" x="3022600" y="5448300"/>
          <p14:tracePt t="553440" x="3378200" y="5467350"/>
          <p14:tracePt t="553457" x="3536950" y="5467350"/>
          <p14:tracePt t="553474" x="3860800" y="5492750"/>
          <p14:tracePt t="553490" x="4152900" y="5505450"/>
          <p14:tracePt t="553507" x="4292600" y="5505450"/>
          <p14:tracePt t="553524" x="4406900" y="5505450"/>
          <p14:tracePt t="553539" x="4813300" y="5467350"/>
          <p14:tracePt t="553556" x="4933950" y="5467350"/>
          <p14:tracePt t="553573" x="5187950" y="5461000"/>
          <p14:tracePt t="553590" x="5327650" y="5448300"/>
          <p14:tracePt t="553606" x="5619750" y="5454650"/>
          <p14:tracePt t="553623" x="5886450" y="5454650"/>
          <p14:tracePt t="553639" x="6013450" y="5454650"/>
          <p14:tracePt t="553657" x="6388100" y="5454650"/>
          <p14:tracePt t="553673" x="6527800" y="5454650"/>
          <p14:tracePt t="553689" x="6642100" y="5461000"/>
          <p14:tracePt t="553707" x="7004050" y="5486400"/>
          <p14:tracePt t="553723" x="7080250" y="5486400"/>
          <p14:tracePt t="553740" x="7169150" y="5492750"/>
          <p14:tracePt t="553756" x="7251700" y="5499100"/>
          <p14:tracePt t="554267" x="7283450" y="5499100"/>
          <p14:tracePt t="554274" x="7334250" y="5499100"/>
          <p14:tracePt t="554287" x="7385050" y="5499100"/>
          <p14:tracePt t="554304" x="7480300" y="5486400"/>
          <p14:tracePt t="554321" x="7531100" y="5480050"/>
          <p14:tracePt t="554337" x="7607300" y="5454650"/>
          <p14:tracePt t="554354" x="7677150" y="5441950"/>
          <p14:tracePt t="554371" x="7721600" y="5429250"/>
          <p14:tracePt t="554387" x="7804150" y="5416550"/>
          <p14:tracePt t="554404" x="7854950" y="5403850"/>
          <p14:tracePt t="554421" x="8001000" y="5410200"/>
          <p14:tracePt t="554437" x="8051800" y="5410200"/>
          <p14:tracePt t="554454" x="8089900" y="5403850"/>
          <p14:tracePt t="554471" x="8147050" y="5403850"/>
          <p14:tracePt t="554487" x="8191500" y="5397500"/>
          <p14:tracePt t="554503" x="8210550" y="5391150"/>
          <p14:tracePt t="554520" x="8242300" y="5384800"/>
          <p14:tracePt t="554536" x="8280400" y="5384800"/>
          <p14:tracePt t="554553" x="8293100" y="5384800"/>
          <p14:tracePt t="554570" x="8318500" y="5391150"/>
          <p14:tracePt t="554587" x="8337550" y="5397500"/>
          <p14:tracePt t="554604" x="8350250" y="5397500"/>
          <p14:tracePt t="554619" x="8369300" y="5397500"/>
          <p14:tracePt t="554636" x="8388350" y="5403850"/>
          <p14:tracePt t="554653" x="8413750" y="5403850"/>
          <p14:tracePt t="554669" x="8426450" y="5403850"/>
          <p14:tracePt t="554687" x="8439150" y="5403850"/>
          <p14:tracePt t="554703" x="8489950" y="5403850"/>
          <p14:tracePt t="554719" x="8502650" y="5403850"/>
          <p14:tracePt t="554736" x="8509000" y="5403850"/>
          <p14:tracePt t="554752" x="8528050" y="5403850"/>
          <p14:tracePt t="554794" x="8515350" y="5403850"/>
          <p14:tracePt t="554808" x="8509000" y="5397500"/>
          <p14:tracePt t="554819" x="8489950" y="5391150"/>
          <p14:tracePt t="554836" x="8432800" y="5384800"/>
          <p14:tracePt t="554852" x="8382000" y="5372100"/>
          <p14:tracePt t="554869" x="8235950" y="5353050"/>
          <p14:tracePt t="554886" x="7994650" y="5346700"/>
          <p14:tracePt t="554902" x="7854950" y="5346700"/>
          <p14:tracePt t="554918" x="7518400" y="5334000"/>
          <p14:tracePt t="554935" x="7124700" y="5334000"/>
          <p14:tracePt t="554952" x="6940550" y="5334000"/>
          <p14:tracePt t="554969" x="6616700" y="5340350"/>
          <p14:tracePt t="554985" x="6305550" y="5340350"/>
          <p14:tracePt t="555002" x="6146800" y="5340350"/>
          <p14:tracePt t="555019" x="5899150" y="5340350"/>
          <p14:tracePt t="555035" x="5759450" y="5346700"/>
          <p14:tracePt t="555051" x="5505450" y="5346700"/>
          <p14:tracePt t="555068" x="5276850" y="5334000"/>
          <p14:tracePt t="555085" x="5162550" y="5334000"/>
          <p14:tracePt t="555101" x="4933950" y="5321300"/>
          <p14:tracePt t="555118" x="4692650" y="5314950"/>
          <p14:tracePt t="555134" x="4578350" y="5302250"/>
          <p14:tracePt t="555138" x="4457700" y="5302250"/>
          <p14:tracePt t="555151" x="4330700" y="5289550"/>
          <p14:tracePt t="555168" x="4108450" y="5270500"/>
          <p14:tracePt t="555184" x="4006850" y="5264150"/>
          <p14:tracePt t="555201" x="3803650" y="5238750"/>
          <p14:tracePt t="555217" x="3600450" y="5232400"/>
          <p14:tracePt t="555234" x="3511550" y="5219700"/>
          <p14:tracePt t="555251" x="3321050" y="5213350"/>
          <p14:tracePt t="555267" x="3244850" y="5200650"/>
          <p14:tracePt t="555284" x="3098800" y="5194300"/>
          <p14:tracePt t="555301" x="3035300" y="5181600"/>
          <p14:tracePt t="555317" x="2914650" y="5162550"/>
          <p14:tracePt t="555334" x="2794000" y="5143500"/>
          <p14:tracePt t="555350" x="2717800" y="5149850"/>
          <p14:tracePt t="555367" x="2686050" y="5149850"/>
          <p14:tracePt t="555384" x="2628900" y="5156200"/>
          <p14:tracePt t="555400" x="2578100" y="5156200"/>
          <p14:tracePt t="555417" x="2559050" y="5156200"/>
          <p14:tracePt t="555434" x="2508250" y="5162550"/>
          <p14:tracePt t="555450" x="2451100" y="5162550"/>
          <p14:tracePt t="555467" x="2425700" y="5162550"/>
          <p14:tracePt t="555483" x="2368550" y="5168900"/>
          <p14:tracePt t="555500" x="2317750" y="5181600"/>
          <p14:tracePt t="555517" x="2305050" y="5187950"/>
          <p14:tracePt t="555533" x="2260600" y="5200650"/>
          <p14:tracePt t="555550" x="2209800" y="5226050"/>
          <p14:tracePt t="555567" x="2190750" y="5232400"/>
          <p14:tracePt t="555997" x="2178050" y="5232400"/>
          <p14:tracePt t="556011" x="2146300" y="5232400"/>
          <p14:tracePt t="556019" x="2120900" y="5238750"/>
          <p14:tracePt t="556035" x="2089150" y="5245100"/>
          <p14:tracePt t="556047" x="2051050" y="5245100"/>
          <p14:tracePt t="556065" x="1924050" y="5245100"/>
          <p14:tracePt t="556082" x="1797050" y="5245100"/>
          <p14:tracePt t="556098" x="1727200" y="5257800"/>
          <p14:tracePt t="556114" x="1612900" y="5251450"/>
          <p14:tracePt t="556131" x="1543050" y="5251450"/>
          <p14:tracePt t="556148" x="1517650" y="5251450"/>
          <p14:tracePt t="556164" x="1479550" y="5251450"/>
          <p14:tracePt t="556181" x="1460500" y="5245100"/>
          <p14:tracePt t="556197" x="1447800" y="5245100"/>
          <p14:tracePt t="556214" x="1428750" y="5238750"/>
          <p14:tracePt t="556231" x="1416050" y="5238750"/>
          <p14:tracePt t="556247" x="1409700" y="5245100"/>
          <p14:tracePt t="556264" x="1397000" y="5245100"/>
          <p14:tracePt t="556280" x="1384300" y="5251450"/>
          <p14:tracePt t="556314" x="1377950" y="5251450"/>
          <p14:tracePt t="556335" x="1371600" y="5251450"/>
          <p14:tracePt t="556398" x="1377950" y="5245100"/>
          <p14:tracePt t="557043" x="1377950" y="5251450"/>
          <p14:tracePt t="557058" x="1384300" y="5251450"/>
          <p14:tracePt t="557065" x="1384300" y="5257800"/>
          <p14:tracePt t="557093" x="1397000" y="5264150"/>
          <p14:tracePt t="557114" x="1403350" y="5264150"/>
          <p14:tracePt t="557136" x="1409700" y="5270500"/>
          <p14:tracePt t="557142" x="1416050" y="5270500"/>
          <p14:tracePt t="557163" x="1422400" y="5276850"/>
          <p14:tracePt t="557199" x="1428750" y="5283200"/>
          <p14:tracePt t="557212" x="1435100" y="5283200"/>
          <p14:tracePt t="557255" x="1441450" y="5283200"/>
          <p14:tracePt t="557276" x="1447800" y="5283200"/>
          <p14:tracePt t="557283" x="1447800" y="5289550"/>
          <p14:tracePt t="557304" x="1454150" y="5289550"/>
          <p14:tracePt t="557325" x="1466850" y="5289550"/>
          <p14:tracePt t="557346" x="1473200" y="5289550"/>
          <p14:tracePt t="557353" x="1479550" y="5295900"/>
          <p14:tracePt t="557367" x="1492250" y="5295900"/>
          <p14:tracePt t="557377" x="1504950" y="5295900"/>
          <p14:tracePt t="557393" x="1530350" y="5302250"/>
          <p14:tracePt t="557410" x="1574800" y="5308600"/>
          <p14:tracePt t="557427" x="1638300" y="5314950"/>
          <p14:tracePt t="557444" x="1708150" y="5327650"/>
          <p14:tracePt t="557460" x="1733550" y="5334000"/>
          <p14:tracePt t="557476" x="1765300" y="5340350"/>
          <p14:tracePt t="557493" x="1854200" y="5359400"/>
          <p14:tracePt t="557509" x="1885950" y="5378450"/>
          <p14:tracePt t="557526" x="1905000" y="5384800"/>
          <p14:tracePt t="557543" x="1974850" y="5429250"/>
          <p14:tracePt t="557560" x="1993900" y="5441950"/>
          <p14:tracePt t="557576" x="2006600" y="5441950"/>
          <p14:tracePt t="557957" x="2012950" y="5454650"/>
          <p14:tracePt t="557971" x="2012950" y="5461000"/>
          <p14:tracePt t="557977" x="2019300" y="5473700"/>
          <p14:tracePt t="557994" x="2032000" y="5480050"/>
          <p14:tracePt t="558008" x="2063750" y="5505450"/>
          <p14:tracePt t="558024" x="2076450" y="5511800"/>
          <p14:tracePt t="558041" x="2108200" y="5537200"/>
          <p14:tracePt t="558058" x="2120900" y="5543550"/>
          <p14:tracePt t="558074" x="2139950" y="5568950"/>
          <p14:tracePt t="558092" x="2159000" y="5575300"/>
          <p14:tracePt t="558108" x="2165350" y="5581650"/>
          <p14:tracePt t="558125" x="2184400" y="5588000"/>
          <p14:tracePt t="558140" x="2190750" y="5594350"/>
          <p14:tracePt t="558174" x="2197100" y="5594350"/>
          <p14:tracePt t="558203" x="2203450" y="5600700"/>
          <p14:tracePt t="558273" x="2209800" y="5600700"/>
          <p14:tracePt t="558386" x="2209800" y="5607050"/>
          <p14:tracePt t="558801" x="2203450" y="5607050"/>
          <p14:tracePt t="558808" x="2184400" y="5607050"/>
          <p14:tracePt t="558825" x="2165350" y="5607050"/>
          <p14:tracePt t="558838" x="2146300" y="5607050"/>
          <p14:tracePt t="558855" x="2063750" y="5607050"/>
          <p14:tracePt t="558872" x="1924050" y="5607050"/>
          <p14:tracePt t="558888" x="1847850" y="5607050"/>
          <p14:tracePt t="558905" x="1657350" y="5607050"/>
          <p14:tracePt t="558921" x="1504950" y="5600700"/>
          <p14:tracePt t="558938" x="1441450" y="5581650"/>
          <p14:tracePt t="558956" x="1320800" y="5562600"/>
          <p14:tracePt t="558971" x="1200150" y="5537200"/>
          <p14:tracePt t="558988" x="1143000" y="5524500"/>
          <p14:tracePt t="559006" x="1060450" y="5499100"/>
          <p14:tracePt t="559021" x="1035050" y="5492750"/>
          <p14:tracePt t="559038" x="971550" y="5486400"/>
          <p14:tracePt t="559054" x="920750" y="5486400"/>
          <p14:tracePt t="559071" x="901700" y="5486400"/>
          <p14:tracePt t="559088" x="869950" y="5486400"/>
          <p14:tracePt t="559104" x="838200" y="5486400"/>
          <p14:tracePt t="559120" x="825500" y="5486400"/>
          <p14:tracePt t="559138" x="806450" y="5486400"/>
          <p14:tracePt t="559154" x="787400" y="5492750"/>
          <p14:tracePt t="559170" x="781050" y="5492750"/>
          <p14:tracePt t="559188" x="762000" y="5492750"/>
          <p14:tracePt t="559204" x="742950" y="5492750"/>
          <p14:tracePt t="559220" x="736600" y="5492750"/>
          <p14:tracePt t="559237" x="730250" y="5492750"/>
          <p14:tracePt t="559253" x="717550" y="5492750"/>
          <p14:tracePt t="559287" x="711200" y="5492750"/>
          <p14:tracePt t="559342" x="723900" y="5492750"/>
          <p14:tracePt t="559364" x="730250" y="5492750"/>
          <p14:tracePt t="559385" x="742950" y="5492750"/>
          <p14:tracePt t="559412" x="755650" y="5492750"/>
          <p14:tracePt t="559427" x="774700" y="5492750"/>
          <p14:tracePt t="559434" x="800100" y="5492750"/>
          <p14:tracePt t="559447" x="838200" y="5492750"/>
          <p14:tracePt t="559456" x="901700" y="5505450"/>
          <p14:tracePt t="559469" x="977900" y="5505450"/>
          <p14:tracePt t="559486" x="1193800" y="5524500"/>
          <p14:tracePt t="559503" x="1447800" y="5537200"/>
          <p14:tracePt t="559519" x="1606550" y="5543550"/>
          <p14:tracePt t="559536" x="1962150" y="5568950"/>
          <p14:tracePt t="559553" x="2254250" y="5581650"/>
          <p14:tracePt t="559569" x="2368550" y="5594350"/>
          <p14:tracePt t="559586" x="2482850" y="5600700"/>
          <p14:tracePt t="559602" x="2755900" y="5613400"/>
          <p14:tracePt t="559619" x="2819400" y="5619750"/>
          <p14:tracePt t="559636" x="2882900" y="5619750"/>
          <p14:tracePt t="559652" x="2965450" y="5619750"/>
          <p14:tracePt t="559669" x="3022600" y="5626100"/>
          <p14:tracePt t="559687" x="3054350" y="5626100"/>
          <p14:tracePt t="559702" x="3067050" y="5626100"/>
          <p14:tracePt t="559719" x="3079750" y="5626100"/>
          <p14:tracePt t="559736" x="3086100" y="5626100"/>
          <p14:tracePt t="559752" x="3092450" y="5626100"/>
          <p14:tracePt t="559768" x="3098800" y="5626100"/>
          <p14:tracePt t="559785" x="3105150" y="5626100"/>
          <p14:tracePt t="559855" x="3111500" y="5626100"/>
          <p14:tracePt t="559898" x="3111500" y="5619750"/>
          <p14:tracePt t="560017" x="3111500" y="5613400"/>
          <p14:tracePt t="560115" x="3111500" y="5607050"/>
          <p14:tracePt t="560828" x="3098800" y="5607050"/>
          <p14:tracePt t="560842" x="3079750" y="5607050"/>
          <p14:tracePt t="560851" x="3048000" y="5607050"/>
          <p14:tracePt t="560865" x="3022600" y="5600700"/>
          <p14:tracePt t="560881" x="2940050" y="5594350"/>
          <p14:tracePt t="560898" x="2857500" y="5588000"/>
          <p14:tracePt t="560914" x="2806700" y="5588000"/>
          <p14:tracePt t="560931" x="2755900" y="5588000"/>
          <p14:tracePt t="560948" x="2559050" y="5600700"/>
          <p14:tracePt t="560964" x="2482850" y="5607050"/>
          <p14:tracePt t="560981" x="2406650" y="5607050"/>
          <p14:tracePt t="560998" x="2190750" y="5607050"/>
          <p14:tracePt t="561014" x="2120900" y="5619750"/>
          <p14:tracePt t="561031" x="2082800" y="5626100"/>
          <p14:tracePt t="561048" x="1987550" y="5632450"/>
          <p14:tracePt t="561064" x="1917700" y="5651500"/>
          <p14:tracePt t="561081" x="1879600" y="5651500"/>
          <p14:tracePt t="561097" x="1854200" y="5651500"/>
          <p14:tracePt t="561114" x="1828800" y="5632450"/>
          <p14:tracePt t="561131" x="1809750" y="5626100"/>
          <p14:tracePt t="561147" x="1803400" y="5626100"/>
          <p14:tracePt t="561165" x="1797050" y="5626100"/>
          <p14:tracePt t="561181" x="1790700" y="5619750"/>
          <p14:tracePt t="561197" x="1784350" y="5619750"/>
          <p14:tracePt t="561200" x="1778000" y="5613400"/>
          <p14:tracePt t="561222" x="1771650" y="5607050"/>
          <p14:tracePt t="561230" x="1765300" y="5607050"/>
          <p14:tracePt t="561246" x="1765300" y="5600700"/>
          <p14:tracePt t="561265" x="1746250" y="5600700"/>
          <p14:tracePt t="561280" x="1746250" y="5594350"/>
          <p14:tracePt t="561297" x="1727200" y="5588000"/>
          <p14:tracePt t="561313" x="1720850" y="5588000"/>
          <p14:tracePt t="561334" x="1714500" y="5588000"/>
          <p14:tracePt t="561346" x="1708150" y="5588000"/>
          <p14:tracePt t="561365" x="1701800" y="5588000"/>
          <p14:tracePt t="561380" x="1695450" y="5588000"/>
          <p14:tracePt t="561405" x="1689100" y="5588000"/>
          <p14:tracePt t="561440" x="1682750" y="5588000"/>
          <p14:tracePt t="561475" x="1682750" y="5594350"/>
          <p14:tracePt t="561531" x="1682750" y="5600700"/>
          <p14:tracePt t="561693" x="1689100" y="5600700"/>
          <p14:tracePt t="561714" x="1695450" y="5594350"/>
          <p14:tracePt t="561742" x="1708150" y="5588000"/>
          <p14:tracePt t="561756" x="1714500" y="5588000"/>
          <p14:tracePt t="561764" x="1727200" y="5581650"/>
          <p14:tracePt t="561779" x="1739900" y="5575300"/>
          <p14:tracePt t="561795" x="1803400" y="5530850"/>
          <p14:tracePt t="561812" x="1911350" y="5473700"/>
          <p14:tracePt t="561828" x="1981200" y="5435600"/>
          <p14:tracePt t="561844" x="2063750" y="5397500"/>
          <p14:tracePt t="561862" x="2330450" y="5232400"/>
          <p14:tracePt t="561878" x="2413000" y="5181600"/>
          <p14:tracePt t="561894" x="2508250" y="5124450"/>
          <p14:tracePt t="561911" x="2660650" y="5022850"/>
          <p14:tracePt t="561928" x="2774950" y="4946650"/>
          <p14:tracePt t="561944" x="2806700" y="4921250"/>
          <p14:tracePt t="561961" x="2863850" y="4895850"/>
          <p14:tracePt t="561977" x="2889250" y="4883150"/>
          <p14:tracePt t="561995" x="2895600" y="4870450"/>
          <p14:tracePt t="562011" x="2901950" y="4870450"/>
          <p14:tracePt t="562027" x="2908300" y="4857750"/>
          <p14:tracePt t="562044" x="2914650" y="4851400"/>
          <p14:tracePt t="562107" x="2914650" y="4845050"/>
          <p14:tracePt t="562255" x="2908300" y="4845050"/>
          <p14:tracePt t="562325" x="2901950" y="4845050"/>
          <p14:tracePt t="562367" x="2895600" y="4845050"/>
          <p14:tracePt t="562416" x="2895600" y="4851400"/>
          <p14:tracePt t="562480" x="2889250" y="4857750"/>
          <p14:tracePt t="562564" x="2889250" y="4864100"/>
          <p14:tracePt t="562698" x="2889250" y="4870450"/>
          <p14:tracePt t="562740" x="2889250" y="4876800"/>
          <p14:tracePt t="562845" x="2889250" y="4883150"/>
          <p14:tracePt t="562867" x="2889250" y="4889500"/>
          <p14:tracePt t="562888" x="2889250" y="4895850"/>
          <p14:tracePt t="562916" x="2889250" y="4902200"/>
          <p14:tracePt t="562951" x="2889250" y="4908550"/>
          <p14:tracePt t="562979" x="2889250" y="4914900"/>
          <p14:tracePt t="563007" x="2889250" y="4921250"/>
          <p14:tracePt t="563021" x="2889250" y="4927600"/>
          <p14:tracePt t="563028" x="2889250" y="4933950"/>
          <p14:tracePt t="563044" x="2889250" y="4946650"/>
          <p14:tracePt t="563057" x="2901950" y="4978400"/>
          <p14:tracePt t="563074" x="2908300" y="5010150"/>
          <p14:tracePt t="563091" x="2908300" y="5073650"/>
          <p14:tracePt t="563106" x="2908300" y="5111750"/>
          <p14:tracePt t="563123" x="2914650" y="5194300"/>
          <p14:tracePt t="563141" x="2914650" y="5270500"/>
          <p14:tracePt t="563157" x="2914650" y="5314950"/>
          <p14:tracePt t="563173" x="2914650" y="5372100"/>
          <p14:tracePt t="563190" x="2914650" y="5429250"/>
          <p14:tracePt t="563207" x="2914650" y="5448300"/>
          <p14:tracePt t="563223" x="2908300" y="5486400"/>
          <p14:tracePt t="563240" x="2901950" y="5530850"/>
          <p14:tracePt t="563257" x="2901950" y="5549900"/>
          <p14:tracePt t="563274" x="2895600" y="5575300"/>
          <p14:tracePt t="563289" x="2895600" y="5600700"/>
          <p14:tracePt t="563306" x="2895600" y="5607050"/>
          <p14:tracePt t="563323" x="2889250" y="5613400"/>
          <p14:tracePt t="563339" x="2889250" y="5626100"/>
          <p14:tracePt t="563356" x="2889250" y="5632450"/>
          <p14:tracePt t="563389" x="2882900" y="5638800"/>
          <p14:tracePt t="563409" x="2882900" y="5645150"/>
          <p14:tracePt t="563464" x="2876550" y="5645150"/>
          <p14:tracePt t="563513" x="2870200" y="5645150"/>
          <p14:tracePt t="564656" x="2863850" y="5645150"/>
          <p14:tracePt t="564663" x="2844800" y="5645150"/>
          <p14:tracePt t="564677" x="2838450" y="5645150"/>
          <p14:tracePt t="564685" x="2813050" y="5645150"/>
          <p14:tracePt t="564702" x="2787650" y="5645150"/>
          <p14:tracePt t="564719" x="2736850" y="5645150"/>
          <p14:tracePt t="564734" x="2686050" y="5645150"/>
          <p14:tracePt t="564751" x="2660650" y="5645150"/>
          <p14:tracePt t="564769" x="2590800" y="5645150"/>
          <p14:tracePt t="564785" x="2533650" y="5645150"/>
          <p14:tracePt t="564802" x="2508250" y="5632450"/>
          <p14:tracePt t="564818" x="2463800" y="5632450"/>
          <p14:tracePt t="564834" x="2444750" y="5632450"/>
          <p14:tracePt t="564851" x="2413000" y="5626100"/>
          <p14:tracePt t="564868" x="2400300" y="5626100"/>
          <p14:tracePt t="564884" x="2393950" y="5626100"/>
          <p14:tracePt t="564902" x="2387600" y="5626100"/>
          <p14:tracePt t="564917" x="2381250" y="5626100"/>
          <p14:tracePt t="564934" x="2374900" y="5626100"/>
          <p14:tracePt t="564951" x="2362200" y="5626100"/>
          <p14:tracePt t="564968" x="2355850" y="5626100"/>
          <p14:tracePt t="564984" x="2349500" y="5626100"/>
          <p14:tracePt t="565001" x="2336800" y="5619750"/>
          <p14:tracePt t="565017" x="2305050" y="5613400"/>
          <p14:tracePt t="565033" x="2273300" y="5613400"/>
          <p14:tracePt t="565050" x="2197100" y="5600700"/>
          <p14:tracePt t="565067" x="2127250" y="5588000"/>
          <p14:tracePt t="565084" x="1911350" y="5581650"/>
          <p14:tracePt t="565100" x="1822450" y="5581650"/>
          <p14:tracePt t="565116" x="1746250" y="5581650"/>
          <p14:tracePt t="565134" x="1593850" y="5581650"/>
          <p14:tracePt t="565150" x="1441450" y="5581650"/>
          <p14:tracePt t="565166" x="1390650" y="5581650"/>
          <p14:tracePt t="565183" x="1295400" y="5594350"/>
          <p14:tracePt t="565200" x="1225550" y="5600700"/>
          <p14:tracePt t="565217" x="1200150" y="5600700"/>
          <p14:tracePt t="565233" x="1155700" y="5600700"/>
          <p14:tracePt t="565249" x="1117600" y="5600700"/>
          <p14:tracePt t="565267" x="1085850" y="5607050"/>
          <p14:tracePt t="565283" x="1060450" y="5607050"/>
          <p14:tracePt t="565300" x="1028700" y="5607050"/>
          <p14:tracePt t="565317" x="1003300" y="5607050"/>
          <p14:tracePt t="565332" x="990600" y="5607050"/>
          <p14:tracePt t="565349" x="984250" y="5607050"/>
          <p14:tracePt t="565366" x="977900" y="5607050"/>
          <p14:tracePt t="565382" x="965200" y="5607050"/>
          <p14:tracePt t="565399" x="958850" y="5607050"/>
          <p14:tracePt t="565416" x="952500" y="5600700"/>
          <p14:tracePt t="565432" x="946150" y="5600700"/>
          <p14:tracePt t="565450" x="933450" y="5600700"/>
          <p14:tracePt t="565465" x="927100" y="5600700"/>
          <p14:tracePt t="565482" x="914400" y="5600700"/>
          <p14:tracePt t="565499" x="901700" y="5600700"/>
          <p14:tracePt t="565516" x="876300" y="5600700"/>
          <p14:tracePt t="565532" x="838200" y="5600700"/>
          <p14:tracePt t="565549" x="774700" y="5600700"/>
          <p14:tracePt t="565565" x="730250" y="5594350"/>
          <p14:tracePt t="565582" x="641350" y="5594350"/>
          <p14:tracePt t="565598" x="565150" y="5594350"/>
          <p14:tracePt t="565615" x="533400" y="5594350"/>
          <p14:tracePt t="565633" x="482600" y="5594350"/>
          <p14:tracePt t="565648" x="476250" y="5594350"/>
          <p14:tracePt t="565682" x="495300" y="5594350"/>
          <p14:tracePt t="565698" x="508000" y="5594350"/>
          <p14:tracePt t="565715" x="546100" y="5594350"/>
          <p14:tracePt t="565731" x="635000" y="5594350"/>
          <p14:tracePt t="565748" x="717550" y="5594350"/>
          <p14:tracePt t="565764" x="914400" y="5594350"/>
          <p14:tracePt t="565781" x="1143000" y="5594350"/>
          <p14:tracePt t="565797" x="1257300" y="5594350"/>
          <p14:tracePt t="565815" x="1460500" y="5588000"/>
          <p14:tracePt t="565831" x="1676400" y="5568950"/>
          <p14:tracePt t="565847" x="1778000" y="5562600"/>
          <p14:tracePt t="565865" x="1987550" y="5530850"/>
          <p14:tracePt t="565880" x="2165350" y="5511800"/>
          <p14:tracePt t="565897" x="2241550" y="5511800"/>
          <p14:tracePt t="565914" x="2349500" y="5499100"/>
          <p14:tracePt t="565930" x="2451100" y="5492750"/>
          <p14:tracePt t="565947" x="2508250" y="5492750"/>
          <p14:tracePt t="565964" x="2609850" y="5492750"/>
          <p14:tracePt t="565980" x="2679700" y="5492750"/>
          <p14:tracePt t="565998" x="2730500" y="5492750"/>
          <p14:tracePt t="566013" x="2736850" y="5492750"/>
          <p14:tracePt t="566030" x="2749550" y="5492750"/>
          <p14:tracePt t="566048" x="2762250" y="5492750"/>
          <p14:tracePt t="566080" x="2768600" y="5492750"/>
          <p14:tracePt t="566364" x="2768600" y="5499100"/>
          <p14:tracePt t="567057" x="2736850" y="5499100"/>
          <p14:tracePt t="567064" x="2673350" y="5499100"/>
          <p14:tracePt t="567080" x="2571750" y="5499100"/>
          <p14:tracePt t="567093" x="2343150" y="5499100"/>
          <p14:tracePt t="567110" x="2184400" y="5486400"/>
          <p14:tracePt t="567127" x="2044700" y="5486400"/>
          <p14:tracePt t="567143" x="1733550" y="5486400"/>
          <p14:tracePt t="567159" x="1454150" y="5499100"/>
          <p14:tracePt t="567177" x="1187450" y="5511800"/>
          <p14:tracePt t="567193" x="1047750" y="5524500"/>
          <p14:tracePt t="567209" x="793750" y="5530850"/>
          <p14:tracePt t="567226" x="577850" y="5543550"/>
          <p14:tracePt t="567243" x="488950" y="5543550"/>
          <p14:tracePt t="567260" x="349250" y="5543550"/>
          <p14:tracePt t="567276" x="260350" y="5543550"/>
          <p14:tracePt t="567292" x="241300" y="5543550"/>
          <p14:tracePt t="567310" x="209550" y="5543550"/>
          <p14:tracePt t="567326" x="196850" y="5543550"/>
          <p14:tracePt t="567342" x="190500" y="5549900"/>
          <p14:tracePt t="567367" x="203200" y="5549900"/>
          <p14:tracePt t="567376" x="215900" y="5549900"/>
          <p14:tracePt t="567392" x="228600" y="5556250"/>
          <p14:tracePt t="567409" x="247650" y="5556250"/>
          <p14:tracePt t="567425" x="273050" y="5556250"/>
          <p14:tracePt t="567442" x="292100" y="5556250"/>
          <p14:tracePt t="567458" x="317500" y="5556250"/>
          <p14:tracePt t="567475" x="330200" y="5556250"/>
          <p14:tracePt t="567492" x="400050" y="5556250"/>
          <p14:tracePt t="567508" x="527050" y="5549900"/>
          <p14:tracePt t="567525" x="615950" y="5549900"/>
          <p14:tracePt t="567542" x="869950" y="5518150"/>
          <p14:tracePt t="567558" x="1193800" y="5499100"/>
          <p14:tracePt t="567575" x="1333500" y="5486400"/>
          <p14:tracePt t="567591" x="1587500" y="5467350"/>
          <p14:tracePt t="567608" x="1739900" y="5454650"/>
          <p14:tracePt t="567625" x="1784350" y="5448300"/>
          <p14:tracePt t="567642" x="1822450" y="5448300"/>
          <p14:tracePt t="567658" x="1835150" y="5448300"/>
          <p14:tracePt t="567691" x="1816100" y="5448300"/>
          <p14:tracePt t="567708" x="1797050" y="5441950"/>
          <p14:tracePt t="567725" x="1727200" y="5435600"/>
          <p14:tracePt t="567741" x="1625600" y="5422900"/>
          <p14:tracePt t="567758" x="1581150" y="5422900"/>
          <p14:tracePt t="567774" x="1454150" y="5403850"/>
          <p14:tracePt t="567791" x="1263650" y="5397500"/>
          <p14:tracePt t="567807" x="1149350" y="5384800"/>
          <p14:tracePt t="567811" x="1047750" y="5384800"/>
          <p14:tracePt t="567824" x="958850" y="5384800"/>
          <p14:tracePt t="567841" x="781050" y="5384800"/>
          <p14:tracePt t="567858" x="635000" y="5384800"/>
          <p14:tracePt t="567874" x="571500" y="5384800"/>
          <p14:tracePt t="567890" x="457200" y="5403850"/>
          <p14:tracePt t="567907" x="374650" y="5422900"/>
          <p14:tracePt t="567924" x="342900" y="5422900"/>
          <p14:tracePt t="567940" x="311150" y="5429250"/>
          <p14:tracePt t="567957" x="292100" y="5429250"/>
          <p14:tracePt t="567973" x="285750" y="5429250"/>
          <p14:tracePt t="567990" x="279400" y="5435600"/>
          <p14:tracePt t="568006" x="279400" y="5441950"/>
          <p14:tracePt t="568040" x="279400" y="5448300"/>
          <p14:tracePt t="568062" x="285750" y="5448300"/>
          <p14:tracePt t="568098" x="285750" y="5454650"/>
          <p14:tracePt t="568112" x="285750" y="5461000"/>
          <p14:tracePt t="568118" x="292100" y="5461000"/>
          <p14:tracePt t="568147" x="298450" y="5467350"/>
          <p14:tracePt t="568160" x="298450" y="5473700"/>
          <p14:tracePt t="568189" x="298450" y="5480050"/>
          <p14:tracePt t="568210" x="298450" y="5486400"/>
          <p14:tracePt t="568259" x="298450" y="5492750"/>
          <p14:tracePt t="568287" x="298450" y="5499100"/>
          <p14:tracePt t="568307" x="298450" y="5505450"/>
          <p14:tracePt t="568323" x="298450" y="5511800"/>
          <p14:tracePt t="568350" x="298450" y="5518150"/>
          <p14:tracePt t="568357" x="298450" y="5524500"/>
          <p14:tracePt t="568379" x="298450" y="5530850"/>
          <p14:tracePt t="568400" x="298450" y="5537200"/>
          <p14:tracePt t="568413" x="298450" y="5543550"/>
          <p14:tracePt t="568420" x="298450" y="5549900"/>
          <p14:tracePt t="568449" x="298450" y="5556250"/>
          <p14:tracePt t="568470" x="304800" y="5562600"/>
          <p14:tracePt t="568511" x="311150" y="5562600"/>
          <p14:tracePt t="568560" x="323850" y="5562600"/>
          <p14:tracePt t="568581" x="330200" y="5562600"/>
          <p14:tracePt t="568589" x="336550" y="5562600"/>
          <p14:tracePt t="568603" x="342900" y="5562600"/>
          <p14:tracePt t="568610" x="349250" y="5562600"/>
          <p14:tracePt t="568625" x="361950" y="5562600"/>
          <p14:tracePt t="568638" x="425450" y="5549900"/>
          <p14:tracePt t="568654" x="488950" y="5543550"/>
          <p14:tracePt t="568671" x="584200" y="5524500"/>
          <p14:tracePt t="568688" x="787400" y="5492750"/>
          <p14:tracePt t="568704" x="1041400" y="5448300"/>
          <p14:tracePt t="568722" x="1187450" y="5429250"/>
          <p14:tracePt t="568737" x="1479550" y="5384800"/>
          <p14:tracePt t="568754" x="1790700" y="5346700"/>
          <p14:tracePt t="568772" x="1924050" y="5334000"/>
          <p14:tracePt t="568788" x="2178050" y="5314950"/>
          <p14:tracePt t="568804" x="2393950" y="5308600"/>
          <p14:tracePt t="568822" x="2584450" y="5295900"/>
          <p14:tracePt t="568840" x="2667000" y="5283200"/>
          <p14:tracePt t="568854" x="2768600" y="5283200"/>
          <p14:tracePt t="568871" x="2863850" y="5276850"/>
          <p14:tracePt t="568888" x="2901950" y="5270500"/>
          <p14:tracePt t="568906" x="2946400" y="5257800"/>
          <p14:tracePt t="568921" x="3003550" y="5245100"/>
          <p14:tracePt t="568937" x="3054350" y="5245100"/>
          <p14:tracePt t="568953" x="3067050" y="5245100"/>
          <p14:tracePt t="568969" x="3086100" y="5245100"/>
          <p14:tracePt t="568986" x="3098800" y="5245100"/>
          <p14:tracePt t="569031" x="3105150" y="5245100"/>
          <p14:tracePt t="569055" x="3111500" y="5251450"/>
          <p14:tracePt t="569095" x="3117850" y="5257800"/>
          <p14:tracePt t="569102" x="3124200" y="5257800"/>
          <p14:tracePt t="569123" x="3130550" y="5257800"/>
          <p14:tracePt t="569131" x="3130550" y="5264150"/>
          <p14:tracePt t="569166" x="3136900" y="5270500"/>
          <p14:tracePt t="569200" x="3136900" y="5276850"/>
          <p14:tracePt t="569222" x="3136900" y="5283200"/>
          <p14:tracePt t="569243" x="3136900" y="5289550"/>
          <p14:tracePt t="569271" x="3136900" y="5295900"/>
          <p14:tracePt t="569284" x="3143250" y="5308600"/>
          <p14:tracePt t="569294" x="3143250" y="5314950"/>
          <p14:tracePt t="569306" x="3143250" y="5327650"/>
          <p14:tracePt t="569320" x="3149600" y="5340350"/>
          <p14:tracePt t="569336" x="3149600" y="5378450"/>
          <p14:tracePt t="569352" x="3149600" y="5403850"/>
          <p14:tracePt t="569371" x="3149600" y="5448300"/>
          <p14:tracePt t="569386" x="3130550" y="5492750"/>
          <p14:tracePt t="569402" x="3117850" y="5511800"/>
          <p14:tracePt t="569419" x="3086100" y="5537200"/>
          <p14:tracePt t="569436" x="3054350" y="5556250"/>
          <p14:tracePt t="569454" x="3009900" y="5568950"/>
          <p14:tracePt t="569469" x="2990850" y="5575300"/>
          <p14:tracePt t="569486" x="2965450" y="5588000"/>
          <p14:tracePt t="569503" x="2946400" y="5600700"/>
          <p14:tracePt t="569519" x="2940050" y="5607050"/>
          <p14:tracePt t="569535" x="2933700" y="5613400"/>
          <p14:tracePt t="569553" x="2933700" y="5619750"/>
          <p14:tracePt t="569571" x="2927350" y="5619750"/>
          <p14:tracePt t="569587" x="2927350" y="5626100"/>
          <p14:tracePt t="569608" x="2927350" y="5632450"/>
          <p14:tracePt t="569644" x="2921000" y="5632450"/>
          <p14:tracePt t="569721" x="2921000" y="5626100"/>
          <p14:tracePt t="571118" x="2927350" y="5600700"/>
          <p14:tracePt t="571132" x="2946400" y="5549900"/>
          <p14:tracePt t="571139" x="2959100" y="5505450"/>
          <p14:tracePt t="571153" x="2978150" y="5448300"/>
          <p14:tracePt t="571163" x="2997200" y="5397500"/>
          <p14:tracePt t="571182" x="3041650" y="5295900"/>
          <p14:tracePt t="571197" x="3060700" y="5264150"/>
          <p14:tracePt t="571213" x="3086100" y="5213350"/>
          <p14:tracePt t="571231" x="3130550" y="5149850"/>
          <p14:tracePt t="571246" x="3149600" y="5137150"/>
          <p14:tracePt t="573338" x="3162300" y="5137150"/>
          <p14:tracePt t="573352" x="3168650" y="5137150"/>
          <p14:tracePt t="573373" x="3181350" y="5137150"/>
          <p14:tracePt t="573387" x="3200400" y="5143500"/>
          <p14:tracePt t="573401" x="3225800" y="5143500"/>
          <p14:tracePt t="573409" x="3251200" y="5143500"/>
          <p14:tracePt t="573425" x="3282950" y="5143500"/>
          <p14:tracePt t="573439" x="3308350" y="5137150"/>
          <p14:tracePt t="573455" x="3416300" y="5130800"/>
          <p14:tracePt t="573473" x="3543300" y="5111750"/>
          <p14:tracePt t="573488" x="3625850" y="5111750"/>
          <p14:tracePt t="573505" x="3778250" y="5092700"/>
          <p14:tracePt t="573522" x="3905250" y="5080000"/>
          <p14:tracePt t="573538" x="3975100" y="5073650"/>
          <p14:tracePt t="573554" x="4102100" y="5073650"/>
          <p14:tracePt t="573571" x="4159250" y="508635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sz="4400" dirty="0" smtClean="0">
                <a:latin typeface="Elephant" panose="02020904090505020303" pitchFamily="18" charset="0"/>
                <a:ea typeface="ＭＳ Ｐゴシック" pitchFamily="-65" charset="-128"/>
              </a:rPr>
              <a:t>Putting Classes into Modules</a:t>
            </a:r>
            <a:endParaRPr lang="en-US" sz="4400" dirty="0">
              <a:latin typeface="Elephant" panose="02020904090505020303" pitchFamily="18" charset="0"/>
              <a:ea typeface="ＭＳ Ｐゴシック" pitchFamily="-65" charset="-128"/>
            </a:endParaRPr>
          </a:p>
        </p:txBody>
      </p:sp>
      <p:sp>
        <p:nvSpPr>
          <p:cNvPr id="60421" name="Rectangle 1027"/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686800" cy="58674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dirty="0" smtClean="0">
                <a:ea typeface="ＭＳ Ｐゴシック" pitchFamily="-65" charset="-128"/>
              </a:rPr>
              <a:t>We’ve learned about modules already.</a:t>
            </a:r>
          </a:p>
          <a:p>
            <a:pPr eaLnBrk="1" hangingPunct="1"/>
            <a:r>
              <a:rPr lang="en-US" sz="3200" dirty="0" smtClean="0">
                <a:ea typeface="ＭＳ Ｐゴシック" pitchFamily="-65" charset="-128"/>
              </a:rPr>
              <a:t>Now we note that </a:t>
            </a:r>
            <a:r>
              <a:rPr lang="en-US" sz="3200" dirty="0" smtClean="0">
                <a:solidFill>
                  <a:srgbClr val="FF0000"/>
                </a:solidFill>
                <a:ea typeface="ＭＳ Ｐゴシック" pitchFamily="-65" charset="-128"/>
              </a:rPr>
              <a:t>classes often get stored in modules.</a:t>
            </a:r>
          </a:p>
          <a:p>
            <a:pPr eaLnBrk="1" hangingPunct="1"/>
            <a:r>
              <a:rPr lang="en-US" sz="3200" spc="-100" dirty="0" smtClean="0">
                <a:ea typeface="ＭＳ Ｐゴシック" pitchFamily="-65" charset="-128"/>
              </a:rPr>
              <a:t>This encourages code reuse between projects.</a:t>
            </a:r>
            <a:endParaRPr lang="en-US" sz="3200" spc="-100" dirty="0">
              <a:ea typeface="ＭＳ Ｐゴシック" pitchFamily="-65" charset="-128"/>
            </a:endParaRPr>
          </a:p>
          <a:p>
            <a:pPr eaLnBrk="1" hangingPunct="1"/>
            <a:r>
              <a:rPr lang="en-US" sz="3200" dirty="0" smtClean="0">
                <a:ea typeface="ＭＳ Ｐゴシック" pitchFamily="-65" charset="-128"/>
              </a:rPr>
              <a:t>This lets you manage </a:t>
            </a:r>
            <a:r>
              <a:rPr lang="en-US" sz="3200" dirty="0">
                <a:ea typeface="ＭＳ Ｐゴシック" pitchFamily="-65" charset="-128"/>
              </a:rPr>
              <a:t>large </a:t>
            </a:r>
            <a:r>
              <a:rPr lang="en-US" sz="3200" dirty="0" smtClean="0">
                <a:ea typeface="ＭＳ Ｐゴシック" pitchFamily="-65" charset="-128"/>
              </a:rPr>
              <a:t>projects.</a:t>
            </a:r>
            <a:endParaRPr lang="en-US" sz="3200" dirty="0">
              <a:ea typeface="ＭＳ Ｐゴシック" pitchFamily="-65" charset="-128"/>
            </a:endParaRPr>
          </a:p>
          <a:p>
            <a:pPr lvl="1" eaLnBrk="1" hangingPunct="1"/>
            <a:r>
              <a:rPr lang="en-US" sz="3200" dirty="0"/>
              <a:t>Professional projects can be hundreds of thousands of lines </a:t>
            </a:r>
            <a:r>
              <a:rPr lang="en-US" sz="3200" dirty="0" smtClean="0"/>
              <a:t>long.</a:t>
            </a:r>
            <a:endParaRPr lang="en-US" sz="3200" dirty="0"/>
          </a:p>
          <a:p>
            <a:pPr lvl="1" eaLnBrk="1" hangingPunct="1"/>
            <a:r>
              <a:rPr lang="en-US" sz="3200" dirty="0"/>
              <a:t>Would be </a:t>
            </a:r>
            <a:r>
              <a:rPr lang="en-US" sz="3200" dirty="0" smtClean="0"/>
              <a:t>hard to </a:t>
            </a:r>
            <a:r>
              <a:rPr lang="en-US" sz="3200" dirty="0"/>
              <a:t>maintain in one </a:t>
            </a:r>
            <a:r>
              <a:rPr lang="en-US" sz="3200" dirty="0" smtClean="0"/>
              <a:t>file.</a:t>
            </a:r>
            <a:endParaRPr lang="en-US" sz="3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528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2714"/>
    </mc:Choice>
    <mc:Fallback xmlns="">
      <p:transition spd="slow" advTm="1627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4845" x="4165600" y="5080000"/>
          <p14:tracePt t="14852" x="4178300" y="5073650"/>
          <p14:tracePt t="14859" x="4191000" y="5060950"/>
          <p14:tracePt t="14869" x="4203700" y="5048250"/>
          <p14:tracePt t="14887" x="4267200" y="4978400"/>
          <p14:tracePt t="14902" x="4305300" y="4953000"/>
          <p14:tracePt t="14920" x="4362450" y="4914900"/>
          <p14:tracePt t="14937" x="4457700" y="4838700"/>
          <p14:tracePt t="14953" x="4540250" y="4781550"/>
          <p14:tracePt t="14970" x="4629150" y="4718050"/>
          <p14:tracePt t="14986" x="4756150" y="4597400"/>
          <p14:tracePt t="15003" x="4857750" y="4521200"/>
          <p14:tracePt t="15019" x="4940300" y="4451350"/>
          <p14:tracePt t="15036" x="5111750" y="4343400"/>
          <p14:tracePt t="15052" x="5213350" y="4279900"/>
          <p14:tracePt t="15070" x="5365750" y="4210050"/>
          <p14:tracePt t="15086" x="5441950" y="4165600"/>
          <p14:tracePt t="15102" x="5518150" y="4121150"/>
          <p14:tracePt t="15119" x="5645150" y="4044950"/>
          <p14:tracePt t="15135" x="5708650" y="4006850"/>
          <p14:tracePt t="15152" x="5772150" y="3975100"/>
          <p14:tracePt t="15169" x="5842000" y="3937000"/>
          <p14:tracePt t="15185" x="5905500" y="3905250"/>
          <p14:tracePt t="15203" x="5949950" y="3879850"/>
          <p14:tracePt t="15219" x="6019800" y="3841750"/>
          <p14:tracePt t="15235" x="6064250" y="3829050"/>
          <p14:tracePt t="15253" x="6153150" y="3797300"/>
          <p14:tracePt t="15268" x="6216650" y="3778250"/>
          <p14:tracePt t="15285" x="6299200" y="3746500"/>
          <p14:tracePt t="15302" x="6419850" y="3733800"/>
          <p14:tracePt t="15318" x="6483350" y="3702050"/>
          <p14:tracePt t="15335" x="6527800" y="3702050"/>
          <p14:tracePt t="15352" x="6572250" y="3689350"/>
          <p14:tracePt t="15368" x="6591300" y="3683000"/>
          <p14:tracePt t="15385" x="6604000" y="3683000"/>
          <p14:tracePt t="15401" x="6642100" y="3683000"/>
          <p14:tracePt t="15418" x="6661150" y="3683000"/>
          <p14:tracePt t="15435" x="6711950" y="3683000"/>
          <p14:tracePt t="15451" x="6743700" y="3676650"/>
          <p14:tracePt t="15468" x="6794500" y="3676650"/>
          <p14:tracePt t="15485" x="6845300" y="3683000"/>
          <p14:tracePt t="15501" x="6896100" y="3683000"/>
          <p14:tracePt t="15518" x="6965950" y="3689350"/>
          <p14:tracePt t="15534" x="6985000" y="3695700"/>
          <p14:tracePt t="16024" x="6991350" y="3727450"/>
          <p14:tracePt t="16030" x="7010400" y="3765550"/>
          <p14:tracePt t="16038" x="7016750" y="3810000"/>
          <p14:tracePt t="16048" x="7023100" y="3841750"/>
          <p14:tracePt t="16066" x="7080250" y="4006850"/>
          <p14:tracePt t="16082" x="7124700" y="4127500"/>
          <p14:tracePt t="16099" x="7162800" y="4235450"/>
          <p14:tracePt t="16116" x="7181850" y="4362450"/>
          <p14:tracePt t="16133" x="7194550" y="4419600"/>
          <p14:tracePt t="16149" x="7207250" y="4457700"/>
          <p14:tracePt t="16165" x="7232650" y="4521200"/>
          <p14:tracePt t="16182" x="7239000" y="4540250"/>
          <p14:tracePt t="16199" x="7239000" y="4565650"/>
          <p14:tracePt t="16215" x="7239000" y="4572000"/>
          <p14:tracePt t="16232" x="7245350" y="4591050"/>
          <p14:tracePt t="16249" x="7245350" y="4622800"/>
          <p14:tracePt t="16265" x="7232650" y="4660900"/>
          <p14:tracePt t="136547" x="7226300" y="4660900"/>
          <p14:tracePt t="136554" x="7219950" y="4660900"/>
          <p14:tracePt t="136565" x="7213600" y="4660900"/>
          <p14:tracePt t="136582" x="7188200" y="4648200"/>
          <p14:tracePt t="136599" x="7162800" y="4629150"/>
          <p14:tracePt t="136617" x="7080250" y="4572000"/>
          <p14:tracePt t="136632" x="7016750" y="4514850"/>
          <p14:tracePt t="136649" x="6883400" y="4394200"/>
          <p14:tracePt t="136666" x="6648450" y="4165600"/>
          <p14:tracePt t="136682" x="6445250" y="3956050"/>
          <p14:tracePt t="136699" x="6203950" y="3708400"/>
          <p14:tracePt t="136716" x="5842000" y="3359150"/>
          <p14:tracePt t="136733" x="5619750" y="3181350"/>
          <p14:tracePt t="136749" x="5372100" y="2997200"/>
          <p14:tracePt t="136765" x="5086350" y="2774950"/>
          <p14:tracePt t="136782" x="4883150" y="2609850"/>
          <p14:tracePt t="136799" x="4597400" y="2387600"/>
          <p14:tracePt t="136815" x="4438650" y="2266950"/>
          <p14:tracePt t="136832" x="4298950" y="2146300"/>
          <p14:tracePt t="136849" x="4064000" y="1981200"/>
          <p14:tracePt t="136865" x="3898900" y="1879600"/>
          <p14:tracePt t="136881" x="3810000" y="1816100"/>
          <p14:tracePt t="136898" x="3702050" y="1739900"/>
          <p14:tracePt t="136915" x="3663950" y="1714500"/>
          <p14:tracePt t="136932" x="3613150" y="1663700"/>
          <p14:tracePt t="136948" x="3562350" y="1606550"/>
          <p14:tracePt t="136964" x="3556000" y="1593850"/>
          <p14:tracePt t="136982" x="3543300" y="1568450"/>
          <p14:tracePt t="136998" x="3543300" y="1555750"/>
          <p14:tracePt t="137014" x="3549650" y="1536700"/>
          <p14:tracePt t="137031" x="3568700" y="1524000"/>
          <p14:tracePt t="137048" x="3606800" y="1492250"/>
          <p14:tracePt t="137064" x="3683000" y="1428750"/>
          <p14:tracePt t="137081" x="3810000" y="1352550"/>
          <p14:tracePt t="137097" x="3917950" y="1320800"/>
          <p14:tracePt t="137115" x="4102100" y="1250950"/>
          <p14:tracePt t="137131" x="4438650" y="1136650"/>
          <p14:tracePt t="137148" x="4679950" y="1092200"/>
          <p14:tracePt t="137164" x="5054600" y="996950"/>
          <p14:tracePt t="137181" x="5283200" y="965200"/>
          <p14:tracePt t="137197" x="5524500" y="946150"/>
          <p14:tracePt t="137214" x="5880100" y="908050"/>
          <p14:tracePt t="137230" x="6045200" y="908050"/>
          <p14:tracePt t="137247" x="6197600" y="914400"/>
          <p14:tracePt t="137264" x="6337300" y="958850"/>
          <p14:tracePt t="137280" x="6445250" y="977900"/>
          <p14:tracePt t="137297" x="6508750" y="996950"/>
          <p14:tracePt t="137300" x="6527800" y="1022350"/>
          <p14:tracePt t="137313" x="6565900" y="1054100"/>
          <p14:tracePt t="137330" x="6597650" y="1092200"/>
          <p14:tracePt t="137348" x="6642100" y="1130300"/>
          <p14:tracePt t="137363" x="6661150" y="1193800"/>
          <p14:tracePt t="137380" x="6699250" y="1250950"/>
          <p14:tracePt t="146815" x="6699250" y="1263650"/>
          <p14:tracePt t="146822" x="6686550" y="1282700"/>
          <p14:tracePt t="146830" x="6673850" y="1308100"/>
          <p14:tracePt t="146847" x="6623050" y="1377950"/>
          <p14:tracePt t="146864" x="6527800" y="1549400"/>
          <p14:tracePt t="146880" x="6464300" y="1676400"/>
          <p14:tracePt t="146897" x="6419850" y="1746250"/>
          <p14:tracePt t="146913" x="6362700" y="1955800"/>
          <p14:tracePt t="146930" x="6318250" y="2146300"/>
          <p14:tracePt t="146947" x="6299200" y="2247900"/>
          <p14:tracePt t="146963" x="6299200" y="2400300"/>
          <p14:tracePt t="146980" x="6299200" y="2533650"/>
          <p14:tracePt t="146997" x="6330950" y="2667000"/>
          <p14:tracePt t="147013" x="6337300" y="2717800"/>
          <p14:tracePt t="147029" x="6369050" y="2876550"/>
          <p14:tracePt t="147047" x="6394450" y="3022600"/>
          <p14:tracePt t="147063" x="6407150" y="3073400"/>
          <p14:tracePt t="147080" x="6413500" y="3111500"/>
          <p14:tracePt t="147096" x="6451600" y="3289300"/>
          <p14:tracePt t="147113" x="6464300" y="3321050"/>
          <p14:tracePt t="147130" x="6470650" y="3359150"/>
          <p14:tracePt t="147146" x="6477000" y="3365500"/>
          <p14:tracePt t="150239" x="6483350" y="3321050"/>
          <p14:tracePt t="150253" x="6496050" y="3244850"/>
          <p14:tracePt t="150260" x="6508750" y="3168650"/>
          <p14:tracePt t="150268" x="6515100" y="3086100"/>
          <p14:tracePt t="150284" x="6508750" y="2984500"/>
          <p14:tracePt t="150302" x="6483350" y="2781300"/>
          <p14:tracePt t="150318" x="6470650" y="2692400"/>
          <p14:tracePt t="150335" x="6388100" y="2501900"/>
          <p14:tracePt t="150352" x="6286500" y="2317750"/>
          <p14:tracePt t="150368" x="6216650" y="2197100"/>
          <p14:tracePt t="150385" x="6051550" y="1936750"/>
          <p14:tracePt t="150401" x="5905500" y="1701800"/>
          <p14:tracePt t="150418" x="5822950" y="1593850"/>
          <p14:tracePt t="150435" x="5632450" y="1390650"/>
          <p14:tracePt t="150451" x="5422900" y="1206500"/>
          <p14:tracePt t="150468" x="5353050" y="1123950"/>
          <p14:tracePt t="150485" x="5207000" y="990600"/>
          <p14:tracePt t="150501" x="5086350" y="869950"/>
          <p14:tracePt t="150518" x="5041900" y="812800"/>
          <p14:tracePt t="150534" x="4933950" y="730250"/>
          <p14:tracePt t="150551" x="4857750" y="666750"/>
          <p14:tracePt t="150568" x="4826000" y="654050"/>
          <p14:tracePt t="150584" x="4762500" y="628650"/>
          <p14:tracePt t="150601" x="4743450" y="622300"/>
          <p14:tracePt t="150618" x="4718050" y="622300"/>
          <p14:tracePt t="150634" x="4718050" y="628650"/>
          <p14:tracePt t="150651" x="4718050" y="641350"/>
          <p14:tracePt t="150667" x="4737100" y="666750"/>
          <p14:tracePt t="150684" x="4768850" y="698500"/>
          <p14:tracePt t="150700" x="4800600" y="742950"/>
          <p14:tracePt t="150717" x="4864100" y="857250"/>
          <p14:tracePt t="150733" x="4978400" y="1035050"/>
          <p14:tracePt t="150751" x="5060950" y="1174750"/>
          <p14:tracePt t="150767" x="5219700" y="1536700"/>
          <p14:tracePt t="150783" x="5435600" y="2025650"/>
          <p14:tracePt t="150800" x="5676900" y="2705100"/>
          <p14:tracePt t="150816" x="5816600" y="3073400"/>
          <p14:tracePt t="150833" x="6057900" y="3778250"/>
          <p14:tracePt t="150850" x="6242050" y="4451350"/>
          <p14:tracePt t="150866" x="6299200" y="4705350"/>
          <p14:tracePt t="150883" x="6362700" y="4984750"/>
          <p14:tracePt t="150900" x="6515100" y="5645150"/>
          <p14:tracePt t="150916" x="6559550" y="5784850"/>
          <p14:tracePt t="150932" x="6604000" y="5899150"/>
          <p14:tracePt t="150949" x="6731000" y="6070600"/>
          <p14:tracePt t="151417" x="6724650" y="5962650"/>
          <p14:tracePt t="151424" x="6711950" y="5822950"/>
          <p14:tracePt t="151432" x="6686550" y="5607050"/>
          <p14:tracePt t="151447" x="6673850" y="5365750"/>
          <p14:tracePt t="151464" x="6673850" y="5086350"/>
          <p14:tracePt t="151481" x="6642100" y="4375150"/>
          <p14:tracePt t="151497" x="6654800" y="3803650"/>
          <p14:tracePt t="151501" x="6654800" y="3517900"/>
          <p14:tracePt t="151517" x="6686550" y="3219450"/>
          <p14:tracePt t="151531" x="6711950" y="2978150"/>
          <p14:tracePt t="151547" x="6737350" y="2520950"/>
          <p14:tracePt t="151564" x="6794500" y="2082800"/>
          <p14:tracePt t="151581" x="6819900" y="1936750"/>
          <p14:tracePt t="151597" x="6870700" y="1727200"/>
          <p14:tracePt t="151614" x="6908800" y="1606550"/>
          <p14:tracePt t="151630" x="6934200" y="1562100"/>
          <p14:tracePt t="151647" x="6965950" y="1485900"/>
          <p14:tracePt t="151664" x="6985000" y="1454150"/>
          <p14:tracePt t="151680" x="6991350" y="1447800"/>
          <p14:tracePt t="151697" x="6997700" y="1435100"/>
          <p14:tracePt t="151713" x="7004050" y="1435100"/>
          <p14:tracePt t="151775" x="7010400" y="1428750"/>
          <p14:tracePt t="151782" x="7010400" y="1422400"/>
          <p14:tracePt t="151798" x="7016750" y="1409700"/>
          <p14:tracePt t="151803" x="7029450" y="1390650"/>
          <p14:tracePt t="151817" x="7042150" y="1352550"/>
          <p14:tracePt t="151830" x="7080250" y="1301750"/>
          <p14:tracePt t="151847" x="7162800" y="1212850"/>
          <p14:tracePt t="151864" x="7200900" y="1174750"/>
          <p14:tracePt t="151880" x="7289800" y="1104900"/>
          <p14:tracePt t="151896" x="7429500" y="1035050"/>
          <p14:tracePt t="151913" x="7531100" y="1003300"/>
          <p14:tracePt t="151930" x="7740650" y="933450"/>
          <p14:tracePt t="151946" x="7975600" y="844550"/>
          <p14:tracePt t="151964" x="8070850" y="793750"/>
          <p14:tracePt t="151979" x="8216900" y="711200"/>
          <p14:tracePt t="151996" x="8305800" y="660400"/>
          <p14:tracePt t="152013" x="8337550" y="654050"/>
          <p14:tracePt t="152029" x="8362950" y="635000"/>
          <p14:tracePt t="152046" x="8375650" y="628650"/>
          <p14:tracePt t="152064" x="8382000" y="628650"/>
          <p14:tracePt t="152105" x="8382000" y="635000"/>
          <p14:tracePt t="152127" x="8382000" y="641350"/>
          <p14:tracePt t="152148" x="8382000" y="647700"/>
          <p14:tracePt t="152154" x="8382000" y="660400"/>
          <p14:tracePt t="152163" x="8382000" y="673100"/>
          <p14:tracePt t="152178" x="8375650" y="679450"/>
          <p14:tracePt t="153171" x="8343900" y="679450"/>
          <p14:tracePt t="153178" x="8280400" y="679450"/>
          <p14:tracePt t="153195" x="8216900" y="679450"/>
          <p14:tracePt t="153208" x="8128000" y="679450"/>
          <p14:tracePt t="153225" x="7950200" y="679450"/>
          <p14:tracePt t="153242" x="7721600" y="685800"/>
          <p14:tracePt t="153259" x="7594600" y="685800"/>
          <p14:tracePt t="153275" x="7315200" y="711200"/>
          <p14:tracePt t="153291" x="7061200" y="742950"/>
          <p14:tracePt t="153308" x="6946900" y="749300"/>
          <p14:tracePt t="153325" x="6667500" y="787400"/>
          <p14:tracePt t="153341" x="6413500" y="825500"/>
          <p14:tracePt t="153358" x="6286500" y="838200"/>
          <p14:tracePt t="153375" x="6013450" y="882650"/>
          <p14:tracePt t="153391" x="5784850" y="920750"/>
          <p14:tracePt t="153408" x="5676900" y="946150"/>
          <p14:tracePt t="153425" x="5524500" y="971550"/>
          <p14:tracePt t="153441" x="5397500" y="1009650"/>
          <p14:tracePt t="153457" x="5346700" y="1028700"/>
          <p14:tracePt t="153474" x="5200650" y="1079500"/>
          <p14:tracePt t="153490" x="5118100" y="1111250"/>
          <p14:tracePt t="153508" x="4953000" y="1181100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685800" y="316403"/>
            <a:ext cx="7584720" cy="1001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65" tIns="42932" rIns="85865" bIns="42932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58622">
              <a:lnSpc>
                <a:spcPct val="85000"/>
              </a:lnSpc>
            </a:pPr>
            <a:r>
              <a:rPr lang="en-US" altLang="zh-TW" sz="4132" kern="0" dirty="0">
                <a:latin typeface="Elephant" panose="02020904090505020303" pitchFamily="18" charset="0"/>
              </a:rPr>
              <a:t>Let’s get some perspective on what we’ve been doing…</a:t>
            </a:r>
            <a:endParaRPr lang="zh-TW" altLang="en-US" sz="4132" kern="0" dirty="0">
              <a:latin typeface="Elephant" panose="02020904090505020303" pitchFamily="18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278762" y="1461266"/>
            <a:ext cx="8658029" cy="518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65" tIns="42932" rIns="85865" bIns="42932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268319" indent="-268319" defTabSz="858622">
              <a:buClrTx/>
            </a:pPr>
            <a:r>
              <a:rPr lang="en-US" altLang="zh-TW" sz="2629" kern="0" dirty="0">
                <a:solidFill>
                  <a:srgbClr val="FF0000"/>
                </a:solidFill>
              </a:rPr>
              <a:t>To claim to “know” a computer language, we ought to:</a:t>
            </a:r>
          </a:p>
          <a:p>
            <a:pPr marL="643966" lvl="1" indent="-321983" defTabSz="858622">
              <a:spcBef>
                <a:spcPts val="1127"/>
              </a:spcBef>
            </a:pPr>
            <a:r>
              <a:rPr lang="en-US" altLang="zh-TW" sz="2629" kern="0" dirty="0">
                <a:solidFill>
                  <a:srgbClr val="FF0000"/>
                </a:solidFill>
              </a:rPr>
              <a:t>Know all of the keywords.</a:t>
            </a:r>
          </a:p>
          <a:p>
            <a:pPr marL="643966" lvl="1" indent="-321983" defTabSz="858622">
              <a:spcBef>
                <a:spcPts val="1690"/>
              </a:spcBef>
            </a:pPr>
            <a:r>
              <a:rPr lang="en-US" altLang="zh-TW" sz="2629" kern="0" dirty="0">
                <a:solidFill>
                  <a:srgbClr val="FF0000"/>
                </a:solidFill>
              </a:rPr>
              <a:t>Know all of the built-in functions.</a:t>
            </a:r>
          </a:p>
          <a:p>
            <a:pPr marL="643966" lvl="1" indent="-321983" defTabSz="858622">
              <a:spcBef>
                <a:spcPts val="1690"/>
              </a:spcBef>
            </a:pPr>
            <a:r>
              <a:rPr lang="en-US" altLang="zh-TW" sz="2629" kern="0" dirty="0">
                <a:solidFill>
                  <a:srgbClr val="FF0000"/>
                </a:solidFill>
              </a:rPr>
              <a:t>Know some imported functions if they are important.</a:t>
            </a:r>
          </a:p>
          <a:p>
            <a:pPr marL="912285" lvl="2" defTabSz="858622"/>
            <a:r>
              <a:rPr lang="en-US" altLang="zh-TW" sz="2629" kern="0" dirty="0" err="1">
                <a:solidFill>
                  <a:srgbClr val="FF0000"/>
                </a:solidFill>
              </a:rPr>
              <a:t>Eg</a:t>
            </a:r>
            <a:r>
              <a:rPr lang="en-US" altLang="zh-TW" sz="2629" kern="0" dirty="0">
                <a:solidFill>
                  <a:srgbClr val="FF0000"/>
                </a:solidFill>
              </a:rPr>
              <a:t>, you don’t know C if you don’t know </a:t>
            </a:r>
            <a:r>
              <a:rPr lang="en-US" altLang="zh-TW" sz="2629" kern="0" dirty="0" err="1">
                <a:solidFill>
                  <a:srgbClr val="FF0000"/>
                </a:solidFill>
              </a:rPr>
              <a:t>printf</a:t>
            </a:r>
            <a:r>
              <a:rPr lang="en-US" altLang="zh-TW" sz="2629" kern="0" dirty="0">
                <a:solidFill>
                  <a:srgbClr val="FF0000"/>
                </a:solidFill>
              </a:rPr>
              <a:t>.</a:t>
            </a:r>
          </a:p>
          <a:p>
            <a:pPr marL="1287932" lvl="3" indent="-321983" defTabSz="858622"/>
            <a:r>
              <a:rPr lang="en-US" altLang="zh-TW" sz="2629" kern="0" dirty="0">
                <a:solidFill>
                  <a:srgbClr val="FF0000"/>
                </a:solidFill>
              </a:rPr>
              <a:t>But you have to #include &lt;</a:t>
            </a:r>
            <a:r>
              <a:rPr lang="en-US" altLang="zh-TW" sz="2629" kern="0" dirty="0" err="1">
                <a:solidFill>
                  <a:srgbClr val="FF0000"/>
                </a:solidFill>
              </a:rPr>
              <a:t>stdio.h</a:t>
            </a:r>
            <a:r>
              <a:rPr lang="en-US" altLang="zh-TW" sz="2629" kern="0" dirty="0">
                <a:solidFill>
                  <a:srgbClr val="FF0000"/>
                </a:solidFill>
              </a:rPr>
              <a:t>&gt; to use </a:t>
            </a:r>
            <a:r>
              <a:rPr lang="en-US" altLang="zh-TW" sz="2629" kern="0" dirty="0" err="1">
                <a:solidFill>
                  <a:srgbClr val="FF0000"/>
                </a:solidFill>
              </a:rPr>
              <a:t>printf</a:t>
            </a:r>
            <a:r>
              <a:rPr lang="en-US" altLang="zh-TW" sz="2629" kern="0" dirty="0">
                <a:solidFill>
                  <a:srgbClr val="FF0000"/>
                </a:solidFill>
              </a:rPr>
              <a:t>.</a:t>
            </a:r>
          </a:p>
          <a:p>
            <a:pPr marL="912285" lvl="2" defTabSz="858622"/>
            <a:r>
              <a:rPr lang="en-US" altLang="zh-TW" sz="2629" kern="0" dirty="0">
                <a:solidFill>
                  <a:srgbClr val="FF0000"/>
                </a:solidFill>
              </a:rPr>
              <a:t>For Python, some important modules are:</a:t>
            </a:r>
          </a:p>
          <a:p>
            <a:pPr marL="1287932" lvl="3" indent="-321983" defTabSz="858622"/>
            <a:r>
              <a:rPr lang="en-US" altLang="zh-TW" sz="2629" kern="0" dirty="0" err="1">
                <a:solidFill>
                  <a:srgbClr val="FF0000"/>
                </a:solidFill>
              </a:rPr>
              <a:t>itertools</a:t>
            </a:r>
            <a:r>
              <a:rPr lang="en-US" altLang="zh-TW" sz="2629" kern="0" dirty="0">
                <a:solidFill>
                  <a:srgbClr val="FF0000"/>
                </a:solidFill>
              </a:rPr>
              <a:t>, </a:t>
            </a:r>
            <a:r>
              <a:rPr lang="en-US" altLang="zh-TW" sz="2629" kern="0" dirty="0" err="1">
                <a:solidFill>
                  <a:srgbClr val="FF0000"/>
                </a:solidFill>
              </a:rPr>
              <a:t>functools</a:t>
            </a:r>
            <a:r>
              <a:rPr lang="en-US" altLang="zh-TW" sz="2629" kern="0" dirty="0">
                <a:solidFill>
                  <a:srgbClr val="FF0000"/>
                </a:solidFill>
              </a:rPr>
              <a:t>, operators, </a:t>
            </a:r>
          </a:p>
          <a:p>
            <a:pPr marL="1287932" lvl="3" indent="-321983" defTabSz="858622">
              <a:spcBef>
                <a:spcPts val="188"/>
              </a:spcBef>
              <a:buClr>
                <a:schemeClr val="bg1"/>
              </a:buClr>
            </a:pPr>
            <a:r>
              <a:rPr lang="en-US" altLang="zh-TW" sz="2629" kern="0" dirty="0">
                <a:solidFill>
                  <a:srgbClr val="FF0000"/>
                </a:solidFill>
              </a:rPr>
              <a:t>collections, bisect, copy, math, random, </a:t>
            </a:r>
            <a:r>
              <a:rPr lang="en-US" altLang="zh-TW" sz="2629" kern="0" dirty="0" err="1" smtClean="0">
                <a:solidFill>
                  <a:srgbClr val="FF0000"/>
                </a:solidFill>
              </a:rPr>
              <a:t>numpy</a:t>
            </a:r>
            <a:r>
              <a:rPr lang="en-US" altLang="zh-TW" sz="2629" kern="0" dirty="0">
                <a:solidFill>
                  <a:srgbClr val="FF0000"/>
                </a:solidFill>
              </a:rPr>
              <a:t>, </a:t>
            </a:r>
          </a:p>
          <a:p>
            <a:pPr marL="1287932" lvl="3" indent="-321983" defTabSz="858622">
              <a:spcBef>
                <a:spcPts val="188"/>
              </a:spcBef>
              <a:buClr>
                <a:schemeClr val="bg1"/>
              </a:buClr>
            </a:pPr>
            <a:r>
              <a:rPr lang="en-US" altLang="zh-TW" sz="2629" kern="0" dirty="0" smtClean="0">
                <a:solidFill>
                  <a:srgbClr val="FF3F3F"/>
                </a:solidFill>
              </a:rPr>
              <a:t>re, </a:t>
            </a:r>
            <a:r>
              <a:rPr lang="en-US" altLang="zh-TW" sz="2629" kern="0" dirty="0" err="1" smtClean="0">
                <a:solidFill>
                  <a:srgbClr val="FF3F3F"/>
                </a:solidFill>
              </a:rPr>
              <a:t>os</a:t>
            </a:r>
            <a:r>
              <a:rPr lang="en-US" altLang="zh-TW" sz="2629" kern="0" dirty="0" smtClean="0">
                <a:solidFill>
                  <a:srgbClr val="FF3F3F"/>
                </a:solidFill>
              </a:rPr>
              <a:t>, sys, </a:t>
            </a:r>
            <a:r>
              <a:rPr lang="en-US" altLang="zh-TW" sz="2629" kern="0" dirty="0">
                <a:solidFill>
                  <a:srgbClr val="FF3F3F"/>
                </a:solidFill>
              </a:rPr>
              <a:t>pickle, </a:t>
            </a:r>
            <a:r>
              <a:rPr lang="en-US" altLang="zh-TW" sz="2629" kern="0" dirty="0" err="1">
                <a:solidFill>
                  <a:srgbClr val="FF3F3F"/>
                </a:solidFill>
              </a:rPr>
              <a:t>abc</a:t>
            </a:r>
            <a:r>
              <a:rPr lang="en-US" altLang="zh-TW" sz="2629" kern="0" dirty="0">
                <a:solidFill>
                  <a:srgbClr val="FF3F3F"/>
                </a:solidFill>
              </a:rPr>
              <a:t>, numbers, </a:t>
            </a:r>
            <a:r>
              <a:rPr lang="en-US" altLang="zh-TW" sz="2629" kern="0" dirty="0" err="1">
                <a:solidFill>
                  <a:srgbClr val="FF3F3F"/>
                </a:solidFill>
              </a:rPr>
              <a:t>dataclasses</a:t>
            </a:r>
            <a:r>
              <a:rPr lang="en-US" altLang="zh-TW" sz="2629" kern="0" dirty="0">
                <a:solidFill>
                  <a:srgbClr val="FF3F3F"/>
                </a:solidFill>
              </a:rPr>
              <a:t>...</a:t>
            </a:r>
          </a:p>
        </p:txBody>
      </p:sp>
      <p:sp>
        <p:nvSpPr>
          <p:cNvPr id="7" name="Trapezoid 6"/>
          <p:cNvSpPr>
            <a:spLocks noChangeAspect="1"/>
          </p:cNvSpPr>
          <p:nvPr/>
        </p:nvSpPr>
        <p:spPr bwMode="auto">
          <a:xfrm rot="2700000" flipH="1">
            <a:off x="7182162" y="319207"/>
            <a:ext cx="258771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Lectur</a:t>
            </a:r>
            <a:r>
              <a:rPr lang="en-US" sz="2592" spc="-20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e 1</a:t>
            </a:r>
            <a:r>
              <a:rPr lang="en-US" sz="2592" spc="-100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1</a:t>
            </a:r>
            <a:r>
              <a:rPr lang="en-US" sz="2592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/>
            </a:r>
            <a:br>
              <a:rPr lang="en-US" sz="2592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 smtClean="0">
                <a:solidFill>
                  <a:srgbClr val="000000"/>
                </a:solidFill>
                <a:latin typeface="Arial" charset="0"/>
                <a:ea typeface="新細明體" charset="-120"/>
              </a:rPr>
              <a:t> Slide #49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18292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4025"/>
    </mc:Choice>
    <mc:Fallback xmlns="">
      <p:transition advTm="840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9949" x="5010150" y="1200150"/>
          <p14:tracePt t="49956" x="5092700" y="1231900"/>
          <p14:tracePt t="49964" x="5175250" y="1263650"/>
          <p14:tracePt t="49978" x="5378450" y="1333500"/>
          <p14:tracePt t="49994" x="5575300" y="1409700"/>
          <p14:tracePt t="50011" x="5784850" y="1479550"/>
          <p14:tracePt t="50028" x="6076950" y="1574800"/>
          <p14:tracePt t="50044" x="6273800" y="1676400"/>
          <p14:tracePt t="50062" x="6527800" y="1803400"/>
          <p14:tracePt t="50077" x="6692900" y="1905000"/>
          <p14:tracePt t="50093" x="6807200" y="1949450"/>
          <p14:tracePt t="50111" x="6921500" y="1993900"/>
          <p14:tracePt t="50127" x="6978650" y="2012950"/>
          <p14:tracePt t="50144" x="7035800" y="2044700"/>
          <p14:tracePt t="50161" x="7086600" y="2089150"/>
          <p14:tracePt t="50177" x="7105650" y="2108200"/>
          <p14:tracePt t="50194" x="7131050" y="2133600"/>
          <p14:tracePt t="50210" x="7143750" y="2171700"/>
          <p14:tracePt t="50227" x="7156450" y="2203450"/>
          <p14:tracePt t="50244" x="7156450" y="2311400"/>
          <p14:tracePt t="50261" x="7150100" y="2419350"/>
          <p14:tracePt t="50277" x="7118350" y="2527300"/>
          <p14:tracePt t="50293" x="7035800" y="2679700"/>
          <p14:tracePt t="50310" x="6959600" y="2806700"/>
          <p14:tracePt t="50327" x="6858000" y="2971800"/>
          <p14:tracePt t="50343" x="6692900" y="3206750"/>
          <p14:tracePt t="50360" x="6610350" y="3321050"/>
          <p14:tracePt t="50377" x="6496050" y="3473450"/>
          <p14:tracePt t="50393" x="6438900" y="3568700"/>
          <p14:tracePt t="50410" x="6388100" y="3651250"/>
          <p14:tracePt t="50427" x="6311900" y="3784600"/>
          <p14:tracePt t="50443" x="6273800" y="3835400"/>
          <p14:tracePt t="50460" x="6248400" y="3917950"/>
          <p14:tracePt t="50476" x="6197600" y="3987800"/>
          <p14:tracePt t="50493" x="6153150" y="4038600"/>
          <p14:tracePt t="50510" x="6134100" y="4089400"/>
          <p14:tracePt t="50526" x="6115050" y="4121150"/>
          <p14:tracePt t="50543" x="6108700" y="4133850"/>
          <p14:tracePt t="50561" x="6102350" y="4133850"/>
          <p14:tracePt t="50592" x="6096000" y="4140200"/>
          <p14:tracePt t="50609" x="6089650" y="4140200"/>
          <p14:tracePt t="50625" x="6083300" y="4140200"/>
          <p14:tracePt t="50643" x="6070600" y="4146550"/>
          <p14:tracePt t="50659" x="6051550" y="4152900"/>
          <p14:tracePt t="50675" x="6032500" y="4165600"/>
          <p14:tracePt t="50693" x="6013450" y="4191000"/>
          <p14:tracePt t="50709" x="5975350" y="4222750"/>
          <p14:tracePt t="50725" x="5943600" y="4260850"/>
          <p14:tracePt t="50743" x="5899150" y="4305300"/>
          <p14:tracePt t="50759" x="5861050" y="4349750"/>
          <p14:tracePt t="50775" x="5848350" y="4387850"/>
          <p14:tracePt t="50792" x="5829300" y="4425950"/>
          <p14:tracePt t="50808" x="5822950" y="4438650"/>
          <p14:tracePt t="50825" x="5816600" y="4457700"/>
          <p14:tracePt t="50842" x="5816600" y="4476750"/>
          <p14:tracePt t="50858" x="5816600" y="4483100"/>
          <p14:tracePt t="50875" x="5829300" y="4502150"/>
          <p14:tracePt t="50892" x="5848350" y="4514850"/>
          <p14:tracePt t="50908" x="5873750" y="4521200"/>
          <p14:tracePt t="50912" x="5886450" y="4527550"/>
          <p14:tracePt t="50925" x="5899150" y="4527550"/>
          <p14:tracePt t="50941" x="5962650" y="4540250"/>
          <p14:tracePt t="50958" x="6000750" y="4540250"/>
          <p14:tracePt t="50975" x="6083300" y="4546600"/>
          <p14:tracePt t="50991" x="6159500" y="4559300"/>
          <p14:tracePt t="51010" x="6242050" y="4565650"/>
          <p14:tracePt t="51024" x="6292850" y="4572000"/>
          <p14:tracePt t="51041" x="6330950" y="4578350"/>
          <p14:tracePt t="51058" x="6375400" y="4584700"/>
          <p14:tracePt t="51074" x="6400800" y="4597400"/>
          <p14:tracePt t="51091" x="6419850" y="4603750"/>
          <p14:tracePt t="51107" x="6438900" y="4610100"/>
          <p14:tracePt t="51124" x="6445250" y="4610100"/>
          <p14:tracePt t="51140" x="6445250" y="4603750"/>
          <p14:tracePt t="51587" x="6432550" y="4603750"/>
          <p14:tracePt t="51593" x="6394450" y="4603750"/>
          <p14:tracePt t="51605" x="6343650" y="4603750"/>
          <p14:tracePt t="51622" x="6172200" y="4603750"/>
          <p14:tracePt t="51638" x="6083300" y="4603750"/>
          <p14:tracePt t="51656" x="6000750" y="4584700"/>
          <p14:tracePt t="51672" x="5924550" y="4578350"/>
          <p14:tracePt t="51688" x="5880100" y="4572000"/>
          <p14:tracePt t="51706" x="5867400" y="4572000"/>
          <p14:tracePt t="51722" x="5861050" y="4572000"/>
          <p14:tracePt t="51747" x="5873750" y="4572000"/>
          <p14:tracePt t="51757" x="5880100" y="4572000"/>
          <p14:tracePt t="51771" x="5892800" y="4572000"/>
          <p14:tracePt t="51788" x="5899150" y="4572000"/>
          <p14:tracePt t="51805" x="5924550" y="4572000"/>
          <p14:tracePt t="51821" x="5943600" y="4578350"/>
          <p14:tracePt t="51839" x="5949950" y="4578350"/>
          <p14:tracePt t="51854" x="5981700" y="4578350"/>
          <p14:tracePt t="51871" x="6013450" y="4584700"/>
          <p14:tracePt t="51889" x="6108700" y="4591050"/>
          <p14:tracePt t="51904" x="6229350" y="4610100"/>
          <p14:tracePt t="51921" x="6381750" y="4629150"/>
          <p14:tracePt t="51925" x="6464300" y="4641850"/>
          <p14:tracePt t="51938" x="6654800" y="4660900"/>
          <p14:tracePt t="51954" x="6883400" y="4679950"/>
          <p14:tracePt t="51971" x="7061200" y="4699000"/>
          <p14:tracePt t="51987" x="7270750" y="4730750"/>
          <p14:tracePt t="52004" x="7353300" y="4730750"/>
          <p14:tracePt t="52022" x="7435850" y="4730750"/>
          <p14:tracePt t="52037" x="7480300" y="4730750"/>
          <p14:tracePt t="52053" x="7512050" y="4724400"/>
          <p14:tracePt t="52071" x="7531100" y="4724400"/>
          <p14:tracePt t="52087" x="7543800" y="4718050"/>
          <p14:tracePt t="52104" x="7543800" y="4705350"/>
          <p14:tracePt t="52120" x="7543800" y="4699000"/>
          <p14:tracePt t="54165" x="7531100" y="4692650"/>
          <p14:tracePt t="54172" x="7505700" y="4686300"/>
          <p14:tracePt t="54180" x="7473950" y="4673600"/>
          <p14:tracePt t="54196" x="7410450" y="4648200"/>
          <p14:tracePt t="54214" x="7264400" y="4597400"/>
          <p14:tracePt t="54230" x="7169150" y="4572000"/>
          <p14:tracePt t="54247" x="7080250" y="4546600"/>
          <p14:tracePt t="54264" x="6991350" y="4521200"/>
          <p14:tracePt t="54279" x="6921500" y="4495800"/>
          <p14:tracePt t="54296" x="6832600" y="4464050"/>
          <p14:tracePt t="54313" x="6731000" y="4425950"/>
          <p14:tracePt t="54329" x="6673850" y="4406900"/>
          <p14:tracePt t="54346" x="6610350" y="4394200"/>
          <p14:tracePt t="54363" x="6527800" y="4349750"/>
          <p14:tracePt t="54379" x="6445250" y="4324350"/>
          <p14:tracePt t="54396" x="6356350" y="4298950"/>
          <p14:tracePt t="54412" x="6197600" y="4273550"/>
          <p14:tracePt t="54429" x="6076950" y="4235450"/>
          <p14:tracePt t="54446" x="5905500" y="4216400"/>
          <p14:tracePt t="54462" x="5822950" y="4203700"/>
          <p14:tracePt t="54479" x="5753100" y="4197350"/>
          <p14:tracePt t="54496" x="5651500" y="4197350"/>
          <p14:tracePt t="54512" x="5588000" y="4184650"/>
          <p14:tracePt t="54529" x="5543550" y="4178300"/>
          <p14:tracePt t="54545" x="5448300" y="4178300"/>
          <p14:tracePt t="54562" x="5378450" y="4165600"/>
          <p14:tracePt t="54579" x="5334000" y="4152900"/>
          <p14:tracePt t="54595" x="5308600" y="4146550"/>
          <p14:tracePt t="54612" x="5270500" y="4127500"/>
          <p14:tracePt t="54628" x="5245100" y="4121150"/>
          <p14:tracePt t="54645" x="5219700" y="4114800"/>
          <p14:tracePt t="54662" x="5187950" y="4108450"/>
          <p14:tracePt t="54679" x="5181600" y="4102100"/>
          <p14:tracePt t="54695" x="5175250" y="4102100"/>
          <p14:tracePt t="54712" x="5187950" y="4102100"/>
          <p14:tracePt t="54728" x="5213350" y="4108450"/>
          <p14:tracePt t="54745" x="5226050" y="4121150"/>
          <p14:tracePt t="56865" x="5245100" y="4140200"/>
          <p14:tracePt t="56872" x="5276850" y="4178300"/>
          <p14:tracePt t="56879" x="5314950" y="4210050"/>
          <p14:tracePt t="56888" x="5359400" y="4260850"/>
          <p14:tracePt t="56904" x="5480050" y="4356100"/>
          <p14:tracePt t="56921" x="5607050" y="4451350"/>
          <p14:tracePt t="56937" x="5746750" y="4584700"/>
          <p14:tracePt t="56954" x="5797550" y="4648200"/>
          <p14:tracePt t="56971" x="5892800" y="4737100"/>
          <p14:tracePt t="56987" x="5937250" y="4794250"/>
          <p14:tracePt t="57003" x="5949950" y="4813300"/>
          <p14:tracePt t="57020" x="5988050" y="4870450"/>
          <p14:tracePt t="57037" x="6007100" y="4883150"/>
          <p14:tracePt t="57054" x="6057900" y="4914900"/>
          <p14:tracePt t="57069" x="6146800" y="4965700"/>
          <p14:tracePt t="57087" x="6203950" y="4991100"/>
          <p14:tracePt t="57104" x="6330950" y="5054600"/>
          <p14:tracePt t="57120" x="6350000" y="5060950"/>
          <p14:tracePt t="59565" x="6369050" y="5067300"/>
          <p14:tracePt t="59572" x="6394450" y="5073650"/>
          <p14:tracePt t="59586" x="6438900" y="5099050"/>
          <p14:tracePt t="59595" x="6483350" y="5111750"/>
          <p14:tracePt t="59611" x="6534150" y="5130800"/>
          <p14:tracePt t="59628" x="6597650" y="5162550"/>
          <p14:tracePt t="59644" x="6661150" y="5181600"/>
          <p14:tracePt t="59661" x="6686550" y="5187950"/>
          <p14:tracePt t="59678" x="6750050" y="5213350"/>
          <p14:tracePt t="59694" x="6800850" y="5238750"/>
          <p14:tracePt t="59711" x="6819900" y="5245100"/>
          <p14:tracePt t="59727" x="6858000" y="5257800"/>
          <p14:tracePt t="59744" x="6883400" y="5264150"/>
          <p14:tracePt t="59761" x="6896100" y="5270500"/>
          <p14:tracePt t="59777" x="6908800" y="5276850"/>
          <p14:tracePt t="59794" x="6946900" y="5295900"/>
          <p14:tracePt t="59811" x="6991350" y="5314950"/>
          <p14:tracePt t="63701" x="6972300" y="5314950"/>
          <p14:tracePt t="63708" x="6946900" y="5314950"/>
          <p14:tracePt t="63717" x="6915150" y="5314950"/>
          <p14:tracePt t="63730" x="6896100" y="5327650"/>
          <p14:tracePt t="63747" x="6858000" y="5327650"/>
          <p14:tracePt t="63764" x="6762750" y="5353050"/>
          <p14:tracePt t="63780" x="6604000" y="5378450"/>
          <p14:tracePt t="63797" x="6515100" y="5403850"/>
          <p14:tracePt t="63814" x="6273800" y="5441950"/>
          <p14:tracePt t="63830" x="5905500" y="5518150"/>
          <p14:tracePt t="63846" x="5708650" y="5543550"/>
          <p14:tracePt t="63863" x="5321300" y="5594350"/>
          <p14:tracePt t="63880" x="4914900" y="5626100"/>
          <p14:tracePt t="63897" x="4730750" y="5626100"/>
          <p14:tracePt t="63913" x="4394200" y="5626100"/>
          <p14:tracePt t="63929" x="4070350" y="5619750"/>
          <p14:tracePt t="63947" x="3797300" y="5619750"/>
          <p14:tracePt t="63963" x="3670300" y="5619750"/>
          <p14:tracePt t="63979" x="3543300" y="5632450"/>
          <p14:tracePt t="63996" x="3200400" y="5651500"/>
          <p14:tracePt t="64013" x="3098800" y="5664200"/>
          <p14:tracePt t="64029" x="2997200" y="5676900"/>
          <p14:tracePt t="64046" x="2813050" y="5702300"/>
          <p14:tracePt t="64062" x="2635250" y="5715000"/>
          <p14:tracePt t="64080" x="2559050" y="5715000"/>
          <p14:tracePt t="64095" x="2413000" y="5721350"/>
          <p14:tracePt t="64112" x="2336800" y="5721350"/>
          <p14:tracePt t="64129" x="2286000" y="5721350"/>
          <p14:tracePt t="64146" x="2266950" y="5721350"/>
          <p14:tracePt t="64162" x="2241550" y="5715000"/>
          <p14:tracePt t="64195" x="2241550" y="5708650"/>
          <p14:tracePt t="64212" x="2247900" y="5702300"/>
          <p14:tracePt t="64228" x="2260600" y="5702300"/>
          <p14:tracePt t="64245" x="2273300" y="5695950"/>
          <p14:tracePt t="64278" x="2298700" y="5689600"/>
          <p14:tracePt t="64295" x="2305050" y="5683250"/>
          <p14:tracePt t="64313" x="2336800" y="5676900"/>
          <p14:tracePt t="64328" x="2349500" y="5670550"/>
          <p14:tracePt t="64345" x="2432050" y="5651500"/>
          <p14:tracePt t="64362" x="2514600" y="5626100"/>
          <p14:tracePt t="64378" x="2565400" y="5619750"/>
          <p14:tracePt t="64395" x="2686050" y="5600700"/>
          <p14:tracePt t="64411" x="2806700" y="5588000"/>
          <p14:tracePt t="64428" x="2857500" y="5588000"/>
          <p14:tracePt t="64445" x="2984500" y="5594350"/>
          <p14:tracePt t="64461" x="3130550" y="5613400"/>
          <p14:tracePt t="64478" x="3194050" y="5619750"/>
          <p14:tracePt t="64495" x="3352800" y="5651500"/>
          <p14:tracePt t="64511" x="3486150" y="5702300"/>
          <p14:tracePt t="64528" x="3530600" y="5715000"/>
          <p14:tracePt t="64544" x="3625850" y="5734050"/>
          <p14:tracePt t="64561" x="3721100" y="5759450"/>
          <p14:tracePt t="64577" x="3771900" y="5772150"/>
          <p14:tracePt t="64594" x="3879850" y="5784850"/>
          <p14:tracePt t="64611" x="3968750" y="5784850"/>
          <p14:tracePt t="64628" x="4025900" y="5784850"/>
          <p14:tracePt t="64645" x="4057650" y="5784850"/>
          <p14:tracePt t="64660" x="4076700" y="5784850"/>
          <p14:tracePt t="64677" x="4121150" y="5791200"/>
          <p14:tracePt t="64693" x="4152900" y="5791200"/>
          <p14:tracePt t="64710" x="4165600" y="5797550"/>
          <p14:tracePt t="64727" x="4197350" y="5797550"/>
          <p14:tracePt t="64744" x="4222750" y="5797550"/>
          <p14:tracePt t="64760" x="4229100" y="5797550"/>
          <p14:tracePt t="64776" x="4254500" y="5797550"/>
          <p14:tracePt t="64793" x="4273550" y="5797550"/>
          <p14:tracePt t="64810" x="4305300" y="5810250"/>
          <p14:tracePt t="64826" x="4330700" y="5810250"/>
          <p14:tracePt t="64844" x="4375150" y="5810250"/>
          <p14:tracePt t="64860" x="4425950" y="5816600"/>
          <p14:tracePt t="64876" x="4457700" y="5816600"/>
          <p14:tracePt t="64893" x="4476750" y="5816600"/>
          <p14:tracePt t="64910" x="4546600" y="5810250"/>
          <p14:tracePt t="64926" x="4565650" y="5810250"/>
          <p14:tracePt t="64945" x="4616450" y="5810250"/>
          <p14:tracePt t="64959" x="4641850" y="5810250"/>
          <p14:tracePt t="64976" x="4686300" y="5810250"/>
          <p14:tracePt t="64993" x="4730750" y="5810250"/>
          <p14:tracePt t="65009" x="4756150" y="5816600"/>
          <p14:tracePt t="65026" x="4800600" y="5816600"/>
          <p14:tracePt t="65043" x="4851400" y="5822950"/>
          <p14:tracePt t="65059" x="4870450" y="5829300"/>
          <p14:tracePt t="65076" x="4927600" y="5835650"/>
          <p14:tracePt t="65093" x="4972050" y="5842000"/>
          <p14:tracePt t="65109" x="5003800" y="5848350"/>
          <p14:tracePt t="65127" x="5035550" y="5854700"/>
          <p14:tracePt t="65142" x="5067300" y="5861050"/>
          <p14:tracePt t="65159" x="5080000" y="5867400"/>
          <p14:tracePt t="65176" x="5105400" y="5867400"/>
          <p14:tracePt t="65192" x="5124450" y="5867400"/>
          <p14:tracePt t="65208" x="5130800" y="5867400"/>
          <p14:tracePt t="65225" x="5137150" y="5867400"/>
          <p14:tracePt t="65242" x="5149850" y="5867400"/>
          <p14:tracePt t="65259" x="5156200" y="5867400"/>
          <p14:tracePt t="65275" x="5168900" y="5867400"/>
          <p14:tracePt t="65291" x="5175250" y="5867400"/>
          <p14:tracePt t="65323" x="5181600" y="5861050"/>
          <p14:tracePt t="65337" x="5187950" y="5861050"/>
          <p14:tracePt t="65728" x="5219700" y="5861050"/>
          <p14:tracePt t="65734" x="5264150" y="5861050"/>
          <p14:tracePt t="65742" x="5314950" y="5861050"/>
          <p14:tracePt t="65757" x="5353050" y="5861050"/>
          <p14:tracePt t="65774" x="5410200" y="5867400"/>
          <p14:tracePt t="65790" x="5505450" y="5886450"/>
          <p14:tracePt t="65806" x="5607050" y="5905500"/>
          <p14:tracePt t="65823" x="5657850" y="5905500"/>
          <p14:tracePt t="65840" x="5791200" y="5911850"/>
          <p14:tracePt t="65856" x="5835650" y="5911850"/>
          <p14:tracePt t="65873" x="5854700" y="5911850"/>
          <p14:tracePt t="65890" x="5892800" y="5911850"/>
          <p14:tracePt t="65906" x="5918200" y="5911850"/>
          <p14:tracePt t="65923" x="5930900" y="5911850"/>
          <p14:tracePt t="65939" x="5943600" y="5911850"/>
          <p14:tracePt t="65956" x="5949950" y="5911850"/>
          <p14:tracePt t="65973" x="5969000" y="5911850"/>
          <p14:tracePt t="65989" x="5975350" y="5911850"/>
          <p14:tracePt t="66006" x="5981700" y="5905500"/>
          <p14:tracePt t="66023" x="6007100" y="5892800"/>
          <p14:tracePt t="66039" x="6026150" y="5892800"/>
          <p14:tracePt t="66056" x="6051550" y="5880100"/>
          <p14:tracePt t="66072" x="6108700" y="5880100"/>
          <p14:tracePt t="66089" x="6197600" y="5861050"/>
          <p14:tracePt t="66106" x="6248400" y="5861050"/>
          <p14:tracePt t="66109" x="6305550" y="5861050"/>
          <p14:tracePt t="66122" x="6356350" y="5854700"/>
          <p14:tracePt t="66138" x="6477000" y="5835650"/>
          <p14:tracePt t="66156" x="6578600" y="5835650"/>
          <p14:tracePt t="66172" x="6648450" y="5848350"/>
          <p14:tracePt t="66188" x="6737350" y="5842000"/>
          <p14:tracePt t="66206" x="6832600" y="5835650"/>
          <p14:tracePt t="66222" x="6870700" y="5829300"/>
          <p14:tracePt t="66238" x="6940550" y="5816600"/>
          <p14:tracePt t="66255" x="6991350" y="5803900"/>
          <p14:tracePt t="66271" x="7023100" y="5797550"/>
          <p14:tracePt t="66288" x="7073900" y="5784850"/>
          <p14:tracePt t="66305" x="7131050" y="5772150"/>
          <p14:tracePt t="66322" x="7169150" y="5765800"/>
          <p14:tracePt t="66338" x="7239000" y="5753100"/>
          <p14:tracePt t="66354" x="7327900" y="5727700"/>
          <p14:tracePt t="66371" x="7366000" y="5727700"/>
          <p14:tracePt t="66388" x="7448550" y="5708650"/>
          <p14:tracePt t="66404" x="7531100" y="5702300"/>
          <p14:tracePt t="66421" x="7594600" y="5702300"/>
          <p14:tracePt t="66438" x="7702550" y="5670550"/>
          <p14:tracePt t="66454" x="7740650" y="5664200"/>
          <p14:tracePt t="66471" x="7823200" y="5651500"/>
          <p14:tracePt t="66487" x="7867650" y="5638800"/>
          <p14:tracePt t="66504" x="7880350" y="5632450"/>
          <p14:tracePt t="66521" x="7905750" y="5626100"/>
          <p14:tracePt t="66537" x="7931150" y="5619750"/>
          <p14:tracePt t="66554" x="7943850" y="5613400"/>
          <p14:tracePt t="66570" x="7962900" y="5607050"/>
          <p14:tracePt t="71891" x="7937500" y="5607050"/>
          <p14:tracePt t="71897" x="7880350" y="5594350"/>
          <p14:tracePt t="71905" x="7804150" y="5594350"/>
          <p14:tracePt t="71918" x="7651750" y="5581650"/>
          <p14:tracePt t="71935" x="7480300" y="5562600"/>
          <p14:tracePt t="71952" x="7315200" y="5562600"/>
          <p14:tracePt t="71968" x="7042150" y="5575300"/>
          <p14:tracePt t="71985" x="6813550" y="5607050"/>
          <p14:tracePt t="72003" x="6508750" y="5607050"/>
          <p14:tracePt t="72018" x="6242050" y="5607050"/>
          <p14:tracePt t="72035" x="6013450" y="5607050"/>
          <p14:tracePt t="72052" x="5689600" y="5607050"/>
          <p14:tracePt t="72068" x="5448300" y="5607050"/>
          <p14:tracePt t="72085" x="5257800" y="5607050"/>
          <p14:tracePt t="72102" x="4965700" y="5607050"/>
          <p14:tracePt t="72118" x="4762500" y="5613400"/>
          <p14:tracePt t="72134" x="4597400" y="5613400"/>
          <p14:tracePt t="72138" x="4533900" y="5613400"/>
          <p14:tracePt t="72151" x="4394200" y="5613400"/>
          <p14:tracePt t="72168" x="4267200" y="5613400"/>
          <p14:tracePt t="72185" x="4057650" y="5613400"/>
          <p14:tracePt t="72201" x="3937000" y="5632450"/>
          <p14:tracePt t="72217" x="3841750" y="5651500"/>
          <p14:tracePt t="72235" x="3740150" y="5683250"/>
          <p14:tracePt t="72251" x="3683000" y="5689600"/>
          <p14:tracePt t="72267" x="3638550" y="5695950"/>
          <p14:tracePt t="72284" x="3594100" y="5727700"/>
          <p14:tracePt t="72300" x="3549650" y="5727700"/>
          <p14:tracePt t="72317" x="3530600" y="5727700"/>
          <p14:tracePt t="72334" x="3498850" y="5759450"/>
          <p14:tracePt t="72350" x="3479800" y="5772150"/>
          <p14:tracePt t="72368" x="3409950" y="5778500"/>
          <p14:tracePt t="72383" x="3378200" y="5784850"/>
          <p14:tracePt t="72400" x="3333750" y="5791200"/>
          <p14:tracePt t="72417" x="3263900" y="5810250"/>
          <p14:tracePt t="72434" x="3200400" y="5829300"/>
          <p14:tracePt t="72450" x="3117850" y="5854700"/>
          <p14:tracePt t="72467" x="3003550" y="5873750"/>
          <p14:tracePt t="72483" x="2940050" y="5886450"/>
          <p14:tracePt t="72500" x="2889250" y="5892800"/>
          <p14:tracePt t="72517" x="2832100" y="5905500"/>
          <p14:tracePt t="72533" x="2794000" y="5911850"/>
          <p14:tracePt t="72551" x="2749550" y="5918200"/>
          <p14:tracePt t="72566" x="2724150" y="5918200"/>
          <p14:tracePt t="72583" x="2705100" y="5918200"/>
          <p14:tracePt t="72600" x="2679700" y="5918200"/>
          <p14:tracePt t="72633" x="2673350" y="5918200"/>
          <p14:tracePt t="72650" x="2667000" y="5924550"/>
          <p14:tracePt t="72666" x="2667000" y="5930900"/>
          <p14:tracePt t="72698" x="2673350" y="5930900"/>
          <p14:tracePt t="72719" x="2679700" y="5930900"/>
          <p14:tracePt t="72734" x="2686050" y="5930900"/>
          <p14:tracePt t="72754" x="2692400" y="5930900"/>
          <p14:tracePt t="72775" x="2698750" y="5924550"/>
          <p14:tracePt t="72796" x="2705100" y="5918200"/>
          <p14:tracePt t="72803" x="2711450" y="5918200"/>
          <p14:tracePt t="72825" x="2717800" y="5911850"/>
          <p14:tracePt t="72832" x="2724150" y="5911850"/>
          <p14:tracePt t="72849" x="2743200" y="5911850"/>
          <p14:tracePt t="72867" x="2781300" y="5918200"/>
          <p14:tracePt t="72882" x="2819400" y="5937250"/>
          <p14:tracePt t="72899" x="2870200" y="5943600"/>
          <p14:tracePt t="72916" x="2965450" y="5981700"/>
          <p14:tracePt t="72932" x="3022600" y="5994400"/>
          <p14:tracePt t="72949" x="3079750" y="6019800"/>
          <p14:tracePt t="72965" x="3143250" y="6045200"/>
          <p14:tracePt t="72982" x="3181350" y="6057900"/>
          <p14:tracePt t="72998" x="3213100" y="6070600"/>
          <p14:tracePt t="73015" x="3251200" y="6083300"/>
          <p14:tracePt t="73031" x="3270250" y="6089650"/>
          <p14:tracePt t="73049" x="3276600" y="6096000"/>
          <p14:tracePt t="73065" x="3295650" y="6108700"/>
          <p14:tracePt t="73081" x="3302000" y="6108700"/>
          <p14:tracePt t="73099" x="3314700" y="6115050"/>
          <p14:tracePt t="73114" x="3321050" y="6121400"/>
          <p14:tracePt t="73131" x="3333750" y="6121400"/>
          <p14:tracePt t="73135" x="3340100" y="6121400"/>
          <p14:tracePt t="73148" x="3352800" y="6127750"/>
          <p14:tracePt t="73164" x="3359150" y="6134100"/>
          <p14:tracePt t="73181" x="3371850" y="6134100"/>
          <p14:tracePt t="73197" x="3384550" y="6140450"/>
          <p14:tracePt t="73214" x="3390900" y="6146800"/>
          <p14:tracePt t="73231" x="3397250" y="6146800"/>
          <p14:tracePt t="73247" x="3403600" y="6153150"/>
          <p14:tracePt t="73281" x="3409950" y="6153150"/>
          <p14:tracePt t="73297" x="3416300" y="6153150"/>
          <p14:tracePt t="73317" x="3429000" y="6153150"/>
          <p14:tracePt t="73333" x="3435350" y="6153150"/>
          <p14:tracePt t="73347" x="3441700" y="6153150"/>
          <p14:tracePt t="73365" x="3467100" y="6159500"/>
          <p14:tracePt t="73380" x="3479800" y="6159500"/>
          <p14:tracePt t="73397" x="3498850" y="6159500"/>
          <p14:tracePt t="73414" x="3543300" y="6165850"/>
          <p14:tracePt t="73430" x="3581400" y="6165850"/>
          <p14:tracePt t="73447" x="3600450" y="6165850"/>
          <p14:tracePt t="73464" x="3644900" y="6172200"/>
          <p14:tracePt t="73480" x="3676650" y="6172200"/>
          <p14:tracePt t="73497" x="3695700" y="6172200"/>
          <p14:tracePt t="73513" x="3727450" y="6172200"/>
          <p14:tracePt t="73530" x="3765550" y="6165850"/>
          <p14:tracePt t="73546" x="3784600" y="6159500"/>
          <p14:tracePt t="73563" x="3816350" y="6146800"/>
          <p14:tracePt t="73991" x="3841750" y="6146800"/>
          <p14:tracePt t="73998" x="3867150" y="6146800"/>
          <p14:tracePt t="74014" x="3892550" y="6146800"/>
          <p14:tracePt t="74028" x="3924300" y="6146800"/>
          <p14:tracePt t="74044" x="4000500" y="6146800"/>
          <p14:tracePt t="74062" x="4095750" y="6153150"/>
          <p14:tracePt t="74078" x="4146550" y="6153150"/>
          <p14:tracePt t="74095" x="4229100" y="6153150"/>
          <p14:tracePt t="74112" x="4318000" y="6153150"/>
          <p14:tracePt t="74128" x="4368800" y="6153150"/>
          <p14:tracePt t="74131" x="4425950" y="6140450"/>
          <p14:tracePt t="74144" x="4476750" y="6140450"/>
          <p14:tracePt t="74161" x="4565650" y="6140450"/>
          <p14:tracePt t="74177" x="4597400" y="6140450"/>
          <p14:tracePt t="74194" x="4660900" y="6140450"/>
          <p14:tracePt t="74211" x="4711700" y="6140450"/>
          <p14:tracePt t="74227" x="4737100" y="6140450"/>
          <p14:tracePt t="74244" x="4775200" y="6140450"/>
          <p14:tracePt t="74260" x="4813300" y="6140450"/>
          <p14:tracePt t="74277" x="4832350" y="6140450"/>
          <p14:tracePt t="74294" x="4864100" y="6140450"/>
          <p14:tracePt t="74311" x="4889500" y="6140450"/>
          <p14:tracePt t="74329" x="4959350" y="6140450"/>
          <p14:tracePt t="74344" x="4984750" y="6140450"/>
          <p14:tracePt t="74360" x="5003800" y="6140450"/>
          <p14:tracePt t="74377" x="5060950" y="6140450"/>
          <p14:tracePt t="74393" x="5130800" y="6140450"/>
          <p14:tracePt t="74410" x="5168900" y="6140450"/>
          <p14:tracePt t="74427" x="5238750" y="6134100"/>
          <p14:tracePt t="74443" x="5295900" y="6134100"/>
          <p14:tracePt t="74460" x="5321300" y="6134100"/>
          <p14:tracePt t="74476" x="5372100" y="6134100"/>
          <p14:tracePt t="74493" x="5422900" y="6134100"/>
          <p14:tracePt t="74510" x="5441950" y="6134100"/>
          <p14:tracePt t="74526" x="5480050" y="6134100"/>
          <p14:tracePt t="74543" x="5524500" y="6134100"/>
          <p14:tracePt t="74560" x="5549900" y="6140450"/>
          <p14:tracePt t="74576" x="5600700" y="6146800"/>
          <p14:tracePt t="74593" x="5664200" y="6146800"/>
          <p14:tracePt t="74609" x="5734050" y="6146800"/>
          <p14:tracePt t="74626" x="5759450" y="6146800"/>
          <p14:tracePt t="74643" x="5791200" y="6146800"/>
          <p14:tracePt t="74659" x="5848350" y="6146800"/>
          <p14:tracePt t="74676" x="5899150" y="6146800"/>
          <p14:tracePt t="74693" x="5937250" y="6153150"/>
          <p14:tracePt t="74709" x="5969000" y="6153150"/>
          <p14:tracePt t="74725" x="6013450" y="6165850"/>
          <p14:tracePt t="74743" x="6070600" y="6159500"/>
          <p14:tracePt t="74759" x="6102350" y="6159500"/>
          <p14:tracePt t="74775" x="6172200" y="6153150"/>
          <p14:tracePt t="74792" x="6242050" y="6140450"/>
          <p14:tracePt t="74809" x="6267450" y="6134100"/>
          <p14:tracePt t="74825" x="6280150" y="6134100"/>
          <p14:tracePt t="75294" x="6311900" y="6121400"/>
          <p14:tracePt t="75301" x="6337300" y="6121400"/>
          <p14:tracePt t="75315" x="6375400" y="6121400"/>
          <p14:tracePt t="75324" x="6407150" y="6121400"/>
          <p14:tracePt t="75340" x="6432550" y="6121400"/>
          <p14:tracePt t="75357" x="6483350" y="6115050"/>
          <p14:tracePt t="75373" x="6521450" y="6115050"/>
          <p14:tracePt t="75390" x="6546850" y="6115050"/>
          <p14:tracePt t="75407" x="6591300" y="6115050"/>
          <p14:tracePt t="75423" x="6623050" y="6115050"/>
          <p14:tracePt t="75440" x="6680200" y="6115050"/>
          <p14:tracePt t="75456" x="6756400" y="6121400"/>
          <p14:tracePt t="75474" x="6788150" y="6121400"/>
          <p14:tracePt t="75490" x="6864350" y="6127750"/>
          <p14:tracePt t="75506" x="6934200" y="6127750"/>
          <p14:tracePt t="75524" x="6959600" y="6127750"/>
          <p14:tracePt t="75540" x="7004050" y="6121400"/>
          <p14:tracePt t="75556" x="7042150" y="6108700"/>
          <p14:tracePt t="75573" x="7067550" y="6102350"/>
          <p14:tracePt t="75590" x="7099300" y="6096000"/>
          <p14:tracePt t="75606" x="7131050" y="6083300"/>
          <p14:tracePt t="75623" x="7150100" y="6083300"/>
          <p14:tracePt t="75639" x="7188200" y="6076950"/>
          <p14:tracePt t="75656" x="7219950" y="6076950"/>
          <p14:tracePt t="75673" x="7232650" y="6070600"/>
          <p14:tracePt t="75689" x="7264400" y="6064250"/>
          <p14:tracePt t="75705" x="7283450" y="6064250"/>
          <p14:tracePt t="75724" x="7372350" y="6064250"/>
          <p14:tracePt t="75739" x="7410450" y="6064250"/>
          <p14:tracePt t="75755" x="7435850" y="6064250"/>
          <p14:tracePt t="75772" x="7493000" y="6064250"/>
          <p14:tracePt t="75788" x="7531100" y="6064250"/>
          <p14:tracePt t="75805" x="7543800" y="6064250"/>
          <p14:tracePt t="75822" x="7588250" y="6057900"/>
          <p14:tracePt t="75838" x="7600950" y="6051550"/>
          <p14:tracePt t="75855" x="7639050" y="6045200"/>
          <p14:tracePt t="75872" x="7651750" y="6032500"/>
          <p14:tracePt t="76619" x="7645400" y="6032500"/>
          <p14:tracePt t="76625" x="7632700" y="6026150"/>
          <p14:tracePt t="76640" x="7613650" y="6026150"/>
          <p14:tracePt t="76652" x="7588250" y="6019800"/>
          <p14:tracePt t="76669" x="7480300" y="6007100"/>
          <p14:tracePt t="76685" x="7404100" y="6007100"/>
          <p14:tracePt t="76703" x="7226300" y="6007100"/>
          <p14:tracePt t="76719" x="7010400" y="6007100"/>
          <p14:tracePt t="76735" x="6896100" y="6013450"/>
          <p14:tracePt t="76752" x="6635750" y="6013450"/>
          <p14:tracePt t="76769" x="6407150" y="6019800"/>
          <p14:tracePt t="76785" x="6305550" y="6032500"/>
          <p14:tracePt t="76803" x="6121400" y="6051550"/>
          <p14:tracePt t="76818" x="6032500" y="6064250"/>
          <p14:tracePt t="76835" x="5861050" y="6115050"/>
          <p14:tracePt t="76852" x="5695950" y="6140450"/>
          <p14:tracePt t="76868" x="5626100" y="6159500"/>
          <p14:tracePt t="76886" x="5518150" y="6178550"/>
          <p14:tracePt t="76902" x="5454650" y="6197600"/>
          <p14:tracePt t="76918" x="5441950" y="6197600"/>
          <p14:tracePt t="76935" x="5435600" y="6197600"/>
          <p14:tracePt t="76951" x="5435600" y="6191250"/>
          <p14:tracePt t="76984" x="5435600" y="6184900"/>
          <p14:tracePt t="77001" x="5435600" y="6178550"/>
          <p14:tracePt t="77021" x="5441950" y="6178550"/>
          <p14:tracePt t="77034" x="5448300" y="6172200"/>
          <p14:tracePt t="77050" x="5441950" y="6159500"/>
          <p14:tracePt t="77068" x="5410200" y="6134100"/>
          <p14:tracePt t="79872" x="5422900" y="6134100"/>
          <p14:tracePt t="79879" x="5441950" y="6134100"/>
          <p14:tracePt t="79891" x="5473700" y="6134100"/>
          <p14:tracePt t="79908" x="5549900" y="6134100"/>
          <p14:tracePt t="79924" x="5588000" y="6127750"/>
          <p14:tracePt t="79941" x="5645150" y="6121400"/>
          <p14:tracePt t="79957" x="5842000" y="6083300"/>
          <p14:tracePt t="79974" x="5924550" y="6064250"/>
          <p14:tracePt t="79991" x="6064250" y="6032500"/>
          <p14:tracePt t="80007" x="6146800" y="6013450"/>
          <p14:tracePt t="80024" x="6337300" y="5994400"/>
          <p14:tracePt t="80040" x="6515100" y="5975350"/>
          <p14:tracePt t="80057" x="6610350" y="5962650"/>
          <p14:tracePt t="80075" x="6737350" y="5956300"/>
          <p14:tracePt t="80091" x="6832600" y="5943600"/>
          <p14:tracePt t="80108" x="6896100" y="5943600"/>
          <p14:tracePt t="80124" x="7010400" y="5949950"/>
          <p14:tracePt t="80140" x="7092950" y="5943600"/>
          <p14:tracePt t="80157" x="7118350" y="5943600"/>
          <p14:tracePt t="80174" x="7156450" y="5949950"/>
          <p14:tracePt t="80190" x="7213600" y="5962650"/>
          <p14:tracePt t="80207" x="7232650" y="5962650"/>
          <p14:tracePt t="80223" x="7277100" y="5969000"/>
          <p14:tracePt t="80240" x="7321550" y="5969000"/>
          <p14:tracePt t="80257" x="7340600" y="5969000"/>
          <p14:tracePt t="80273" x="7397750" y="5969000"/>
          <p14:tracePt t="80290" x="7429500" y="5969000"/>
          <p14:tracePt t="80307" x="7467600" y="5981700"/>
          <p14:tracePt t="80322" x="7518400" y="5994400"/>
          <p14:tracePt t="80339" x="7531100" y="6000750"/>
          <p14:tracePt t="80356" x="7562850" y="6013450"/>
          <p14:tracePt t="80373" x="7575550" y="6026150"/>
          <p14:tracePt t="80389" x="7588250" y="6032500"/>
          <p14:tracePt t="80407" x="7594600" y="6038850"/>
          <p14:tracePt t="80423" x="7607300" y="6051550"/>
          <p14:tracePt t="80440" x="7613650" y="6057900"/>
          <p14:tracePt t="80456" x="7620000" y="6064250"/>
          <p14:tracePt t="80473" x="7632700" y="6064250"/>
          <p14:tracePt t="80489" x="7645400" y="6076950"/>
          <p14:tracePt t="80506" x="7645400" y="6083300"/>
          <p14:tracePt t="80522" x="7658100" y="6083300"/>
          <p14:tracePt t="80539" x="7658100" y="6089650"/>
          <p14:tracePt t="80572" x="7658100" y="6096000"/>
          <p14:tracePt t="80609" x="7664450" y="6102350"/>
          <p14:tracePt t="80630" x="7664450" y="6108700"/>
          <p14:tracePt t="80651" x="7664450" y="6115050"/>
          <p14:tracePt t="81571" x="7639050" y="6115050"/>
          <p14:tracePt t="81587" x="7620000" y="6115050"/>
          <p14:tracePt t="81592" x="7594600" y="6108700"/>
          <p14:tracePt t="81606" x="7575550" y="6108700"/>
          <p14:tracePt t="81618" x="7537450" y="6089650"/>
          <p14:tracePt t="81635" x="7454900" y="6064250"/>
          <p14:tracePt t="81652" x="7385050" y="6057900"/>
          <p14:tracePt t="81669" x="7264400" y="6026150"/>
          <p14:tracePt t="81684" x="7137400" y="6026150"/>
          <p14:tracePt t="81701" x="7048500" y="6019800"/>
          <p14:tracePt t="81705" x="6985000" y="6007100"/>
          <p14:tracePt t="81719" x="6902450" y="5988050"/>
          <p14:tracePt t="81735" x="6737350" y="5969000"/>
          <p14:tracePt t="81751" x="6661150" y="5962650"/>
          <p14:tracePt t="81768" x="6540500" y="5949950"/>
          <p14:tracePt t="81785" x="6419850" y="5930900"/>
          <p14:tracePt t="81801" x="6369050" y="5924550"/>
          <p14:tracePt t="81818" x="6273800" y="5899150"/>
          <p14:tracePt t="81834" x="6235700" y="5899150"/>
          <p14:tracePt t="81852" x="6159500" y="5873750"/>
          <p14:tracePt t="81867" x="6140450" y="5873750"/>
          <p14:tracePt t="81884" x="6121400" y="5867400"/>
          <p14:tracePt t="81901" x="6089650" y="5861050"/>
          <p14:tracePt t="81917" x="6051550" y="5854700"/>
          <p14:tracePt t="81934" x="6032500" y="5854700"/>
          <p14:tracePt t="81950" x="6007100" y="5854700"/>
          <p14:tracePt t="81967" x="5981700" y="5854700"/>
          <p14:tracePt t="82000" x="5969000" y="5861050"/>
          <p14:tracePt t="82016" x="5956300" y="5867400"/>
          <p14:tracePt t="82034" x="5943600" y="5886450"/>
          <p14:tracePt t="82067" x="5930900" y="5899150"/>
          <p14:tracePt t="82084" x="5918200" y="5911850"/>
          <p14:tracePt t="82100" x="5918200" y="5918200"/>
          <p14:tracePt t="82117" x="5911850" y="5930900"/>
          <p14:tracePt t="82133" x="5899150" y="5949950"/>
          <p14:tracePt t="82150" x="5892800" y="5956300"/>
          <p14:tracePt t="82167" x="5886450" y="5969000"/>
          <p14:tracePt t="82183" x="5873750" y="5994400"/>
          <p14:tracePt t="82200" x="5861050" y="6013450"/>
          <p14:tracePt t="82203" x="5854700" y="6026150"/>
          <p14:tracePt t="82219" x="5854700" y="6032500"/>
          <p14:tracePt t="82233" x="5848350" y="6032500"/>
          <p14:tracePt t="82249" x="5842000" y="6045200"/>
          <p14:tracePt t="82267" x="5835650" y="6057900"/>
          <p14:tracePt t="82283" x="5835650" y="6064250"/>
          <p14:tracePt t="82299" x="5835650" y="6070600"/>
          <p14:tracePt t="82316" x="5829300" y="6070600"/>
          <p14:tracePt t="82350" x="5829300" y="6076950"/>
          <p14:tracePt t="82366" x="5829300" y="6083300"/>
          <p14:tracePt t="82382" x="5829300" y="6089650"/>
          <p14:tracePt t="82407" x="5829300" y="6096000"/>
          <p14:tracePt t="82415" x="5829300" y="6102350"/>
          <p14:tracePt t="82470" x="5829300" y="6108700"/>
          <p14:tracePt t="82484" x="5829300" y="6115050"/>
          <p14:tracePt t="82505" x="5829300" y="6121400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685800" y="316403"/>
            <a:ext cx="7584720" cy="1001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65" tIns="42932" rIns="85865" bIns="42932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58622">
              <a:lnSpc>
                <a:spcPct val="85000"/>
              </a:lnSpc>
            </a:pPr>
            <a:r>
              <a:rPr lang="en-US" altLang="zh-TW" sz="4132" kern="0" dirty="0">
                <a:latin typeface="Elephant" panose="02020904090505020303" pitchFamily="18" charset="0"/>
              </a:rPr>
              <a:t>Let’s get some perspective on what we’ve been doing…</a:t>
            </a:r>
            <a:endParaRPr lang="zh-TW" altLang="en-US" sz="4132" kern="0" dirty="0">
              <a:latin typeface="Elephant" panose="02020904090505020303" pitchFamily="18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278762" y="1461266"/>
            <a:ext cx="8658029" cy="518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65" tIns="42932" rIns="85865" bIns="42932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268319" indent="-268319" defTabSz="858622">
              <a:buClrTx/>
            </a:pPr>
            <a:r>
              <a:rPr lang="en-US" altLang="zh-TW" sz="2629" kern="0" dirty="0">
                <a:solidFill>
                  <a:schemeClr val="bg1">
                    <a:lumMod val="75000"/>
                  </a:schemeClr>
                </a:solidFill>
              </a:rPr>
              <a:t>To claim to “know” a computer language, we ought to:</a:t>
            </a:r>
          </a:p>
          <a:p>
            <a:pPr marL="643966" lvl="1" indent="-321983" defTabSz="858622">
              <a:spcBef>
                <a:spcPts val="1127"/>
              </a:spcBef>
            </a:pPr>
            <a:r>
              <a:rPr lang="en-US" altLang="zh-TW" sz="2629" kern="0" dirty="0">
                <a:solidFill>
                  <a:schemeClr val="bg1">
                    <a:lumMod val="75000"/>
                  </a:schemeClr>
                </a:solidFill>
              </a:rPr>
              <a:t>Know all of the keywords.</a:t>
            </a:r>
          </a:p>
          <a:p>
            <a:pPr marL="643966" lvl="1" indent="-321983" defTabSz="858622">
              <a:spcBef>
                <a:spcPts val="1690"/>
              </a:spcBef>
            </a:pPr>
            <a:r>
              <a:rPr lang="en-US" altLang="zh-TW" sz="2629" kern="0" dirty="0">
                <a:solidFill>
                  <a:schemeClr val="bg1">
                    <a:lumMod val="75000"/>
                  </a:schemeClr>
                </a:solidFill>
              </a:rPr>
              <a:t>Know all of the built-in functions.</a:t>
            </a:r>
          </a:p>
          <a:p>
            <a:pPr marL="643966" lvl="1" indent="-321983" defTabSz="858622">
              <a:spcBef>
                <a:spcPts val="1690"/>
              </a:spcBef>
            </a:pPr>
            <a:r>
              <a:rPr lang="en-US" altLang="zh-TW" sz="2629" kern="0" dirty="0">
                <a:solidFill>
                  <a:schemeClr val="bg1">
                    <a:lumMod val="75000"/>
                  </a:schemeClr>
                </a:solidFill>
              </a:rPr>
              <a:t>Know some imported functions if they are important.</a:t>
            </a:r>
          </a:p>
          <a:p>
            <a:pPr marL="912285" lvl="2" defTabSz="858622"/>
            <a:r>
              <a:rPr lang="en-US" altLang="zh-TW" sz="2629" kern="0" dirty="0" err="1">
                <a:solidFill>
                  <a:schemeClr val="bg1">
                    <a:lumMod val="75000"/>
                  </a:schemeClr>
                </a:solidFill>
              </a:rPr>
              <a:t>Eg</a:t>
            </a:r>
            <a:r>
              <a:rPr lang="en-US" altLang="zh-TW" sz="2629" kern="0" dirty="0">
                <a:solidFill>
                  <a:schemeClr val="bg1">
                    <a:lumMod val="75000"/>
                  </a:schemeClr>
                </a:solidFill>
              </a:rPr>
              <a:t>, you don’t know C if you don’t know </a:t>
            </a:r>
            <a:r>
              <a:rPr lang="en-US" altLang="zh-TW" sz="2629" kern="0" dirty="0" err="1">
                <a:solidFill>
                  <a:schemeClr val="bg1">
                    <a:lumMod val="75000"/>
                  </a:schemeClr>
                </a:solidFill>
              </a:rPr>
              <a:t>printf</a:t>
            </a:r>
            <a:r>
              <a:rPr lang="en-US" altLang="zh-TW" sz="2629" kern="0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  <a:p>
            <a:pPr marL="1287932" lvl="3" indent="-321983" defTabSz="858622"/>
            <a:r>
              <a:rPr lang="en-US" altLang="zh-TW" sz="2629" kern="0" dirty="0">
                <a:solidFill>
                  <a:schemeClr val="bg1">
                    <a:lumMod val="75000"/>
                  </a:schemeClr>
                </a:solidFill>
              </a:rPr>
              <a:t>But you have to #include &lt;</a:t>
            </a:r>
            <a:r>
              <a:rPr lang="en-US" altLang="zh-TW" sz="2629" kern="0" dirty="0" err="1">
                <a:solidFill>
                  <a:schemeClr val="bg1">
                    <a:lumMod val="75000"/>
                  </a:schemeClr>
                </a:solidFill>
              </a:rPr>
              <a:t>stdio.h</a:t>
            </a:r>
            <a:r>
              <a:rPr lang="en-US" altLang="zh-TW" sz="2629" kern="0" dirty="0">
                <a:solidFill>
                  <a:schemeClr val="bg1">
                    <a:lumMod val="75000"/>
                  </a:schemeClr>
                </a:solidFill>
              </a:rPr>
              <a:t>&gt; to use </a:t>
            </a:r>
            <a:r>
              <a:rPr lang="en-US" altLang="zh-TW" sz="2629" kern="0" dirty="0" err="1">
                <a:solidFill>
                  <a:schemeClr val="bg1">
                    <a:lumMod val="75000"/>
                  </a:schemeClr>
                </a:solidFill>
              </a:rPr>
              <a:t>printf</a:t>
            </a:r>
            <a:r>
              <a:rPr lang="en-US" altLang="zh-TW" sz="2629" kern="0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  <a:p>
            <a:pPr marL="912285" lvl="2" defTabSz="858622"/>
            <a:r>
              <a:rPr lang="en-US" altLang="zh-TW" sz="2629" kern="0" dirty="0">
                <a:solidFill>
                  <a:schemeClr val="bg1">
                    <a:lumMod val="75000"/>
                  </a:schemeClr>
                </a:solidFill>
              </a:rPr>
              <a:t>For Python, some important modules are:</a:t>
            </a:r>
          </a:p>
          <a:p>
            <a:pPr marL="1287932" lvl="3" indent="-321983" defTabSz="858622"/>
            <a:r>
              <a:rPr lang="en-US" altLang="zh-TW" sz="2629" kern="0" dirty="0" err="1">
                <a:solidFill>
                  <a:schemeClr val="bg1">
                    <a:lumMod val="75000"/>
                  </a:schemeClr>
                </a:solidFill>
              </a:rPr>
              <a:t>itertools</a:t>
            </a:r>
            <a:r>
              <a:rPr lang="en-US" altLang="zh-TW" sz="2629" kern="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altLang="zh-TW" sz="2629" kern="0" dirty="0" err="1">
                <a:solidFill>
                  <a:schemeClr val="bg1">
                    <a:lumMod val="75000"/>
                  </a:schemeClr>
                </a:solidFill>
              </a:rPr>
              <a:t>functools</a:t>
            </a:r>
            <a:r>
              <a:rPr lang="en-US" altLang="zh-TW" sz="2629" kern="0" dirty="0">
                <a:solidFill>
                  <a:schemeClr val="bg1">
                    <a:lumMod val="75000"/>
                  </a:schemeClr>
                </a:solidFill>
              </a:rPr>
              <a:t>, operators, </a:t>
            </a:r>
          </a:p>
          <a:p>
            <a:pPr marL="1287932" lvl="3" indent="-321983" defTabSz="858622">
              <a:spcBef>
                <a:spcPts val="188"/>
              </a:spcBef>
              <a:buClr>
                <a:schemeClr val="bg1"/>
              </a:buClr>
            </a:pPr>
            <a:r>
              <a:rPr lang="en-US" altLang="zh-TW" sz="2629" kern="0" dirty="0">
                <a:solidFill>
                  <a:schemeClr val="bg1">
                    <a:lumMod val="75000"/>
                  </a:schemeClr>
                </a:solidFill>
              </a:rPr>
              <a:t>collections, bisect, copy, math, random, </a:t>
            </a:r>
            <a:r>
              <a:rPr lang="en-US" altLang="zh-TW" sz="2629" kern="0" dirty="0" err="1" smtClean="0">
                <a:solidFill>
                  <a:schemeClr val="bg1">
                    <a:lumMod val="75000"/>
                  </a:schemeClr>
                </a:solidFill>
              </a:rPr>
              <a:t>numpy</a:t>
            </a:r>
            <a:r>
              <a:rPr lang="en-US" altLang="zh-TW" sz="2629" kern="0" dirty="0">
                <a:solidFill>
                  <a:schemeClr val="bg1">
                    <a:lumMod val="75000"/>
                  </a:schemeClr>
                </a:solidFill>
              </a:rPr>
              <a:t>, </a:t>
            </a:r>
          </a:p>
          <a:p>
            <a:pPr marL="1287932" lvl="3" indent="-321983" defTabSz="858622">
              <a:spcBef>
                <a:spcPts val="188"/>
              </a:spcBef>
              <a:buClr>
                <a:schemeClr val="bg1"/>
              </a:buClr>
            </a:pPr>
            <a:r>
              <a:rPr lang="en-US" altLang="zh-TW" sz="2629" kern="0" dirty="0" smtClean="0">
                <a:solidFill>
                  <a:srgbClr val="FF3F3F"/>
                </a:solidFill>
              </a:rPr>
              <a:t>re</a:t>
            </a:r>
            <a:r>
              <a:rPr lang="en-US" altLang="zh-TW" sz="2629" kern="0" dirty="0" smtClean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altLang="zh-TW" sz="2629" kern="0" dirty="0" err="1" smtClean="0">
                <a:solidFill>
                  <a:schemeClr val="bg1">
                    <a:lumMod val="75000"/>
                  </a:schemeClr>
                </a:solidFill>
              </a:rPr>
              <a:t>os</a:t>
            </a:r>
            <a:r>
              <a:rPr lang="en-US" altLang="zh-TW" sz="2629" kern="0" dirty="0" smtClean="0">
                <a:solidFill>
                  <a:schemeClr val="bg1">
                    <a:lumMod val="75000"/>
                  </a:schemeClr>
                </a:solidFill>
              </a:rPr>
              <a:t>, sys, </a:t>
            </a:r>
            <a:r>
              <a:rPr lang="en-US" altLang="zh-TW" sz="2629" kern="0" dirty="0">
                <a:solidFill>
                  <a:schemeClr val="bg1">
                    <a:lumMod val="75000"/>
                  </a:schemeClr>
                </a:solidFill>
              </a:rPr>
              <a:t>pickle,</a:t>
            </a:r>
            <a:r>
              <a:rPr lang="en-US" altLang="zh-TW" sz="2629" kern="0" dirty="0">
                <a:solidFill>
                  <a:srgbClr val="FF3F3F"/>
                </a:solidFill>
              </a:rPr>
              <a:t> </a:t>
            </a:r>
            <a:r>
              <a:rPr lang="en-US" altLang="zh-TW" sz="2629" kern="0" dirty="0" err="1">
                <a:solidFill>
                  <a:srgbClr val="FF3F3F"/>
                </a:solidFill>
              </a:rPr>
              <a:t>abc</a:t>
            </a:r>
            <a:r>
              <a:rPr lang="en-US" altLang="zh-TW" sz="2629" kern="0" dirty="0">
                <a:solidFill>
                  <a:srgbClr val="FF3F3F"/>
                </a:solidFill>
              </a:rPr>
              <a:t>, numbers</a:t>
            </a:r>
            <a:r>
              <a:rPr lang="en-US" altLang="zh-TW" sz="2629" kern="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altLang="zh-TW" sz="2629" kern="0" dirty="0" err="1">
                <a:solidFill>
                  <a:schemeClr val="bg1">
                    <a:lumMod val="75000"/>
                  </a:schemeClr>
                </a:solidFill>
              </a:rPr>
              <a:t>dataclasses</a:t>
            </a:r>
            <a:r>
              <a:rPr lang="en-US" altLang="zh-TW" sz="2629" kern="0" dirty="0">
                <a:solidFill>
                  <a:schemeClr val="bg1">
                    <a:lumMod val="75000"/>
                  </a:schemeClr>
                </a:solidFill>
              </a:rPr>
              <a:t>...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083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7751"/>
    </mc:Choice>
    <mc:Fallback xmlns="">
      <p:transition advTm="77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162" x="5810250" y="6121400"/>
          <p14:tracePt t="1170" x="5778500" y="6121400"/>
          <p14:tracePt t="1184" x="5753100" y="6121400"/>
          <p14:tracePt t="1196" x="5715000" y="6121400"/>
          <p14:tracePt t="1213" x="5645150" y="6102350"/>
          <p14:tracePt t="1229" x="5600700" y="6096000"/>
          <p14:tracePt t="1247" x="5480050" y="6057900"/>
          <p14:tracePt t="1262" x="5334000" y="6019800"/>
          <p14:tracePt t="1279" x="5232400" y="6007100"/>
          <p14:tracePt t="1296" x="5003800" y="5981700"/>
          <p14:tracePt t="1312" x="4787900" y="5956300"/>
          <p14:tracePt t="1332" x="4559300" y="5956300"/>
          <p14:tracePt t="1346" x="4432300" y="5956300"/>
          <p14:tracePt t="1362" x="4191000" y="5949950"/>
          <p14:tracePt t="1379" x="4064000" y="5949950"/>
          <p14:tracePt t="1395" x="3810000" y="5962650"/>
          <p14:tracePt t="1412" x="3606800" y="5975350"/>
          <p14:tracePt t="1429" x="3429000" y="5969000"/>
          <p14:tracePt t="1445" x="3365500" y="5969000"/>
          <p14:tracePt t="1462" x="3302000" y="5969000"/>
          <p14:tracePt t="1466" x="3238500" y="5956300"/>
          <p14:tracePt t="1479" x="3130550" y="5962650"/>
          <p14:tracePt t="1495" x="3054350" y="5956300"/>
          <p14:tracePt t="1512" x="2997200" y="5949950"/>
          <p14:tracePt t="1528" x="2914650" y="5930900"/>
          <p14:tracePt t="1545" x="2870200" y="5930900"/>
          <p14:tracePt t="1562" x="2819400" y="5924550"/>
          <p14:tracePt t="1578" x="2736850" y="5905500"/>
          <p14:tracePt t="1595" x="2654300" y="5880100"/>
          <p14:tracePt t="1612" x="2590800" y="5861050"/>
          <p14:tracePt t="1628" x="2559050" y="5854700"/>
          <p14:tracePt t="1645" x="2520950" y="5835650"/>
          <p14:tracePt t="1662" x="2470150" y="5822950"/>
          <p14:tracePt t="1678" x="2451100" y="5822950"/>
          <p14:tracePt t="1695" x="2406650" y="5822950"/>
          <p14:tracePt t="1711" x="2368550" y="5835650"/>
          <p14:tracePt t="1728" x="2355850" y="5848350"/>
          <p14:tracePt t="1745" x="2330450" y="5854700"/>
          <p14:tracePt t="1762" x="2260600" y="5873750"/>
          <p14:tracePt t="1777" x="2241550" y="5886450"/>
          <p14:tracePt t="1795" x="2203450" y="5905500"/>
          <p14:tracePt t="1810" x="2184400" y="5918200"/>
          <p14:tracePt t="1828" x="2159000" y="5943600"/>
          <p14:tracePt t="1844" x="2120900" y="5962650"/>
          <p14:tracePt t="1861" x="2108200" y="5975350"/>
          <p14:tracePt t="1877" x="2082800" y="5988050"/>
          <p14:tracePt t="1894" x="2070100" y="6000750"/>
          <p14:tracePt t="1910" x="2063750" y="6013450"/>
          <p14:tracePt t="1927" x="2057400" y="6026150"/>
          <p14:tracePt t="1944" x="2044700" y="6045200"/>
          <p14:tracePt t="1961" x="2038350" y="6045200"/>
          <p14:tracePt t="1964" x="2032000" y="6051550"/>
          <p14:tracePt t="1977" x="2019300" y="6057900"/>
          <p14:tracePt t="1993" x="2006600" y="6076950"/>
          <p14:tracePt t="2010" x="2000250" y="6089650"/>
          <p14:tracePt t="2027" x="1987550" y="6102350"/>
          <p14:tracePt t="2043" x="1987550" y="6108700"/>
          <p14:tracePt t="2060" x="1981200" y="6115050"/>
          <p14:tracePt t="2077" x="1974850" y="6115050"/>
          <p14:tracePt t="2097" x="1968500" y="6121400"/>
          <p14:tracePt t="2623" x="1974850" y="6121400"/>
          <p14:tracePt t="2637" x="2000250" y="6127750"/>
          <p14:tracePt t="2644" x="2044700" y="6127750"/>
          <p14:tracePt t="2660" x="2063750" y="6140450"/>
          <p14:tracePt t="2674" x="2101850" y="6140450"/>
          <p14:tracePt t="2691" x="2197100" y="6153150"/>
          <p14:tracePt t="2708" x="2311400" y="6165850"/>
          <p14:tracePt t="2724" x="2381250" y="6172200"/>
          <p14:tracePt t="2742" x="2520950" y="6191250"/>
          <p14:tracePt t="2757" x="2654300" y="6203950"/>
          <p14:tracePt t="2774" x="2717800" y="6203950"/>
          <p14:tracePt t="2791" x="2870200" y="6210300"/>
          <p14:tracePt t="2807" x="3022600" y="6223000"/>
          <p14:tracePt t="2824" x="3098800" y="6223000"/>
          <p14:tracePt t="2840" x="3251200" y="6223000"/>
          <p14:tracePt t="2857" x="3403600" y="6223000"/>
          <p14:tracePt t="2874" x="3498850" y="6229350"/>
          <p14:tracePt t="2890" x="3638550" y="6229350"/>
          <p14:tracePt t="2907" x="3765550" y="6242050"/>
          <p14:tracePt t="2924" x="3822700" y="6248400"/>
          <p14:tracePt t="2940" x="3924300" y="6248400"/>
          <p14:tracePt t="2957" x="4013200" y="6248400"/>
          <p14:tracePt t="2974" x="4121150" y="6248400"/>
          <p14:tracePt t="2989" x="4146550" y="6248400"/>
          <p14:tracePt t="3007" x="4178300" y="6242050"/>
          <p14:tracePt t="3023" x="4235450" y="6235700"/>
          <p14:tracePt t="3040" x="4286250" y="6235700"/>
          <p14:tracePt t="3057" x="4305300" y="6235700"/>
          <p14:tracePt t="3073" x="4343400" y="6235700"/>
          <p14:tracePt t="3090" x="4394200" y="6235700"/>
          <p14:tracePt t="3107" x="4425950" y="6235700"/>
          <p14:tracePt t="3123" x="4445000" y="6235700"/>
          <p14:tracePt t="3140" x="4489450" y="6235700"/>
          <p14:tracePt t="3156" x="4527550" y="6235700"/>
          <p14:tracePt t="3173" x="4546600" y="6235700"/>
          <p14:tracePt t="3189" x="4591050" y="6235700"/>
          <p14:tracePt t="3206" x="4622800" y="6235700"/>
          <p14:tracePt t="3222" x="4641850" y="6235700"/>
          <p14:tracePt t="3239" x="4654550" y="6235700"/>
          <p14:tracePt t="3256" x="4692650" y="6235700"/>
          <p14:tracePt t="3272" x="4705350" y="6235700"/>
          <p14:tracePt t="3290" x="4718050" y="6235700"/>
          <p14:tracePt t="3322" x="4724400" y="6235700"/>
          <p14:tracePt t="3339" x="4730750" y="6229350"/>
          <p14:tracePt t="3355" x="4743450" y="6216650"/>
          <p14:tracePt t="3907" x="4775200" y="6216650"/>
          <p14:tracePt t="3922" x="4813300" y="6216650"/>
          <p14:tracePt t="3927" x="4864100" y="6216650"/>
          <p14:tracePt t="3942" x="4914900" y="6216650"/>
          <p14:tracePt t="3954" x="4972050" y="6216650"/>
          <p14:tracePt t="3970" x="5073650" y="6216650"/>
          <p14:tracePt t="3986" x="5111750" y="6216650"/>
          <p14:tracePt t="3990" x="5143500" y="6216650"/>
          <p14:tracePt t="4003" x="5168900" y="6216650"/>
          <p14:tracePt t="4020" x="5219700" y="6216650"/>
          <p14:tracePt t="4036" x="5238750" y="6216650"/>
          <p14:tracePt t="4054" x="5289550" y="6216650"/>
          <p14:tracePt t="4070" x="5308600" y="6216650"/>
          <p14:tracePt t="4086" x="5334000" y="6216650"/>
          <p14:tracePt t="4103" x="5346700" y="6216650"/>
          <p14:tracePt t="4119" x="5365750" y="6216650"/>
          <p14:tracePt t="4136" x="5378450" y="6216650"/>
          <p14:tracePt t="4153" x="5403850" y="6216650"/>
          <p14:tracePt t="4169" x="5435600" y="6216650"/>
          <p14:tracePt t="4186" x="5461000" y="6216650"/>
          <p14:tracePt t="4203" x="5505450" y="6223000"/>
          <p14:tracePt t="4219" x="5537200" y="6229350"/>
          <p14:tracePt t="4236" x="5556250" y="6229350"/>
          <p14:tracePt t="4252" x="5575300" y="6229350"/>
          <p14:tracePt t="4269" x="5581650" y="6229350"/>
          <p14:tracePt t="4286" x="5588000" y="6235700"/>
          <p14:tracePt t="4318" x="5588000" y="6242050"/>
          <p14:tracePt t="4342" x="5575300" y="6242050"/>
          <p14:tracePt t="4360" x="5568950" y="6242050"/>
          <p14:tracePt t="4368" x="5556250" y="6242050"/>
          <p14:tracePt t="4385" x="5537200" y="6242050"/>
          <p14:tracePt t="4402" x="5467350" y="6242050"/>
          <p14:tracePt t="4419" x="5359400" y="6235700"/>
          <p14:tracePt t="4435" x="5295900" y="6223000"/>
          <p14:tracePt t="4451" x="5219700" y="6229350"/>
          <p14:tracePt t="4469" x="4972050" y="6235700"/>
          <p14:tracePt t="4485" x="4883150" y="6235700"/>
          <p14:tracePt t="4501" x="4806950" y="6235700"/>
          <p14:tracePt t="4505" x="4718050" y="6248400"/>
          <p14:tracePt t="4518" x="4654550" y="6248400"/>
          <p14:tracePt t="4535" x="4540250" y="6248400"/>
          <p14:tracePt t="4551" x="4489450" y="6248400"/>
          <p14:tracePt t="4568" x="4419600" y="6248400"/>
          <p14:tracePt t="4585" x="4368800" y="6248400"/>
          <p14:tracePt t="4602" x="4337050" y="6254750"/>
          <p14:tracePt t="4618" x="4324350" y="6254750"/>
          <p14:tracePt t="4634" x="4298950" y="6248400"/>
          <p14:tracePt t="4651" x="4267200" y="6242050"/>
          <p14:tracePt t="4668" x="4254500" y="6235700"/>
          <p14:tracePt t="4684" x="4235450" y="6223000"/>
          <p14:tracePt t="4701" x="4165600" y="6216650"/>
          <p14:tracePt t="4717" x="4121150" y="6210300"/>
          <p14:tracePt t="4735" x="4013200" y="6191250"/>
          <p14:tracePt t="4750" x="3917950" y="6178550"/>
          <p14:tracePt t="4768" x="3810000" y="6146800"/>
          <p14:tracePt t="4784" x="3657600" y="6140450"/>
          <p14:tracePt t="4800" x="3556000" y="6127750"/>
          <p14:tracePt t="4817" x="3365500" y="6108700"/>
          <p14:tracePt t="4834" x="3155950" y="6089650"/>
          <p14:tracePt t="4850" x="3041650" y="6076950"/>
          <p14:tracePt t="4868" x="2838450" y="6070600"/>
          <p14:tracePt t="4884" x="2647950" y="6057900"/>
          <p14:tracePt t="4900" x="2559050" y="6038850"/>
          <p14:tracePt t="4918" x="2393950" y="6019800"/>
          <p14:tracePt t="4933" x="2273300" y="6007100"/>
          <p14:tracePt t="4950" x="2235200" y="6007100"/>
          <p14:tracePt t="4967" x="2171700" y="6007100"/>
          <p14:tracePt t="4983" x="2152650" y="6007100"/>
          <p14:tracePt t="4999" x="2146300" y="6007100"/>
          <p14:tracePt t="5018" x="2139950" y="6007100"/>
          <p14:tracePt t="5051" x="2139950" y="6013450"/>
          <p14:tracePt t="5073" x="2139950" y="6019800"/>
          <p14:tracePt t="5122" x="2139950" y="6026150"/>
          <p14:tracePt t="5143" x="2133600" y="6026150"/>
          <p14:tracePt t="5157" x="2127250" y="6026150"/>
          <p14:tracePt t="5163" x="2120900" y="6032500"/>
          <p14:tracePt t="5171" x="2114550" y="6032500"/>
          <p14:tracePt t="5186" x="2101850" y="6032500"/>
          <p14:tracePt t="5200" x="2089150" y="6038850"/>
          <p14:tracePt t="5216" x="2070100" y="6045200"/>
          <p14:tracePt t="5232" x="2057400" y="6051550"/>
          <p14:tracePt t="5249" x="2019300" y="6064250"/>
          <p14:tracePt t="5265" x="2012950" y="6064250"/>
          <p14:tracePt t="5283" x="1968500" y="6083300"/>
          <p14:tracePt t="5299" x="1955800" y="6089650"/>
          <p14:tracePt t="5315" x="1936750" y="6089650"/>
          <p14:tracePt t="5333" x="1911350" y="6102350"/>
          <p14:tracePt t="5348" x="1905000" y="6102350"/>
          <p14:tracePt t="5369" x="1898650" y="6108700"/>
          <p14:tracePt t="5438" x="1905000" y="6108700"/>
          <p14:tracePt t="5466" x="1911350" y="6108700"/>
          <p14:tracePt t="5487" x="1917700" y="6108700"/>
          <p14:tracePt t="5508" x="1924050" y="6108700"/>
          <p14:tracePt t="5516" x="1930400" y="6108700"/>
          <p14:tracePt t="5522" x="1936750" y="6102350"/>
          <p14:tracePt t="5536" x="1949450" y="6102350"/>
          <p14:tracePt t="5547" x="1968500" y="6102350"/>
          <p14:tracePt t="5564" x="2025650" y="6096000"/>
          <p14:tracePt t="5581" x="2076450" y="6096000"/>
          <p14:tracePt t="5598" x="2241550" y="6083300"/>
          <p14:tracePt t="5615" x="2470150" y="6076950"/>
          <p14:tracePt t="5631" x="2628900" y="6064250"/>
          <p14:tracePt t="5648" x="2978150" y="6051550"/>
          <p14:tracePt t="5664" x="3346450" y="6057900"/>
          <p14:tracePt t="5681" x="3511550" y="6070600"/>
          <p14:tracePt t="5698" x="3765550" y="6076950"/>
          <p14:tracePt t="5714" x="3943350" y="6089650"/>
          <p14:tracePt t="5731" x="4006850" y="6096000"/>
          <p14:tracePt t="5748" x="4076700" y="6108700"/>
          <p14:tracePt t="5764" x="4095750" y="6108700"/>
          <p14:tracePt t="5780" x="4121150" y="6108700"/>
          <p14:tracePt t="5797" x="4133850" y="6108700"/>
          <p14:tracePt t="5814" x="4140200" y="6108700"/>
          <p14:tracePt t="5831" x="4152900" y="6108700"/>
          <p14:tracePt t="5847" x="4165600" y="6108700"/>
          <p14:tracePt t="5863" x="4184650" y="6108700"/>
          <p14:tracePt t="5880" x="4210050" y="6108700"/>
          <p14:tracePt t="5896" x="4260850" y="6108700"/>
          <p14:tracePt t="5913" x="4286250" y="6108700"/>
          <p14:tracePt t="5930" x="4356100" y="6108700"/>
          <p14:tracePt t="5947" x="4451350" y="6115050"/>
          <p14:tracePt t="5964" x="4489450" y="6115050"/>
          <p14:tracePt t="5979" x="4552950" y="6121400"/>
          <p14:tracePt t="5996" x="4616450" y="6140450"/>
          <p14:tracePt t="6013" x="4673600" y="6146800"/>
          <p14:tracePt t="6029" x="4699000" y="6153150"/>
          <p14:tracePt t="6046" x="4743450" y="6153150"/>
          <p14:tracePt t="6063" x="4800600" y="6159500"/>
          <p14:tracePt t="6079" x="4832350" y="6159500"/>
          <p14:tracePt t="6096" x="4851400" y="6159500"/>
          <p14:tracePt t="6113" x="4902200" y="6159500"/>
          <p14:tracePt t="6129" x="4965700" y="6159500"/>
          <p14:tracePt t="6146" x="5003800" y="6159500"/>
          <p14:tracePt t="6162" x="5099050" y="6159500"/>
          <p14:tracePt t="6179" x="5200650" y="6159500"/>
          <p14:tracePt t="6197" x="5378450" y="6159500"/>
          <p14:tracePt t="6212" x="5480050" y="6159500"/>
          <p14:tracePt t="6229" x="5670550" y="6159500"/>
          <p14:tracePt t="6246" x="5835650" y="6159500"/>
          <p14:tracePt t="6262" x="5899150" y="6159500"/>
          <p14:tracePt t="6279" x="6032500" y="6159500"/>
          <p14:tracePt t="6295" x="6134100" y="6159500"/>
          <p14:tracePt t="6312" x="6165850" y="6146800"/>
          <p14:tracePt t="6329" x="6203950" y="6134100"/>
          <p14:tracePt t="6345" x="6229350" y="6121400"/>
          <p14:tracePt t="6362" x="6254750" y="6102350"/>
          <p14:tracePt t="6379" x="6280150" y="6070600"/>
          <p14:tracePt t="6395" x="6280150" y="6045200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28600" y="838200"/>
            <a:ext cx="8915400" cy="5867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effectLst/>
                <a:ea typeface="SourceSansProRegular"/>
              </a:rPr>
              <a:t>An Abstract Base Class (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D10D9E"/>
                </a:solidFill>
                <a:effectLst/>
                <a:ea typeface="SourceSansProRegular"/>
              </a:rPr>
              <a:t>ABC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effectLst/>
                <a:ea typeface="SourceSansProRegular"/>
              </a:rPr>
              <a:t>) is added to an object's inheritance tree to signal certain features of that object.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altLang="en-US" sz="2800" dirty="0" smtClean="0">
                <a:ea typeface="SourceSansProRegular"/>
              </a:rPr>
              <a:t>You can </a:t>
            </a:r>
            <a:r>
              <a:rPr lang="en-US" altLang="en-US" sz="2800" b="1" i="1" dirty="0" smtClean="0">
                <a:solidFill>
                  <a:srgbClr val="00A84C"/>
                </a:solidFill>
                <a:ea typeface="SourceSansProRegular"/>
              </a:rPr>
              <a:t>register</a:t>
            </a:r>
            <a:r>
              <a:rPr lang="en-US" altLang="en-US" sz="2800" dirty="0" smtClean="0">
                <a:ea typeface="SourceSansProRegular"/>
              </a:rPr>
              <a:t> an ABC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effectLst/>
                <a:ea typeface="SourceSansProRegular"/>
              </a:rPr>
              <a:t> to allow</a:t>
            </a:r>
            <a:r>
              <a:rPr kumimoji="0" lang="en-US" altLang="en-US" sz="2800" b="0" i="0" u="none" strike="noStrike" cap="none" normalizeH="0" dirty="0" smtClean="0">
                <a:ln>
                  <a:noFill/>
                </a:ln>
                <a:effectLst/>
                <a:ea typeface="SourceSansProRegular"/>
              </a:rPr>
              <a:t> it to work with the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effectLst/>
                <a:ea typeface="SourceSansProRegular"/>
              </a:rPr>
              <a:t> subclass()</a:t>
            </a:r>
            <a:r>
              <a:rPr kumimoji="0" lang="en-US" altLang="en-US" sz="2800" b="0" i="0" u="none" strike="noStrike" cap="none" normalizeH="0" dirty="0" smtClean="0">
                <a:ln>
                  <a:noFill/>
                </a:ln>
                <a:effectLst/>
                <a:ea typeface="SourceSansProRegular"/>
              </a:rPr>
              <a:t> and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effectLst/>
                <a:ea typeface="SourceSansProRegular"/>
              </a:rPr>
              <a:t>isinstance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effectLst/>
                <a:ea typeface="SourceSansProRegular"/>
              </a:rPr>
              <a:t>() functions.</a:t>
            </a: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 marL="0" lvl="0" indent="0">
              <a:spcBef>
                <a:spcPct val="0"/>
              </a:spcBef>
              <a:buClrTx/>
              <a:buNone/>
            </a:pPr>
            <a:r>
              <a:rPr lang="en-US" altLang="en-US" sz="2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from </a:t>
            </a:r>
            <a:r>
              <a:rPr lang="en-US" altLang="en-US" sz="24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abc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import </a:t>
            </a:r>
            <a:r>
              <a:rPr lang="en-US" altLang="en-US" sz="2400" b="1" dirty="0" smtClean="0">
                <a:solidFill>
                  <a:srgbClr val="D10D9E"/>
                </a:solidFill>
                <a:latin typeface="Lucida Console" panose="020B0609040504020204" pitchFamily="49" charset="0"/>
              </a:rPr>
              <a:t>ABC</a:t>
            </a:r>
          </a:p>
          <a:p>
            <a:pPr marL="0" lvl="0" indent="0">
              <a:spcBef>
                <a:spcPct val="0"/>
              </a:spcBef>
              <a:buClrTx/>
              <a:buNone/>
            </a:pPr>
            <a:r>
              <a:rPr lang="en-US" altLang="en-US" sz="2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class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MyABC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 smtClean="0">
                <a:solidFill>
                  <a:srgbClr val="D10D9E"/>
                </a:solidFill>
                <a:latin typeface="Lucida Console" panose="020B0609040504020204" pitchFamily="49" charset="0"/>
              </a:rPr>
              <a:t>ABC</a:t>
            </a:r>
            <a:r>
              <a:rPr lang="en-US" altLang="en-US" sz="2400" dirty="0">
                <a:latin typeface="Lucida Console" panose="020B0609040504020204" pitchFamily="49" charset="0"/>
              </a:rPr>
              <a:t>): pass</a:t>
            </a:r>
          </a:p>
          <a:p>
            <a:pPr marL="0" lvl="0" indent="0">
              <a:spcBef>
                <a:spcPct val="0"/>
              </a:spcBef>
              <a:buClrTx/>
              <a:buNone/>
            </a:pPr>
            <a:endParaRPr lang="en-US" altLang="en-US" sz="240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lvl="0" indent="0">
              <a:spcBef>
                <a:spcPct val="0"/>
              </a:spcBef>
              <a:buClr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x =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MyABC</a:t>
            </a:r>
            <a:r>
              <a:rPr lang="en-US" altLang="en-US" sz="2400" b="1" dirty="0" err="1" smtClean="0">
                <a:solidFill>
                  <a:srgbClr val="00A84C"/>
                </a:solidFill>
                <a:latin typeface="Lucida Console" panose="020B0609040504020204" pitchFamily="49" charset="0"/>
              </a:rPr>
              <a:t>.register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(tuple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marL="0" lvl="0" indent="0">
              <a:spcBef>
                <a:spcPct val="0"/>
              </a:spcBef>
              <a:buClrTx/>
              <a:buNone/>
            </a:pPr>
            <a:r>
              <a:rPr lang="en-US" altLang="en-US" sz="2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assert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issubclass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(tuple</a:t>
            </a:r>
            <a:r>
              <a:rPr lang="en-US" altLang="en-US" sz="2400" dirty="0">
                <a:latin typeface="Lucida Console" panose="020B0609040504020204" pitchFamily="49" charset="0"/>
              </a:rPr>
              <a:t>, </a:t>
            </a:r>
            <a:r>
              <a:rPr lang="en-US" altLang="en-US" sz="2400" dirty="0" err="1">
                <a:latin typeface="Lucida Console" panose="020B0609040504020204" pitchFamily="49" charset="0"/>
              </a:rPr>
              <a:t>MyABC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marL="0" lvl="0" indent="0">
              <a:spcBef>
                <a:spcPct val="0"/>
              </a:spcBef>
              <a:buClrTx/>
              <a:buNone/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assert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isinstance</a:t>
            </a:r>
            <a:r>
              <a:rPr lang="en-US" altLang="en-US" sz="2400" dirty="0">
                <a:latin typeface="Lucida Console" panose="020B0609040504020204" pitchFamily="49" charset="0"/>
              </a:rPr>
              <a:t>((), </a:t>
            </a:r>
            <a:r>
              <a:rPr lang="en-US" altLang="en-US" sz="2400" dirty="0" err="1">
                <a:latin typeface="Lucida Console" panose="020B0609040504020204" pitchFamily="49" charset="0"/>
              </a:rPr>
              <a:t>MyABC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)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marL="0" lvl="0" indent="0">
              <a:spcBef>
                <a:spcPct val="0"/>
              </a:spcBef>
              <a:buClrTx/>
              <a:buNone/>
            </a:pPr>
            <a:r>
              <a:rPr lang="en-US" altLang="en-US" sz="2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issubclass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(complex</a:t>
            </a:r>
            <a:r>
              <a:rPr lang="en-US" altLang="en-US" sz="2400" dirty="0">
                <a:latin typeface="Lucida Console" panose="020B0609040504020204" pitchFamily="49" charset="0"/>
              </a:rPr>
              <a:t>, </a:t>
            </a:r>
            <a:r>
              <a:rPr lang="en-US" altLang="en-US" sz="2400" dirty="0" err="1">
                <a:latin typeface="Lucida Console" panose="020B0609040504020204" pitchFamily="49" charset="0"/>
              </a:rPr>
              <a:t>MyABC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marL="0" lvl="0" indent="0">
              <a:spcBef>
                <a:spcPct val="0"/>
              </a:spcBef>
              <a:buClrTx/>
              <a:buNone/>
            </a:pPr>
            <a:r>
              <a:rPr lang="en-US" altLang="en-US" sz="2400" dirty="0" smtClean="0">
                <a:latin typeface="Lucida Console" panose="020B0609040504020204" pitchFamily="49" charset="0"/>
              </a:rPr>
              <a:t>False</a:t>
            </a:r>
          </a:p>
          <a:p>
            <a:pPr marL="0" lvl="0" indent="0">
              <a:spcBef>
                <a:spcPct val="0"/>
              </a:spcBef>
              <a:buClrTx/>
              <a:buNone/>
            </a:pPr>
            <a:r>
              <a:rPr lang="en-US" altLang="en-US" sz="2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x =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MyABC</a:t>
            </a:r>
            <a:r>
              <a:rPr lang="en-US" altLang="en-US" sz="2400" b="1" dirty="0" err="1" smtClean="0">
                <a:solidFill>
                  <a:srgbClr val="00A84C"/>
                </a:solidFill>
                <a:latin typeface="Lucida Console" panose="020B0609040504020204" pitchFamily="49" charset="0"/>
              </a:rPr>
              <a:t>.register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(complex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marL="0" lvl="0" indent="0">
              <a:spcBef>
                <a:spcPct val="0"/>
              </a:spcBef>
              <a:buClrTx/>
              <a:buNone/>
            </a:pPr>
            <a:r>
              <a:rPr lang="en-US" altLang="en-US" sz="24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assert </a:t>
            </a:r>
            <a:r>
              <a:rPr lang="en-US" altLang="en-US" sz="2400" dirty="0" err="1">
                <a:latin typeface="Lucida Console" panose="020B0609040504020204" pitchFamily="49" charset="0"/>
              </a:rPr>
              <a:t>issubclass</a:t>
            </a:r>
            <a:r>
              <a:rPr lang="en-US" altLang="en-US" sz="2400" dirty="0">
                <a:latin typeface="Lucida Console" panose="020B0609040504020204" pitchFamily="49" charset="0"/>
              </a:rPr>
              <a:t>(complex, </a:t>
            </a:r>
            <a:r>
              <a:rPr lang="en-US" altLang="en-US" sz="2400" dirty="0" err="1">
                <a:latin typeface="Lucida Console" panose="020B0609040504020204" pitchFamily="49" charset="0"/>
              </a:rPr>
              <a:t>MyABC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marL="0" lvl="0" indent="0">
              <a:spcBef>
                <a:spcPct val="0"/>
              </a:spcBef>
              <a:buClrTx/>
              <a:buNone/>
            </a:pPr>
            <a:endParaRPr lang="en-US" altLang="en-US" sz="2400" dirty="0">
              <a:latin typeface="Lucida Console" panose="020B0609040504020204" pitchFamily="49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err="1" smtClean="0">
                <a:solidFill>
                  <a:srgbClr val="FF0000"/>
                </a:solidFill>
                <a:latin typeface="Elephant" panose="02020904090505020303" pitchFamily="18" charset="0"/>
              </a:rPr>
              <a:t>abc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sp>
        <p:nvSpPr>
          <p:cNvPr id="8" name="Rectangle 1"/>
          <p:cNvSpPr txBox="1">
            <a:spLocks noChangeArrowheads="1"/>
          </p:cNvSpPr>
          <p:nvPr/>
        </p:nvSpPr>
        <p:spPr bwMode="auto">
          <a:xfrm>
            <a:off x="228600" y="2667000"/>
            <a:ext cx="762000" cy="4038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en-US" sz="24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en-US" sz="24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en-US" sz="24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en-US" sz="24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en-US" sz="24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en-US" sz="24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en-US" sz="24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spcBef>
                <a:spcPct val="0"/>
              </a:spcBef>
              <a:buClrTx/>
              <a:buFont typeface="Wingdings" pitchFamily="2" charset="2"/>
              <a:buNone/>
            </a:pPr>
            <a:endParaRPr lang="en-US" altLang="en-US" sz="2400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en-US" sz="24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en-US" sz="24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en-US" sz="24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2164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574"/>
    </mc:Choice>
    <mc:Fallback xmlns="">
      <p:transition spd="slow" advTm="2565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228" x="4451350" y="3016250"/>
          <p14:tracePt t="1234" x="4445000" y="2990850"/>
          <p14:tracePt t="1249" x="4425950" y="2927350"/>
          <p14:tracePt t="1265" x="4413250" y="2838450"/>
          <p14:tracePt t="1282" x="4400550" y="2717800"/>
          <p14:tracePt t="1299" x="4343400" y="2495550"/>
          <p14:tracePt t="1315" x="4305300" y="2362200"/>
          <p14:tracePt t="1332" x="4248150" y="2171700"/>
          <p14:tracePt t="1348" x="4191000" y="2057400"/>
          <p14:tracePt t="1365" x="4127500" y="1955800"/>
          <p14:tracePt t="1383" x="4038600" y="1822450"/>
          <p14:tracePt t="1398" x="3975100" y="1746250"/>
          <p14:tracePt t="1415" x="3924300" y="1676400"/>
          <p14:tracePt t="1432" x="3829050" y="1555750"/>
          <p14:tracePt t="1448" x="3784600" y="1479550"/>
          <p14:tracePt t="1465" x="3721100" y="1397000"/>
          <p14:tracePt t="1481" x="3657600" y="1301750"/>
          <p14:tracePt t="1498" x="3632200" y="1263650"/>
          <p14:tracePt t="1502" x="3619500" y="1250950"/>
          <p14:tracePt t="1516" x="3581400" y="1219200"/>
          <p14:tracePt t="1531" x="3536950" y="1193800"/>
          <p14:tracePt t="1548" x="3492500" y="1149350"/>
          <p14:tracePt t="1565" x="3409950" y="1098550"/>
          <p14:tracePt t="1581" x="3359150" y="1073150"/>
          <p14:tracePt t="1598" x="3314700" y="1060450"/>
          <p14:tracePt t="1614" x="3270250" y="1047750"/>
          <p14:tracePt t="1631" x="3244850" y="1041400"/>
          <p14:tracePt t="1648" x="3225800" y="1035050"/>
          <p14:tracePt t="1664" x="3206750" y="1035050"/>
          <p14:tracePt t="1681" x="3194050" y="1035050"/>
          <p14:tracePt t="1698" x="3181350" y="1035050"/>
          <p14:tracePt t="1714" x="3168650" y="1035050"/>
          <p14:tracePt t="1730" x="3155950" y="1041400"/>
          <p14:tracePt t="1747" x="3149600" y="1041400"/>
          <p14:tracePt t="1764" x="3143250" y="1041400"/>
          <p14:tracePt t="1784" x="3143250" y="1035050"/>
          <p14:tracePt t="1804" x="3136900" y="1028700"/>
          <p14:tracePt t="1813" x="3136900" y="1016000"/>
          <p14:tracePt t="1830" x="3136900" y="1009650"/>
          <p14:tracePt t="1853" x="3136900" y="1003300"/>
          <p14:tracePt t="1863" x="3143250" y="996950"/>
          <p14:tracePt t="1881" x="3155950" y="990600"/>
          <p14:tracePt t="1896" x="3168650" y="984250"/>
          <p14:tracePt t="1913" x="3175000" y="984250"/>
          <p14:tracePt t="1930" x="3213100" y="977900"/>
          <p14:tracePt t="1946" x="3263900" y="971550"/>
          <p14:tracePt t="1963" x="3333750" y="958850"/>
          <p14:tracePt t="1980" x="3460750" y="939800"/>
          <p14:tracePt t="1996" x="3556000" y="920750"/>
          <p14:tracePt t="2013" x="3714750" y="927100"/>
          <p14:tracePt t="2029" x="3822700" y="933450"/>
          <p14:tracePt t="2046" x="3924300" y="939800"/>
          <p14:tracePt t="2064" x="4070350" y="958850"/>
          <p14:tracePt t="2079" x="4146550" y="971550"/>
          <p14:tracePt t="2096" x="4279900" y="990600"/>
          <p14:tracePt t="2113" x="4400550" y="1016000"/>
          <p14:tracePt t="2129" x="4451350" y="1028700"/>
          <p14:tracePt t="2146" x="4565650" y="1028700"/>
          <p14:tracePt t="2162" x="4699000" y="1035050"/>
          <p14:tracePt t="2179" x="4762500" y="1035050"/>
          <p14:tracePt t="2196" x="4902200" y="1035050"/>
          <p14:tracePt t="2212" x="5041900" y="1035050"/>
          <p14:tracePt t="2229" x="5105400" y="1035050"/>
          <p14:tracePt t="2246" x="5245100" y="1035050"/>
          <p14:tracePt t="2262" x="5365750" y="1035050"/>
          <p14:tracePt t="2278" x="5416550" y="1022350"/>
          <p14:tracePt t="2295" x="5524500" y="1016000"/>
          <p14:tracePt t="2312" x="5581650" y="1009650"/>
          <p14:tracePt t="2329" x="5619750" y="1003300"/>
          <p14:tracePt t="2345" x="5689600" y="1003300"/>
          <p14:tracePt t="2362" x="5708650" y="1003300"/>
          <p14:tracePt t="2379" x="5765800" y="1003300"/>
          <p14:tracePt t="2395" x="5822950" y="1003300"/>
          <p14:tracePt t="2411" x="5842000" y="1003300"/>
          <p14:tracePt t="2428" x="5899150" y="1009650"/>
          <p14:tracePt t="2445" x="5956300" y="1009650"/>
          <p14:tracePt t="2461" x="5981700" y="1009650"/>
          <p14:tracePt t="2478" x="6032500" y="1003300"/>
          <p14:tracePt t="2495" x="6076950" y="1003300"/>
          <p14:tracePt t="2511" x="6108700" y="1003300"/>
          <p14:tracePt t="2528" x="6153150" y="1003300"/>
          <p14:tracePt t="2545" x="6203950" y="1003300"/>
          <p14:tracePt t="2562" x="6254750" y="1003300"/>
          <p14:tracePt t="2577" x="6292850" y="1003300"/>
          <p14:tracePt t="2594" x="6311900" y="1003300"/>
          <p14:tracePt t="2611" x="6381750" y="1009650"/>
          <p14:tracePt t="2627" x="6394450" y="1009650"/>
          <p14:tracePt t="2644" x="6413500" y="1009650"/>
          <p14:tracePt t="2660" x="6457950" y="1022350"/>
          <p14:tracePt t="2677" x="6508750" y="1028700"/>
          <p14:tracePt t="2694" x="6546850" y="1028700"/>
          <p14:tracePt t="2710" x="6597650" y="1028700"/>
          <p14:tracePt t="18715" x="6591300" y="1028700"/>
          <p14:tracePt t="18721" x="6584950" y="1035050"/>
          <p14:tracePt t="18728" x="6572250" y="1054100"/>
          <p14:tracePt t="18738" x="6553200" y="1060450"/>
          <p14:tracePt t="18755" x="6496050" y="1085850"/>
          <p14:tracePt t="18771" x="6438900" y="1117600"/>
          <p14:tracePt t="18788" x="6343650" y="1162050"/>
          <p14:tracePt t="18805" x="6165850" y="1244600"/>
          <p14:tracePt t="18821" x="6026150" y="1314450"/>
          <p14:tracePt t="18838" x="5867400" y="1377950"/>
          <p14:tracePt t="18855" x="5600700" y="1479550"/>
          <p14:tracePt t="18871" x="5416550" y="1549400"/>
          <p14:tracePt t="18888" x="5302250" y="1581150"/>
          <p14:tracePt t="18905" x="5003800" y="1651000"/>
          <p14:tracePt t="18921" x="4819650" y="1701800"/>
          <p14:tracePt t="18939" x="4470400" y="1790700"/>
          <p14:tracePt t="18954" x="4356100" y="1816100"/>
          <p14:tracePt t="18971" x="4248150" y="1841500"/>
          <p14:tracePt t="18988" x="3930650" y="1905000"/>
          <p14:tracePt t="19004" x="3848100" y="1943100"/>
          <p14:tracePt t="19020" x="3778250" y="1981200"/>
          <p14:tracePt t="19038" x="3606800" y="2019300"/>
          <p14:tracePt t="19054" x="3435350" y="2101850"/>
          <p14:tracePt t="19071" x="3340100" y="2159000"/>
          <p14:tracePt t="19087" x="3181350" y="2216150"/>
          <p14:tracePt t="19104" x="3022600" y="2273300"/>
          <p14:tracePt t="19121" x="2927350" y="2298700"/>
          <p14:tracePt t="19137" x="2768600" y="2343150"/>
          <p14:tracePt t="19154" x="2660650" y="2381250"/>
          <p14:tracePt t="19170" x="2565400" y="2400300"/>
          <p14:tracePt t="19187" x="2520950" y="2419350"/>
          <p14:tracePt t="19204" x="2482850" y="2425700"/>
          <p14:tracePt t="19220" x="2419350" y="2432050"/>
          <p14:tracePt t="19236" x="2406650" y="2438400"/>
          <p14:tracePt t="19253" x="2400300" y="2444750"/>
          <p14:tracePt t="19270" x="2393950" y="2444750"/>
          <p14:tracePt t="19304" x="2393950" y="2438400"/>
          <p14:tracePt t="19325" x="2400300" y="2438400"/>
          <p14:tracePt t="19332" x="2406650" y="2438400"/>
          <p14:tracePt t="19346" x="2413000" y="2438400"/>
          <p14:tracePt t="19356" x="2419350" y="2438400"/>
          <p14:tracePt t="19370" x="2432050" y="2463800"/>
          <p14:tracePt t="23688" x="2457450" y="2463800"/>
          <p14:tracePt t="23695" x="2508250" y="2482850"/>
          <p14:tracePt t="23705" x="2565400" y="2508250"/>
          <p14:tracePt t="23721" x="2622550" y="2527300"/>
          <p14:tracePt t="23738" x="2755900" y="2578100"/>
          <p14:tracePt t="23754" x="2819400" y="2597150"/>
          <p14:tracePt t="23758" x="2901950" y="2616200"/>
          <p14:tracePt t="23771" x="2971800" y="2641600"/>
          <p14:tracePt t="23788" x="3098800" y="2660650"/>
          <p14:tracePt t="23804" x="3162300" y="2673350"/>
          <p14:tracePt t="23822" x="3302000" y="2686050"/>
          <p14:tracePt t="23837" x="3321050" y="2698750"/>
          <p14:tracePt t="23854" x="3346450" y="2692400"/>
          <p14:tracePt t="23871" x="3384550" y="2692400"/>
          <p14:tracePt t="23887" x="3416300" y="2692400"/>
          <p14:tracePt t="23904" x="3429000" y="2692400"/>
          <p14:tracePt t="23921" x="3448050" y="2692400"/>
          <p14:tracePt t="23938" x="3467100" y="2692400"/>
          <p14:tracePt t="23953" x="3473450" y="2692400"/>
          <p14:tracePt t="23970" x="3486150" y="2692400"/>
          <p14:tracePt t="23987" x="3498850" y="2698750"/>
          <p14:tracePt t="24004" x="3505200" y="2698750"/>
          <p14:tracePt t="24020" x="3511550" y="2698750"/>
          <p14:tracePt t="24054" x="3530600" y="2698750"/>
          <p14:tracePt t="24070" x="3536950" y="2705100"/>
          <p14:tracePt t="24086" x="3543300" y="2705100"/>
          <p14:tracePt t="24103" x="3562350" y="2705100"/>
          <p14:tracePt t="24120" x="3587750" y="2711450"/>
          <p14:tracePt t="24137" x="3606800" y="2711450"/>
          <p14:tracePt t="24153" x="3657600" y="2711450"/>
          <p14:tracePt t="24169" x="3714750" y="2711450"/>
          <p14:tracePt t="24187" x="3771900" y="2711450"/>
          <p14:tracePt t="24203" x="3810000" y="2711450"/>
          <p14:tracePt t="24219" x="3879850" y="2711450"/>
          <p14:tracePt t="24236" x="3937000" y="2711450"/>
          <p14:tracePt t="24253" x="3956050" y="2711450"/>
          <p14:tracePt t="24256" x="3981450" y="2711450"/>
          <p14:tracePt t="24269" x="4006850" y="2705100"/>
          <p14:tracePt t="24286" x="4044950" y="2705100"/>
          <p14:tracePt t="24302" x="4064000" y="2698750"/>
          <p14:tracePt t="24320" x="4102100" y="2692400"/>
          <p14:tracePt t="24336" x="4114800" y="2692400"/>
          <p14:tracePt t="24352" x="4127500" y="2692400"/>
          <p14:tracePt t="24370" x="4146550" y="2692400"/>
          <p14:tracePt t="24385" x="4152900" y="2692400"/>
          <p14:tracePt t="24402" x="4165600" y="2692400"/>
          <p14:tracePt t="24419" x="4191000" y="2692400"/>
          <p14:tracePt t="24435" x="4216400" y="2692400"/>
          <p14:tracePt t="24452" x="4229100" y="2692400"/>
          <p14:tracePt t="24468" x="4286250" y="2698750"/>
          <p14:tracePt t="24485" x="4356100" y="2705100"/>
          <p14:tracePt t="24503" x="4432300" y="2705100"/>
          <p14:tracePt t="25833" x="4425950" y="2705100"/>
          <p14:tracePt t="25839" x="4400550" y="2698750"/>
          <p14:tracePt t="25854" x="4368800" y="2686050"/>
          <p14:tracePt t="25863" x="4343400" y="2686050"/>
          <p14:tracePt t="25880" x="4305300" y="2679700"/>
          <p14:tracePt t="25897" x="4184650" y="2654300"/>
          <p14:tracePt t="25914" x="4025900" y="2635250"/>
          <p14:tracePt t="25931" x="3797300" y="2609850"/>
          <p14:tracePt t="25946" x="3683000" y="2603500"/>
          <p14:tracePt t="25963" x="3429000" y="2578100"/>
          <p14:tracePt t="25980" x="3092450" y="2578100"/>
          <p14:tracePt t="25997" x="2933700" y="2578100"/>
          <p14:tracePt t="26013" x="2794000" y="2571750"/>
          <p14:tracePt t="26030" x="2362200" y="2546350"/>
          <p14:tracePt t="26046" x="2235200" y="2527300"/>
          <p14:tracePt t="26064" x="2120900" y="2514600"/>
          <p14:tracePt t="26079" x="1790700" y="2508250"/>
          <p14:tracePt t="26096" x="1701800" y="2482850"/>
          <p14:tracePt t="26113" x="1549400" y="2476500"/>
          <p14:tracePt t="26129" x="1492250" y="2470150"/>
          <p14:tracePt t="26146" x="1384300" y="2451100"/>
          <p14:tracePt t="26163" x="1308100" y="2451100"/>
          <p14:tracePt t="26179" x="1270000" y="2451100"/>
          <p14:tracePt t="26196" x="1212850" y="2444750"/>
          <p14:tracePt t="26212" x="1162050" y="2425700"/>
          <p14:tracePt t="26229" x="1130300" y="2419350"/>
          <p14:tracePt t="26246" x="1079500" y="2406650"/>
          <p14:tracePt t="26262" x="1047750" y="2400300"/>
          <p14:tracePt t="26279" x="1035050" y="2400300"/>
          <p14:tracePt t="26283" x="1022350" y="2400300"/>
          <p14:tracePt t="26299" x="1009650" y="2400300"/>
          <p14:tracePt t="26312" x="984250" y="2406650"/>
          <p14:tracePt t="26329" x="965200" y="2413000"/>
          <p14:tracePt t="26346" x="939800" y="2438400"/>
          <p14:tracePt t="26362" x="927100" y="2444750"/>
          <p14:tracePt t="26379" x="895350" y="2476500"/>
          <p14:tracePt t="26395" x="876300" y="2501900"/>
          <p14:tracePt t="26411" x="863600" y="2508250"/>
          <p14:tracePt t="26429" x="850900" y="2527300"/>
          <p14:tracePt t="26445" x="831850" y="2546350"/>
          <p14:tracePt t="26462" x="831850" y="2552700"/>
          <p14:tracePt t="26479" x="825500" y="2559050"/>
          <p14:tracePt t="26495" x="819150" y="2571750"/>
          <p14:tracePt t="26528" x="812800" y="2584450"/>
          <p14:tracePt t="26605" x="812800" y="2590800"/>
          <p14:tracePt t="26647" x="819150" y="2590800"/>
          <p14:tracePt t="26675" x="825500" y="2590800"/>
          <p14:tracePt t="26703" x="831850" y="2590800"/>
          <p14:tracePt t="26717" x="838200" y="2590800"/>
          <p14:tracePt t="26725" x="844550" y="2590800"/>
          <p14:tracePt t="26731" x="850900" y="2597150"/>
          <p14:tracePt t="26747" x="863600" y="2597150"/>
          <p14:tracePt t="26761" x="876300" y="2597150"/>
          <p14:tracePt t="26777" x="914400" y="2597150"/>
          <p14:tracePt t="26795" x="971550" y="2603500"/>
          <p14:tracePt t="26810" x="1022350" y="2603500"/>
          <p14:tracePt t="26827" x="1117600" y="2603500"/>
          <p14:tracePt t="26844" x="1219200" y="2603500"/>
          <p14:tracePt t="26860" x="1270000" y="2603500"/>
          <p14:tracePt t="26877" x="1365250" y="2597150"/>
          <p14:tracePt t="26894" x="1447800" y="2578100"/>
          <p14:tracePt t="26910" x="1492250" y="2559050"/>
          <p14:tracePt t="26927" x="1530350" y="2552700"/>
          <p14:tracePt t="26943" x="1651000" y="2501900"/>
          <p14:tracePt t="26960" x="1682750" y="2489200"/>
          <p14:tracePt t="26977" x="1733550" y="2470150"/>
          <p14:tracePt t="26993" x="1752600" y="2463800"/>
          <p14:tracePt t="27010" x="1778000" y="2451100"/>
          <p14:tracePt t="27027" x="1797050" y="2451100"/>
          <p14:tracePt t="27043" x="1803400" y="2451100"/>
          <p14:tracePt t="27060" x="1816100" y="2451100"/>
          <p14:tracePt t="27076" x="1822450" y="2451100"/>
          <p14:tracePt t="27110" x="1828800" y="2457450"/>
          <p14:tracePt t="27138" x="1828800" y="2463800"/>
          <p14:tracePt t="27174" x="1828800" y="2470150"/>
          <p14:tracePt t="28222" x="1841500" y="2470150"/>
          <p14:tracePt t="28236" x="1847850" y="2470150"/>
          <p14:tracePt t="28271" x="1854200" y="2470150"/>
          <p14:tracePt t="28278" x="1860550" y="2470150"/>
          <p14:tracePt t="28293" x="1866900" y="2470150"/>
          <p14:tracePt t="28306" x="1885950" y="2470150"/>
          <p14:tracePt t="28322" x="1892300" y="2476500"/>
          <p14:tracePt t="28339" x="1898650" y="2476500"/>
          <p14:tracePt t="28355" x="1917700" y="2482850"/>
          <p14:tracePt t="28372" x="1949450" y="2489200"/>
          <p14:tracePt t="28388" x="1981200" y="2495550"/>
          <p14:tracePt t="28405" x="2032000" y="2508250"/>
          <p14:tracePt t="28421" x="2108200" y="2514600"/>
          <p14:tracePt t="28439" x="2139950" y="2514600"/>
          <p14:tracePt t="28455" x="2216150" y="2514600"/>
          <p14:tracePt t="28471" x="2286000" y="2520950"/>
          <p14:tracePt t="28489" x="2368550" y="2540000"/>
          <p14:tracePt t="28504" x="2400300" y="2546350"/>
          <p14:tracePt t="28521" x="2495550" y="2571750"/>
          <p14:tracePt t="28538" x="2578100" y="2590800"/>
          <p14:tracePt t="28555" x="2603500" y="2590800"/>
          <p14:tracePt t="28571" x="2609850" y="2584450"/>
          <p14:tracePt t="31481" x="2628900" y="2584450"/>
          <p14:tracePt t="31488" x="2660650" y="2584450"/>
          <p14:tracePt t="31497" x="2686050" y="2584450"/>
          <p14:tracePt t="31511" x="2711450" y="2584450"/>
          <p14:tracePt t="31527" x="2724150" y="2584450"/>
          <p14:tracePt t="31545" x="2768600" y="2584450"/>
          <p14:tracePt t="31561" x="2819400" y="2584450"/>
          <p14:tracePt t="31577" x="2844800" y="2584450"/>
          <p14:tracePt t="31595" x="2921000" y="2590800"/>
          <p14:tracePt t="31610" x="2997200" y="2597150"/>
          <p14:tracePt t="31628" x="3092450" y="2597150"/>
          <p14:tracePt t="31643" x="3143250" y="2597150"/>
          <p14:tracePt t="31660" x="3244850" y="2597150"/>
          <p14:tracePt t="31677" x="3365500" y="2578100"/>
          <p14:tracePt t="31694" x="3416300" y="2571750"/>
          <p14:tracePt t="31711" x="3524250" y="2552700"/>
          <p14:tracePt t="31727" x="3613150" y="2527300"/>
          <p14:tracePt t="31743" x="3651250" y="2508250"/>
          <p14:tracePt t="31760" x="3695700" y="2489200"/>
          <p14:tracePt t="31777" x="3721100" y="2470150"/>
          <p14:tracePt t="31793" x="3733800" y="2470150"/>
          <p14:tracePt t="31811" x="3740150" y="2470150"/>
          <p14:tracePt t="31846" x="3746500" y="2470150"/>
          <p14:tracePt t="31863" x="3746500" y="2482850"/>
          <p14:tracePt t="31876" x="3759200" y="2508250"/>
          <p14:tracePt t="31894" x="3759200" y="2520950"/>
          <p14:tracePt t="31910" x="3765550" y="2546350"/>
          <p14:tracePt t="32417" x="3790950" y="2546350"/>
          <p14:tracePt t="32431" x="3829050" y="2546350"/>
          <p14:tracePt t="32438" x="3886200" y="2565400"/>
          <p14:tracePt t="32453" x="3937000" y="2565400"/>
          <p14:tracePt t="32461" x="3987800" y="2565400"/>
          <p14:tracePt t="32475" x="4025900" y="2565400"/>
          <p14:tracePt t="32491" x="4095750" y="2559050"/>
          <p14:tracePt t="32509" x="4146550" y="2552700"/>
          <p14:tracePt t="32524" x="4165600" y="2552700"/>
          <p14:tracePt t="32541" x="4210050" y="2552700"/>
          <p14:tracePt t="32558" x="4229100" y="2552700"/>
          <p14:tracePt t="32574" x="4260850" y="2540000"/>
          <p14:tracePt t="33944" x="4229100" y="2520950"/>
          <p14:tracePt t="33951" x="4171950" y="2482850"/>
          <p14:tracePt t="33966" x="4114800" y="2470150"/>
          <p14:tracePt t="33973" x="4057650" y="2438400"/>
          <p14:tracePt t="33989" x="3975100" y="2387600"/>
          <p14:tracePt t="34002" x="3898900" y="2349500"/>
          <p14:tracePt t="34019" x="3657600" y="2241550"/>
          <p14:tracePt t="34036" x="3365500" y="2089150"/>
          <p14:tracePt t="34052" x="3232150" y="2012950"/>
          <p14:tracePt t="34069" x="2927350" y="1816100"/>
          <p14:tracePt t="34085" x="2584450" y="1644650"/>
          <p14:tracePt t="34102" x="2476500" y="1581150"/>
          <p14:tracePt t="34119" x="2266950" y="1454150"/>
          <p14:tracePt t="34135" x="2076450" y="1339850"/>
          <p14:tracePt t="34152" x="1968500" y="1289050"/>
          <p14:tracePt t="34169" x="1771650" y="1168400"/>
          <p14:tracePt t="34185" x="1631950" y="1092200"/>
          <p14:tracePt t="34201" x="1549400" y="1060450"/>
          <p14:tracePt t="34218" x="1416050" y="1003300"/>
          <p14:tracePt t="34235" x="1295400" y="958850"/>
          <p14:tracePt t="34251" x="1238250" y="939800"/>
          <p14:tracePt t="34268" x="1174750" y="914400"/>
          <p14:tracePt t="34285" x="1162050" y="908050"/>
          <p14:tracePt t="34301" x="1143000" y="895350"/>
          <p14:tracePt t="34318" x="1130300" y="882650"/>
          <p14:tracePt t="34334" x="1130300" y="876300"/>
          <p14:tracePt t="34408" x="1130300" y="882650"/>
          <p14:tracePt t="34414" x="1130300" y="889000"/>
          <p14:tracePt t="34436" x="1130300" y="895350"/>
          <p14:tracePt t="34443" x="1130300" y="901700"/>
          <p14:tracePt t="34457" x="1136650" y="901700"/>
          <p14:tracePt t="34467" x="1136650" y="908050"/>
          <p14:tracePt t="34483" x="1143000" y="908050"/>
          <p14:tracePt t="34500" x="1149350" y="920750"/>
          <p14:tracePt t="34517" x="1149350" y="927100"/>
          <p14:tracePt t="34535" x="1162050" y="927100"/>
          <p14:tracePt t="34550" x="1162050" y="933450"/>
          <p14:tracePt t="34567" x="1168400" y="933450"/>
          <p14:tracePt t="34584" x="1193800" y="939800"/>
          <p14:tracePt t="34600" x="1193800" y="946150"/>
          <p14:tracePt t="34617" x="1212850" y="946150"/>
          <p14:tracePt t="34634" x="1270000" y="952500"/>
          <p14:tracePt t="34650" x="1384300" y="971550"/>
          <p14:tracePt t="34667" x="1543050" y="996950"/>
          <p14:tracePt t="34683" x="1638300" y="1016000"/>
          <p14:tracePt t="34700" x="1854200" y="1047750"/>
          <p14:tracePt t="34717" x="2057400" y="1079500"/>
          <p14:tracePt t="34733" x="2133600" y="1092200"/>
          <p14:tracePt t="34750" x="2292350" y="1111250"/>
          <p14:tracePt t="34766" x="2393950" y="1117600"/>
          <p14:tracePt t="34783" x="2425700" y="1123950"/>
          <p14:tracePt t="34800" x="2476500" y="1130300"/>
          <p14:tracePt t="34816" x="2495550" y="1136650"/>
          <p14:tracePt t="34850" x="2508250" y="1143000"/>
          <p14:tracePt t="34866" x="2508250" y="1149350"/>
          <p14:tracePt t="34900" x="2520950" y="1162050"/>
          <p14:tracePt t="34916" x="2527300" y="1162050"/>
          <p14:tracePt t="34919" x="2533650" y="1168400"/>
          <p14:tracePt t="34949" x="2552700" y="1174750"/>
          <p14:tracePt t="34966" x="2571750" y="1174750"/>
          <p14:tracePt t="34983" x="2603500" y="1187450"/>
          <p14:tracePt t="34999" x="2654300" y="1206500"/>
          <p14:tracePt t="35015" x="2698750" y="1219200"/>
          <p14:tracePt t="35033" x="2806700" y="1250950"/>
          <p14:tracePt t="35048" x="2978150" y="1289050"/>
          <p14:tracePt t="35066" x="3067050" y="1308100"/>
          <p14:tracePt t="35082" x="3263900" y="1358900"/>
          <p14:tracePt t="35100" x="3473450" y="1409700"/>
          <p14:tracePt t="35115" x="3549650" y="1441450"/>
          <p14:tracePt t="35132" x="3733800" y="1524000"/>
          <p14:tracePt t="35148" x="3898900" y="1587500"/>
          <p14:tracePt t="35165" x="3917950" y="1600200"/>
          <p14:tracePt t="42901" x="3917950" y="1612900"/>
          <p14:tracePt t="42908" x="3917950" y="1638300"/>
          <p14:tracePt t="42922" x="3879850" y="1727200"/>
          <p14:tracePt t="42938" x="3854450" y="1809750"/>
          <p14:tracePt t="42955" x="3810000" y="1898650"/>
          <p14:tracePt t="42971" x="3759200" y="2038350"/>
          <p14:tracePt t="42988" x="3733800" y="2114550"/>
          <p14:tracePt t="43005" x="3708400" y="2165350"/>
          <p14:tracePt t="43008" x="3689350" y="2197100"/>
          <p14:tracePt t="43021" x="3676650" y="2235200"/>
          <p14:tracePt t="43038" x="3651250" y="2298700"/>
          <p14:tracePt t="43055" x="3632200" y="2362200"/>
          <p14:tracePt t="43070" x="3619500" y="2400300"/>
          <p14:tracePt t="43088" x="3600450" y="2444750"/>
          <p14:tracePt t="43105" x="3575050" y="2508250"/>
          <p14:tracePt t="43121" x="3549650" y="2590800"/>
          <p14:tracePt t="43137" x="3543300" y="2622550"/>
          <p14:tracePt t="43154" x="3517900" y="2673350"/>
          <p14:tracePt t="43170" x="3498850" y="2711450"/>
          <p14:tracePt t="43188" x="3486150" y="2743200"/>
          <p14:tracePt t="43204" x="3441700" y="2806700"/>
          <p14:tracePt t="43220" x="3416300" y="2844800"/>
          <p14:tracePt t="43238" x="3378200" y="2914650"/>
          <p14:tracePt t="43254" x="3359150" y="2933700"/>
          <p14:tracePt t="43270" x="3346450" y="2959100"/>
          <p14:tracePt t="43287" x="3314700" y="3016250"/>
          <p14:tracePt t="43304" x="3295650" y="3028950"/>
          <p14:tracePt t="43321" x="3289300" y="3048000"/>
          <p14:tracePt t="43337" x="3263900" y="3092450"/>
          <p14:tracePt t="43353" x="3232150" y="3143250"/>
          <p14:tracePt t="43370" x="3225800" y="3155950"/>
          <p14:tracePt t="43386" x="3200400" y="3200400"/>
          <p14:tracePt t="43403" x="3187700" y="3225800"/>
          <p14:tracePt t="43421" x="3175000" y="3238500"/>
          <p14:tracePt t="43453" x="3162300" y="3244850"/>
          <p14:tracePt t="43470" x="3155950" y="3244850"/>
          <p14:tracePt t="43506" x="3155950" y="3251200"/>
          <p14:tracePt t="43520" x="3149600" y="3251200"/>
          <p14:tracePt t="43540" x="3143250" y="3263900"/>
          <p14:tracePt t="43556" x="3136900" y="3263900"/>
          <p14:tracePt t="43569" x="3130550" y="3263900"/>
          <p14:tracePt t="43586" x="3124200" y="3276600"/>
          <p14:tracePt t="43619" x="3111500" y="3282950"/>
          <p14:tracePt t="44051" x="3098800" y="3282950"/>
          <p14:tracePt t="44058" x="3079750" y="3282950"/>
          <p14:tracePt t="44072" x="3067050" y="3282950"/>
          <p14:tracePt t="44084" x="3048000" y="3282950"/>
          <p14:tracePt t="44101" x="3022600" y="3282950"/>
          <p14:tracePt t="44117" x="3009900" y="3282950"/>
          <p14:tracePt t="44135" x="2984500" y="3282950"/>
          <p14:tracePt t="44151" x="2978150" y="3282950"/>
          <p14:tracePt t="44167" x="2965450" y="3282950"/>
          <p14:tracePt t="44184" x="2946400" y="3282950"/>
          <p14:tracePt t="44200" x="2940050" y="3282950"/>
          <p14:tracePt t="44217" x="2933700" y="3282950"/>
          <p14:tracePt t="44234" x="2914650" y="3282950"/>
          <p14:tracePt t="44250" x="2901950" y="3282950"/>
          <p14:tracePt t="44268" x="2889250" y="3289300"/>
          <p14:tracePt t="44283" x="2870200" y="3295650"/>
          <p14:tracePt t="44300" x="2851150" y="3295650"/>
          <p14:tracePt t="44317" x="2832100" y="3302000"/>
          <p14:tracePt t="44333" x="2819400" y="3308350"/>
          <p14:tracePt t="44350" x="2800350" y="3314700"/>
          <p14:tracePt t="44367" x="2762250" y="3340100"/>
          <p14:tracePt t="44383" x="2755900" y="3340100"/>
          <p14:tracePt t="44400" x="2743200" y="3352800"/>
          <p14:tracePt t="44416" x="2724150" y="3359150"/>
          <p14:tracePt t="44433" x="2717800" y="3371850"/>
          <p14:tracePt t="44451" x="2698750" y="3371850"/>
          <p14:tracePt t="44466" x="2698750" y="3378200"/>
          <p14:tracePt t="44483" x="2679700" y="3378200"/>
          <p14:tracePt t="44500" x="2679700" y="3384550"/>
          <p14:tracePt t="44516" x="2673350" y="3384550"/>
          <p14:tracePt t="44533" x="2654300" y="3384550"/>
          <p14:tracePt t="44551" x="2641600" y="3384550"/>
          <p14:tracePt t="44565" x="2635250" y="3384550"/>
          <p14:tracePt t="44582" x="2628900" y="3390900"/>
          <p14:tracePt t="44599" x="2609850" y="3390900"/>
          <p14:tracePt t="44616" x="2603500" y="3390900"/>
          <p14:tracePt t="44633" x="2584450" y="3390900"/>
          <p14:tracePt t="44648" x="2578100" y="3390900"/>
          <p14:tracePt t="44665" x="2565400" y="3390900"/>
          <p14:tracePt t="44682" x="2552700" y="3397250"/>
          <p14:tracePt t="44698" x="2546350" y="3397250"/>
          <p14:tracePt t="44731" x="2540000" y="3397250"/>
          <p14:tracePt t="44781" x="2540000" y="3403600"/>
          <p14:tracePt t="44809" x="2546350" y="3403600"/>
          <p14:tracePt t="44830" x="2552700" y="3403600"/>
          <p14:tracePt t="44851" x="2559050" y="3403600"/>
          <p14:tracePt t="44858" x="2565400" y="3403600"/>
          <p14:tracePt t="44872" x="2571750" y="3403600"/>
          <p14:tracePt t="44893" x="2584450" y="3403600"/>
          <p14:tracePt t="44901" x="2603500" y="3403600"/>
          <p14:tracePt t="44916" x="2628900" y="3403600"/>
          <p14:tracePt t="44931" x="2686050" y="3403600"/>
          <p14:tracePt t="44948" x="2724150" y="3416300"/>
          <p14:tracePt t="44964" x="2794000" y="3429000"/>
          <p14:tracePt t="44981" x="2825750" y="3435350"/>
          <p14:tracePt t="44998" x="2882900" y="3441700"/>
          <p14:tracePt t="45014" x="2908300" y="3454400"/>
          <p14:tracePt t="45031" x="2921000" y="3454400"/>
          <p14:tracePt t="45047" x="2933700" y="3454400"/>
          <p14:tracePt t="45064" x="2940050" y="3460750"/>
          <p14:tracePt t="45111" x="2946400" y="3460750"/>
          <p14:tracePt t="45139" x="2952750" y="3467100"/>
          <p14:tracePt t="46816" x="2965450" y="3467100"/>
          <p14:tracePt t="46831" x="2978150" y="3467100"/>
          <p14:tracePt t="46837" x="2997200" y="3460750"/>
          <p14:tracePt t="46845" x="3009900" y="3454400"/>
          <p14:tracePt t="46861" x="3028950" y="3448050"/>
          <p14:tracePt t="46875" x="3054350" y="3435350"/>
          <p14:tracePt t="46891" x="3092450" y="3416300"/>
          <p14:tracePt t="46908" x="3149600" y="3403600"/>
          <p14:tracePt t="46925" x="3194050" y="3397250"/>
          <p14:tracePt t="46941" x="3263900" y="3371850"/>
          <p14:tracePt t="46957" x="3333750" y="3371850"/>
          <p14:tracePt t="46974" x="3365500" y="3365500"/>
          <p14:tracePt t="46991" x="3409950" y="3359150"/>
          <p14:tracePt t="47007" x="3454400" y="3359150"/>
          <p14:tracePt t="47024" x="3473450" y="3359150"/>
          <p14:tracePt t="47042" x="3524250" y="3359150"/>
          <p14:tracePt t="47057" x="3562350" y="3371850"/>
          <p14:tracePt t="47073" x="3587750" y="3378200"/>
          <p14:tracePt t="47091" x="3625850" y="3384550"/>
          <p14:tracePt t="47107" x="3651250" y="3390900"/>
          <p14:tracePt t="47124" x="3702050" y="3416300"/>
          <p14:tracePt t="47140" x="3740150" y="3429000"/>
          <p14:tracePt t="47157" x="3759200" y="3435350"/>
          <p14:tracePt t="47174" x="3810000" y="3448050"/>
          <p14:tracePt t="47190" x="3854450" y="3460750"/>
          <p14:tracePt t="47206" x="3867150" y="3460750"/>
          <p14:tracePt t="51141" x="3867150" y="3441700"/>
          <p14:tracePt t="51148" x="3867150" y="3390900"/>
          <p14:tracePt t="51163" x="3886200" y="3327400"/>
          <p14:tracePt t="51176" x="3892550" y="3251200"/>
          <p14:tracePt t="51193" x="3943350" y="3067050"/>
          <p14:tracePt t="51210" x="3987800" y="2971800"/>
          <p14:tracePt t="51226" x="4095750" y="2774950"/>
          <p14:tracePt t="51243" x="4222750" y="2571750"/>
          <p14:tracePt t="51260" x="4381500" y="2381250"/>
          <p14:tracePt t="51275" x="4451350" y="2311400"/>
          <p14:tracePt t="51292" x="4578350" y="2197100"/>
          <p14:tracePt t="51310" x="4699000" y="2101850"/>
          <p14:tracePt t="51326" x="4756150" y="2063750"/>
          <p14:tracePt t="51343" x="4870450" y="1987550"/>
          <p14:tracePt t="51359" x="4946650" y="1924050"/>
          <p14:tracePt t="51375" x="4978400" y="1905000"/>
          <p14:tracePt t="51393" x="5003800" y="1885950"/>
          <p14:tracePt t="51409" x="5060950" y="1828800"/>
          <p14:tracePt t="51426" x="5080000" y="1816100"/>
          <p14:tracePt t="51443" x="5124450" y="1778000"/>
          <p14:tracePt t="51458" x="5143500" y="1758950"/>
          <p14:tracePt t="51475" x="5194300" y="1701800"/>
          <p14:tracePt t="51492" x="5226050" y="1670050"/>
          <p14:tracePt t="51508" x="5251450" y="1644650"/>
          <p14:tracePt t="51525" x="5295900" y="1600200"/>
          <p14:tracePt t="51542" x="5346700" y="1555750"/>
          <p14:tracePt t="51558" x="5384800" y="1530350"/>
          <p14:tracePt t="51576" x="5448300" y="1479550"/>
          <p14:tracePt t="51592" x="5505450" y="1422400"/>
          <p14:tracePt t="51608" x="5524500" y="1409700"/>
          <p14:tracePt t="51625" x="5588000" y="1377950"/>
          <p14:tracePt t="51642" x="5638800" y="1339850"/>
          <p14:tracePt t="51658" x="5670550" y="1327150"/>
          <p14:tracePt t="51675" x="5727700" y="1289050"/>
          <p14:tracePt t="51691" x="5778500" y="1250950"/>
          <p14:tracePt t="51708" x="5797550" y="1244600"/>
          <p14:tracePt t="51725" x="5835650" y="1219200"/>
          <p14:tracePt t="51741" x="5861050" y="1212850"/>
          <p14:tracePt t="51758" x="5873750" y="1206500"/>
          <p14:tracePt t="51774" x="5880100" y="1200150"/>
          <p14:tracePt t="51809" x="5886450" y="1200150"/>
          <p14:tracePt t="52151" x="5829300" y="1200150"/>
          <p14:tracePt t="52165" x="5740400" y="1219200"/>
          <p14:tracePt t="52171" x="5626100" y="1231900"/>
          <p14:tracePt t="52186" x="5511800" y="1244600"/>
          <p14:tracePt t="52193" x="5397500" y="1250950"/>
          <p14:tracePt t="52207" x="5283200" y="1250950"/>
          <p14:tracePt t="52222" x="5003800" y="1250950"/>
          <p14:tracePt t="52239" x="4838700" y="1244600"/>
          <p14:tracePt t="52256" x="4584700" y="1238250"/>
          <p14:tracePt t="52273" x="4400550" y="1206500"/>
          <p14:tracePt t="52289" x="4337050" y="1200150"/>
          <p14:tracePt t="52306" x="4273550" y="1174750"/>
          <p14:tracePt t="52322" x="4254500" y="1168400"/>
          <p14:tracePt t="52339" x="4248150" y="1155700"/>
          <p14:tracePt t="52372" x="4248150" y="1149350"/>
          <p14:tracePt t="52389" x="4260850" y="1143000"/>
          <p14:tracePt t="52405" x="4273550" y="1136650"/>
          <p14:tracePt t="52422" x="4279900" y="1136650"/>
          <p14:tracePt t="52439" x="4292600" y="1130300"/>
          <p14:tracePt t="52455" x="4305300" y="1130300"/>
          <p14:tracePt t="52488" x="4311650" y="1130300"/>
          <p14:tracePt t="52505" x="4324350" y="1136650"/>
          <p14:tracePt t="52522" x="4330700" y="1136650"/>
          <p14:tracePt t="52538" x="4343400" y="1136650"/>
          <p14:tracePt t="52555" x="4356100" y="1143000"/>
          <p14:tracePt t="52572" x="4368800" y="1143000"/>
          <p14:tracePt t="52588" x="4375150" y="1143000"/>
          <p14:tracePt t="52622" x="4394200" y="1149350"/>
          <p14:tracePt t="52664" x="4400550" y="1155700"/>
          <p14:tracePt t="52678" x="4406900" y="1155700"/>
          <p14:tracePt t="52691" x="4406900" y="1162050"/>
          <p14:tracePt t="52713" x="4413250" y="1162050"/>
          <p14:tracePt t="52734" x="4419600" y="1168400"/>
          <p14:tracePt t="52756" x="4425950" y="1168400"/>
          <p14:tracePt t="52762" x="4432300" y="1168400"/>
          <p14:tracePt t="52783" x="4438650" y="1168400"/>
          <p14:tracePt t="52797" x="4445000" y="1168400"/>
          <p14:tracePt t="52806" x="4451350" y="1168400"/>
          <p14:tracePt t="52820" x="4470400" y="1168400"/>
          <p14:tracePt t="52837" x="4508500" y="1168400"/>
          <p14:tracePt t="52853" x="4565650" y="1168400"/>
          <p14:tracePt t="52870" x="4610100" y="1168400"/>
          <p14:tracePt t="52888" x="4699000" y="1168400"/>
          <p14:tracePt t="52903" x="4794250" y="1168400"/>
          <p14:tracePt t="52920" x="4832350" y="1162050"/>
          <p14:tracePt t="52937" x="4902200" y="1155700"/>
          <p14:tracePt t="52953" x="4940300" y="1155700"/>
          <p14:tracePt t="52970" x="5010150" y="1155700"/>
          <p14:tracePt t="52987" x="5054600" y="1143000"/>
          <p14:tracePt t="53003" x="5080000" y="1143000"/>
          <p14:tracePt t="53020" x="5124450" y="1136650"/>
          <p14:tracePt t="53036" x="5181600" y="1136650"/>
          <p14:tracePt t="53053" x="5207000" y="1136650"/>
          <p14:tracePt t="53070" x="5264150" y="1130300"/>
          <p14:tracePt t="53086" x="5308600" y="1130300"/>
          <p14:tracePt t="53103" x="5340350" y="1130300"/>
          <p14:tracePt t="53120" x="5391150" y="1130300"/>
          <p14:tracePt t="53136" x="5454650" y="1143000"/>
          <p14:tracePt t="53153" x="5499100" y="1136650"/>
          <p14:tracePt t="53156" x="5524500" y="1136650"/>
          <p14:tracePt t="53171" x="5575300" y="1130300"/>
          <p14:tracePt t="53186" x="5670550" y="1123950"/>
          <p14:tracePt t="53203" x="5721350" y="1111250"/>
          <p14:tracePt t="53219" x="5842000" y="1104900"/>
          <p14:tracePt t="53236" x="5969000" y="1092200"/>
          <p14:tracePt t="53254" x="6102350" y="1073150"/>
          <p14:tracePt t="53269" x="6165850" y="1066800"/>
          <p14:tracePt t="53286" x="6229350" y="1066800"/>
          <p14:tracePt t="53302" x="6464300" y="1054100"/>
          <p14:tracePt t="53319" x="6553200" y="1060450"/>
          <p14:tracePt t="53336" x="6642100" y="1073150"/>
          <p14:tracePt t="53352" x="6946900" y="1111250"/>
          <p14:tracePt t="53369" x="7004050" y="1130300"/>
          <p14:tracePt t="53386" x="7124700" y="1168400"/>
          <p14:tracePt t="53401" x="7143750" y="1174750"/>
          <p14:tracePt t="53816" x="7194550" y="1174750"/>
          <p14:tracePt t="53830" x="7258050" y="1174750"/>
          <p14:tracePt t="53837" x="7321550" y="1174750"/>
          <p14:tracePt t="53853" x="7391400" y="1168400"/>
          <p14:tracePt t="53867" x="7556500" y="1162050"/>
          <p14:tracePt t="53884" x="7645400" y="1149350"/>
          <p14:tracePt t="53900" x="7785100" y="1143000"/>
          <p14:tracePt t="53916" x="7848600" y="1143000"/>
          <p14:tracePt t="53933" x="7969250" y="1143000"/>
          <p14:tracePt t="53950" x="8039100" y="1155700"/>
          <p14:tracePt t="53966" x="8096250" y="1155700"/>
          <p14:tracePt t="53984" x="8166100" y="1155700"/>
          <p14:tracePt t="54000" x="8229600" y="1155700"/>
          <p14:tracePt t="54016" x="8261350" y="1155700"/>
          <p14:tracePt t="54034" x="8299450" y="1155700"/>
          <p14:tracePt t="54049" x="8337550" y="1155700"/>
          <p14:tracePt t="54066" x="8362950" y="1155700"/>
          <p14:tracePt t="54083" x="8388350" y="1155700"/>
          <p14:tracePt t="54099" x="8407400" y="1155700"/>
          <p14:tracePt t="54116" x="8432800" y="1155700"/>
          <p14:tracePt t="54133" x="8445500" y="1155700"/>
          <p14:tracePt t="54149" x="8464550" y="1155700"/>
          <p14:tracePt t="54166" x="8470900" y="1162050"/>
          <p14:tracePt t="54182" x="8483600" y="1162050"/>
          <p14:tracePt t="54279" x="8470900" y="1162050"/>
          <p14:tracePt t="54286" x="8464550" y="1162050"/>
          <p14:tracePt t="54302" x="8451850" y="1162050"/>
          <p14:tracePt t="54316" x="8432800" y="1162050"/>
          <p14:tracePt t="54332" x="8356600" y="1162050"/>
          <p14:tracePt t="54349" x="8166100" y="1162050"/>
          <p14:tracePt t="54365" x="8026400" y="1162050"/>
          <p14:tracePt t="54382" x="7664450" y="1162050"/>
          <p14:tracePt t="54399" x="7061200" y="1155700"/>
          <p14:tracePt t="54415" x="6750050" y="1136650"/>
          <p14:tracePt t="54432" x="6102350" y="1136650"/>
          <p14:tracePt t="54448" x="5403850" y="1136650"/>
          <p14:tracePt t="54465" x="5041900" y="1136650"/>
          <p14:tracePt t="54483" x="4387850" y="1149350"/>
          <p14:tracePt t="54498" x="3841750" y="1162050"/>
          <p14:tracePt t="54515" x="3575050" y="1181100"/>
          <p14:tracePt t="54533" x="3117850" y="1206500"/>
          <p14:tracePt t="54548" x="2908300" y="1219200"/>
          <p14:tracePt t="54564" x="2552700" y="1244600"/>
          <p14:tracePt t="54581" x="2286000" y="1263650"/>
          <p14:tracePt t="54598" x="2171700" y="1263650"/>
          <p14:tracePt t="54615" x="1993900" y="1263650"/>
          <p14:tracePt t="54631" x="1892300" y="1263650"/>
          <p14:tracePt t="54648" x="1847850" y="1270000"/>
          <p14:tracePt t="54651" x="1822450" y="1282700"/>
          <p14:tracePt t="54665" x="1790700" y="1282700"/>
          <p14:tracePt t="54681" x="1752600" y="1289050"/>
          <p14:tracePt t="54697" x="1727200" y="1295400"/>
          <p14:tracePt t="54714" x="1689100" y="1295400"/>
          <p14:tracePt t="54730" x="1638300" y="1301750"/>
          <p14:tracePt t="54748" x="1612900" y="1301750"/>
          <p14:tracePt t="54764" x="1568450" y="1308100"/>
          <p14:tracePt t="54780" x="1530350" y="1308100"/>
          <p14:tracePt t="54797" x="1511300" y="1314450"/>
          <p14:tracePt t="54814" x="1485900" y="1320800"/>
          <p14:tracePt t="54830" x="1479550" y="1327150"/>
          <p14:tracePt t="54848" x="1460500" y="1346200"/>
          <p14:tracePt t="54880" x="1454150" y="1346200"/>
          <p14:tracePt t="54897" x="1454150" y="1352550"/>
          <p14:tracePt t="54913" x="1460500" y="1358900"/>
          <p14:tracePt t="54930" x="1466850" y="1358900"/>
          <p14:tracePt t="54947" x="1479550" y="1358900"/>
          <p14:tracePt t="54963" x="1485900" y="1365250"/>
          <p14:tracePt t="54982" x="1498600" y="1365250"/>
          <p14:tracePt t="54996" x="1504950" y="1365250"/>
          <p14:tracePt t="55013" x="1517650" y="1365250"/>
          <p14:tracePt t="55046" x="1524000" y="1365250"/>
          <p14:tracePt t="55063" x="1536700" y="1365250"/>
          <p14:tracePt t="55080" x="1549400" y="1371600"/>
          <p14:tracePt t="55097" x="1555750" y="1371600"/>
          <p14:tracePt t="55129" x="1593850" y="1377950"/>
          <p14:tracePt t="55146" x="1619250" y="1384300"/>
          <p14:tracePt t="55163" x="1638300" y="1384300"/>
          <p14:tracePt t="55166" x="1663700" y="1384300"/>
          <p14:tracePt t="55179" x="1695450" y="1384300"/>
          <p14:tracePt t="55196" x="1752600" y="1390650"/>
          <p14:tracePt t="55213" x="1809750" y="1397000"/>
          <p14:tracePt t="55229" x="1835150" y="1397000"/>
          <p14:tracePt t="55246" x="1892300" y="1403350"/>
          <p14:tracePt t="55262" x="1962150" y="1403350"/>
          <p14:tracePt t="55279" x="2000250" y="1403350"/>
          <p14:tracePt t="55296" x="2057400" y="1422400"/>
          <p14:tracePt t="55312" x="2108200" y="1422400"/>
          <p14:tracePt t="55328" x="2127250" y="1422400"/>
          <p14:tracePt t="55346" x="2178050" y="1422400"/>
          <p14:tracePt t="55361" x="2222500" y="1422400"/>
          <p14:tracePt t="55378" x="2235200" y="1422400"/>
          <p14:tracePt t="55396" x="2279650" y="1409700"/>
          <p14:tracePt t="55411" x="2311400" y="1409700"/>
          <p14:tracePt t="55428" x="2330450" y="1403350"/>
          <p14:tracePt t="55445" x="2381250" y="1403350"/>
          <p14:tracePt t="55461" x="2400300" y="1397000"/>
          <p14:tracePt t="55478" x="2463800" y="1409700"/>
          <p14:tracePt t="55495" x="2520950" y="1416050"/>
          <p14:tracePt t="55511" x="2552700" y="1416050"/>
          <p14:tracePt t="55530" x="2597150" y="1422400"/>
          <p14:tracePt t="55544" x="2647950" y="1428750"/>
          <p14:tracePt t="55561" x="2679700" y="1428750"/>
          <p14:tracePt t="55578" x="2717800" y="1435100"/>
          <p14:tracePt t="55594" x="2762250" y="1441450"/>
          <p14:tracePt t="55611" x="2781300" y="1441450"/>
          <p14:tracePt t="55627" x="2813050" y="1447800"/>
          <p14:tracePt t="55644" x="2857500" y="1454150"/>
          <p14:tracePt t="55661" x="2876550" y="1454150"/>
          <p14:tracePt t="55665" x="2895600" y="1460500"/>
          <p14:tracePt t="55678" x="2914650" y="1473200"/>
          <p14:tracePt t="55694" x="2952750" y="1485900"/>
          <p14:tracePt t="55711" x="2965450" y="1485900"/>
          <p14:tracePt t="55728" x="2978150" y="1485900"/>
          <p14:tracePt t="55744" x="2984500" y="1485900"/>
          <p14:tracePt t="55761" x="2997200" y="1492250"/>
          <p14:tracePt t="55793" x="3003550" y="1492250"/>
          <p14:tracePt t="55817" x="3009900" y="1492250"/>
          <p14:tracePt t="55838" x="3016250" y="1492250"/>
          <p14:tracePt t="55852" x="3016250" y="1485900"/>
          <p14:tracePt t="56237" x="3060700" y="1485900"/>
          <p14:tracePt t="56251" x="3136900" y="1485900"/>
          <p14:tracePt t="56265" x="3213100" y="1485900"/>
          <p14:tracePt t="56272" x="3289300" y="1485900"/>
          <p14:tracePt t="56286" x="3390900" y="1485900"/>
          <p14:tracePt t="56300" x="3505200" y="1485900"/>
          <p14:tracePt t="56309" x="3619500" y="1485900"/>
          <p14:tracePt t="56325" x="3746500" y="1485900"/>
          <p14:tracePt t="56342" x="3867150" y="1485900"/>
          <p14:tracePt t="56358" x="4121150" y="1485900"/>
          <p14:tracePt t="56375" x="4248150" y="1485900"/>
          <p14:tracePt t="56392" x="4502150" y="1485900"/>
          <p14:tracePt t="56408" x="4610100" y="1485900"/>
          <p14:tracePt t="56425" x="4724400" y="1485900"/>
          <p14:tracePt t="56441" x="4940300" y="1485900"/>
          <p14:tracePt t="56458" x="5041900" y="1485900"/>
          <p14:tracePt t="56476" x="5245100" y="1498600"/>
          <p14:tracePt t="56491" x="5346700" y="1511300"/>
          <p14:tracePt t="56508" x="5480050" y="1530350"/>
          <p14:tracePt t="56526" x="5613400" y="1549400"/>
          <p14:tracePt t="56541" x="5727700" y="1543050"/>
          <p14:tracePt t="56558" x="5765800" y="1543050"/>
          <p14:tracePt t="56575" x="5899150" y="1536700"/>
          <p14:tracePt t="56591" x="5943600" y="1536700"/>
          <p14:tracePt t="56608" x="5981700" y="1536700"/>
          <p14:tracePt t="56624" x="6083300" y="1536700"/>
          <p14:tracePt t="56641" x="6127750" y="1536700"/>
          <p14:tracePt t="56658" x="6229350" y="1536700"/>
          <p14:tracePt t="56674" x="6280150" y="1536700"/>
          <p14:tracePt t="56690" x="6388100" y="1536700"/>
          <p14:tracePt t="56708" x="6477000" y="1536700"/>
          <p14:tracePt t="56724" x="6515100" y="1536700"/>
          <p14:tracePt t="56740" x="6584950" y="1543050"/>
          <p14:tracePt t="56757" x="6629400" y="1549400"/>
          <p14:tracePt t="56774" x="6648450" y="1549400"/>
          <p14:tracePt t="56790" x="6680200" y="1562100"/>
          <p14:tracePt t="56807" x="6724650" y="1581150"/>
          <p14:tracePt t="56823" x="6737350" y="1587500"/>
          <p14:tracePt t="56840" x="6775450" y="1600200"/>
          <p14:tracePt t="56856" x="6813550" y="1606550"/>
          <p14:tracePt t="56873" x="6832600" y="1606550"/>
          <p14:tracePt t="56890" x="6870700" y="1612900"/>
          <p14:tracePt t="56906" x="6921500" y="1625600"/>
          <p14:tracePt t="56923" x="6940550" y="1625600"/>
          <p14:tracePt t="56939" x="6985000" y="1625600"/>
          <p14:tracePt t="56956" x="7016750" y="1625600"/>
          <p14:tracePt t="56973" x="7035800" y="1619250"/>
          <p14:tracePt t="56989" x="7080250" y="1612900"/>
          <p14:tracePt t="57006" x="7131050" y="1574800"/>
          <p14:tracePt t="57023" x="7162800" y="1562100"/>
          <p14:tracePt t="57487" x="7150100" y="1562100"/>
          <p14:tracePt t="57501" x="7118350" y="1562100"/>
          <p14:tracePt t="57508" x="7080250" y="1581150"/>
          <p14:tracePt t="57524" x="6997700" y="1606550"/>
          <p14:tracePt t="57538" x="6794500" y="1657350"/>
          <p14:tracePt t="57554" x="6661150" y="1689100"/>
          <p14:tracePt t="57571" x="6394450" y="1797050"/>
          <p14:tracePt t="57587" x="6178550" y="1866900"/>
          <p14:tracePt t="57604" x="5765800" y="2051050"/>
          <p14:tracePt t="57621" x="5232400" y="2273300"/>
          <p14:tracePt t="57637" x="4959350" y="2381250"/>
          <p14:tracePt t="57655" x="4483100" y="2660650"/>
          <p14:tracePt t="57671" x="4102100" y="2889250"/>
          <p14:tracePt t="57687" x="3949700" y="2978150"/>
          <p14:tracePt t="57704" x="3733800" y="3092450"/>
          <p14:tracePt t="57720" x="3663950" y="3136900"/>
          <p14:tracePt t="57737" x="3575050" y="3187700"/>
          <p14:tracePt t="57754" x="3536950" y="3206750"/>
          <p14:tracePt t="57770" x="3511550" y="3232150"/>
          <p14:tracePt t="57787" x="3505200" y="3232150"/>
          <p14:tracePt t="57804" x="3479800" y="3232150"/>
          <p14:tracePt t="57820" x="3467100" y="3244850"/>
          <p14:tracePt t="57837" x="3460750" y="3244850"/>
          <p14:tracePt t="57854" x="3441700" y="3244850"/>
          <p14:tracePt t="57870" x="3429000" y="3244850"/>
          <p14:tracePt t="57888" x="3365500" y="3257550"/>
          <p14:tracePt t="57903" x="3340100" y="3270250"/>
          <p14:tracePt t="57919" x="3314700" y="3282950"/>
          <p14:tracePt t="57936" x="3276600" y="3295650"/>
          <p14:tracePt t="57953" x="3244850" y="3295650"/>
          <p14:tracePt t="57970" x="3238500" y="3295650"/>
          <p14:tracePt t="57986" x="3225800" y="3289300"/>
          <p14:tracePt t="58049" x="3232150" y="3289300"/>
          <p14:tracePt t="58070" x="3238500" y="3289300"/>
          <p14:tracePt t="58119" x="3244850" y="3295650"/>
          <p14:tracePt t="58168" x="3251200" y="3302000"/>
          <p14:tracePt t="58189" x="3263900" y="3302000"/>
          <p14:tracePt t="58210" x="3270250" y="3308350"/>
          <p14:tracePt t="58231" x="3282950" y="3308350"/>
          <p14:tracePt t="58253" x="3289300" y="3314700"/>
          <p14:tracePt t="58259" x="3314700" y="3314700"/>
          <p14:tracePt t="58273" x="3333750" y="3327400"/>
          <p14:tracePt t="58285" x="3352800" y="3333750"/>
          <p14:tracePt t="58302" x="3435350" y="3340100"/>
          <p14:tracePt t="58318" x="3473450" y="3346450"/>
          <p14:tracePt t="58336" x="3575050" y="3346450"/>
          <p14:tracePt t="58351" x="3670300" y="3359150"/>
          <p14:tracePt t="58368" x="3708400" y="3359150"/>
          <p14:tracePt t="58385" x="3765550" y="3365500"/>
          <p14:tracePt t="58401" x="3797300" y="3365500"/>
          <p14:tracePt t="58418" x="3810000" y="3365500"/>
          <p14:tracePt t="58435" x="3829050" y="3378200"/>
          <p14:tracePt t="58451" x="3835400" y="3378200"/>
          <p14:tracePt t="58486" x="3841750" y="3378200"/>
          <p14:tracePt t="58512" x="3841750" y="3384550"/>
          <p14:tracePt t="58520" x="3835400" y="3384550"/>
          <p14:tracePt t="58535" x="3829050" y="3384550"/>
          <p14:tracePt t="58554" x="3822700" y="3384550"/>
          <p14:tracePt t="58568" x="3810000" y="3384550"/>
          <p14:tracePt t="58584" x="3797300" y="3384550"/>
          <p14:tracePt t="58601" x="3790950" y="3384550"/>
          <p14:tracePt t="58617" x="3778250" y="3384550"/>
          <p14:tracePt t="58634" x="3752850" y="3378200"/>
          <p14:tracePt t="58650" x="3740150" y="3378200"/>
          <p14:tracePt t="58667" x="3714750" y="3371850"/>
          <p14:tracePt t="58684" x="3689350" y="3365500"/>
          <p14:tracePt t="58701" x="3676650" y="3365500"/>
          <p14:tracePt t="58717" x="3670300" y="3365500"/>
          <p14:tracePt t="58733" x="3663950" y="3359150"/>
          <p14:tracePt t="58750" x="3657600" y="3359150"/>
          <p14:tracePt t="58767" x="3651250" y="3359150"/>
          <p14:tracePt t="58783" x="3644900" y="3352800"/>
          <p14:tracePt t="58800" x="3632200" y="3346450"/>
          <p14:tracePt t="58833" x="3625850" y="3340100"/>
          <p14:tracePt t="58850" x="3594100" y="3327400"/>
          <p14:tracePt t="58866" x="3549650" y="3308350"/>
          <p14:tracePt t="58884" x="3486150" y="3289300"/>
          <p14:tracePt t="58899" x="3460750" y="3276600"/>
          <p14:tracePt t="58916" x="3384550" y="3257550"/>
          <p14:tracePt t="58933" x="3308350" y="3251200"/>
          <p14:tracePt t="58949" x="3263900" y="3251200"/>
          <p14:tracePt t="58966" x="3187700" y="3251200"/>
          <p14:tracePt t="58983" x="3130550" y="3251200"/>
          <p14:tracePt t="58999" x="3111500" y="3270250"/>
          <p14:tracePt t="59016" x="3067050" y="3276600"/>
          <p14:tracePt t="59032" x="3035300" y="3289300"/>
          <p14:tracePt t="59049" x="3022600" y="3295650"/>
          <p14:tracePt t="59066" x="3003550" y="3308350"/>
          <p14:tracePt t="59082" x="2990850" y="3308350"/>
          <p14:tracePt t="59099" x="2984500" y="3308350"/>
          <p14:tracePt t="59132" x="2978150" y="3308350"/>
          <p14:tracePt t="59214" x="2984500" y="3308350"/>
          <p14:tracePt t="59235" x="2990850" y="3308350"/>
          <p14:tracePt t="59263" x="2997200" y="3308350"/>
          <p14:tracePt t="59284" x="3003550" y="3308350"/>
          <p14:tracePt t="59291" x="3009900" y="3308350"/>
          <p14:tracePt t="59312" x="3016250" y="3308350"/>
          <p14:tracePt t="59326" x="3022600" y="3308350"/>
          <p14:tracePt t="59334" x="3035300" y="3308350"/>
          <p14:tracePt t="59349" x="3054350" y="3308350"/>
          <p14:tracePt t="59365" x="3105150" y="3314700"/>
          <p14:tracePt t="59382" x="3155950" y="3314700"/>
          <p14:tracePt t="59398" x="3257550" y="3321050"/>
          <p14:tracePt t="59414" x="3321050" y="3333750"/>
          <p14:tracePt t="59432" x="3517900" y="3352800"/>
          <p14:tracePt t="59448" x="3568700" y="3352800"/>
          <p14:tracePt t="59464" x="3619500" y="3352800"/>
          <p14:tracePt t="59481" x="3695700" y="3365500"/>
          <p14:tracePt t="59497" x="3733800" y="3371850"/>
          <p14:tracePt t="59514" x="3746500" y="3371850"/>
          <p14:tracePt t="59531" x="3765550" y="3378200"/>
          <p14:tracePt t="59547" x="3778250" y="3384550"/>
          <p14:tracePt t="59593" x="3784600" y="3384550"/>
          <p14:tracePt t="59685" x="3784600" y="3378200"/>
          <p14:tracePt t="60021" x="3778250" y="3378200"/>
          <p14:tracePt t="60029" x="3771900" y="3378200"/>
          <p14:tracePt t="60035" x="3759200" y="3378200"/>
          <p14:tracePt t="60049" x="3752850" y="3371850"/>
          <p14:tracePt t="60062" x="3733800" y="3371850"/>
          <p14:tracePt t="60079" x="3676650" y="3359150"/>
          <p14:tracePt t="60095" x="3613150" y="3359150"/>
          <p14:tracePt t="60112" x="3467100" y="3340100"/>
          <p14:tracePt t="60128" x="3289300" y="3321050"/>
          <p14:tracePt t="60145" x="3200400" y="3321050"/>
          <p14:tracePt t="60162" x="3035300" y="3327400"/>
          <p14:tracePt t="60178" x="2901950" y="3327400"/>
          <p14:tracePt t="60195" x="2863850" y="3327400"/>
          <p14:tracePt t="60199" x="2813050" y="3327400"/>
          <p14:tracePt t="60212" x="2794000" y="3327400"/>
          <p14:tracePt t="60228" x="2762250" y="3327400"/>
          <p14:tracePt t="60245" x="2755900" y="3327400"/>
          <p14:tracePt t="60278" x="2755900" y="3333750"/>
          <p14:tracePt t="60316" x="2755900" y="3340100"/>
          <p14:tracePt t="60365" x="2762250" y="3340100"/>
          <p14:tracePt t="60450" x="2762250" y="3346450"/>
          <p14:tracePt t="60499" x="2762250" y="3352800"/>
          <p14:tracePt t="60520" x="2768600" y="3352800"/>
          <p14:tracePt t="60548" x="2774950" y="3352800"/>
          <p14:tracePt t="60555" x="2781300" y="3352800"/>
          <p14:tracePt t="60569" x="2787650" y="3359150"/>
          <p14:tracePt t="60577" x="2800350" y="3359150"/>
          <p14:tracePt t="60594" x="2813050" y="3359150"/>
          <p14:tracePt t="60611" x="2876550" y="3352800"/>
          <p14:tracePt t="60627" x="3009900" y="3346450"/>
          <p14:tracePt t="60644" x="3086100" y="3333750"/>
          <p14:tracePt t="60660" x="3251200" y="3314700"/>
          <p14:tracePt t="60676" x="3333750" y="3308350"/>
          <p14:tracePt t="60693" x="3460750" y="3289300"/>
          <p14:tracePt t="60697" x="3517900" y="3276600"/>
          <p14:tracePt t="60711" x="3543300" y="3276600"/>
          <p14:tracePt t="60727" x="3568700" y="3270250"/>
          <p14:tracePt t="60744" x="3594100" y="3270250"/>
          <p14:tracePt t="60760" x="3600450" y="3276600"/>
          <p14:tracePt t="60793" x="3600450" y="3289300"/>
          <p14:tracePt t="60836" x="3600450" y="3295650"/>
          <p14:tracePt t="60955" x="3606800" y="3295650"/>
          <p14:tracePt t="60977" x="3613150" y="3295650"/>
          <p14:tracePt t="61012" x="3619500" y="3295650"/>
          <p14:tracePt t="61047" x="3625850" y="3295650"/>
          <p14:tracePt t="61089" x="3625850" y="3289300"/>
          <p14:tracePt t="61138" x="3625850" y="3282950"/>
          <p14:tracePt t="61229" x="3619500" y="3289300"/>
          <p14:tracePt t="61250" x="3613150" y="3289300"/>
          <p14:tracePt t="61278" x="3606800" y="3289300"/>
          <p14:tracePt t="61328" x="3600450" y="3289300"/>
          <p14:tracePt t="61342" x="3594100" y="3289300"/>
          <p14:tracePt t="61349" x="3587750" y="3289300"/>
          <p14:tracePt t="61362" x="3581400" y="3289300"/>
          <p14:tracePt t="61374" x="3568700" y="3289300"/>
          <p14:tracePt t="61391" x="3530600" y="3282950"/>
          <p14:tracePt t="61409" x="3454400" y="3282950"/>
          <p14:tracePt t="61424" x="3397250" y="3270250"/>
          <p14:tracePt t="61441" x="3295650" y="3263900"/>
          <p14:tracePt t="61458" x="3187700" y="3263900"/>
          <p14:tracePt t="61474" x="3124200" y="3263900"/>
          <p14:tracePt t="61491" x="3028950" y="3276600"/>
          <p14:tracePt t="61508" x="2946400" y="3289300"/>
          <p14:tracePt t="61524" x="2921000" y="3289300"/>
          <p14:tracePt t="61540" x="2851150" y="3302000"/>
          <p14:tracePt t="61557" x="2806700" y="3308350"/>
          <p14:tracePt t="61574" x="2781300" y="3308350"/>
          <p14:tracePt t="61591" x="2755900" y="3314700"/>
          <p14:tracePt t="61606" x="2736850" y="3321050"/>
          <p14:tracePt t="61623" x="2730500" y="3327400"/>
          <p14:tracePt t="61641" x="2717800" y="3333750"/>
          <p14:tracePt t="61657" x="2698750" y="3346450"/>
          <p14:tracePt t="61673" x="2692400" y="3346450"/>
          <p14:tracePt t="61690" x="2686050" y="3359150"/>
          <p14:tracePt t="61706" x="2679700" y="3359150"/>
          <p14:tracePt t="61723" x="2673350" y="3371850"/>
          <p14:tracePt t="61740" x="2667000" y="3378200"/>
          <p14:tracePt t="61756" x="2660650" y="3384550"/>
          <p14:tracePt t="61773" x="2654300" y="3390900"/>
          <p14:tracePt t="61790" x="2647950" y="3390900"/>
          <p14:tracePt t="61830" x="2641600" y="3397250"/>
          <p14:tracePt t="61865" x="2641600" y="3403600"/>
          <p14:tracePt t="75444" x="2641600" y="3397250"/>
          <p14:tracePt t="75451" x="2641600" y="3390900"/>
          <p14:tracePt t="75459" x="2641600" y="3378200"/>
          <p14:tracePt t="75476" x="2641600" y="3346450"/>
          <p14:tracePt t="75493" x="2641600" y="3289300"/>
          <p14:tracePt t="75509" x="2641600" y="3232150"/>
          <p14:tracePt t="75525" x="2641600" y="3175000"/>
          <p14:tracePt t="75542" x="2641600" y="3092450"/>
          <p14:tracePt t="75559" x="2654300" y="3009900"/>
          <p14:tracePt t="75575" x="2692400" y="2908300"/>
          <p14:tracePt t="75592" x="2724150" y="2787650"/>
          <p14:tracePt t="75609" x="2762250" y="2692400"/>
          <p14:tracePt t="75626" x="2819400" y="2584450"/>
          <p14:tracePt t="75641" x="2857500" y="2508250"/>
          <p14:tracePt t="75658" x="2882900" y="2457450"/>
          <p14:tracePt t="75675" x="2908300" y="2413000"/>
          <p14:tracePt t="75691" x="2921000" y="2400300"/>
          <p14:tracePt t="75708" x="2933700" y="2374900"/>
          <p14:tracePt t="75725" x="2946400" y="2355850"/>
          <p14:tracePt t="75741" x="2959100" y="2343150"/>
          <p14:tracePt t="75758" x="2965450" y="2336800"/>
          <p14:tracePt t="75775" x="2971800" y="2330450"/>
          <p14:tracePt t="75791" x="2978150" y="2317750"/>
          <p14:tracePt t="75809" x="2984500" y="2305050"/>
          <p14:tracePt t="75824" x="2997200" y="2298700"/>
          <p14:tracePt t="75841" x="3003550" y="2292350"/>
          <p14:tracePt t="75858" x="3016250" y="2273300"/>
          <p14:tracePt t="75874" x="3035300" y="2266950"/>
          <p14:tracePt t="75891" x="3054350" y="2247900"/>
          <p14:tracePt t="75907" x="3067050" y="2222500"/>
          <p14:tracePt t="75924" x="3092450" y="2203450"/>
          <p14:tracePt t="75941" x="3130550" y="2178050"/>
          <p14:tracePt t="75957" x="3194050" y="2133600"/>
          <p14:tracePt t="75974" x="3244850" y="2108200"/>
          <p14:tracePt t="75991" x="3308350" y="2082800"/>
          <p14:tracePt t="76007" x="3352800" y="2082800"/>
          <p14:tracePt t="76024" x="3397250" y="2076450"/>
          <p14:tracePt t="76041" x="3448050" y="2076450"/>
          <p14:tracePt t="76057" x="3498850" y="2082800"/>
          <p14:tracePt t="76074" x="3549650" y="2095500"/>
          <p14:tracePt t="76090" x="3625850" y="2101850"/>
          <p14:tracePt t="76107" x="3695700" y="2114550"/>
          <p14:tracePt t="76124" x="3765550" y="2133600"/>
          <p14:tracePt t="76140" x="3860800" y="2139950"/>
          <p14:tracePt t="76157" x="3930650" y="2139950"/>
          <p14:tracePt t="76174" x="4025900" y="2139950"/>
          <p14:tracePt t="76190" x="4114800" y="2146300"/>
          <p14:tracePt t="76206" x="4235450" y="2146300"/>
          <p14:tracePt t="76223" x="4438650" y="2133600"/>
          <p14:tracePt t="76240" x="4546600" y="2127250"/>
          <p14:tracePt t="76256" x="4622800" y="2120900"/>
          <p14:tracePt t="76273" x="4724400" y="2108200"/>
          <p14:tracePt t="76289" x="4781550" y="2095500"/>
          <p14:tracePt t="76306" x="4845050" y="2095500"/>
          <p14:tracePt t="76322" x="4908550" y="2082800"/>
          <p14:tracePt t="76339" x="4959350" y="2082800"/>
          <p14:tracePt t="76356" x="4972050" y="2082800"/>
          <p14:tracePt t="76372" x="4991100" y="2082800"/>
          <p14:tracePt t="76389" x="5003800" y="2089150"/>
          <p14:tracePt t="76406" x="5010150" y="2089150"/>
          <p14:tracePt t="76448" x="5010150" y="2095500"/>
          <p14:tracePt t="76490" x="5003800" y="2095500"/>
          <p14:tracePt t="76497" x="4997450" y="2095500"/>
          <p14:tracePt t="76511" x="4991100" y="2095500"/>
          <p14:tracePt t="76522" x="4984750" y="2095500"/>
          <p14:tracePt t="76539" x="4965700" y="2101850"/>
          <p14:tracePt t="76555" x="4940300" y="2101850"/>
          <p14:tracePt t="76572" x="4908550" y="2101850"/>
          <p14:tracePt t="76588" x="4813300" y="2108200"/>
          <p14:tracePt t="76605" x="4730750" y="2108200"/>
          <p14:tracePt t="76622" x="4629150" y="2114550"/>
          <p14:tracePt t="76638" x="4425950" y="2114550"/>
          <p14:tracePt t="76655" x="4248150" y="2127250"/>
          <p14:tracePt t="76672" x="3987800" y="2146300"/>
          <p14:tracePt t="76688" x="3810000" y="2159000"/>
          <p14:tracePt t="76705" x="3619500" y="2165350"/>
          <p14:tracePt t="76722" x="3359150" y="2197100"/>
          <p14:tracePt t="76738" x="3219450" y="2203450"/>
          <p14:tracePt t="76755" x="3098800" y="2203450"/>
          <p14:tracePt t="76771" x="2959100" y="2203450"/>
          <p14:tracePt t="76788" x="2863850" y="2203450"/>
          <p14:tracePt t="76805" x="2813050" y="2209800"/>
          <p14:tracePt t="76821" x="2717800" y="2203450"/>
          <p14:tracePt t="76837" x="2686050" y="2203450"/>
          <p14:tracePt t="76855" x="2635250" y="2197100"/>
          <p14:tracePt t="76871" x="2597150" y="2190750"/>
          <p14:tracePt t="76887" x="2565400" y="2178050"/>
          <p14:tracePt t="76904" x="2508250" y="2178050"/>
          <p14:tracePt t="76921" x="2476500" y="2178050"/>
          <p14:tracePt t="76937" x="2451100" y="2184400"/>
          <p14:tracePt t="76954" x="2400300" y="2184400"/>
          <p14:tracePt t="76970" x="2374900" y="2184400"/>
          <p14:tracePt t="76988" x="2343150" y="2197100"/>
          <p14:tracePt t="77004" x="2330450" y="2197100"/>
          <p14:tracePt t="77020" x="2305050" y="2197100"/>
          <p14:tracePt t="77037" x="2260600" y="2209800"/>
          <p14:tracePt t="77053" x="2216150" y="2222500"/>
          <p14:tracePt t="77070" x="2165350" y="2235200"/>
          <p14:tracePt t="77087" x="2101850" y="2266950"/>
          <p14:tracePt t="77103" x="2076450" y="2279650"/>
          <p14:tracePt t="77120" x="2051050" y="2292350"/>
          <p14:tracePt t="77136" x="2025650" y="2298700"/>
          <p14:tracePt t="77153" x="2025650" y="2311400"/>
          <p14:tracePt t="77170" x="2012950" y="2317750"/>
          <p14:tracePt t="77186" x="2006600" y="2324100"/>
          <p14:tracePt t="77203" x="2000250" y="2336800"/>
          <p14:tracePt t="77220" x="1981200" y="2355850"/>
          <p14:tracePt t="77236" x="1955800" y="2374900"/>
          <p14:tracePt t="77653" x="1943100" y="2374900"/>
          <p14:tracePt t="77661" x="1911350" y="2381250"/>
          <p14:tracePt t="77671" x="1892300" y="2381250"/>
          <p14:tracePt t="77685" x="1854200" y="2381250"/>
          <p14:tracePt t="77701" x="1809750" y="2381250"/>
          <p14:tracePt t="77718" x="1758950" y="2381250"/>
          <p14:tracePt t="77735" x="1739900" y="2381250"/>
          <p14:tracePt t="77752" x="1701800" y="2387600"/>
          <p14:tracePt t="77767" x="1695450" y="2387600"/>
          <p14:tracePt t="77784" x="1689100" y="2387600"/>
          <p14:tracePt t="77802" x="1682750" y="2387600"/>
          <p14:tracePt t="77837" x="1689100" y="2387600"/>
          <p14:tracePt t="77858" x="1695450" y="2387600"/>
          <p14:tracePt t="77872" x="1701800" y="2387600"/>
          <p14:tracePt t="77886" x="1708150" y="2387600"/>
          <p14:tracePt t="77907" x="1714500" y="2387600"/>
          <p14:tracePt t="77914" x="1720850" y="2387600"/>
          <p14:tracePt t="77928" x="1727200" y="2387600"/>
          <p14:tracePt t="77942" x="1733550" y="2387600"/>
          <p14:tracePt t="77951" x="1739900" y="2387600"/>
          <p14:tracePt t="77967" x="1758950" y="2387600"/>
          <p14:tracePt t="77984" x="1809750" y="2393950"/>
          <p14:tracePt t="78000" x="1866900" y="2400300"/>
          <p14:tracePt t="78017" x="1962150" y="2419350"/>
          <p14:tracePt t="78034" x="2139950" y="2457450"/>
          <p14:tracePt t="78050" x="2305050" y="2476500"/>
          <p14:tracePt t="78067" x="2482850" y="2495550"/>
          <p14:tracePt t="78083" x="2749550" y="2495550"/>
          <p14:tracePt t="78099" x="2946400" y="2482850"/>
          <p14:tracePt t="78117" x="3225800" y="2470150"/>
          <p14:tracePt t="78133" x="3378200" y="2463800"/>
          <p14:tracePt t="78150" x="3505200" y="2463800"/>
          <p14:tracePt t="78167" x="3676650" y="2470150"/>
          <p14:tracePt t="78183" x="3771900" y="2489200"/>
          <p14:tracePt t="78200" x="3841750" y="2508250"/>
          <p14:tracePt t="78216" x="3924300" y="2527300"/>
          <p14:tracePt t="78233" x="3962400" y="2540000"/>
          <p14:tracePt t="78249" x="3994150" y="2559050"/>
          <p14:tracePt t="78266" x="4025900" y="2571750"/>
          <p14:tracePt t="78282" x="4057650" y="2584450"/>
          <p14:tracePt t="78300" x="4083050" y="2584450"/>
          <p14:tracePt t="78316" x="4108450" y="2597150"/>
          <p14:tracePt t="78332" x="4140200" y="2603500"/>
          <p14:tracePt t="78349" x="4191000" y="2622550"/>
          <p14:tracePt t="78366" x="4222750" y="2641600"/>
          <p14:tracePt t="78382" x="4286250" y="2654300"/>
          <p14:tracePt t="78386" x="4311650" y="2660650"/>
          <p14:tracePt t="78399" x="4400550" y="2698750"/>
          <p14:tracePt t="78416" x="4514850" y="2762250"/>
          <p14:tracePt t="85277" x="4527550" y="2768600"/>
          <p14:tracePt t="85284" x="4546600" y="2787650"/>
          <p14:tracePt t="85292" x="4565650" y="2800350"/>
          <p14:tracePt t="85309" x="4603750" y="2819400"/>
          <p14:tracePt t="85327" x="4667250" y="2889250"/>
          <p14:tracePt t="85342" x="4711700" y="2927350"/>
          <p14:tracePt t="85359" x="4762500" y="2984500"/>
          <p14:tracePt t="85376" x="4851400" y="3086100"/>
          <p14:tracePt t="85392" x="4902200" y="3136900"/>
          <p14:tracePt t="85409" x="4984750" y="3225800"/>
          <p14:tracePt t="85425" x="5060950" y="3327400"/>
          <p14:tracePt t="85442" x="5099050" y="3397250"/>
          <p14:tracePt t="85459" x="5162550" y="3524250"/>
          <p14:tracePt t="85475" x="5232400" y="3625850"/>
          <p14:tracePt t="85492" x="5264150" y="3670300"/>
          <p14:tracePt t="85510" x="5327650" y="3752850"/>
          <p14:tracePt t="85525" x="5403850" y="3841750"/>
          <p14:tracePt t="85542" x="5435600" y="3886200"/>
          <p14:tracePt t="85558" x="5473700" y="3937000"/>
          <p14:tracePt t="85575" x="5524500" y="4013200"/>
          <p14:tracePt t="85591" x="5568950" y="4076700"/>
          <p14:tracePt t="85608" x="5588000" y="4121150"/>
          <p14:tracePt t="85624" x="5588000" y="4146550"/>
          <p14:tracePt t="85641" x="5600700" y="4191000"/>
          <p14:tracePt t="85658" x="5600700" y="4229100"/>
          <p14:tracePt t="85674" x="5600700" y="4241800"/>
          <p14:tracePt t="85691" x="5594350" y="4286250"/>
          <p14:tracePt t="85708" x="5575300" y="4318000"/>
          <p14:tracePt t="85724" x="5562600" y="4330700"/>
          <p14:tracePt t="85740" x="5543550" y="4356100"/>
          <p14:tracePt t="85757" x="5518150" y="4387850"/>
          <p14:tracePt t="85774" x="5505450" y="4400550"/>
          <p14:tracePt t="85790" x="5480050" y="4425950"/>
          <p14:tracePt t="85807" x="5454650" y="4451350"/>
          <p14:tracePt t="85823" x="5441950" y="4464050"/>
          <p14:tracePt t="85840" x="5410200" y="4489450"/>
          <p14:tracePt t="85874" x="5384800" y="4514850"/>
          <p14:tracePt t="85890" x="5378450" y="4521200"/>
          <p14:tracePt t="85907" x="5372100" y="4521200"/>
          <p14:tracePt t="85924" x="5365750" y="4533900"/>
          <p14:tracePt t="85939" x="5359400" y="4533900"/>
          <p14:tracePt t="85973" x="5353050" y="4533900"/>
          <p14:tracePt t="86618" x="5372100" y="4533900"/>
          <p14:tracePt t="86625" x="5397500" y="4533900"/>
          <p14:tracePt t="86642" x="5429250" y="4533900"/>
          <p14:tracePt t="86655" x="5454650" y="4533900"/>
          <p14:tracePt t="86671" x="5524500" y="4533900"/>
          <p14:tracePt t="86688" x="5562600" y="4533900"/>
          <p14:tracePt t="86705" x="5683250" y="4540250"/>
          <p14:tracePt t="86721" x="5721350" y="4546600"/>
          <p14:tracePt t="86737" x="5753100" y="4546600"/>
          <p14:tracePt t="86754" x="5791200" y="4546600"/>
          <p14:tracePt t="86769" x="5886450" y="4546600"/>
          <p14:tracePt t="86787" x="5943600" y="4546600"/>
          <p14:tracePt t="86807" x="5969000" y="4546600"/>
          <p14:tracePt t="86822" x="6019800" y="4540250"/>
          <p14:tracePt t="86837" x="6070600" y="4540250"/>
          <p14:tracePt t="86857" x="6108700" y="4540250"/>
          <p14:tracePt t="86890" x="6153150" y="4540250"/>
          <p14:tracePt t="86907" x="6165850" y="4546600"/>
          <p14:tracePt t="86918" x="6191250" y="4552950"/>
          <p14:tracePt t="86943" x="6210300" y="4552950"/>
          <p14:tracePt t="86952" x="6216650" y="4552950"/>
          <p14:tracePt t="88482" x="6191250" y="4552950"/>
          <p14:tracePt t="88489" x="6178550" y="4546600"/>
          <p14:tracePt t="88503" x="6165850" y="4540250"/>
          <p14:tracePt t="88514" x="6153150" y="4527550"/>
          <p14:tracePt t="88532" x="6115050" y="4495800"/>
          <p14:tracePt t="88548" x="6096000" y="4483100"/>
          <p14:tracePt t="88564" x="6051550" y="4464050"/>
          <p14:tracePt t="88581" x="6000750" y="4432300"/>
          <p14:tracePt t="88598" x="5962650" y="4413250"/>
          <p14:tracePt t="88614" x="5930900" y="4400550"/>
          <p14:tracePt t="88631" x="5753100" y="4337050"/>
          <p14:tracePt t="88647" x="5670550" y="4311650"/>
          <p14:tracePt t="88664" x="5594350" y="4292600"/>
          <p14:tracePt t="88681" x="5410200" y="4254500"/>
          <p14:tracePt t="88697" x="5187950" y="4178300"/>
          <p14:tracePt t="88714" x="5073650" y="4146550"/>
          <p14:tracePt t="88730" x="4832350" y="4083050"/>
          <p14:tracePt t="88747" x="4559300" y="4032250"/>
          <p14:tracePt t="88764" x="4248150" y="3994150"/>
          <p14:tracePt t="88780" x="4108450" y="3987800"/>
          <p14:tracePt t="88797" x="3867150" y="3956050"/>
          <p14:tracePt t="88813" x="3638550" y="3956050"/>
          <p14:tracePt t="88830" x="3498850" y="3943350"/>
          <p14:tracePt t="88846" x="3270250" y="3898900"/>
          <p14:tracePt t="88864" x="3060700" y="3873500"/>
          <p14:tracePt t="88880" x="2946400" y="3848100"/>
          <p14:tracePt t="88897" x="2832100" y="3841750"/>
          <p14:tracePt t="88913" x="2514600" y="3784600"/>
          <p14:tracePt t="88929" x="2419350" y="3765550"/>
          <p14:tracePt t="88947" x="2254250" y="3727450"/>
          <p14:tracePt t="88962" x="2171700" y="3708400"/>
          <p14:tracePt t="88980" x="2006600" y="3676650"/>
          <p14:tracePt t="88996" x="1847850" y="3657600"/>
          <p14:tracePt t="89012" x="1784350" y="3657600"/>
          <p14:tracePt t="89015" x="1708150" y="3657600"/>
          <p14:tracePt t="89030" x="1651000" y="3670300"/>
          <p14:tracePt t="89046" x="1517650" y="3695700"/>
          <p14:tracePt t="89062" x="1441450" y="3708400"/>
          <p14:tracePt t="89080" x="1320800" y="3727450"/>
          <p14:tracePt t="89095" x="1270000" y="3746500"/>
          <p14:tracePt t="89113" x="1257300" y="3752850"/>
          <p14:tracePt t="89129" x="1250950" y="3765550"/>
          <p14:tracePt t="89145" x="1250950" y="3771900"/>
          <p14:tracePt t="89162" x="1257300" y="3778250"/>
          <p14:tracePt t="89179" x="1276350" y="3784600"/>
          <p14:tracePt t="89196" x="1301750" y="3784600"/>
          <p14:tracePt t="89212" x="1308100" y="3790950"/>
          <p14:tracePt t="89229" x="1327150" y="3797300"/>
          <p14:tracePt t="89245" x="1352550" y="3803650"/>
          <p14:tracePt t="89262" x="1479550" y="3841750"/>
          <p14:tracePt t="89278" x="1530350" y="3854450"/>
          <p14:tracePt t="89295" x="1587500" y="3873500"/>
          <p14:tracePt t="89311" x="1695450" y="3892550"/>
          <p14:tracePt t="89328" x="1860550" y="3917950"/>
          <p14:tracePt t="89345" x="1962150" y="3937000"/>
          <p14:tracePt t="89361" x="2184400" y="3962400"/>
          <p14:tracePt t="89378" x="2387600" y="3968750"/>
          <p14:tracePt t="89395" x="2578100" y="4000500"/>
          <p14:tracePt t="89411" x="2654300" y="4013200"/>
          <p14:tracePt t="89428" x="2749550" y="4025900"/>
          <p14:tracePt t="89445" x="2806700" y="4032250"/>
          <p14:tracePt t="89461" x="2832100" y="4044950"/>
          <p14:tracePt t="89477" x="2863850" y="4051300"/>
          <p14:tracePt t="89494" x="2882900" y="4057650"/>
          <p14:tracePt t="89511" x="2882900" y="4064000"/>
          <p14:tracePt t="89515" x="2889250" y="4064000"/>
          <p14:tracePt t="89530" x="2901950" y="4076700"/>
          <p14:tracePt t="89544" x="2914650" y="4083050"/>
          <p14:tracePt t="89561" x="2921000" y="4089400"/>
          <p14:tracePt t="89577" x="2927350" y="4102100"/>
          <p14:tracePt t="89611" x="2940050" y="4108450"/>
          <p14:tracePt t="89644" x="2940050" y="4114800"/>
          <p14:tracePt t="89675" x="2946400" y="4121150"/>
          <p14:tracePt t="89682" x="2946400" y="4127500"/>
          <p14:tracePt t="90298" x="2978150" y="4127500"/>
          <p14:tracePt t="90305" x="3009900" y="4127500"/>
          <p14:tracePt t="90319" x="3048000" y="4127500"/>
          <p14:tracePt t="90327" x="3086100" y="4127500"/>
          <p14:tracePt t="90343" x="3124200" y="4127500"/>
          <p14:tracePt t="90358" x="3200400" y="4102100"/>
          <p14:tracePt t="90374" x="3232150" y="4095750"/>
          <p14:tracePt t="90391" x="3289300" y="4076700"/>
          <p14:tracePt t="90408" x="3308350" y="4076700"/>
          <p14:tracePt t="90425" x="3359150" y="4076700"/>
          <p14:tracePt t="90441" x="3416300" y="4089400"/>
          <p14:tracePt t="90458" x="3435350" y="4089400"/>
          <p14:tracePt t="90475" x="3479800" y="4108450"/>
          <p14:tracePt t="90491" x="3511550" y="4114800"/>
          <p14:tracePt t="90508" x="3530600" y="4114800"/>
          <p14:tracePt t="90511" x="3543300" y="4121150"/>
          <p14:tracePt t="90524" x="3562350" y="4121150"/>
          <p14:tracePt t="90541" x="3581400" y="4121150"/>
          <p14:tracePt t="90557" x="3594100" y="4121150"/>
          <p14:tracePt t="90574" x="3606800" y="4121150"/>
          <p14:tracePt t="90591" x="3619500" y="4121150"/>
          <p14:tracePt t="90608" x="3632200" y="4127500"/>
          <p14:tracePt t="90624" x="3632200" y="4133850"/>
          <p14:tracePt t="90640" x="3644900" y="4140200"/>
          <p14:tracePt t="90674" x="3644900" y="4146550"/>
          <p14:tracePt t="90690" x="3651250" y="4146550"/>
          <p14:tracePt t="91250" x="3651250" y="4140200"/>
          <p14:tracePt t="91272" x="3644900" y="4127500"/>
          <p14:tracePt t="91278" x="3638550" y="4121150"/>
          <p14:tracePt t="91288" x="3632200" y="4114800"/>
          <p14:tracePt t="91305" x="3625850" y="4108450"/>
          <p14:tracePt t="91322" x="3613150" y="4102100"/>
          <p14:tracePt t="91338" x="3600450" y="4095750"/>
          <p14:tracePt t="91354" x="3581400" y="4089400"/>
          <p14:tracePt t="91370" x="3556000" y="4089400"/>
          <p14:tracePt t="91387" x="3536950" y="4089400"/>
          <p14:tracePt t="91404" x="3517900" y="4083050"/>
          <p14:tracePt t="91420" x="3511550" y="4083050"/>
          <p14:tracePt t="91468" x="3511550" y="4089400"/>
          <p14:tracePt t="91483" x="3517900" y="4089400"/>
          <p14:tracePt t="91490" x="3524250" y="4089400"/>
          <p14:tracePt t="91504" x="3530600" y="4089400"/>
          <p14:tracePt t="91520" x="3543300" y="4089400"/>
          <p14:tracePt t="91537" x="3556000" y="4089400"/>
          <p14:tracePt t="91554" x="3600450" y="4095750"/>
          <p14:tracePt t="91570" x="3632200" y="4095750"/>
          <p14:tracePt t="91586" x="3708400" y="4095750"/>
          <p14:tracePt t="91603" x="3848100" y="4095750"/>
          <p14:tracePt t="91620" x="3917950" y="4102100"/>
          <p14:tracePt t="91637" x="4070350" y="4102100"/>
          <p14:tracePt t="91653" x="4210050" y="4102100"/>
          <p14:tracePt t="91669" x="4273550" y="4102100"/>
          <p14:tracePt t="91686" x="4425950" y="4102100"/>
          <p14:tracePt t="91703" x="4591050" y="4102100"/>
          <p14:tracePt t="91719" x="4667250" y="4089400"/>
          <p14:tracePt t="91736" x="4800600" y="4089400"/>
          <p14:tracePt t="91752" x="4902200" y="4083050"/>
          <p14:tracePt t="91770" x="4946650" y="4070350"/>
          <p14:tracePt t="91786" x="5010150" y="4070350"/>
          <p14:tracePt t="91802" x="5060950" y="4070350"/>
          <p14:tracePt t="91819" x="5086350" y="4070350"/>
          <p14:tracePt t="91836" x="5099050" y="4070350"/>
          <p14:tracePt t="91852" x="5105400" y="4070350"/>
          <p14:tracePt t="91869" x="5111750" y="4076700"/>
          <p14:tracePt t="91925" x="5111750" y="4083050"/>
          <p14:tracePt t="91960" x="5111750" y="4089400"/>
          <p14:tracePt t="92016" x="5111750" y="4095750"/>
          <p14:tracePt t="92762" x="5105400" y="4102100"/>
          <p14:tracePt t="92776" x="5080000" y="4121150"/>
          <p14:tracePt t="92785" x="5048250" y="4133850"/>
          <p14:tracePt t="92799" x="5010150" y="4140200"/>
          <p14:tracePt t="92816" x="4940300" y="4159250"/>
          <p14:tracePt t="92833" x="4876800" y="4178300"/>
          <p14:tracePt t="92849" x="4851400" y="4191000"/>
          <p14:tracePt t="92866" x="4819650" y="4203700"/>
          <p14:tracePt t="92882" x="4730750" y="4229100"/>
          <p14:tracePt t="92899" x="4705350" y="4241800"/>
          <p14:tracePt t="92916" x="4667250" y="4248150"/>
          <p14:tracePt t="92932" x="4648200" y="4254500"/>
          <p14:tracePt t="92948" x="4616450" y="4267200"/>
          <p14:tracePt t="92966" x="4610100" y="4279900"/>
          <p14:tracePt t="92998" x="4597400" y="4292600"/>
          <p14:tracePt t="93015" x="4597400" y="4298950"/>
          <p14:tracePt t="93032" x="4597400" y="4305300"/>
          <p14:tracePt t="93048" x="4597400" y="4311650"/>
          <p14:tracePt t="93065" x="4597400" y="4324350"/>
          <p14:tracePt t="93098" x="4591050" y="4324350"/>
          <p14:tracePt t="93114" x="4584700" y="4330700"/>
          <p14:tracePt t="93149" x="4578350" y="4330700"/>
          <p14:tracePt t="93162" x="4572000" y="4330700"/>
          <p14:tracePt t="93184" x="4565650" y="4330700"/>
          <p14:tracePt t="93204" x="4559300" y="4330700"/>
          <p14:tracePt t="93219" x="4552950" y="4330700"/>
          <p14:tracePt t="93226" x="4546600" y="4330700"/>
          <p14:tracePt t="93234" x="4540250" y="4330700"/>
          <p14:tracePt t="93248" x="4521200" y="4337050"/>
          <p14:tracePt t="93265" x="4495800" y="4337050"/>
          <p14:tracePt t="93282" x="4375150" y="4356100"/>
          <p14:tracePt t="93297" x="4318000" y="4375150"/>
          <p14:tracePt t="93314" x="4267200" y="4381500"/>
          <p14:tracePt t="93331" x="4133850" y="4419600"/>
          <p14:tracePt t="93347" x="3987800" y="4457700"/>
          <p14:tracePt t="93365" x="3917950" y="4476750"/>
          <p14:tracePt t="93380" x="3797300" y="4508500"/>
          <p14:tracePt t="93397" x="3702050" y="4521200"/>
          <p14:tracePt t="93413" x="3663950" y="4533900"/>
          <p14:tracePt t="93430" x="3606800" y="4540250"/>
          <p14:tracePt t="93447" x="3575050" y="4540250"/>
          <p14:tracePt t="93465" x="3556000" y="4540250"/>
          <p14:tracePt t="93480" x="3549650" y="4540250"/>
          <p14:tracePt t="93534" x="3556000" y="4540250"/>
          <p14:tracePt t="96144" x="3524250" y="4546600"/>
          <p14:tracePt t="96151" x="3505200" y="4552950"/>
          <p14:tracePt t="96165" x="3486150" y="4552950"/>
          <p14:tracePt t="96174" x="3448050" y="4552950"/>
          <p14:tracePt t="96187" x="3403600" y="4559300"/>
          <p14:tracePt t="96204" x="3308350" y="4578350"/>
          <p14:tracePt t="96222" x="3194050" y="4584700"/>
          <p14:tracePt t="96237" x="3117850" y="4597400"/>
          <p14:tracePt t="96254" x="3035300" y="4603750"/>
          <p14:tracePt t="96271" x="2794000" y="4629150"/>
          <p14:tracePt t="96287" x="2730500" y="4622800"/>
          <p14:tracePt t="96304" x="2686050" y="4616450"/>
          <p14:tracePt t="96320" x="2616200" y="4597400"/>
          <p14:tracePt t="96337" x="2578100" y="4578350"/>
          <p14:tracePt t="96354" x="2565400" y="4572000"/>
          <p14:tracePt t="96370" x="2552700" y="4565650"/>
          <p14:tracePt t="96387" x="2540000" y="4559300"/>
          <p14:tracePt t="96404" x="2520950" y="4559300"/>
          <p14:tracePt t="96420" x="2514600" y="4559300"/>
          <p14:tracePt t="96436" x="2489200" y="4552950"/>
          <p14:tracePt t="96453" x="2470150" y="4546600"/>
          <p14:tracePt t="96470" x="2463800" y="4546600"/>
          <p14:tracePt t="96486" x="2444750" y="4540250"/>
          <p14:tracePt t="96503" x="2432050" y="4533900"/>
          <p14:tracePt t="96519" x="2425700" y="4533900"/>
          <p14:tracePt t="96537" x="2406650" y="4527550"/>
          <p14:tracePt t="96553" x="2381250" y="4521200"/>
          <p14:tracePt t="96569" x="2368550" y="4514850"/>
          <p14:tracePt t="96573" x="2349500" y="4514850"/>
          <p14:tracePt t="96589" x="2330450" y="4514850"/>
          <p14:tracePt t="96602" x="2286000" y="4514850"/>
          <p14:tracePt t="96619" x="2266950" y="4514850"/>
          <p14:tracePt t="96636" x="2228850" y="4514850"/>
          <p14:tracePt t="96652" x="2222500" y="4521200"/>
          <p14:tracePt t="96670" x="2197100" y="4527550"/>
          <p14:tracePt t="96702" x="2197100" y="4533900"/>
          <p14:tracePt t="102838" x="2247900" y="4533900"/>
          <p14:tracePt t="102845" x="2317750" y="4552950"/>
          <p14:tracePt t="102852" x="2381250" y="4565650"/>
          <p14:tracePt t="102864" x="2444750" y="4572000"/>
          <p14:tracePt t="102881" x="2724150" y="4648200"/>
          <p14:tracePt t="102897" x="2876550" y="4673600"/>
          <p14:tracePt t="102915" x="3048000" y="4705350"/>
          <p14:tracePt t="102931" x="3282950" y="4743450"/>
          <p14:tracePt t="102947" x="3429000" y="4781550"/>
          <p14:tracePt t="102965" x="3619500" y="4870450"/>
          <p14:tracePt t="102980" x="3733800" y="4933950"/>
          <p14:tracePt t="102997" x="3829050" y="4978400"/>
          <p14:tracePt t="103014" x="3949700" y="5041900"/>
          <p14:tracePt t="103030" x="4013200" y="5067300"/>
          <p14:tracePt t="103047" x="4044950" y="5086350"/>
          <p14:tracePt t="103064" x="4095750" y="5124450"/>
          <p14:tracePt t="103080" x="4121150" y="5143500"/>
          <p14:tracePt t="103099" x="4165600" y="5162550"/>
          <p14:tracePt t="103113" x="4171950" y="5168900"/>
          <p14:tracePt t="103130" x="4178300" y="5168900"/>
          <p14:tracePt t="103134" x="4184650" y="5168900"/>
          <p14:tracePt t="103154" x="4184650" y="5162550"/>
          <p14:tracePt t="103163" x="4191000" y="5156200"/>
          <p14:tracePt t="103203" x="4197350" y="5149850"/>
          <p14:tracePt t="103231" x="4203700" y="5137150"/>
          <p14:tracePt t="103238" x="4210050" y="5137150"/>
          <p14:tracePt t="103252" x="4216400" y="5130800"/>
          <p14:tracePt t="103262" x="4222750" y="5124450"/>
          <p14:tracePt t="103280" x="4235450" y="5105400"/>
          <p14:tracePt t="103296" x="4235450" y="5099050"/>
          <p14:tracePt t="103313" x="4273550" y="5073650"/>
          <p14:tracePt t="103330" x="4286250" y="5054600"/>
          <p14:tracePt t="103346" x="4305300" y="5041900"/>
          <p14:tracePt t="103362" x="4318000" y="5035550"/>
          <p14:tracePt t="103379" x="4362450" y="4978400"/>
          <p14:tracePt t="103396" x="4387850" y="4959350"/>
          <p14:tracePt t="103413" x="4400550" y="4933950"/>
          <p14:tracePt t="103429" x="4438650" y="4895850"/>
          <p14:tracePt t="103446" x="4464050" y="4864100"/>
          <p14:tracePt t="103463" x="4489450" y="4845050"/>
          <p14:tracePt t="103479" x="4495800" y="4838700"/>
          <p14:tracePt t="103496" x="4508500" y="4832350"/>
          <p14:tracePt t="103512" x="4514850" y="4832350"/>
          <p14:tracePt t="103545" x="4521200" y="4826000"/>
          <p14:tracePt t="103562" x="4527550" y="4826000"/>
          <p14:tracePt t="103624" x="4533900" y="4826000"/>
          <p14:tracePt t="103659" x="4540250" y="4826000"/>
          <p14:tracePt t="103723" x="4540250" y="4832350"/>
          <p14:tracePt t="103736" x="4540250" y="4838700"/>
          <p14:tracePt t="104684" x="4533900" y="4838700"/>
          <p14:tracePt t="104698" x="4508500" y="4838700"/>
          <p14:tracePt t="104705" x="4476750" y="4845050"/>
          <p14:tracePt t="104712" x="4425950" y="4857750"/>
          <p14:tracePt t="104728" x="4362450" y="4857750"/>
          <p14:tracePt t="104741" x="4292600" y="4864100"/>
          <p14:tracePt t="104758" x="4191000" y="4876800"/>
          <p14:tracePt t="104775" x="4127500" y="4876800"/>
          <p14:tracePt t="104790" x="3994150" y="4864100"/>
          <p14:tracePt t="104807" x="3892550" y="4864100"/>
          <p14:tracePt t="104824" x="3790950" y="4864100"/>
          <p14:tracePt t="104841" x="3733800" y="4864100"/>
          <p14:tracePt t="104857" x="3670300" y="4864100"/>
          <p14:tracePt t="104874" x="3600450" y="4870450"/>
          <p14:tracePt t="104891" x="3568700" y="4876800"/>
          <p14:tracePt t="104908" x="3549650" y="4876800"/>
          <p14:tracePt t="104924" x="3492500" y="4876800"/>
          <p14:tracePt t="104940" x="3486150" y="4876800"/>
          <p14:tracePt t="104958" x="3467100" y="4876800"/>
          <p14:tracePt t="104974" x="3460750" y="4876800"/>
          <p14:tracePt t="105049" x="3467100" y="4876800"/>
          <p14:tracePt t="105063" x="3467100" y="4870450"/>
          <p14:tracePt t="105119" x="3473450" y="4870450"/>
          <p14:tracePt t="105126" x="3479800" y="4870450"/>
          <p14:tracePt t="105154" x="3486150" y="4870450"/>
          <p14:tracePt t="105175" x="3492500" y="4870450"/>
          <p14:tracePt t="105182" x="3498850" y="4870450"/>
          <p14:tracePt t="105203" x="3505200" y="4870450"/>
          <p14:tracePt t="105224" x="3511550" y="4870450"/>
          <p14:tracePt t="105238" x="3524250" y="4870450"/>
          <p14:tracePt t="105246" x="3543300" y="4870450"/>
          <p14:tracePt t="105259" x="3581400" y="4857750"/>
          <p14:tracePt t="105274" x="3689350" y="4851400"/>
          <p14:tracePt t="105289" x="3759200" y="4832350"/>
          <p14:tracePt t="105306" x="3848100" y="4819650"/>
          <p14:tracePt t="105322" x="4064000" y="4781550"/>
          <p14:tracePt t="105339" x="4318000" y="4737100"/>
          <p14:tracePt t="105356" x="4451350" y="4718050"/>
          <p14:tracePt t="105372" x="4737100" y="4673600"/>
          <p14:tracePt t="105389" x="5010150" y="4616450"/>
          <p14:tracePt t="105408" x="5295900" y="4584700"/>
          <p14:tracePt t="105422" x="5422900" y="4565650"/>
          <p14:tracePt t="105439" x="5664200" y="4540250"/>
          <p14:tracePt t="105456" x="5778500" y="4540250"/>
          <p14:tracePt t="105472" x="5994400" y="4546600"/>
          <p14:tracePt t="105488" x="6172200" y="4559300"/>
          <p14:tracePt t="105506" x="6292850" y="4572000"/>
          <p14:tracePt t="105522" x="6350000" y="4591050"/>
          <p14:tracePt t="105539" x="6413500" y="4610100"/>
          <p14:tracePt t="105555" x="6451600" y="4622800"/>
          <p14:tracePt t="105571" x="6464300" y="4629150"/>
          <p14:tracePt t="105589" x="6483350" y="4641850"/>
          <p14:tracePt t="105605" x="6489700" y="4660900"/>
          <p14:tracePt t="105621" x="6502400" y="4673600"/>
          <p14:tracePt t="105638" x="6515100" y="4673600"/>
          <p14:tracePt t="107828" x="6451600" y="4667250"/>
          <p14:tracePt t="107835" x="6337300" y="4660900"/>
          <p14:tracePt t="107847" x="6197600" y="4648200"/>
          <p14:tracePt t="107863" x="5969000" y="4629150"/>
          <p14:tracePt t="107880" x="5829300" y="4616450"/>
          <p14:tracePt t="107898" x="5518150" y="4616450"/>
          <p14:tracePt t="107913" x="5181600" y="4648200"/>
          <p14:tracePt t="107930" x="5016500" y="4654550"/>
          <p14:tracePt t="107947" x="4673600" y="4667250"/>
          <p14:tracePt t="107963" x="4533900" y="4679950"/>
          <p14:tracePt t="107980" x="4305300" y="4679950"/>
          <p14:tracePt t="107996" x="4076700" y="4692650"/>
          <p14:tracePt t="108013" x="3987800" y="4699000"/>
          <p14:tracePt t="108030" x="3835400" y="4711700"/>
          <p14:tracePt t="108046" x="3740150" y="4711700"/>
          <p14:tracePt t="108063" x="3721100" y="4718050"/>
          <p14:tracePt t="108080" x="3676650" y="4718050"/>
          <p14:tracePt t="108096" x="3644900" y="4718050"/>
          <p14:tracePt t="108113" x="3632200" y="4718050"/>
          <p14:tracePt t="108130" x="3619500" y="4718050"/>
          <p14:tracePt t="108146" x="3606800" y="4718050"/>
          <p14:tracePt t="108186" x="3606800" y="4730750"/>
          <p14:tracePt t="108196" x="3600450" y="4743450"/>
          <p14:tracePt t="108212" x="3581400" y="4749800"/>
          <p14:tracePt t="125581" x="3575050" y="4749800"/>
          <p14:tracePt t="125587" x="3568700" y="4749800"/>
          <p14:tracePt t="125595" x="3562350" y="4749800"/>
          <p14:tracePt t="125603" x="3549650" y="4749800"/>
          <p14:tracePt t="125619" x="3536950" y="4749800"/>
          <p14:tracePt t="125637" x="3505200" y="4749800"/>
          <p14:tracePt t="125652" x="3473450" y="4749800"/>
          <p14:tracePt t="125669" x="3441700" y="4749800"/>
          <p14:tracePt t="125686" x="3371850" y="4749800"/>
          <p14:tracePt t="125702" x="3302000" y="4749800"/>
          <p14:tracePt t="125719" x="3251200" y="4762500"/>
          <p14:tracePt t="125735" x="3143250" y="4781550"/>
          <p14:tracePt t="125752" x="3098800" y="4794250"/>
          <p14:tracePt t="125768" x="2990850" y="4826000"/>
          <p14:tracePt t="125785" x="2844800" y="4870450"/>
          <p14:tracePt t="125802" x="2762250" y="4902200"/>
          <p14:tracePt t="125805" x="2686050" y="4921250"/>
          <p14:tracePt t="125819" x="2609850" y="4940300"/>
          <p14:tracePt t="125835" x="2508250" y="4978400"/>
          <p14:tracePt t="125852" x="2470150" y="4984750"/>
          <p14:tracePt t="125868" x="2425700" y="4997450"/>
          <p14:tracePt t="125885" x="2406650" y="4997450"/>
          <p14:tracePt t="125901" x="2393950" y="4997450"/>
          <p14:tracePt t="125918" x="2387600" y="4997450"/>
          <p14:tracePt t="125935" x="2387600" y="4991100"/>
          <p14:tracePt t="125968" x="2387600" y="4984750"/>
          <p14:tracePt t="125984" x="2387600" y="4978400"/>
          <p14:tracePt t="126001" x="2393950" y="4978400"/>
          <p14:tracePt t="126017" x="2406650" y="4978400"/>
          <p14:tracePt t="126034" x="2419350" y="4978400"/>
          <p14:tracePt t="126051" x="2438400" y="4965700"/>
          <p14:tracePt t="126084" x="2444750" y="4965700"/>
          <p14:tracePt t="126101" x="2457450" y="4965700"/>
          <p14:tracePt t="126118" x="2470150" y="4965700"/>
          <p14:tracePt t="126134" x="2476500" y="4965700"/>
          <p14:tracePt t="126150" x="2489200" y="4965700"/>
          <p14:tracePt t="126167" x="2533650" y="4978400"/>
          <p14:tracePt t="126185" x="2590800" y="4997450"/>
          <p14:tracePt t="126200" x="2635250" y="5016500"/>
          <p14:tracePt t="126217" x="2724150" y="5048250"/>
          <p14:tracePt t="126234" x="2819400" y="5092700"/>
          <p14:tracePt t="126250" x="2863850" y="5111750"/>
          <p14:tracePt t="126267" x="2952750" y="5149850"/>
          <p14:tracePt t="126283" x="3016250" y="5175250"/>
          <p14:tracePt t="126300" x="3048000" y="5194300"/>
          <p14:tracePt t="126304" x="3067050" y="5207000"/>
          <p14:tracePt t="126317" x="3086100" y="5213350"/>
          <p14:tracePt t="126333" x="3130550" y="5226050"/>
          <p14:tracePt t="129412" x="3117850" y="5226050"/>
          <p14:tracePt t="129419" x="3098800" y="5226050"/>
          <p14:tracePt t="129425" x="3060700" y="5226050"/>
          <p14:tracePt t="129442" x="3035300" y="5226050"/>
          <p14:tracePt t="129456" x="2997200" y="5226050"/>
          <p14:tracePt t="129472" x="2882900" y="5238750"/>
          <p14:tracePt t="129489" x="2730500" y="5238750"/>
          <p14:tracePt t="129505" x="2654300" y="5238750"/>
          <p14:tracePt t="129522" x="2495550" y="5226050"/>
          <p14:tracePt t="129539" x="2362200" y="5187950"/>
          <p14:tracePt t="129555" x="2317750" y="5162550"/>
          <p14:tracePt t="129573" x="2273300" y="5130800"/>
          <p14:tracePt t="129588" x="2209800" y="5099050"/>
          <p14:tracePt t="129605" x="2197100" y="5099050"/>
          <p14:tracePt t="129623" x="2165350" y="5099050"/>
          <p14:tracePt t="129638" x="2152650" y="5099050"/>
          <p14:tracePt t="129655" x="2120900" y="5099050"/>
          <p14:tracePt t="129672" x="2089150" y="5099050"/>
          <p14:tracePt t="129688" x="2082800" y="5092700"/>
          <p14:tracePt t="129705" x="2063750" y="5092700"/>
          <p14:tracePt t="129721" x="2057400" y="5092700"/>
          <p14:tracePt t="129755" x="2063750" y="5099050"/>
          <p14:tracePt t="129771" x="2082800" y="5105400"/>
          <p14:tracePt t="129788" x="2095500" y="5105400"/>
          <p14:tracePt t="129805" x="2120900" y="5105400"/>
          <p14:tracePt t="129821" x="2139950" y="5105400"/>
          <p14:tracePt t="129837" x="2152650" y="5105400"/>
          <p14:tracePt t="129855" x="2228850" y="5105400"/>
          <p14:tracePt t="129871" x="2362200" y="5111750"/>
          <p14:tracePt t="129888" x="2438400" y="5111750"/>
          <p14:tracePt t="129904" x="2654300" y="5111750"/>
          <p14:tracePt t="129921" x="2768600" y="5111750"/>
          <p14:tracePt t="129939" x="3111500" y="5118100"/>
          <p14:tracePt t="129953" x="3232150" y="5118100"/>
          <p14:tracePt t="129970" x="3333750" y="5118100"/>
          <p14:tracePt t="129987" x="3549650" y="5137150"/>
          <p14:tracePt t="130004" x="3733800" y="5149850"/>
          <p14:tracePt t="130020" x="3822700" y="5149850"/>
          <p14:tracePt t="130037" x="4013200" y="5156200"/>
          <p14:tracePt t="130054" x="4114800" y="5156200"/>
          <p14:tracePt t="130071" x="4140200" y="5156200"/>
          <p14:tracePt t="130087" x="4203700" y="5168900"/>
          <p14:tracePt t="130103" x="4254500" y="5175250"/>
          <p14:tracePt t="130120" x="4273550" y="5175250"/>
          <p14:tracePt t="130136" x="4311650" y="5175250"/>
          <p14:tracePt t="130153" x="4337050" y="5175250"/>
          <p14:tracePt t="130170" x="4356100" y="5168900"/>
          <p14:tracePt t="130186" x="4362450" y="5168900"/>
          <p14:tracePt t="130203" x="4368800" y="5168900"/>
          <p14:tracePt t="130220" x="4375150" y="5168900"/>
          <p14:tracePt t="130289" x="4375150" y="5175250"/>
          <p14:tracePt t="130304" x="4368800" y="5175250"/>
          <p14:tracePt t="130310" x="4362450" y="5175250"/>
          <p14:tracePt t="130325" x="4356100" y="5175250"/>
          <p14:tracePt t="130336" x="4349750" y="5175250"/>
          <p14:tracePt t="130353" x="4330700" y="5175250"/>
          <p14:tracePt t="130369" x="4311650" y="5175250"/>
          <p14:tracePt t="130386" x="4241800" y="5175250"/>
          <p14:tracePt t="130402" x="4114800" y="5175250"/>
          <p14:tracePt t="130419" x="4025900" y="5175250"/>
          <p14:tracePt t="130436" x="3860800" y="5175250"/>
          <p14:tracePt t="130452" x="3670300" y="5175250"/>
          <p14:tracePt t="130469" x="3581400" y="5175250"/>
          <p14:tracePt t="130486" x="3416300" y="5175250"/>
          <p14:tracePt t="130502" x="3270250" y="5181600"/>
          <p14:tracePt t="130519" x="3232150" y="5181600"/>
          <p14:tracePt t="130535" x="3149600" y="5175250"/>
          <p14:tracePt t="130552" x="3124200" y="5168900"/>
          <p14:tracePt t="130568" x="3079750" y="5162550"/>
          <p14:tracePt t="130585" x="3041650" y="5156200"/>
          <p14:tracePt t="130602" x="3028950" y="5149850"/>
          <p14:tracePt t="130619" x="2997200" y="5149850"/>
          <p14:tracePt t="130635" x="2959100" y="5149850"/>
          <p14:tracePt t="130652" x="2940050" y="5149850"/>
          <p14:tracePt t="130668" x="2901950" y="5137150"/>
          <p14:tracePt t="130685" x="2851150" y="5111750"/>
          <p14:tracePt t="130701" x="2819400" y="5105400"/>
          <p14:tracePt t="130718" x="2749550" y="5080000"/>
          <p14:tracePt t="130735" x="2686050" y="5067300"/>
          <p14:tracePt t="130752" x="2654300" y="5054600"/>
          <p14:tracePt t="130768" x="2584450" y="5035550"/>
          <p14:tracePt t="130785" x="2527300" y="5022850"/>
          <p14:tracePt t="130802" x="2444750" y="4997450"/>
          <p14:tracePt t="130817" x="2400300" y="4978400"/>
          <p14:tracePt t="130821" x="2368550" y="4972050"/>
          <p14:tracePt t="130851" x="2260600" y="4921250"/>
          <p14:tracePt t="130867" x="2222500" y="4908550"/>
          <p14:tracePt t="130884" x="2203450" y="4883150"/>
          <p14:tracePt t="130901" x="2146300" y="4845050"/>
          <p14:tracePt t="130917" x="2108200" y="4813300"/>
          <p14:tracePt t="130933" x="2089150" y="4800600"/>
          <p14:tracePt t="130950" x="2063750" y="4768850"/>
          <p14:tracePt t="130967" x="2044700" y="4743450"/>
          <p14:tracePt t="130984" x="2025650" y="4730750"/>
          <p14:tracePt t="131000" x="2012950" y="4724400"/>
          <p14:tracePt t="131017" x="2000250" y="4718050"/>
          <p14:tracePt t="131033" x="1987550" y="4718050"/>
          <p14:tracePt t="131082" x="1981200" y="4718050"/>
          <p14:tracePt t="131237" x="1974850" y="4718050"/>
          <p14:tracePt t="131264" x="1962150" y="4718050"/>
          <p14:tracePt t="131271" x="1955800" y="4718050"/>
          <p14:tracePt t="131286" x="1949450" y="4718050"/>
          <p14:tracePt t="131300" x="1943100" y="4718050"/>
          <p14:tracePt t="131316" x="1936750" y="4718050"/>
          <p14:tracePt t="131333" x="1917700" y="4718050"/>
          <p14:tracePt t="131349" x="1885950" y="4718050"/>
          <p14:tracePt t="131366" x="1841500" y="4718050"/>
          <p14:tracePt t="131382" x="1822450" y="4718050"/>
          <p14:tracePt t="131399" x="1797050" y="4718050"/>
          <p14:tracePt t="131416" x="1778000" y="4718050"/>
          <p14:tracePt t="131433" x="1771650" y="4718050"/>
          <p14:tracePt t="131465" x="1771650" y="4724400"/>
          <p14:tracePt t="131485" x="1778000" y="4724400"/>
          <p14:tracePt t="131504" x="1784350" y="4730750"/>
          <p14:tracePt t="131525" x="1790700" y="4730750"/>
          <p14:tracePt t="131546" x="1797050" y="4730750"/>
          <p14:tracePt t="131588" x="1803400" y="4737100"/>
          <p14:tracePt t="131616" x="1803400" y="4743450"/>
          <p14:tracePt t="131623" x="1809750" y="4743450"/>
          <p14:tracePt t="131637" x="1809750" y="4749800"/>
          <p14:tracePt t="131648" x="1816100" y="4749800"/>
          <p14:tracePt t="131665" x="1828800" y="4756150"/>
          <p14:tracePt t="131681" x="1835150" y="4768850"/>
          <p14:tracePt t="131698" x="1860550" y="4800600"/>
          <p14:tracePt t="131715" x="1898650" y="4832350"/>
          <p14:tracePt t="131731" x="1911350" y="4857750"/>
          <p14:tracePt t="131748" x="1930400" y="4870450"/>
          <p14:tracePt t="131765" x="1974850" y="4914900"/>
          <p14:tracePt t="131780" x="1987550" y="4933950"/>
          <p14:tracePt t="131798" x="2012950" y="4959350"/>
          <p14:tracePt t="131814" x="2019300" y="4965700"/>
          <p14:tracePt t="131831" x="2038350" y="4978400"/>
          <p14:tracePt t="131834" x="2051050" y="4984750"/>
          <p14:tracePt t="131850" x="2057400" y="4997450"/>
          <p14:tracePt t="131864" x="2063750" y="4997450"/>
          <p14:tracePt t="131880" x="2070100" y="5010150"/>
          <p14:tracePt t="131897" x="2082800" y="5022850"/>
          <p14:tracePt t="131914" x="2089150" y="5029200"/>
          <p14:tracePt t="131932" x="2095500" y="5035550"/>
          <p14:tracePt t="131947" x="2101850" y="5035550"/>
          <p14:tracePt t="131964" x="2108200" y="5041900"/>
          <p14:tracePt t="131981" x="2120900" y="5048250"/>
          <p14:tracePt t="131997" x="2139950" y="5067300"/>
          <p14:tracePt t="132013" x="2152650" y="5073650"/>
          <p14:tracePt t="132030" x="2184400" y="5092700"/>
          <p14:tracePt t="132047" x="2241550" y="5118100"/>
          <p14:tracePt t="132063" x="2266950" y="5124450"/>
          <p14:tracePt t="132080" x="2349500" y="5149850"/>
          <p14:tracePt t="132096" x="2393950" y="5156200"/>
          <p14:tracePt t="132115" x="2520950" y="5194300"/>
          <p14:tracePt t="132129" x="2552700" y="5207000"/>
          <p14:tracePt t="132146" x="2584450" y="5226050"/>
          <p14:tracePt t="132164" x="2641600" y="5245100"/>
          <p14:tracePt t="132180" x="2679700" y="5270500"/>
          <p14:tracePt t="132196" x="2692400" y="5283200"/>
          <p14:tracePt t="132213" x="2717800" y="5302250"/>
          <p14:tracePt t="132229" x="2736850" y="5321300"/>
          <p14:tracePt t="132246" x="2743200" y="5334000"/>
          <p14:tracePt t="132263" x="2762250" y="5353050"/>
          <p14:tracePt t="132280" x="2768600" y="5359400"/>
          <p14:tracePt t="132297" x="2787650" y="5365750"/>
          <p14:tracePt t="132312" x="2800350" y="5372100"/>
          <p14:tracePt t="132329" x="2813050" y="5378450"/>
          <p14:tracePt t="132346" x="2819400" y="5384800"/>
          <p14:tracePt t="132362" x="2825750" y="5384800"/>
          <p14:tracePt t="132379" x="2825750" y="5391150"/>
          <p14:tracePt t="132396" x="2838450" y="5397500"/>
          <p14:tracePt t="132432" x="2844800" y="5403850"/>
          <p14:tracePt t="132466" x="2851150" y="5403850"/>
          <p14:tracePt t="132486" x="2857500" y="5403850"/>
          <p14:tracePt t="132515" x="2857500" y="5410200"/>
          <p14:tracePt t="132536" x="2870200" y="5410200"/>
          <p14:tracePt t="132550" x="2870200" y="5416550"/>
          <p14:tracePt t="132557" x="2876550" y="5416550"/>
          <p14:tracePt t="132571" x="2889250" y="5422900"/>
          <p14:tracePt t="132579" x="2895600" y="5429250"/>
          <p14:tracePt t="132595" x="2914650" y="5435600"/>
          <p14:tracePt t="132612" x="2959100" y="5461000"/>
          <p14:tracePt t="132628" x="3041650" y="5518150"/>
          <p14:tracePt t="132645" x="3092450" y="5549900"/>
          <p14:tracePt t="132662" x="3213100" y="5619750"/>
          <p14:tracePt t="132678" x="3340100" y="5689600"/>
          <p14:tracePt t="132695" x="3409950" y="5715000"/>
          <p14:tracePt t="132711" x="3530600" y="5784850"/>
          <p14:tracePt t="132728" x="3587750" y="5810250"/>
          <p14:tracePt t="132744" x="3676650" y="5848350"/>
          <p14:tracePt t="132761" x="3727450" y="5867400"/>
          <p14:tracePt t="132777" x="3752850" y="5873750"/>
          <p14:tracePt t="132795" x="3790950" y="5880100"/>
          <p14:tracePt t="132810" x="3803650" y="5880100"/>
          <p14:tracePt t="132827" x="3810000" y="5886450"/>
          <p14:tracePt t="132844" x="3829050" y="5886450"/>
          <p14:tracePt t="132861" x="3841750" y="5886450"/>
          <p14:tracePt t="132894" x="3848100" y="5886450"/>
          <p14:tracePt t="133161" x="3848100" y="5880100"/>
          <p14:tracePt t="133188" x="3848100" y="5873750"/>
          <p14:tracePt t="133210" x="3848100" y="5867400"/>
          <p14:tracePt t="133230" x="3848100" y="5861050"/>
          <p14:tracePt t="133237" x="3848100" y="5854700"/>
          <p14:tracePt t="133251" x="3848100" y="5848350"/>
          <p14:tracePt t="133272" x="3848100" y="5835650"/>
          <p14:tracePt t="133279" x="3841750" y="5835650"/>
          <p14:tracePt t="133295" x="3835400" y="5822950"/>
          <p14:tracePt t="133309" x="3822700" y="5772150"/>
          <p14:tracePt t="133326" x="3810000" y="5740400"/>
          <p14:tracePt t="133344" x="3797300" y="5689600"/>
          <p14:tracePt t="133360" x="3790950" y="5670550"/>
          <p14:tracePt t="133376" x="3790950" y="5638800"/>
          <p14:tracePt t="133392" x="3790950" y="5626100"/>
          <p14:tracePt t="134695" x="3778250" y="5626100"/>
          <p14:tracePt t="134702" x="3759200" y="5619750"/>
          <p14:tracePt t="134716" x="3740150" y="5613400"/>
          <p14:tracePt t="134724" x="3708400" y="5607050"/>
          <p14:tracePt t="134740" x="3676650" y="5600700"/>
          <p14:tracePt t="134754" x="3594100" y="5581650"/>
          <p14:tracePt t="134771" x="3543300" y="5575300"/>
          <p14:tracePt t="134788" x="3448050" y="5549900"/>
          <p14:tracePt t="134804" x="3390900" y="5530850"/>
          <p14:tracePt t="134820" x="3295650" y="5492750"/>
          <p14:tracePt t="134838" x="3206750" y="5448300"/>
          <p14:tracePt t="134854" x="3175000" y="5422900"/>
          <p14:tracePt t="134857" x="3143250" y="5397500"/>
          <p14:tracePt t="134871" x="3124200" y="5378450"/>
          <p14:tracePt t="134887" x="3092450" y="5334000"/>
          <p14:tracePt t="134904" x="3067050" y="5321300"/>
          <p14:tracePt t="134921" x="3041650" y="5276850"/>
          <p14:tracePt t="134937" x="3009900" y="5232400"/>
          <p14:tracePt t="134953" x="2990850" y="5219700"/>
          <p14:tracePt t="134970" x="2965450" y="5200650"/>
          <p14:tracePt t="134987" x="2940050" y="5181600"/>
          <p14:tracePt t="135003" x="2933700" y="5175250"/>
          <p14:tracePt t="135021" x="2908300" y="5156200"/>
          <p14:tracePt t="135036" x="2882900" y="5149850"/>
          <p14:tracePt t="135054" x="2863850" y="5137150"/>
          <p14:tracePt t="135070" x="2851150" y="5130800"/>
          <p14:tracePt t="135087" x="2844800" y="5130800"/>
          <p14:tracePt t="135103" x="2832100" y="5124450"/>
          <p14:tracePt t="135119" x="2819400" y="5118100"/>
          <p14:tracePt t="135136" x="2813050" y="5118100"/>
          <p14:tracePt t="135153" x="2806700" y="5111750"/>
          <p14:tracePt t="135229" x="2806700" y="5118100"/>
          <p14:tracePt t="135243" x="2806700" y="5124450"/>
          <p14:tracePt t="135292" x="2806700" y="5130800"/>
          <p14:tracePt t="135313" x="2813050" y="5137150"/>
          <p14:tracePt t="135327" x="2819400" y="5137150"/>
          <p14:tracePt t="135341" x="2825750" y="5137150"/>
          <p14:tracePt t="135348" x="2838450" y="5137150"/>
          <p14:tracePt t="135356" x="2857500" y="5149850"/>
          <p14:tracePt t="135372" x="2889250" y="5149850"/>
          <p14:tracePt t="135385" x="2965450" y="5156200"/>
          <p14:tracePt t="135402" x="3041650" y="5156200"/>
          <p14:tracePt t="135420" x="3194050" y="5156200"/>
          <p14:tracePt t="135436" x="3282950" y="5156200"/>
          <p14:tracePt t="135452" x="3448050" y="5149850"/>
          <p14:tracePt t="135469" x="3613150" y="5143500"/>
          <p14:tracePt t="135485" x="3695700" y="5130800"/>
          <p14:tracePt t="135502" x="3797300" y="5124450"/>
          <p14:tracePt t="135518" x="3854450" y="5118100"/>
          <p14:tracePt t="135535" x="3873500" y="5118100"/>
          <p14:tracePt t="135552" x="3892550" y="5118100"/>
          <p14:tracePt t="135568" x="3898900" y="5118100"/>
          <p14:tracePt t="135720" x="3892550" y="5118100"/>
          <p14:tracePt t="135727" x="3886200" y="5118100"/>
          <p14:tracePt t="136145" x="3905250" y="5118100"/>
          <p14:tracePt t="136160" x="3956050" y="5118100"/>
          <p14:tracePt t="136169" x="4006850" y="5124450"/>
          <p14:tracePt t="136183" x="4070350" y="5124450"/>
          <p14:tracePt t="136199" x="4140200" y="5130800"/>
          <p14:tracePt t="136217" x="4368800" y="5149850"/>
          <p14:tracePt t="136232" x="4464050" y="5162550"/>
          <p14:tracePt t="136249" x="4552950" y="5162550"/>
          <p14:tracePt t="136266" x="4679950" y="5162550"/>
          <p14:tracePt t="136282" x="4819650" y="5162550"/>
          <p14:tracePt t="136299" x="4870450" y="5162550"/>
          <p14:tracePt t="136315" x="4933950" y="5168900"/>
          <p14:tracePt t="136332" x="4965700" y="5175250"/>
          <p14:tracePt t="136349" x="4984750" y="5175250"/>
          <p14:tracePt t="136366" x="5010150" y="5175250"/>
          <p14:tracePt t="136382" x="5041900" y="5175250"/>
          <p14:tracePt t="136399" x="5060950" y="5175250"/>
          <p14:tracePt t="136415" x="5067300" y="5175250"/>
          <p14:tracePt t="136432" x="5073650" y="5175250"/>
          <p14:tracePt t="136448" x="5080000" y="5175250"/>
          <p14:tracePt t="136466" x="5086350" y="5175250"/>
          <p14:tracePt t="136498" x="5105400" y="5175250"/>
          <p14:tracePt t="136515" x="5111750" y="5175250"/>
          <p14:tracePt t="136532" x="5118100" y="5168900"/>
          <p14:tracePt t="136548" x="5143500" y="5149850"/>
          <p14:tracePt t="144675" x="5143500" y="5156200"/>
          <p14:tracePt t="144682" x="5168900" y="5175250"/>
          <p14:tracePt t="144689" x="5181600" y="5194300"/>
          <p14:tracePt t="144703" x="5200650" y="5226050"/>
          <p14:tracePt t="144720" x="5213350" y="5264150"/>
          <p14:tracePt t="144737" x="5226050" y="5295900"/>
          <p14:tracePt t="144753" x="5245100" y="5327650"/>
          <p14:tracePt t="144769" x="5251450" y="5353050"/>
          <p14:tracePt t="144787" x="5264150" y="5378450"/>
          <p14:tracePt t="144803" x="5289550" y="5422900"/>
          <p14:tracePt t="144819" x="5308600" y="5461000"/>
          <p14:tracePt t="144837" x="5346700" y="5518150"/>
          <p14:tracePt t="144852" x="5384800" y="5556250"/>
          <p14:tracePt t="144869" x="5416550" y="5594350"/>
          <p14:tracePt t="144886" x="5461000" y="5645150"/>
          <p14:tracePt t="144902" x="5492750" y="5670550"/>
          <p14:tracePt t="144919" x="5524500" y="5708650"/>
          <p14:tracePt t="144936" x="5549900" y="5734050"/>
          <p14:tracePt t="144952" x="5562600" y="5740400"/>
          <p14:tracePt t="144956" x="5568950" y="5740400"/>
          <p14:tracePt t="144968" x="5575300" y="5740400"/>
          <p14:tracePt t="145033" x="5581650" y="5740400"/>
          <p14:tracePt t="158474" x="5575300" y="5734050"/>
          <p14:tracePt t="158481" x="5575300" y="5727700"/>
          <p14:tracePt t="158489" x="5568950" y="5715000"/>
          <p14:tracePt t="158505" x="5556250" y="5683250"/>
          <p14:tracePt t="158523" x="5524500" y="5632450"/>
          <p14:tracePt t="158538" x="5505450" y="5607050"/>
          <p14:tracePt t="158555" x="5486400" y="5581650"/>
          <p14:tracePt t="158572" x="5441950" y="5505450"/>
          <p14:tracePt t="158588" x="5422900" y="5473700"/>
          <p14:tracePt t="158605" x="5391150" y="5410200"/>
          <p14:tracePt t="158622" x="5353050" y="5327650"/>
          <p14:tracePt t="158638" x="5321300" y="5245100"/>
          <p14:tracePt t="158655" x="5283200" y="5130800"/>
          <p14:tracePt t="158671" x="5207000" y="4965700"/>
          <p14:tracePt t="158688" x="5162550" y="4851400"/>
          <p14:tracePt t="158705" x="5099050" y="4686300"/>
          <p14:tracePt t="158721" x="5073650" y="4591050"/>
          <p14:tracePt t="158738" x="5029200" y="4489450"/>
          <p14:tracePt t="158755" x="4953000" y="4362450"/>
          <p14:tracePt t="158771" x="4921250" y="4292600"/>
          <p14:tracePt t="158788" x="4883150" y="4235450"/>
          <p14:tracePt t="158805" x="4838700" y="4146550"/>
          <p14:tracePt t="158821" x="4800600" y="4089400"/>
          <p14:tracePt t="158838" x="4718050" y="3937000"/>
          <p14:tracePt t="158855" x="4629150" y="3790950"/>
          <p14:tracePt t="158871" x="4578350" y="3727450"/>
          <p14:tracePt t="158888" x="4483100" y="3587750"/>
          <p14:tracePt t="158904" x="4362450" y="3448050"/>
          <p14:tracePt t="158921" x="4298950" y="3352800"/>
          <p14:tracePt t="158937" x="4140200" y="3175000"/>
          <p14:tracePt t="158954" x="3981450" y="3016250"/>
          <p14:tracePt t="158970" x="3898900" y="2946400"/>
          <p14:tracePt t="158987" x="3746500" y="2819400"/>
          <p14:tracePt t="159004" x="3594100" y="2698750"/>
          <p14:tracePt t="159020" x="3498850" y="2622550"/>
          <p14:tracePt t="159037" x="3333750" y="2489200"/>
          <p14:tracePt t="159053" x="3257550" y="2432050"/>
          <p14:tracePt t="159071" x="3035300" y="2216150"/>
          <p14:tracePt t="159087" x="2952750" y="2159000"/>
          <p14:tracePt t="159103" x="2870200" y="2101850"/>
          <p14:tracePt t="159120" x="2749550" y="1968500"/>
          <p14:tracePt t="159136" x="2628900" y="1847850"/>
          <p14:tracePt t="159140" x="2571750" y="1790700"/>
          <p14:tracePt t="159170" x="2489200" y="1720850"/>
          <p14:tracePt t="159186" x="2419350" y="1638300"/>
          <p14:tracePt t="159204" x="2387600" y="1612900"/>
          <p14:tracePt t="159219" x="2324100" y="1587500"/>
          <p14:tracePt t="159236" x="2298700" y="1562100"/>
          <p14:tracePt t="159253" x="2279650" y="1562100"/>
          <p14:tracePt t="159269" x="2273300" y="1562100"/>
          <p14:tracePt t="159286" x="2260600" y="1562100"/>
          <p14:tracePt t="159302" x="2247900" y="1562100"/>
          <p14:tracePt t="159339" x="2247900" y="1568450"/>
          <p14:tracePt t="159353" x="2254250" y="1581150"/>
          <p14:tracePt t="159369" x="2260600" y="1587500"/>
          <p14:tracePt t="159387" x="2286000" y="1606550"/>
          <p14:tracePt t="159402" x="2298700" y="1612900"/>
          <p14:tracePt t="159419" x="2317750" y="1625600"/>
          <p14:tracePt t="159436" x="2336800" y="1631950"/>
          <p14:tracePt t="159452" x="2349500" y="1657350"/>
          <p14:tracePt t="159469" x="2393950" y="1708150"/>
          <p14:tracePt t="159485" x="2482850" y="1828800"/>
          <p14:tracePt t="159502" x="2520950" y="1917700"/>
          <p14:tracePt t="159518" x="2628900" y="2108200"/>
          <p14:tracePt t="159535" x="2755900" y="2336800"/>
          <p14:tracePt t="159552" x="2819400" y="2438400"/>
          <p14:tracePt t="159569" x="2959100" y="2667000"/>
          <p14:tracePt t="159585" x="3079750" y="2870200"/>
          <p14:tracePt t="159601" x="3130550" y="2952750"/>
          <p14:tracePt t="159618" x="3232150" y="3105150"/>
          <p14:tracePt t="159635" x="3308350" y="3238500"/>
          <p14:tracePt t="159651" x="3340100" y="3308350"/>
          <p14:tracePt t="159655" x="3378200" y="3365500"/>
          <p14:tracePt t="159669" x="3403600" y="3422650"/>
          <p14:tracePt t="159685" x="3441700" y="3479800"/>
          <p14:tracePt t="159702" x="3505200" y="3600450"/>
          <p14:tracePt t="159717" x="3517900" y="3632200"/>
          <p14:tracePt t="159734" x="3524250" y="3670300"/>
          <p14:tracePt t="159752" x="3581400" y="3746500"/>
          <p14:tracePt t="159768" x="3600450" y="3822700"/>
          <p14:tracePt t="159784" x="3619500" y="3860800"/>
          <p14:tracePt t="159801" x="3644900" y="3949700"/>
          <p14:tracePt t="159817" x="3670300" y="4019550"/>
          <p14:tracePt t="159835" x="3676650" y="4044950"/>
          <p14:tracePt t="159851" x="3683000" y="4089400"/>
          <p14:tracePt t="159867" x="3695700" y="4133850"/>
          <p14:tracePt t="159884" x="3695700" y="4152900"/>
          <p14:tracePt t="159900" x="3702050" y="4197350"/>
          <p14:tracePt t="159917" x="3721100" y="4235450"/>
          <p14:tracePt t="159934" x="3727450" y="4286250"/>
          <p14:tracePt t="159950" x="3733800" y="4305300"/>
          <p14:tracePt t="159967" x="3740150" y="4330700"/>
          <p14:tracePt t="159984" x="3752850" y="4356100"/>
          <p14:tracePt t="160000" x="3752850" y="4362450"/>
          <p14:tracePt t="160017" x="3759200" y="4362450"/>
          <p14:tracePt t="160050" x="3759200" y="4368800"/>
          <p14:tracePt t="160069" x="3765550" y="4368800"/>
          <p14:tracePt t="160083" x="3765550" y="4362450"/>
          <p14:tracePt t="160110" x="3771900" y="4362450"/>
          <p14:tracePt t="160119" x="3771900" y="4356100"/>
          <p14:tracePt t="160138" x="3771900" y="4349750"/>
          <p14:tracePt t="160149" x="3778250" y="4343400"/>
          <p14:tracePt t="160166" x="3784600" y="4337050"/>
          <p14:tracePt t="160199" x="3790950" y="4324350"/>
          <p14:tracePt t="160216" x="3797300" y="4324350"/>
          <p14:tracePt t="160233" x="3803650" y="4324350"/>
          <p14:tracePt t="160250" x="3816350" y="4311650"/>
          <p14:tracePt t="160266" x="3854450" y="4292600"/>
          <p14:tracePt t="160283" x="3873500" y="4273550"/>
          <p14:tracePt t="160299" x="3943350" y="4248150"/>
          <p14:tracePt t="160316" x="3987800" y="4235450"/>
          <p14:tracePt t="160332" x="4089400" y="4197350"/>
          <p14:tracePt t="160349" x="4197350" y="4171950"/>
          <p14:tracePt t="160366" x="4235450" y="4152900"/>
          <p14:tracePt t="160383" x="4298950" y="4133850"/>
          <p14:tracePt t="160399" x="4343400" y="4114800"/>
          <p14:tracePt t="160415" x="4356100" y="4108450"/>
          <p14:tracePt t="160432" x="4368800" y="4108450"/>
          <p14:tracePt t="160449" x="4375150" y="4108450"/>
          <p14:tracePt t="160496" x="4375150" y="4102100"/>
          <p14:tracePt t="160510" x="4362450" y="4102100"/>
          <p14:tracePt t="160518" x="4349750" y="4102100"/>
          <p14:tracePt t="160532" x="4337050" y="4102100"/>
          <p14:tracePt t="160548" x="4311650" y="4095750"/>
          <p14:tracePt t="160566" x="4254500" y="4089400"/>
          <p14:tracePt t="160581" x="4216400" y="4083050"/>
          <p14:tracePt t="160598" x="4159250" y="4064000"/>
          <p14:tracePt t="160616" x="4013200" y="4038600"/>
          <p14:tracePt t="160631" x="3968750" y="4019550"/>
          <p14:tracePt t="160648" x="3917950" y="4013200"/>
          <p14:tracePt t="160665" x="3841750" y="3987800"/>
          <p14:tracePt t="160681" x="3759200" y="3949700"/>
          <p14:tracePt t="160685" x="3714750" y="3937000"/>
          <p14:tracePt t="160715" x="3638550" y="3892550"/>
          <p14:tracePt t="160731" x="3575050" y="3854450"/>
          <p14:tracePt t="160749" x="3530600" y="3810000"/>
          <p14:tracePt t="160764" x="3505200" y="3778250"/>
          <p14:tracePt t="160781" x="3448050" y="3708400"/>
          <p14:tracePt t="160798" x="3403600" y="3632200"/>
          <p14:tracePt t="160814" x="3390900" y="3600450"/>
          <p14:tracePt t="160831" x="3359150" y="3530600"/>
          <p14:tracePt t="160847" x="3333750" y="3429000"/>
          <p14:tracePt t="160864" x="3321050" y="3378200"/>
          <p14:tracePt t="160881" x="3302000" y="3257550"/>
          <p14:tracePt t="160897" x="3302000" y="3130550"/>
          <p14:tracePt t="160914" x="3302000" y="3079750"/>
          <p14:tracePt t="160931" x="3308350" y="2997200"/>
          <p14:tracePt t="160947" x="3314700" y="2965450"/>
          <p14:tracePt t="160964" x="3321050" y="2946400"/>
          <p14:tracePt t="160980" x="3340100" y="2927350"/>
          <p14:tracePt t="160996" x="3346450" y="2921000"/>
          <p14:tracePt t="161013" x="3352800" y="2908300"/>
          <p14:tracePt t="161030" x="3365500" y="2908300"/>
          <p14:tracePt t="161046" x="3378200" y="2908300"/>
          <p14:tracePt t="161064" x="3384550" y="2908300"/>
          <p14:tracePt t="161079" x="3397250" y="2908300"/>
          <p14:tracePt t="161096" x="3416300" y="2914650"/>
          <p14:tracePt t="161113" x="3429000" y="2921000"/>
          <p14:tracePt t="161129" x="3467100" y="2927350"/>
          <p14:tracePt t="161146" x="3498850" y="2927350"/>
          <p14:tracePt t="161163" x="3536950" y="2933700"/>
          <p14:tracePt t="161180" x="3613150" y="2933700"/>
          <p14:tracePt t="161196" x="3644900" y="2933700"/>
          <p14:tracePt t="161213" x="3721100" y="2940050"/>
          <p14:tracePt t="161229" x="3752850" y="2940050"/>
          <p14:tracePt t="161247" x="3803650" y="2965450"/>
          <p14:tracePt t="161262" x="3829050" y="2978150"/>
          <p14:tracePt t="161279" x="3841750" y="2984500"/>
          <p14:tracePt t="161296" x="3848100" y="2997200"/>
          <p14:tracePt t="161329" x="3848100" y="3003550"/>
          <p14:tracePt t="161345" x="3848100" y="3009900"/>
          <p14:tracePt t="161362" x="3829050" y="3009900"/>
          <p14:tracePt t="161379" x="3816350" y="3016250"/>
          <p14:tracePt t="161396" x="3797300" y="3016250"/>
          <p14:tracePt t="161413" x="3765550" y="3022600"/>
          <p14:tracePt t="161430" x="3733800" y="3035300"/>
          <p14:tracePt t="161445" x="3714750" y="3054350"/>
          <p14:tracePt t="161462" x="3676650" y="3073400"/>
          <p14:tracePt t="161479" x="3663950" y="3086100"/>
          <p14:tracePt t="161495" x="3638550" y="3111500"/>
          <p14:tracePt t="161512" x="3632200" y="3124200"/>
          <p14:tracePt t="161529" x="3619500" y="3149600"/>
          <p14:tracePt t="161545" x="3613150" y="3155950"/>
          <p14:tracePt t="161578" x="3613150" y="3162300"/>
          <p14:tracePt t="161613" x="3606800" y="3162300"/>
          <p14:tracePt t="161619" x="3600450" y="3162300"/>
          <p14:tracePt t="161633" x="3594100" y="3162300"/>
          <p14:tracePt t="161669" x="3587750" y="3162300"/>
          <p14:tracePt t="161682" x="3581400" y="3162300"/>
          <p14:tracePt t="161704" x="3575050" y="3162300"/>
          <p14:tracePt t="161711" x="3568700" y="3162300"/>
          <p14:tracePt t="161724" x="3556000" y="3162300"/>
          <p14:tracePt t="161732" x="3556000" y="3155950"/>
          <p14:tracePt t="161744" x="3543300" y="3155950"/>
          <p14:tracePt t="161761" x="3505200" y="3149600"/>
          <p14:tracePt t="161777" x="3498850" y="3149600"/>
          <p14:tracePt t="161794" x="3473450" y="3149600"/>
          <p14:tracePt t="161810" x="3460750" y="3149600"/>
          <p14:tracePt t="161851" x="3460750" y="3155950"/>
          <p14:tracePt t="161865" x="3467100" y="3155950"/>
          <p14:tracePt t="161877" x="3473450" y="3155950"/>
          <p14:tracePt t="161895" x="3473450" y="3162300"/>
          <p14:tracePt t="161910" x="3479800" y="3162300"/>
          <p14:tracePt t="161927" x="3505200" y="3175000"/>
          <p14:tracePt t="161943" x="3556000" y="3187700"/>
          <p14:tracePt t="161960" x="3587750" y="3200400"/>
          <p14:tracePt t="161977" x="3676650" y="3238500"/>
          <p14:tracePt t="161993" x="3784600" y="3270250"/>
          <p14:tracePt t="162010" x="3841750" y="3289300"/>
          <p14:tracePt t="162026" x="3949700" y="3327400"/>
          <p14:tracePt t="162043" x="4032250" y="3346450"/>
          <p14:tracePt t="162060" x="4051300" y="3352800"/>
          <p14:tracePt t="162076" x="4083050" y="3359150"/>
          <p14:tracePt t="162093" x="4102100" y="3365500"/>
          <p14:tracePt t="162181" x="4095750" y="3365500"/>
          <p14:tracePt t="162195" x="4083050" y="3365500"/>
          <p14:tracePt t="162202" x="4076700" y="3365500"/>
          <p14:tracePt t="162216" x="4064000" y="3365500"/>
          <p14:tracePt t="162225" x="4051300" y="3359150"/>
          <p14:tracePt t="162242" x="4038600" y="3359150"/>
          <p14:tracePt t="162259" x="4006850" y="3352800"/>
          <p14:tracePt t="162276" x="3956050" y="3346450"/>
          <p14:tracePt t="162294" x="3905250" y="3333750"/>
          <p14:tracePt t="162308" x="3879850" y="3333750"/>
          <p14:tracePt t="162325" x="3810000" y="3314700"/>
          <p14:tracePt t="162342" x="3752850" y="3308350"/>
          <p14:tracePt t="162358" x="3721100" y="3308350"/>
          <p14:tracePt t="162375" x="3670300" y="3308350"/>
          <p14:tracePt t="162392" x="3651250" y="3308350"/>
          <p14:tracePt t="162408" x="3644900" y="3308350"/>
          <p14:tracePt t="162426" x="3632200" y="3308350"/>
          <p14:tracePt t="162442" x="3619500" y="3308350"/>
          <p14:tracePt t="162475" x="3613150" y="3308350"/>
          <p14:tracePt t="162926" x="3606800" y="3302000"/>
          <p14:tracePt t="162933" x="3594100" y="3289300"/>
          <p14:tracePt t="162947" x="3581400" y="3276600"/>
          <p14:tracePt t="162956" x="3562350" y="3263900"/>
          <p14:tracePt t="162973" x="3536950" y="3244850"/>
          <p14:tracePt t="162990" x="3505200" y="3219450"/>
          <p14:tracePt t="163006" x="3479800" y="3200400"/>
          <p14:tracePt t="163023" x="3473450" y="3194050"/>
          <p14:tracePt t="163040" x="3441700" y="3187700"/>
          <p14:tracePt t="163056" x="3422650" y="3168650"/>
          <p14:tracePt t="163073" x="3397250" y="3162300"/>
          <p14:tracePt t="163089" x="3384550" y="3155950"/>
          <p14:tracePt t="163106" x="3378200" y="3155950"/>
          <p14:tracePt t="163123" x="3352800" y="3149600"/>
          <p14:tracePt t="163139" x="3340100" y="3149600"/>
          <p14:tracePt t="163172" x="3321050" y="3149600"/>
          <p14:tracePt t="163189" x="3295650" y="3149600"/>
          <p14:tracePt t="163207" x="3257550" y="3143250"/>
          <p14:tracePt t="163222" x="3232150" y="3136900"/>
          <p14:tracePt t="163239" x="3194050" y="3130550"/>
          <p14:tracePt t="163256" x="3136900" y="3111500"/>
          <p14:tracePt t="163272" x="3111500" y="3105150"/>
          <p14:tracePt t="163289" x="3067050" y="3098800"/>
          <p14:tracePt t="163305" x="3022600" y="3098800"/>
          <p14:tracePt t="163323" x="3009900" y="3098800"/>
          <p14:tracePt t="163339" x="2978150" y="3105150"/>
          <p14:tracePt t="163355" x="2959100" y="3117850"/>
          <p14:tracePt t="163372" x="2946400" y="3117850"/>
          <p14:tracePt t="163389" x="2933700" y="3130550"/>
          <p14:tracePt t="163405" x="2921000" y="3143250"/>
          <p14:tracePt t="163422" x="2914650" y="3143250"/>
          <p14:tracePt t="163439" x="2895600" y="3149600"/>
          <p14:tracePt t="163454" x="2889250" y="3149600"/>
          <p14:tracePt t="163471" x="2876550" y="3162300"/>
          <p14:tracePt t="163488" x="2857500" y="3168650"/>
          <p14:tracePt t="163505" x="2851150" y="3168650"/>
          <p14:tracePt t="163522" x="2832100" y="3175000"/>
          <p14:tracePt t="163538" x="2825750" y="3181350"/>
          <p14:tracePt t="163555" x="2819400" y="3181350"/>
          <p14:tracePt t="163572" x="2800350" y="3187700"/>
          <p14:tracePt t="163588" x="2787650" y="3194050"/>
          <p14:tracePt t="163604" x="2781300" y="3194050"/>
          <p14:tracePt t="163621" x="2781300" y="3200400"/>
          <p14:tracePt t="163638" x="2774950" y="3206750"/>
          <p14:tracePt t="163677" x="2768600" y="3213100"/>
          <p14:tracePt t="163797" x="2768600" y="3206750"/>
          <p14:tracePt t="163818" x="2768600" y="3200400"/>
          <p14:tracePt t="163846" x="2774950" y="3187700"/>
          <p14:tracePt t="163860" x="2781300" y="3187700"/>
          <p14:tracePt t="163867" x="2781300" y="3175000"/>
          <p14:tracePt t="163881" x="2787650" y="3168650"/>
          <p14:tracePt t="163890" x="2794000" y="3155950"/>
          <p14:tracePt t="163904" x="2806700" y="3136900"/>
          <p14:tracePt t="163920" x="2832100" y="3098800"/>
          <p14:tracePt t="163937" x="2857500" y="3060700"/>
          <p14:tracePt t="163953" x="2870200" y="3035300"/>
          <p14:tracePt t="163970" x="2908300" y="2984500"/>
          <p14:tracePt t="163986" x="2965450" y="2940050"/>
          <p14:tracePt t="164002" x="3003550" y="2901950"/>
          <p14:tracePt t="164020" x="3048000" y="2876550"/>
          <p14:tracePt t="164036" x="3213100" y="2800350"/>
          <p14:tracePt t="164052" x="3289300" y="2781300"/>
          <p14:tracePt t="164070" x="3448050" y="2743200"/>
          <p14:tracePt t="164087" x="3517900" y="2724150"/>
          <p14:tracePt t="164103" x="3657600" y="2711450"/>
          <p14:tracePt t="164120" x="3784600" y="2711450"/>
          <p14:tracePt t="164136" x="3854450" y="2717800"/>
          <p14:tracePt t="164152" x="3943350" y="2724150"/>
          <p14:tracePt t="164169" x="4038600" y="2743200"/>
          <p14:tracePt t="164186" x="4057650" y="2749550"/>
          <p14:tracePt t="164203" x="4095750" y="2762250"/>
          <p14:tracePt t="164219" x="4114800" y="2768600"/>
          <p14:tracePt t="164253" x="4127500" y="2774950"/>
          <p14:tracePt t="164269" x="4133850" y="2781300"/>
          <p14:tracePt t="164286" x="4140200" y="2787650"/>
          <p14:tracePt t="164318" x="4140200" y="2794000"/>
          <p14:tracePt t="164335" x="4140200" y="2800350"/>
          <p14:tracePt t="164352" x="4140200" y="2806700"/>
          <p14:tracePt t="164379" x="4140200" y="2813050"/>
          <p14:tracePt t="164388" x="4140200" y="2819400"/>
          <p14:tracePt t="164421" x="4133850" y="2819400"/>
          <p14:tracePt t="164450" x="4127500" y="2825750"/>
          <p14:tracePt t="164478" x="4121150" y="2825750"/>
          <p14:tracePt t="164520" x="4108450" y="2825750"/>
          <p14:tracePt t="164527" x="4102100" y="2825750"/>
          <p14:tracePt t="164541" x="4102100" y="2832100"/>
          <p14:tracePt t="164551" x="4089400" y="2832100"/>
          <p14:tracePt t="164568" x="4070350" y="2832100"/>
          <p14:tracePt t="164584" x="4025900" y="2844800"/>
          <p14:tracePt t="164601" x="3956050" y="2870200"/>
          <p14:tracePt t="164618" x="3873500" y="2908300"/>
          <p14:tracePt t="164634" x="3829050" y="2921000"/>
          <p14:tracePt t="164651" x="3771900" y="2940050"/>
          <p14:tracePt t="164668" x="3676650" y="2997200"/>
          <p14:tracePt t="164684" x="3644900" y="3016250"/>
          <p14:tracePt t="164701" x="3625850" y="3028950"/>
          <p14:tracePt t="164717" x="3587750" y="3060700"/>
          <p14:tracePt t="164734" x="3568700" y="3092450"/>
          <p14:tracePt t="164751" x="3556000" y="3105150"/>
          <p14:tracePt t="164767" x="3549650" y="3111500"/>
          <p14:tracePt t="164783" x="3543300" y="3143250"/>
          <p14:tracePt t="164802" x="3536950" y="3168650"/>
          <p14:tracePt t="164817" x="3530600" y="3181350"/>
          <p14:tracePt t="164833" x="3517900" y="3225800"/>
          <p14:tracePt t="164850" x="3505200" y="3257550"/>
          <p14:tracePt t="164866" x="3498850" y="3270250"/>
          <p14:tracePt t="164883" x="3492500" y="3282950"/>
          <p14:tracePt t="164900" x="3479800" y="3289300"/>
          <p14:tracePt t="165003" x="3479800" y="3282950"/>
          <p14:tracePt t="165032" x="3479800" y="3276600"/>
          <p14:tracePt t="165455" x="3492500" y="3276600"/>
          <p14:tracePt t="165461" x="3524250" y="3289300"/>
          <p14:tracePt t="165475" x="3549650" y="3295650"/>
          <p14:tracePt t="165484" x="3581400" y="3295650"/>
          <p14:tracePt t="165497" x="3606800" y="3302000"/>
          <p14:tracePt t="165514" x="3651250" y="3308350"/>
          <p14:tracePt t="165531" x="3695700" y="3314700"/>
          <p14:tracePt t="165547" x="3702050" y="3314700"/>
          <p14:tracePt t="165564" x="3733800" y="3327400"/>
          <p14:tracePt t="165581" x="3746500" y="3327400"/>
          <p14:tracePt t="165597" x="3759200" y="3333750"/>
          <p14:tracePt t="165614" x="3765550" y="3333750"/>
          <p14:tracePt t="165630" x="3784600" y="3346450"/>
          <p14:tracePt t="165673" x="3790950" y="3352800"/>
          <p14:tracePt t="165714" x="3797300" y="3359150"/>
          <p14:tracePt t="165743" x="3790950" y="3359150"/>
          <p14:tracePt t="165764" x="3778250" y="3359150"/>
          <p14:tracePt t="165785" x="3765550" y="3359150"/>
          <p14:tracePt t="165806" x="3752850" y="3352800"/>
          <p14:tracePt t="165812" x="3740150" y="3352800"/>
          <p14:tracePt t="165827" x="3714750" y="3346450"/>
          <p14:tracePt t="165834" x="3695700" y="3327400"/>
          <p14:tracePt t="165847" x="3663950" y="3321050"/>
          <p14:tracePt t="165863" x="3606800" y="3302000"/>
          <p14:tracePt t="165880" x="3562350" y="3289300"/>
          <p14:tracePt t="165897" x="3492500" y="3263900"/>
          <p14:tracePt t="165913" x="3441700" y="3251200"/>
          <p14:tracePt t="165930" x="3422650" y="3251200"/>
          <p14:tracePt t="165946" x="3378200" y="3238500"/>
          <p14:tracePt t="165962" x="3365500" y="3238500"/>
          <p14:tracePt t="165980" x="3352800" y="3232150"/>
          <p14:tracePt t="165996" x="3340100" y="3232150"/>
          <p14:tracePt t="166044" x="3346450" y="3232150"/>
          <p14:tracePt t="166072" x="3352800" y="3232150"/>
          <p14:tracePt t="166087" x="3359150" y="3238500"/>
          <p14:tracePt t="166093" x="3365500" y="3244850"/>
          <p14:tracePt t="166100" x="3371850" y="3244850"/>
          <p14:tracePt t="166609" x="3397250" y="3251200"/>
          <p14:tracePt t="166616" x="3448050" y="3263900"/>
          <p14:tracePt t="166627" x="3486150" y="3263900"/>
          <p14:tracePt t="166645" x="3568700" y="3263900"/>
          <p14:tracePt t="166660" x="3606800" y="3263900"/>
          <p14:tracePt t="166677" x="3676650" y="3276600"/>
          <p14:tracePt t="166694" x="3740150" y="3276600"/>
          <p14:tracePt t="166710" x="3765550" y="3282950"/>
          <p14:tracePt t="166727" x="3784600" y="3282950"/>
          <p14:tracePt t="166744" x="3816350" y="3282950"/>
          <p14:tracePt t="166760" x="3822700" y="3282950"/>
          <p14:tracePt t="166793" x="3829050" y="3282950"/>
          <p14:tracePt t="166813" x="3835400" y="3282950"/>
          <p14:tracePt t="166855" x="3835400" y="3289300"/>
          <p14:tracePt t="166918" x="3835400" y="3295650"/>
          <p14:tracePt t="166988" x="3829050" y="3295650"/>
          <p14:tracePt t="167010" x="3822700" y="3295650"/>
          <p14:tracePt t="167016" x="3816350" y="3295650"/>
          <p14:tracePt t="167037" x="3810000" y="3295650"/>
          <p14:tracePt t="167046" x="3803650" y="3295650"/>
          <p14:tracePt t="167060" x="3778250" y="3295650"/>
          <p14:tracePt t="167075" x="3759200" y="3295650"/>
          <p14:tracePt t="167093" x="3702050" y="3295650"/>
          <p14:tracePt t="167109" x="3632200" y="3289300"/>
          <p14:tracePt t="167126" x="3594100" y="3289300"/>
          <p14:tracePt t="167142" x="3524250" y="3289300"/>
          <p14:tracePt t="167159" x="3467100" y="3289300"/>
          <p14:tracePt t="167175" x="3448050" y="3289300"/>
          <p14:tracePt t="167192" x="3416300" y="3289300"/>
          <p14:tracePt t="167208" x="3397250" y="3289300"/>
          <p14:tracePt t="167226" x="3384550" y="3289300"/>
          <p14:tracePt t="167242" x="3378200" y="3289300"/>
          <p14:tracePt t="167259" x="3365500" y="3289300"/>
          <p14:tracePt t="167276" x="3359150" y="3289300"/>
          <p14:tracePt t="167311" x="3352800" y="3289300"/>
          <p14:tracePt t="167367" x="3346450" y="3289300"/>
          <p14:tracePt t="167487" x="3340100" y="3289300"/>
          <p14:tracePt t="167509" x="3327400" y="3289300"/>
          <p14:tracePt t="167529" x="3321050" y="3289300"/>
          <p14:tracePt t="167535" x="3314700" y="3289300"/>
          <p14:tracePt t="167550" x="3308350" y="3289300"/>
          <p14:tracePt t="167558" x="3302000" y="3289300"/>
          <p14:tracePt t="167574" x="3276600" y="3282950"/>
          <p14:tracePt t="167593" x="3219450" y="3276600"/>
          <p14:tracePt t="167607" x="3136900" y="3270250"/>
          <p14:tracePt t="167624" x="3086100" y="3270250"/>
          <p14:tracePt t="167641" x="2971800" y="3257550"/>
          <p14:tracePt t="167657" x="2914650" y="3257550"/>
          <p14:tracePt t="167674" x="2825750" y="3257550"/>
          <p14:tracePt t="167691" x="2743200" y="3270250"/>
          <p14:tracePt t="167707" x="2705100" y="3276600"/>
          <p14:tracePt t="167723" x="2641600" y="3289300"/>
          <p14:tracePt t="167740" x="2603500" y="3314700"/>
          <p14:tracePt t="167756" x="2578100" y="3321050"/>
          <p14:tracePt t="167774" x="2546350" y="3333750"/>
          <p14:tracePt t="167790" x="2520950" y="3346450"/>
          <p14:tracePt t="167807" x="2514600" y="3346450"/>
          <p14:tracePt t="167823" x="2495550" y="3359150"/>
          <p14:tracePt t="167839" x="2489200" y="3359150"/>
          <p14:tracePt t="167856" x="2489200" y="3365500"/>
          <p14:tracePt t="167873" x="2476500" y="3365500"/>
          <p14:tracePt t="167890" x="2463800" y="3365500"/>
          <p14:tracePt t="167907" x="2457450" y="3365500"/>
          <p14:tracePt t="167923" x="2451100" y="3365500"/>
          <p14:tracePt t="167956" x="2438400" y="3365500"/>
          <p14:tracePt t="167972" x="2432050" y="3365500"/>
          <p14:tracePt t="167989" x="2425700" y="3365500"/>
          <p14:tracePt t="168006" x="2419350" y="3365500"/>
          <p14:tracePt t="168062" x="2413000" y="3365500"/>
          <p14:tracePt t="168090" x="2413000" y="3359150"/>
          <p14:tracePt t="168118" x="2413000" y="3352800"/>
          <p14:tracePt t="168140" x="2425700" y="3352800"/>
          <p14:tracePt t="168160" x="2432050" y="3346450"/>
          <p14:tracePt t="168203" x="2438400" y="3346450"/>
          <p14:tracePt t="168210" x="2444750" y="3346450"/>
          <p14:tracePt t="168231" x="2451100" y="3346450"/>
          <p14:tracePt t="168239" x="2457450" y="3346450"/>
          <p14:tracePt t="168273" x="2470150" y="3346450"/>
          <p14:tracePt t="168279" x="2482850" y="3346450"/>
          <p14:tracePt t="168294" x="2495550" y="3352800"/>
          <p14:tracePt t="168304" x="2514600" y="3352800"/>
          <p14:tracePt t="168322" x="2578100" y="3371850"/>
          <p14:tracePt t="168338" x="2603500" y="3378200"/>
          <p14:tracePt t="168355" x="2667000" y="3390900"/>
          <p14:tracePt t="168371" x="2724150" y="3403600"/>
          <p14:tracePt t="168388" x="2743200" y="3403600"/>
          <p14:tracePt t="168405" x="2774950" y="3409950"/>
          <p14:tracePt t="168421" x="2787650" y="3416300"/>
          <p14:tracePt t="168438" x="2794000" y="3422650"/>
          <p14:tracePt t="168455" x="2800350" y="3422650"/>
          <p14:tracePt t="169169" x="2851150" y="3441700"/>
          <p14:tracePt t="169183" x="2921000" y="3460750"/>
          <p14:tracePt t="169191" x="2965450" y="3473450"/>
          <p14:tracePt t="169205" x="3016250" y="3492500"/>
          <p14:tracePt t="169218" x="3060700" y="3505200"/>
          <p14:tracePt t="169235" x="3130550" y="3517900"/>
          <p14:tracePt t="169251" x="3155950" y="3517900"/>
          <p14:tracePt t="169268" x="3206750" y="3524250"/>
          <p14:tracePt t="169285" x="3251200" y="3524250"/>
          <p14:tracePt t="169288" x="3263900" y="3524250"/>
          <p14:tracePt t="169304" x="3276600" y="3524250"/>
          <p14:tracePt t="169318" x="3282950" y="3524250"/>
          <p14:tracePt t="169335" x="3321050" y="3517900"/>
          <p14:tracePt t="169351" x="3333750" y="3517900"/>
          <p14:tracePt t="169368" x="3378200" y="3517900"/>
          <p14:tracePt t="169384" x="3416300" y="3511550"/>
          <p14:tracePt t="169401" x="3448050" y="3498850"/>
          <p14:tracePt t="169417" x="3460750" y="3492500"/>
          <p14:tracePt t="169434" x="3479800" y="3479800"/>
          <p14:tracePt t="169451" x="3505200" y="3473450"/>
          <p14:tracePt t="169467" x="3511550" y="3467100"/>
          <p14:tracePt t="169501" x="3524250" y="3460750"/>
          <p14:tracePt t="169570" x="3530600" y="3460750"/>
          <p14:tracePt t="169605" x="3530600" y="3467100"/>
          <p14:tracePt t="169612" x="3530600" y="3473450"/>
          <p14:tracePt t="169626" x="3530600" y="3479800"/>
          <p14:tracePt t="169661" x="3530600" y="3492500"/>
          <p14:tracePt t="169696" x="3530600" y="3498850"/>
          <p14:tracePt t="169703" x="3530600" y="3505200"/>
          <p14:tracePt t="169717" x="3524250" y="3524250"/>
          <p14:tracePt t="169733" x="3511550" y="3575050"/>
          <p14:tracePt t="169750" x="3492500" y="3606800"/>
          <p14:tracePt t="169767" x="3467100" y="3714750"/>
          <p14:tracePt t="169783" x="3441700" y="3835400"/>
          <p14:tracePt t="169799" x="3429000" y="3886200"/>
          <p14:tracePt t="169816" x="3416300" y="3981450"/>
          <p14:tracePt t="169833" x="3403600" y="4025900"/>
          <p14:tracePt t="169850" x="3403600" y="4051300"/>
          <p14:tracePt t="169865" x="3390900" y="4095750"/>
          <p14:tracePt t="169883" x="3390900" y="4108450"/>
          <p14:tracePt t="169900" x="3384550" y="4127500"/>
          <p14:tracePt t="170174" x="3390900" y="4127500"/>
          <p14:tracePt t="170202" x="3397250" y="4133850"/>
          <p14:tracePt t="170223" x="3397250" y="4140200"/>
          <p14:tracePt t="170237" x="3403600" y="4146550"/>
          <p14:tracePt t="170244" x="3403600" y="4152900"/>
          <p14:tracePt t="170258" x="3403600" y="4159250"/>
          <p14:tracePt t="170268" x="3409950" y="4165600"/>
          <p14:tracePt t="170281" x="3409950" y="4171950"/>
          <p14:tracePt t="170298" x="3409950" y="4203700"/>
          <p14:tracePt t="170315" x="3409950" y="4260850"/>
          <p14:tracePt t="170331" x="3416300" y="4305300"/>
          <p14:tracePt t="170348" x="3416300" y="4406900"/>
          <p14:tracePt t="170365" x="3416300" y="4508500"/>
          <p14:tracePt t="170381" x="3416300" y="4559300"/>
          <p14:tracePt t="170398" x="3416300" y="4654550"/>
          <p14:tracePt t="170414" x="3416300" y="4756150"/>
          <p14:tracePt t="170431" x="3435350" y="4813300"/>
          <p14:tracePt t="170448" x="3460750" y="4908550"/>
          <p14:tracePt t="170464" x="3479800" y="4953000"/>
          <p14:tracePt t="170481" x="3498850" y="5029200"/>
          <p14:tracePt t="170497" x="3505200" y="5080000"/>
          <p14:tracePt t="170514" x="3505200" y="5105400"/>
          <p14:tracePt t="170532" x="3517900" y="5162550"/>
          <p14:tracePt t="170547" x="3524250" y="5219700"/>
          <p14:tracePt t="170564" x="3530600" y="5251450"/>
          <p14:tracePt t="170581" x="3536950" y="5302250"/>
          <p14:tracePt t="170597" x="3543300" y="5353050"/>
          <p14:tracePt t="170613" x="3543300" y="5372100"/>
          <p14:tracePt t="170630" x="3543300" y="5410200"/>
          <p14:tracePt t="170646" x="3543300" y="5441950"/>
          <p14:tracePt t="170663" x="3543300" y="5461000"/>
          <p14:tracePt t="170680" x="3549650" y="5486400"/>
          <p14:tracePt t="170697" x="3556000" y="5505450"/>
          <p14:tracePt t="170714" x="3562350" y="5524500"/>
          <p14:tracePt t="170729" x="3562350" y="5530850"/>
          <p14:tracePt t="170746" x="3562350" y="5537200"/>
          <p14:tracePt t="170763" x="3575050" y="5543550"/>
          <p14:tracePt t="170796" x="3575050" y="5549900"/>
          <p14:tracePt t="170834" x="3575050" y="5556250"/>
          <p14:tracePt t="170869" x="3581400" y="5562600"/>
          <p14:tracePt t="170904" x="3587750" y="5568950"/>
          <p14:tracePt t="170967" x="3594100" y="5568950"/>
          <p14:tracePt t="171009" x="3594100" y="5556250"/>
          <p14:tracePt t="171015" x="3600450" y="5549900"/>
          <p14:tracePt t="171032" x="3600450" y="5537200"/>
          <p14:tracePt t="171045" x="3600450" y="5480050"/>
          <p14:tracePt t="171062" x="3606800" y="5403850"/>
          <p14:tracePt t="171079" x="3606800" y="5175250"/>
          <p14:tracePt t="171095" x="3606800" y="5035550"/>
          <p14:tracePt t="171112" x="3594100" y="4743450"/>
          <p14:tracePt t="171129" x="3594100" y="4451350"/>
          <p14:tracePt t="171145" x="3594100" y="4324350"/>
          <p14:tracePt t="171162" x="3594100" y="4133850"/>
          <p14:tracePt t="171178" x="3594100" y="4013200"/>
          <p14:tracePt t="171195" x="3606800" y="3975100"/>
          <p14:tracePt t="171212" x="3606800" y="3930650"/>
          <p14:tracePt t="171228" x="3613150" y="3917950"/>
          <p14:tracePt t="171245" x="3613150" y="3911600"/>
          <p14:tracePt t="171262" x="3613150" y="3905250"/>
          <p14:tracePt t="171367" x="3613150" y="3911600"/>
          <p14:tracePt t="171388" x="3619500" y="3911600"/>
          <p14:tracePt t="171396" x="3625850" y="3917950"/>
          <p14:tracePt t="171416" x="3632200" y="3917950"/>
          <p14:tracePt t="171430" x="3638550" y="3917950"/>
          <p14:tracePt t="171437" x="3644900" y="3917950"/>
          <p14:tracePt t="171451" x="3651250" y="3917950"/>
          <p14:tracePt t="171465" x="3657600" y="3917950"/>
          <p14:tracePt t="171481" x="3683000" y="3917950"/>
          <p14:tracePt t="171493" x="3702050" y="3917950"/>
          <p14:tracePt t="171510" x="3810000" y="3917950"/>
          <p14:tracePt t="171528" x="3873500" y="3917950"/>
          <p14:tracePt t="171544" x="4038600" y="3917950"/>
          <p14:tracePt t="171560" x="4254500" y="3905250"/>
          <p14:tracePt t="171577" x="4464050" y="3905250"/>
          <p14:tracePt t="171593" x="4578350" y="3892550"/>
          <p14:tracePt t="171610" x="4762500" y="3886200"/>
          <p14:tracePt t="171627" x="4914900" y="3867150"/>
          <p14:tracePt t="171643" x="4978400" y="3854450"/>
          <p14:tracePt t="171660" x="5035550" y="3854450"/>
          <p14:tracePt t="171676" x="5124450" y="3841750"/>
          <p14:tracePt t="171693" x="5137150" y="3841750"/>
          <p14:tracePt t="171710" x="5143500" y="3841750"/>
          <p14:tracePt t="171726" x="5156200" y="3841750"/>
          <p14:tracePt t="171743" x="5175250" y="3841750"/>
          <p14:tracePt t="171759" x="5187950" y="3841750"/>
          <p14:tracePt t="172133" x="5175250" y="3841750"/>
          <p14:tracePt t="172139" x="5143500" y="3841750"/>
          <p14:tracePt t="172154" x="5118100" y="3841750"/>
          <p14:tracePt t="172161" x="5067300" y="3841750"/>
          <p14:tracePt t="172175" x="5003800" y="3841750"/>
          <p14:tracePt t="172191" x="4826000" y="3854450"/>
          <p14:tracePt t="172208" x="4724400" y="3854450"/>
          <p14:tracePt t="172225" x="4533900" y="3860800"/>
          <p14:tracePt t="172241" x="4368800" y="3860800"/>
          <p14:tracePt t="172258" x="4298950" y="3879850"/>
          <p14:tracePt t="172274" x="4184650" y="3898900"/>
          <p14:tracePt t="172291" x="4140200" y="3911600"/>
          <p14:tracePt t="172295" x="4108450" y="3917950"/>
          <p14:tracePt t="172311" x="4089400" y="3924300"/>
          <p14:tracePt t="172324" x="4076700" y="3924300"/>
          <p14:tracePt t="172341" x="4070350" y="3930650"/>
          <p14:tracePt t="172358" x="4070350" y="3937000"/>
          <p14:tracePt t="172374" x="4070350" y="3943350"/>
          <p14:tracePt t="172463" x="4070350" y="3949700"/>
          <p14:tracePt t="172469" x="4076700" y="3956050"/>
          <p14:tracePt t="172492" x="4083050" y="3962400"/>
          <p14:tracePt t="172498" x="4089400" y="3968750"/>
          <p14:tracePt t="172506" x="4095750" y="3968750"/>
          <p14:tracePt t="172524" x="4095750" y="3981450"/>
          <p14:tracePt t="172540" x="4095750" y="4019550"/>
          <p14:tracePt t="172557" x="4095750" y="4032250"/>
          <p14:tracePt t="172574" x="4095750" y="4051300"/>
          <p14:tracePt t="172590" x="4095750" y="4140200"/>
          <p14:tracePt t="172606" x="4095750" y="4191000"/>
          <p14:tracePt t="172624" x="4083050" y="4298950"/>
          <p14:tracePt t="172640" x="4070350" y="4362450"/>
          <p14:tracePt t="172656" x="4051300" y="4521200"/>
          <p14:tracePt t="172673" x="4032250" y="4673600"/>
          <p14:tracePt t="172689" x="4032250" y="4775200"/>
          <p14:tracePt t="172706" x="4013200" y="4965700"/>
          <p14:tracePt t="172723" x="3994150" y="5124450"/>
          <p14:tracePt t="172739" x="3962400" y="5194300"/>
          <p14:tracePt t="172757" x="3937000" y="5289550"/>
          <p14:tracePt t="172772" x="3911600" y="5384800"/>
          <p14:tracePt t="172789" x="3892550" y="5441950"/>
          <p14:tracePt t="172793" x="3886200" y="5480050"/>
          <p14:tracePt t="172806" x="3886200" y="5518150"/>
          <p14:tracePt t="172822" x="3879850" y="5562600"/>
          <p14:tracePt t="172839" x="3879850" y="5575300"/>
          <p14:tracePt t="172856" x="3879850" y="5613400"/>
          <p14:tracePt t="172872" x="3879850" y="5645150"/>
          <p14:tracePt t="172889" x="3879850" y="5651500"/>
          <p14:tracePt t="172905" x="3886200" y="5664200"/>
          <p14:tracePt t="172922" x="3886200" y="5670550"/>
          <p14:tracePt t="172940" x="3892550" y="5683250"/>
          <p14:tracePt t="172971" x="3898900" y="5683250"/>
          <p14:tracePt t="172996" x="3905250" y="5683250"/>
          <p14:tracePt t="173005" x="3917950" y="5683250"/>
          <p14:tracePt t="173025" x="3930650" y="5689600"/>
          <p14:tracePt t="173038" x="3949700" y="5689600"/>
          <p14:tracePt t="173055" x="3981450" y="5689600"/>
          <p14:tracePt t="173072" x="4019550" y="5689600"/>
          <p14:tracePt t="173088" x="4114800" y="5689600"/>
          <p14:tracePt t="173105" x="4241800" y="5689600"/>
          <p14:tracePt t="173122" x="4445000" y="5689600"/>
          <p14:tracePt t="173138" x="4559300" y="5689600"/>
          <p14:tracePt t="173155" x="4832350" y="5689600"/>
          <p14:tracePt t="173172" x="5124450" y="5695950"/>
          <p14:tracePt t="173188" x="5251450" y="5708650"/>
          <p14:tracePt t="173205" x="5365750" y="5708650"/>
          <p14:tracePt t="173221" x="5588000" y="5727700"/>
          <p14:tracePt t="173238" x="5613400" y="5727700"/>
          <p14:tracePt t="173256" x="5638800" y="5727700"/>
          <p14:tracePt t="173271" x="5645150" y="5727700"/>
          <p14:tracePt t="173305" x="5632450" y="5715000"/>
          <p14:tracePt t="173321" x="5607050" y="5702300"/>
          <p14:tracePt t="173337" x="5543550" y="5657850"/>
          <p14:tracePt t="173355" x="5295900" y="5467350"/>
          <p14:tracePt t="173371" x="4997450" y="5162550"/>
          <p14:tracePt t="173387" x="4406900" y="4641850"/>
          <p14:tracePt t="173404" x="4165600" y="4413250"/>
          <p14:tracePt t="173420" x="4108450" y="4356100"/>
          <p14:tracePt t="173437" x="4057650" y="4279900"/>
          <p14:tracePt t="173454" x="4025900" y="4241800"/>
          <p14:tracePt t="173471" x="4013200" y="4229100"/>
          <p14:tracePt t="173488" x="3987800" y="4203700"/>
          <p14:tracePt t="173504" x="3949700" y="4165600"/>
          <p14:tracePt t="173520" x="3937000" y="4159250"/>
          <p14:tracePt t="173537" x="3905250" y="4127500"/>
          <p14:tracePt t="173554" x="3873500" y="4108450"/>
          <p14:tracePt t="173571" x="3816350" y="4070350"/>
          <p14:tracePt t="173586" x="3778250" y="4038600"/>
          <p14:tracePt t="173603" x="3752850" y="4013200"/>
          <p14:tracePt t="173619" x="3714750" y="3968750"/>
          <p14:tracePt t="173636" x="3657600" y="3892550"/>
          <p14:tracePt t="173653" x="3632200" y="3860800"/>
          <p14:tracePt t="173670" x="3575050" y="3759200"/>
          <p14:tracePt t="173686" x="3543300" y="3683000"/>
          <p14:tracePt t="173703" x="3536950" y="3670300"/>
          <p14:tracePt t="173719" x="3530600" y="3657600"/>
          <p14:tracePt t="173736" x="3530600" y="3663950"/>
          <p14:tracePt t="173753" x="3530600" y="3670300"/>
          <p14:tracePt t="173770" x="3543300" y="3689350"/>
          <p14:tracePt t="173786" x="3556000" y="3708400"/>
          <p14:tracePt t="173803" x="3568700" y="3727450"/>
          <p14:tracePt t="173819" x="3575050" y="3740150"/>
          <p14:tracePt t="173835" x="3581400" y="3752850"/>
          <p14:tracePt t="173853" x="3651250" y="3892550"/>
          <p14:tracePt t="173869" x="3683000" y="3968750"/>
          <p14:tracePt t="173886" x="3721100" y="4076700"/>
          <p14:tracePt t="173902" x="3867150" y="4464050"/>
          <p14:tracePt t="173919" x="3911600" y="4584700"/>
          <p14:tracePt t="173935" x="3943350" y="4686300"/>
          <p14:tracePt t="173952" x="3994150" y="4857750"/>
          <p14:tracePt t="173968" x="4019550" y="5003800"/>
          <p14:tracePt t="173986" x="4032250" y="5067300"/>
          <p14:tracePt t="174002" x="4038600" y="5149850"/>
          <p14:tracePt t="174019" x="4038600" y="5200650"/>
          <p14:tracePt t="174035" x="4044950" y="5213350"/>
          <p14:tracePt t="174051" x="4044950" y="5219700"/>
          <p14:tracePt t="174068" x="4044950" y="5226050"/>
          <p14:tracePt t="174085" x="4051300" y="5245100"/>
          <p14:tracePt t="174101" x="4057650" y="5257800"/>
          <p14:tracePt t="174119" x="4057650" y="5283200"/>
          <p14:tracePt t="174134" x="4057650" y="5295900"/>
          <p14:tracePt t="174778" x="4051300" y="5270500"/>
          <p14:tracePt t="174785" x="4051300" y="5251450"/>
          <p14:tracePt t="174801" x="4032250" y="5213350"/>
          <p14:tracePt t="174816" x="4025900" y="5168900"/>
          <p14:tracePt t="174832" x="3994150" y="5060950"/>
          <p14:tracePt t="174849" x="3975100" y="4991100"/>
          <p14:tracePt t="174866" x="3956050" y="4946650"/>
          <p14:tracePt t="174883" x="3937000" y="4864100"/>
          <p14:tracePt t="174898" x="3924300" y="4781550"/>
          <p14:tracePt t="174915" x="3911600" y="4730750"/>
          <p14:tracePt t="174932" x="3905250" y="4622800"/>
          <p14:tracePt t="174948" x="3898900" y="4540250"/>
          <p14:tracePt t="174965" x="3892550" y="4514850"/>
          <p14:tracePt t="174982" x="3879850" y="4464050"/>
          <p14:tracePt t="174998" x="3867150" y="4425950"/>
          <p14:tracePt t="175015" x="3860800" y="4413250"/>
          <p14:tracePt t="175031" x="3841750" y="4381500"/>
          <p14:tracePt t="175048" x="3835400" y="4368800"/>
          <p14:tracePt t="175066" x="3810000" y="4330700"/>
          <p14:tracePt t="175081" x="3810000" y="4324350"/>
          <p14:tracePt t="175098" x="3803650" y="4311650"/>
          <p14:tracePt t="175115" x="3790950" y="4298950"/>
          <p14:tracePt t="175131" x="3790950" y="4292600"/>
          <p14:tracePt t="175148" x="3784600" y="4286250"/>
          <p14:tracePt t="175206" x="3784600" y="4279900"/>
          <p14:tracePt t="175227" x="3778250" y="4279900"/>
          <p14:tracePt t="175249" x="3771900" y="4273550"/>
          <p14:tracePt t="175262" x="3765550" y="4267200"/>
          <p14:tracePt t="175276" x="3752850" y="4260850"/>
          <p14:tracePt t="175291" x="3746500" y="4254500"/>
          <p14:tracePt t="175300" x="3733800" y="4241800"/>
          <p14:tracePt t="175313" x="3714750" y="4229100"/>
          <p14:tracePt t="175330" x="3689350" y="4197350"/>
          <p14:tracePt t="175347" x="3536950" y="4057650"/>
          <p14:tracePt t="175364" x="3479800" y="3981450"/>
          <p14:tracePt t="175381" x="3397250" y="3898900"/>
          <p14:tracePt t="175397" x="3232150" y="3708400"/>
          <p14:tracePt t="175413" x="3060700" y="3498850"/>
          <p14:tracePt t="175431" x="2901950" y="3308350"/>
          <p14:tracePt t="175447" x="2838450" y="3225800"/>
          <p14:tracePt t="175463" x="2736850" y="3086100"/>
          <p14:tracePt t="175480" x="2647950" y="2959100"/>
          <p14:tracePt t="175496" x="2609850" y="2914650"/>
          <p14:tracePt t="175513" x="2571750" y="2838450"/>
          <p14:tracePt t="175530" x="2546350" y="2794000"/>
          <p14:tracePt t="175546" x="2540000" y="2781300"/>
          <p14:tracePt t="175564" x="2527300" y="2755900"/>
          <p14:tracePt t="175579" x="2520950" y="2730500"/>
          <p14:tracePt t="175596" x="2514600" y="2717800"/>
          <p14:tracePt t="175614" x="2508250" y="2698750"/>
          <p14:tracePt t="175629" x="2489200" y="2673350"/>
          <p14:tracePt t="175645" x="2482850" y="2660650"/>
          <p14:tracePt t="175663" x="2463800" y="2641600"/>
          <p14:tracePt t="175679" x="2451100" y="2628900"/>
          <p14:tracePt t="175696" x="2425700" y="2609850"/>
          <p14:tracePt t="175712" x="2400300" y="2597150"/>
          <p14:tracePt t="175729" x="2387600" y="2590800"/>
          <p14:tracePt t="175745" x="2368550" y="2584450"/>
          <p14:tracePt t="175762" x="2349500" y="2584450"/>
          <p14:tracePt t="175810" x="2343150" y="2584450"/>
          <p14:tracePt t="175838" x="2336800" y="2584450"/>
          <p14:tracePt t="175859" x="2330450" y="2584450"/>
          <p14:tracePt t="175880" x="2324100" y="2584450"/>
          <p14:tracePt t="175901" x="2317750" y="2584450"/>
          <p14:tracePt t="175908" x="2305050" y="2584450"/>
          <p14:tracePt t="175930" x="2292350" y="2584450"/>
          <p14:tracePt t="175943" x="2273300" y="2584450"/>
          <p14:tracePt t="175951" x="2241550" y="2584450"/>
          <p14:tracePt t="175965" x="2216150" y="2584450"/>
          <p14:tracePt t="175979" x="2120900" y="2584450"/>
          <p14:tracePt t="175995" x="2070100" y="2578100"/>
          <p14:tracePt t="176011" x="2006600" y="2578100"/>
          <p14:tracePt t="176028" x="1892300" y="2578100"/>
          <p14:tracePt t="176045" x="1822450" y="2565400"/>
          <p14:tracePt t="176062" x="1695450" y="2559050"/>
          <p14:tracePt t="176078" x="1581150" y="2559050"/>
          <p14:tracePt t="176095" x="1473200" y="2546350"/>
          <p14:tracePt t="176112" x="1384300" y="2546350"/>
          <p14:tracePt t="176128" x="1352550" y="2546350"/>
          <p14:tracePt t="176144" x="1295400" y="2546350"/>
          <p14:tracePt t="176161" x="1244600" y="2533650"/>
          <p14:tracePt t="176177" x="1225550" y="2533650"/>
          <p14:tracePt t="176194" x="1193800" y="2527300"/>
          <p14:tracePt t="176211" x="1162050" y="2520950"/>
          <p14:tracePt t="176227" x="1136650" y="2514600"/>
          <p14:tracePt t="176245" x="1117600" y="2514600"/>
          <p14:tracePt t="176260" x="1092200" y="2508250"/>
          <p14:tracePt t="176277" x="1085850" y="2508250"/>
          <p14:tracePt t="176295" x="1066800" y="2501900"/>
          <p14:tracePt t="176310" x="1060450" y="2501900"/>
          <p14:tracePt t="176327" x="1060450" y="2495550"/>
          <p14:tracePt t="176360" x="1060450" y="2489200"/>
          <p14:tracePt t="176393" x="1066800" y="2489200"/>
          <p14:tracePt t="176400" x="1066800" y="2482850"/>
          <p14:tracePt t="176435" x="1073150" y="2482850"/>
          <p14:tracePt t="176463" x="1079500" y="2476500"/>
          <p14:tracePt t="176491" x="1085850" y="2476500"/>
          <p14:tracePt t="176512" x="1092200" y="2476500"/>
          <p14:tracePt t="176528" x="1098550" y="2476500"/>
          <p14:tracePt t="176533" x="1104900" y="2476500"/>
          <p14:tracePt t="176543" x="1111250" y="2476500"/>
          <p14:tracePt t="176559" x="1123950" y="2476500"/>
          <p14:tracePt t="176576" x="1168400" y="2482850"/>
          <p14:tracePt t="176593" x="1212850" y="2482850"/>
          <p14:tracePt t="176610" x="1428750" y="2508250"/>
          <p14:tracePt t="176626" x="1530350" y="2520950"/>
          <p14:tracePt t="176642" x="1657350" y="2533650"/>
          <p14:tracePt t="176660" x="1955800" y="2552700"/>
          <p14:tracePt t="176676" x="2317750" y="2590800"/>
          <p14:tracePt t="176692" x="2514600" y="2616200"/>
          <p14:tracePt t="176709" x="2813050" y="2635250"/>
          <p14:tracePt t="176726" x="3067050" y="2660650"/>
          <p14:tracePt t="176742" x="3155950" y="2667000"/>
          <p14:tracePt t="176759" x="3289300" y="2679700"/>
          <p14:tracePt t="176776" x="3359150" y="2686050"/>
          <p14:tracePt t="176794" x="3416300" y="2692400"/>
          <p14:tracePt t="176809" x="3435350" y="2692400"/>
          <p14:tracePt t="176825" x="3467100" y="2692400"/>
          <p14:tracePt t="176842" x="3511550" y="2679700"/>
          <p14:tracePt t="176859" x="3524250" y="2673350"/>
          <p14:tracePt t="176862" x="3543300" y="2667000"/>
          <p14:tracePt t="176892" x="3587750" y="2647950"/>
          <p14:tracePt t="176908" x="3594100" y="2647950"/>
          <p14:tracePt t="176926" x="3625850" y="2635250"/>
          <p14:tracePt t="176942" x="3632200" y="2635250"/>
          <p14:tracePt t="176958" x="3651250" y="2628900"/>
          <p14:tracePt t="176976" x="3670300" y="2622550"/>
          <p14:tracePt t="176991" x="3683000" y="2622550"/>
          <p14:tracePt t="177008" x="3695700" y="2622550"/>
          <p14:tracePt t="177053" x="3702050" y="2622550"/>
          <p14:tracePt t="177095" x="3708400" y="2622550"/>
          <p14:tracePt t="177214" x="3708400" y="2616200"/>
          <p14:tracePt t="177228" x="3702050" y="2616200"/>
          <p14:tracePt t="177235" x="3702050" y="2609850"/>
          <p14:tracePt t="177256" x="3695700" y="2609850"/>
          <p14:tracePt t="177277" x="3689350" y="2609850"/>
          <p14:tracePt t="177285" x="3689350" y="2603500"/>
          <p14:tracePt t="177305" x="3676650" y="2603500"/>
          <p14:tracePt t="177313" x="3676650" y="2597150"/>
          <p14:tracePt t="177327" x="3670300" y="2597150"/>
          <p14:tracePt t="177341" x="3663950" y="2590800"/>
          <p14:tracePt t="177357" x="3657600" y="2584450"/>
          <p14:tracePt t="177373" x="3651250" y="2584450"/>
          <p14:tracePt t="177390" x="3619500" y="2571750"/>
          <p14:tracePt t="177406" x="3549650" y="2559050"/>
          <p14:tracePt t="177424" x="3505200" y="2546350"/>
          <p14:tracePt t="177440" x="3397250" y="2520950"/>
          <p14:tracePt t="177456" x="3244850" y="2489200"/>
          <p14:tracePt t="177474" x="3060700" y="2463800"/>
          <p14:tracePt t="177489" x="2959100" y="2463800"/>
          <p14:tracePt t="177506" x="2870200" y="2451100"/>
          <p14:tracePt t="177524" x="2527300" y="2432050"/>
          <p14:tracePt t="177540" x="2400300" y="2432050"/>
          <p14:tracePt t="177556" x="2286000" y="2432050"/>
          <p14:tracePt t="177573" x="2070100" y="2432050"/>
          <p14:tracePt t="177589" x="1866900" y="2432050"/>
          <p14:tracePt t="177606" x="1765300" y="2432050"/>
          <p14:tracePt t="177622" x="1600200" y="2432050"/>
          <p14:tracePt t="177640" x="1473200" y="2444750"/>
          <p14:tracePt t="177656" x="1365250" y="2444750"/>
          <p14:tracePt t="177672" x="1314450" y="2444750"/>
          <p14:tracePt t="177689" x="1250950" y="2444750"/>
          <p14:tracePt t="177706" x="1206500" y="2444750"/>
          <p14:tracePt t="177722" x="1187450" y="2444750"/>
          <p14:tracePt t="177739" x="1149350" y="2444750"/>
          <p14:tracePt t="177756" x="1117600" y="2451100"/>
          <p14:tracePt t="177772" x="1104900" y="2451100"/>
          <p14:tracePt t="177790" x="1092200" y="2451100"/>
          <p14:tracePt t="177805" x="1079500" y="2451100"/>
          <p14:tracePt t="177867" x="1085850" y="2451100"/>
          <p14:tracePt t="177874" x="1092200" y="2451100"/>
          <p14:tracePt t="177890" x="1098550" y="2451100"/>
          <p14:tracePt t="177909" x="1104900" y="2451100"/>
          <p14:tracePt t="177930" x="1111250" y="2451100"/>
          <p14:tracePt t="177938" x="1117600" y="2444750"/>
          <p14:tracePt t="177955" x="1123950" y="2444750"/>
          <p14:tracePt t="177971" x="1130300" y="2444750"/>
          <p14:tracePt t="177988" x="1136650" y="2444750"/>
          <p14:tracePt t="178008" x="1143000" y="2438400"/>
          <p14:tracePt t="178029" x="1149350" y="2438400"/>
          <p14:tracePt t="178049" x="1162050" y="2438400"/>
          <p14:tracePt t="178058" x="1181100" y="2438400"/>
          <p14:tracePt t="178073" x="1206500" y="2438400"/>
          <p14:tracePt t="178087" x="1308100" y="2438400"/>
          <p14:tracePt t="178104" x="1371600" y="2438400"/>
          <p14:tracePt t="178121" x="1574800" y="2438400"/>
          <p14:tracePt t="178137" x="1701800" y="2451100"/>
          <p14:tracePt t="178155" x="2159000" y="2482850"/>
          <p14:tracePt t="178170" x="2330450" y="2508250"/>
          <p14:tracePt t="178187" x="2527300" y="2533650"/>
          <p14:tracePt t="178204" x="2851150" y="2597150"/>
          <p14:tracePt t="178220" x="3124200" y="2635250"/>
          <p14:tracePt t="178237" x="3238500" y="2667000"/>
          <p14:tracePt t="178254" x="3409950" y="2698750"/>
          <p14:tracePt t="178270" x="3492500" y="2724150"/>
          <p14:tracePt t="178287" x="3524250" y="2730500"/>
          <p14:tracePt t="178304" x="3562350" y="2749550"/>
          <p14:tracePt t="178320" x="3575050" y="2749550"/>
          <p14:tracePt t="178337" x="3581400" y="2749550"/>
          <p14:tracePt t="178370" x="3587750" y="2749550"/>
          <p14:tracePt t="178450" x="3587750" y="2755900"/>
          <p14:tracePt t="178478" x="3594100" y="2768600"/>
          <p14:tracePt t="179848" x="3644900" y="2813050"/>
          <p14:tracePt t="179855" x="3727450" y="2876550"/>
          <p14:tracePt t="179864" x="3810000" y="2959100"/>
          <p14:tracePt t="179884" x="4019550" y="3213100"/>
          <p14:tracePt t="179898" x="4121150" y="3346450"/>
          <p14:tracePt t="179915" x="4298950" y="3606800"/>
          <p14:tracePt t="179932" x="4425950" y="3822700"/>
          <p14:tracePt t="179948" x="4502150" y="3930650"/>
          <p14:tracePt t="179965" x="4565650" y="4032250"/>
          <p14:tracePt t="179982" x="4762500" y="4438650"/>
          <p14:tracePt t="179997" x="4794250" y="4527550"/>
          <p14:tracePt t="180015" x="4819650" y="4610100"/>
          <p14:tracePt t="180031" x="4876800" y="4743450"/>
          <p14:tracePt t="180047" x="4914900" y="4819650"/>
          <p14:tracePt t="180065" x="4921250" y="4851400"/>
          <p14:tracePt t="180081" x="4933950" y="4895850"/>
          <p14:tracePt t="180097" x="4959350" y="4953000"/>
          <p14:tracePt t="180115" x="4972050" y="5010150"/>
          <p14:tracePt t="180131" x="4978400" y="5048250"/>
          <p14:tracePt t="180147" x="5003800" y="5137150"/>
          <p14:tracePt t="180164" x="5010150" y="5213350"/>
          <p14:tracePt t="180180" x="5010150" y="5245100"/>
          <p14:tracePt t="180197" x="5016500" y="5327650"/>
          <p14:tracePt t="180213" x="5010150" y="5429250"/>
          <p14:tracePt t="180230" x="4997450" y="5486400"/>
          <p14:tracePt t="180247" x="4984750" y="5568950"/>
          <p14:tracePt t="180263" x="4978400" y="5588000"/>
          <p14:tracePt t="184482" x="4953000" y="5588000"/>
          <p14:tracePt t="184489" x="4921250" y="5562600"/>
          <p14:tracePt t="184503" x="4889500" y="5530850"/>
          <p14:tracePt t="184515" x="4845050" y="5505450"/>
          <p14:tracePt t="184533" x="4768850" y="5441950"/>
          <p14:tracePt t="184549" x="4724400" y="5416550"/>
          <p14:tracePt t="184566" x="4654550" y="5365750"/>
          <p14:tracePt t="184582" x="4584700" y="5308600"/>
          <p14:tracePt t="184598" x="4540250" y="5283200"/>
          <p14:tracePt t="184615" x="4451350" y="5207000"/>
          <p14:tracePt t="184631" x="4343400" y="5111750"/>
          <p14:tracePt t="184648" x="4298950" y="5067300"/>
          <p14:tracePt t="184665" x="4203700" y="4972050"/>
          <p14:tracePt t="184681" x="4133850" y="4889500"/>
          <p14:tracePt t="184698" x="4108450" y="4857750"/>
          <p14:tracePt t="184715" x="4070350" y="4800600"/>
          <p14:tracePt t="184731" x="4051300" y="4762500"/>
          <p14:tracePt t="184749" x="4038600" y="4724400"/>
          <p14:tracePt t="184765" x="4032250" y="4711700"/>
          <p14:tracePt t="184781" x="4019550" y="4679950"/>
          <p14:tracePt t="184799" x="4006850" y="4641850"/>
          <p14:tracePt t="184814" x="4000500" y="4610100"/>
          <p14:tracePt t="184831" x="3994150" y="4578350"/>
          <p14:tracePt t="184848" x="3981450" y="4508500"/>
          <p14:tracePt t="184864" x="3962400" y="4438650"/>
          <p14:tracePt t="184881" x="3962400" y="4400550"/>
          <p14:tracePt t="184897" x="3949700" y="4330700"/>
          <p14:tracePt t="184914" x="3949700" y="4273550"/>
          <p14:tracePt t="184931" x="3949700" y="4241800"/>
          <p14:tracePt t="184947" x="3949700" y="4203700"/>
          <p14:tracePt t="184964" x="3949700" y="4159250"/>
          <p14:tracePt t="184981" x="3956050" y="4121150"/>
          <p14:tracePt t="184997" x="3956050" y="4108450"/>
          <p14:tracePt t="185014" x="3962400" y="4076700"/>
          <p14:tracePt t="185030" x="3968750" y="4057650"/>
          <p14:tracePt t="185047" x="3968750" y="4051300"/>
          <p14:tracePt t="185064" x="3968750" y="4044950"/>
          <p14:tracePt t="185080" x="3975100" y="4038600"/>
          <p14:tracePt t="185113" x="3975100" y="4044950"/>
          <p14:tracePt t="185130" x="3975100" y="4051300"/>
          <p14:tracePt t="185146" x="3975100" y="4070350"/>
          <p14:tracePt t="185164" x="3968750" y="4089400"/>
          <p14:tracePt t="185180" x="3968750" y="4114800"/>
          <p14:tracePt t="185196" x="3962400" y="4171950"/>
          <p14:tracePt t="185213" x="3949700" y="4311650"/>
          <p14:tracePt t="185230" x="3943350" y="4425950"/>
          <p14:tracePt t="185246" x="3930650" y="4654550"/>
          <p14:tracePt t="185263" x="3917950" y="4883150"/>
          <p14:tracePt t="185279" x="3917950" y="4984750"/>
          <p14:tracePt t="185296" x="3924300" y="5137150"/>
          <p14:tracePt t="185312" x="3930650" y="5219700"/>
          <p14:tracePt t="185329" x="3930650" y="5238750"/>
          <p14:tracePt t="185346" x="3943350" y="5257800"/>
          <p14:tracePt t="185362" x="3943350" y="5270500"/>
          <p14:tracePt t="185398" x="3949700" y="5270500"/>
          <p14:tracePt t="185412" x="3949700" y="5264150"/>
          <p14:tracePt t="185432" x="3956050" y="5264150"/>
          <p14:tracePt t="185473" x="3956050" y="5257800"/>
          <p14:tracePt t="185494" x="3962400" y="5257800"/>
          <p14:tracePt t="185500" x="3962400" y="5264150"/>
          <p14:tracePt t="185511" x="3962400" y="5270500"/>
          <p14:tracePt t="185928" x="3962400" y="5264150"/>
          <p14:tracePt t="185935" x="3930650" y="5251450"/>
          <p14:tracePt t="185944" x="3911600" y="5219700"/>
          <p14:tracePt t="185960" x="3879850" y="5181600"/>
          <p14:tracePt t="185978" x="3810000" y="5060950"/>
          <p14:tracePt t="185994" x="3771900" y="4978400"/>
          <p14:tracePt t="186010" x="3702050" y="4813300"/>
          <p14:tracePt t="186027" x="3638550" y="4654550"/>
          <p14:tracePt t="186043" x="3613150" y="4591050"/>
          <p14:tracePt t="186060" x="3556000" y="4464050"/>
          <p14:tracePt t="186077" x="3505200" y="4356100"/>
          <p14:tracePt t="186093" x="3492500" y="4311650"/>
          <p14:tracePt t="186110" x="3473450" y="4229100"/>
          <p14:tracePt t="186126" x="3460750" y="4178300"/>
          <p14:tracePt t="186143" x="3454400" y="4146550"/>
          <p14:tracePt t="186160" x="3448050" y="4114800"/>
          <p14:tracePt t="186176" x="3429000" y="4089400"/>
          <p14:tracePt t="186193" x="3429000" y="4083050"/>
          <p14:tracePt t="186210" x="3429000" y="4070350"/>
          <p14:tracePt t="186226" x="3429000" y="4064000"/>
          <p14:tracePt t="186260" x="3429000" y="4057650"/>
          <p14:tracePt t="186276" x="3422650" y="4057650"/>
          <p14:tracePt t="186292" x="3416300" y="4051300"/>
          <p14:tracePt t="186309" x="3416300" y="4044950"/>
          <p14:tracePt t="186326" x="3409950" y="4038600"/>
          <p14:tracePt t="186343" x="3403600" y="4032250"/>
          <p14:tracePt t="186359" x="3403600" y="4025900"/>
          <p14:tracePt t="186376" x="3397250" y="4025900"/>
          <p14:tracePt t="186392" x="3397250" y="4013200"/>
          <p14:tracePt t="186409" x="3397250" y="4006850"/>
          <p14:tracePt t="186428" x="3390900" y="4006850"/>
          <p14:tracePt t="186454" x="3384550" y="4000500"/>
          <p14:tracePt t="186859" x="3378200" y="4000500"/>
          <p14:tracePt t="186866" x="3365500" y="4000500"/>
          <p14:tracePt t="186880" x="3352800" y="4000500"/>
          <p14:tracePt t="186891" x="3340100" y="4000500"/>
          <p14:tracePt t="186908" x="3314700" y="4000500"/>
          <p14:tracePt t="186924" x="3302000" y="4000500"/>
          <p14:tracePt t="186940" x="3295650" y="4000500"/>
          <p14:tracePt t="186957" x="3289300" y="4000500"/>
          <p14:tracePt t="186992" x="3282950" y="4000500"/>
          <p14:tracePt t="187027" x="3289300" y="4000500"/>
          <p14:tracePt t="187042" x="3295650" y="4000500"/>
          <p14:tracePt t="187070" x="3308350" y="4000500"/>
          <p14:tracePt t="187076" x="3314700" y="4000500"/>
          <p14:tracePt t="187098" x="3321050" y="4000500"/>
          <p14:tracePt t="187111" x="3327400" y="4000500"/>
          <p14:tracePt t="187123" x="3333750" y="4000500"/>
          <p14:tracePt t="187140" x="3340100" y="4000500"/>
          <p14:tracePt t="187161" x="3352800" y="4000500"/>
          <p14:tracePt t="187173" x="3359150" y="4000500"/>
          <p14:tracePt t="187189" x="3384550" y="4000500"/>
          <p14:tracePt t="187206" x="3409950" y="4000500"/>
          <p14:tracePt t="187223" x="3460750" y="4000500"/>
          <p14:tracePt t="187240" x="3530600" y="4000500"/>
          <p14:tracePt t="187255" x="3568700" y="4013200"/>
          <p14:tracePt t="187273" x="3638550" y="4013200"/>
          <p14:tracePt t="187289" x="3714750" y="4025900"/>
          <p14:tracePt t="187306" x="3759200" y="4038600"/>
          <p14:tracePt t="187323" x="3829050" y="4051300"/>
          <p14:tracePt t="187339" x="3860800" y="4057650"/>
          <p14:tracePt t="187356" x="3917950" y="4064000"/>
          <p14:tracePt t="187372" x="3949700" y="4064000"/>
          <p14:tracePt t="187389" x="3962400" y="4070350"/>
          <p14:tracePt t="187406" x="3975100" y="4070350"/>
          <p14:tracePt t="187422" x="3981450" y="4070350"/>
          <p14:tracePt t="187470" x="3981450" y="4076700"/>
          <p14:tracePt t="187484" x="3981450" y="4083050"/>
          <p14:tracePt t="187492" x="3981450" y="4089400"/>
          <p14:tracePt t="187505" x="3981450" y="4102100"/>
          <p14:tracePt t="187933" x="4006850" y="4102100"/>
          <p14:tracePt t="187939" x="4032250" y="4102100"/>
          <p14:tracePt t="187956" x="4070350" y="4102100"/>
          <p14:tracePt t="187971" x="4108450" y="4102100"/>
          <p14:tracePt t="187987" x="4216400" y="4102100"/>
          <p14:tracePt t="188003" x="4305300" y="4095750"/>
          <p14:tracePt t="188020" x="4349750" y="4089400"/>
          <p14:tracePt t="188037" x="4419600" y="4089400"/>
          <p14:tracePt t="188053" x="4457700" y="4083050"/>
          <p14:tracePt t="188070" x="4476750" y="4083050"/>
          <p14:tracePt t="188087" x="4502150" y="4076700"/>
          <p14:tracePt t="188103" x="4533900" y="4076700"/>
          <p14:tracePt t="188119" x="4546600" y="4070350"/>
          <p14:tracePt t="188136" x="4572000" y="4070350"/>
          <p14:tracePt t="188153" x="4597400" y="4064000"/>
          <p14:tracePt t="188169" x="4610100" y="4057650"/>
          <p14:tracePt t="188186" x="4629150" y="4057650"/>
          <p14:tracePt t="188203" x="4641850" y="4051300"/>
          <p14:tracePt t="188220" x="4648200" y="4051300"/>
          <p14:tracePt t="188252" x="4654550" y="4051300"/>
          <p14:tracePt t="188304" x="4648200" y="4051300"/>
          <p14:tracePt t="188312" x="4635500" y="4051300"/>
          <p14:tracePt t="188326" x="4616450" y="4051300"/>
          <p14:tracePt t="188335" x="4584700" y="4051300"/>
          <p14:tracePt t="188352" x="4540250" y="4051300"/>
          <p14:tracePt t="188369" x="4356100" y="4057650"/>
          <p14:tracePt t="188385" x="4095750" y="4070350"/>
          <p14:tracePt t="188402" x="3917950" y="4070350"/>
          <p14:tracePt t="188418" x="3600450" y="4083050"/>
          <p14:tracePt t="188435" x="3289300" y="4083050"/>
          <p14:tracePt t="188453" x="3060700" y="4089400"/>
          <p14:tracePt t="188468" x="2971800" y="4089400"/>
          <p14:tracePt t="188485" x="2908300" y="4089400"/>
          <p14:tracePt t="188502" x="2838450" y="4089400"/>
          <p14:tracePt t="188518" x="2825750" y="4089400"/>
          <p14:tracePt t="188535" x="2819400" y="4089400"/>
          <p14:tracePt t="188551" x="2813050" y="4083050"/>
          <p14:tracePt t="188593" x="2819400" y="4083050"/>
          <p14:tracePt t="188607" x="2825750" y="4083050"/>
          <p14:tracePt t="188614" x="2825750" y="4089400"/>
          <p14:tracePt t="188783" x="2819400" y="4089400"/>
          <p14:tracePt t="188796" x="2813050" y="4089400"/>
          <p14:tracePt t="188804" x="2806700" y="4083050"/>
          <p14:tracePt t="188820" x="2800350" y="4083050"/>
          <p14:tracePt t="188834" x="2794000" y="4083050"/>
          <p14:tracePt t="188850" x="2755900" y="4083050"/>
          <p14:tracePt t="188867" x="2692400" y="4076700"/>
          <p14:tracePt t="188884" x="2647950" y="4070350"/>
          <p14:tracePt t="188900" x="2527300" y="4051300"/>
          <p14:tracePt t="188917" x="2400300" y="4038600"/>
          <p14:tracePt t="188933" x="2324100" y="4038600"/>
          <p14:tracePt t="188951" x="2184400" y="4044950"/>
          <p14:tracePt t="188966" x="2076450" y="4051300"/>
          <p14:tracePt t="188983" x="2044700" y="4070350"/>
          <p14:tracePt t="189000" x="1993900" y="4076700"/>
          <p14:tracePt t="189016" x="1981200" y="4095750"/>
          <p14:tracePt t="189050" x="1981200" y="4102100"/>
          <p14:tracePt t="189066" x="1987550" y="4108450"/>
          <p14:tracePt t="189083" x="1993900" y="4108450"/>
          <p14:tracePt t="189100" x="2000250" y="4108450"/>
          <p14:tracePt t="189116" x="2006600" y="4108450"/>
          <p14:tracePt t="189132" x="2012950" y="4108450"/>
          <p14:tracePt t="189260" x="2019300" y="4108450"/>
          <p14:tracePt t="189295" x="2025650" y="4108450"/>
          <p14:tracePt t="189317" x="2032000" y="4108450"/>
          <p14:tracePt t="189338" x="2038350" y="4102100"/>
          <p14:tracePt t="189345" x="2044700" y="4102100"/>
          <p14:tracePt t="189359" x="2044700" y="4095750"/>
          <p14:tracePt t="189368" x="2051050" y="4083050"/>
          <p14:tracePt t="189382" x="2057400" y="4070350"/>
          <p14:tracePt t="189398" x="2082800" y="4057650"/>
          <p14:tracePt t="189415" x="2197100" y="3943350"/>
          <p14:tracePt t="189432" x="2254250" y="3892550"/>
          <p14:tracePt t="189448" x="2311400" y="3835400"/>
          <p14:tracePt t="189465" x="2444750" y="3727450"/>
          <p14:tracePt t="189481" x="2578100" y="3638550"/>
          <p14:tracePt t="189498" x="2641600" y="3587750"/>
          <p14:tracePt t="189514" x="2730500" y="3536950"/>
          <p14:tracePt t="189531" x="2768600" y="3505200"/>
          <p14:tracePt t="189549" x="2787650" y="3492500"/>
          <p14:tracePt t="189565" x="2794000" y="3486150"/>
          <p14:tracePt t="189626" x="2794000" y="3479800"/>
          <p14:tracePt t="189661" x="2787650" y="3479800"/>
          <p14:tracePt t="189689" x="2787650" y="3473450"/>
          <p14:tracePt t="189717" x="2787650" y="3467100"/>
          <p14:tracePt t="189732" x="2787650" y="3460750"/>
          <p14:tracePt t="189759" x="2781300" y="3454400"/>
          <p14:tracePt t="189766" x="2781300" y="3448050"/>
          <p14:tracePt t="189808" x="2774950" y="3441700"/>
          <p14:tracePt t="189829" x="2774950" y="3435350"/>
          <p14:tracePt t="189858" x="2774950" y="3429000"/>
          <p14:tracePt t="189879" x="2774950" y="3422650"/>
          <p14:tracePt t="189907" x="2774950" y="3416300"/>
          <p14:tracePt t="190253" x="2800350" y="3397250"/>
          <p14:tracePt t="190260" x="2851150" y="3352800"/>
          <p14:tracePt t="190274" x="2921000" y="3289300"/>
          <p14:tracePt t="190282" x="2965450" y="3251200"/>
          <p14:tracePt t="190295" x="3022600" y="3206750"/>
          <p14:tracePt t="190312" x="3073400" y="3155950"/>
          <p14:tracePt t="190329" x="3149600" y="3098800"/>
          <p14:tracePt t="190345" x="3181350" y="3073400"/>
          <p14:tracePt t="190362" x="3238500" y="3035300"/>
          <p14:tracePt t="190379" x="3270250" y="3009900"/>
          <p14:tracePt t="190395" x="3289300" y="3003550"/>
          <p14:tracePt t="190412" x="3295650" y="2997200"/>
          <p14:tracePt t="190429" x="3308350" y="2990850"/>
          <p14:tracePt t="190450" x="3314700" y="2990850"/>
          <p14:tracePt t="190471" x="3314700" y="2984500"/>
          <p14:tracePt t="190541" x="3314700" y="2990850"/>
          <p14:tracePt t="190555" x="3308350" y="2997200"/>
          <p14:tracePt t="190569" x="3308350" y="3003550"/>
          <p14:tracePt t="190590" x="3302000" y="3016250"/>
          <p14:tracePt t="190625" x="3302000" y="3028950"/>
          <p14:tracePt t="190661" x="3302000" y="3035300"/>
          <p14:tracePt t="190703" x="3308350" y="3035300"/>
          <p14:tracePt t="190724" x="3314700" y="3041650"/>
          <p14:tracePt t="190731" x="3327400" y="3041650"/>
          <p14:tracePt t="190747" x="3340100" y="3048000"/>
          <p14:tracePt t="190761" x="3371850" y="3054350"/>
          <p14:tracePt t="190777" x="3409950" y="3060700"/>
          <p14:tracePt t="190794" x="3467100" y="3079750"/>
          <p14:tracePt t="190810" x="3492500" y="3092450"/>
          <p14:tracePt t="190827" x="3543300" y="3111500"/>
          <p14:tracePt t="190844" x="3575050" y="3124200"/>
          <p14:tracePt t="190860" x="3587750" y="3143250"/>
          <p14:tracePt t="190877" x="3606800" y="3168650"/>
          <p14:tracePt t="190893" x="3619500" y="3181350"/>
          <p14:tracePt t="190910" x="3625850" y="3181350"/>
          <p14:tracePt t="190927" x="3625850" y="3194050"/>
          <p14:tracePt t="190943" x="3632200" y="3206750"/>
          <p14:tracePt t="190977" x="3632200" y="3213100"/>
          <p14:tracePt t="191033" x="3638550" y="3213100"/>
          <p14:tracePt t="191047" x="3644900" y="3206750"/>
          <p14:tracePt t="191054" x="3657600" y="3206750"/>
          <p14:tracePt t="191063" x="3670300" y="3200400"/>
          <p14:tracePt t="191076" x="3689350" y="3187700"/>
          <p14:tracePt t="191093" x="3721100" y="3168650"/>
          <p14:tracePt t="191110" x="3822700" y="3117850"/>
          <p14:tracePt t="191125" x="3949700" y="3028950"/>
          <p14:tracePt t="191142" x="4019550" y="2978150"/>
          <p14:tracePt t="191159" x="4146550" y="2876550"/>
          <p14:tracePt t="191176" x="4286250" y="2787650"/>
          <p14:tracePt t="191192" x="4330700" y="2755900"/>
          <p14:tracePt t="191209" x="4406900" y="2705100"/>
          <p14:tracePt t="191226" x="4470400" y="2673350"/>
          <p14:tracePt t="191243" x="4489450" y="2673350"/>
          <p14:tracePt t="191259" x="4521200" y="2660650"/>
          <p14:tracePt t="191275" x="4533900" y="2647950"/>
          <p14:tracePt t="191294" x="4546600" y="2647950"/>
          <p14:tracePt t="191325" x="4552950" y="2647950"/>
          <p14:tracePt t="191345" x="4552950" y="2654300"/>
          <p14:tracePt t="191363" x="4552950" y="2660650"/>
          <p14:tracePt t="191405" x="4552950" y="2667000"/>
          <p14:tracePt t="191412" x="4552950" y="2673350"/>
          <p14:tracePt t="191433" x="4546600" y="2673350"/>
          <p14:tracePt t="191469" x="4546600" y="2679700"/>
          <p14:tracePt t="191504" x="4546600" y="2686050"/>
          <p14:tracePt t="191526" x="4540250" y="2692400"/>
          <p14:tracePt t="191546" x="4540250" y="2698750"/>
          <p14:tracePt t="191553" x="4540250" y="2705100"/>
          <p14:tracePt t="191575" x="4540250" y="2711450"/>
          <p14:tracePt t="191588" x="4540250" y="2717800"/>
          <p14:tracePt t="191609" x="4533900" y="2730500"/>
          <p14:tracePt t="191616" x="4527550" y="2743200"/>
          <p14:tracePt t="191630" x="4521200" y="2755900"/>
          <p14:tracePt t="191644" x="4508500" y="2774950"/>
          <p14:tracePt t="191658" x="4495800" y="2787650"/>
          <p14:tracePt t="191674" x="4483100" y="2800350"/>
          <p14:tracePt t="191690" x="4470400" y="2813050"/>
          <p14:tracePt t="191707" x="4457700" y="2825750"/>
          <p14:tracePt t="191724" x="4451350" y="2825750"/>
          <p14:tracePt t="191740" x="4432300" y="2832100"/>
          <p14:tracePt t="191757" x="4425950" y="2832100"/>
          <p14:tracePt t="191774" x="4419600" y="2832100"/>
          <p14:tracePt t="191813" x="4413250" y="2832100"/>
          <p14:tracePt t="191897" x="4413250" y="2825750"/>
          <p14:tracePt t="192010" x="4406900" y="2825750"/>
          <p14:tracePt t="192059" x="4406900" y="2819400"/>
          <p14:tracePt t="192074" x="4406900" y="2813050"/>
          <p14:tracePt t="192094" x="4406900" y="2806700"/>
          <p14:tracePt t="192108" x="4406900" y="2800350"/>
          <p14:tracePt t="192411" x="4400550" y="2800350"/>
          <p14:tracePt t="192418" x="4394200" y="2800350"/>
          <p14:tracePt t="192432" x="4387850" y="2800350"/>
          <p14:tracePt t="192441" x="4381500" y="2800350"/>
          <p14:tracePt t="192455" x="4368800" y="2800350"/>
          <p14:tracePt t="192471" x="4362450" y="2800350"/>
          <p14:tracePt t="192488" x="4349750" y="2806700"/>
          <p14:tracePt t="192504" x="4343400" y="2813050"/>
          <p14:tracePt t="192521" x="4330700" y="2819400"/>
          <p14:tracePt t="192538" x="4324350" y="2825750"/>
          <p14:tracePt t="192554" x="4318000" y="2825750"/>
          <p14:tracePt t="192571" x="4311650" y="2825750"/>
          <p14:tracePt t="192587" x="4298950" y="2832100"/>
          <p14:tracePt t="192604" x="4292600" y="2838450"/>
          <p14:tracePt t="192621" x="4292600" y="2844800"/>
          <p14:tracePt t="192637" x="4286250" y="2857500"/>
          <p14:tracePt t="192654" x="4267200" y="2870200"/>
          <p14:tracePt t="192671" x="4241800" y="2889250"/>
          <p14:tracePt t="192687" x="4229100" y="2908300"/>
          <p14:tracePt t="192704" x="4159250" y="2959100"/>
          <p14:tracePt t="192721" x="4089400" y="3035300"/>
          <p14:tracePt t="192737" x="4044950" y="3092450"/>
          <p14:tracePt t="192753" x="3943350" y="3232150"/>
          <p14:tracePt t="192770" x="3841750" y="3371850"/>
          <p14:tracePt t="192787" x="3803650" y="3441700"/>
          <p14:tracePt t="192804" x="3727450" y="3556000"/>
          <p14:tracePt t="192820" x="3663950" y="3657600"/>
          <p14:tracePt t="192836" x="3632200" y="3702050"/>
          <p14:tracePt t="192854" x="3581400" y="3803650"/>
          <p14:tracePt t="192870" x="3536950" y="3892550"/>
          <p14:tracePt t="192886" x="3517900" y="3949700"/>
          <p14:tracePt t="192903" x="3492500" y="4019550"/>
          <p14:tracePt t="192920" x="3492500" y="4038600"/>
          <p14:tracePt t="192936" x="3492500" y="4064000"/>
          <p14:tracePt t="192953" x="3492500" y="4076700"/>
          <p14:tracePt t="192970" x="3498850" y="4076700"/>
          <p14:tracePt t="192973" x="3498850" y="4083050"/>
          <p14:tracePt t="192986" x="3505200" y="4083050"/>
          <p14:tracePt t="193003" x="3511550" y="4089400"/>
          <p14:tracePt t="193071" x="3517900" y="4089400"/>
          <p14:tracePt t="193078" x="3524250" y="4089400"/>
          <p14:tracePt t="193121" x="3530600" y="4089400"/>
          <p14:tracePt t="193205" x="3536950" y="4089400"/>
          <p14:tracePt t="193212" x="3543300" y="4089400"/>
          <p14:tracePt t="193742" x="3543300" y="4083050"/>
          <p14:tracePt t="193756" x="3549650" y="4070350"/>
          <p14:tracePt t="193763" x="3556000" y="4044950"/>
          <p14:tracePt t="193777" x="3562350" y="4019550"/>
          <p14:tracePt t="193786" x="3575050" y="3987800"/>
          <p14:tracePt t="193800" x="3594100" y="3930650"/>
          <p14:tracePt t="193817" x="3651250" y="3822700"/>
          <p14:tracePt t="193834" x="3721100" y="3695700"/>
          <p14:tracePt t="193850" x="3746500" y="3625850"/>
          <p14:tracePt t="193866" x="3797300" y="3479800"/>
          <p14:tracePt t="193883" x="3822700" y="3371850"/>
          <p14:tracePt t="193900" x="3841750" y="3327400"/>
          <p14:tracePt t="193917" x="3860800" y="3295650"/>
          <p14:tracePt t="193933" x="3873500" y="3232150"/>
          <p14:tracePt t="193967" x="3873500" y="3213100"/>
          <p14:tracePt t="193983" x="3873500" y="3200400"/>
          <p14:tracePt t="193999" x="3873500" y="3181350"/>
          <p14:tracePt t="194016" x="3873500" y="3175000"/>
          <p14:tracePt t="194033" x="3867150" y="3175000"/>
          <p14:tracePt t="194049" x="3854450" y="3168650"/>
          <p14:tracePt t="194066" x="3841750" y="3162300"/>
          <p14:tracePt t="194099" x="3816350" y="3162300"/>
          <p14:tracePt t="194116" x="3771900" y="3155950"/>
          <p14:tracePt t="194132" x="3733800" y="3155950"/>
          <p14:tracePt t="194150" x="3619500" y="3143250"/>
          <p14:tracePt t="194165" x="3435350" y="3124200"/>
          <p14:tracePt t="194182" x="3346450" y="3117850"/>
          <p14:tracePt t="194199" x="3244850" y="3117850"/>
          <p14:tracePt t="194215" x="3054350" y="3092450"/>
          <p14:tracePt t="194232" x="2952750" y="3086100"/>
          <p14:tracePt t="194249" x="2762250" y="3073400"/>
          <p14:tracePt t="194265" x="2679700" y="3067050"/>
          <p14:tracePt t="194282" x="2616200" y="3067050"/>
          <p14:tracePt t="194298" x="2514600" y="3054350"/>
          <p14:tracePt t="194315" x="2476500" y="3054350"/>
          <p14:tracePt t="194332" x="2432050" y="3048000"/>
          <p14:tracePt t="194348" x="2419350" y="3041650"/>
          <p14:tracePt t="194365" x="2406650" y="3041650"/>
          <p14:tracePt t="194381" x="2393950" y="3028950"/>
          <p14:tracePt t="194430" x="2387600" y="3028950"/>
          <p14:tracePt t="194445" x="2381250" y="3022600"/>
          <p14:tracePt t="194467" x="2368550" y="3022600"/>
          <p14:tracePt t="194486" x="2355850" y="3016250"/>
          <p14:tracePt t="194500" x="2349500" y="3009900"/>
          <p14:tracePt t="194516" x="2343150" y="3009900"/>
          <p14:tracePt t="194528" x="2336800" y="3003550"/>
          <p14:tracePt t="194536" x="2324100" y="3003550"/>
          <p14:tracePt t="194551" x="2311400" y="3003550"/>
          <p14:tracePt t="194566" x="2305050" y="3003550"/>
          <p14:tracePt t="194581" x="2292350" y="3003550"/>
          <p14:tracePt t="194597" x="2286000" y="2997200"/>
          <p14:tracePt t="194614" x="2273300" y="2997200"/>
          <p14:tracePt t="194630" x="2266950" y="2997200"/>
          <p14:tracePt t="194648" x="2260600" y="2997200"/>
          <p14:tracePt t="194664" x="2254250" y="2997200"/>
          <p14:tracePt t="194782" x="2254250" y="3003550"/>
          <p14:tracePt t="194887" x="2254250" y="3009900"/>
          <p14:tracePt t="195006" x="2260600" y="3009900"/>
          <p14:tracePt t="195049" x="2266950" y="3009900"/>
          <p14:tracePt t="195098" x="2273300" y="3009900"/>
          <p14:tracePt t="195189" x="2279650" y="3009900"/>
          <p14:tracePt t="195224" x="2286000" y="3009900"/>
          <p14:tracePt t="195266" x="2292350" y="3009900"/>
          <p14:tracePt t="195302" x="2298700" y="3009900"/>
          <p14:tracePt t="195337" x="2305050" y="3009900"/>
          <p14:tracePt t="195343" x="2311400" y="3009900"/>
          <p14:tracePt t="195372" x="2324100" y="3009900"/>
          <p14:tracePt t="195379" x="2343150" y="3009900"/>
          <p14:tracePt t="195392" x="2381250" y="3009900"/>
          <p14:tracePt t="195406" x="2425700" y="3009900"/>
          <p14:tracePt t="195420" x="2489200" y="3009900"/>
          <p14:tracePt t="195431" x="2565400" y="3009900"/>
          <p14:tracePt t="195444" x="2654300" y="3009900"/>
          <p14:tracePt t="195461" x="2755900" y="3022600"/>
          <p14:tracePt t="195478" x="2971800" y="3035300"/>
          <p14:tracePt t="195494" x="3098800" y="3041650"/>
          <p14:tracePt t="195511" x="3213100" y="3054350"/>
          <p14:tracePt t="195527" x="3441700" y="3067050"/>
          <p14:tracePt t="195544" x="3644900" y="3086100"/>
          <p14:tracePt t="195561" x="3790950" y="3092450"/>
          <p14:tracePt t="195577" x="3892550" y="3105150"/>
          <p14:tracePt t="195594" x="3930650" y="3105150"/>
          <p14:tracePt t="195611" x="4013200" y="3111500"/>
          <p14:tracePt t="195627" x="4083050" y="3117850"/>
          <p14:tracePt t="195644" x="4102100" y="3117850"/>
          <p14:tracePt t="195660" x="4140200" y="3117850"/>
          <p14:tracePt t="195677" x="4178300" y="3117850"/>
          <p14:tracePt t="195694" x="4197350" y="3117850"/>
          <p14:tracePt t="195710" x="4229100" y="3124200"/>
          <p14:tracePt t="195727" x="4260850" y="3124200"/>
          <p14:tracePt t="195744" x="4330700" y="3143250"/>
          <p14:tracePt t="195759" x="4343400" y="3155950"/>
          <p14:tracePt t="195776" x="4362450" y="3162300"/>
          <p14:tracePt t="195794" x="4381500" y="3162300"/>
          <p14:tracePt t="195810" x="4406900" y="3168650"/>
          <p14:tracePt t="195843" x="4413250" y="3168650"/>
          <p14:tracePt t="195859" x="4425950" y="3168650"/>
          <p14:tracePt t="195893" x="4432300" y="3168650"/>
          <p14:tracePt t="195976" x="4425950" y="3162300"/>
          <p14:tracePt t="195990" x="4419600" y="3155950"/>
          <p14:tracePt t="195997" x="4413250" y="3149600"/>
          <p14:tracePt t="196018" x="4413250" y="3143250"/>
          <p14:tracePt t="196027" x="4406900" y="3143250"/>
          <p14:tracePt t="196047" x="4400550" y="3130550"/>
          <p14:tracePt t="196062" x="4394200" y="3130550"/>
          <p14:tracePt t="196075" x="4387850" y="3130550"/>
          <p14:tracePt t="196093" x="4381500" y="3124200"/>
          <p14:tracePt t="196109" x="4375150" y="3111500"/>
          <p14:tracePt t="196125" x="4375150" y="3105150"/>
          <p14:tracePt t="196141" x="4362450" y="3092450"/>
          <p14:tracePt t="196159" x="4349750" y="3086100"/>
          <p14:tracePt t="196175" x="4343400" y="3073400"/>
          <p14:tracePt t="196192" x="4330700" y="3054350"/>
          <p14:tracePt t="196209" x="4330700" y="3041650"/>
          <p14:tracePt t="196242" x="4324350" y="3028950"/>
          <p14:tracePt t="196258" x="4324350" y="3022600"/>
          <p14:tracePt t="196327" x="4324350" y="3016250"/>
          <p14:tracePt t="196363" x="4330700" y="3016250"/>
          <p14:tracePt t="196370" x="4337050" y="3016250"/>
          <p14:tracePt t="196412" x="4343400" y="3009900"/>
          <p14:tracePt t="196489" x="4343400" y="3016250"/>
          <p14:tracePt t="197133" x="4324350" y="3016250"/>
          <p14:tracePt t="197140" x="4286250" y="3016250"/>
          <p14:tracePt t="197154" x="4235450" y="3016250"/>
          <p14:tracePt t="197161" x="4184650" y="3016250"/>
          <p14:tracePt t="197175" x="4127500" y="3016250"/>
          <p14:tracePt t="197189" x="4076700" y="3003550"/>
          <p14:tracePt t="197205" x="3962400" y="2997200"/>
          <p14:tracePt t="197221" x="3879850" y="2984500"/>
          <p14:tracePt t="197239" x="3727450" y="2965450"/>
          <p14:tracePt t="197255" x="3549650" y="2959100"/>
          <p14:tracePt t="197271" x="3473450" y="2959100"/>
          <p14:tracePt t="197288" x="3314700" y="2946400"/>
          <p14:tracePt t="197304" x="3162300" y="2952750"/>
          <p14:tracePt t="197321" x="3073400" y="2952750"/>
          <p14:tracePt t="197338" x="2895600" y="2959100"/>
          <p14:tracePt t="197355" x="2749550" y="2978150"/>
          <p14:tracePt t="197372" x="2641600" y="2997200"/>
          <p14:tracePt t="197387" x="2622550" y="3009900"/>
          <p14:tracePt t="197404" x="2584450" y="3009900"/>
          <p14:tracePt t="197422" x="2559050" y="3016250"/>
          <p14:tracePt t="197437" x="2552700" y="3016250"/>
          <p14:tracePt t="197454" x="2546350" y="3016250"/>
          <p14:tracePt t="197471" x="2533650" y="3016250"/>
          <p14:tracePt t="197487" x="2527300" y="3016250"/>
          <p14:tracePt t="197520" x="2508250" y="3022600"/>
          <p14:tracePt t="197537" x="2501900" y="3022600"/>
          <p14:tracePt t="197554" x="2495550" y="3022600"/>
          <p14:tracePt t="197570" x="2482850" y="3022600"/>
          <p14:tracePt t="197587" x="2476500" y="3022600"/>
          <p14:tracePt t="197604" x="2470150" y="3028950"/>
          <p14:tracePt t="197620" x="2463800" y="3028950"/>
          <p14:tracePt t="197636" x="2451100" y="3035300"/>
          <p14:tracePt t="197653" x="2444750" y="3041650"/>
          <p14:tracePt t="197670" x="2438400" y="3048000"/>
          <p14:tracePt t="197686" x="2432050" y="3054350"/>
          <p14:tracePt t="197703" x="2419350" y="3054350"/>
          <p14:tracePt t="197737" x="2413000" y="3054350"/>
          <p14:tracePt t="197752" x="2406650" y="3054350"/>
          <p14:tracePt t="197769" x="2400300" y="3054350"/>
          <p14:tracePt t="197787" x="2387600" y="3060700"/>
          <p14:tracePt t="197803" x="2381250" y="3060700"/>
          <p14:tracePt t="197819" x="2368550" y="3060700"/>
          <p14:tracePt t="197836" x="2336800" y="3067050"/>
          <p14:tracePt t="197853" x="2324100" y="3067050"/>
          <p14:tracePt t="197869" x="2286000" y="3067050"/>
          <p14:tracePt t="197886" x="2235200" y="3067050"/>
          <p14:tracePt t="197902" x="2216150" y="3067050"/>
          <p14:tracePt t="197920" x="2178050" y="3067050"/>
          <p14:tracePt t="197935" x="2152650" y="3067050"/>
          <p14:tracePt t="197952" x="2146300" y="3067050"/>
          <p14:tracePt t="197969" x="2133600" y="3060700"/>
          <p14:tracePt t="198173" x="2133600" y="3054350"/>
          <p14:tracePt t="198243" x="2133600" y="3048000"/>
          <p14:tracePt t="198285" x="2133600" y="3041650"/>
          <p14:tracePt t="198328" x="2133600" y="3035300"/>
          <p14:tracePt t="198377" x="2133600" y="3028950"/>
          <p14:tracePt t="198426" x="2139950" y="3028950"/>
          <p14:tracePt t="198461" x="2146300" y="3028950"/>
          <p14:tracePt t="198475" x="2152650" y="3028950"/>
          <p14:tracePt t="198489" x="2152650" y="3022600"/>
          <p14:tracePt t="198510" x="2159000" y="3022600"/>
          <p14:tracePt t="198525" x="2165350" y="3022600"/>
          <p14:tracePt t="198539" x="2171700" y="3022600"/>
          <p14:tracePt t="198545" x="2178050" y="3022600"/>
          <p14:tracePt t="198559" x="2184400" y="3022600"/>
          <p14:tracePt t="198569" x="2197100" y="3022600"/>
          <p14:tracePt t="198583" x="2203450" y="3022600"/>
          <p14:tracePt t="198600" x="2241550" y="3022600"/>
          <p14:tracePt t="198617" x="2279650" y="3022600"/>
          <p14:tracePt t="198633" x="2311400" y="3028950"/>
          <p14:tracePt t="198651" x="2355850" y="3035300"/>
          <p14:tracePt t="198666" x="2400300" y="3041650"/>
          <p14:tracePt t="198683" x="2425700" y="3041650"/>
          <p14:tracePt t="198700" x="2463800" y="3048000"/>
          <p14:tracePt t="198716" x="2476500" y="3048000"/>
          <p14:tracePt t="198733" x="2489200" y="3048000"/>
          <p14:tracePt t="198750" x="2501900" y="3048000"/>
          <p14:tracePt t="198782" x="2508250" y="3041650"/>
          <p14:tracePt t="198876" x="2514600" y="3035300"/>
          <p14:tracePt t="198967" x="2533650" y="3035300"/>
          <p14:tracePt t="198981" x="2533650" y="3041650"/>
          <p14:tracePt t="198988" x="2546350" y="3041650"/>
          <p14:tracePt t="199002" x="2559050" y="3041650"/>
          <p14:tracePt t="199016" x="2590800" y="3041650"/>
          <p14:tracePt t="199031" x="2705100" y="3022600"/>
          <p14:tracePt t="199048" x="2806700" y="3016250"/>
          <p14:tracePt t="199065" x="3079750" y="2971800"/>
          <p14:tracePt t="199082" x="3454400" y="2908300"/>
          <p14:tracePt t="199099" x="3670300" y="2876550"/>
          <p14:tracePt t="199115" x="3981450" y="2844800"/>
          <p14:tracePt t="199131" x="4197350" y="2825750"/>
          <p14:tracePt t="199148" x="4260850" y="2825750"/>
          <p14:tracePt t="199165" x="4343400" y="2825750"/>
          <p14:tracePt t="199181" x="4375150" y="2825750"/>
          <p14:tracePt t="199199" x="4394200" y="2825750"/>
          <p14:tracePt t="199297" x="4387850" y="2825750"/>
          <p14:tracePt t="199319" x="4387850" y="2832100"/>
          <p14:tracePt t="199354" x="4381500" y="2838450"/>
          <p14:tracePt t="199368" x="4381500" y="2844800"/>
          <p14:tracePt t="199410" x="4375150" y="2851150"/>
          <p14:tracePt t="199432" x="4375150" y="2857500"/>
          <p14:tracePt t="199452" x="4375150" y="2863850"/>
          <p14:tracePt t="199501" x="4368800" y="2870200"/>
          <p14:tracePt t="199522" x="4356100" y="2870200"/>
          <p14:tracePt t="199529" x="4349750" y="2870200"/>
          <p14:tracePt t="199543" x="4343400" y="2876550"/>
          <p14:tracePt t="199550" x="4330700" y="2876550"/>
          <p14:tracePt t="199566" x="4311650" y="2876550"/>
          <p14:tracePt t="199580" x="4267200" y="2876550"/>
          <p14:tracePt t="199597" x="4241800" y="2870200"/>
          <p14:tracePt t="199614" x="4191000" y="2863850"/>
          <p14:tracePt t="199630" x="4152900" y="2857500"/>
          <p14:tracePt t="199646" x="4121150" y="2851150"/>
          <p14:tracePt t="199663" x="4095750" y="2844800"/>
          <p14:tracePt t="199680" x="4089400" y="2844800"/>
          <p14:tracePt t="199713" x="4095750" y="2844800"/>
          <p14:tracePt t="199730" x="4108450" y="2851150"/>
          <p14:tracePt t="199746" x="4121150" y="2851150"/>
          <p14:tracePt t="199762" x="4140200" y="2851150"/>
          <p14:tracePt t="199779" x="4152900" y="2851150"/>
          <p14:tracePt t="199796" x="4184650" y="2870200"/>
          <p14:tracePt t="199813" x="4235450" y="2889250"/>
          <p14:tracePt t="199829" x="4254500" y="2895600"/>
          <p14:tracePt t="199846" x="4324350" y="2921000"/>
          <p14:tracePt t="199862" x="4381500" y="2952750"/>
          <p14:tracePt t="199879" x="4406900" y="2965450"/>
          <p14:tracePt t="199896" x="4451350" y="2990850"/>
          <p14:tracePt t="199913" x="4464050" y="2997200"/>
          <p14:tracePt t="199930" x="4476750" y="3022600"/>
          <p14:tracePt t="199945" x="4476750" y="3028950"/>
          <p14:tracePt t="199962" x="4476750" y="3041650"/>
          <p14:tracePt t="199979" x="4476750" y="3048000"/>
          <p14:tracePt t="199995" x="4464050" y="3060700"/>
          <p14:tracePt t="200012" x="4451350" y="3060700"/>
          <p14:tracePt t="200028" x="4432300" y="3060700"/>
          <p14:tracePt t="200045" x="4387850" y="3048000"/>
          <p14:tracePt t="200062" x="4368800" y="3041650"/>
          <p14:tracePt t="200065" x="4349750" y="3041650"/>
          <p14:tracePt t="200078" x="4324350" y="3028950"/>
          <p14:tracePt t="200095" x="4292600" y="3009900"/>
          <p14:tracePt t="200112" x="4267200" y="2984500"/>
          <p14:tracePt t="200128" x="4267200" y="2978150"/>
          <p14:tracePt t="200145" x="4260850" y="2952750"/>
          <p14:tracePt t="200162" x="4260850" y="2933700"/>
          <p14:tracePt t="200178" x="4260850" y="2921000"/>
          <p14:tracePt t="200211" x="4286250" y="2914650"/>
          <p14:tracePt t="200228" x="4292600" y="2914650"/>
          <p14:tracePt t="200245" x="4298950" y="2914650"/>
          <p14:tracePt t="200260" x="4305300" y="2914650"/>
          <p14:tracePt t="200277" x="4318000" y="2914650"/>
          <p14:tracePt t="200311" x="4330700" y="2914650"/>
          <p14:tracePt t="200327" x="4343400" y="2921000"/>
          <p14:tracePt t="200345" x="4368800" y="2933700"/>
          <p14:tracePt t="200361" x="4387850" y="2946400"/>
          <p14:tracePt t="200377" x="4432300" y="2971800"/>
          <p14:tracePt t="200394" x="4470400" y="3016250"/>
          <p14:tracePt t="200410" x="4483100" y="3028950"/>
          <p14:tracePt t="200427" x="4502150" y="3067050"/>
          <p14:tracePt t="200444" x="4502150" y="3092450"/>
          <p14:tracePt t="200461" x="4495800" y="3098800"/>
          <p14:tracePt t="200478" x="4464050" y="3105150"/>
          <p14:tracePt t="200493" x="4406900" y="3105150"/>
          <p14:tracePt t="200510" x="4375150" y="3092450"/>
          <p14:tracePt t="200527" x="4292600" y="3067050"/>
          <p14:tracePt t="200543" x="4248150" y="3054350"/>
          <p14:tracePt t="200562" x="4152900" y="2997200"/>
          <p14:tracePt t="200577" x="4127500" y="2971800"/>
          <p14:tracePt t="200593" x="4108450" y="2959100"/>
          <p14:tracePt t="200610" x="4095750" y="2933700"/>
          <p14:tracePt t="200626" x="4095750" y="2908300"/>
          <p14:tracePt t="200643" x="4102100" y="2908300"/>
          <p14:tracePt t="200661" x="4127500" y="2901950"/>
          <p14:tracePt t="200676" x="4140200" y="2901950"/>
          <p14:tracePt t="200693" x="4152900" y="2901950"/>
          <p14:tracePt t="200710" x="4165600" y="2908300"/>
          <p14:tracePt t="200726" x="4184650" y="2927350"/>
          <p14:tracePt t="200743" x="4203700" y="2933700"/>
          <p14:tracePt t="200760" x="4241800" y="2978150"/>
          <p14:tracePt t="200776" x="4318000" y="3041650"/>
          <p14:tracePt t="200793" x="4343400" y="3073400"/>
          <p14:tracePt t="200809" x="4394200" y="3130550"/>
          <p14:tracePt t="200826" x="4413250" y="3149600"/>
          <p14:tracePt t="200843" x="4438650" y="3187700"/>
          <p14:tracePt t="200859" x="4438650" y="3200400"/>
          <p14:tracePt t="200876" x="4438650" y="3206750"/>
          <p14:tracePt t="200892" x="4432300" y="3206750"/>
          <p14:tracePt t="200909" x="4425950" y="3206750"/>
          <p14:tracePt t="200925" x="4419600" y="3206750"/>
          <p14:tracePt t="200942" x="4406900" y="3200400"/>
          <p14:tracePt t="200958" x="4400550" y="3194050"/>
          <p14:tracePt t="200975" x="4400550" y="3187700"/>
          <p14:tracePt t="200992" x="4387850" y="3168650"/>
          <p14:tracePt t="201008" x="4381500" y="3155950"/>
          <p14:tracePt t="201026" x="4368800" y="3149600"/>
          <p14:tracePt t="201041" x="4368800" y="3136900"/>
          <p14:tracePt t="201058" x="4368800" y="3124200"/>
          <p14:tracePt t="201450" x="4349750" y="3117850"/>
          <p14:tracePt t="201458" x="4318000" y="3105150"/>
          <p14:tracePt t="201470" x="4286250" y="3086100"/>
          <p14:tracePt t="201478" x="4241800" y="3060700"/>
          <p14:tracePt t="201493" x="4210050" y="3054350"/>
          <p14:tracePt t="201506" x="4146550" y="3016250"/>
          <p14:tracePt t="201523" x="4114800" y="2997200"/>
          <p14:tracePt t="201541" x="4070350" y="2971800"/>
          <p14:tracePt t="201556" x="4051300" y="2959100"/>
          <p14:tracePt t="201573" x="4032250" y="2940050"/>
          <p14:tracePt t="201577" x="4025900" y="2940050"/>
          <p14:tracePt t="201593" x="4019550" y="2940050"/>
          <p14:tracePt t="201606" x="4019550" y="2933700"/>
          <p14:tracePt t="201623" x="4019550" y="2921000"/>
          <p14:tracePt t="201656" x="4025900" y="2921000"/>
          <p14:tracePt t="201673" x="4032250" y="2921000"/>
          <p14:tracePt t="201689" x="4038600" y="2921000"/>
          <p14:tracePt t="201706" x="4044950" y="2927350"/>
          <p14:tracePt t="201723" x="4051300" y="2933700"/>
          <p14:tracePt t="201739" x="4057650" y="2933700"/>
          <p14:tracePt t="201774" x="4064000" y="2933700"/>
          <p14:tracePt t="201801" x="4070350" y="2933700"/>
          <p14:tracePt t="201829" x="4076700" y="2940050"/>
          <p14:tracePt t="201850" x="4076700" y="2946400"/>
          <p14:tracePt t="201857" x="4083050" y="2946400"/>
          <p14:tracePt t="201885" x="4083050" y="2952750"/>
          <p14:tracePt t="201907" x="4089400" y="2952750"/>
          <p14:tracePt t="202261" x="4083050" y="2952750"/>
          <p14:tracePt t="202269" x="4083050" y="2959100"/>
          <p14:tracePt t="202283" x="4070350" y="2965450"/>
          <p14:tracePt t="202290" x="4064000" y="2971800"/>
          <p14:tracePt t="202306" x="4051300" y="2984500"/>
          <p14:tracePt t="202320" x="4038600" y="2984500"/>
          <p14:tracePt t="202337" x="4025900" y="2990850"/>
          <p14:tracePt t="202354" x="4019550" y="2997200"/>
          <p14:tracePt t="202370" x="4013200" y="2997200"/>
          <p14:tracePt t="202386" x="4013200" y="3003550"/>
          <p14:tracePt t="202404" x="4013200" y="3009900"/>
          <p14:tracePt t="202430" x="4013200" y="3016250"/>
          <p14:tracePt t="202472" x="4013200" y="3022600"/>
          <p14:tracePt t="202536" x="4013200" y="3028950"/>
          <p14:tracePt t="202563" x="4013200" y="3035300"/>
          <p14:tracePt t="202571" x="4013200" y="3041650"/>
          <p14:tracePt t="202620" x="4006850" y="3048000"/>
          <p14:tracePt t="202633" x="4006850" y="3054350"/>
          <p14:tracePt t="202640" x="4000500" y="3054350"/>
          <p14:tracePt t="202662" x="3994150" y="3060700"/>
          <p14:tracePt t="202676" x="3987800" y="3060700"/>
          <p14:tracePt t="202690" x="3981450" y="3060700"/>
          <p14:tracePt t="202706" x="3981450" y="3067050"/>
          <p14:tracePt t="202719" x="3975100" y="3073400"/>
          <p14:tracePt t="202736" x="3937000" y="3086100"/>
          <p14:tracePt t="202753" x="3898900" y="3111500"/>
          <p14:tracePt t="202769" x="3867150" y="3117850"/>
          <p14:tracePt t="202786" x="3790950" y="3149600"/>
          <p14:tracePt t="202803" x="3733800" y="3175000"/>
          <p14:tracePt t="202819" x="3702050" y="3181350"/>
          <p14:tracePt t="202836" x="3663950" y="3200400"/>
          <p14:tracePt t="202852" x="3632200" y="3206750"/>
          <p14:tracePt t="202868" x="3600450" y="3219450"/>
          <p14:tracePt t="202885" x="3575050" y="3232150"/>
          <p14:tracePt t="202902" x="3562350" y="3238500"/>
          <p14:tracePt t="202918" x="3536950" y="3244850"/>
          <p14:tracePt t="202935" x="3530600" y="3244850"/>
          <p14:tracePt t="202951" x="3524250" y="3257550"/>
          <p14:tracePt t="202968" x="3524250" y="3263900"/>
          <p14:tracePt t="203001" x="3524250" y="3270250"/>
          <p14:tracePt t="203028" x="3524250" y="3276600"/>
          <p14:tracePt t="203112" x="3524250" y="3282950"/>
          <p14:tracePt t="203280" x="3530600" y="3282950"/>
          <p14:tracePt t="203316" x="3536950" y="3282950"/>
          <p14:tracePt t="203323" x="3543300" y="3289300"/>
          <p14:tracePt t="203344" x="3549650" y="3289300"/>
          <p14:tracePt t="203365" x="3556000" y="3295650"/>
          <p14:tracePt t="203379" x="3562350" y="3295650"/>
          <p14:tracePt t="203387" x="3562350" y="3302000"/>
          <p14:tracePt t="203400" x="3562350" y="3308350"/>
          <p14:tracePt t="203417" x="3575050" y="3314700"/>
          <p14:tracePt t="203434" x="3581400" y="3321050"/>
          <p14:tracePt t="203450" x="3613150" y="3333750"/>
          <p14:tracePt t="203466" x="3676650" y="3340100"/>
          <p14:tracePt t="203484" x="3778250" y="3346450"/>
          <p14:tracePt t="203500" x="3835400" y="3333750"/>
          <p14:tracePt t="203517" x="3898900" y="3327400"/>
          <p14:tracePt t="203533" x="4102100" y="3270250"/>
          <p14:tracePt t="203550" x="4165600" y="3251200"/>
          <p14:tracePt t="203566" x="4235450" y="3232150"/>
          <p14:tracePt t="203583" x="4337050" y="3187700"/>
          <p14:tracePt t="203599" x="4419600" y="3143250"/>
          <p14:tracePt t="203616" x="4464050" y="3124200"/>
          <p14:tracePt t="203633" x="4527550" y="3098800"/>
          <p14:tracePt t="203649" x="4565650" y="3073400"/>
          <p14:tracePt t="203667" x="4603750" y="3041650"/>
          <p14:tracePt t="203683" x="4616450" y="3028950"/>
          <p14:tracePt t="203699" x="4635500" y="3016250"/>
          <p14:tracePt t="203717" x="4635500" y="3009900"/>
          <p14:tracePt t="203749" x="4635500" y="2997200"/>
          <p14:tracePt t="203766" x="4622800" y="2997200"/>
          <p14:tracePt t="203782" x="4616450" y="2997200"/>
          <p14:tracePt t="203799" x="4610100" y="2997200"/>
          <p14:tracePt t="203815" x="4572000" y="2997200"/>
          <p14:tracePt t="203832" x="4559300" y="2997200"/>
          <p14:tracePt t="203850" x="4540250" y="3003550"/>
          <p14:tracePt t="203865" x="4489450" y="3028950"/>
          <p14:tracePt t="203881" x="4400550" y="3060700"/>
          <p14:tracePt t="203899" x="4279900" y="3105150"/>
          <p14:tracePt t="203915" x="4222750" y="3136900"/>
          <p14:tracePt t="203932" x="4152900" y="3155950"/>
          <p14:tracePt t="203948" x="4019550" y="3181350"/>
          <p14:tracePt t="203965" x="3943350" y="3206750"/>
          <p14:tracePt t="203981" x="3797300" y="3232150"/>
          <p14:tracePt t="203998" x="3721100" y="3244850"/>
          <p14:tracePt t="204015" x="3663950" y="3257550"/>
          <p14:tracePt t="204032" x="3594100" y="3276600"/>
          <p14:tracePt t="204048" x="3562350" y="3282950"/>
          <p14:tracePt t="204065" x="3524250" y="3295650"/>
          <p14:tracePt t="204082" x="3505200" y="3302000"/>
          <p14:tracePt t="204098" x="3486150" y="3314700"/>
          <p14:tracePt t="204114" x="3479800" y="3321050"/>
          <p14:tracePt t="204229" x="3486150" y="3321050"/>
          <p14:tracePt t="204236" x="3492500" y="3314700"/>
          <p14:tracePt t="204965" x="3492500" y="3321050"/>
          <p14:tracePt t="205000" x="3492500" y="3327400"/>
          <p14:tracePt t="205035" x="3492500" y="3333750"/>
          <p14:tracePt t="205050" x="3492500" y="3340100"/>
          <p14:tracePt t="205120" x="3492500" y="3346450"/>
          <p14:tracePt t="205141" x="3486150" y="3352800"/>
          <p14:tracePt t="205162" x="3486150" y="3359150"/>
          <p14:tracePt t="205183" x="3479800" y="3365500"/>
          <p14:tracePt t="205190" x="3479800" y="3371850"/>
          <p14:tracePt t="205204" x="3479800" y="3378200"/>
          <p14:tracePt t="205213" x="3473450" y="3378200"/>
          <p14:tracePt t="205227" x="3460750" y="3384550"/>
          <p14:tracePt t="205244" x="3448050" y="3397250"/>
          <p14:tracePt t="205260" x="3378200" y="3454400"/>
          <p14:tracePt t="205277" x="3346450" y="3473450"/>
          <p14:tracePt t="205294" x="3314700" y="3498850"/>
          <p14:tracePt t="205310" x="3232150" y="3562350"/>
          <p14:tracePt t="205327" x="3143250" y="3613150"/>
          <p14:tracePt t="205344" x="3111500" y="3651250"/>
          <p14:tracePt t="205360" x="3035300" y="3702050"/>
          <p14:tracePt t="205376" x="2965450" y="3752850"/>
          <p14:tracePt t="205394" x="2901950" y="3803650"/>
          <p14:tracePt t="205410" x="2876550" y="3816350"/>
          <p14:tracePt t="205426" x="2838450" y="3835400"/>
          <p14:tracePt t="205443" x="2800350" y="3854450"/>
          <p14:tracePt t="205460" x="2787650" y="3854450"/>
          <p14:tracePt t="205476" x="2762250" y="3879850"/>
          <p14:tracePt t="205493" x="2743200" y="3892550"/>
          <p14:tracePt t="205509" x="2736850" y="3892550"/>
          <p14:tracePt t="205526" x="2717800" y="3898900"/>
          <p14:tracePt t="205542" x="2686050" y="3930650"/>
          <p14:tracePt t="205559" x="2673350" y="3937000"/>
          <p14:tracePt t="205577" x="2660650" y="3949700"/>
          <p14:tracePt t="205609" x="2654300" y="3956050"/>
          <p14:tracePt t="205626" x="2647950" y="3962400"/>
          <p14:tracePt t="205642" x="2641600" y="3962400"/>
          <p14:tracePt t="205674" x="2635250" y="3962400"/>
          <p14:tracePt t="205744" x="2641600" y="3962400"/>
          <p14:tracePt t="205773" x="2647950" y="3962400"/>
          <p14:tracePt t="205837" x="2654300" y="3962400"/>
          <p14:tracePt t="205886" x="2660650" y="3962400"/>
          <p14:tracePt t="205914" x="2667000" y="3962400"/>
          <p14:tracePt t="205949" x="2673350" y="3962400"/>
          <p14:tracePt t="205984" x="2679700" y="3962400"/>
          <p14:tracePt t="206005" x="2686050" y="3962400"/>
          <p14:tracePt t="206068" x="2686050" y="3968750"/>
          <p14:tracePt t="206097" x="2679700" y="3968750"/>
          <p14:tracePt t="206125" x="2667000" y="3975100"/>
          <p14:tracePt t="206146" x="2660650" y="3981450"/>
          <p14:tracePt t="206153" x="2654300" y="3981450"/>
          <p14:tracePt t="206175" x="2654300" y="3987800"/>
          <p14:tracePt t="206188" x="2647950" y="3987800"/>
          <p14:tracePt t="206195" x="2641600" y="3994150"/>
          <p14:tracePt t="206211" x="2635250" y="3994150"/>
          <p14:tracePt t="206223" x="2628900" y="3994150"/>
          <p14:tracePt t="206240" x="2622550" y="3994150"/>
          <p14:tracePt t="206258" x="2616200" y="4000500"/>
          <p14:tracePt t="206273" x="2603500" y="4006850"/>
          <p14:tracePt t="206290" x="2578100" y="4006850"/>
          <p14:tracePt t="206307" x="2571750" y="4006850"/>
          <p14:tracePt t="206323" x="2540000" y="4006850"/>
          <p14:tracePt t="206340" x="2533650" y="4006850"/>
          <p14:tracePt t="206357" x="2527300" y="4006850"/>
          <p14:tracePt t="206373" x="2520950" y="4006850"/>
          <p14:tracePt t="206413" x="2527300" y="4006850"/>
          <p14:tracePt t="206420" x="2527300" y="4013200"/>
          <p14:tracePt t="206426" x="2533650" y="4013200"/>
          <p14:tracePt t="206448" x="2540000" y="4013200"/>
          <p14:tracePt t="206456" x="2546350" y="4013200"/>
          <p14:tracePt t="206473" x="2552700" y="4013200"/>
          <p14:tracePt t="206491" x="2571750" y="4013200"/>
          <p14:tracePt t="206506" x="2609850" y="4013200"/>
          <p14:tracePt t="206523" x="2705100" y="4013200"/>
          <p14:tracePt t="206540" x="2819400" y="4013200"/>
          <p14:tracePt t="206556" x="2882900" y="4013200"/>
          <p14:tracePt t="206573" x="3009900" y="4013200"/>
          <p14:tracePt t="206589" x="3105150" y="4013200"/>
          <p14:tracePt t="206606" x="3130550" y="4013200"/>
          <p14:tracePt t="206623" x="3181350" y="4013200"/>
          <p14:tracePt t="206638" x="3213100" y="4013200"/>
          <p14:tracePt t="206656" x="3225800" y="4013200"/>
          <p14:tracePt t="206672" x="3251200" y="4019550"/>
          <p14:tracePt t="206689" x="3276600" y="4013200"/>
          <p14:tracePt t="206705" x="3295650" y="4013200"/>
          <p14:tracePt t="206722" x="3340100" y="4013200"/>
          <p14:tracePt t="206738" x="3365500" y="4000500"/>
          <p14:tracePt t="206756" x="3378200" y="4000500"/>
          <p14:tracePt t="206772" x="3384550" y="4000500"/>
          <p14:tracePt t="206788" x="3390900" y="4000500"/>
          <p14:tracePt t="206806" x="3397250" y="3994150"/>
          <p14:tracePt t="206891" x="3397250" y="4000500"/>
          <p14:tracePt t="206898" x="3390900" y="4000500"/>
          <p14:tracePt t="206912" x="3384550" y="4000500"/>
          <p14:tracePt t="206921" x="3371850" y="4000500"/>
          <p14:tracePt t="206938" x="3359150" y="4000500"/>
          <p14:tracePt t="206955" x="3321050" y="4000500"/>
          <p14:tracePt t="206971" x="3251200" y="4000500"/>
          <p14:tracePt t="206988" x="3200400" y="3994150"/>
          <p14:tracePt t="207004" x="3079750" y="3987800"/>
          <p14:tracePt t="207021" x="2952750" y="3975100"/>
          <p14:tracePt t="207038" x="2832100" y="3975100"/>
          <p14:tracePt t="207054" x="2806700" y="3968750"/>
          <p14:tracePt t="207071" x="2774950" y="3968750"/>
          <p14:tracePt t="207088" x="2736850" y="3968750"/>
          <p14:tracePt t="207124" x="2736850" y="3975100"/>
          <p14:tracePt t="207151" x="2743200" y="3975100"/>
          <p14:tracePt t="207158" x="2749550" y="3981450"/>
          <p14:tracePt t="207173" x="2755900" y="3981450"/>
          <p14:tracePt t="207187" x="2762250" y="3987800"/>
          <p14:tracePt t="207203" x="2774950" y="3987800"/>
          <p14:tracePt t="207222" x="2794000" y="3987800"/>
          <p14:tracePt t="207237" x="2800350" y="3987800"/>
          <p14:tracePt t="207254" x="2813050" y="3987800"/>
          <p14:tracePt t="207270" x="2819400" y="3987800"/>
          <p14:tracePt t="207287" x="2838450" y="3987800"/>
          <p14:tracePt t="207303" x="2851150" y="3987800"/>
          <p14:tracePt t="207320" x="2921000" y="3987800"/>
          <p14:tracePt t="207337" x="2959100" y="3987800"/>
          <p14:tracePt t="207354" x="2997200" y="3987800"/>
          <p14:tracePt t="207370" x="3206750" y="3981450"/>
          <p14:tracePt t="207386" x="3282950" y="3981450"/>
          <p14:tracePt t="207404" x="3422650" y="3975100"/>
          <p14:tracePt t="207419" x="3486150" y="3962400"/>
          <p14:tracePt t="207436" x="3568700" y="3956050"/>
          <p14:tracePt t="207453" x="3613150" y="3949700"/>
          <p14:tracePt t="207470" x="3632200" y="3949700"/>
          <p14:tracePt t="207486" x="3644900" y="3949700"/>
          <p14:tracePt t="208717" x="3644900" y="3943350"/>
          <p14:tracePt t="208724" x="3638550" y="3924300"/>
          <p14:tracePt t="208738" x="3632200" y="3905250"/>
          <p14:tracePt t="208748" x="3625850" y="3873500"/>
          <p14:tracePt t="208765" x="3619500" y="3848100"/>
          <p14:tracePt t="208781" x="3606800" y="3784600"/>
          <p14:tracePt t="208798" x="3594100" y="3721100"/>
          <p14:tracePt t="208815" x="3594100" y="3689350"/>
          <p14:tracePt t="208831" x="3594100" y="3625850"/>
          <p14:tracePt t="208848" x="3587750" y="3575050"/>
          <p14:tracePt t="208865" x="3587750" y="3543300"/>
          <p14:tracePt t="208881" x="3587750" y="3530600"/>
          <p14:tracePt t="208898" x="3594100" y="3524250"/>
          <p14:tracePt t="208915" x="3606800" y="3517900"/>
          <p14:tracePt t="208947" x="3619500" y="3517900"/>
          <p14:tracePt t="208977" x="3625850" y="3517900"/>
          <p14:tracePt t="209047" x="3625850" y="3511550"/>
          <p14:tracePt t="209054" x="3625850" y="3505200"/>
          <p14:tracePt t="209075" x="3625850" y="3498850"/>
          <p14:tracePt t="209090" x="3619500" y="3498850"/>
          <p14:tracePt t="209098" x="3619500" y="3492500"/>
          <p14:tracePt t="209113" x="3606800" y="3486150"/>
          <p14:tracePt t="209131" x="3587750" y="3467100"/>
          <p14:tracePt t="209147" x="3562350" y="3435350"/>
          <p14:tracePt t="209163" x="3549650" y="3422650"/>
          <p14:tracePt t="209181" x="3505200" y="3390900"/>
          <p14:tracePt t="209197" x="3460750" y="3359150"/>
          <p14:tracePt t="209213" x="3441700" y="3346450"/>
          <p14:tracePt t="209230" x="3403600" y="3327400"/>
          <p14:tracePt t="209246" x="3384550" y="3308350"/>
          <p14:tracePt t="209263" x="3352800" y="3295650"/>
          <p14:tracePt t="209280" x="3314700" y="3282950"/>
          <p14:tracePt t="209296" x="3308350" y="3282950"/>
          <p14:tracePt t="209313" x="3302000" y="3282950"/>
          <p14:tracePt t="209329" x="3289300" y="3282950"/>
          <p14:tracePt t="209346" x="3289300" y="3289300"/>
          <p14:tracePt t="209363" x="3289300" y="3302000"/>
          <p14:tracePt t="209379" x="3289300" y="3308350"/>
          <p14:tracePt t="209396" x="3289300" y="3314700"/>
          <p14:tracePt t="209413" x="3289300" y="3321050"/>
          <p14:tracePt t="209429" x="3289300" y="3333750"/>
          <p14:tracePt t="209446" x="3282950" y="3340100"/>
          <p14:tracePt t="209463" x="3282950" y="3346450"/>
          <p14:tracePt t="209479" x="3276600" y="3346450"/>
          <p14:tracePt t="209495" x="3270250" y="3352800"/>
          <p14:tracePt t="209512" x="3257550" y="3371850"/>
          <p14:tracePt t="209529" x="3238500" y="3384550"/>
          <p14:tracePt t="209546" x="3175000" y="3454400"/>
          <p14:tracePt t="209562" x="3136900" y="3498850"/>
          <p14:tracePt t="209579" x="3098800" y="3530600"/>
          <p14:tracePt t="209595" x="3016250" y="3625850"/>
          <p14:tracePt t="209612" x="2946400" y="3714750"/>
          <p14:tracePt t="209615" x="2908300" y="3765550"/>
          <p14:tracePt t="209645" x="2857500" y="3841750"/>
          <p14:tracePt t="209662" x="2806700" y="3898900"/>
          <p14:tracePt t="209679" x="2794000" y="3917950"/>
          <p14:tracePt t="209695" x="2768600" y="3937000"/>
          <p14:tracePt t="209712" x="2755900" y="3949700"/>
          <p14:tracePt t="209729" x="2736850" y="3949700"/>
          <p14:tracePt t="209745" x="2736850" y="3956050"/>
          <p14:tracePt t="209841" x="2736850" y="3949700"/>
          <p14:tracePt t="209869" x="2736850" y="3943350"/>
          <p14:tracePt t="209890" x="2743200" y="3937000"/>
          <p14:tracePt t="209897" x="2749550" y="3937000"/>
          <p14:tracePt t="209933" x="2749550" y="3930650"/>
          <p14:tracePt t="209940" x="2755900" y="3930650"/>
          <p14:tracePt t="209989" x="2768600" y="3924300"/>
          <p14:tracePt t="210003" x="2774950" y="3924300"/>
          <p14:tracePt t="210009" x="2781300" y="3917950"/>
          <p14:tracePt t="210024" x="2794000" y="3917950"/>
          <p14:tracePt t="210031" x="2813050" y="3917950"/>
          <p14:tracePt t="210043" x="2844800" y="3911600"/>
          <p14:tracePt t="210060" x="2908300" y="3898900"/>
          <p14:tracePt t="210077" x="2959100" y="3898900"/>
          <p14:tracePt t="210094" x="3016250" y="3898900"/>
          <p14:tracePt t="210110" x="3175000" y="3911600"/>
          <p14:tracePt t="210127" x="3213100" y="3924300"/>
          <p14:tracePt t="210130" x="3244850" y="3930650"/>
          <p14:tracePt t="210146" x="3276600" y="3943350"/>
          <p14:tracePt t="210160" x="3302000" y="3949700"/>
          <p14:tracePt t="210176" x="3340100" y="3975100"/>
          <p14:tracePt t="210193" x="3359150" y="3994150"/>
          <p14:tracePt t="210210" x="3365500" y="3994150"/>
          <p14:tracePt t="210227" x="3371850" y="4000500"/>
          <p14:tracePt t="210270" x="3371850" y="4006850"/>
          <p14:tracePt t="210383" x="3378200" y="4013200"/>
          <p14:tracePt t="210389" x="3384550" y="4013200"/>
          <p14:tracePt t="210754" x="3371850" y="4013200"/>
          <p14:tracePt t="210761" x="3346450" y="4013200"/>
          <p14:tracePt t="210777" x="3314700" y="4013200"/>
          <p14:tracePt t="210791" x="3289300" y="4013200"/>
          <p14:tracePt t="210808" x="3219450" y="4013200"/>
          <p14:tracePt t="210825" x="3162300" y="4013200"/>
          <p14:tracePt t="210841" x="3130550" y="4013200"/>
          <p14:tracePt t="210857" x="3105150" y="4013200"/>
          <p14:tracePt t="210874" x="3086100" y="4025900"/>
          <p14:tracePt t="210907" x="3086100" y="4032250"/>
          <p14:tracePt t="210936" x="3086100" y="4038600"/>
          <p14:tracePt t="210965" x="3092450" y="4038600"/>
          <p14:tracePt t="210972" x="3098800" y="4038600"/>
          <p14:tracePt t="210986" x="3105150" y="4038600"/>
          <p14:tracePt t="210994" x="3111500" y="4038600"/>
          <p14:tracePt t="211014" x="3117850" y="4038600"/>
          <p14:tracePt t="211042" x="3124200" y="4038600"/>
          <p14:tracePt t="211063" x="3130550" y="4038600"/>
          <p14:tracePt t="211077" x="3136900" y="4038600"/>
          <p14:tracePt t="211098" x="3143250" y="4038600"/>
          <p14:tracePt t="211105" x="3149600" y="4038600"/>
          <p14:tracePt t="211112" x="3155950" y="4038600"/>
          <p14:tracePt t="211127" x="3162300" y="4038600"/>
          <p14:tracePt t="211140" x="3175000" y="4038600"/>
          <p14:tracePt t="211157" x="3232150" y="4032250"/>
          <p14:tracePt t="211173" x="3282950" y="4032250"/>
          <p14:tracePt t="211190" x="3409950" y="4019550"/>
          <p14:tracePt t="211206" x="3594100" y="4013200"/>
          <p14:tracePt t="211223" x="3670300" y="4013200"/>
          <p14:tracePt t="211240" x="3822700" y="3994150"/>
          <p14:tracePt t="211256" x="3930650" y="3981450"/>
          <p14:tracePt t="211274" x="3987800" y="3975100"/>
          <p14:tracePt t="211289" x="4006850" y="3975100"/>
          <p14:tracePt t="211306" x="4019550" y="3975100"/>
          <p14:tracePt t="211323" x="4038600" y="3975100"/>
          <p14:tracePt t="211339" x="4044950" y="3968750"/>
          <p14:tracePt t="211745" x="4038600" y="3968750"/>
          <p14:tracePt t="211766" x="4032250" y="3968750"/>
          <p14:tracePt t="211780" x="4025900" y="3968750"/>
          <p14:tracePt t="211801" x="4019550" y="3968750"/>
          <p14:tracePt t="211808" x="4013200" y="3968750"/>
          <p14:tracePt t="211857" x="4006850" y="3968750"/>
          <p14:tracePt t="211878" x="4000500" y="3968750"/>
          <p14:tracePt t="211906" x="3994150" y="3968750"/>
          <p14:tracePt t="211927" x="3981450" y="3968750"/>
          <p14:tracePt t="211948" x="3975100" y="3968750"/>
          <p14:tracePt t="211955" x="3968750" y="3968750"/>
          <p14:tracePt t="211969" x="3962400" y="3968750"/>
          <p14:tracePt t="211976" x="3949700" y="3968750"/>
          <p14:tracePt t="211991" x="3930650" y="3968750"/>
          <p14:tracePt t="212004" x="3905250" y="3962400"/>
          <p14:tracePt t="212020" x="3829050" y="3962400"/>
          <p14:tracePt t="212037" x="3765550" y="3962400"/>
          <p14:tracePt t="212054" x="3625850" y="3962400"/>
          <p14:tracePt t="212070" x="3467100" y="3987800"/>
          <p14:tracePt t="212087" x="3378200" y="3994150"/>
          <p14:tracePt t="212103" x="3213100" y="4013200"/>
          <p14:tracePt t="212120" x="3067050" y="4032250"/>
          <p14:tracePt t="212136" x="3022600" y="4044950"/>
          <p14:tracePt t="212153" x="2946400" y="4044950"/>
          <p14:tracePt t="212170" x="2895600" y="4044950"/>
          <p14:tracePt t="212187" x="2882900" y="4044950"/>
          <p14:tracePt t="212203" x="2863850" y="4044950"/>
          <p14:tracePt t="212237" x="2851150" y="4044950"/>
          <p14:tracePt t="212269" x="2844800" y="4044950"/>
          <p14:tracePt t="212286" x="2832100" y="4044950"/>
          <p14:tracePt t="212319" x="2825750" y="4044950"/>
          <p14:tracePt t="212342" x="2819400" y="4044950"/>
          <p14:tracePt t="212363" x="2813050" y="4044950"/>
          <p14:tracePt t="212377" x="2806700" y="4044950"/>
          <p14:tracePt t="212398" x="2800350" y="4044950"/>
          <p14:tracePt t="212420" x="2794000" y="4044950"/>
          <p14:tracePt t="212433" x="2787650" y="4044950"/>
          <p14:tracePt t="212462" x="2781300" y="4044950"/>
          <p14:tracePt t="212470" x="2774950" y="4044950"/>
          <p14:tracePt t="212483" x="2762250" y="4044950"/>
          <p14:tracePt t="212490" x="2749550" y="4044950"/>
          <p14:tracePt t="212505" x="2736850" y="4044950"/>
          <p14:tracePt t="212519" x="2698750" y="4044950"/>
          <p14:tracePt t="212535" x="2667000" y="4032250"/>
          <p14:tracePt t="212553" x="2616200" y="4006850"/>
          <p14:tracePt t="212568" x="2584450" y="3987800"/>
          <p14:tracePt t="212585" x="2514600" y="3917950"/>
          <p14:tracePt t="212602" x="2432050" y="3835400"/>
          <p14:tracePt t="212618" x="2393950" y="3790950"/>
          <p14:tracePt t="212635" x="2317750" y="3714750"/>
          <p14:tracePt t="212652" x="2235200" y="3638550"/>
          <p14:tracePt t="212668" x="2197100" y="3600450"/>
          <p14:tracePt t="212672" x="2152650" y="3562350"/>
          <p14:tracePt t="212685" x="2120900" y="3536950"/>
          <p14:tracePt t="212701" x="2044700" y="3479800"/>
          <p14:tracePt t="212718" x="2019300" y="3454400"/>
          <p14:tracePt t="212735" x="1949450" y="3397250"/>
          <p14:tracePt t="212751" x="1917700" y="3359150"/>
          <p14:tracePt t="212768" x="1905000" y="3340100"/>
          <p14:tracePt t="212785" x="1873250" y="3314700"/>
          <p14:tracePt t="212801" x="1854200" y="3289300"/>
          <p14:tracePt t="212818" x="1841500" y="3282950"/>
          <p14:tracePt t="212834" x="1828800" y="3270250"/>
          <p14:tracePt t="212867" x="1816100" y="3263900"/>
          <p14:tracePt t="212884" x="1809750" y="3263900"/>
          <p14:tracePt t="212900" x="1803400" y="3263900"/>
          <p14:tracePt t="212917" x="1797050" y="3263900"/>
          <p14:tracePt t="212934" x="1797050" y="3276600"/>
          <p14:tracePt t="212960" x="1797050" y="3282950"/>
          <p14:tracePt t="213010" x="1797050" y="3289300"/>
          <p14:tracePt t="213030" x="1797050" y="3295650"/>
          <p14:tracePt t="213052" x="1790700" y="3295650"/>
          <p14:tracePt t="213065" x="1790700" y="3302000"/>
          <p14:tracePt t="213073" x="1790700" y="3308350"/>
          <p14:tracePt t="213101" x="1790700" y="3314700"/>
          <p14:tracePt t="213143" x="1790700" y="3321050"/>
          <p14:tracePt t="213206" x="1790700" y="3327400"/>
          <p14:tracePt t="213234" x="1790700" y="3333750"/>
          <p14:tracePt t="213241" x="1797050" y="3333750"/>
          <p14:tracePt t="213263" x="1803400" y="3340100"/>
          <p14:tracePt t="213284" x="1809750" y="3340100"/>
          <p14:tracePt t="213290" x="1816100" y="3340100"/>
          <p14:tracePt t="213312" x="1816100" y="3346450"/>
          <p14:tracePt t="213334" x="1822450" y="3352800"/>
          <p14:tracePt t="213361" x="1828800" y="3352800"/>
          <p14:tracePt t="213375" x="1828800" y="3359150"/>
          <p14:tracePt t="213385" x="1835150" y="3365500"/>
          <p14:tracePt t="213399" x="1841500" y="3371850"/>
          <p14:tracePt t="213417" x="1860550" y="3397250"/>
          <p14:tracePt t="213432" x="1898650" y="3422650"/>
          <p14:tracePt t="213449" x="1911350" y="3441700"/>
          <p14:tracePt t="213466" x="1943100" y="3467100"/>
          <p14:tracePt t="213481" x="1968500" y="3479800"/>
          <p14:tracePt t="213499" x="1993900" y="3498850"/>
          <p14:tracePt t="213516" x="2012950" y="3511550"/>
          <p14:tracePt t="213532" x="2019300" y="3511550"/>
          <p14:tracePt t="213548" x="2032000" y="3517900"/>
          <p14:tracePt t="213581" x="2038350" y="3517900"/>
          <p14:tracePt t="213607" x="2044700" y="3524250"/>
          <p14:tracePt t="213663" x="2051050" y="3524250"/>
          <p14:tracePt t="213677" x="2057400" y="3524250"/>
          <p14:tracePt t="213705" x="2063750" y="3524250"/>
          <p14:tracePt t="213712" x="2070100" y="3530600"/>
          <p14:tracePt t="213726" x="2076450" y="3530600"/>
          <p14:tracePt t="213749" x="2082800" y="3530600"/>
          <p14:tracePt t="213755" x="2089150" y="3536950"/>
          <p14:tracePt t="213769" x="2095500" y="3536950"/>
          <p14:tracePt t="213781" x="2114550" y="3543300"/>
          <p14:tracePt t="213798" x="2159000" y="3556000"/>
          <p14:tracePt t="213814" x="2190750" y="3562350"/>
          <p14:tracePt t="213832" x="2266950" y="3587750"/>
          <p14:tracePt t="213847" x="2336800" y="3600450"/>
          <p14:tracePt t="213864" x="2355850" y="3606800"/>
          <p14:tracePt t="213881" x="2406650" y="3632200"/>
          <p14:tracePt t="213897" x="2451100" y="3644900"/>
          <p14:tracePt t="213914" x="2463800" y="3651250"/>
          <p14:tracePt t="213931" x="2476500" y="3657600"/>
          <p14:tracePt t="213947" x="2489200" y="3663950"/>
          <p14:tracePt t="213964" x="2495550" y="3663950"/>
          <p14:tracePt t="213996" x="2501900" y="3663950"/>
          <p14:tracePt t="214035" x="2508250" y="3663950"/>
          <p14:tracePt t="214099" x="2514600" y="3663950"/>
          <p14:tracePt t="214169" x="2514600" y="3657600"/>
          <p14:tracePt t="214225" x="2520950" y="3657600"/>
          <p14:tracePt t="214247" x="2527300" y="3657600"/>
          <p14:tracePt t="214274" x="2533650" y="3657600"/>
          <p14:tracePt t="214288" x="2540000" y="3657600"/>
          <p14:tracePt t="214309" x="2546350" y="3663950"/>
          <p14:tracePt t="214324" x="2552700" y="3670300"/>
          <p14:tracePt t="214344" x="2559050" y="3670300"/>
          <p14:tracePt t="214359" x="2565400" y="3676650"/>
          <p14:tracePt t="214366" x="2571750" y="3676650"/>
          <p14:tracePt t="214382" x="2584450" y="3683000"/>
          <p14:tracePt t="214395" x="2603500" y="3702050"/>
          <p14:tracePt t="214412" x="2660650" y="3746500"/>
          <p14:tracePt t="214429" x="2762250" y="3810000"/>
          <p14:tracePt t="214445" x="2819400" y="3841750"/>
          <p14:tracePt t="214462" x="2933700" y="3892550"/>
          <p14:tracePt t="214479" x="3028950" y="3949700"/>
          <p14:tracePt t="214495" x="3060700" y="3968750"/>
          <p14:tracePt t="214512" x="3124200" y="3987800"/>
          <p14:tracePt t="214528" x="3143250" y="3994150"/>
          <p14:tracePt t="214545" x="3155950" y="4000500"/>
          <p14:tracePt t="214562" x="3155950" y="4006850"/>
          <p14:tracePt t="214595" x="3162300" y="4006850"/>
          <p14:tracePt t="214710" x="3168650" y="4006850"/>
          <p14:tracePt t="214928" x="3155950" y="4006850"/>
          <p14:tracePt t="214942" x="3149600" y="4006850"/>
          <p14:tracePt t="214949" x="3130550" y="4000500"/>
          <p14:tracePt t="214964" x="3111500" y="4000500"/>
          <p14:tracePt t="214977" x="3067050" y="3994150"/>
          <p14:tracePt t="214993" x="3041650" y="3987800"/>
          <p14:tracePt t="215010" x="3016250" y="3987800"/>
          <p14:tracePt t="215027" x="2946400" y="3981450"/>
          <p14:tracePt t="215043" x="2927350" y="3981450"/>
          <p14:tracePt t="215060" x="2895600" y="3981450"/>
          <p14:tracePt t="215076" x="2857500" y="3981450"/>
          <p14:tracePt t="215093" x="2813050" y="3987800"/>
          <p14:tracePt t="215111" x="2762250" y="3994150"/>
          <p14:tracePt t="215126" x="2743200" y="4000500"/>
          <p14:tracePt t="215143" x="2711450" y="4006850"/>
          <p14:tracePt t="215160" x="2679700" y="4006850"/>
          <p14:tracePt t="215176" x="2667000" y="4006850"/>
          <p14:tracePt t="215193" x="2654300" y="4006850"/>
          <p14:tracePt t="215209" x="2647950" y="4000500"/>
          <p14:tracePt t="215246" x="2654300" y="4000500"/>
          <p14:tracePt t="215259" x="2667000" y="4000500"/>
          <p14:tracePt t="215293" x="2686050" y="4000500"/>
          <p14:tracePt t="215309" x="2692400" y="4000500"/>
          <p14:tracePt t="215326" x="2698750" y="4000500"/>
          <p14:tracePt t="215342" x="2705100" y="4000500"/>
          <p14:tracePt t="215359" x="2711450" y="4000500"/>
          <p14:tracePt t="215375" x="2736850" y="4000500"/>
          <p14:tracePt t="215392" x="2781300" y="3987800"/>
          <p14:tracePt t="215408" x="2813050" y="3975100"/>
          <p14:tracePt t="215426" x="2908300" y="3937000"/>
          <p14:tracePt t="215442" x="3022600" y="3873500"/>
          <p14:tracePt t="215458" x="3092450" y="3841750"/>
          <p14:tracePt t="215476" x="3206750" y="3765550"/>
          <p14:tracePt t="215491" x="3308350" y="3670300"/>
          <p14:tracePt t="215508" x="3359150" y="3632200"/>
          <p14:tracePt t="215525" x="3448050" y="3549650"/>
          <p14:tracePt t="215541" x="3498850" y="3505200"/>
          <p14:tracePt t="215558" x="3530600" y="3473450"/>
          <p14:tracePt t="215575" x="3575050" y="3435350"/>
          <p14:tracePt t="215591" x="3587750" y="3429000"/>
          <p14:tracePt t="215609" x="3606800" y="3409950"/>
          <p14:tracePt t="215625" x="3613150" y="3390900"/>
          <p14:tracePt t="215641" x="3613150" y="3384550"/>
          <p14:tracePt t="215658" x="3613150" y="3378200"/>
          <p14:tracePt t="215674" x="3613150" y="3365500"/>
          <p14:tracePt t="215708" x="3613150" y="3352800"/>
          <p14:tracePt t="215724" x="3613150" y="3346450"/>
          <p14:tracePt t="215757" x="3613150" y="3340100"/>
          <p14:tracePt t="215806" x="3613150" y="3333750"/>
          <p14:tracePt t="215813" x="3613150" y="3327400"/>
          <p14:tracePt t="215842" x="3613150" y="3321050"/>
          <p14:tracePt t="215862" x="3606800" y="3314700"/>
          <p14:tracePt t="215904" x="3606800" y="3308350"/>
          <p14:tracePt t="216003" x="3613150" y="3314700"/>
          <p14:tracePt t="216017" x="3619500" y="3314700"/>
          <p14:tracePt t="216026" x="3625850" y="3314700"/>
          <p14:tracePt t="216039" x="3632200" y="3314700"/>
          <p14:tracePt t="216056" x="3651250" y="3321050"/>
          <p14:tracePt t="216073" x="3683000" y="3327400"/>
          <p14:tracePt t="216090" x="3708400" y="3327400"/>
          <p14:tracePt t="216106" x="3759200" y="3333750"/>
          <p14:tracePt t="216123" x="3803650" y="3340100"/>
          <p14:tracePt t="216139" x="3822700" y="3340100"/>
          <p14:tracePt t="216157" x="3841750" y="3346450"/>
          <p14:tracePt t="216160" x="3860800" y="3346450"/>
          <p14:tracePt t="216173" x="3879850" y="3346450"/>
          <p14:tracePt t="216189" x="3886200" y="3346450"/>
          <p14:tracePt t="216222" x="3873500" y="3346450"/>
          <p14:tracePt t="216239" x="3841750" y="3340100"/>
          <p14:tracePt t="216256" x="3790950" y="3333750"/>
          <p14:tracePt t="216272" x="3765550" y="3333750"/>
          <p14:tracePt t="216289" x="3670300" y="3327400"/>
          <p14:tracePt t="216306" x="3568700" y="3327400"/>
          <p14:tracePt t="216322" x="3517900" y="3327400"/>
          <p14:tracePt t="216339" x="3409950" y="3314700"/>
          <p14:tracePt t="216355" x="3365500" y="3314700"/>
          <p14:tracePt t="216372" x="3340100" y="3314700"/>
          <p14:tracePt t="216389" x="3321050" y="3308350"/>
          <p14:tracePt t="216405" x="3308350" y="3308350"/>
          <p14:tracePt t="216467" x="3321050" y="3308350"/>
          <p14:tracePt t="216474" x="3327400" y="3314700"/>
          <p14:tracePt t="216488" x="3340100" y="3314700"/>
          <p14:tracePt t="216495" x="3346450" y="3321050"/>
          <p14:tracePt t="216509" x="3352800" y="3321050"/>
          <p14:tracePt t="216522" x="3359150" y="3321050"/>
          <p14:tracePt t="216538" x="3378200" y="3327400"/>
          <p14:tracePt t="216555" x="3390900" y="3327400"/>
          <p14:tracePt t="216571" x="3416300" y="3333750"/>
          <p14:tracePt t="216588" x="3467100" y="3340100"/>
          <p14:tracePt t="216604" x="3486150" y="3340100"/>
          <p14:tracePt t="216621" x="3530600" y="3340100"/>
          <p14:tracePt t="216637" x="3575050" y="3340100"/>
          <p14:tracePt t="216654" x="3594100" y="3340100"/>
          <p14:tracePt t="216658" x="3606800" y="3340100"/>
          <p14:tracePt t="216671" x="3625850" y="3340100"/>
          <p14:tracePt t="216687" x="3644900" y="3340100"/>
          <p14:tracePt t="216705" x="3651250" y="3340100"/>
          <p14:tracePt t="216721" x="3657600" y="3340100"/>
          <p14:tracePt t="216737" x="3663950" y="3340100"/>
          <p14:tracePt t="217001" x="3657600" y="3346450"/>
          <p14:tracePt t="217008" x="3644900" y="3352800"/>
          <p14:tracePt t="217020" x="3632200" y="3359150"/>
          <p14:tracePt t="217037" x="3587750" y="3390900"/>
          <p14:tracePt t="217053" x="3556000" y="3429000"/>
          <p14:tracePt t="217070" x="3479800" y="3505200"/>
          <p14:tracePt t="217087" x="3409950" y="3613150"/>
          <p14:tracePt t="217104" x="3378200" y="3657600"/>
          <p14:tracePt t="217120" x="3346450" y="3727450"/>
          <p14:tracePt t="217137" x="3340100" y="3759200"/>
          <p14:tracePt t="217153" x="3321050" y="3803650"/>
          <p14:tracePt t="217170" x="3321050" y="3829050"/>
          <p14:tracePt t="217185" x="3321050" y="3841750"/>
          <p14:tracePt t="217211" x="3321050" y="3848100"/>
          <p14:tracePt t="217246" x="3321050" y="3854450"/>
          <p14:tracePt t="217282" x="3321050" y="3860800"/>
          <p14:tracePt t="217288" x="3321050" y="3867150"/>
          <p14:tracePt t="217317" x="3321050" y="3873500"/>
          <p14:tracePt t="217366" x="3321050" y="3879850"/>
          <p14:tracePt t="217401" x="3321050" y="3886200"/>
          <p14:tracePt t="217408" x="3321050" y="3892550"/>
          <p14:tracePt t="217436" x="3321050" y="3898900"/>
          <p14:tracePt t="217456" x="3321050" y="3905250"/>
          <p14:tracePt t="217528" x="3321050" y="3898900"/>
          <p14:tracePt t="217542" x="3314700" y="3898900"/>
          <p14:tracePt t="217549" x="3314700" y="3886200"/>
          <p14:tracePt t="217563" x="3308350" y="3886200"/>
          <p14:tracePt t="217571" x="3308350" y="3867150"/>
          <p14:tracePt t="217584" x="3308350" y="3848100"/>
          <p14:tracePt t="217601" x="3302000" y="3784600"/>
          <p14:tracePt t="217619" x="3302000" y="3683000"/>
          <p14:tracePt t="217634" x="3302000" y="3619500"/>
          <p14:tracePt t="217651" x="3321050" y="3486150"/>
          <p14:tracePt t="217669" x="3352800" y="3352800"/>
          <p14:tracePt t="217685" x="3371850" y="3289300"/>
          <p14:tracePt t="217701" x="3390900" y="3232150"/>
          <p14:tracePt t="217717" x="3454400" y="3092450"/>
          <p14:tracePt t="217734" x="3473450" y="3060700"/>
          <p14:tracePt t="217751" x="3492500" y="3035300"/>
          <p14:tracePt t="217767" x="3517900" y="3016250"/>
          <p14:tracePt t="217784" x="3536950" y="3009900"/>
          <p14:tracePt t="217817" x="3549650" y="3009900"/>
          <p14:tracePt t="217834" x="3556000" y="3009900"/>
          <p14:tracePt t="217851" x="3562350" y="3022600"/>
          <p14:tracePt t="217867" x="3568700" y="3028950"/>
          <p14:tracePt t="217900" x="3575050" y="3041650"/>
          <p14:tracePt t="217934" x="3575050" y="3054350"/>
          <p14:tracePt t="217950" x="3575050" y="3060700"/>
          <p14:tracePt t="217991" x="3575050" y="3067050"/>
          <p14:tracePt t="218019" x="3575050" y="3073400"/>
          <p14:tracePt t="218034" x="3575050" y="3079750"/>
          <p14:tracePt t="218060" x="3575050" y="3086100"/>
          <p14:tracePt t="218104" x="3575050" y="3092450"/>
          <p14:tracePt t="218110" x="3575050" y="3098800"/>
          <p14:tracePt t="218124" x="3575050" y="3105150"/>
          <p14:tracePt t="218133" x="3581400" y="3105150"/>
          <p14:tracePt t="218160" x="3581400" y="3111500"/>
          <p14:tracePt t="218173" x="3581400" y="3117850"/>
          <p14:tracePt t="218195" x="3581400" y="3124200"/>
          <p14:tracePt t="218202" x="3587750" y="3130550"/>
          <p14:tracePt t="218216" x="3587750" y="3136900"/>
          <p14:tracePt t="218232" x="3594100" y="3149600"/>
          <p14:tracePt t="218249" x="3600450" y="3162300"/>
          <p14:tracePt t="218266" x="3606800" y="3187700"/>
          <p14:tracePt t="218282" x="3619500" y="3213100"/>
          <p14:tracePt t="218299" x="3625850" y="3238500"/>
          <p14:tracePt t="218315" x="3638550" y="3257550"/>
          <p14:tracePt t="218332" x="3651250" y="3270250"/>
          <p14:tracePt t="218349" x="3670300" y="3308350"/>
          <p14:tracePt t="218365" x="3670300" y="3321050"/>
          <p14:tracePt t="218776" x="3670300" y="3359150"/>
          <p14:tracePt t="218790" x="3683000" y="3409950"/>
          <p14:tracePt t="218799" x="3689350" y="3454400"/>
          <p14:tracePt t="218813" x="3689350" y="3543300"/>
          <p14:tracePt t="218830" x="3689350" y="3581400"/>
          <p14:tracePt t="218847" x="3695700" y="3638550"/>
          <p14:tracePt t="218863" x="3702050" y="3663950"/>
          <p14:tracePt t="218881" x="3708400" y="3708400"/>
          <p14:tracePt t="218896" x="3714750" y="3759200"/>
          <p14:tracePt t="218913" x="3721100" y="3778250"/>
          <p14:tracePt t="218930" x="3733800" y="3822700"/>
          <p14:tracePt t="218946" x="3740150" y="3854450"/>
          <p14:tracePt t="218963" x="3746500" y="3867150"/>
          <p14:tracePt t="218980" x="3746500" y="3879850"/>
          <p14:tracePt t="218996" x="3746500" y="3892550"/>
          <p14:tracePt t="219085" x="3752850" y="3892550"/>
          <p14:tracePt t="219092" x="3759200" y="3892550"/>
          <p14:tracePt t="219106" x="3759200" y="3879850"/>
          <p14:tracePt t="219115" x="3765550" y="3873500"/>
          <p14:tracePt t="219129" x="3765550" y="3867150"/>
          <p14:tracePt t="219146" x="3765550" y="3854450"/>
          <p14:tracePt t="219162" x="3797300" y="3790950"/>
          <p14:tracePt t="219179" x="3803650" y="3752850"/>
          <p14:tracePt t="219196" x="3829050" y="3695700"/>
          <p14:tracePt t="219199" x="3867150" y="3625850"/>
          <p14:tracePt t="219213" x="3911600" y="3556000"/>
          <p14:tracePt t="219229" x="3937000" y="3479800"/>
          <p14:tracePt t="219247" x="4083050" y="3232150"/>
          <p14:tracePt t="219262" x="4133850" y="3175000"/>
          <p14:tracePt t="219278" x="4210050" y="3060700"/>
          <p14:tracePt t="219296" x="4279900" y="2978150"/>
          <p14:tracePt t="219312" x="4318000" y="2933700"/>
          <p14:tracePt t="219328" x="4362450" y="2870200"/>
          <p14:tracePt t="219345" x="4406900" y="2825750"/>
          <p14:tracePt t="219362" x="4425950" y="2813050"/>
          <p14:tracePt t="219378" x="4451350" y="2781300"/>
          <p14:tracePt t="219395" x="4470400" y="2768600"/>
          <p14:tracePt t="219436" x="4476750" y="2768600"/>
          <p14:tracePt t="219478" x="4483100" y="2768600"/>
          <p14:tracePt t="219549" x="4483100" y="2774950"/>
          <p14:tracePt t="219625" x="4483100" y="2781300"/>
          <p14:tracePt t="219668" x="4476750" y="2787650"/>
          <p14:tracePt t="219696" x="4476750" y="2794000"/>
          <p14:tracePt t="219781" x="4476750" y="2800350"/>
          <p14:tracePt t="219795" x="4476750" y="2806700"/>
          <p14:tracePt t="219808" x="4470400" y="2813050"/>
          <p14:tracePt t="219823" x="4470400" y="2819400"/>
          <p14:tracePt t="219830" x="4464050" y="2825750"/>
          <p14:tracePt t="219843" x="4457700" y="2844800"/>
          <p14:tracePt t="219860" x="4432300" y="2914650"/>
          <p14:tracePt t="219877" x="4406900" y="2971800"/>
          <p14:tracePt t="219893" x="4337050" y="3130550"/>
          <p14:tracePt t="219910" x="4254500" y="3314700"/>
          <p14:tracePt t="219926" x="4210050" y="3409950"/>
          <p14:tracePt t="219943" x="4127500" y="3568700"/>
          <p14:tracePt t="219959" x="4064000" y="3708400"/>
          <p14:tracePt t="219977" x="4013200" y="3822700"/>
          <p14:tracePt t="219992" x="4006850" y="3860800"/>
          <p14:tracePt t="220009" x="3981450" y="3911600"/>
          <p14:tracePt t="220027" x="3975100" y="3937000"/>
          <p14:tracePt t="220042" x="3975100" y="3943350"/>
          <p14:tracePt t="220059" x="3975100" y="3949700"/>
          <p14:tracePt t="220076" x="3975100" y="3956050"/>
          <p14:tracePt t="220118" x="3981450" y="3956050"/>
          <p14:tracePt t="220139" x="3987800" y="3949700"/>
          <p14:tracePt t="220167" x="3994150" y="3943350"/>
          <p14:tracePt t="220181" x="4000500" y="3943350"/>
          <p14:tracePt t="220216" x="4006850" y="3943350"/>
          <p14:tracePt t="220230" x="4013200" y="3943350"/>
          <p14:tracePt t="220250" x="4025900" y="3943350"/>
          <p14:tracePt t="220257" x="4032250" y="3943350"/>
          <p14:tracePt t="220272" x="4051300" y="3943350"/>
          <p14:tracePt t="220279" x="4076700" y="3943350"/>
          <p14:tracePt t="220291" x="4108450" y="3956050"/>
          <p14:tracePt t="220308" x="4216400" y="3987800"/>
          <p14:tracePt t="220325" x="4298950" y="4006850"/>
          <p14:tracePt t="220342" x="4457700" y="4070350"/>
          <p14:tracePt t="220358" x="4641850" y="4152900"/>
          <p14:tracePt t="220374" x="4724400" y="4191000"/>
          <p14:tracePt t="220392" x="4864100" y="4260850"/>
          <p14:tracePt t="220408" x="4921250" y="4298950"/>
          <p14:tracePt t="220425" x="5010150" y="4362450"/>
          <p14:tracePt t="220441" x="5060950" y="4432300"/>
          <p14:tracePt t="220458" x="5080000" y="4464050"/>
          <p14:tracePt t="220476" x="5124450" y="4540250"/>
          <p14:tracePt t="220491" x="5143500" y="4654550"/>
          <p14:tracePt t="220508" x="5149850" y="4711700"/>
          <p14:tracePt t="220525" x="5162550" y="4800600"/>
          <p14:tracePt t="220541" x="5156200" y="4870450"/>
          <p14:tracePt t="220558" x="5156200" y="4902200"/>
          <p14:tracePt t="220574" x="5143500" y="4959350"/>
          <p14:tracePt t="220591" x="5130800" y="5016500"/>
          <p14:tracePt t="220607" x="5124450" y="5048250"/>
          <p14:tracePt t="220624" x="5073650" y="5118100"/>
          <p14:tracePt t="220640" x="5029200" y="5162550"/>
          <p14:tracePt t="220658" x="5016500" y="5168900"/>
          <p14:tracePt t="220674" x="4965700" y="5187950"/>
          <p14:tracePt t="220690" x="4908550" y="5219700"/>
          <p14:tracePt t="220708" x="4864100" y="5257800"/>
          <p14:tracePt t="220724" x="4851400" y="5264150"/>
          <p14:tracePt t="221253" x="4813300" y="5264150"/>
          <p14:tracePt t="221260" x="4762500" y="5264150"/>
          <p14:tracePt t="221275" x="4699000" y="5257800"/>
          <p14:tracePt t="221289" x="4622800" y="5251450"/>
          <p14:tracePt t="221305" x="4451350" y="5219700"/>
          <p14:tracePt t="221321" x="4362450" y="5187950"/>
          <p14:tracePt t="221338" x="4178300" y="5137150"/>
          <p14:tracePt t="221355" x="4006850" y="5073650"/>
          <p14:tracePt t="221373" x="3835400" y="5029200"/>
          <p14:tracePt t="221388" x="3765550" y="4984750"/>
          <p14:tracePt t="221405" x="3613150" y="4895850"/>
          <p14:tracePt t="221422" x="3505200" y="4781550"/>
          <p14:tracePt t="221438" x="3460750" y="4718050"/>
          <p14:tracePt t="221454" x="3416300" y="4654550"/>
          <p14:tracePt t="221471" x="3333750" y="4483100"/>
          <p14:tracePt t="221487" x="3302000" y="4400550"/>
          <p14:tracePt t="221505" x="3263900" y="4324350"/>
          <p14:tracePt t="221521" x="3200400" y="4152900"/>
          <p14:tracePt t="221537" x="3143250" y="3956050"/>
          <p14:tracePt t="221556" x="3079750" y="3771900"/>
          <p14:tracePt t="221570" x="3060700" y="3689350"/>
          <p14:tracePt t="221587" x="3022600" y="3568700"/>
          <p14:tracePt t="221604" x="2997200" y="3460750"/>
          <p14:tracePt t="221620" x="2997200" y="3422650"/>
          <p14:tracePt t="221637" x="2990850" y="3340100"/>
          <p14:tracePt t="221654" x="2990850" y="3314700"/>
          <p14:tracePt t="221670" x="2990850" y="3308350"/>
          <p14:tracePt t="221703" x="2990850" y="3327400"/>
          <p14:tracePt t="221720" x="2997200" y="3340100"/>
          <p14:tracePt t="221724" x="2997200" y="3359150"/>
          <p14:tracePt t="221740" x="2997200" y="3371850"/>
          <p14:tracePt t="221753" x="2997200" y="3416300"/>
          <p14:tracePt t="221770" x="2997200" y="3448050"/>
          <p14:tracePt t="221787" x="3016250" y="3517900"/>
          <p14:tracePt t="221803" x="3022600" y="3575050"/>
          <p14:tracePt t="221820" x="3035300" y="3714750"/>
          <p14:tracePt t="221836" x="3067050" y="3968750"/>
          <p14:tracePt t="221853" x="3067050" y="4152900"/>
          <p14:tracePt t="221870" x="3079750" y="4679950"/>
          <p14:tracePt t="221886" x="3079750" y="5143500"/>
          <p14:tracePt t="221903" x="3073400" y="5283200"/>
          <p14:tracePt t="221920" x="3079750" y="5524500"/>
          <p14:tracePt t="221936" x="3079750" y="5676900"/>
          <p14:tracePt t="221952" x="3079750" y="5727700"/>
          <p14:tracePt t="221969" x="3086100" y="5810250"/>
          <p14:tracePt t="221986" x="3092450" y="5848350"/>
          <p14:tracePt t="222002" x="3098800" y="5848350"/>
          <p14:tracePt t="222019" x="3098800" y="5854700"/>
          <p14:tracePt t="222103" x="3105150" y="5848350"/>
          <p14:tracePt t="222110" x="3111500" y="5835650"/>
          <p14:tracePt t="222487" x="3111500" y="5797550"/>
          <p14:tracePt t="222494" x="3111500" y="5721350"/>
          <p14:tracePt t="222508" x="3098800" y="5632450"/>
          <p14:tracePt t="222517" x="3079750" y="5530850"/>
          <p14:tracePt t="222534" x="3067050" y="5441950"/>
          <p14:tracePt t="222551" x="3016250" y="5270500"/>
          <p14:tracePt t="222567" x="2978150" y="5111750"/>
          <p14:tracePt t="222585" x="2959100" y="5029200"/>
          <p14:tracePt t="222600" x="2940050" y="4902200"/>
          <p14:tracePt t="222617" x="2927350" y="4832350"/>
          <p14:tracePt t="222635" x="2914650" y="4686300"/>
          <p14:tracePt t="222650" x="2901950" y="4660900"/>
          <p14:tracePt t="222666" x="2895600" y="4629150"/>
          <p14:tracePt t="222684" x="2882900" y="4578350"/>
          <p14:tracePt t="222700" x="2870200" y="4546600"/>
          <p14:tracePt t="222717" x="2863850" y="4540250"/>
          <p14:tracePt t="222721" x="2857500" y="4527550"/>
          <p14:tracePt t="222733" x="2857500" y="4521200"/>
          <p14:tracePt t="222750" x="2851150" y="4514850"/>
          <p14:tracePt t="222831" x="2851150" y="4508500"/>
          <p14:tracePt t="222860" x="2851150" y="4502150"/>
          <p14:tracePt t="222888" x="2844800" y="4495800"/>
          <p14:tracePt t="222908" x="2844800" y="4489450"/>
          <p14:tracePt t="222917" x="2844800" y="4483100"/>
          <p14:tracePt t="222930" x="2844800" y="4476750"/>
          <p14:tracePt t="222951" x="2844800" y="4470400"/>
          <p14:tracePt t="222972" x="2838450" y="4457700"/>
          <p14:tracePt t="222979" x="2838450" y="4451350"/>
          <p14:tracePt t="222986" x="2838450" y="4445000"/>
          <p14:tracePt t="223007" x="2838450" y="4438650"/>
          <p14:tracePt t="223028" x="2838450" y="4432300"/>
          <p14:tracePt t="223077" x="2832100" y="4425950"/>
          <p14:tracePt t="223099" x="2832100" y="4419600"/>
          <p14:tracePt t="223127" x="2825750" y="4413250"/>
          <p14:tracePt t="223147" x="2825750" y="4406900"/>
          <p14:tracePt t="223183" x="2825750" y="4400550"/>
          <p14:tracePt t="223309" x="2825750" y="4406900"/>
          <p14:tracePt t="223330" x="2825750" y="4413250"/>
          <p14:tracePt t="223337" x="2819400" y="4413250"/>
          <p14:tracePt t="223351" x="2813050" y="4413250"/>
          <p14:tracePt t="223365" x="2806700" y="4419600"/>
          <p14:tracePt t="223381" x="2794000" y="4419600"/>
          <p14:tracePt t="223398" x="2768600" y="4425950"/>
          <p14:tracePt t="223415" x="2730500" y="4432300"/>
          <p14:tracePt t="223432" x="2673350" y="4445000"/>
          <p14:tracePt t="223447" x="2647950" y="4451350"/>
          <p14:tracePt t="223464" x="2616200" y="4464050"/>
          <p14:tracePt t="223481" x="2603500" y="4470400"/>
          <p14:tracePt t="223498" x="2603500" y="4476750"/>
          <p14:tracePt t="223514" x="2603500" y="4483100"/>
          <p14:tracePt t="223541" x="2609850" y="4483100"/>
          <p14:tracePt t="223569" x="2622550" y="4489450"/>
          <p14:tracePt t="223590" x="2628900" y="4489450"/>
          <p14:tracePt t="223604" x="2635250" y="4489450"/>
          <p14:tracePt t="223611" x="2635250" y="4495800"/>
          <p14:tracePt t="223618" x="2641600" y="4495800"/>
          <p14:tracePt t="223634" x="2647950" y="4495800"/>
          <p14:tracePt t="223647" x="2660650" y="4502150"/>
          <p14:tracePt t="223663" x="2717800" y="4508500"/>
          <p14:tracePt t="223680" x="2762250" y="4514850"/>
          <p14:tracePt t="223696" x="2889250" y="4546600"/>
          <p14:tracePt t="223713" x="3060700" y="4572000"/>
          <p14:tracePt t="223730" x="3149600" y="4584700"/>
          <p14:tracePt t="223734" x="3213100" y="4591050"/>
          <p14:tracePt t="223746" x="3308350" y="4603750"/>
          <p14:tracePt t="223763" x="3460750" y="4622800"/>
          <p14:tracePt t="223780" x="3562350" y="4622800"/>
          <p14:tracePt t="223796" x="3594100" y="4622800"/>
          <p14:tracePt t="223813" x="3619500" y="4622800"/>
          <p14:tracePt t="223830" x="3670300" y="4616450"/>
          <p14:tracePt t="223846" x="3676650" y="4616450"/>
          <p14:tracePt t="223863" x="3676650" y="4610100"/>
          <p14:tracePt t="223879" x="3683000" y="4603750"/>
          <p14:tracePt t="223896" x="3683000" y="4597400"/>
          <p14:tracePt t="223984" x="3676650" y="4597400"/>
          <p14:tracePt t="224005" x="3670300" y="4603750"/>
          <p14:tracePt t="224012" x="3657600" y="4610100"/>
          <p14:tracePt t="224033" x="3644900" y="4610100"/>
          <p14:tracePt t="224047" x="3625850" y="4616450"/>
          <p14:tracePt t="224061" x="3594100" y="4622800"/>
          <p14:tracePt t="224075" x="3556000" y="4635500"/>
          <p14:tracePt t="224083" x="3486150" y="4654550"/>
          <p14:tracePt t="224098" x="3435350" y="4660900"/>
          <p14:tracePt t="224112" x="3352800" y="4679950"/>
          <p14:tracePt t="224128" x="3263900" y="4692650"/>
          <p14:tracePt t="224146" x="3105150" y="4718050"/>
          <p14:tracePt t="224162" x="3016250" y="4743450"/>
          <p14:tracePt t="224179" x="2940050" y="4743450"/>
          <p14:tracePt t="224195" x="2787650" y="4749800"/>
          <p14:tracePt t="224211" x="2736850" y="4749800"/>
          <p14:tracePt t="224228" x="2679700" y="4749800"/>
          <p14:tracePt t="224245" x="2609850" y="4737100"/>
          <p14:tracePt t="224262" x="2590800" y="4730750"/>
          <p14:tracePt t="224279" x="2559050" y="4724400"/>
          <p14:tracePt t="224294" x="2552700" y="4724400"/>
          <p14:tracePt t="224311" x="2546350" y="4724400"/>
          <p14:tracePt t="224328" x="2540000" y="4724400"/>
          <p14:tracePt t="224412" x="2546350" y="4724400"/>
          <p14:tracePt t="224447" x="2552700" y="4724400"/>
          <p14:tracePt t="224483" x="2559050" y="4724400"/>
          <p14:tracePt t="224504" x="2565400" y="4724400"/>
          <p14:tracePt t="224532" x="2565400" y="4730750"/>
          <p14:tracePt t="224553" x="2571750" y="4730750"/>
          <p14:tracePt t="224567" x="2578100" y="4730750"/>
          <p14:tracePt t="224574" x="2584450" y="4737100"/>
          <p14:tracePt t="224581" x="2590800" y="4737100"/>
          <p14:tracePt t="224594" x="2603500" y="4737100"/>
          <p14:tracePt t="224610" x="2647950" y="4743450"/>
          <p14:tracePt t="224626" x="2698750" y="4749800"/>
          <p14:tracePt t="224644" x="2908300" y="4787900"/>
          <p14:tracePt t="224660" x="3009900" y="4800600"/>
          <p14:tracePt t="224676" x="3206750" y="4832350"/>
          <p14:tracePt t="224694" x="3409950" y="4851400"/>
          <p14:tracePt t="224710" x="3511550" y="4864100"/>
          <p14:tracePt t="224726" x="3613150" y="4870450"/>
          <p14:tracePt t="224743" x="3905250" y="4883150"/>
          <p14:tracePt t="224759" x="3981450" y="4883150"/>
          <p14:tracePt t="224776" x="4057650" y="4883150"/>
          <p14:tracePt t="224793" x="4178300" y="4883150"/>
          <p14:tracePt t="224810" x="4241800" y="4883150"/>
          <p14:tracePt t="224828" x="4279900" y="4883150"/>
          <p14:tracePt t="224859" x="4292600" y="4883150"/>
          <p14:tracePt t="224876" x="4298950" y="4883150"/>
          <p14:tracePt t="224892" x="4298950" y="4876800"/>
          <p14:tracePt t="224909" x="4311650" y="4876800"/>
          <p14:tracePt t="224926" x="4324350" y="4876800"/>
          <p14:tracePt t="224942" x="4349750" y="4876800"/>
          <p14:tracePt t="224959" x="4362450" y="4876800"/>
          <p14:tracePt t="229289" x="4349750" y="4845050"/>
          <p14:tracePt t="229303" x="4337050" y="4813300"/>
          <p14:tracePt t="229309" x="4318000" y="4768850"/>
          <p14:tracePt t="229324" x="4298950" y="4718050"/>
          <p14:tracePt t="229331" x="4279900" y="4673600"/>
          <p14:tracePt t="229347" x="4273550" y="4622800"/>
          <p14:tracePt t="229360" x="4235450" y="4483100"/>
          <p14:tracePt t="229377" x="4216400" y="4406900"/>
          <p14:tracePt t="229394" x="4165600" y="4210050"/>
          <p14:tracePt t="229410" x="4133850" y="4095750"/>
          <p14:tracePt t="229426" x="4057650" y="3848100"/>
          <p14:tracePt t="229444" x="3975100" y="3613150"/>
          <p14:tracePt t="229460" x="3930650" y="3479800"/>
          <p14:tracePt t="229477" x="3854450" y="3244850"/>
          <p14:tracePt t="229493" x="3790950" y="2990850"/>
          <p14:tracePt t="229510" x="3752850" y="2844800"/>
          <p14:tracePt t="229527" x="3702050" y="2590800"/>
          <p14:tracePt t="229543" x="3670300" y="2457450"/>
          <p14:tracePt t="229560" x="3638550" y="2330450"/>
          <p14:tracePt t="229577" x="3543300" y="1968500"/>
          <p14:tracePt t="229593" x="3511550" y="1879600"/>
          <p14:tracePt t="229610" x="3454400" y="1727200"/>
          <p14:tracePt t="229626" x="3397250" y="1619250"/>
          <p14:tracePt t="229643" x="3346450" y="1549400"/>
          <p14:tracePt t="229660" x="3327400" y="1530350"/>
          <p14:tracePt t="229676" x="3257550" y="1466850"/>
          <p14:tracePt t="229692" x="3225800" y="1447800"/>
          <p14:tracePt t="229710" x="3117850" y="1384300"/>
          <p14:tracePt t="229725" x="3098800" y="1371600"/>
          <p14:tracePt t="229742" x="3073400" y="1358900"/>
          <p14:tracePt t="229746" x="3048000" y="1352550"/>
          <p14:tracePt t="229759" x="3009900" y="1327150"/>
          <p14:tracePt t="229776" x="2952750" y="1314450"/>
          <p14:tracePt t="229792" x="2921000" y="1295400"/>
          <p14:tracePt t="229809" x="2838450" y="1270000"/>
          <p14:tracePt t="229825" x="2755900" y="1244600"/>
          <p14:tracePt t="229842" x="2711450" y="1238250"/>
          <p14:tracePt t="229859" x="2628900" y="1212850"/>
          <p14:tracePt t="229875" x="2565400" y="1181100"/>
          <p14:tracePt t="229893" x="2482850" y="1155700"/>
          <p14:tracePt t="229908" x="2451100" y="1136650"/>
          <p14:tracePt t="229925" x="2374900" y="1117600"/>
          <p14:tracePt t="229942" x="2292350" y="1092200"/>
          <p14:tracePt t="229958" x="2247900" y="1079500"/>
          <p14:tracePt t="229975" x="2209800" y="1060450"/>
          <p14:tracePt t="229992" x="2108200" y="1035050"/>
          <p14:tracePt t="230008" x="2076450" y="1035050"/>
          <p14:tracePt t="230025" x="2057400" y="1016000"/>
          <p14:tracePt t="230041" x="2032000" y="1016000"/>
          <p14:tracePt t="230058" x="2006600" y="1016000"/>
          <p14:tracePt t="230075" x="1993900" y="1016000"/>
          <p14:tracePt t="230091" x="1987550" y="1016000"/>
          <p14:tracePt t="230128" x="1987550" y="1022350"/>
          <p14:tracePt t="230146" x="1987550" y="1028700"/>
          <p14:tracePt t="230157" x="1981200" y="1035050"/>
          <p14:tracePt t="230174" x="1981200" y="1041400"/>
          <p14:tracePt t="230216" x="1981200" y="1047750"/>
          <p14:tracePt t="230265" x="1974850" y="1054100"/>
          <p14:tracePt t="230286" x="1968500" y="1054100"/>
          <p14:tracePt t="230301" x="1962150" y="1054100"/>
          <p14:tracePt t="230310" x="1955800" y="1060450"/>
          <p14:tracePt t="230323" x="1949450" y="1066800"/>
          <p14:tracePt t="230340" x="1943100" y="1073150"/>
          <p14:tracePt t="230359" x="1930400" y="1079500"/>
          <p14:tracePt t="230373" x="1924050" y="1079500"/>
          <p14:tracePt t="230390" x="1892300" y="1098550"/>
          <p14:tracePt t="230407" x="1847850" y="1123950"/>
          <p14:tracePt t="230423" x="1828800" y="1136650"/>
          <p14:tracePt t="230441" x="1765300" y="1181100"/>
          <p14:tracePt t="230456" x="1701800" y="1225550"/>
          <p14:tracePt t="230473" x="1657350" y="1263650"/>
          <p14:tracePt t="230490" x="1562100" y="1346200"/>
          <p14:tracePt t="230980" x="1568450" y="1346200"/>
          <p14:tracePt t="230986" x="1593850" y="1346200"/>
          <p14:tracePt t="231001" x="1619250" y="1346200"/>
          <p14:tracePt t="231008" x="1657350" y="1346200"/>
          <p14:tracePt t="231022" x="1695450" y="1346200"/>
          <p14:tracePt t="231038" x="1771650" y="1346200"/>
          <p14:tracePt t="231054" x="1809750" y="1346200"/>
          <p14:tracePt t="231071" x="1917700" y="1346200"/>
          <p14:tracePt t="231087" x="2019300" y="1346200"/>
          <p14:tracePt t="231104" x="2082800" y="1339850"/>
          <p14:tracePt t="231121" x="2203450" y="1333500"/>
          <p14:tracePt t="231138" x="2254250" y="1333500"/>
          <p14:tracePt t="231155" x="2317750" y="1333500"/>
          <p14:tracePt t="231170" x="2362200" y="1333500"/>
          <p14:tracePt t="231187" x="2374900" y="1333500"/>
          <p14:tracePt t="231204" x="2400300" y="1333500"/>
          <p14:tracePt t="231220" x="2425700" y="1339850"/>
          <p14:tracePt t="231237" x="2432050" y="1339850"/>
          <p14:tracePt t="231254" x="2470150" y="1339850"/>
          <p14:tracePt t="231271" x="2508250" y="1339850"/>
          <p14:tracePt t="231287" x="2533650" y="1339850"/>
          <p14:tracePt t="231304" x="2603500" y="1339850"/>
          <p14:tracePt t="231320" x="2660650" y="1339850"/>
          <p14:tracePt t="231338" x="2730500" y="1339850"/>
          <p14:tracePt t="231353" x="2755900" y="1339850"/>
          <p14:tracePt t="231370" x="2806700" y="1346200"/>
          <p14:tracePt t="231387" x="2857500" y="1346200"/>
          <p14:tracePt t="231403" x="2876550" y="1346200"/>
          <p14:tracePt t="231420" x="2895600" y="1346200"/>
          <p14:tracePt t="231437" x="2940050" y="1346200"/>
          <p14:tracePt t="231453" x="2952750" y="1352550"/>
          <p14:tracePt t="231470" x="2971800" y="1352550"/>
          <p14:tracePt t="231487" x="2984500" y="1352550"/>
          <p14:tracePt t="231503" x="3003550" y="1352550"/>
          <p14:tracePt t="231520" x="3028950" y="1352550"/>
          <p14:tracePt t="231536" x="3048000" y="1339850"/>
          <p14:tracePt t="233290" x="3092450" y="1384300"/>
          <p14:tracePt t="233304" x="3143250" y="1466850"/>
          <p14:tracePt t="233311" x="3206750" y="1549400"/>
          <p14:tracePt t="233325" x="3282950" y="1670050"/>
          <p14:tracePt t="233333" x="3384550" y="1803400"/>
          <p14:tracePt t="233347" x="3479800" y="1943100"/>
          <p14:tracePt t="233363" x="3670300" y="2133600"/>
          <p14:tracePt t="233380" x="3746500" y="2228850"/>
          <p14:tracePt t="233396" x="3911600" y="2463800"/>
          <p14:tracePt t="233413" x="4013200" y="2597150"/>
          <p14:tracePt t="233430" x="4146550" y="2787650"/>
          <p14:tracePt t="233446" x="4330700" y="2978150"/>
          <p14:tracePt t="233463" x="4451350" y="3117850"/>
          <p14:tracePt t="233480" x="4451350" y="3124200"/>
          <p14:tracePt t="235555" x="4457700" y="3136900"/>
          <p14:tracePt t="235569" x="4470400" y="3155950"/>
          <p14:tracePt t="235575" x="4489450" y="3181350"/>
          <p14:tracePt t="235593" x="4502150" y="3206750"/>
          <p14:tracePt t="235606" x="4514850" y="3238500"/>
          <p14:tracePt t="235622" x="4533900" y="3302000"/>
          <p14:tracePt t="235639" x="4540250" y="3365500"/>
          <p14:tracePt t="235655" x="4540250" y="3409950"/>
          <p14:tracePt t="235672" x="4546600" y="3435350"/>
          <p14:tracePt t="235689" x="4546600" y="3492500"/>
          <p14:tracePt t="235705" x="4546600" y="3536950"/>
          <p14:tracePt t="235722" x="4546600" y="3556000"/>
          <p14:tracePt t="235738" x="4540250" y="3581400"/>
          <p14:tracePt t="235755" x="4540250" y="3594100"/>
          <p14:tracePt t="235772" x="4533900" y="3619500"/>
          <p14:tracePt t="235789" x="4533900" y="3632200"/>
          <p14:tracePt t="236244" x="4502150" y="3632200"/>
          <p14:tracePt t="236251" x="4470400" y="3632200"/>
          <p14:tracePt t="236266" x="4413250" y="3625850"/>
          <p14:tracePt t="236273" x="4349750" y="3625850"/>
          <p14:tracePt t="236290" x="4298950" y="3625850"/>
          <p14:tracePt t="236303" x="4191000" y="3606800"/>
          <p14:tracePt t="236320" x="4127500" y="3600450"/>
          <p14:tracePt t="236337" x="4006850" y="3562350"/>
          <p14:tracePt t="236353" x="3949700" y="3543300"/>
          <p14:tracePt t="236369" x="3848100" y="3511550"/>
          <p14:tracePt t="236386" x="3790950" y="3486150"/>
          <p14:tracePt t="236403" x="3759200" y="3467100"/>
          <p14:tracePt t="236421" x="3702050" y="3454400"/>
          <p14:tracePt t="236436" x="3676650" y="3448050"/>
          <p14:tracePt t="236452" x="3625850" y="3435350"/>
          <p14:tracePt t="236470" x="3587750" y="3429000"/>
          <p14:tracePt t="236486" x="3556000" y="3409950"/>
          <p14:tracePt t="236502" x="3536950" y="3397250"/>
          <p14:tracePt t="236519" x="3479800" y="3371850"/>
          <p14:tracePt t="236535" x="3448050" y="3346450"/>
          <p14:tracePt t="236552" x="3435350" y="3346450"/>
          <p14:tracePt t="236569" x="3416300" y="3340100"/>
          <p14:tracePt t="236585" x="3403600" y="3340100"/>
          <p14:tracePt t="236602" x="3378200" y="3333750"/>
          <p14:tracePt t="236619" x="3352800" y="3314700"/>
          <p14:tracePt t="236635" x="3340100" y="3308350"/>
          <p14:tracePt t="236652" x="3308350" y="3302000"/>
          <p14:tracePt t="236668" x="3257550" y="3295650"/>
          <p14:tracePt t="236685" x="3225800" y="3289300"/>
          <p14:tracePt t="236701" x="3168650" y="3289300"/>
          <p14:tracePt t="236718" x="3130550" y="3289300"/>
          <p14:tracePt t="236736" x="3079750" y="3289300"/>
          <p14:tracePt t="236751" x="3041650" y="3295650"/>
          <p14:tracePt t="236768" x="3016250" y="3295650"/>
          <p14:tracePt t="236786" x="2978150" y="3302000"/>
          <p14:tracePt t="236801" x="2965450" y="3308350"/>
          <p14:tracePt t="236818" x="2921000" y="3327400"/>
          <p14:tracePt t="236835" x="2889250" y="3340100"/>
          <p14:tracePt t="236851" x="2870200" y="3340100"/>
          <p14:tracePt t="236868" x="2857500" y="3340100"/>
          <p14:tracePt t="236884" x="2838450" y="3346450"/>
          <p14:tracePt t="236901" x="2825750" y="3346450"/>
          <p14:tracePt t="236918" x="2819400" y="3346450"/>
          <p14:tracePt t="236989" x="2825750" y="3346450"/>
          <p14:tracePt t="237010" x="2832100" y="3346450"/>
          <p14:tracePt t="237024" x="2838450" y="3346450"/>
          <p14:tracePt t="237031" x="2844800" y="3346450"/>
          <p14:tracePt t="237052" x="2851150" y="3346450"/>
          <p14:tracePt t="237087" x="2863850" y="3346450"/>
          <p14:tracePt t="237094" x="2876550" y="3346450"/>
          <p14:tracePt t="237108" x="2889250" y="3346450"/>
          <p14:tracePt t="237117" x="2921000" y="3359150"/>
          <p14:tracePt t="237133" x="2946400" y="3359150"/>
          <p14:tracePt t="237151" x="3048000" y="3365500"/>
          <p14:tracePt t="237167" x="3168650" y="3371850"/>
          <p14:tracePt t="237183" x="3282950" y="3384550"/>
          <p14:tracePt t="237200" x="3365500" y="3390900"/>
          <p14:tracePt t="237216" x="3390900" y="3390900"/>
          <p14:tracePt t="237233" x="3435350" y="3397250"/>
          <p14:tracePt t="237250" x="3460750" y="3397250"/>
          <p14:tracePt t="237266" x="3467100" y="3403600"/>
          <p14:tracePt t="237284" x="3473450" y="3403600"/>
          <p14:tracePt t="237361" x="3473450" y="3397250"/>
          <p14:tracePt t="237718" x="3505200" y="3448050"/>
          <p14:tracePt t="237725" x="3556000" y="3517900"/>
          <p14:tracePt t="237739" x="3606800" y="3600450"/>
          <p14:tracePt t="237748" x="3663950" y="3657600"/>
          <p14:tracePt t="237764" x="3733800" y="3727450"/>
          <p14:tracePt t="237782" x="3892550" y="3873500"/>
          <p14:tracePt t="237798" x="3962400" y="3937000"/>
          <p14:tracePt t="237815" x="4064000" y="4019550"/>
          <p14:tracePt t="237832" x="4114800" y="4051300"/>
          <p14:tracePt t="237848" x="4127500" y="4064000"/>
          <p14:tracePt t="237866" x="4140200" y="4083050"/>
          <p14:tracePt t="237881" x="4140200" y="4089400"/>
          <p14:tracePt t="237943" x="4140200" y="4095750"/>
          <p14:tracePt t="238048" x="4146550" y="4095750"/>
          <p14:tracePt t="238061" x="4146550" y="4102100"/>
          <p14:tracePt t="238069" x="4159250" y="4102100"/>
          <p14:tracePt t="238084" x="4184650" y="4108450"/>
          <p14:tracePt t="238097" x="4203700" y="4108450"/>
          <p14:tracePt t="238113" x="4248150" y="4108450"/>
          <p14:tracePt t="238130" x="4279900" y="4108450"/>
          <p14:tracePt t="238147" x="4356100" y="4108450"/>
          <p14:tracePt t="238164" x="4406900" y="4108450"/>
          <p14:tracePt t="238179" x="4476750" y="4108450"/>
          <p14:tracePt t="238196" x="4533900" y="4108450"/>
          <p14:tracePt t="238213" x="4565650" y="4102100"/>
          <p14:tracePt t="238230" x="4610100" y="4102100"/>
          <p14:tracePt t="238247" x="4660900" y="4102100"/>
          <p14:tracePt t="238263" x="4673600" y="4102100"/>
          <p14:tracePt t="238280" x="4699000" y="4102100"/>
          <p14:tracePt t="238313" x="4711700" y="4102100"/>
          <p14:tracePt t="238329" x="4718050" y="4102100"/>
          <p14:tracePt t="238434" x="4711700" y="4102100"/>
          <p14:tracePt t="238448" x="4705350" y="4102100"/>
          <p14:tracePt t="238455" x="4699000" y="4102100"/>
          <p14:tracePt t="238476" x="4686300" y="4102100"/>
          <p14:tracePt t="238491" x="4673600" y="4102100"/>
          <p14:tracePt t="238499" x="4648200" y="4095750"/>
          <p14:tracePt t="238513" x="4622800" y="4089400"/>
          <p14:tracePt t="238529" x="4527550" y="4083050"/>
          <p14:tracePt t="238546" x="4451350" y="4070350"/>
          <p14:tracePt t="238562" x="4286250" y="4070350"/>
          <p14:tracePt t="238578" x="4171950" y="4070350"/>
          <p14:tracePt t="238596" x="3943350" y="4076700"/>
          <p14:tracePt t="238612" x="3702050" y="4070350"/>
          <p14:tracePt t="238628" x="3587750" y="4076700"/>
          <p14:tracePt t="238645" x="3422650" y="4076700"/>
          <p14:tracePt t="238662" x="3308350" y="4076700"/>
          <p14:tracePt t="238679" x="3276600" y="4076700"/>
          <p14:tracePt t="238695" x="3213100" y="4076700"/>
          <p14:tracePt t="238711" x="3200400" y="4076700"/>
          <p14:tracePt t="238728" x="3181350" y="4070350"/>
          <p14:tracePt t="238745" x="3168650" y="4064000"/>
          <p14:tracePt t="238781" x="3175000" y="4057650"/>
          <p14:tracePt t="238795" x="3181350" y="4057650"/>
          <p14:tracePt t="238810" x="3187700" y="4057650"/>
          <p14:tracePt t="238835" x="3194050" y="4064000"/>
          <p14:tracePt t="238855" x="3200400" y="4064000"/>
          <p14:tracePt t="238876" x="3206750" y="4064000"/>
          <p14:tracePt t="238898" x="3213100" y="4064000"/>
          <p14:tracePt t="238919" x="3219450" y="4064000"/>
          <p14:tracePt t="238954" x="3225800" y="4064000"/>
          <p14:tracePt t="238975" x="3232150" y="4064000"/>
          <p14:tracePt t="238989" x="3238500" y="4064000"/>
          <p14:tracePt t="238997" x="3244850" y="4064000"/>
          <p14:tracePt t="239013" x="3251200" y="4064000"/>
          <p14:tracePt t="239027" x="3263900" y="4064000"/>
          <p14:tracePt t="239044" x="3321050" y="4064000"/>
          <p14:tracePt t="239060" x="3409950" y="4076700"/>
          <p14:tracePt t="239077" x="3473450" y="4076700"/>
          <p14:tracePt t="239095" x="3594100" y="4083050"/>
          <p14:tracePt t="239110" x="3644900" y="4089400"/>
          <p14:tracePt t="239126" x="3746500" y="4102100"/>
          <p14:tracePt t="239144" x="3816350" y="4102100"/>
          <p14:tracePt t="239160" x="3848100" y="4108450"/>
          <p14:tracePt t="239177" x="3879850" y="4108450"/>
          <p14:tracePt t="239193" x="3898900" y="4108450"/>
          <p14:tracePt t="239210" x="3898900" y="4114800"/>
          <p14:tracePt t="239243" x="3905250" y="4114800"/>
          <p14:tracePt t="239259" x="3905250" y="4108450"/>
          <p14:tracePt t="239763" x="3930650" y="4108450"/>
          <p14:tracePt t="239769" x="3968750" y="4108450"/>
          <p14:tracePt t="239784" x="4000500" y="4108450"/>
          <p14:tracePt t="239793" x="4019550" y="4108450"/>
          <p14:tracePt t="239807" x="4032250" y="4114800"/>
          <p14:tracePt t="239825" x="4057650" y="4121150"/>
          <p14:tracePt t="239841" x="4070350" y="4121150"/>
          <p14:tracePt t="239874" x="4064000" y="4127500"/>
          <p14:tracePt t="239891" x="4051300" y="4133850"/>
          <p14:tracePt t="239907" x="4032250" y="4133850"/>
          <p14:tracePt t="239924" x="3911600" y="4127500"/>
          <p14:tracePt t="239940" x="3841750" y="4114800"/>
          <p14:tracePt t="239957" x="3663950" y="4095750"/>
          <p14:tracePt t="239973" x="3460750" y="4089400"/>
          <p14:tracePt t="239990" x="3346450" y="4076700"/>
          <p14:tracePt t="240008" x="3244850" y="4064000"/>
          <p14:tracePt t="240023" x="3054350" y="4057650"/>
          <p14:tracePt t="240040" x="2895600" y="4044950"/>
          <p14:tracePt t="240058" x="2781300" y="4038600"/>
          <p14:tracePt t="240073" x="2724150" y="4025900"/>
          <p14:tracePt t="240090" x="2698750" y="4019550"/>
          <p14:tracePt t="240107" x="2654300" y="4006850"/>
          <p14:tracePt t="240123" x="2628900" y="4000500"/>
          <p14:tracePt t="240140" x="2616200" y="4000500"/>
          <p14:tracePt t="240156" x="2609850" y="4000500"/>
          <p14:tracePt t="240173" x="2603500" y="4000500"/>
          <p14:tracePt t="240191" x="2597150" y="4000500"/>
          <p14:tracePt t="240233" x="2590800" y="4000500"/>
          <p14:tracePt t="240268" x="2584450" y="4000500"/>
          <p14:tracePt t="240275" x="2578100" y="4000500"/>
          <p14:tracePt t="240310" x="2571750" y="4000500"/>
          <p14:tracePt t="240338" x="2565400" y="4000500"/>
          <p14:tracePt t="240359" x="2559050" y="4000500"/>
          <p14:tracePt t="240381" x="2552700" y="4000500"/>
          <p14:tracePt t="240436" x="2546350" y="4000500"/>
          <p14:tracePt t="240486" x="2546350" y="4019550"/>
          <p14:tracePt t="240507" x="2546350" y="4025900"/>
          <p14:tracePt t="240528" x="2552700" y="4025900"/>
          <p14:tracePt t="240535" x="2559050" y="4025900"/>
          <p14:tracePt t="240557" x="2565400" y="4025900"/>
          <p14:tracePt t="240570" x="2571750" y="4025900"/>
          <p14:tracePt t="240591" x="2578100" y="4025900"/>
          <p14:tracePt t="240598" x="2597150" y="4032250"/>
          <p14:tracePt t="240612" x="2616200" y="4032250"/>
          <p14:tracePt t="240621" x="2647950" y="4038600"/>
          <p14:tracePt t="240638" x="2673350" y="4038600"/>
          <p14:tracePt t="240655" x="2768600" y="4051300"/>
          <p14:tracePt t="240671" x="2819400" y="4064000"/>
          <p14:tracePt t="240688" x="2940050" y="4070350"/>
          <p14:tracePt t="240704" x="3067050" y="4070350"/>
          <p14:tracePt t="240721" x="3187700" y="4083050"/>
          <p14:tracePt t="240738" x="3276600" y="4089400"/>
          <p14:tracePt t="240754" x="3308350" y="4095750"/>
          <p14:tracePt t="240771" x="3365500" y="4095750"/>
          <p14:tracePt t="240788" x="3409950" y="4095750"/>
          <p14:tracePt t="240804" x="3435350" y="4095750"/>
          <p14:tracePt t="240821" x="3460750" y="4102100"/>
          <p14:tracePt t="240837" x="3505200" y="4102100"/>
          <p14:tracePt t="240854" x="3543300" y="4102100"/>
          <p14:tracePt t="240870" x="3575050" y="4102100"/>
          <p14:tracePt t="240887" x="3606800" y="4102100"/>
          <p14:tracePt t="240904" x="3632200" y="4102100"/>
          <p14:tracePt t="240921" x="3676650" y="4108450"/>
          <p14:tracePt t="240937" x="3695700" y="4108450"/>
          <p14:tracePt t="240954" x="3721100" y="4108450"/>
          <p14:tracePt t="240970" x="3752850" y="4108450"/>
          <p14:tracePt t="240987" x="3784600" y="4108450"/>
          <p14:tracePt t="241003" x="3790950" y="4102100"/>
          <p14:tracePt t="241020" x="3810000" y="4102100"/>
          <p14:tracePt t="241037" x="3822700" y="4095750"/>
          <p14:tracePt t="241055" x="3829050" y="4095750"/>
          <p14:tracePt t="241070" x="3848100" y="4089400"/>
          <p14:tracePt t="241086" x="3860800" y="4089400"/>
          <p14:tracePt t="241104" x="3886200" y="4089400"/>
          <p14:tracePt t="241120" x="3898900" y="4089400"/>
          <p14:tracePt t="241136" x="3937000" y="4089400"/>
          <p14:tracePt t="241153" x="3994150" y="4083050"/>
          <p14:tracePt t="241170" x="4013200" y="4083050"/>
          <p14:tracePt t="241186" x="4051300" y="4070350"/>
          <p14:tracePt t="241203" x="4121150" y="4070350"/>
          <p14:tracePt t="241219" x="4178300" y="4070350"/>
          <p14:tracePt t="241237" x="4229100" y="4070350"/>
          <p14:tracePt t="241253" x="4248150" y="4070350"/>
          <p14:tracePt t="241269" x="4273550" y="4070350"/>
          <p14:tracePt t="241286" x="4286250" y="4064000"/>
          <p14:tracePt t="241302" x="4292600" y="4064000"/>
          <p14:tracePt t="241319" x="4298950" y="4064000"/>
          <p14:tracePt t="241427" x="4305300" y="4064000"/>
          <p14:tracePt t="241448" x="4311650" y="4064000"/>
          <p14:tracePt t="241470" x="4318000" y="4070350"/>
          <p14:tracePt t="241475" x="4330700" y="4076700"/>
          <p14:tracePt t="241497" x="4343400" y="4089400"/>
          <p14:tracePt t="241505" x="4362450" y="4102100"/>
          <p14:tracePt t="241520" x="4381500" y="4121150"/>
          <p14:tracePt t="241535" x="4413250" y="4146550"/>
          <p14:tracePt t="241553" x="4495800" y="4229100"/>
          <p14:tracePt t="241568" x="4584700" y="4337050"/>
          <p14:tracePt t="241585" x="4622800" y="4406900"/>
          <p14:tracePt t="241603" x="4699000" y="4552950"/>
          <p14:tracePt t="241618" x="4724400" y="4648200"/>
          <p14:tracePt t="241635" x="4743450" y="4838700"/>
          <p14:tracePt t="241652" x="4743450" y="5016500"/>
          <p14:tracePt t="241668" x="4730750" y="5092700"/>
          <p14:tracePt t="241684" x="4711700" y="5175250"/>
          <p14:tracePt t="241701" x="4679950" y="5295900"/>
          <p14:tracePt t="241718" x="4635500" y="5403850"/>
          <p14:tracePt t="241735" x="4578350" y="5505450"/>
          <p14:tracePt t="241751" x="4565650" y="5549900"/>
          <p14:tracePt t="241768" x="4546600" y="5581650"/>
          <p14:tracePt t="241785" x="4533900" y="5638800"/>
          <p14:tracePt t="241800" x="4521200" y="5676900"/>
          <p14:tracePt t="241817" x="4514850" y="5689600"/>
          <p14:tracePt t="241834" x="4508500" y="5695950"/>
          <p14:tracePt t="241851" x="4502150" y="5702300"/>
          <p14:tracePt t="241867" x="4483100" y="5708650"/>
          <p14:tracePt t="241884" x="4457700" y="5708650"/>
          <p14:tracePt t="241917" x="4425950" y="5708650"/>
          <p14:tracePt t="241933" x="4375150" y="5695950"/>
          <p14:tracePt t="241950" x="4337050" y="5695950"/>
          <p14:tracePt t="241967" x="4241800" y="5676900"/>
          <p14:tracePt t="241984" x="4171950" y="5664200"/>
          <p14:tracePt t="242000" x="4057650" y="5657850"/>
          <p14:tracePt t="242017" x="3917950" y="5657850"/>
          <p14:tracePt t="242033" x="3860800" y="5657850"/>
          <p14:tracePt t="242050" x="3822700" y="5657850"/>
          <p14:tracePt t="242067" x="3765550" y="5664200"/>
          <p14:tracePt t="242084" x="3740150" y="5676900"/>
          <p14:tracePt t="242101" x="3733800" y="5676900"/>
          <p14:tracePt t="242143" x="3740150" y="5683250"/>
          <p14:tracePt t="242157" x="3746500" y="5683250"/>
          <p14:tracePt t="242166" x="3752850" y="5683250"/>
          <p14:tracePt t="242183" x="3765550" y="5683250"/>
          <p14:tracePt t="242200" x="3790950" y="5683250"/>
          <p14:tracePt t="242216" x="3829050" y="5683250"/>
          <p14:tracePt t="242232" x="3867150" y="5683250"/>
          <p14:tracePt t="242249" x="3968750" y="5683250"/>
          <p14:tracePt t="242266" x="4038600" y="5683250"/>
          <p14:tracePt t="242283" x="4178300" y="5695950"/>
          <p14:tracePt t="242299" x="4343400" y="5702300"/>
          <p14:tracePt t="242316" x="4533900" y="5721350"/>
          <p14:tracePt t="242333" x="4705350" y="5746750"/>
          <p14:tracePt t="242348" x="4781550" y="5753100"/>
          <p14:tracePt t="242365" x="4876800" y="5772150"/>
          <p14:tracePt t="242382" x="4927600" y="5784850"/>
          <p14:tracePt t="242399" x="4946650" y="5791200"/>
          <p14:tracePt t="242416" x="4965700" y="5791200"/>
          <p14:tracePt t="242431" x="4972050" y="5791200"/>
          <p14:tracePt t="242465" x="4972050" y="5784850"/>
          <p14:tracePt t="242487" x="4972050" y="5778500"/>
          <p14:tracePt t="242502" x="4972050" y="5772150"/>
          <p14:tracePt t="242515" x="4978400" y="5759450"/>
          <p14:tracePt t="243899" x="4972050" y="5759450"/>
          <p14:tracePt t="243906" x="4953000" y="5759450"/>
          <p14:tracePt t="243920" x="4940300" y="5765800"/>
          <p14:tracePt t="243929" x="4914900" y="5765800"/>
          <p14:tracePt t="243943" x="4895850" y="5765800"/>
          <p14:tracePt t="243960" x="4876800" y="5765800"/>
          <p14:tracePt t="243976" x="4813300" y="5784850"/>
          <p14:tracePt t="243993" x="4794250" y="5791200"/>
          <p14:tracePt t="244011" x="4749800" y="5810250"/>
          <p14:tracePt t="244027" x="4724400" y="5810250"/>
          <p14:tracePt t="244044" x="4641850" y="5829300"/>
          <p14:tracePt t="244060" x="4559300" y="5861050"/>
          <p14:tracePt t="244076" x="4514850" y="5861050"/>
          <p14:tracePt t="244093" x="4476750" y="5867400"/>
          <p14:tracePt t="244110" x="4394200" y="5873750"/>
          <p14:tracePt t="244126" x="4311650" y="5892800"/>
          <p14:tracePt t="244143" x="4273550" y="5899150"/>
          <p14:tracePt t="244159" x="4197350" y="5911850"/>
          <p14:tracePt t="244176" x="4171950" y="5924550"/>
          <p14:tracePt t="244192" x="4102100" y="5937250"/>
          <p14:tracePt t="244209" x="4057650" y="5943600"/>
          <p14:tracePt t="244226" x="4038600" y="5949950"/>
          <p14:tracePt t="244243" x="4006850" y="5956300"/>
          <p14:tracePt t="244259" x="3987800" y="5956300"/>
          <p14:tracePt t="244275" x="3975100" y="5956300"/>
          <p14:tracePt t="244293" x="3962400" y="5962650"/>
          <p14:tracePt t="244309" x="3956050" y="5962650"/>
          <p14:tracePt t="244363" x="3962400" y="5962650"/>
          <p14:tracePt t="244377" x="3968750" y="5962650"/>
          <p14:tracePt t="244383" x="3975100" y="5962650"/>
          <p14:tracePt t="244398" x="3981450" y="5962650"/>
          <p14:tracePt t="244408" x="3987800" y="5962650"/>
          <p14:tracePt t="244428" x="3994150" y="5969000"/>
          <p14:tracePt t="244441" x="4000500" y="5969000"/>
          <p14:tracePt t="244458" x="4006850" y="5969000"/>
          <p14:tracePt t="244475" x="4025900" y="5969000"/>
          <p14:tracePt t="244491" x="4064000" y="5975350"/>
          <p14:tracePt t="244508" x="4083050" y="5975350"/>
          <p14:tracePt t="244525" x="4152900" y="5981700"/>
          <p14:tracePt t="244541" x="4235450" y="5994400"/>
          <p14:tracePt t="244557" x="4273550" y="6000750"/>
          <p14:tracePt t="244574" x="4324350" y="6007100"/>
          <p14:tracePt t="244591" x="4343400" y="6013450"/>
          <p14:tracePt t="244608" x="4381500" y="6026150"/>
          <p14:tracePt t="244624" x="4406900" y="6038850"/>
          <p14:tracePt t="244641" x="4419600" y="6038850"/>
          <p14:tracePt t="244658" x="4445000" y="6051550"/>
          <p14:tracePt t="244674" x="4457700" y="6051550"/>
          <p14:tracePt t="244691" x="4470400" y="6064250"/>
          <p14:tracePt t="244707" x="4489450" y="6070600"/>
          <p14:tracePt t="244724" x="4502150" y="6083300"/>
          <p14:tracePt t="244742" x="4527550" y="6089650"/>
          <p14:tracePt t="244757" x="4552950" y="6096000"/>
          <p14:tracePt t="244774" x="4584700" y="6127750"/>
          <p14:tracePt t="244791" x="4635500" y="6165850"/>
          <p14:tracePt t="244807" x="4679950" y="6197600"/>
          <p14:tracePt t="245293" x="4660900" y="6197600"/>
          <p14:tracePt t="245299" x="4610100" y="6197600"/>
          <p14:tracePt t="245314" x="4572000" y="6191250"/>
          <p14:tracePt t="245322" x="4508500" y="6191250"/>
          <p14:tracePt t="245338" x="4451350" y="6191250"/>
          <p14:tracePt t="245356" x="4337050" y="6178550"/>
          <p14:tracePt t="245372" x="4273550" y="6178550"/>
          <p14:tracePt t="245388" x="4146550" y="6172200"/>
          <p14:tracePt t="245405" x="4051300" y="6172200"/>
          <p14:tracePt t="245421" x="4025900" y="6172200"/>
          <p14:tracePt t="245438" x="3987800" y="6172200"/>
          <p14:tracePt t="245455" x="3943350" y="6172200"/>
          <p14:tracePt t="245471" x="3886200" y="6184900"/>
          <p14:tracePt t="245488" x="3867150" y="6191250"/>
          <p14:tracePt t="245504" x="3841750" y="6197600"/>
          <p14:tracePt t="245521" x="3835400" y="6203950"/>
          <p14:tracePt t="245538" x="3816350" y="6210300"/>
          <p14:tracePt t="245555" x="3810000" y="6216650"/>
          <p14:tracePt t="245601" x="3810000" y="6223000"/>
          <p14:tracePt t="245657" x="3816350" y="6223000"/>
          <p14:tracePt t="245665" x="3822700" y="6223000"/>
          <p14:tracePt t="245685" x="3829050" y="6223000"/>
          <p14:tracePt t="245707" x="3835400" y="6223000"/>
          <p14:tracePt t="245763" x="3841750" y="6223000"/>
          <p14:tracePt t="245777" x="3848100" y="6223000"/>
          <p14:tracePt t="245798" x="3854450" y="6223000"/>
          <p14:tracePt t="245805" x="3860800" y="6223000"/>
          <p14:tracePt t="245819" x="3867150" y="6223000"/>
          <p14:tracePt t="245826" x="3873500" y="6223000"/>
          <p14:tracePt t="245840" x="3879850" y="6223000"/>
          <p14:tracePt t="245854" x="3892550" y="6223000"/>
          <p14:tracePt t="245870" x="3937000" y="6223000"/>
          <p14:tracePt t="245886" x="3962400" y="6223000"/>
          <p14:tracePt t="245904" x="4038600" y="6223000"/>
          <p14:tracePt t="245920" x="4083050" y="6223000"/>
          <p14:tracePt t="245936" x="4171950" y="6223000"/>
          <p14:tracePt t="245953" x="4203700" y="6223000"/>
          <p14:tracePt t="245970" x="4267200" y="6223000"/>
          <p14:tracePt t="245988" x="4311650" y="6229350"/>
          <p14:tracePt t="246003" x="4343400" y="6229350"/>
          <p14:tracePt t="246020" x="4356100" y="6229350"/>
          <p14:tracePt t="246036" x="4368800" y="6229350"/>
          <p14:tracePt t="246053" x="4381500" y="6229350"/>
          <p14:tracePt t="246069" x="4387850" y="6229350"/>
          <p14:tracePt t="246086" x="4400550" y="6229350"/>
          <p14:tracePt t="246103" x="4406900" y="6235700"/>
          <p14:tracePt t="246119" x="4419600" y="6235700"/>
          <p14:tracePt t="246136" x="4438650" y="6235700"/>
          <p14:tracePt t="246152" x="4476750" y="6242050"/>
          <p14:tracePt t="246169" x="4495800" y="6242050"/>
          <p14:tracePt t="246185" x="4546600" y="6242050"/>
          <p14:tracePt t="246202" x="4552950" y="6242050"/>
          <p14:tracePt t="246219" x="4616450" y="6248400"/>
          <p14:tracePt t="246235" x="4660900" y="6248400"/>
          <p14:tracePt t="246252" x="4679950" y="6248400"/>
          <p14:tracePt t="246269" x="4724400" y="6254750"/>
          <p14:tracePt t="246285" x="4743450" y="6254750"/>
          <p14:tracePt t="246302" x="4762500" y="6254750"/>
          <p14:tracePt t="246319" x="4800600" y="6261100"/>
          <p14:tracePt t="246335" x="4819650" y="6261100"/>
          <p14:tracePt t="246352" x="4845050" y="6261100"/>
          <p14:tracePt t="246368" x="4857750" y="6261100"/>
          <p14:tracePt t="246385" x="4870450" y="6261100"/>
          <p14:tracePt t="246402" x="4889500" y="6261100"/>
          <p14:tracePt t="246418" x="4921250" y="6261100"/>
          <p14:tracePt t="246435" x="4940300" y="6261100"/>
          <p14:tracePt t="246452" x="4972050" y="6261100"/>
          <p14:tracePt t="246468" x="4991100" y="6261100"/>
          <p14:tracePt t="246484" x="5022850" y="6261100"/>
          <p14:tracePt t="246501" x="5035550" y="6261100"/>
          <p14:tracePt t="246517" x="5054600" y="6261100"/>
          <p14:tracePt t="246536" x="5067300" y="6261100"/>
          <p14:tracePt t="246551" x="5073650" y="6261100"/>
          <p14:tracePt t="246585" x="5111750" y="6248400"/>
          <p14:tracePt t="246601" x="5130800" y="6229350"/>
          <p14:tracePt t="247030" x="5175250" y="6229350"/>
          <p14:tracePt t="247037" x="5238750" y="6223000"/>
          <p14:tracePt t="247052" x="5295900" y="6216650"/>
          <p14:tracePt t="247066" x="5372100" y="6203950"/>
          <p14:tracePt t="247082" x="5543550" y="6172200"/>
          <p14:tracePt t="247101" x="5708650" y="6172200"/>
          <p14:tracePt t="247115" x="5784850" y="6172200"/>
          <p14:tracePt t="247132" x="5848350" y="6165850"/>
          <p14:tracePt t="247149" x="5956300" y="6146800"/>
          <p14:tracePt t="247165" x="6013450" y="6140450"/>
          <p14:tracePt t="247182" x="6051550" y="6134100"/>
          <p14:tracePt t="247199" x="6108700" y="6134100"/>
          <p14:tracePt t="247215" x="6140450" y="6134100"/>
          <p14:tracePt t="247232" x="6178550" y="6134100"/>
          <p14:tracePt t="247249" x="6235700" y="6134100"/>
          <p14:tracePt t="247265" x="6292850" y="6134100"/>
          <p14:tracePt t="247283" x="6330950" y="6140450"/>
          <p14:tracePt t="247298" x="6350000" y="6140450"/>
          <p14:tracePt t="247315" x="6362700" y="6140450"/>
          <p14:tracePt t="247332" x="6375400" y="6146800"/>
          <p14:tracePt t="247348" x="6381750" y="6153150"/>
          <p14:tracePt t="247416" x="6381750" y="6165850"/>
          <p14:tracePt t="247423" x="6375400" y="6172200"/>
          <p14:tracePt t="247438" x="6362700" y="6172200"/>
          <p14:tracePt t="247447" x="6350000" y="6172200"/>
          <p14:tracePt t="247465" x="6305550" y="6172200"/>
          <p14:tracePt t="247481" x="6254750" y="6172200"/>
          <p14:tracePt t="247498" x="6197600" y="6153150"/>
          <p14:tracePt t="247515" x="6032500" y="6134100"/>
          <p14:tracePt t="247531" x="5816600" y="6115050"/>
          <p14:tracePt t="247548" x="5676900" y="6102350"/>
          <p14:tracePt t="247564" x="5397500" y="6083300"/>
          <p14:tracePt t="247581" x="5238750" y="6070600"/>
          <p14:tracePt t="247598" x="5080000" y="6070600"/>
          <p14:tracePt t="247614" x="4737100" y="6076950"/>
          <p14:tracePt t="247631" x="4356100" y="6102350"/>
          <p14:tracePt t="247648" x="4044950" y="6134100"/>
          <p14:tracePt t="247664" x="3917950" y="6153150"/>
          <p14:tracePt t="247680" x="3790950" y="6165850"/>
          <p14:tracePt t="247697" x="3587750" y="6165850"/>
          <p14:tracePt t="247714" x="3409950" y="6159500"/>
          <p14:tracePt t="247730" x="3346450" y="6140450"/>
          <p14:tracePt t="247747" x="3225800" y="6134100"/>
          <p14:tracePt t="247763" x="3181350" y="6115050"/>
          <p14:tracePt t="247781" x="3143250" y="6108700"/>
          <p14:tracePt t="247796" x="3079750" y="6083300"/>
          <p14:tracePt t="247813" x="3028950" y="6076950"/>
          <p14:tracePt t="247830" x="2990850" y="6076950"/>
          <p14:tracePt t="247846" x="2971800" y="6076950"/>
          <p14:tracePt t="247863" x="2940050" y="6076950"/>
          <p14:tracePt t="247880" x="2882900" y="6102350"/>
          <p14:tracePt t="247896" x="2825750" y="6134100"/>
          <p14:tracePt t="247913" x="2813050" y="6146800"/>
          <p14:tracePt t="247930" x="2781300" y="6172200"/>
          <p14:tracePt t="247946" x="2774950" y="6184900"/>
          <p14:tracePt t="247963" x="2755900" y="6197600"/>
          <p14:tracePt t="247979" x="2736850" y="6216650"/>
          <p14:tracePt t="247996" x="2730500" y="6223000"/>
          <p14:tracePt t="248013" x="2717800" y="6242050"/>
          <p14:tracePt t="248029" x="2705100" y="6248400"/>
          <p14:tracePt t="248046" x="2698750" y="6248400"/>
          <p14:tracePt t="248063" x="2686050" y="6254750"/>
          <p14:tracePt t="248079" x="2679700" y="6267450"/>
          <p14:tracePt t="248097" x="2673350" y="6267450"/>
          <p14:tracePt t="248130" x="2667000" y="6280150"/>
          <p14:tracePt t="248160" x="2667000" y="6286500"/>
          <p14:tracePt t="248195" x="2667000" y="6292850"/>
          <p14:tracePt t="248202" x="2667000" y="6299200"/>
          <p14:tracePt t="248280" x="2673350" y="6305550"/>
          <p14:tracePt t="248301" x="2679700" y="6305550"/>
          <p14:tracePt t="248322" x="2679700" y="6311900"/>
          <p14:tracePt t="248357" x="2686050" y="6311900"/>
          <p14:tracePt t="248364" x="2692400" y="6311900"/>
          <p14:tracePt t="248406" x="2698750" y="6311900"/>
          <p14:tracePt t="248442" x="2705100" y="6311900"/>
          <p14:tracePt t="248463" x="2711450" y="6318250"/>
          <p14:tracePt t="248505" x="2717800" y="6324600"/>
          <p14:tracePt t="248526" x="2724150" y="6324600"/>
          <p14:tracePt t="248547" x="2730500" y="6330950"/>
          <p14:tracePt t="248568" x="2736850" y="6330950"/>
          <p14:tracePt t="248610" x="2736850" y="6337300"/>
          <p14:tracePt t="248624" x="2743200" y="6337300"/>
          <p14:tracePt t="248645" x="2743200" y="6343650"/>
          <p14:tracePt t="248666" x="2749550" y="6350000"/>
          <p14:tracePt t="248681" x="2755900" y="6356350"/>
          <p14:tracePt t="248702" x="2762250" y="6362700"/>
          <p14:tracePt t="248708" x="2762250" y="6369050"/>
          <p14:tracePt t="248716" x="2768600" y="6369050"/>
          <p14:tracePt t="250361" x="2825750" y="6356350"/>
          <p14:tracePt t="250376" x="2933700" y="6324600"/>
          <p14:tracePt t="250383" x="3022600" y="6324600"/>
          <p14:tracePt t="250397" x="3124200" y="6305550"/>
          <p14:tracePt t="250407" x="3187700" y="6305550"/>
          <p14:tracePt t="250421" x="3263900" y="6305550"/>
          <p14:tracePt t="250439" x="3378200" y="6305550"/>
          <p14:tracePt t="250454" x="3448050" y="6305550"/>
          <p14:tracePt t="250471" x="3479800" y="6311900"/>
          <p14:tracePt t="250488" x="3594100" y="6324600"/>
          <p14:tracePt t="250504" x="3740150" y="6330950"/>
          <p14:tracePt t="250520" x="3816350" y="6330950"/>
          <p14:tracePt t="250538" x="3968750" y="6343650"/>
          <p14:tracePt t="250554" x="4057650" y="6343650"/>
          <p14:tracePt t="250571" x="4235450" y="6362700"/>
          <p14:tracePt t="250587" x="4432300" y="6369050"/>
          <p14:tracePt t="250604" x="4508500" y="6369050"/>
          <p14:tracePt t="250621" x="4584700" y="6381750"/>
          <p14:tracePt t="250637" x="4654550" y="6388100"/>
          <p14:tracePt t="250653" x="4679950" y="6388100"/>
          <p14:tracePt t="250670" x="4705350" y="6388100"/>
          <p14:tracePt t="250687" x="4711700" y="6388100"/>
          <p14:tracePt t="250769" x="4705350" y="6381750"/>
          <p14:tracePt t="250776" x="4711700" y="6362700"/>
          <p14:tracePt t="251215" x="4781550" y="6362700"/>
          <p14:tracePt t="251222" x="4870450" y="6356350"/>
          <p14:tracePt t="251238" x="4972050" y="6343650"/>
          <p14:tracePt t="251252" x="5086350" y="6337300"/>
          <p14:tracePt t="251268" x="5213350" y="6324600"/>
          <p14:tracePt t="251285" x="5480050" y="6305550"/>
          <p14:tracePt t="251301" x="5734050" y="6280150"/>
          <p14:tracePt t="251318" x="5848350" y="6273800"/>
          <p14:tracePt t="251335" x="6000750" y="6273800"/>
          <p14:tracePt t="251351" x="6057900" y="6280150"/>
          <p14:tracePt t="251368" x="6115050" y="6292850"/>
          <p14:tracePt t="251385" x="6153150" y="6299200"/>
          <p14:tracePt t="251401" x="6165850" y="6305550"/>
          <p14:tracePt t="251418" x="6191250" y="6305550"/>
          <p14:tracePt t="251421" x="6203950" y="6311900"/>
          <p14:tracePt t="251434" x="6210300" y="6311900"/>
          <p14:tracePt t="251451" x="6216650" y="6311900"/>
          <p14:tracePt t="251468" x="6229350" y="6318250"/>
          <p14:tracePt t="251484" x="6242050" y="6318250"/>
          <p14:tracePt t="251500" x="6248400" y="6318250"/>
          <p14:tracePt t="251517" x="6254750" y="6318250"/>
          <p14:tracePt t="251637" x="6242050" y="6318250"/>
          <p14:tracePt t="251643" x="6223000" y="6318250"/>
          <p14:tracePt t="251658" x="6197600" y="6318250"/>
          <p14:tracePt t="251666" x="6172200" y="6311900"/>
          <p14:tracePt t="251683" x="6121400" y="6311900"/>
          <p14:tracePt t="251700" x="5962650" y="6324600"/>
          <p14:tracePt t="251716" x="5848350" y="6324600"/>
          <p14:tracePt t="251733" x="5568950" y="6324600"/>
          <p14:tracePt t="251750" x="5270500" y="6337300"/>
          <p14:tracePt t="251766" x="5111750" y="6337300"/>
          <p14:tracePt t="251784" x="4978400" y="6337300"/>
          <p14:tracePt t="251799" x="4762500" y="6330950"/>
          <p14:tracePt t="251816" x="4597400" y="6330950"/>
          <p14:tracePt t="251834" x="4476750" y="6311900"/>
          <p14:tracePt t="251849" x="4432300" y="6305550"/>
          <p14:tracePt t="251866" x="4406900" y="6299200"/>
          <p14:tracePt t="251883" x="4356100" y="6286500"/>
          <p14:tracePt t="251899" x="4324350" y="6280150"/>
          <p14:tracePt t="251916" x="4311650" y="6280150"/>
          <p14:tracePt t="251919" x="4305300" y="6280150"/>
          <p14:tracePt t="251933" x="4286250" y="6280150"/>
          <p14:tracePt t="251949" x="4279900" y="6280150"/>
          <p14:tracePt t="251965" x="4254500" y="6280150"/>
          <p14:tracePt t="251982" x="4241800" y="6280150"/>
          <p14:tracePt t="252016" x="4229100" y="6280150"/>
          <p14:tracePt t="252032" x="4222750" y="6280150"/>
          <p14:tracePt t="252049" x="4216400" y="6286500"/>
          <p14:tracePt t="252066" x="4203700" y="6286500"/>
          <p14:tracePt t="252082" x="4184650" y="6286500"/>
          <p14:tracePt t="252115" x="4165600" y="6286500"/>
          <p14:tracePt t="252156" x="4159250" y="6280150"/>
          <p14:tracePt t="252178" x="4165600" y="6280150"/>
          <p14:tracePt t="252200" x="4171950" y="6280150"/>
          <p14:tracePt t="252205" x="4178300" y="6280150"/>
          <p14:tracePt t="252234" x="4184650" y="6280150"/>
          <p14:tracePt t="252241" x="4191000" y="6280150"/>
          <p14:tracePt t="252250" x="4216400" y="6280150"/>
          <p14:tracePt t="252266" x="4235450" y="6280150"/>
          <p14:tracePt t="252281" x="4337050" y="6273800"/>
          <p14:tracePt t="252298" x="4413250" y="6267450"/>
          <p14:tracePt t="252315" x="4603750" y="6254750"/>
          <p14:tracePt t="252331" x="4819650" y="6242050"/>
          <p14:tracePt t="252347" x="4927600" y="6235700"/>
          <p14:tracePt t="252364" x="5035550" y="6235700"/>
          <p14:tracePt t="252381" x="5226050" y="6235700"/>
          <p14:tracePt t="252397" x="5359400" y="6235700"/>
          <p14:tracePt t="252414" x="5410200" y="6235700"/>
          <p14:tracePt t="252431" x="5461000" y="6242050"/>
          <p14:tracePt t="252447" x="5473700" y="6242050"/>
          <p14:tracePt t="252465" x="5480050" y="6242050"/>
          <p14:tracePt t="253021" x="5461000" y="6229350"/>
          <p14:tracePt t="253029" x="5422900" y="6197600"/>
          <p14:tracePt t="253042" x="5391150" y="6159500"/>
          <p14:tracePt t="253049" x="5359400" y="6102350"/>
          <p14:tracePt t="253064" x="5334000" y="6057900"/>
          <p14:tracePt t="253078" x="5308600" y="6007100"/>
          <p14:tracePt t="253095" x="5238750" y="5854700"/>
          <p14:tracePt t="253114" x="5187950" y="5670550"/>
          <p14:tracePt t="253128" x="5156200" y="5581650"/>
          <p14:tracePt t="253145" x="5137150" y="5480050"/>
          <p14:tracePt t="253162" x="5118100" y="5295900"/>
          <p14:tracePt t="253178" x="5105400" y="5181600"/>
          <p14:tracePt t="253195" x="5099050" y="5124450"/>
          <p14:tracePt t="253212" x="5099050" y="5022850"/>
          <p14:tracePt t="253228" x="5099050" y="4984750"/>
          <p14:tracePt t="253246" x="5092700" y="4927600"/>
          <p14:tracePt t="253261" x="5080000" y="4883150"/>
          <p14:tracePt t="253278" x="5080000" y="4857750"/>
          <p14:tracePt t="253295" x="5073650" y="4813300"/>
          <p14:tracePt t="253311" x="5067300" y="4794250"/>
          <p14:tracePt t="253328" x="5054600" y="4743450"/>
          <p14:tracePt t="253344" x="5048250" y="4711700"/>
          <p14:tracePt t="253361" x="5035550" y="4679950"/>
          <p14:tracePt t="253377" x="5035550" y="4654550"/>
          <p14:tracePt t="253394" x="5029200" y="4610100"/>
          <p14:tracePt t="253411" x="5029200" y="4591050"/>
          <p14:tracePt t="253414" x="5029200" y="4559300"/>
          <p14:tracePt t="253428" x="5041900" y="4533900"/>
          <p14:tracePt t="253444" x="5054600" y="4483100"/>
          <p14:tracePt t="253460" x="5073650" y="4457700"/>
          <p14:tracePt t="253478" x="5086350" y="4425950"/>
          <p14:tracePt t="253493" x="5092700" y="4406900"/>
          <p14:tracePt t="253510" x="5099050" y="4368800"/>
          <p14:tracePt t="253527" x="5099050" y="4356100"/>
          <p14:tracePt t="253543" x="5099050" y="4349750"/>
          <p14:tracePt t="253560" x="5099050" y="4337050"/>
          <p14:tracePt t="253576" x="5086350" y="4330700"/>
          <p14:tracePt t="253593" x="5080000" y="4324350"/>
          <p14:tracePt t="253611" x="5073650" y="4324350"/>
          <p14:tracePt t="253626" x="5060950" y="4324350"/>
          <p14:tracePt t="253643" x="5054600" y="4318000"/>
          <p14:tracePt t="253660" x="5048250" y="4318000"/>
          <p14:tracePt t="253682" x="5041900" y="4318000"/>
          <p14:tracePt t="253711" x="5035550" y="4311650"/>
          <p14:tracePt t="253731" x="5022850" y="4311650"/>
          <p14:tracePt t="253765" x="5016500" y="4311650"/>
          <p14:tracePt t="253780" x="5010150" y="4311650"/>
          <p14:tracePt t="253786" x="5003800" y="4305300"/>
          <p14:tracePt t="253801" x="4997450" y="4298950"/>
          <p14:tracePt t="253815" x="4984750" y="4298950"/>
          <p14:tracePt t="253825" x="4978400" y="4292600"/>
          <p14:tracePt t="253843" x="4953000" y="4286250"/>
          <p14:tracePt t="253859" x="4927600" y="4279900"/>
          <p14:tracePt t="253876" x="4921250" y="4279900"/>
          <p14:tracePt t="253892" x="4914900" y="4279900"/>
          <p14:tracePt t="253929" x="4914900" y="4286250"/>
          <p14:tracePt t="253942" x="4914900" y="4292600"/>
          <p14:tracePt t="253977" x="4921250" y="4298950"/>
          <p14:tracePt t="253990" x="4927600" y="4298950"/>
          <p14:tracePt t="253997" x="4940300" y="4305300"/>
          <p14:tracePt t="254012" x="4959350" y="4305300"/>
          <p14:tracePt t="254025" x="4991100" y="4311650"/>
          <p14:tracePt t="254042" x="5080000" y="4318000"/>
          <p14:tracePt t="254058" x="5137150" y="4330700"/>
          <p14:tracePt t="254075" x="5289550" y="4349750"/>
          <p14:tracePt t="254092" x="5365750" y="4349750"/>
          <p14:tracePt t="254110" x="5537200" y="4375150"/>
          <p14:tracePt t="254125" x="5600700" y="4375150"/>
          <p14:tracePt t="254141" x="5727700" y="4387850"/>
          <p14:tracePt t="254159" x="5835650" y="4394200"/>
          <p14:tracePt t="254174" x="5861050" y="4394200"/>
          <p14:tracePt t="254191" x="5892800" y="4394200"/>
          <p14:tracePt t="254208" x="5930900" y="4400550"/>
          <p14:tracePt t="254224" x="5969000" y="4406900"/>
          <p14:tracePt t="254241" x="5988050" y="4419600"/>
          <p14:tracePt t="254257" x="6007100" y="4425950"/>
          <p14:tracePt t="254291" x="6013450" y="4425950"/>
          <p14:tracePt t="254307" x="6026150" y="4432300"/>
          <p14:tracePt t="254324" x="6032500" y="4445000"/>
          <p14:tracePt t="254341" x="6038850" y="4451350"/>
          <p14:tracePt t="254357" x="6038850" y="4457700"/>
          <p14:tracePt t="254391" x="6057900" y="4470400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52400" y="761999"/>
            <a:ext cx="8839200" cy="6096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spc="-30" normalizeH="0" baseline="0" dirty="0" smtClean="0">
                <a:ln>
                  <a:noFill/>
                </a:ln>
                <a:effectLst/>
                <a:ea typeface="SourceSansProRegular"/>
              </a:rPr>
              <a:t>Abstract</a:t>
            </a:r>
            <a:r>
              <a:rPr kumimoji="0" lang="en-US" altLang="en-US" sz="2400" b="0" i="0" u="none" strike="noStrike" cap="none" spc="-30" normalizeH="0" dirty="0" smtClean="0">
                <a:ln>
                  <a:noFill/>
                </a:ln>
                <a:effectLst/>
                <a:ea typeface="SourceSansProRegular"/>
              </a:rPr>
              <a:t> base class</a:t>
            </a:r>
            <a:r>
              <a:rPr kumimoji="0" lang="en-US" altLang="en-US" sz="2400" b="0" i="0" u="none" strike="noStrike" cap="none" spc="-30" normalizeH="0" baseline="0" dirty="0" smtClean="0">
                <a:ln>
                  <a:noFill/>
                </a:ln>
                <a:effectLst/>
                <a:ea typeface="SourceSansProRegular"/>
              </a:rPr>
              <a:t> lets you indicate </a:t>
            </a:r>
            <a:r>
              <a:rPr kumimoji="0" lang="en-US" altLang="en-US" sz="2400" b="1" i="1" u="none" strike="noStrike" cap="none" spc="-30" normalizeH="0" baseline="0" dirty="0" smtClean="0">
                <a:ln>
                  <a:noFill/>
                </a:ln>
                <a:solidFill>
                  <a:srgbClr val="D10D9E"/>
                </a:solidFill>
                <a:effectLst/>
                <a:ea typeface="SourceSansProRegular"/>
              </a:rPr>
              <a:t>abstract methods</a:t>
            </a:r>
            <a:r>
              <a:rPr kumimoji="0" lang="en-US" altLang="en-US" sz="2400" b="0" i="0" u="none" strike="noStrike" cap="none" spc="-30" normalizeH="0" baseline="0" dirty="0" smtClean="0">
                <a:ln>
                  <a:noFill/>
                </a:ln>
                <a:effectLst/>
                <a:ea typeface="SourceSansProRegular"/>
              </a:rPr>
              <a:t>: methods</a:t>
            </a:r>
            <a:r>
              <a:rPr kumimoji="0" lang="en-US" altLang="en-US" sz="2400" b="0" i="0" u="none" strike="noStrike" cap="none" spc="-20" normalizeH="0" baseline="0" dirty="0" smtClean="0">
                <a:ln>
                  <a:noFill/>
                </a:ln>
                <a:effectLst/>
                <a:ea typeface="SourceSansProRegular"/>
              </a:rPr>
              <a:t> that any </a:t>
            </a:r>
            <a:r>
              <a:rPr lang="en-US" altLang="en-US" sz="2400" spc="-20" dirty="0" smtClean="0">
                <a:ea typeface="SourceSansProRegular"/>
              </a:rPr>
              <a:t>deriving</a:t>
            </a:r>
            <a:r>
              <a:rPr kumimoji="0" lang="en-US" altLang="en-US" sz="2400" b="0" i="0" u="none" strike="noStrike" cap="none" spc="-20" normalizeH="0" dirty="0" smtClean="0">
                <a:ln>
                  <a:noFill/>
                </a:ln>
                <a:effectLst/>
                <a:ea typeface="SourceSansProRegular"/>
              </a:rPr>
              <a:t> class</a:t>
            </a:r>
            <a:r>
              <a:rPr kumimoji="0" lang="en-US" altLang="en-US" sz="2400" b="0" i="0" u="none" strike="noStrike" cap="none" spc="-20" normalizeH="0" baseline="0" dirty="0" smtClean="0">
                <a:ln>
                  <a:noFill/>
                </a:ln>
                <a:effectLst/>
                <a:ea typeface="SourceSansProRegular"/>
              </a:rPr>
              <a:t> must define</a:t>
            </a:r>
            <a:r>
              <a:rPr lang="en-US" altLang="en-US" sz="2400" spc="-20" dirty="0">
                <a:ea typeface="SourceSansProRegular"/>
              </a:rPr>
              <a:t> </a:t>
            </a:r>
            <a:r>
              <a:rPr lang="en-US" altLang="en-US" sz="2400" spc="-20" dirty="0" smtClean="0">
                <a:ea typeface="SourceSansProRegular"/>
              </a:rPr>
              <a:t>before it can be instantiated.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spc="-60" normalizeH="0" baseline="0" dirty="0" smtClean="0">
                <a:ln>
                  <a:noFill/>
                </a:ln>
                <a:effectLst/>
                <a:ea typeface="SourceSansProRegular"/>
              </a:rPr>
              <a:t>To</a:t>
            </a:r>
            <a:r>
              <a:rPr kumimoji="0" lang="en-US" altLang="en-US" sz="2400" b="0" i="0" u="none" strike="noStrike" cap="none" spc="-60" normalizeH="0" dirty="0" smtClean="0">
                <a:ln>
                  <a:noFill/>
                </a:ln>
                <a:effectLst/>
                <a:ea typeface="SourceSansProRegular"/>
              </a:rPr>
              <a:t> indicate this</a:t>
            </a:r>
            <a:r>
              <a:rPr kumimoji="0" lang="en-US" altLang="en-US" sz="2400" b="0" i="0" u="none" strike="noStrike" cap="none" spc="-60" normalizeH="0" baseline="0" dirty="0" smtClean="0">
                <a:ln>
                  <a:noFill/>
                </a:ln>
                <a:effectLst/>
                <a:ea typeface="SourceSansProRegular"/>
              </a:rPr>
              <a:t> </a:t>
            </a:r>
            <a:r>
              <a:rPr kumimoji="0" lang="en-US" altLang="en-US" sz="2400" b="0" i="0" u="none" strike="noStrike" cap="none" spc="-60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ea typeface="SourceSansProRegular"/>
              </a:rPr>
              <a:t>decorate</a:t>
            </a:r>
            <a:r>
              <a:rPr kumimoji="0" lang="en-US" altLang="en-US" sz="2400" b="0" i="0" u="none" strike="noStrike" cap="none" spc="-60" normalizeH="0" dirty="0" smtClean="0">
                <a:ln>
                  <a:noFill/>
                </a:ln>
                <a:solidFill>
                  <a:srgbClr val="00A84C"/>
                </a:solidFill>
                <a:effectLst/>
                <a:ea typeface="SourceSansProRegular"/>
              </a:rPr>
              <a:t> a </a:t>
            </a:r>
            <a:r>
              <a:rPr kumimoji="0" lang="en-US" altLang="en-US" sz="2400" b="0" i="0" u="none" strike="noStrike" cap="none" spc="-60" normalizeH="0" baseline="0" dirty="0" smtClean="0">
                <a:ln>
                  <a:noFill/>
                </a:ln>
                <a:solidFill>
                  <a:srgbClr val="00A84C"/>
                </a:solidFill>
                <a:effectLst/>
                <a:ea typeface="SourceSansProRegular"/>
              </a:rPr>
              <a:t>generalized abstract semantic definition</a:t>
            </a:r>
            <a:r>
              <a:rPr kumimoji="0" lang="en-US" altLang="en-US" sz="2400" b="0" i="0" u="none" strike="noStrike" cap="none" spc="-60" normalizeH="0" baseline="0" dirty="0" smtClean="0">
                <a:ln>
                  <a:noFill/>
                </a:ln>
                <a:effectLst/>
                <a:ea typeface="SourceSansProRegular"/>
              </a:rPr>
              <a:t>. 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effectLst/>
              <a:ea typeface="SourceSansPro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 smtClean="0">
                <a:ea typeface="SourceSansProRegular"/>
              </a:rPr>
              <a:t>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effectLst/>
                <a:ea typeface="SourceSansProRegular"/>
              </a:rPr>
              <a:t>he deriving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effectLst/>
                <a:ea typeface="SourceSansProRegular"/>
              </a:rPr>
              <a:t> class's definition is not required to match to the semantics of the abstract definition (similar to how the values </a:t>
            </a:r>
            <a:r>
              <a:rPr kumimoji="0" lang="en-US" altLang="en-US" sz="2400" b="0" i="0" u="none" strike="noStrike" cap="none" spc="-30" normalizeH="0" dirty="0" smtClean="0">
                <a:ln>
                  <a:noFill/>
                </a:ln>
                <a:effectLst/>
                <a:ea typeface="SourceSansProRegular"/>
              </a:rPr>
              <a:t>assigned to type-annotated </a:t>
            </a:r>
            <a:r>
              <a:rPr kumimoji="0" lang="en-US" altLang="en-US" sz="2400" b="0" i="0" u="none" strike="noStrike" cap="none" spc="-70" normalizeH="0" dirty="0" smtClean="0">
                <a:ln>
                  <a:noFill/>
                </a:ln>
                <a:effectLst/>
                <a:ea typeface="SourceSansProRegular"/>
              </a:rPr>
              <a:t>v</a:t>
            </a:r>
            <a:r>
              <a:rPr kumimoji="0" lang="en-US" altLang="en-US" sz="2400" b="0" i="0" u="none" strike="noStrike" cap="none" spc="-30" normalizeH="0" dirty="0" smtClean="0">
                <a:ln>
                  <a:noFill/>
                </a:ln>
                <a:effectLst/>
                <a:ea typeface="SourceSansProRegular"/>
              </a:rPr>
              <a:t>ar</a:t>
            </a:r>
            <a:r>
              <a:rPr kumimoji="0" lang="en-US" altLang="en-US" sz="2400" b="0" i="0" u="none" strike="noStrike" cap="none" spc="-40" normalizeH="0" dirty="0" smtClean="0">
                <a:ln>
                  <a:noFill/>
                </a:ln>
                <a:effectLst/>
                <a:ea typeface="SourceSansProRegular"/>
              </a:rPr>
              <a:t>iables n</a:t>
            </a:r>
            <a:r>
              <a:rPr kumimoji="0" lang="en-US" altLang="en-US" sz="2400" b="0" i="0" u="none" strike="noStrike" cap="none" spc="-30" normalizeH="0" dirty="0" smtClean="0">
                <a:ln>
                  <a:noFill/>
                </a:ln>
                <a:effectLst/>
                <a:ea typeface="SourceSansProRegular"/>
              </a:rPr>
              <a:t>eed not match those type</a:t>
            </a:r>
            <a:r>
              <a:rPr kumimoji="0" lang="en-US" altLang="en-US" sz="2400" b="0" i="0" u="none" strike="noStrike" cap="none" spc="-250" normalizeH="0" dirty="0" smtClean="0">
                <a:ln>
                  <a:noFill/>
                </a:ln>
                <a:effectLst/>
                <a:ea typeface="SourceSansProRegular"/>
              </a:rPr>
              <a:t>s</a:t>
            </a:r>
            <a:r>
              <a:rPr kumimoji="0" lang="en-US" altLang="en-US" sz="2400" b="0" i="0" u="none" strike="noStrike" cap="none" spc="-150" normalizeH="0" dirty="0" smtClean="0">
                <a:ln>
                  <a:noFill/>
                </a:ln>
                <a:effectLst/>
                <a:ea typeface="SourceSansProRegular"/>
              </a:rPr>
              <a:t>)</a:t>
            </a:r>
            <a:r>
              <a:rPr kumimoji="0" lang="en-US" altLang="en-US" sz="2400" b="0" i="0" u="none" strike="noStrike" cap="none" spc="-400" normalizeH="0" dirty="0" smtClean="0">
                <a:ln>
                  <a:noFill/>
                </a:ln>
                <a:effectLst/>
                <a:ea typeface="SourceSansProRegular"/>
              </a:rPr>
              <a:t>.</a:t>
            </a:r>
            <a:endParaRPr lang="en-US" altLang="en-US" sz="2400" spc="-400" dirty="0" smtClean="0">
              <a:latin typeface="Lucida Console" panose="020B0609040504020204" pitchFamily="49" charset="0"/>
            </a:endParaRPr>
          </a:p>
          <a:p>
            <a:pPr marL="0" lvl="0" indent="0">
              <a:lnSpc>
                <a:spcPct val="90000"/>
              </a:lnSpc>
              <a:spcBef>
                <a:spcPts val="600"/>
              </a:spcBef>
              <a:buClrTx/>
              <a:buNone/>
            </a:pPr>
            <a:r>
              <a:rPr lang="en-US" altLang="en-US" sz="2400" dirty="0" smtClean="0">
                <a:latin typeface="Lucida Console" panose="020B0609040504020204" pitchFamily="49" charset="0"/>
              </a:rPr>
              <a:t>&gt;&gt;&gt; from </a:t>
            </a:r>
            <a:r>
              <a:rPr lang="en-US" altLang="en-US" sz="2400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abc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import </a:t>
            </a:r>
            <a:r>
              <a:rPr lang="en-US" altLang="en-US" sz="2400" b="1" dirty="0" err="1" smtClean="0">
                <a:solidFill>
                  <a:srgbClr val="D10D9E"/>
                </a:solidFill>
                <a:latin typeface="Lucida Console" panose="020B0609040504020204" pitchFamily="49" charset="0"/>
              </a:rPr>
              <a:t>abstractmethod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,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ABCMeta</a:t>
            </a: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en-US" sz="2400" dirty="0" smtClean="0">
                <a:latin typeface="Lucida Console" panose="020B0609040504020204" pitchFamily="49" charset="0"/>
              </a:rPr>
              <a:t>&gt;&gt;&gt; s=</a:t>
            </a:r>
            <a:r>
              <a:rPr lang="en-US" altLang="en-US" sz="2400" b="1" dirty="0" err="1" smtClean="0">
                <a:solidFill>
                  <a:srgbClr val="D10D9E"/>
                </a:solidFill>
                <a:latin typeface="Lucida Console" panose="020B0609040504020204" pitchFamily="49" charset="0"/>
              </a:rPr>
              <a:t>abstractmethod</a:t>
            </a:r>
            <a:r>
              <a:rPr lang="en-US" altLang="en-US" sz="2400" dirty="0">
                <a:latin typeface="Lucida Console" panose="020B0609040504020204" pitchFamily="49" charset="0"/>
              </a:rPr>
              <a:t>.__doc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__</a:t>
            </a:r>
          </a:p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en-US" sz="2400" dirty="0" smtClean="0">
                <a:latin typeface="Lucida Console" panose="020B0609040504020204" pitchFamily="49" charset="0"/>
              </a:rPr>
              <a:t>&gt;&gt;&gt; print(s[:42]+s[105:237]+s[424</a:t>
            </a:r>
            <a:r>
              <a:rPr lang="en-US" altLang="en-US" sz="2400" dirty="0">
                <a:latin typeface="Lucida Console" panose="020B0609040504020204" pitchFamily="49" charset="0"/>
              </a:rPr>
              <a:t>:])</a:t>
            </a:r>
          </a:p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</a:rPr>
              <a:t>A decorator indicating</a:t>
            </a:r>
            <a:r>
              <a:rPr lang="en-US" altLang="en-US" sz="2400" dirty="0">
                <a:solidFill>
                  <a:srgbClr val="D10D9E"/>
                </a:solidFill>
                <a:latin typeface="Lucida Console" panose="020B0609040504020204" pitchFamily="49" charset="0"/>
              </a:rPr>
              <a:t> abstract methods</a:t>
            </a:r>
            <a:r>
              <a:rPr lang="en-US" altLang="en-US" sz="2400" dirty="0" smtClean="0">
                <a:solidFill>
                  <a:srgbClr val="D10D9E"/>
                </a:solidFill>
                <a:latin typeface="Lucida Console" panose="020B0609040504020204" pitchFamily="49" charset="0"/>
              </a:rPr>
              <a:t>.</a:t>
            </a:r>
            <a:endParaRPr lang="en-US" altLang="en-US" sz="2400" dirty="0">
              <a:solidFill>
                <a:srgbClr val="D10D9E"/>
              </a:solidFill>
              <a:latin typeface="Lucida Console" panose="020B0609040504020204" pitchFamily="49" charset="0"/>
            </a:endParaRPr>
          </a:p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A class </a:t>
            </a:r>
            <a:r>
              <a:rPr lang="en-US" altLang="en-US" sz="2400" dirty="0">
                <a:latin typeface="Lucida Console" panose="020B0609040504020204" pitchFamily="49" charset="0"/>
              </a:rPr>
              <a:t>that has a </a:t>
            </a:r>
            <a:r>
              <a:rPr lang="en-US" altLang="en-US" sz="2400" dirty="0" err="1">
                <a:latin typeface="Lucida Console" panose="020B0609040504020204" pitchFamily="49" charset="0"/>
              </a:rPr>
              <a:t>metaclass</a:t>
            </a:r>
            <a:r>
              <a:rPr lang="en-US" altLang="en-US" sz="2400" dirty="0">
                <a:latin typeface="Lucida Console" panose="020B0609040504020204" pitchFamily="49" charset="0"/>
              </a:rPr>
              <a:t> derived from </a:t>
            </a: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</a:t>
            </a:r>
            <a:r>
              <a:rPr lang="en-US" altLang="en-US" sz="2400" dirty="0" err="1" smtClean="0">
                <a:latin typeface="Lucida Console" panose="020B0609040504020204" pitchFamily="49" charset="0"/>
              </a:rPr>
              <a:t>ABCMeta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</a:rPr>
              <a:t>cannot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be </a:t>
            </a:r>
            <a:r>
              <a:rPr lang="en-US" altLang="en-US" sz="2400" dirty="0">
                <a:latin typeface="Lucida Console" panose="020B0609040504020204" pitchFamily="49" charset="0"/>
              </a:rPr>
              <a:t>instantiated unless all </a:t>
            </a:r>
            <a:endParaRPr lang="en-US" altLang="en-US" sz="2400" dirty="0" smtClean="0">
              <a:latin typeface="Lucida Console" panose="020B0609040504020204" pitchFamily="49" charset="0"/>
            </a:endParaRPr>
          </a:p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   its </a:t>
            </a:r>
            <a:r>
              <a:rPr lang="en-US" altLang="en-US" sz="2400" dirty="0">
                <a:latin typeface="Lucida Console" panose="020B0609040504020204" pitchFamily="49" charset="0"/>
              </a:rPr>
              <a:t>abstract methods are overridden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. </a:t>
            </a:r>
            <a:r>
              <a:rPr lang="en-US" altLang="en-US" sz="2400" dirty="0">
                <a:latin typeface="Lucida Console" panose="020B0609040504020204" pitchFamily="49" charset="0"/>
              </a:rPr>
              <a:t>Usage</a:t>
            </a:r>
            <a:r>
              <a:rPr lang="en-US" altLang="en-US" sz="2400" dirty="0" smtClean="0">
                <a:latin typeface="Lucida Console" panose="020B0609040504020204" pitchFamily="49" charset="0"/>
              </a:rPr>
              <a:t>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  class C(</a:t>
            </a:r>
            <a:r>
              <a:rPr lang="en-US" altLang="en-US" sz="2400" dirty="0" err="1">
                <a:latin typeface="Lucida Console" panose="020B0609040504020204" pitchFamily="49" charset="0"/>
              </a:rPr>
              <a:t>metaclass</a:t>
            </a:r>
            <a:r>
              <a:rPr lang="en-US" altLang="en-US" sz="2400" dirty="0">
                <a:latin typeface="Lucida Console" panose="020B0609040504020204" pitchFamily="49" charset="0"/>
              </a:rPr>
              <a:t>=</a:t>
            </a:r>
            <a:r>
              <a:rPr lang="en-US" altLang="en-US" sz="2400" dirty="0" err="1">
                <a:latin typeface="Lucida Console" panose="020B0609040504020204" pitchFamily="49" charset="0"/>
              </a:rPr>
              <a:t>ABCMeta</a:t>
            </a:r>
            <a:r>
              <a:rPr lang="en-US" altLang="en-US" sz="2400" dirty="0">
                <a:latin typeface="Lucida Console" panose="020B0609040504020204" pitchFamily="49" charset="0"/>
              </a:rPr>
              <a:t>):</a:t>
            </a:r>
          </a:p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     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400" b="1" dirty="0" err="1">
                <a:solidFill>
                  <a:srgbClr val="D10D9E"/>
                </a:solidFill>
                <a:latin typeface="Lucida Console" panose="020B0609040504020204" pitchFamily="49" charset="0"/>
              </a:rPr>
              <a:t>abstractmethod</a:t>
            </a:r>
            <a:endParaRPr lang="en-US" altLang="en-US" sz="2400" b="1" dirty="0">
              <a:solidFill>
                <a:srgbClr val="D10D9E"/>
              </a:solidFill>
              <a:latin typeface="Lucida Console" panose="020B0609040504020204" pitchFamily="49" charset="0"/>
            </a:endParaRPr>
          </a:p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      </a:t>
            </a:r>
            <a:r>
              <a:rPr lang="en-US" altLang="en-US" sz="2400" dirty="0" err="1">
                <a:solidFill>
                  <a:srgbClr val="00A84C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solidFill>
                  <a:srgbClr val="00A84C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rgbClr val="00A84C"/>
                </a:solidFill>
                <a:latin typeface="Lucida Console" panose="020B0609040504020204" pitchFamily="49" charset="0"/>
              </a:rPr>
              <a:t>my_abstract_metho</a:t>
            </a:r>
            <a:r>
              <a:rPr lang="en-US" altLang="en-US" sz="2400" spc="-100" dirty="0" err="1">
                <a:solidFill>
                  <a:srgbClr val="00A84C"/>
                </a:solidFill>
                <a:latin typeface="Lucida Console" panose="020B0609040504020204" pitchFamily="49" charset="0"/>
              </a:rPr>
              <a:t>d</a:t>
            </a:r>
            <a:r>
              <a:rPr lang="en-US" altLang="en-US" sz="2400" spc="-100" dirty="0">
                <a:solidFill>
                  <a:srgbClr val="00A84C"/>
                </a:solidFill>
                <a:latin typeface="Lucida Console" panose="020B0609040504020204" pitchFamily="49" charset="0"/>
              </a:rPr>
              <a:t>(sel</a:t>
            </a:r>
            <a:r>
              <a:rPr lang="en-US" altLang="en-US" sz="2400" spc="-150" dirty="0">
                <a:solidFill>
                  <a:srgbClr val="00A84C"/>
                </a:solidFill>
                <a:latin typeface="Lucida Console" panose="020B0609040504020204" pitchFamily="49" charset="0"/>
              </a:rPr>
              <a:t>f, ...)</a:t>
            </a:r>
            <a:r>
              <a:rPr lang="en-US" altLang="en-US" sz="2400" spc="-100" dirty="0">
                <a:solidFill>
                  <a:srgbClr val="00A84C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en-US" sz="2400" dirty="0">
                <a:solidFill>
                  <a:srgbClr val="00A84C"/>
                </a:solidFill>
                <a:latin typeface="Lucida Console" panose="020B0609040504020204" pitchFamily="49" charset="0"/>
              </a:rPr>
              <a:t>                </a:t>
            </a:r>
            <a:r>
              <a:rPr lang="en-US" altLang="en-US" sz="2400" dirty="0" smtClean="0">
                <a:solidFill>
                  <a:srgbClr val="00A84C"/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>
              <a:solidFill>
                <a:srgbClr val="00A84C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</a:t>
            </a:r>
            <a:r>
              <a:rPr lang="en-US" altLang="en-US" sz="4000" dirty="0">
                <a:latin typeface="Elephant" panose="02020904090505020303" pitchFamily="18" charset="0"/>
              </a:rPr>
              <a:t>functions </a:t>
            </a:r>
            <a:r>
              <a:rPr lang="en-US" altLang="en-US" sz="4000" dirty="0" smtClean="0">
                <a:latin typeface="Elephant" panose="02020904090505020303" pitchFamily="18" charset="0"/>
              </a:rPr>
              <a:t>of the </a:t>
            </a:r>
            <a:r>
              <a:rPr lang="en-US" altLang="en-US" sz="4000" dirty="0" err="1" smtClean="0">
                <a:solidFill>
                  <a:srgbClr val="FF0000"/>
                </a:solidFill>
                <a:latin typeface="Elephant" panose="02020904090505020303" pitchFamily="18" charset="0"/>
              </a:rPr>
              <a:t>abc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25519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887"/>
    </mc:Choice>
    <mc:Fallback xmlns="">
      <p:transition spd="slow" advTm="4908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500"/>
                            </p:stCondLst>
                            <p:childTnLst>
                              <p:par>
                                <p:cTn id="6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6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279" x="4197350" y="1314450"/>
          <p14:tracePt t="1312" x="4044950" y="1301750"/>
          <p14:tracePt t="1346" x="3905250" y="1250950"/>
          <p14:tracePt t="1379" x="3790950" y="1219200"/>
          <p14:tracePt t="1412" x="3651250" y="1225550"/>
          <p14:tracePt t="1445" x="3441700" y="1231900"/>
          <p14:tracePt t="1479" x="3340100" y="1263650"/>
          <p14:tracePt t="1511" x="3295650" y="1276350"/>
          <p14:tracePt t="1545" x="3263900" y="1301750"/>
          <p14:tracePt t="1578" x="3238500" y="1308100"/>
          <p14:tracePt t="1611" x="3232150" y="1314450"/>
          <p14:tracePt t="1631" x="3232150" y="1320800"/>
          <p14:tracePt t="1711" x="3225800" y="1320800"/>
          <p14:tracePt t="2093" x="3302000" y="1320800"/>
          <p14:tracePt t="2126" x="3378200" y="1314450"/>
          <p14:tracePt t="2146" x="3416300" y="1308100"/>
          <p14:tracePt t="2176" x="3460750" y="1295400"/>
          <p14:tracePt t="2209" x="3498850" y="1289050"/>
          <p14:tracePt t="2242" x="3524250" y="1289050"/>
          <p14:tracePt t="2276" x="3549650" y="1289050"/>
          <p14:tracePt t="2310" x="3562350" y="1289050"/>
          <p14:tracePt t="2344" x="3581400" y="1289050"/>
          <p14:tracePt t="2375" x="3594100" y="1289050"/>
          <p14:tracePt t="2425" x="3600450" y="1289050"/>
          <p14:tracePt t="2458" x="3613150" y="1289050"/>
          <p14:tracePt t="2525" x="3625850" y="1289050"/>
          <p14:tracePt t="2558" x="3638550" y="1289050"/>
          <p14:tracePt t="2591" x="3651250" y="1289050"/>
          <p14:tracePt t="2624" x="3683000" y="1289050"/>
          <p14:tracePt t="2645" x="3727450" y="1289050"/>
          <p14:tracePt t="2676" x="3822700" y="1289050"/>
          <p14:tracePt t="2708" x="3962400" y="1295400"/>
          <p14:tracePt t="2741" x="4102100" y="1295400"/>
          <p14:tracePt t="2774" x="4254500" y="1282700"/>
          <p14:tracePt t="2807" x="4305300" y="1270000"/>
          <p14:tracePt t="2840" x="4349750" y="1250950"/>
          <p14:tracePt t="2874" x="4375150" y="1231900"/>
          <p14:tracePt t="2907" x="4438650" y="1200150"/>
          <p14:tracePt t="2946" x="4521200" y="1162050"/>
          <p14:tracePt t="2960" x="4572000" y="1149350"/>
          <p14:tracePt t="2991" x="4616450" y="1130300"/>
          <p14:tracePt t="3024" x="4705350" y="1098550"/>
          <p14:tracePt t="3056" x="4768850" y="1098550"/>
          <p14:tracePt t="3091" x="4826000" y="1098550"/>
          <p14:tracePt t="3124" x="4902200" y="1098550"/>
          <p14:tracePt t="3156" x="4953000" y="1092200"/>
          <p14:tracePt t="3174" x="5029200" y="1085850"/>
          <p14:tracePt t="3207" x="5099050" y="1092200"/>
          <p14:tracePt t="3239" x="5175250" y="1111250"/>
          <p14:tracePt t="3260" x="5226050" y="1117600"/>
          <p14:tracePt t="3291" x="5295900" y="1136650"/>
          <p14:tracePt t="3322" x="5397500" y="1168400"/>
          <p14:tracePt t="3355" x="5518150" y="1200150"/>
          <p14:tracePt t="3391" x="5607050" y="1219200"/>
          <p14:tracePt t="3424" x="5689600" y="1225550"/>
          <p14:tracePt t="3440" x="5708650" y="1225550"/>
          <p14:tracePt t="3460" x="5753100" y="1231900"/>
          <p14:tracePt t="3492" x="5822950" y="1231900"/>
          <p14:tracePt t="3523" x="5918200" y="1250950"/>
          <p14:tracePt t="3554" x="5981700" y="1257300"/>
          <p14:tracePt t="3604" x="6089650" y="1270000"/>
          <p14:tracePt t="3640" x="6115050" y="1270000"/>
          <p14:tracePt t="3655" x="6146800" y="1263650"/>
          <p14:tracePt t="3692" x="6267450" y="1276350"/>
          <p14:tracePt t="3723" x="6337300" y="1276350"/>
          <p14:tracePt t="3754" x="6413500" y="1282700"/>
          <p14:tracePt t="3787" x="6483350" y="1282700"/>
          <p14:tracePt t="3808" x="6496050" y="1282700"/>
          <p14:tracePt t="3839" x="6553200" y="1282700"/>
          <p14:tracePt t="3904" x="6559550" y="1263650"/>
          <p14:tracePt t="3924" x="6565900" y="1257300"/>
          <p14:tracePt t="3959" x="6686550" y="1270000"/>
          <p14:tracePt t="4003" x="6864350" y="1295400"/>
          <p14:tracePt t="4025" x="6889750" y="1301750"/>
          <p14:tracePt t="4054" x="6959600" y="1301750"/>
          <p14:tracePt t="4103" x="7035800" y="1289050"/>
          <p14:tracePt t="4124" x="7067550" y="1282700"/>
          <p14:tracePt t="4157" x="7086600" y="1270000"/>
          <p14:tracePt t="4188" x="7112000" y="1263650"/>
          <p14:tracePt t="4219" x="7124700" y="1250950"/>
          <p14:tracePt t="4240" x="7131050" y="1250950"/>
          <p14:tracePt t="4285" x="7156450" y="1244600"/>
          <p14:tracePt t="4335" x="7169150" y="1244600"/>
          <p14:tracePt t="4357" x="7175500" y="1244600"/>
          <p14:tracePt t="4418" x="7188200" y="1238250"/>
          <p14:tracePt t="4452" x="7194550" y="1231900"/>
          <p14:tracePt t="4485" x="7194550" y="1225550"/>
          <p14:tracePt t="4534" x="7194550" y="1212850"/>
          <p14:tracePt t="5016" x="6915150" y="1231900"/>
          <p14:tracePt t="5049" x="6451600" y="1276350"/>
          <p14:tracePt t="5083" x="5886450" y="1320800"/>
          <p14:tracePt t="5116" x="5010150" y="1358900"/>
          <p14:tracePt t="5149" x="4356100" y="1397000"/>
          <p14:tracePt t="5182" x="4102100" y="1397000"/>
          <p14:tracePt t="5216" x="3663950" y="1447800"/>
          <p14:tracePt t="5249" x="3295650" y="1479550"/>
          <p14:tracePt t="5282" x="2901950" y="1549400"/>
          <p14:tracePt t="5315" x="2603500" y="1612900"/>
          <p14:tracePt t="5350" x="2444750" y="1619250"/>
          <p14:tracePt t="5382" x="2381250" y="1619250"/>
          <p14:tracePt t="5415" x="2349500" y="1612900"/>
          <p14:tracePt t="5448" x="2305050" y="1606550"/>
          <p14:tracePt t="5481" x="2184400" y="1606550"/>
          <p14:tracePt t="5515" x="2038350" y="1612900"/>
          <p14:tracePt t="5548" x="1943100" y="1625600"/>
          <p14:tracePt t="5581" x="1860550" y="1625600"/>
          <p14:tracePt t="5614" x="1765300" y="1638300"/>
          <p14:tracePt t="5648" x="1714500" y="1638300"/>
          <p14:tracePt t="5681" x="1670050" y="1638300"/>
          <p14:tracePt t="5715" x="1612900" y="1638300"/>
          <p14:tracePt t="5747" x="1562100" y="1644650"/>
          <p14:tracePt t="5781" x="1492250" y="1644650"/>
          <p14:tracePt t="5799" x="1473200" y="1644650"/>
          <p14:tracePt t="5830" x="1422400" y="1638300"/>
          <p14:tracePt t="5863" x="1390650" y="1638300"/>
          <p14:tracePt t="5897" x="1333500" y="1631950"/>
          <p14:tracePt t="5930" x="1308100" y="1631950"/>
          <p14:tracePt t="5963" x="1301750" y="1631950"/>
          <p14:tracePt t="6082" x="1327150" y="1631950"/>
          <p14:tracePt t="6115" x="1409700" y="1625600"/>
          <p14:tracePt t="6146" x="1555750" y="1612900"/>
          <p14:tracePt t="6164" x="1631950" y="1612900"/>
          <p14:tracePt t="6196" x="1943100" y="1581150"/>
          <p14:tracePt t="6229" x="2133600" y="1574800"/>
          <p14:tracePt t="6262" x="2279650" y="1574800"/>
          <p14:tracePt t="6295" x="2413000" y="1574800"/>
          <p14:tracePt t="6329" x="2482850" y="1574800"/>
          <p14:tracePt t="6362" x="2546350" y="1574800"/>
          <p14:tracePt t="6398" x="2616200" y="1574800"/>
          <p14:tracePt t="6430" x="2654300" y="1587500"/>
          <p14:tracePt t="6462" x="2692400" y="1593850"/>
          <p14:tracePt t="6482" x="2711450" y="1593850"/>
          <p14:tracePt t="6513" x="2736850" y="1593850"/>
          <p14:tracePt t="6544" x="2749550" y="1593850"/>
          <p14:tracePt t="6580" x="2774950" y="1593850"/>
          <p14:tracePt t="6613" x="2787650" y="1593850"/>
          <p14:tracePt t="6644" x="2800350" y="1593850"/>
          <p14:tracePt t="6665" x="2813050" y="1593850"/>
          <p14:tracePt t="6698" x="2832100" y="1600200"/>
          <p14:tracePt t="6717" x="2844800" y="1600200"/>
          <p14:tracePt t="6760" x="2870200" y="1600200"/>
          <p14:tracePt t="6810" x="2946400" y="1606550"/>
          <p14:tracePt t="6843" x="3003550" y="1606550"/>
          <p14:tracePt t="6877" x="3073400" y="1619250"/>
          <p14:tracePt t="6895" x="3098800" y="1625600"/>
          <p14:tracePt t="6914" x="3130550" y="1625600"/>
          <p14:tracePt t="6945" x="3155950" y="1625600"/>
          <p14:tracePt t="6984" x="3213100" y="1638300"/>
          <p14:tracePt t="7014" x="3270250" y="1644650"/>
          <p14:tracePt t="7044" x="3340100" y="1644650"/>
          <p14:tracePt t="7092" x="3454400" y="1651000"/>
          <p14:tracePt t="7114" x="3486150" y="1651000"/>
          <p14:tracePt t="7144" x="3524250" y="1638300"/>
          <p14:tracePt t="7175" x="3556000" y="1631950"/>
          <p14:tracePt t="7209" x="3606800" y="1625600"/>
          <p14:tracePt t="7230" x="3638550" y="1625600"/>
          <p14:tracePt t="7260" x="3702050" y="1625600"/>
          <p14:tracePt t="7308" x="3803650" y="1619250"/>
          <p14:tracePt t="7330" x="3829050" y="1619250"/>
          <p14:tracePt t="7360" x="3854450" y="1619250"/>
          <p14:tracePt t="7392" x="3892550" y="1619250"/>
          <p14:tracePt t="7425" x="3917950" y="1619250"/>
          <p14:tracePt t="7461" x="3968750" y="1619250"/>
          <p14:tracePt t="7508" x="4051300" y="1619250"/>
          <p14:tracePt t="7541" x="4127500" y="1612900"/>
          <p14:tracePt t="7562" x="4152900" y="1606550"/>
          <p14:tracePt t="7607" x="4203700" y="1593850"/>
          <p14:tracePt t="7626" x="4229100" y="1593850"/>
          <p14:tracePt t="7645" x="4260850" y="1587500"/>
          <p14:tracePt t="7676" x="4311650" y="1574800"/>
          <p14:tracePt t="7707" x="4368800" y="1568450"/>
          <p14:tracePt t="7740" x="4432300" y="1574800"/>
          <p14:tracePt t="7790" x="4533900" y="1581150"/>
          <p14:tracePt t="7823" x="4610100" y="1581150"/>
          <p14:tracePt t="7856" x="4692650" y="1593850"/>
          <p14:tracePt t="7889" x="4781550" y="1587500"/>
          <p14:tracePt t="7923" x="4845050" y="1581150"/>
          <p14:tracePt t="7956" x="4902200" y="1593850"/>
          <p14:tracePt t="7989" x="4959350" y="1593850"/>
          <p14:tracePt t="8023" x="5035550" y="1593850"/>
          <p14:tracePt t="8056" x="5092700" y="1593850"/>
          <p14:tracePt t="8089" x="5137150" y="1593850"/>
          <p14:tracePt t="8122" x="5187950" y="1593850"/>
          <p14:tracePt t="8155" x="5219700" y="1593850"/>
          <p14:tracePt t="8189" x="5238750" y="1587500"/>
          <p14:tracePt t="8221" x="5264150" y="1587500"/>
          <p14:tracePt t="8255" x="5276850" y="1587500"/>
          <p14:tracePt t="8291" x="5308600" y="1587500"/>
          <p14:tracePt t="8321" x="5327650" y="1587500"/>
          <p14:tracePt t="8355" x="5384800" y="1587500"/>
          <p14:tracePt t="8388" x="5448300" y="1581150"/>
          <p14:tracePt t="8421" x="5549900" y="1574800"/>
          <p14:tracePt t="8439" x="5575300" y="1568450"/>
          <p14:tracePt t="8471" x="5664200" y="1562100"/>
          <p14:tracePt t="8504" x="5727700" y="1555750"/>
          <p14:tracePt t="8537" x="5791200" y="1555750"/>
          <p14:tracePt t="8571" x="5861050" y="1555750"/>
          <p14:tracePt t="8604" x="5918200" y="1555750"/>
          <p14:tracePt t="8622" x="5943600" y="1555750"/>
          <p14:tracePt t="8654" x="6026150" y="1555750"/>
          <p14:tracePt t="8687" x="6089650" y="1555750"/>
          <p14:tracePt t="8720" x="6134100" y="1555750"/>
          <p14:tracePt t="8753" x="6191250" y="1555750"/>
          <p14:tracePt t="8787" x="6235700" y="1562100"/>
          <p14:tracePt t="8820" x="6299200" y="1568450"/>
          <p14:tracePt t="8853" x="6407150" y="1574800"/>
          <p14:tracePt t="8886" x="6489700" y="1581150"/>
          <p14:tracePt t="8919" x="6578600" y="1587500"/>
          <p14:tracePt t="8953" x="6667500" y="1587500"/>
          <p14:tracePt t="8986" x="6775450" y="1606550"/>
          <p14:tracePt t="9019" x="6845300" y="1619250"/>
          <p14:tracePt t="9052" x="6896100" y="1625600"/>
          <p14:tracePt t="9086" x="6953250" y="1631950"/>
          <p14:tracePt t="9119" x="6997700" y="1638300"/>
          <p14:tracePt t="9152" x="7054850" y="1644650"/>
          <p14:tracePt t="9188" x="7092950" y="1644650"/>
          <p14:tracePt t="9220" x="7124700" y="1644650"/>
          <p14:tracePt t="9252" x="7137400" y="1644650"/>
          <p14:tracePt t="9272" x="7143750" y="1644650"/>
          <p14:tracePt t="9335" x="7156450" y="1651000"/>
          <p14:tracePt t="13972" x="7042150" y="1676400"/>
          <p14:tracePt t="14004" x="6896100" y="1708150"/>
          <p14:tracePt t="14023" x="6800850" y="1727200"/>
          <p14:tracePt t="14054" x="6661150" y="1752600"/>
          <p14:tracePt t="14101" x="6305550" y="1847850"/>
          <p14:tracePt t="14123" x="6108700" y="1924050"/>
          <p14:tracePt t="14156" x="5803900" y="2012950"/>
          <p14:tracePt t="14201" x="5365750" y="2127250"/>
          <p14:tracePt t="14234" x="5213350" y="2152650"/>
          <p14:tracePt t="14256" x="5168900" y="2152650"/>
          <p14:tracePt t="14286" x="5080000" y="2152650"/>
          <p14:tracePt t="14317" x="4972050" y="2152650"/>
          <p14:tracePt t="14339" x="4819650" y="2178050"/>
          <p14:tracePt t="14357" x="4711700" y="2203450"/>
          <p14:tracePt t="14374" x="4673600" y="2216150"/>
          <p14:tracePt t="14417" x="4432300" y="2254250"/>
          <p14:tracePt t="14451" x="4260850" y="2235200"/>
          <p14:tracePt t="14472" x="4222750" y="2216150"/>
          <p14:tracePt t="14502" x="4184650" y="2203450"/>
          <p14:tracePt t="14534" x="4146550" y="2184400"/>
          <p14:tracePt t="14555" x="4114800" y="2178050"/>
          <p14:tracePt t="14600" x="4057650" y="2152650"/>
          <p14:tracePt t="14633" x="3987800" y="2127250"/>
          <p14:tracePt t="14666" x="3917950" y="2095500"/>
          <p14:tracePt t="14700" x="3841750" y="2076450"/>
          <p14:tracePt t="14733" x="3790950" y="2057400"/>
          <p14:tracePt t="14766" x="3778250" y="2051050"/>
          <p14:tracePt t="14800" x="3759200" y="2044700"/>
          <p14:tracePt t="14833" x="3740150" y="2044700"/>
          <p14:tracePt t="14866" x="3695700" y="2038350"/>
          <p14:tracePt t="14885" x="3651250" y="2032000"/>
          <p14:tracePt t="14916" x="3562350" y="2012950"/>
          <p14:tracePt t="14949" x="3409950" y="1981200"/>
          <p14:tracePt t="14982" x="3346450" y="1955800"/>
          <p14:tracePt t="15364" x="3416300" y="1955800"/>
          <p14:tracePt t="15383" x="3479800" y="1955800"/>
          <p14:tracePt t="15416" x="3606800" y="1955800"/>
          <p14:tracePt t="15447" x="3740150" y="1968500"/>
          <p14:tracePt t="15481" x="3956050" y="2012950"/>
          <p14:tracePt t="15514" x="4025900" y="2019300"/>
          <p14:tracePt t="15547" x="4083050" y="2032000"/>
          <p14:tracePt t="15580" x="4095750" y="2038350"/>
          <p14:tracePt t="15613" x="4108450" y="2038350"/>
          <p14:tracePt t="15646" x="4121150" y="2038350"/>
          <p14:tracePt t="15713" x="4133850" y="2038350"/>
          <p14:tracePt t="15763" x="4152900" y="2038350"/>
          <p14:tracePt t="15796" x="4159250" y="2038350"/>
          <p14:tracePt t="15815" x="4222750" y="2038350"/>
          <p14:tracePt t="15846" x="4330700" y="2044700"/>
          <p14:tracePt t="15879" x="4445000" y="2044700"/>
          <p14:tracePt t="15898" x="4514850" y="2044700"/>
          <p14:tracePt t="15929" x="4591050" y="2044700"/>
          <p14:tracePt t="15962" x="4648200" y="2044700"/>
          <p14:tracePt t="15996" x="4686300" y="2044700"/>
          <p14:tracePt t="16029" x="4718050" y="2044700"/>
          <p14:tracePt t="16062" x="4737100" y="2051050"/>
          <p14:tracePt t="16095" x="4794250" y="2051050"/>
          <p14:tracePt t="16128" x="4870450" y="2057400"/>
          <p14:tracePt t="16162" x="4997450" y="2076450"/>
          <p14:tracePt t="16197" x="5118100" y="2082800"/>
          <p14:tracePt t="16230" x="5257800" y="2089150"/>
          <p14:tracePt t="16261" x="5403850" y="2101850"/>
          <p14:tracePt t="16298" x="5556250" y="2108200"/>
          <p14:tracePt t="16329" x="5619750" y="2108200"/>
          <p14:tracePt t="16361" x="5664200" y="2108200"/>
          <p14:tracePt t="16397" x="5740400" y="2108200"/>
          <p14:tracePt t="16429" x="5784850" y="2101850"/>
          <p14:tracePt t="16460" x="5829300" y="2095500"/>
          <p14:tracePt t="16482" x="5861050" y="2089150"/>
          <p14:tracePt t="16513" x="5924550" y="2089150"/>
          <p14:tracePt t="16529" x="5949950" y="2089150"/>
          <p14:tracePt t="16560" x="5994400" y="2082800"/>
          <p14:tracePt t="16597" x="6076950" y="2076450"/>
          <p14:tracePt t="16614" x="6096000" y="2070100"/>
          <p14:tracePt t="16646" x="6184900" y="2051050"/>
          <p14:tracePt t="16662" x="6203950" y="2044700"/>
          <p14:tracePt t="16681" x="6254750" y="2032000"/>
          <p14:tracePt t="16711" x="6318250" y="2025650"/>
          <p14:tracePt t="16743" x="6388100" y="2019300"/>
          <p14:tracePt t="16776" x="6451600" y="2012950"/>
          <p14:tracePt t="16812" x="6515100" y="2000250"/>
          <p14:tracePt t="16844" x="6546850" y="1993900"/>
          <p14:tracePt t="16876" x="6565900" y="1993900"/>
          <p14:tracePt t="16897" x="6584950" y="1993900"/>
          <p14:tracePt t="16928" x="6616700" y="1993900"/>
          <p14:tracePt t="16959" x="6648450" y="1993900"/>
          <p14:tracePt t="17008" x="6711950" y="1993900"/>
          <p14:tracePt t="17045" x="6756400" y="1993900"/>
          <p14:tracePt t="17077" x="6807200" y="1993900"/>
          <p14:tracePt t="17125" x="6877050" y="1993900"/>
          <p14:tracePt t="17161" x="6934200" y="1993900"/>
          <p14:tracePt t="17193" x="6959600" y="1993900"/>
          <p14:tracePt t="17241" x="6991350" y="1987550"/>
          <p14:tracePt t="17277" x="7004050" y="1987550"/>
          <p14:tracePt t="17324" x="7029450" y="1987550"/>
          <p14:tracePt t="17345" x="7048500" y="1987550"/>
          <p14:tracePt t="17376" x="7092950" y="1987550"/>
          <p14:tracePt t="17407" x="7143750" y="1987550"/>
          <p14:tracePt t="17427" x="7181850" y="1987550"/>
          <p14:tracePt t="17461" x="7213600" y="1987550"/>
          <p14:tracePt t="17507" x="7258050" y="1974850"/>
          <p14:tracePt t="17540" x="7258050" y="1968500"/>
          <p14:tracePt t="21709" x="7010400" y="1987550"/>
          <p14:tracePt t="21742" x="6591300" y="2101850"/>
          <p14:tracePt t="21763" x="6311900" y="2133600"/>
          <p14:tracePt t="21808" x="5708650" y="2216150"/>
          <p14:tracePt t="21842" x="5029200" y="2266950"/>
          <p14:tracePt t="21875" x="4578350" y="2273300"/>
          <p14:tracePt t="21908" x="4146550" y="2298700"/>
          <p14:tracePt t="21927" x="4032250" y="2298700"/>
          <p14:tracePt t="21958" x="3765550" y="2298700"/>
          <p14:tracePt t="21991" x="3632200" y="2298700"/>
          <p14:tracePt t="22025" x="3536950" y="2311400"/>
          <p14:tracePt t="22058" x="3486150" y="2324100"/>
          <p14:tracePt t="22091" x="3460750" y="2330450"/>
          <p14:tracePt t="22124" x="3441700" y="2336800"/>
          <p14:tracePt t="22157" x="3397250" y="2349500"/>
          <p14:tracePt t="22191" x="3352800" y="2362200"/>
          <p14:tracePt t="22224" x="3327400" y="2374900"/>
          <p14:tracePt t="22257" x="3308350" y="2381250"/>
          <p14:tracePt t="31592" x="3390900" y="2425700"/>
          <p14:tracePt t="31614" x="3562350" y="2508250"/>
          <p14:tracePt t="31643" x="4006850" y="2622550"/>
          <p14:tracePt t="31675" x="4718050" y="2863850"/>
          <p14:tracePt t="31696" x="5257800" y="2984500"/>
          <p14:tracePt t="31726" x="6115050" y="3155950"/>
          <p14:tracePt t="31758" x="6858000" y="3276600"/>
          <p14:tracePt t="31791" x="7416800" y="3333750"/>
          <p14:tracePt t="31827" x="7747000" y="3321050"/>
          <p14:tracePt t="31859" x="8058150" y="3289300"/>
          <p14:tracePt t="31891" x="8235950" y="3282950"/>
          <p14:tracePt t="31941" x="8591550" y="3213100"/>
          <p14:tracePt t="31976" x="8763000" y="3187700"/>
          <p14:tracePt t="32009" x="8870950" y="3149600"/>
          <p14:tracePt t="32028" x="8972550" y="3111500"/>
          <p14:tracePt t="32058" x="9055100" y="3067050"/>
          <p14:tracePt t="32090" x="9086850" y="3048000"/>
          <p14:tracePt t="32112" x="9086850" y="3035300"/>
          <p14:tracePt t="32144" x="9080500" y="3009900"/>
          <p14:tracePt t="32174" x="9055100" y="2984500"/>
          <p14:tracePt t="32206" x="9029700" y="2971800"/>
          <p14:tracePt t="32239" x="9010650" y="2946400"/>
          <p14:tracePt t="32261" x="8991600" y="2933700"/>
          <p14:tracePt t="32291" x="8959850" y="2921000"/>
          <p14:tracePt t="32322" x="8934450" y="2908300"/>
          <p14:tracePt t="32344" x="8909050" y="2901950"/>
          <p14:tracePt t="32377" x="8845550" y="2889250"/>
          <p14:tracePt t="32407" x="8680450" y="2844800"/>
          <p14:tracePt t="32438" x="8388350" y="2794000"/>
          <p14:tracePt t="32460" x="8070850" y="2768600"/>
          <p14:tracePt t="32476" x="7975600" y="2762250"/>
          <p14:tracePt t="32522" x="7569200" y="2774950"/>
          <p14:tracePt t="32555" x="7188200" y="2838450"/>
          <p14:tracePt t="32576" x="6953250" y="2889250"/>
          <p14:tracePt t="32621" x="6540500" y="2971800"/>
          <p14:tracePt t="32640" x="6350000" y="3003550"/>
          <p14:tracePt t="32671" x="5924550" y="3073400"/>
          <p14:tracePt t="32690" x="5810250" y="3098800"/>
          <p14:tracePt t="32706" x="5549900" y="3149600"/>
          <p14:tracePt t="32737" x="5264150" y="3213100"/>
          <p14:tracePt t="32771" x="5041900" y="3232150"/>
          <p14:tracePt t="32792" x="4914900" y="3251200"/>
          <p14:tracePt t="32837" x="4572000" y="3321050"/>
          <p14:tracePt t="32870" x="4318000" y="3422650"/>
          <p14:tracePt t="32892" x="4216400" y="3454400"/>
          <p14:tracePt t="32922" x="4140200" y="3460750"/>
          <p14:tracePt t="32953" x="3994150" y="3435350"/>
          <p14:tracePt t="32987" x="3854450" y="3371850"/>
          <p14:tracePt t="33021" x="3708400" y="3308350"/>
          <p14:tracePt t="33053" x="3517900" y="3238500"/>
          <p14:tracePt t="33086" x="3409950" y="3200400"/>
          <p14:tracePt t="33105" x="3397250" y="3194050"/>
          <p14:tracePt t="33122" x="3390900" y="3187700"/>
          <p14:tracePt t="33152" x="3365500" y="3175000"/>
          <p14:tracePt t="33235" x="3359150" y="3175000"/>
          <p14:tracePt t="33351" x="3352800" y="3175000"/>
          <p14:tracePt t="33418" x="3352800" y="3181350"/>
          <p14:tracePt t="33468" x="3359150" y="3187700"/>
          <p14:tracePt t="33501" x="3365500" y="3194050"/>
          <p14:tracePt t="33551" x="3378200" y="3194050"/>
          <p14:tracePt t="33584" x="3454400" y="3200400"/>
          <p14:tracePt t="33618" x="3594100" y="3200400"/>
          <p14:tracePt t="33638" x="3752850" y="3206750"/>
          <p14:tracePt t="33653" x="3790950" y="3206750"/>
          <p14:tracePt t="33684" x="3879850" y="3213100"/>
          <p14:tracePt t="33717" x="3937000" y="3219450"/>
          <p14:tracePt t="33751" x="4013200" y="3225800"/>
          <p14:tracePt t="33784" x="4070350" y="3225800"/>
          <p14:tracePt t="33817" x="4203700" y="3238500"/>
          <p14:tracePt t="33851" x="4343400" y="3244850"/>
          <p14:tracePt t="33883" x="4406900" y="3238500"/>
          <p14:tracePt t="33902" x="4419600" y="3238500"/>
          <p14:tracePt t="33933" x="4451350" y="3238500"/>
          <p14:tracePt t="33967" x="4476750" y="3238500"/>
          <p14:tracePt t="34000" x="4489450" y="3238500"/>
          <p14:tracePt t="34033" x="4514850" y="3238500"/>
          <p14:tracePt t="34083" x="4527550" y="3238500"/>
          <p14:tracePt t="34133" x="4540250" y="3238500"/>
          <p14:tracePt t="34183" x="4546600" y="3238500"/>
          <p14:tracePt t="34218" x="4559300" y="3238500"/>
          <p14:tracePt t="81037" x="4845050" y="2946400"/>
          <p14:tracePt t="81073" x="5226050" y="2609850"/>
          <p14:tracePt t="81106" x="5556250" y="2343150"/>
          <p14:tracePt t="81122" x="5670550" y="2254250"/>
          <p14:tracePt t="81153" x="5911850" y="2089150"/>
          <p14:tracePt t="81190" x="6108700" y="1949450"/>
          <p14:tracePt t="81206" x="6146800" y="1911350"/>
          <p14:tracePt t="81223" x="6184900" y="1879600"/>
          <p14:tracePt t="81255" x="6261100" y="1809750"/>
          <p14:tracePt t="81289" x="6318250" y="1758950"/>
          <p14:tracePt t="81321" x="6356350" y="1733550"/>
          <p14:tracePt t="81353" x="6388100" y="1733550"/>
          <p14:tracePt t="81375" x="6388100" y="1758950"/>
          <p14:tracePt t="81404" x="6388100" y="1778000"/>
          <p14:tracePt t="81435" x="6369050" y="1790700"/>
          <p14:tracePt t="81485" x="6350000" y="1809750"/>
          <p14:tracePt t="81522" x="6330950" y="1809750"/>
          <p14:tracePt t="81554" x="6324600" y="1822450"/>
          <p14:tracePt t="81573" x="6318250" y="1822450"/>
          <p14:tracePt t="81606" x="6318250" y="1828800"/>
          <p14:tracePt t="81685" x="6299200" y="1835150"/>
          <p14:tracePt t="81706" x="6292850" y="1835150"/>
          <p14:tracePt t="81736" x="6286500" y="1835150"/>
          <p14:tracePt t="81768" x="6273800" y="1835150"/>
          <p14:tracePt t="81790" x="6261100" y="1835150"/>
          <p14:tracePt t="81822" x="6216650" y="1835150"/>
          <p14:tracePt t="81853" x="6026150" y="1835150"/>
          <p14:tracePt t="81885" x="5416550" y="1847850"/>
          <p14:tracePt t="81906" x="4959350" y="1873250"/>
          <p14:tracePt t="81939" x="4445000" y="1930400"/>
          <p14:tracePt t="81969" x="3549650" y="2012950"/>
          <p14:tracePt t="81986" x="3390900" y="2025650"/>
          <p14:tracePt t="82033" x="2794000" y="2108200"/>
          <p14:tracePt t="82083" x="2501900" y="2159000"/>
          <p14:tracePt t="82116" x="2381250" y="2171700"/>
          <p14:tracePt t="82138" x="2362200" y="2171700"/>
          <p14:tracePt t="82183" x="2349500" y="2171700"/>
          <p14:tracePt t="82232" x="2355850" y="2171700"/>
          <p14:tracePt t="82254" x="2355850" y="2184400"/>
          <p14:tracePt t="82814" x="2457450" y="2197100"/>
          <p14:tracePt t="82848" x="2679700" y="2184400"/>
          <p14:tracePt t="82881" x="3282950" y="2152650"/>
          <p14:tracePt t="82914" x="3778250" y="2101850"/>
          <p14:tracePt t="82947" x="4076700" y="2063750"/>
          <p14:tracePt t="82980" x="4362450" y="2012950"/>
          <p14:tracePt t="83013" x="4565650" y="1974850"/>
          <p14:tracePt t="83032" x="4679950" y="1955800"/>
          <p14:tracePt t="83063" x="4883150" y="1911350"/>
          <p14:tracePt t="83096" x="5175250" y="1860550"/>
          <p14:tracePt t="83130" x="5486400" y="1784350"/>
          <p14:tracePt t="83163" x="5842000" y="1695450"/>
          <p14:tracePt t="83197" x="5994400" y="1631950"/>
          <p14:tracePt t="83229" x="6070600" y="1581150"/>
          <p14:tracePt t="83262" x="6121400" y="1517650"/>
          <p14:tracePt t="83296" x="6134100" y="1485900"/>
          <p14:tracePt t="83329" x="6153150" y="1460500"/>
          <p14:tracePt t="83362" x="6172200" y="1416050"/>
          <p14:tracePt t="83381" x="6184900" y="1397000"/>
          <p14:tracePt t="83414" x="6191250" y="1365250"/>
          <p14:tracePt t="83445" x="6191250" y="1346200"/>
          <p14:tracePt t="83478" x="6197600" y="1320800"/>
          <p14:tracePt t="83512" x="6203950" y="1295400"/>
          <p14:tracePt t="83562" x="6210300" y="1282700"/>
          <p14:tracePt t="83628" x="6210300" y="1276350"/>
          <p14:tracePt t="83711" x="6216650" y="1270000"/>
          <p14:tracePt t="83744" x="6235700" y="1270000"/>
          <p14:tracePt t="83780" x="6280150" y="1270000"/>
          <p14:tracePt t="83813" x="6337300" y="1263650"/>
          <p14:tracePt t="83844" x="6470650" y="1257300"/>
          <p14:tracePt t="83880" x="6629400" y="1238250"/>
          <p14:tracePt t="83913" x="6762750" y="1212850"/>
          <p14:tracePt t="83944" x="6819900" y="1206500"/>
          <p14:tracePt t="83965" x="6858000" y="1193800"/>
          <p14:tracePt t="84013" x="6864350" y="1181100"/>
          <p14:tracePt t="84060" x="6858000" y="1174750"/>
          <p14:tracePt t="84096" x="6838950" y="1168400"/>
          <p14:tracePt t="84128" x="6819900" y="1168400"/>
          <p14:tracePt t="84160" x="6807200" y="1162050"/>
          <p14:tracePt t="84181" x="6775450" y="1162050"/>
          <p14:tracePt t="84211" x="6578600" y="1143000"/>
          <p14:tracePt t="84242" x="6070600" y="1111250"/>
          <p14:tracePt t="84292" x="5537200" y="1130300"/>
          <p14:tracePt t="84328" x="5429250" y="1143000"/>
          <p14:tracePt t="84361" x="5410200" y="1149350"/>
          <p14:tracePt t="84444" x="5410200" y="1155700"/>
          <p14:tracePt t="84492" x="5422900" y="1168400"/>
          <p14:tracePt t="84544" x="5441950" y="1168400"/>
          <p14:tracePt t="84591" x="5499100" y="1174750"/>
          <p14:tracePt t="84613" x="5524500" y="1174750"/>
          <p14:tracePt t="84646" x="5626100" y="1187450"/>
          <p14:tracePt t="84677" x="5765800" y="1200150"/>
          <p14:tracePt t="84707" x="5880100" y="1212850"/>
          <p14:tracePt t="84729" x="5905500" y="1219200"/>
          <p14:tracePt t="84759" x="5962650" y="1219200"/>
          <p14:tracePt t="84807" x="6019800" y="1219200"/>
          <p14:tracePt t="84829" x="6026150" y="1219200"/>
          <p14:tracePt t="84862" x="6051550" y="1225550"/>
          <p14:tracePt t="84892" x="6057900" y="1225550"/>
          <p14:tracePt t="84923" x="6064250" y="1225550"/>
          <p14:tracePt t="84946" x="6076950" y="1225550"/>
          <p14:tracePt t="84990" x="6102350" y="1225550"/>
          <p14:tracePt t="85023" x="6134100" y="1231900"/>
          <p14:tracePt t="85045" x="6178550" y="1238250"/>
          <p14:tracePt t="85089" x="6254750" y="1238250"/>
          <p14:tracePt t="85123" x="6343650" y="1238250"/>
          <p14:tracePt t="85156" x="6388100" y="1238250"/>
          <p14:tracePt t="85189" x="6400800" y="1238250"/>
          <p14:tracePt t="85438" x="6400800" y="1231900"/>
          <p14:tracePt t="85505" x="6407150" y="1231900"/>
          <p14:tracePt t="85538" x="6426200" y="1231900"/>
          <p14:tracePt t="85571" x="6457950" y="1225550"/>
          <p14:tracePt t="85604" x="6489700" y="1219200"/>
          <p14:tracePt t="85638" x="6565900" y="1206500"/>
          <p14:tracePt t="85671" x="6629400" y="1181100"/>
          <p14:tracePt t="85704" x="6667500" y="1174750"/>
          <p14:tracePt t="85737" x="6680200" y="1174750"/>
          <p14:tracePt t="85770" x="6686550" y="1181100"/>
          <p14:tracePt t="85820" x="6692900" y="1181100"/>
          <p14:tracePt t="85920" x="6692900" y="1187450"/>
          <p14:tracePt t="85986" x="6686550" y="1187450"/>
          <p14:tracePt t="86119" x="6680200" y="1187450"/>
          <p14:tracePt t="86169" x="6673850" y="1187450"/>
          <p14:tracePt t="86219" x="6667500" y="1181100"/>
          <p14:tracePt t="86335" x="6661150" y="1174750"/>
          <p14:tracePt t="86368" x="6654800" y="1174750"/>
          <p14:tracePt t="86388" x="6648450" y="1174750"/>
          <p14:tracePt t="86435" x="6635750" y="1174750"/>
          <p14:tracePt t="86468" x="6623050" y="1174750"/>
          <p14:tracePt t="86501" x="6597650" y="1174750"/>
          <p14:tracePt t="86535" x="6521450" y="1200150"/>
          <p14:tracePt t="86568" x="6381750" y="1225550"/>
          <p14:tracePt t="86604" x="6280150" y="1238250"/>
          <p14:tracePt t="86636" x="6159500" y="1250950"/>
          <p14:tracePt t="86668" x="6051550" y="1257300"/>
          <p14:tracePt t="86704" x="5975350" y="1257300"/>
          <p14:tracePt t="86736" x="5918200" y="1257300"/>
          <p14:tracePt t="86767" x="5892800" y="1244600"/>
          <p14:tracePt t="86803" x="5854700" y="1231900"/>
          <p14:tracePt t="86835" x="5822950" y="1225550"/>
          <p14:tracePt t="86900" x="5797550" y="1225550"/>
          <p14:tracePt t="86936" x="5778500" y="1225550"/>
          <p14:tracePt t="86969" x="5765800" y="1225550"/>
          <p14:tracePt t="87003" x="5753100" y="1225550"/>
          <p14:tracePt t="87050" x="5746750" y="1219200"/>
          <p14:tracePt t="87073" x="5740400" y="1219200"/>
          <p14:tracePt t="87107" x="5727700" y="1219200"/>
          <p14:tracePt t="87153" x="5695950" y="1212850"/>
          <p14:tracePt t="87188" x="5651500" y="1212850"/>
          <p14:tracePt t="87222" x="5600700" y="1206500"/>
          <p14:tracePt t="87251" x="5568950" y="1206500"/>
          <p14:tracePt t="87282" x="5543550" y="1206500"/>
          <p14:tracePt t="87305" x="5518150" y="1200150"/>
          <p14:tracePt t="87337" x="5511800" y="1193800"/>
          <p14:tracePt t="87400" x="5505450" y="1193800"/>
          <p14:tracePt t="87437" x="5505450" y="1187450"/>
          <p14:tracePt t="87467" x="5499100" y="1187450"/>
          <p14:tracePt t="87515" x="5486400" y="1174750"/>
          <p14:tracePt t="87551" x="5473700" y="1168400"/>
          <p14:tracePt t="87583" x="5467350" y="1162050"/>
          <p14:tracePt t="87615" x="5461000" y="1162050"/>
          <p14:tracePt t="87637" x="5454650" y="1162050"/>
          <p14:tracePt t="87670" x="5448300" y="1155700"/>
          <p14:tracePt t="87714" x="5441950" y="1155700"/>
          <p14:tracePt t="87764" x="5454650" y="1143000"/>
          <p14:tracePt t="87798" x="5486400" y="1136650"/>
          <p14:tracePt t="87830" x="5530850" y="1130300"/>
          <p14:tracePt t="87853" x="5568950" y="1130300"/>
          <p14:tracePt t="87897" x="5670550" y="1123950"/>
          <p14:tracePt t="87916" x="5708650" y="1123950"/>
          <p14:tracePt t="87964" x="5784850" y="1123950"/>
          <p14:tracePt t="87982" x="5829300" y="1130300"/>
          <p14:tracePt t="88013" x="5861050" y="1130300"/>
          <p14:tracePt t="88047" x="5886450" y="1143000"/>
          <p14:tracePt t="88114" x="5880100" y="1149350"/>
          <p14:tracePt t="88146" x="5867400" y="1149350"/>
          <p14:tracePt t="88169" x="5848350" y="1149350"/>
          <p14:tracePt t="88213" x="5803900" y="1149350"/>
          <p14:tracePt t="88246" x="5670550" y="1149350"/>
          <p14:tracePt t="88264" x="5600700" y="1149350"/>
          <p14:tracePt t="88281" x="5448300" y="1149350"/>
          <p14:tracePt t="88298" x="5321300" y="1136650"/>
          <p14:tracePt t="88329" x="5213350" y="1123950"/>
          <p14:tracePt t="88362" x="5124450" y="1123950"/>
          <p14:tracePt t="88395" x="5118100" y="1123950"/>
          <p14:tracePt t="88462" x="5137150" y="1123950"/>
          <p14:tracePt t="88495" x="5232400" y="1117600"/>
          <p14:tracePt t="88528" x="5391150" y="1111250"/>
          <p14:tracePt t="88562" x="5518150" y="1104900"/>
          <p14:tracePt t="88580" x="5670550" y="1104900"/>
          <p14:tracePt t="88611" x="5930900" y="1117600"/>
          <p14:tracePt t="88644" x="6057900" y="1136650"/>
          <p14:tracePt t="88678" x="6153150" y="1149350"/>
          <p14:tracePt t="88711" x="6159500" y="1149350"/>
          <p14:tracePt t="88761" x="6127750" y="1149350"/>
          <p14:tracePt t="88794" x="6102350" y="1149350"/>
          <p14:tracePt t="88827" x="6070600" y="1149350"/>
          <p14:tracePt t="88860" x="6026150" y="1149350"/>
          <p14:tracePt t="88894" x="5905500" y="1162050"/>
          <p14:tracePt t="88913" x="5810250" y="1168400"/>
          <p14:tracePt t="88943" x="5664200" y="1187450"/>
          <p14:tracePt t="88977" x="5588000" y="1193800"/>
          <p14:tracePt t="89010" x="5556250" y="1193800"/>
          <p14:tracePt t="89043" x="5549900" y="1200150"/>
          <p14:tracePt t="89093" x="5562600" y="1206500"/>
          <p14:tracePt t="89126" x="5588000" y="1206500"/>
          <p14:tracePt t="89160" x="5607050" y="1206500"/>
          <p14:tracePt t="89209" x="5613400" y="1206500"/>
          <p14:tracePt t="89296" x="5607050" y="1206500"/>
          <p14:tracePt t="89611" x="5803900" y="1276350"/>
          <p14:tracePt t="89643" x="6305550" y="1358900"/>
          <p14:tracePt t="89674" x="6832600" y="1441450"/>
          <p14:tracePt t="89710" x="7099300" y="1447800"/>
          <p14:tracePt t="89743" x="7181850" y="1441450"/>
          <p14:tracePt t="89774" x="7213600" y="1428750"/>
          <p14:tracePt t="89844" x="7194550" y="1428750"/>
          <p14:tracePt t="89876" x="7188200" y="1428750"/>
          <p14:tracePt t="89910" x="7169150" y="1428750"/>
          <p14:tracePt t="89942" x="7150100" y="1422400"/>
          <p14:tracePt t="89974" x="7118350" y="1390650"/>
          <p14:tracePt t="95188" x="7080250" y="1454150"/>
          <p14:tracePt t="95221" x="6972300" y="1727200"/>
          <p14:tracePt t="95255" x="6807200" y="2032000"/>
          <p14:tracePt t="95288" x="6540500" y="2298700"/>
          <p14:tracePt t="95308" x="6477000" y="2336800"/>
          <p14:tracePt t="95338" x="6350000" y="2381250"/>
          <p14:tracePt t="95371" x="6273800" y="2387600"/>
          <p14:tracePt t="95404" x="6191250" y="2374900"/>
          <p14:tracePt t="95437" x="6102350" y="2349500"/>
          <p14:tracePt t="95471" x="5886450" y="2273300"/>
          <p14:tracePt t="95489" x="5816600" y="2247900"/>
          <p14:tracePt t="95521" x="5562600" y="2159000"/>
          <p14:tracePt t="95540" x="5505450" y="2139950"/>
          <p14:tracePt t="95572" x="5289550" y="2095500"/>
          <p14:tracePt t="95603" x="5238750" y="2089150"/>
          <p14:tracePt t="95637" x="5194300" y="2076450"/>
          <p14:tracePt t="95670" x="5168900" y="2070100"/>
          <p14:tracePt t="95703" x="5156200" y="2063750"/>
          <p14:tracePt t="96152" x="5041900" y="2070100"/>
          <p14:tracePt t="96185" x="4972050" y="2070100"/>
          <p14:tracePt t="96218" x="4826000" y="2063750"/>
          <p14:tracePt t="96251" x="4743450" y="2063750"/>
          <p14:tracePt t="96273" x="4673600" y="2051050"/>
          <p14:tracePt t="96303" x="4629150" y="2044700"/>
          <p14:tracePt t="96335" x="4572000" y="2025650"/>
          <p14:tracePt t="96367" x="4546600" y="2025650"/>
          <p14:tracePt t="96401" x="4533900" y="2025650"/>
          <p14:tracePt t="96435" x="4521200" y="2025650"/>
          <p14:tracePt t="96484" x="4502150" y="2025650"/>
          <p14:tracePt t="96517" x="4464050" y="2019300"/>
          <p14:tracePt t="96539" x="4432300" y="2012950"/>
          <p14:tracePt t="96569" x="4343400" y="1987550"/>
          <p14:tracePt t="96600" x="4229100" y="1955800"/>
          <p14:tracePt t="96633" x="4127500" y="1924050"/>
          <p14:tracePt t="96667" x="4000500" y="1885950"/>
          <p14:tracePt t="96699" x="3930650" y="1873250"/>
          <p14:tracePt t="96733" x="3867150" y="1866900"/>
          <p14:tracePt t="96766" x="3822700" y="1866900"/>
          <p14:tracePt t="96788" x="3784600" y="1866900"/>
          <p14:tracePt t="96820" x="3752850" y="1860550"/>
          <p14:tracePt t="96866" x="3733800" y="1860550"/>
          <p14:tracePt t="96899" x="3708400" y="1860550"/>
          <p14:tracePt t="96932" x="3689350" y="1860550"/>
          <p14:tracePt t="96966" x="3670300" y="1860550"/>
          <p14:tracePt t="97015" x="3663950" y="1860550"/>
          <p14:tracePt t="97066" x="3657600" y="1860550"/>
          <p14:tracePt t="97115" x="3644900" y="1860550"/>
          <p14:tracePt t="97165" x="3638550" y="1860550"/>
          <p14:tracePt t="97264" x="3638550" y="1866900"/>
          <p14:tracePt t="97331" x="3613150" y="1866900"/>
          <p14:tracePt t="97349" x="3606800" y="1866900"/>
          <p14:tracePt t="97397" x="3543300" y="1873250"/>
          <p14:tracePt t="97431" x="3448050" y="1873250"/>
          <p14:tracePt t="97464" x="3384550" y="1873250"/>
          <p14:tracePt t="97485" x="3346450" y="1879600"/>
          <p14:tracePt t="97515" x="3302000" y="1879600"/>
          <p14:tracePt t="97547" x="3289300" y="1879600"/>
          <p14:tracePt t="97580" x="3276600" y="1879600"/>
          <p14:tracePt t="97646" x="3270250" y="1885950"/>
          <p14:tracePt t="97779" x="3282950" y="1885950"/>
          <p14:tracePt t="97813" x="3295650" y="1885950"/>
          <p14:tracePt t="97862" x="3314700" y="1885950"/>
          <p14:tracePt t="97896" x="3352800" y="1892300"/>
          <p14:tracePt t="97929" x="3505200" y="1917700"/>
          <p14:tracePt t="97962" x="3600450" y="1936750"/>
          <p14:tracePt t="97995" x="3803650" y="1943100"/>
          <p14:tracePt t="98028" x="3949700" y="1943100"/>
          <p14:tracePt t="98062" x="4197350" y="1905000"/>
          <p14:tracePt t="98080" x="4267200" y="1892300"/>
          <p14:tracePt t="98098" x="4394200" y="1879600"/>
          <p14:tracePt t="98128" x="4559300" y="1828800"/>
          <p14:tracePt t="98161" x="4730750" y="1790700"/>
          <p14:tracePt t="98195" x="4806950" y="1784350"/>
          <p14:tracePt t="98228" x="4857750" y="1784350"/>
          <p14:tracePt t="98261" x="4889500" y="1784350"/>
          <p14:tracePt t="98311" x="4902200" y="1771650"/>
          <p14:tracePt t="98344" x="4921250" y="1765300"/>
          <p14:tracePt t="99042" x="4965700" y="1765300"/>
          <p14:tracePt t="99075" x="5003800" y="1784350"/>
          <p14:tracePt t="99108" x="5029200" y="1797050"/>
          <p14:tracePt t="99142" x="5054600" y="1809750"/>
          <p14:tracePt t="99160" x="5060950" y="1809750"/>
          <p14:tracePt t="99191" x="5092700" y="1816100"/>
          <p14:tracePt t="99225" x="5168900" y="1816100"/>
          <p14:tracePt t="99257" x="5289550" y="1816100"/>
          <p14:tracePt t="99291" x="5384800" y="1816100"/>
          <p14:tracePt t="99324" x="5486400" y="1816100"/>
          <p14:tracePt t="99342" x="5505450" y="1816100"/>
          <p14:tracePt t="99374" x="5568950" y="1822450"/>
          <p14:tracePt t="99410" x="5619750" y="1822450"/>
          <p14:tracePt t="99443" x="5683250" y="1841500"/>
          <p14:tracePt t="99474" x="5753100" y="1854200"/>
          <p14:tracePt t="99510" x="5816600" y="1873250"/>
          <p14:tracePt t="99542" x="5854700" y="1885950"/>
          <p14:tracePt t="99574" x="5880100" y="1885950"/>
          <p14:tracePt t="99609" x="5911850" y="1898650"/>
          <p14:tracePt t="99627" x="5930900" y="1898650"/>
          <p14:tracePt t="99673" x="5962650" y="1905000"/>
          <p14:tracePt t="99709" x="6026150" y="1911350"/>
          <p14:tracePt t="99741" x="6057900" y="1911350"/>
          <p14:tracePt t="99789" x="6045200" y="1917700"/>
          <p14:tracePt t="99825" x="6026150" y="1917700"/>
          <p14:tracePt t="99858" x="5949950" y="1917700"/>
          <p14:tracePt t="99874" x="5911850" y="1917700"/>
          <p14:tracePt t="99908" x="5467350" y="1879600"/>
          <p14:tracePt t="99940" x="4845050" y="1835150"/>
          <p14:tracePt t="99972" x="4210050" y="1809750"/>
          <p14:tracePt t="99993" x="3860800" y="1797050"/>
          <p14:tracePt t="100026" x="3333750" y="1816100"/>
          <p14:tracePt t="100043" x="3206750" y="1822450"/>
          <p14:tracePt t="100073" x="2914650" y="1847850"/>
          <p14:tracePt t="100121" x="2711450" y="1860550"/>
          <p14:tracePt t="100143" x="2673350" y="1860550"/>
          <p14:tracePt t="100173" x="2654300" y="1866900"/>
          <p14:tracePt t="100204" x="2647950" y="1866900"/>
          <p14:tracePt t="100257" x="2647950" y="1873250"/>
          <p14:tracePt t="100290" x="2660650" y="1873250"/>
          <p14:tracePt t="100337" x="2679700" y="1879600"/>
          <p14:tracePt t="100373" x="2736850" y="1885950"/>
          <p14:tracePt t="100421" x="3054350" y="1905000"/>
          <p14:tracePt t="100442" x="3181350" y="1898650"/>
          <p14:tracePt t="100472" x="3314700" y="1892300"/>
          <p14:tracePt t="100503" x="3352800" y="1885950"/>
          <p14:tracePt t="100570" x="3302000" y="1885950"/>
          <p14:tracePt t="100620" x="3073400" y="1879600"/>
          <p14:tracePt t="100641" x="2965450" y="1873250"/>
          <p14:tracePt t="100674" x="2870200" y="1854200"/>
          <p14:tracePt t="100704" x="2851150" y="1854200"/>
          <p14:tracePt t="100769" x="2844800" y="1854200"/>
          <p14:tracePt t="100902" x="2844800" y="1866900"/>
          <p14:tracePt t="101400" x="3035300" y="1936750"/>
          <p14:tracePt t="101433" x="3194050" y="2019300"/>
          <p14:tracePt t="101483" x="3613150" y="2197100"/>
          <p14:tracePt t="101517" x="4070350" y="2393950"/>
          <p14:tracePt t="101550" x="4292600" y="2514600"/>
          <p14:tracePt t="101583" x="4476750" y="2584450"/>
          <p14:tracePt t="101617" x="4540250" y="2616200"/>
          <p14:tracePt t="101649" x="4584700" y="2622550"/>
          <p14:tracePt t="101669" x="4597400" y="2628900"/>
          <p14:tracePt t="101701" x="4610100" y="2641600"/>
          <p14:tracePt t="101749" x="4622800" y="2647950"/>
          <p14:tracePt t="101782" x="4629150" y="2654300"/>
          <p14:tracePt t="101848" x="4641850" y="2660650"/>
          <p14:tracePt t="110701" x="4692650" y="2622550"/>
          <p14:tracePt t="110735" x="4870450" y="2476500"/>
          <p14:tracePt t="110768" x="5054600" y="2330450"/>
          <p14:tracePt t="110801" x="5314950" y="2165350"/>
          <p14:tracePt t="110834" x="5594350" y="1962150"/>
          <p14:tracePt t="110868" x="5740400" y="1860550"/>
          <p14:tracePt t="110901" x="5899150" y="1778000"/>
          <p14:tracePt t="110934" x="6051550" y="1714500"/>
          <p14:tracePt t="110968" x="6191250" y="1682750"/>
          <p14:tracePt t="111001" x="6273800" y="1670050"/>
          <p14:tracePt t="111033" x="6343650" y="1670050"/>
          <p14:tracePt t="111067" x="6407150" y="1670050"/>
          <p14:tracePt t="111100" x="6451600" y="1676400"/>
          <p14:tracePt t="111133" x="6496050" y="1682750"/>
          <p14:tracePt t="111169" x="6578600" y="1720850"/>
          <p14:tracePt t="111201" x="6699250" y="1771650"/>
          <p14:tracePt t="111233" x="6915150" y="1835150"/>
          <p14:tracePt t="111269" x="7143750" y="1892300"/>
          <p14:tracePt t="111301" x="7366000" y="1949450"/>
          <p14:tracePt t="111318" x="7493000" y="1949450"/>
          <p14:tracePt t="111349" x="7677150" y="1949450"/>
          <p14:tracePt t="111382" x="7854950" y="1949450"/>
          <p14:tracePt t="111416" x="8070850" y="1987550"/>
          <p14:tracePt t="111449" x="8178800" y="1993900"/>
          <p14:tracePt t="111485" x="8286750" y="1993900"/>
          <p14:tracePt t="111499" x="8305800" y="1993900"/>
          <p14:tracePt t="111517" x="8331200" y="1987550"/>
          <p14:tracePt t="111599" x="8305800" y="1987550"/>
          <p14:tracePt t="111632" x="8280400" y="1987550"/>
          <p14:tracePt t="111653" x="8261350" y="1987550"/>
          <p14:tracePt t="111683" x="8242300" y="1987550"/>
          <p14:tracePt t="111715" x="8191500" y="1987550"/>
          <p14:tracePt t="111748" x="8083550" y="1981200"/>
          <p14:tracePt t="111784" x="7937500" y="1962150"/>
          <p14:tracePt t="111803" x="7772400" y="1962150"/>
          <p14:tracePt t="111833" x="7499350" y="1943100"/>
          <p14:tracePt t="111852" x="7359650" y="1924050"/>
          <p14:tracePt t="111885" x="7131050" y="1898650"/>
          <p14:tracePt t="111902" x="7092950" y="1898650"/>
          <p14:tracePt t="111932" x="6985000" y="1905000"/>
          <p14:tracePt t="111980" x="6838950" y="1924050"/>
          <p14:tracePt t="112017" x="6743700" y="1930400"/>
          <p14:tracePt t="112049" x="6642100" y="1930400"/>
          <p14:tracePt t="112079" x="6565900" y="1943100"/>
          <p14:tracePt t="112101" x="6515100" y="1949450"/>
          <p14:tracePt t="112132" x="6451600" y="1955800"/>
          <p14:tracePt t="112179" x="6362700" y="1955800"/>
          <p14:tracePt t="112201" x="6267450" y="1962150"/>
          <p14:tracePt t="112562" x="5918200" y="1943100"/>
          <p14:tracePt t="112595" x="5518150" y="1898650"/>
          <p14:tracePt t="112628" x="5175250" y="1866900"/>
          <p14:tracePt t="112649" x="4997450" y="1854200"/>
          <p14:tracePt t="112694" x="4768850" y="1847850"/>
          <p14:tracePt t="112728" x="4705350" y="1854200"/>
          <p14:tracePt t="112746" x="4692650" y="1854200"/>
          <p14:tracePt t="112844" x="4724400" y="1854200"/>
          <p14:tracePt t="112877" x="4781550" y="1835150"/>
          <p14:tracePt t="112911" x="4933950" y="1822450"/>
          <p14:tracePt t="112929" x="4997450" y="1809750"/>
          <p14:tracePt t="112960" x="5454650" y="1790700"/>
          <p14:tracePt t="112993" x="5886450" y="1778000"/>
          <p14:tracePt t="113027" x="6254750" y="1746250"/>
          <p14:tracePt t="113060" x="6559550" y="1739900"/>
          <p14:tracePt t="113093" x="6648450" y="1739900"/>
          <p14:tracePt t="113112" x="6667500" y="1733550"/>
          <p14:tracePt t="113143" x="6686550" y="1733550"/>
          <p14:tracePt t="113176" x="6667500" y="1739900"/>
          <p14:tracePt t="113209" x="6648450" y="1739900"/>
          <p14:tracePt t="113243" x="6604000" y="1733550"/>
          <p14:tracePt t="113293" x="6553200" y="1727200"/>
          <p14:tracePt t="113326" x="6407150" y="1739900"/>
          <p14:tracePt t="113361" x="5791200" y="1822450"/>
          <p14:tracePt t="113392" x="5359400" y="1866900"/>
          <p14:tracePt t="113425" x="4737100" y="1936750"/>
          <p14:tracePt t="113459" x="4597400" y="1949450"/>
          <p14:tracePt t="113491" x="4572000" y="1949450"/>
          <p14:tracePt t="113575" x="4597400" y="1949450"/>
          <p14:tracePt t="113608" x="4629150" y="1949450"/>
          <p14:tracePt t="113641" x="4699000" y="1949450"/>
          <p14:tracePt t="113660" x="4718050" y="1943100"/>
          <p14:tracePt t="113691" x="5010150" y="1924050"/>
          <p14:tracePt t="113724" x="5346700" y="1898650"/>
          <p14:tracePt t="113757" x="6165850" y="1917700"/>
          <p14:tracePt t="113791" x="6572250" y="1943100"/>
          <p14:tracePt t="113824" x="6851650" y="1949450"/>
          <p14:tracePt t="113857" x="6959600" y="1949450"/>
          <p14:tracePt t="113890" x="6985000" y="1949450"/>
          <p14:tracePt t="113940" x="6946900" y="1943100"/>
          <p14:tracePt t="113973" x="6908800" y="1943100"/>
          <p14:tracePt t="114007" x="6870700" y="1936750"/>
          <p14:tracePt t="114039" x="6832600" y="1924050"/>
          <p14:tracePt t="114076" x="6604000" y="1885950"/>
          <p14:tracePt t="114109" x="6121400" y="1835150"/>
          <p14:tracePt t="114140" x="5702300" y="1809750"/>
          <p14:tracePt t="114176" x="5308600" y="1816100"/>
          <p14:tracePt t="114208" x="5194300" y="1822450"/>
          <p14:tracePt t="114239" x="5168900" y="1828800"/>
          <p14:tracePt t="114275" x="5162550" y="1828800"/>
          <p14:tracePt t="114323" x="5175250" y="1841500"/>
          <p14:tracePt t="114341" x="5181600" y="1841500"/>
          <p14:tracePt t="114374" x="5226050" y="1854200"/>
          <p14:tracePt t="114405" x="5283200" y="1854200"/>
          <p14:tracePt t="114438" x="5461000" y="1835150"/>
          <p14:tracePt t="114475" x="5803900" y="1835150"/>
          <p14:tracePt t="114507" x="6324600" y="1841500"/>
          <p14:tracePt t="114538" x="6515100" y="1860550"/>
          <p14:tracePt t="114559" x="6654800" y="1860550"/>
          <p14:tracePt t="114590" x="6737350" y="1860550"/>
          <p14:tracePt t="114654" x="6686550" y="1854200"/>
          <p14:tracePt t="114706" x="6673850" y="1854200"/>
          <p14:tracePt t="115402" x="6527800" y="1898650"/>
          <p14:tracePt t="115424" x="6451600" y="1898650"/>
          <p14:tracePt t="115456" x="6318250" y="1898650"/>
          <p14:tracePt t="115487" x="6197600" y="1911350"/>
          <p14:tracePt t="115518" x="6000750" y="1911350"/>
          <p14:tracePt t="115540" x="5905500" y="1898650"/>
          <p14:tracePt t="115584" x="5816600" y="1873250"/>
          <p14:tracePt t="115618" x="5778500" y="1866900"/>
          <p14:tracePt t="115639" x="5734050" y="1892300"/>
          <p14:tracePt t="116431" x="5727700" y="1924050"/>
          <p14:tracePt t="116465" x="5702300" y="1981200"/>
          <p14:tracePt t="116498" x="5676900" y="2044700"/>
          <p14:tracePt t="116531" x="5632450" y="2146300"/>
          <p14:tracePt t="116564" x="5607050" y="2222500"/>
          <p14:tracePt t="116598" x="5562600" y="2355850"/>
          <p14:tracePt t="116631" x="5530850" y="2432050"/>
          <p14:tracePt t="116664" x="5505450" y="2520950"/>
          <p14:tracePt t="116697" x="5492750" y="2578100"/>
          <p14:tracePt t="116730" x="5467350" y="2635250"/>
          <p14:tracePt t="116764" x="5454650" y="2692400"/>
          <p14:tracePt t="116797" x="5441950" y="2724150"/>
          <p14:tracePt t="116815" x="5435600" y="2749550"/>
          <p14:tracePt t="116847" x="5410200" y="2774950"/>
          <p14:tracePt t="116866" x="5403850" y="2781300"/>
          <p14:tracePt t="116897" x="5378450" y="2794000"/>
          <p14:tracePt t="116929" x="5365750" y="2800350"/>
          <p14:tracePt t="116963" x="5346700" y="2800350"/>
          <p14:tracePt t="116996" x="5321300" y="2794000"/>
          <p14:tracePt t="117030" x="5295900" y="2787650"/>
          <p14:tracePt t="117063" x="5283200" y="2774950"/>
          <p14:tracePt t="117096" x="5283200" y="2762250"/>
          <p14:tracePt t="117129" x="5289550" y="2749550"/>
          <p14:tracePt t="117163" x="5372100" y="2724150"/>
          <p14:tracePt t="117195" x="5486400" y="2679700"/>
          <p14:tracePt t="117229" x="5765800" y="2590800"/>
          <p14:tracePt t="117262" x="5899150" y="2540000"/>
          <p14:tracePt t="117296" x="5911850" y="2514600"/>
          <p14:tracePt t="117314" x="5899150" y="2514600"/>
          <p14:tracePt t="117345" x="5676900" y="2540000"/>
          <p14:tracePt t="117364" x="5575300" y="2540000"/>
          <p14:tracePt t="117396" x="5080000" y="2559050"/>
          <p14:tracePt t="117428" x="4762500" y="2590800"/>
          <p14:tracePt t="117461" x="4616450" y="2609850"/>
          <p14:tracePt t="117494" x="4584700" y="2616200"/>
          <p14:tracePt t="117528" x="4603750" y="2628900"/>
          <p14:tracePt t="117546" x="4622800" y="2628900"/>
          <p14:tracePt t="117580" x="4781550" y="2641600"/>
          <p14:tracePt t="117613" x="5054600" y="2654300"/>
          <p14:tracePt t="117644" x="5359400" y="2660650"/>
          <p14:tracePt t="117680" x="5492750" y="2628900"/>
          <p14:tracePt t="117727" x="5429250" y="2616200"/>
          <p14:tracePt t="117760" x="5334000" y="2609850"/>
          <p14:tracePt t="117794" x="5092700" y="2603500"/>
          <p14:tracePt t="117827" x="4794250" y="2603500"/>
          <p14:tracePt t="117860" x="4629150" y="2660650"/>
          <p14:tracePt t="117896" x="4616450" y="2686050"/>
          <p14:tracePt t="117928" x="4718050" y="2698750"/>
          <p14:tracePt t="117945" x="4794250" y="2692400"/>
          <p14:tracePt t="117964" x="4965700" y="2673350"/>
          <p14:tracePt t="117995" x="5334000" y="2609850"/>
          <p14:tracePt t="118027" x="5695950" y="2546350"/>
          <p14:tracePt t="118059" x="5886450" y="2489200"/>
          <p14:tracePt t="118095" x="5918200" y="2463800"/>
          <p14:tracePt t="118128" x="5905500" y="2457450"/>
          <p14:tracePt t="118159" x="5867400" y="2463800"/>
          <p14:tracePt t="118180" x="5842000" y="2470150"/>
          <p14:tracePt t="118211" x="5765800" y="2495550"/>
          <p14:tracePt t="118242" x="5594350" y="2559050"/>
          <p14:tracePt t="118292" x="5346700" y="2673350"/>
          <p14:tracePt t="118328" x="5314950" y="2698750"/>
          <p14:tracePt t="118391" x="5391150" y="2692400"/>
          <p14:tracePt t="118396" x="5429250" y="2686050"/>
          <p14:tracePt t="118429" x="5784850" y="2603500"/>
          <p14:tracePt t="118459" x="6013450" y="2527300"/>
          <p14:tracePt t="118491" x="6356350" y="2425700"/>
          <p14:tracePt t="118513" x="6419850" y="2400300"/>
          <p14:tracePt t="118543" x="6432550" y="2400300"/>
          <p14:tracePt t="118591" x="6356350" y="2425700"/>
          <p14:tracePt t="118612" x="6305550" y="2444750"/>
          <p14:tracePt t="118645" x="6146800" y="2527300"/>
          <p14:tracePt t="118676" x="5867400" y="2686050"/>
          <p14:tracePt t="118707" x="5486400" y="2851150"/>
          <p14:tracePt t="118729" x="5334000" y="2952750"/>
          <p14:tracePt t="118761" x="5238750" y="3016250"/>
          <p14:tracePt t="118807" x="5226050" y="3041650"/>
          <p14:tracePt t="118828" x="5238750" y="3041650"/>
          <p14:tracePt t="118861" x="5264150" y="3041650"/>
          <p14:tracePt t="118892" x="5289550" y="3035300"/>
          <p14:tracePt t="118923" x="5314950" y="3022600"/>
          <p14:tracePt t="118944" x="5334000" y="3022600"/>
          <p14:tracePt t="118989" x="5359400" y="3016250"/>
          <p14:tracePt t="119008" x="5372100" y="3009900"/>
          <p14:tracePt t="119039" x="5391150" y="3009900"/>
          <p14:tracePt t="119488" x="5238750" y="2984500"/>
          <p14:tracePt t="119521" x="5149850" y="2965450"/>
          <p14:tracePt t="119554" x="5092700" y="2946400"/>
          <p14:tracePt t="119587" x="5067300" y="2933700"/>
          <p14:tracePt t="119621" x="5060950" y="2933700"/>
          <p14:tracePt t="119670" x="5067300" y="2927350"/>
          <p14:tracePt t="119704" x="5124450" y="2914650"/>
          <p14:tracePt t="119737" x="5181600" y="2901950"/>
          <p14:tracePt t="119755" x="5302250" y="2882900"/>
          <p14:tracePt t="119787" x="5568950" y="2813050"/>
          <p14:tracePt t="119820" x="5778500" y="2762250"/>
          <p14:tracePt t="119853" x="5949950" y="2736850"/>
          <p14:tracePt t="119886" x="6070600" y="2717800"/>
          <p14:tracePt t="119906" x="6096000" y="2711450"/>
          <p14:tracePt t="119921" x="6102350" y="2711450"/>
          <p14:tracePt t="119952" x="6108700" y="2705100"/>
          <p14:tracePt t="119986" x="6108700" y="2692400"/>
          <p14:tracePt t="120036" x="6102350" y="2692400"/>
          <p14:tracePt t="120069" x="6102350" y="2705100"/>
          <p14:tracePt t="120786" x="6038850" y="2724150"/>
          <p14:tracePt t="120818" x="5924550" y="2787650"/>
          <p14:tracePt t="120850" x="5848350" y="2819400"/>
          <p14:tracePt t="120886" x="5708650" y="2844800"/>
          <p14:tracePt t="120918" x="5626100" y="2876550"/>
          <p14:tracePt t="120949" x="5556250" y="2895600"/>
          <p14:tracePt t="120986" x="5454650" y="2933700"/>
          <p14:tracePt t="121018" x="5384800" y="2940050"/>
          <p14:tracePt t="121049" x="5308600" y="2959100"/>
          <p14:tracePt t="121070" x="5276850" y="2971800"/>
          <p14:tracePt t="121100" x="5251450" y="2978150"/>
          <p14:tracePt t="121132" x="5238750" y="2984500"/>
          <p14:tracePt t="121165" x="5232400" y="2984500"/>
          <p14:tracePt t="121218" x="5245100" y="2971800"/>
          <p14:tracePt t="121265" x="5264150" y="2971800"/>
          <p14:tracePt t="121301" x="5283200" y="2959100"/>
          <p14:tracePt t="121333" x="5378450" y="2914650"/>
          <p14:tracePt t="121365" x="5499100" y="2851150"/>
          <p14:tracePt t="121400" x="5638800" y="2787650"/>
          <p14:tracePt t="121433" x="5689600" y="2774950"/>
          <p14:tracePt t="121466" x="5721350" y="2762250"/>
          <p14:tracePt t="121514" x="5765800" y="2724150"/>
          <p14:tracePt t="121550" x="5816600" y="2692400"/>
          <p14:tracePt t="121582" x="5880100" y="2616200"/>
          <p14:tracePt t="121616" x="5918200" y="2520950"/>
          <p14:tracePt t="121649" x="5924550" y="2451100"/>
          <p14:tracePt t="121697" x="5943600" y="2362200"/>
          <p14:tracePt t="121718" x="5949950" y="2336800"/>
          <p14:tracePt t="121748" x="5969000" y="2317750"/>
          <p14:tracePt t="121796" x="5988050" y="2292350"/>
          <p14:tracePt t="121818" x="6000750" y="2292350"/>
          <p14:tracePt t="121865" x="6013450" y="2292350"/>
          <p14:tracePt t="121946" x="6013450" y="2311400"/>
          <p14:tracePt t="121996" x="5994400" y="2355850"/>
          <p14:tracePt t="122029" x="5937250" y="2444750"/>
          <p14:tracePt t="122050" x="5892800" y="2533650"/>
          <p14:tracePt t="122081" x="5791200" y="2692400"/>
          <p14:tracePt t="122112" x="5702300" y="2838450"/>
          <p14:tracePt t="122134" x="5619750" y="2959100"/>
          <p14:tracePt t="122166" x="5594350" y="3009900"/>
          <p14:tracePt t="122211" x="5581650" y="3035300"/>
          <p14:tracePt t="122627" x="5581650" y="3022600"/>
          <p14:tracePt t="122660" x="5581650" y="3009900"/>
          <p14:tracePt t="122693" x="5594350" y="2997200"/>
          <p14:tracePt t="122726" x="5594350" y="2978150"/>
          <p14:tracePt t="122760" x="5613400" y="2921000"/>
          <p14:tracePt t="122793" x="5626100" y="2851150"/>
          <p14:tracePt t="122826" x="5651500" y="2686050"/>
          <p14:tracePt t="122859" x="5676900" y="2514600"/>
          <p14:tracePt t="122893" x="5695950" y="2343150"/>
          <p14:tracePt t="122926" x="5740400" y="2178050"/>
          <p14:tracePt t="122946" x="5753100" y="2120900"/>
          <p14:tracePt t="122976" x="5784850" y="2051050"/>
          <p14:tracePt t="123009" x="5803900" y="1993900"/>
          <p14:tracePt t="123042" x="5816600" y="1962150"/>
          <p14:tracePt t="123075" x="5835650" y="1949450"/>
          <p14:tracePt t="123108" x="5842000" y="1936750"/>
          <p14:tracePt t="123142" x="5842000" y="1930400"/>
          <p14:tracePt t="123175" x="5848350" y="1924050"/>
          <p14:tracePt t="123224" x="5854700" y="1917700"/>
          <p14:tracePt t="123274" x="5867400" y="1911350"/>
          <p14:tracePt t="123308" x="5880100" y="1905000"/>
          <p14:tracePt t="123341" x="5892800" y="1905000"/>
          <p14:tracePt t="123374" x="5911850" y="1905000"/>
          <p14:tracePt t="123407" x="5918200" y="1905000"/>
          <p14:tracePt t="123441" x="5937250" y="1905000"/>
          <p14:tracePt t="123460" x="5949950" y="1905000"/>
          <p14:tracePt t="123493" x="5962650" y="1905000"/>
          <p14:tracePt t="123524" x="5975350" y="1905000"/>
          <p14:tracePt t="123557" x="5988050" y="1911350"/>
          <p14:tracePt t="123590" x="6007100" y="1911350"/>
          <p14:tracePt t="123624" x="6108700" y="1924050"/>
          <p14:tracePt t="123657" x="6235700" y="1924050"/>
          <p14:tracePt t="123693" x="6445250" y="1924050"/>
          <p14:tracePt t="123725" x="6565900" y="1917700"/>
          <p14:tracePt t="123756" x="6616700" y="1917700"/>
          <p14:tracePt t="123792" x="6616700" y="1905000"/>
          <p14:tracePt t="123825" x="6591300" y="1879600"/>
          <p14:tracePt t="123856" x="6584950" y="1866900"/>
          <p14:tracePt t="130234" x="6572250" y="1866900"/>
          <p14:tracePt t="130267" x="6559550" y="1879600"/>
          <p14:tracePt t="130301" x="6546850" y="1892300"/>
          <p14:tracePt t="130319" x="6540500" y="1892300"/>
          <p14:tracePt t="130367" x="6521450" y="1898650"/>
          <p14:tracePt t="130400" x="6515100" y="1905000"/>
          <p14:tracePt t="130450" x="6508750" y="1917700"/>
          <p14:tracePt t="130500" x="6496050" y="1936750"/>
          <p14:tracePt t="130549" x="6477000" y="1949450"/>
          <p14:tracePt t="130582" x="6457950" y="1974850"/>
          <p14:tracePt t="130602" x="6438900" y="2000250"/>
          <p14:tracePt t="130634" x="6388100" y="2063750"/>
          <p14:tracePt t="130666" x="6330950" y="2120900"/>
          <p14:tracePt t="130700" x="6286500" y="2165350"/>
          <p14:tracePt t="130732" x="6242050" y="2241550"/>
          <p14:tracePt t="130765" x="6229350" y="2254250"/>
          <p14:tracePt t="131280" x="6216650" y="2292350"/>
          <p14:tracePt t="131299" x="6210300" y="2317750"/>
          <p14:tracePt t="131330" x="6178550" y="2387600"/>
          <p14:tracePt t="131363" x="6159500" y="2432050"/>
          <p14:tracePt t="131400" x="6115050" y="2520950"/>
          <p14:tracePt t="131416" x="6108700" y="2533650"/>
          <p14:tracePt t="131448" x="6083300" y="2571750"/>
          <p14:tracePt t="131480" x="6070600" y="2603500"/>
          <p14:tracePt t="131516" x="6051550" y="2641600"/>
          <p14:tracePt t="131548" x="6032500" y="2679700"/>
          <p14:tracePt t="131579" x="6026150" y="2686050"/>
          <p14:tracePt t="131931" x="5994400" y="2686050"/>
          <p14:tracePt t="131964" x="5924550" y="2686050"/>
          <p14:tracePt t="132011" x="5759450" y="2705100"/>
          <p14:tracePt t="132047" x="5575300" y="2717800"/>
          <p14:tracePt t="132080" x="5499100" y="2743200"/>
          <p14:tracePt t="132100" x="5454650" y="2749550"/>
          <p14:tracePt t="132132" x="5397500" y="2768600"/>
          <p14:tracePt t="132162" x="5372100" y="2787650"/>
          <p14:tracePt t="132194" x="5340350" y="2800350"/>
          <p14:tracePt t="132215" x="5334000" y="2806700"/>
          <p14:tracePt t="132246" x="5334000" y="2813050"/>
          <p14:tracePt t="132277" x="5327650" y="2813050"/>
          <p14:tracePt t="132326" x="5327650" y="2819400"/>
          <p14:tracePt t="132542" x="5327650" y="2832100"/>
          <p14:tracePt t="132592" x="5321300" y="2851150"/>
          <p14:tracePt t="132612" x="5314950" y="2863850"/>
          <p14:tracePt t="132644" x="5302250" y="2895600"/>
          <p14:tracePt t="132678" x="5295900" y="2952750"/>
          <p14:tracePt t="132725" x="5289550" y="2990850"/>
          <p14:tracePt t="132758" x="5289550" y="3003550"/>
          <p14:tracePt t="132825" x="5289550" y="3009900"/>
          <p14:tracePt t="132858" x="5295900" y="3009900"/>
          <p14:tracePt t="132880" x="5302250" y="3009900"/>
          <p14:tracePt t="132941" x="5308600" y="2997200"/>
          <p14:tracePt t="132974" x="5308600" y="2984500"/>
          <p14:tracePt t="133008" x="5308600" y="2971800"/>
          <p14:tracePt t="133041" x="5308600" y="2940050"/>
          <p14:tracePt t="133074" x="5308600" y="2901950"/>
          <p14:tracePt t="133107" x="5295900" y="2844800"/>
          <p14:tracePt t="133126" x="5289550" y="2832100"/>
          <p14:tracePt t="133157" x="5283200" y="2794000"/>
          <p14:tracePt t="133207" x="5283200" y="2774950"/>
          <p14:tracePt t="133240" x="5283200" y="2762250"/>
          <p14:tracePt t="133657" x="5283200" y="2743200"/>
          <p14:tracePt t="133689" x="5257800" y="2654300"/>
          <p14:tracePt t="133722" x="5232400" y="2565400"/>
          <p14:tracePt t="133741" x="5213350" y="2527300"/>
          <p14:tracePt t="133772" x="5124450" y="2324100"/>
          <p14:tracePt t="133805" x="5054600" y="2184400"/>
          <p14:tracePt t="133839" x="4991100" y="2082800"/>
          <p14:tracePt t="133871" x="4946650" y="2025650"/>
          <p14:tracePt t="133905" x="4921250" y="1993900"/>
          <p14:tracePt t="133938" x="4921250" y="1974850"/>
          <p14:tracePt t="134004" x="4921250" y="1968500"/>
          <p14:tracePt t="134037" x="4940300" y="1968500"/>
          <p14:tracePt t="134071" x="4953000" y="1974850"/>
          <p14:tracePt t="134104" x="4965700" y="1987550"/>
          <p14:tracePt t="134137" x="4991100" y="1993900"/>
          <p14:tracePt t="134170" x="5048250" y="2000250"/>
          <p14:tracePt t="134204" x="5251450" y="2032000"/>
          <p14:tracePt t="134237" x="5530850" y="2063750"/>
          <p14:tracePt t="134270" x="6013450" y="2114550"/>
          <p14:tracePt t="134289" x="6127750" y="2127250"/>
          <p14:tracePt t="134320" x="6508750" y="2120900"/>
          <p14:tracePt t="134353" x="6654800" y="2114550"/>
          <p14:tracePt t="134386" x="6902450" y="2095500"/>
          <p14:tracePt t="134419" x="7035800" y="2076450"/>
          <p14:tracePt t="134453" x="7207250" y="2076450"/>
          <p14:tracePt t="134471" x="7245350" y="2076450"/>
          <p14:tracePt t="134505" x="7359650" y="2076450"/>
          <p14:tracePt t="134538" x="7423150" y="2076450"/>
          <p14:tracePt t="134569" x="7467600" y="2070100"/>
          <p14:tracePt t="134591" x="7512050" y="2057400"/>
          <p14:tracePt t="134620" x="7575550" y="2044700"/>
          <p14:tracePt t="134638" x="7632700" y="2038350"/>
          <p14:tracePt t="134670" x="7747000" y="2012950"/>
          <p14:tracePt t="134688" x="7772400" y="2006600"/>
          <p14:tracePt t="134721" x="7823200" y="1993900"/>
          <p14:tracePt t="134753" x="7854950" y="1981200"/>
          <p14:tracePt t="134785" x="7861300" y="1981200"/>
          <p14:tracePt t="134821" x="7861300" y="1968500"/>
          <p14:tracePt t="134853" x="7835900" y="1962150"/>
          <p14:tracePt t="134885" x="7804150" y="1968500"/>
          <p14:tracePt t="134921" x="7747000" y="1981200"/>
          <p14:tracePt t="134953" x="7537450" y="1981200"/>
          <p14:tracePt t="134984" x="7359650" y="1949450"/>
          <p14:tracePt t="135020" x="6921500" y="1885950"/>
          <p14:tracePt t="135053" x="6604000" y="1866900"/>
          <p14:tracePt t="135084" x="6299200" y="1835150"/>
          <p14:tracePt t="135105" x="6140450" y="1816100"/>
          <p14:tracePt t="135138" x="5918200" y="1797050"/>
          <p14:tracePt t="135156" x="5803900" y="1790700"/>
          <p14:tracePt t="135185" x="5632450" y="1778000"/>
          <p14:tracePt t="135233" x="5422900" y="1778000"/>
          <p14:tracePt t="135269" x="5302250" y="1778000"/>
          <p14:tracePt t="135302" x="5099050" y="1771650"/>
          <p14:tracePt t="135321" x="4940300" y="1752600"/>
          <p14:tracePt t="135354" x="4762500" y="1752600"/>
          <p14:tracePt t="135385" x="4667250" y="1752600"/>
          <p14:tracePt t="135433" x="4559300" y="1765300"/>
          <p14:tracePt t="135454" x="4527550" y="1778000"/>
          <p14:tracePt t="135484" x="4508500" y="1790700"/>
          <p14:tracePt t="136944" x="4375150" y="1790700"/>
          <p14:tracePt t="136977" x="4216400" y="1778000"/>
          <p14:tracePt t="137011" x="3975100" y="1778000"/>
          <p14:tracePt t="137044" x="3670300" y="1778000"/>
          <p14:tracePt t="137077" x="3390900" y="1778000"/>
          <p14:tracePt t="137110" x="3181350" y="1790700"/>
          <p14:tracePt t="137143" x="3105150" y="1790700"/>
          <p14:tracePt t="137162" x="3098800" y="1790700"/>
          <p14:tracePt t="137310" x="3111500" y="1790700"/>
          <p14:tracePt t="137359" x="3117850" y="1790700"/>
          <p14:tracePt t="137392" x="3130550" y="1790700"/>
          <p14:tracePt t="137426" x="3143250" y="1790700"/>
          <p14:tracePt t="137475" x="3155950" y="1790700"/>
          <p14:tracePt t="137525" x="3168650" y="1784350"/>
          <p14:tracePt t="137558" x="3168650" y="1778000"/>
          <p14:tracePt t="137592" x="3175000" y="1771650"/>
          <p14:tracePt t="137625" x="3187700" y="1771650"/>
          <p14:tracePt t="137658" x="3194050" y="1771650"/>
          <p14:tracePt t="137678" x="3200400" y="1771650"/>
          <p14:tracePt t="137742" x="3219450" y="1765300"/>
          <p14:tracePt t="137791" x="3232150" y="1765300"/>
          <p14:tracePt t="137824" x="3238500" y="1765300"/>
          <p14:tracePt t="137857" x="3251200" y="1765300"/>
          <p14:tracePt t="137891" x="3263900" y="1765300"/>
          <p14:tracePt t="137924" x="3295650" y="1758950"/>
          <p14:tracePt t="137957" x="3333750" y="1758950"/>
          <p14:tracePt t="137991" x="3435350" y="1758950"/>
          <p14:tracePt t="138024" x="3530600" y="1758950"/>
          <p14:tracePt t="138057" x="3657600" y="1765300"/>
          <p14:tracePt t="138090" x="3733800" y="1765300"/>
          <p14:tracePt t="138123" x="3803650" y="1765300"/>
          <p14:tracePt t="138157" x="3867150" y="1765300"/>
          <p14:tracePt t="138177" x="3892550" y="1765300"/>
          <p14:tracePt t="138209" x="3917950" y="1752600"/>
          <p14:tracePt t="138241" x="3937000" y="1733550"/>
          <p14:tracePt t="138273" x="3956050" y="1727200"/>
          <p14:tracePt t="138309" x="3975100" y="1727200"/>
          <p14:tracePt t="138341" x="4013200" y="1720850"/>
          <p14:tracePt t="138372" x="4057650" y="1714500"/>
          <p14:tracePt t="138409" x="4171950" y="1708150"/>
          <p14:tracePt t="138441" x="4343400" y="1689100"/>
          <p14:tracePt t="138472" x="4591050" y="1651000"/>
          <p14:tracePt t="138494" x="4775200" y="1606550"/>
          <p14:tracePt t="138524" x="5124450" y="1504950"/>
          <p14:tracePt t="138556" x="5530850" y="1358900"/>
          <p14:tracePt t="138574" x="5600700" y="1314450"/>
          <p14:tracePt t="138608" x="5778500" y="1212850"/>
          <p14:tracePt t="138640" x="5810250" y="1187450"/>
          <p14:tracePt t="138671" x="5816600" y="1174750"/>
          <p14:tracePt t="138709" x="5810250" y="1168400"/>
          <p14:tracePt t="138739" x="5765800" y="1193800"/>
          <p14:tracePt t="138771" x="5708650" y="1238250"/>
          <p14:tracePt t="138804" x="5594350" y="1308100"/>
          <p14:tracePt t="138825" x="5435600" y="1428750"/>
          <p14:tracePt t="138856" x="4978400" y="1809750"/>
          <p14:tracePt t="138887" x="4235450" y="2438400"/>
          <p14:tracePt t="138937" x="3943350" y="2717800"/>
          <p14:tracePt t="138973" x="3911600" y="2749550"/>
          <p14:tracePt t="139037" x="3930650" y="2749550"/>
          <p14:tracePt t="139059" x="3943350" y="2730500"/>
          <p14:tracePt t="139088" x="3975100" y="2711450"/>
          <p14:tracePt t="142193" x="3917950" y="2800350"/>
          <p14:tracePt t="142228" x="3816350" y="2933700"/>
          <p14:tracePt t="142261" x="3759200" y="2997200"/>
          <p14:tracePt t="142293" x="3632200" y="3124200"/>
          <p14:tracePt t="142328" x="3460750" y="3238500"/>
          <p14:tracePt t="142361" x="3175000" y="3359150"/>
          <p14:tracePt t="142377" x="3111500" y="3378200"/>
          <p14:tracePt t="142411" x="2889250" y="3441700"/>
          <p14:tracePt t="142444" x="2749550" y="3486150"/>
          <p14:tracePt t="142491" x="2508250" y="3562350"/>
          <p14:tracePt t="142527" x="2260600" y="3587750"/>
          <p14:tracePt t="142560" x="2184400" y="3587750"/>
          <p14:tracePt t="142591" x="2101850" y="3594100"/>
          <p14:tracePt t="142627" x="1981200" y="3606800"/>
          <p14:tracePt t="142660" x="1930400" y="3606800"/>
          <p14:tracePt t="142691" x="1898650" y="3606800"/>
          <p14:tracePt t="142743" x="1892300" y="3594100"/>
          <p14:tracePt t="142776" x="1892300" y="3575050"/>
          <p14:tracePt t="142792" x="1892300" y="3568700"/>
          <p14:tracePt t="142840" x="1905000" y="3549650"/>
          <p14:tracePt t="142876" x="1930400" y="3536950"/>
          <p14:tracePt t="142909" x="1955800" y="3530600"/>
          <p14:tracePt t="142956" x="2019300" y="3530600"/>
          <p14:tracePt t="142992" x="2063750" y="3524250"/>
          <p14:tracePt t="143040" x="2216150" y="3530600"/>
          <p14:tracePt t="143061" x="2343150" y="3536950"/>
          <p14:tracePt t="143092" x="2641600" y="3562350"/>
          <p14:tracePt t="143139" x="3403600" y="3594100"/>
          <p14:tracePt t="143161" x="3771900" y="3594100"/>
          <p14:tracePt t="143191" x="4235450" y="3600450"/>
          <p14:tracePt t="143222" x="4514850" y="3613150"/>
          <p14:tracePt t="143255" x="4787900" y="3587750"/>
          <p14:tracePt t="143277" x="4857750" y="3581400"/>
          <p14:tracePt t="143322" x="4940300" y="3568700"/>
          <p14:tracePt t="143355" x="5016500" y="3556000"/>
          <p14:tracePt t="143376" x="5060950" y="3549650"/>
          <p14:tracePt t="143407" x="5099050" y="3543300"/>
          <p14:tracePt t="143438" x="5200650" y="3543300"/>
          <p14:tracePt t="143471" x="5257800" y="3543300"/>
          <p14:tracePt t="143493" x="5321300" y="3536950"/>
          <p14:tracePt t="143538" x="5378450" y="3530600"/>
          <p14:tracePt t="143571" x="5410200" y="3524250"/>
          <p14:tracePt t="143593" x="5441950" y="3524250"/>
          <p14:tracePt t="143623" x="5486400" y="3524250"/>
          <p14:tracePt t="143654" x="5543550" y="3530600"/>
          <p14:tracePt t="143687" x="5562600" y="3530600"/>
          <p14:tracePt t="143707" x="5575300" y="3530600"/>
          <p14:tracePt t="143739" x="5588000" y="3530600"/>
          <p14:tracePt t="143770" x="5594350" y="3530600"/>
          <p14:tracePt t="143853" x="5594350" y="3536950"/>
          <p14:tracePt t="144302" x="5676900" y="3536950"/>
          <p14:tracePt t="144335" x="5867400" y="3536950"/>
          <p14:tracePt t="144368" x="5943600" y="3536950"/>
          <p14:tracePt t="144401" x="6000750" y="3536950"/>
          <p14:tracePt t="144435" x="6032500" y="3536950"/>
          <p14:tracePt t="144468" x="6038850" y="3536950"/>
          <p14:tracePt t="144518" x="6045200" y="3536950"/>
          <p14:tracePt t="144684" x="6076950" y="3536950"/>
          <p14:tracePt t="144717" x="6223000" y="3536950"/>
          <p14:tracePt t="144736" x="6337300" y="3536950"/>
          <p14:tracePt t="144767" x="6559550" y="3549650"/>
          <p14:tracePt t="144800" x="6762750" y="3556000"/>
          <p14:tracePt t="144833" x="6985000" y="3556000"/>
          <p14:tracePt t="144867" x="7054850" y="3556000"/>
          <p14:tracePt t="144885" x="7067550" y="3556000"/>
          <p14:tracePt t="144917" x="7099300" y="3549650"/>
          <p14:tracePt t="144950" x="7124700" y="3549650"/>
          <p14:tracePt t="144983" x="7137400" y="3549650"/>
          <p14:tracePt t="145016" x="7169150" y="3543300"/>
          <p14:tracePt t="145049" x="7181850" y="3543300"/>
          <p14:tracePt t="145082" x="7213600" y="3543300"/>
          <p14:tracePt t="145116" x="7277100" y="3543300"/>
          <p14:tracePt t="145149" x="7366000" y="3549650"/>
          <p14:tracePt t="145182" x="7461250" y="3556000"/>
          <p14:tracePt t="145216" x="7556500" y="3562350"/>
          <p14:tracePt t="145249" x="7696200" y="3581400"/>
          <p14:tracePt t="145283" x="7804150" y="3581400"/>
          <p14:tracePt t="145315" x="7912100" y="3568700"/>
          <p14:tracePt t="145348" x="8032750" y="3556000"/>
          <p14:tracePt t="145382" x="8070850" y="3549650"/>
          <p14:tracePt t="145417" x="8083550" y="3549650"/>
          <p14:tracePt t="145531" x="8064500" y="3549650"/>
          <p14:tracePt t="145564" x="8051800" y="3549650"/>
          <p14:tracePt t="145597" x="8013700" y="3549650"/>
          <p14:tracePt t="145631" x="7962900" y="3556000"/>
          <p14:tracePt t="145664" x="7842250" y="3556000"/>
          <p14:tracePt t="145697" x="7645400" y="3549650"/>
          <p14:tracePt t="145733" x="7493000" y="3549650"/>
          <p14:tracePt t="145748" x="7385050" y="3543300"/>
          <p14:tracePt t="145780" x="7251700" y="3536950"/>
          <p14:tracePt t="145816" x="7156450" y="3517900"/>
          <p14:tracePt t="145848" x="7124700" y="3517900"/>
          <p14:tracePt t="145880" x="7073900" y="3517900"/>
          <p14:tracePt t="145901" x="7042150" y="3517900"/>
          <p14:tracePt t="145931" x="7004050" y="3517900"/>
          <p14:tracePt t="145963" x="6985000" y="3517900"/>
          <p14:tracePt t="145996" x="6972300" y="3511550"/>
          <p14:tracePt t="146032" x="6965950" y="3511550"/>
          <p14:tracePt t="146132" x="6978650" y="3511550"/>
          <p14:tracePt t="146181" x="7029450" y="3511550"/>
          <p14:tracePt t="146217" x="7137400" y="3511550"/>
          <p14:tracePt t="146250" x="7315200" y="3511550"/>
          <p14:tracePt t="146268" x="7442200" y="3511550"/>
          <p14:tracePt t="146297" x="7626350" y="3524250"/>
          <p14:tracePt t="146345" x="7810500" y="3536950"/>
          <p14:tracePt t="146381" x="7848600" y="3536950"/>
          <p14:tracePt t="146413" x="7874000" y="3536950"/>
          <p14:tracePt t="146444" x="7893050" y="3543300"/>
          <p14:tracePt t="146466" x="7905750" y="3543300"/>
          <p14:tracePt t="146496" x="7937500" y="3543300"/>
          <p14:tracePt t="146544" x="7994650" y="3549650"/>
          <p14:tracePt t="146566" x="8020050" y="3556000"/>
          <p14:tracePt t="146596" x="8039100" y="3556000"/>
          <p14:tracePt t="146627" x="8045450" y="3562350"/>
          <p14:tracePt t="146677" x="8032750" y="3562350"/>
          <p14:tracePt t="146727" x="8020050" y="3568700"/>
          <p14:tracePt t="146760" x="8001000" y="3568700"/>
          <p14:tracePt t="146779" x="7975600" y="3568700"/>
          <p14:tracePt t="146810" x="7931150" y="3568700"/>
          <p14:tracePt t="146843" x="7848600" y="3556000"/>
          <p14:tracePt t="146876" x="7759700" y="3536950"/>
          <p14:tracePt t="146898" x="7702550" y="3530600"/>
          <p14:tracePt t="146943" x="7512050" y="3517900"/>
          <p14:tracePt t="146976" x="7404100" y="3498850"/>
          <p14:tracePt t="146997" x="7340600" y="3498850"/>
          <p14:tracePt t="147042" x="7239000" y="3486150"/>
          <p14:tracePt t="147076" x="7162800" y="3473450"/>
          <p14:tracePt t="147109" x="7137400" y="3473450"/>
          <p14:tracePt t="147142" x="7118350" y="3473450"/>
          <p14:tracePt t="147175" x="7112000" y="3479800"/>
          <p14:tracePt t="147242" x="7112000" y="3486150"/>
          <p14:tracePt t="147291" x="7105650" y="3486150"/>
          <p14:tracePt t="160067" x="7162800" y="3486150"/>
          <p14:tracePt t="160099" x="7251700" y="3479800"/>
          <p14:tracePt t="160119" x="7289800" y="3467100"/>
          <p14:tracePt t="160152" x="7372350" y="3460750"/>
          <p14:tracePt t="160182" x="7423150" y="3460750"/>
          <p14:tracePt t="160214" x="7467600" y="3460750"/>
          <p14:tracePt t="160263" x="7531100" y="3460750"/>
          <p14:tracePt t="160300" x="7594600" y="3460750"/>
          <p14:tracePt t="160332" x="7632700" y="3460750"/>
          <p14:tracePt t="160351" x="7651750" y="3460750"/>
          <p14:tracePt t="160382" x="7689850" y="3467100"/>
          <p14:tracePt t="160398" x="7696200" y="3467100"/>
          <p14:tracePt t="160446" x="7715250" y="3467100"/>
          <p14:tracePt t="160466" x="7721600" y="3473450"/>
          <p14:tracePt t="160497" x="7727950" y="3473450"/>
          <p14:tracePt t="160562" x="7740650" y="3479800"/>
          <p14:tracePt t="160584" x="7747000" y="3479800"/>
          <p14:tracePt t="160614" x="7753350" y="3479800"/>
          <p14:tracePt t="160645" x="7766050" y="3486150"/>
          <p14:tracePt t="160698" x="7766050" y="3492500"/>
          <p14:tracePt t="160762" x="7747000" y="3498850"/>
          <p14:tracePt t="160811" x="7740650" y="3498850"/>
          <p14:tracePt t="160878" x="7734300" y="3498850"/>
          <p14:tracePt t="160944" x="7727950" y="3486150"/>
          <p14:tracePt t="160994" x="7734300" y="3479800"/>
          <p14:tracePt t="161015" x="7734300" y="3473450"/>
          <p14:tracePt t="161046" x="7740650" y="3473450"/>
          <p14:tracePt t="161077" x="7747000" y="3467100"/>
          <p14:tracePt t="161110" x="7747000" y="3460750"/>
          <p14:tracePt t="161144" x="7734300" y="3460750"/>
          <p14:tracePt t="161177" x="7721600" y="3460750"/>
          <p14:tracePt t="161227" x="7715250" y="3460750"/>
          <p14:tracePt t="161260" x="7702550" y="3460750"/>
          <p14:tracePt t="161293" x="7696200" y="3467100"/>
          <p14:tracePt t="161326" x="7696200" y="3479800"/>
          <p14:tracePt t="161393" x="7696200" y="3492500"/>
          <p14:tracePt t="161426" x="7715250" y="3492500"/>
          <p14:tracePt t="161459" x="7753350" y="3498850"/>
          <p14:tracePt t="161494" x="7816850" y="3486150"/>
          <p14:tracePt t="161526" x="7842250" y="3467100"/>
          <p14:tracePt t="161559" x="7854950" y="3416300"/>
          <p14:tracePt t="161592" x="7829550" y="3384550"/>
          <p14:tracePt t="161626" x="7804150" y="3371850"/>
          <p14:tracePt t="161658" x="7772400" y="3359150"/>
          <p14:tracePt t="161692" x="7740650" y="3352800"/>
          <p14:tracePt t="161725" x="7715250" y="3352800"/>
          <p14:tracePt t="161758" x="7702550" y="3352800"/>
          <p14:tracePt t="161808" x="7696200" y="3365500"/>
          <p14:tracePt t="161859" x="7696200" y="3378200"/>
          <p14:tracePt t="161908" x="7696200" y="3397250"/>
          <p14:tracePt t="161941" x="7696200" y="3409950"/>
          <p14:tracePt t="161960" x="7715250" y="3422650"/>
          <p14:tracePt t="161991" x="7759700" y="3454400"/>
          <p14:tracePt t="162024" x="7823200" y="3479800"/>
          <p14:tracePt t="162057" x="7893050" y="3473450"/>
          <p14:tracePt t="162090" x="7912100" y="3454400"/>
          <p14:tracePt t="162124" x="7893050" y="3384550"/>
          <p14:tracePt t="162157" x="7823200" y="3302000"/>
          <p14:tracePt t="162190" x="7727950" y="3263900"/>
          <p14:tracePt t="162223" x="7658100" y="3263900"/>
          <p14:tracePt t="162256" x="7613650" y="3270250"/>
          <p14:tracePt t="162290" x="7569200" y="3295650"/>
          <p14:tracePt t="162323" x="7518400" y="3340100"/>
          <p14:tracePt t="162356" x="7505700" y="3378200"/>
          <p14:tracePt t="162389" x="7505700" y="3397250"/>
          <p14:tracePt t="162423" x="7505700" y="3409950"/>
          <p14:tracePt t="162456" x="7512050" y="3429000"/>
          <p14:tracePt t="162491" x="7518400" y="3435350"/>
          <p14:tracePt t="162525" x="7524750" y="3435350"/>
          <p14:tracePt t="162557" x="7531100" y="3435350"/>
          <p14:tracePt t="162954" x="7467600" y="3435350"/>
          <p14:tracePt t="162974" x="7404100" y="3435350"/>
          <p14:tracePt t="163004" x="7327900" y="3441700"/>
          <p14:tracePt t="163025" x="7264400" y="3454400"/>
          <p14:tracePt t="163056" x="7156450" y="3505200"/>
          <p14:tracePt t="163087" x="7092950" y="3530600"/>
          <p14:tracePt t="163120" x="7061200" y="3549650"/>
          <p14:tracePt t="163156" x="7048500" y="3549650"/>
          <p14:tracePt t="163272" x="7048500" y="3556000"/>
          <p14:tracePt t="163305" x="7067550" y="3562350"/>
          <p14:tracePt t="163356" x="7105650" y="3562350"/>
          <p14:tracePt t="163388" x="7213600" y="3562350"/>
          <p14:tracePt t="163419" x="7480300" y="3556000"/>
          <p14:tracePt t="163469" x="8026400" y="3536950"/>
          <p14:tracePt t="163473" x="8115300" y="3536950"/>
          <p14:tracePt t="163504" x="8261350" y="3530600"/>
          <p14:tracePt t="163535" x="8280400" y="3530600"/>
          <p14:tracePt t="163588" x="8267700" y="3524250"/>
          <p14:tracePt t="163620" x="8255000" y="3524250"/>
          <p14:tracePt t="163668" x="8248650" y="3517900"/>
          <p14:tracePt t="163784" x="8242300" y="3511550"/>
          <p14:tracePt t="163820" x="8235950" y="3511550"/>
          <p14:tracePt t="163868" x="8223250" y="3511550"/>
          <p14:tracePt t="163889" x="8216900" y="3511550"/>
          <p14:tracePt t="163919" x="8210550" y="3505200"/>
          <p14:tracePt t="163968" x="8197850" y="3498850"/>
          <p14:tracePt t="163986" x="8191500" y="3498850"/>
          <p14:tracePt t="164020" x="8178800" y="3498850"/>
          <p14:tracePt t="164052" x="8172450" y="3498850"/>
          <p14:tracePt t="164084" x="8140700" y="3498850"/>
          <p14:tracePt t="164105" x="8115300" y="3498850"/>
          <p14:tracePt t="164150" x="8001000" y="3505200"/>
          <p14:tracePt t="164183" x="7854950" y="3505200"/>
          <p14:tracePt t="164205" x="7689850" y="3498850"/>
          <p14:tracePt t="164235" x="7556500" y="3498850"/>
          <p14:tracePt t="164266" x="7315200" y="3486150"/>
          <p14:tracePt t="164299" x="7200900" y="3460750"/>
          <p14:tracePt t="164321" x="7156450" y="3454400"/>
          <p14:tracePt t="164366" x="7137400" y="3454400"/>
          <p14:tracePt t="164399" x="7112000" y="3460750"/>
          <p14:tracePt t="164848" x="7035800" y="3473450"/>
          <p14:tracePt t="164881" x="6985000" y="3479800"/>
          <p14:tracePt t="164914" x="6934200" y="3492500"/>
          <p14:tracePt t="164947" x="6889750" y="3492500"/>
          <p14:tracePt t="164981" x="6870700" y="3479800"/>
          <p14:tracePt t="165000" x="6864350" y="3473450"/>
          <p14:tracePt t="165047" x="6864350" y="3467100"/>
          <p14:tracePt t="165080" x="6889750" y="3460750"/>
          <p14:tracePt t="165113" x="6902450" y="3460750"/>
          <p14:tracePt t="165146" x="6940550" y="3460750"/>
          <p14:tracePt t="165180" x="7029450" y="3448050"/>
          <p14:tracePt t="165213" x="7105650" y="3448050"/>
          <p14:tracePt t="165246" x="7169150" y="3441700"/>
          <p14:tracePt t="165279" x="7181850" y="3435350"/>
          <p14:tracePt t="165313" x="7112000" y="3435350"/>
          <p14:tracePt t="165346" x="6800850" y="3422650"/>
          <p14:tracePt t="165379" x="6076950" y="3340100"/>
          <p14:tracePt t="165412" x="4711700" y="3257550"/>
          <p14:tracePt t="165446" x="3746500" y="3225800"/>
          <p14:tracePt t="165479" x="3022600" y="3225800"/>
          <p14:tracePt t="165497" x="2933700" y="3232150"/>
          <p14:tracePt t="165515" x="2819400" y="3232150"/>
          <p14:tracePt t="165547" x="2736850" y="3238500"/>
          <p14:tracePt t="165578" x="2717800" y="3244850"/>
          <p14:tracePt t="165628" x="2717800" y="3257550"/>
          <p14:tracePt t="165662" x="2717800" y="3263900"/>
          <p14:tracePt t="165728" x="2730500" y="3263900"/>
          <p14:tracePt t="165762" x="2743200" y="3263900"/>
          <p14:tracePt t="165794" x="2813050" y="3263900"/>
          <p14:tracePt t="165827" x="3016250" y="3270250"/>
          <p14:tracePt t="165861" x="3651250" y="3295650"/>
          <p14:tracePt t="165894" x="4311650" y="3308350"/>
          <p14:tracePt t="165927" x="4692650" y="3302000"/>
          <p14:tracePt t="165946" x="4845050" y="3302000"/>
          <p14:tracePt t="165977" x="4914900" y="3295650"/>
          <p14:tracePt t="166010" x="4921250" y="3289300"/>
          <p14:tracePt t="166031" x="4914900" y="3282950"/>
          <p14:tracePt t="166063" x="4902200" y="3282950"/>
          <p14:tracePt t="166095" x="4895850" y="3282950"/>
          <p14:tracePt t="166127" x="4914900" y="3295650"/>
          <p14:tracePt t="166163" x="5022850" y="3333750"/>
          <p14:tracePt t="166195" x="5168900" y="3384550"/>
          <p14:tracePt t="166226" x="5524500" y="3536950"/>
          <p14:tracePt t="166262" x="5746750" y="3657600"/>
          <p14:tracePt t="166295" x="5861050" y="3727450"/>
          <p14:tracePt t="166326" x="5861050" y="3740150"/>
          <p14:tracePt t="166378" x="5861050" y="3733800"/>
          <p14:tracePt t="168252" x="5727700" y="3752850"/>
          <p14:tracePt t="168286" x="5537200" y="3797300"/>
          <p14:tracePt t="168319" x="5245100" y="3797300"/>
          <p14:tracePt t="168352" x="5067300" y="3784600"/>
          <p14:tracePt t="168385" x="4705350" y="3746500"/>
          <p14:tracePt t="168418" x="4451350" y="3727450"/>
          <p14:tracePt t="168452" x="4006850" y="3727450"/>
          <p14:tracePt t="168485" x="3625850" y="3740150"/>
          <p14:tracePt t="168518" x="3321050" y="3752850"/>
          <p14:tracePt t="168552" x="3041650" y="3771900"/>
          <p14:tracePt t="168586" x="2794000" y="3797300"/>
          <p14:tracePt t="168618" x="2578100" y="3810000"/>
          <p14:tracePt t="168654" x="2235200" y="3879850"/>
          <p14:tracePt t="168686" x="2057400" y="3898900"/>
          <p14:tracePt t="168718" x="1968500" y="3911600"/>
          <p14:tracePt t="168754" x="1917700" y="3911600"/>
          <p14:tracePt t="168767" x="1911350" y="3911600"/>
          <p14:tracePt t="168800" x="1905000" y="3905250"/>
          <p14:tracePt t="168837" x="1898650" y="3905250"/>
          <p14:tracePt t="168884" x="1885950" y="3898900"/>
          <p14:tracePt t="168917" x="1860550" y="3898900"/>
          <p14:tracePt t="168953" x="1803400" y="3898900"/>
          <p14:tracePt t="168985" x="1778000" y="3892550"/>
          <p14:tracePt t="169017" x="1746250" y="3886200"/>
          <p14:tracePt t="169052" x="1733550" y="3886200"/>
          <p14:tracePt t="169099" x="1727200" y="3886200"/>
          <p14:tracePt t="169286" x="1727200" y="3892550"/>
          <p14:tracePt t="169365" x="1727200" y="3898900"/>
          <p14:tracePt t="169401" x="1714500" y="3905250"/>
          <p14:tracePt t="169434" x="1689100" y="3911600"/>
          <p14:tracePt t="169481" x="1625600" y="3911600"/>
          <p14:tracePt t="169500" x="1587500" y="3911600"/>
          <p14:tracePt t="169531" x="1562100" y="3911600"/>
          <p14:tracePt t="169565" x="1543050" y="3911600"/>
          <p14:tracePt t="169833" x="1549400" y="3911600"/>
          <p14:tracePt t="169865" x="1555750" y="3911600"/>
          <p14:tracePt t="169896" x="1562100" y="3911600"/>
          <p14:tracePt t="169918" x="1568450" y="3911600"/>
          <p14:tracePt t="169980" x="1587500" y="3911600"/>
          <p14:tracePt t="170030" x="1600200" y="3911600"/>
          <p14:tracePt t="170063" x="1606550" y="3911600"/>
          <p14:tracePt t="170096" x="1619250" y="3905250"/>
          <p14:tracePt t="170118" x="1631950" y="3905250"/>
          <p14:tracePt t="170163" x="1663700" y="3898900"/>
          <p14:tracePt t="170196" x="1746250" y="3898900"/>
          <p14:tracePt t="170229" x="1835150" y="3892550"/>
          <p14:tracePt t="170247" x="1873250" y="3886200"/>
          <p14:tracePt t="170279" x="1987550" y="3879850"/>
          <p14:tracePt t="170312" x="2057400" y="3879850"/>
          <p14:tracePt t="170345" x="2082800" y="3879850"/>
          <p14:tracePt t="170378" x="2101850" y="3879850"/>
          <p14:tracePt t="170445" x="2089150" y="3879850"/>
          <p14:tracePt t="170478" x="2057400" y="3879850"/>
          <p14:tracePt t="170511" x="2038350" y="3879850"/>
          <p14:tracePt t="170544" x="1987550" y="3892550"/>
          <p14:tracePt t="170564" x="1943100" y="3892550"/>
          <p14:tracePt t="170596" x="1873250" y="3886200"/>
          <p14:tracePt t="170627" x="1828800" y="3879850"/>
          <p14:tracePt t="170661" x="1809750" y="3879850"/>
          <p14:tracePt t="170777" x="1822450" y="3879850"/>
          <p14:tracePt t="170810" x="1841500" y="3879850"/>
          <p14:tracePt t="170844" x="1911350" y="3867150"/>
          <p14:tracePt t="170877" x="2019300" y="3873500"/>
          <p14:tracePt t="170910" x="2203450" y="3879850"/>
          <p14:tracePt t="170943" x="2514600" y="3917950"/>
          <p14:tracePt t="170976" x="2749550" y="3949700"/>
          <p14:tracePt t="171010" x="3092450" y="3981450"/>
          <p14:tracePt t="171043" x="3346450" y="3981450"/>
          <p14:tracePt t="171062" x="3492500" y="3975100"/>
          <p14:tracePt t="171093" x="3594100" y="3975100"/>
          <p14:tracePt t="171126" x="3708400" y="3975100"/>
          <p14:tracePt t="171192" x="3619500" y="3968750"/>
          <p14:tracePt t="171226" x="3530600" y="3968750"/>
          <p14:tracePt t="171259" x="3289300" y="3968750"/>
          <p14:tracePt t="171293" x="2870200" y="3968750"/>
          <p14:tracePt t="171325" x="2705100" y="3968750"/>
          <p14:tracePt t="171358" x="2647950" y="3968750"/>
          <p14:tracePt t="171392" x="2667000" y="3949700"/>
          <p14:tracePt t="171425" x="2730500" y="3937000"/>
          <p14:tracePt t="171458" x="2863850" y="3930650"/>
          <p14:tracePt t="171491" x="3181350" y="3911600"/>
          <p14:tracePt t="171524" x="3778250" y="3886200"/>
          <p14:tracePt t="171558" x="4095750" y="3867150"/>
          <p14:tracePt t="171593" x="4210050" y="3848100"/>
          <p14:tracePt t="171641" x="4197350" y="3841750"/>
          <p14:tracePt t="171674" x="4102100" y="3854450"/>
          <p14:tracePt t="171707" x="3905250" y="3886200"/>
          <p14:tracePt t="171741" x="3575050" y="3917950"/>
          <p14:tracePt t="171774" x="3479800" y="3937000"/>
          <p14:tracePt t="171807" x="3448050" y="3943350"/>
          <p14:tracePt t="171840" x="3505200" y="3924300"/>
          <p14:tracePt t="171874" x="3727450" y="3905250"/>
          <p14:tracePt t="171892" x="3867150" y="3911600"/>
          <p14:tracePt t="171923" x="4648200" y="3962400"/>
          <p14:tracePt t="171959" x="5003800" y="3956050"/>
          <p14:tracePt t="171992" x="5111750" y="3943350"/>
          <p14:tracePt t="172023" x="5124450" y="3943350"/>
          <p14:tracePt t="172073" x="5105400" y="3943350"/>
          <p14:tracePt t="172158" x="5105400" y="3937000"/>
          <p14:tracePt t="172222" x="5086350" y="3937000"/>
          <p14:tracePt t="172243" x="5060950" y="3937000"/>
          <p14:tracePt t="172274" x="4870450" y="3924300"/>
          <p14:tracePt t="172291" x="4781550" y="3917950"/>
          <p14:tracePt t="172322" x="4413250" y="3886200"/>
          <p14:tracePt t="172372" x="3721100" y="3829050"/>
          <p14:tracePt t="172390" x="3498850" y="3797300"/>
          <p14:tracePt t="172422" x="3270250" y="3790950"/>
          <p14:tracePt t="172471" x="3067050" y="3778250"/>
          <p14:tracePt t="172507" x="2997200" y="3778250"/>
          <p14:tracePt t="172540" x="2965450" y="3778250"/>
          <p14:tracePt t="172574" x="2940050" y="3778250"/>
          <p14:tracePt t="172606" x="2927350" y="3778250"/>
          <p14:tracePt t="172687" x="2940050" y="3771900"/>
          <p14:tracePt t="172705" x="2959100" y="3765550"/>
          <p14:tracePt t="172737" x="3016250" y="3759200"/>
          <p14:tracePt t="172759" x="3225800" y="3740150"/>
          <p14:tracePt t="172775" x="3340100" y="3727450"/>
          <p14:tracePt t="172808" x="3905250" y="3708400"/>
          <p14:tracePt t="172825" x="4070350" y="3695700"/>
          <p14:tracePt t="172870" x="4641850" y="3683000"/>
          <p14:tracePt t="172891" x="4781550" y="3683000"/>
          <p14:tracePt t="172922" x="4902200" y="3676650"/>
          <p14:tracePt t="172953" x="4940300" y="3676650"/>
          <p14:tracePt t="172986" x="4959350" y="3676650"/>
          <p14:tracePt t="173086" x="4946650" y="3676650"/>
          <p14:tracePt t="173107" x="4933950" y="3676650"/>
          <p14:tracePt t="175264" x="4914900" y="3683000"/>
          <p14:tracePt t="175297" x="4870450" y="3689350"/>
          <p14:tracePt t="175328" x="4845050" y="3689350"/>
          <p14:tracePt t="175364" x="4781550" y="3702050"/>
          <p14:tracePt t="175397" x="4756150" y="3708400"/>
          <p14:tracePt t="175428" x="4667250" y="3727450"/>
          <p14:tracePt t="175449" x="4597400" y="3746500"/>
          <p14:tracePt t="175479" x="4483100" y="3778250"/>
          <p14:tracePt t="175511" x="4368800" y="3810000"/>
          <p14:tracePt t="175544" x="4235450" y="3835400"/>
          <p14:tracePt t="175580" x="3956050" y="3892550"/>
          <p14:tracePt t="175600" x="3822700" y="3924300"/>
          <p14:tracePt t="175629" x="3702050" y="3943350"/>
          <p14:tracePt t="175648" x="3530600" y="3987800"/>
          <p14:tracePt t="175682" x="3365500" y="4013200"/>
          <p14:tracePt t="175712" x="3257550" y="4032250"/>
          <p14:tracePt t="175743" x="3194050" y="4032250"/>
          <p14:tracePt t="175793" x="3117850" y="4044950"/>
          <p14:tracePt t="175829" x="3041650" y="4051300"/>
          <p14:tracePt t="175876" x="2914650" y="4064000"/>
          <p14:tracePt t="175911" x="2825750" y="4064000"/>
          <p14:tracePt t="175943" x="2673350" y="4038600"/>
          <p14:tracePt t="175976" x="2584450" y="4019550"/>
          <p14:tracePt t="175997" x="2495550" y="3994150"/>
          <p14:tracePt t="176027" x="2425700" y="3981450"/>
          <p14:tracePt t="176075" x="2228850" y="3930650"/>
          <p14:tracePt t="176097" x="2184400" y="3917950"/>
          <p14:tracePt t="176130" x="2089150" y="3879850"/>
          <p14:tracePt t="176160" x="2025650" y="3854450"/>
          <p14:tracePt t="176192" x="1981200" y="3841750"/>
          <p14:tracePt t="176213" x="1943100" y="3822700"/>
          <p14:tracePt t="176246" x="1905000" y="3816350"/>
          <p14:tracePt t="176291" x="1797050" y="3810000"/>
          <p14:tracePt t="176313" x="1746250" y="3810000"/>
          <p14:tracePt t="176346" x="1676400" y="3810000"/>
          <p14:tracePt t="176376" x="1612900" y="3810000"/>
          <p14:tracePt t="176408" x="1555750" y="3810000"/>
          <p14:tracePt t="176429" x="1517650" y="3803650"/>
          <p14:tracePt t="176474" x="1460500" y="3778250"/>
          <p14:tracePt t="176773" x="1282700" y="3778250"/>
          <p14:tracePt t="176807" x="1123950" y="3778250"/>
          <p14:tracePt t="176840" x="990600" y="3778250"/>
          <p14:tracePt t="176873" x="946150" y="3778250"/>
          <p14:tracePt t="176906" x="889000" y="3784600"/>
          <p14:tracePt t="176939" x="882650" y="3784600"/>
          <p14:tracePt t="177005" x="901700" y="3784600"/>
          <p14:tracePt t="177039" x="914400" y="3778250"/>
          <p14:tracePt t="177072" x="965200" y="3778250"/>
          <p14:tracePt t="177105" x="1016000" y="3771900"/>
          <p14:tracePt t="177138" x="1181100" y="3765550"/>
          <p14:tracePt t="177172" x="1377950" y="3746500"/>
          <p14:tracePt t="177205" x="1555750" y="3714750"/>
          <p14:tracePt t="177238" x="1625600" y="3714750"/>
          <p14:tracePt t="177271" x="1670050" y="3714750"/>
          <p14:tracePt t="177304" x="1765300" y="3721100"/>
          <p14:tracePt t="177338" x="1911350" y="3708400"/>
          <p14:tracePt t="177371" x="2108200" y="3702050"/>
          <p14:tracePt t="177404" x="2324100" y="3689350"/>
          <p14:tracePt t="177437" x="2508250" y="3683000"/>
          <p14:tracePt t="177471" x="2717800" y="3670300"/>
          <p14:tracePt t="177490" x="2743200" y="3670300"/>
          <p14:tracePt t="177520" x="2844800" y="3683000"/>
          <p14:tracePt t="177554" x="2978150" y="3708400"/>
          <p14:tracePt t="177587" x="3302000" y="3727450"/>
          <p14:tracePt t="177620" x="3517900" y="3733800"/>
          <p14:tracePt t="177655" x="3740150" y="3752850"/>
          <p14:tracePt t="177687" x="3829050" y="3752850"/>
          <p14:tracePt t="177720" x="3873500" y="3740150"/>
          <p14:tracePt t="177753" x="3917950" y="3733800"/>
          <p14:tracePt t="177786" x="3956050" y="3733800"/>
          <p14:tracePt t="177820" x="4064000" y="3733800"/>
          <p14:tracePt t="177852" x="4229100" y="3733800"/>
          <p14:tracePt t="177886" x="4527550" y="3733800"/>
          <p14:tracePt t="177904" x="4603750" y="3733800"/>
          <p14:tracePt t="177936" x="4819650" y="3721100"/>
          <p14:tracePt t="177969" x="4908550" y="3714750"/>
          <p14:tracePt t="178002" x="4946650" y="3708400"/>
          <p14:tracePt t="178035" x="4972050" y="3708400"/>
          <p14:tracePt t="178071" x="4984750" y="3708400"/>
          <p14:tracePt t="178171" x="4972050" y="3708400"/>
          <p14:tracePt t="178203" x="4959350" y="3702050"/>
          <p14:tracePt t="178271" x="4946650" y="3695700"/>
          <p14:tracePt t="178318" x="4933950" y="3695700"/>
          <p14:tracePt t="178351" x="4927600" y="3695700"/>
          <p14:tracePt t="178387" x="4921250" y="3695700"/>
          <p14:tracePt t="178434" x="4895850" y="3695700"/>
          <p14:tracePt t="178470" x="4775200" y="3695700"/>
          <p14:tracePt t="178502" x="4508500" y="3714750"/>
          <p14:tracePt t="178534" x="4076700" y="3746500"/>
          <p14:tracePt t="178555" x="3714750" y="3797300"/>
          <p14:tracePt t="178585" x="3257550" y="3854450"/>
          <p14:tracePt t="178617" x="2819400" y="3962400"/>
          <p14:tracePt t="178635" x="2749550" y="3987800"/>
          <p14:tracePt t="178653" x="2654300" y="4013200"/>
          <p14:tracePt t="178688" x="2584450" y="4032250"/>
          <p14:tracePt t="178718" x="2584450" y="4038600"/>
          <p14:tracePt t="178749" x="2571750" y="4044950"/>
          <p14:tracePt t="178866" x="2565400" y="4044950"/>
          <p14:tracePt t="178999" x="2571750" y="4038600"/>
          <p14:tracePt t="179035" x="2578100" y="4025900"/>
          <p14:tracePt t="179067" x="2584450" y="4013200"/>
          <p14:tracePt t="179098" x="2590800" y="4000500"/>
          <p14:tracePt t="179120" x="2590800" y="3994150"/>
          <p14:tracePt t="179150" x="2590800" y="3975100"/>
          <p14:tracePt t="179182" x="2546350" y="3917950"/>
          <p14:tracePt t="179203" x="2501900" y="3886200"/>
          <p14:tracePt t="179236" x="2381250" y="3816350"/>
          <p14:tracePt t="179266" x="2216150" y="3771900"/>
          <p14:tracePt t="179297" x="2057400" y="3746500"/>
          <p14:tracePt t="179319" x="1936750" y="3740150"/>
          <p14:tracePt t="179336" x="1911350" y="3740150"/>
          <p14:tracePt t="179380" x="1841500" y="3740150"/>
          <p14:tracePt t="179414" x="1822450" y="3740150"/>
          <p14:tracePt t="179547" x="1828800" y="3740150"/>
          <p14:tracePt t="179580" x="1841500" y="3740150"/>
          <p14:tracePt t="179630" x="1854200" y="3740150"/>
          <p14:tracePt t="179652" x="1860550" y="3740150"/>
          <p14:tracePt t="179713" x="1873250" y="3740150"/>
          <p14:tracePt t="179746" x="1885950" y="3740150"/>
          <p14:tracePt t="179796" x="1898650" y="3740150"/>
          <p14:tracePt t="179829" x="1905000" y="3740150"/>
          <p14:tracePt t="179862" x="1936750" y="3752850"/>
          <p14:tracePt t="179896" x="2032000" y="3803650"/>
          <p14:tracePt t="179914" x="2101850" y="3841750"/>
          <p14:tracePt t="179945" x="2470150" y="4019550"/>
          <p14:tracePt t="179979" x="2762250" y="4133850"/>
          <p14:tracePt t="180012" x="2946400" y="4171950"/>
          <p14:tracePt t="180045" x="3022600" y="4178300"/>
          <p14:tracePt t="180078" x="3028950" y="4178300"/>
          <p14:tracePt t="180161" x="3028950" y="4171950"/>
          <p14:tracePt t="180261" x="3028950" y="4165600"/>
          <p14:tracePt t="180327" x="3041650" y="4165600"/>
          <p14:tracePt t="180377" x="3060700" y="4159250"/>
          <p14:tracePt t="180410" x="3111500" y="4159250"/>
          <p14:tracePt t="180444" x="3352800" y="4159250"/>
          <p14:tracePt t="180477" x="3543300" y="4152900"/>
          <p14:tracePt t="180510" x="4038600" y="4140200"/>
          <p14:tracePt t="180543" x="4419600" y="4121150"/>
          <p14:tracePt t="180577" x="4737100" y="4095750"/>
          <p14:tracePt t="180610" x="4997450" y="4070350"/>
          <p14:tracePt t="180643" x="5111750" y="4044950"/>
          <p14:tracePt t="180676" x="5200650" y="4044950"/>
          <p14:tracePt t="180711" x="5276850" y="4044950"/>
          <p14:tracePt t="180743" x="5359400" y="4038600"/>
          <p14:tracePt t="180776" x="5461000" y="4038600"/>
          <p14:tracePt t="180809" x="5549900" y="4038600"/>
          <p14:tracePt t="180827" x="5588000" y="4038600"/>
          <p14:tracePt t="180859" x="5759450" y="4057650"/>
          <p14:tracePt t="180892" x="5905500" y="4064000"/>
          <p14:tracePt t="180925" x="6019800" y="4089400"/>
          <p14:tracePt t="180958" x="6127750" y="4108450"/>
          <p14:tracePt t="180992" x="6273800" y="4121150"/>
          <p14:tracePt t="181025" x="6419850" y="4140200"/>
          <p14:tracePt t="181058" x="6489700" y="4146550"/>
          <p14:tracePt t="181092" x="6502400" y="4146550"/>
          <p14:tracePt t="181158" x="6489700" y="4133850"/>
          <p14:tracePt t="181191" x="6470650" y="4127500"/>
          <p14:tracePt t="186140" x="6318250" y="4102100"/>
          <p14:tracePt t="186156" x="6242050" y="4095750"/>
          <p14:tracePt t="186195" x="5829300" y="4000500"/>
          <p14:tracePt t="186225" x="5511800" y="3956050"/>
          <p14:tracePt t="186239" x="5289550" y="3911600"/>
          <p14:tracePt t="186274" x="4692650" y="3822700"/>
          <p14:tracePt t="186323" x="4121150" y="3752850"/>
          <p14:tracePt t="186356" x="3867150" y="3740150"/>
          <p14:tracePt t="186373" x="3816350" y="3740150"/>
          <p14:tracePt t="186422" x="3657600" y="3721100"/>
          <p14:tracePt t="186456" x="3524250" y="3683000"/>
          <p14:tracePt t="186471" x="3422650" y="3657600"/>
          <p14:tracePt t="186506" x="3263900" y="3632200"/>
          <p14:tracePt t="186539" x="3067050" y="3613150"/>
          <p14:tracePt t="186572" x="2933700" y="3606800"/>
          <p14:tracePt t="186606" x="2863850" y="3606800"/>
          <p14:tracePt t="186639" x="2832100" y="3606800"/>
          <p14:tracePt t="186672" x="2825750" y="3606800"/>
          <p14:tracePt t="186871" x="2832100" y="3606800"/>
          <p14:tracePt t="187036" x="2838450" y="3613150"/>
          <p14:tracePt t="187069" x="2844800" y="3613150"/>
          <p14:tracePt t="187503" x="2806700" y="3752850"/>
          <p14:tracePt t="187536" x="2730500" y="3930650"/>
          <p14:tracePt t="187569" x="2647950" y="4102100"/>
          <p14:tracePt t="187587" x="2603500" y="4191000"/>
          <p14:tracePt t="187619" x="2540000" y="4286250"/>
          <p14:tracePt t="187652" x="2495550" y="4343400"/>
          <p14:tracePt t="187702" x="2482850" y="4362450"/>
          <p14:tracePt t="187769" x="2476500" y="4368800"/>
          <p14:tracePt t="187835" x="2476500" y="4375150"/>
          <p14:tracePt t="187871" x="2476500" y="4381500"/>
          <p14:tracePt t="187951" x="2489200" y="4381500"/>
          <p14:tracePt t="187987" x="2508250" y="4381500"/>
          <p14:tracePt t="188019" x="2527300" y="4381500"/>
          <p14:tracePt t="188051" x="2647950" y="4394200"/>
          <p14:tracePt t="188072" x="2762250" y="4394200"/>
          <p14:tracePt t="188103" x="3016250" y="4400550"/>
          <p14:tracePt t="188133" x="3200400" y="4413250"/>
          <p14:tracePt t="188167" x="3454400" y="4406900"/>
          <p14:tracePt t="188203" x="3543300" y="4400550"/>
          <p14:tracePt t="188235" x="3600450" y="4400550"/>
          <p14:tracePt t="188267" x="3638550" y="4400550"/>
          <p14:tracePt t="188290" x="3657600" y="4400550"/>
          <p14:tracePt t="188318" x="3702050" y="4400550"/>
          <p14:tracePt t="188350" x="3797300" y="4400550"/>
          <p14:tracePt t="188371" x="3867150" y="4406900"/>
          <p14:tracePt t="188404" x="4057650" y="4425950"/>
          <p14:tracePt t="188434" x="4184650" y="4425950"/>
          <p14:tracePt t="188466" x="4470400" y="4457700"/>
          <p14:tracePt t="188516" x="4667250" y="4457700"/>
          <p14:tracePt t="188552" x="4718050" y="4457700"/>
          <p14:tracePt t="188584" x="4749800" y="4457700"/>
          <p14:tracePt t="188618" x="4762500" y="4457700"/>
          <p14:tracePt t="188651" x="4781550" y="4457700"/>
          <p14:tracePt t="188698" x="4813300" y="4451350"/>
          <p14:tracePt t="188720" x="4838700" y="4451350"/>
          <p14:tracePt t="188750" x="4889500" y="4445000"/>
          <p14:tracePt t="188782" x="4972050" y="4445000"/>
          <p14:tracePt t="188801" x="5029200" y="4438650"/>
          <p14:tracePt t="188848" x="5156200" y="4413250"/>
          <p14:tracePt t="188898" x="5219700" y="4400550"/>
          <p14:tracePt t="188919" x="5238750" y="4400550"/>
          <p14:tracePt t="188953" x="5257800" y="4406900"/>
          <p14:tracePt t="188997" x="5308600" y="4413250"/>
          <p14:tracePt t="189031" x="5384800" y="4413250"/>
          <p14:tracePt t="189052" x="5429250" y="4413250"/>
          <p14:tracePt t="189082" x="5530850" y="4406900"/>
          <p14:tracePt t="189114" x="5626100" y="4394200"/>
          <p14:tracePt t="189147" x="5753100" y="4387850"/>
          <p14:tracePt t="189168" x="5797550" y="4387850"/>
          <p14:tracePt t="189213" x="5880100" y="4381500"/>
          <p14:tracePt t="189246" x="5962650" y="4375150"/>
          <p14:tracePt t="189268" x="5988050" y="4368800"/>
          <p14:tracePt t="189298" x="6013450" y="4368800"/>
          <p14:tracePt t="189316" x="6051550" y="4362450"/>
          <p14:tracePt t="189348" x="6076950" y="4362450"/>
          <p14:tracePt t="189379" x="6115050" y="4362450"/>
          <p14:tracePt t="189412" x="6140450" y="4368800"/>
          <p14:tracePt t="189446" x="6159500" y="4368800"/>
          <p14:tracePt t="189545" x="6165850" y="4368800"/>
          <p14:tracePt t="193548" x="6089650" y="4445000"/>
          <p14:tracePt t="193582" x="5924550" y="4559300"/>
          <p14:tracePt t="193600" x="5778500" y="4660900"/>
          <p14:tracePt t="193631" x="5492750" y="4870450"/>
          <p14:tracePt t="193664" x="5232400" y="5060950"/>
          <p14:tracePt t="193698" x="4978400" y="5181600"/>
          <p14:tracePt t="193731" x="4724400" y="5295900"/>
          <p14:tracePt t="193764" x="4603750" y="5403850"/>
          <p14:tracePt t="193797" x="4489450" y="5480050"/>
          <p14:tracePt t="193831" x="4337050" y="5568950"/>
          <p14:tracePt t="193864" x="4254500" y="5600700"/>
          <p14:tracePt t="193897" x="4197350" y="5632450"/>
          <p14:tracePt t="193930" x="4127500" y="5657850"/>
          <p14:tracePt t="193964" x="4006850" y="5695950"/>
          <p14:tracePt t="193997" x="3898900" y="5715000"/>
          <p14:tracePt t="194030" x="3740150" y="5715000"/>
          <p14:tracePt t="194063" x="3530600" y="5702300"/>
          <p14:tracePt t="194096" x="3416300" y="5695950"/>
          <p14:tracePt t="194130" x="3321050" y="5695950"/>
          <p14:tracePt t="194163" x="3244850" y="5695950"/>
          <p14:tracePt t="194199" x="3155950" y="5695950"/>
          <p14:tracePt t="194231" x="3060700" y="5702300"/>
          <p14:tracePt t="194263" x="2971800" y="5708650"/>
          <p14:tracePt t="194281" x="2914650" y="5708650"/>
          <p14:tracePt t="194313" x="2857500" y="5715000"/>
          <p14:tracePt t="194645" x="2762250" y="5772150"/>
          <p14:tracePt t="194678" x="2673350" y="5842000"/>
          <p14:tracePt t="194714" x="2628900" y="5873750"/>
          <p14:tracePt t="194746" x="2616200" y="5880100"/>
          <p14:tracePt t="194830" x="2616200" y="5886450"/>
          <p14:tracePt t="194862" x="2609850" y="5899150"/>
          <p14:tracePt t="194882" x="2609850" y="5905500"/>
          <p14:tracePt t="194930" x="2609850" y="5911850"/>
          <p14:tracePt t="195193" x="2622550" y="5911850"/>
          <p14:tracePt t="195214" x="2660650" y="5905500"/>
          <p14:tracePt t="195247" x="2743200" y="5899150"/>
          <p14:tracePt t="195278" x="2870200" y="5899150"/>
          <p14:tracePt t="195326" x="3206750" y="5899150"/>
          <p14:tracePt t="195360" x="3435350" y="5899150"/>
          <p14:tracePt t="195392" x="3676650" y="5911850"/>
          <p14:tracePt t="195425" x="3898900" y="5918200"/>
          <p14:tracePt t="195447" x="4076700" y="5918200"/>
          <p14:tracePt t="195477" x="4171950" y="5918200"/>
          <p14:tracePt t="195525" x="4305300" y="5899150"/>
          <p14:tracePt t="195546" x="4343400" y="5899150"/>
          <p14:tracePt t="195579" x="4375150" y="5899150"/>
          <p14:tracePt t="195610" x="4387850" y="5899150"/>
          <p14:tracePt t="195641" x="4394200" y="5899150"/>
          <p14:tracePt t="195663" x="4400550" y="5899150"/>
          <p14:tracePt t="195707" x="4413250" y="5905500"/>
          <p14:tracePt t="195741" x="4419600" y="5911850"/>
          <p14:tracePt t="195762" x="4425950" y="5911850"/>
          <p14:tracePt t="195807" x="4425950" y="5924550"/>
          <p14:tracePt t="195840" x="4406900" y="5937250"/>
          <p14:tracePt t="195874" x="4381500" y="5943600"/>
          <p14:tracePt t="195907" x="4292600" y="6038850"/>
          <p14:tracePt t="195940" x="4197350" y="6165850"/>
          <p14:tracePt t="195973" x="4095750" y="6299200"/>
          <p14:tracePt t="196006" x="4025900" y="6407150"/>
          <p14:tracePt t="196040" x="4000500" y="6426200"/>
          <p14:tracePt t="196172" x="4000500" y="6419850"/>
          <p14:tracePt t="196206" x="4000500" y="6413500"/>
          <p14:tracePt t="196255" x="4013200" y="6407150"/>
          <p14:tracePt t="196289" x="4025900" y="6394450"/>
          <p14:tracePt t="196322" x="4044950" y="6388100"/>
          <p14:tracePt t="196342" x="4064000" y="6381750"/>
          <p14:tracePt t="196357" x="4089400" y="6375400"/>
          <p14:tracePt t="196388" x="4133850" y="6369050"/>
          <p14:tracePt t="196422" x="4254500" y="6369050"/>
          <p14:tracePt t="196455" x="4387850" y="6362700"/>
          <p14:tracePt t="196488" x="4521200" y="6362700"/>
          <p14:tracePt t="196521" x="4648200" y="6369050"/>
          <p14:tracePt t="196555" x="4724400" y="6375400"/>
          <p14:tracePt t="196588" x="4806950" y="6375400"/>
          <p14:tracePt t="196621" x="4864100" y="6375400"/>
          <p14:tracePt t="196654" x="4978400" y="6375400"/>
          <p14:tracePt t="196687" x="5067300" y="6375400"/>
          <p14:tracePt t="196721" x="5162550" y="6388100"/>
          <p14:tracePt t="196739" x="5181600" y="6388100"/>
          <p14:tracePt t="196771" x="5213350" y="6388100"/>
          <p14:tracePt t="196804" x="5219700" y="6388100"/>
          <p14:tracePt t="196837" x="5207000" y="6388100"/>
          <p14:tracePt t="196870" x="5194300" y="6388100"/>
          <p14:tracePt t="196904" x="5181600" y="6388100"/>
          <p14:tracePt t="196953" x="5162550" y="6388100"/>
          <p14:tracePt t="196986" x="5137150" y="6388100"/>
          <p14:tracePt t="197020" x="5016500" y="6394450"/>
          <p14:tracePt t="197053" x="4648200" y="6375400"/>
          <p14:tracePt t="197086" x="4254500" y="6369050"/>
          <p14:tracePt t="197119" x="3917950" y="6356350"/>
          <p14:tracePt t="197153" x="3619500" y="6356350"/>
          <p14:tracePt t="197186" x="3536950" y="6356350"/>
          <p14:tracePt t="197219" x="3511550" y="6356350"/>
          <p14:tracePt t="197253" x="3505200" y="6356350"/>
          <p14:tracePt t="197285" x="3498850" y="6356350"/>
          <p14:tracePt t="197336" x="3486150" y="6356350"/>
          <p14:tracePt t="197370" x="3454400" y="6356350"/>
          <p14:tracePt t="197402" x="3384550" y="6350000"/>
          <p14:tracePt t="197435" x="3200400" y="6324600"/>
          <p14:tracePt t="197469" x="3067050" y="6305550"/>
          <p14:tracePt t="197505" x="2997200" y="6305550"/>
          <p14:tracePt t="197537" x="2984500" y="6299200"/>
          <p14:tracePt t="197603" x="2978150" y="6299200"/>
          <p14:tracePt t="197651" x="2965450" y="6292850"/>
          <p14:tracePt t="197684" x="2952750" y="6280150"/>
          <p14:tracePt t="197734" x="2927350" y="6273800"/>
          <p14:tracePt t="197767" x="2914650" y="6267450"/>
          <p14:tracePt t="197803" x="2901950" y="6261100"/>
          <p14:tracePt t="197837" x="2895600" y="6261100"/>
          <p14:tracePt t="197886" x="2895600" y="6267450"/>
          <p14:tracePt t="197919" x="2921000" y="6273800"/>
          <p14:tracePt t="197950" x="3022600" y="6280150"/>
          <p14:tracePt t="197983" x="3225800" y="6292850"/>
          <p14:tracePt t="198020" x="3619500" y="6299200"/>
          <p14:tracePt t="198052" x="3841750" y="6273800"/>
          <p14:tracePt t="198084" x="3949700" y="6254750"/>
          <p14:tracePt t="198120" x="3975100" y="6248400"/>
          <p14:tracePt t="198215" x="3943350" y="6248400"/>
          <p14:tracePt t="198234" x="3924300" y="6254750"/>
          <p14:tracePt t="198266" x="3892550" y="6261100"/>
          <p14:tracePt t="198298" x="3765550" y="6273800"/>
          <p14:tracePt t="198321" x="3638550" y="6286500"/>
          <p14:tracePt t="198339" x="3511550" y="6286500"/>
          <p14:tracePt t="198367" x="3378200" y="6286500"/>
          <p14:tracePt t="198415" x="3314700" y="6292850"/>
          <p14:tracePt t="198451" x="3308350" y="6292850"/>
          <p14:tracePt t="198714" x="3321050" y="6292850"/>
          <p14:tracePt t="198735" x="3327400" y="6292850"/>
          <p14:tracePt t="198769" x="3333750" y="6292850"/>
          <p14:tracePt t="198847" x="3308350" y="6299200"/>
          <p14:tracePt t="198866" x="3232150" y="6305550"/>
          <p14:tracePt t="198913" x="2768600" y="6343650"/>
          <p14:tracePt t="198946" x="2546350" y="6375400"/>
          <p14:tracePt t="198968" x="2476500" y="6381750"/>
          <p14:tracePt t="198998" x="2438400" y="6381750"/>
          <p14:tracePt t="199046" x="2463800" y="6369050"/>
          <p14:tracePt t="199064" x="2482850" y="6369050"/>
          <p14:tracePt t="199084" x="2501900" y="6362700"/>
          <p14:tracePt t="199129" x="2565400" y="6343650"/>
          <p14:tracePt t="199162" x="2705100" y="6324600"/>
          <p14:tracePt t="199184" x="2813050" y="6318250"/>
          <p14:tracePt t="199229" x="3098800" y="6280150"/>
          <p14:tracePt t="199247" x="3143250" y="6273800"/>
          <p14:tracePt t="199279" x="3251200" y="6261100"/>
          <p14:tracePt t="199312" x="3276600" y="6261100"/>
          <p14:tracePt t="199345" x="3282950" y="6267450"/>
          <p14:tracePt t="199365" x="3276600" y="6273800"/>
          <p14:tracePt t="199412" x="3251200" y="6286500"/>
          <p14:tracePt t="199430" x="3238500" y="6286500"/>
          <p14:tracePt t="199461" x="3225800" y="6286500"/>
          <p14:tracePt t="199495" x="3213100" y="6286500"/>
          <p14:tracePt t="199527" x="3213100" y="6292850"/>
          <p14:tracePt t="199561" x="3200400" y="6292850"/>
          <p14:tracePt t="199611" x="3168650" y="6292850"/>
          <p14:tracePt t="199644" x="3111500" y="6292850"/>
          <p14:tracePt t="199677" x="2959100" y="6292850"/>
          <p14:tracePt t="199710" x="2787650" y="6292850"/>
          <p14:tracePt t="199744" x="2660650" y="6292850"/>
          <p14:tracePt t="199777" x="2635250" y="6286500"/>
          <p14:tracePt t="199810" x="2628900" y="6280150"/>
          <p14:tracePt t="199943" x="2641600" y="6273800"/>
          <p14:tracePt t="199976" x="2647950" y="6273800"/>
          <p14:tracePt t="200010" x="2654300" y="6267450"/>
          <p14:tracePt t="200059" x="2654300" y="6261100"/>
          <p14:tracePt t="200092" x="2654300" y="6248400"/>
          <p14:tracePt t="200126" x="2635250" y="6184900"/>
          <p14:tracePt t="200159" x="2527300" y="6045200"/>
          <p14:tracePt t="200192" x="2286000" y="5759450"/>
          <p14:tracePt t="200225" x="2120900" y="5607050"/>
          <p14:tracePt t="200258" x="1987550" y="5518150"/>
          <p14:tracePt t="200292" x="1879600" y="5454650"/>
          <p14:tracePt t="200325" x="1847850" y="5441950"/>
          <p14:tracePt t="200358" x="1841500" y="5435600"/>
          <p14:tracePt t="200458" x="1835150" y="5435600"/>
          <p14:tracePt t="200591" x="1841500" y="5441950"/>
          <p14:tracePt t="200657" x="1847850" y="5441950"/>
          <p14:tracePt t="200690" x="1854200" y="5448300"/>
          <p14:tracePt t="200724" x="1860550" y="5448300"/>
          <p14:tracePt t="200757" x="1879600" y="5454650"/>
          <p14:tracePt t="200790" x="1885950" y="5461000"/>
          <p14:tracePt t="200824" x="1936750" y="5499100"/>
          <p14:tracePt t="200842" x="1981200" y="5530850"/>
          <p14:tracePt t="200874" x="2292350" y="5727700"/>
          <p14:tracePt t="200892" x="2387600" y="5791200"/>
          <p14:tracePt t="200923" x="2673350" y="5975350"/>
          <p14:tracePt t="200956" x="2927350" y="6134100"/>
          <p14:tracePt t="200989" x="3111500" y="6261100"/>
          <p14:tracePt t="201008" x="3155950" y="6311900"/>
          <p14:tracePt t="201039" x="3206750" y="6381750"/>
          <p14:tracePt t="201072" x="3244850" y="6432550"/>
          <p14:tracePt t="201108" x="3263900" y="6477000"/>
          <p14:tracePt t="201140" x="3263900" y="6483350"/>
          <p14:tracePt t="201225" x="3251200" y="6477000"/>
          <p14:tracePt t="201272" x="3244850" y="6470650"/>
          <p14:tracePt t="201324" x="3238500" y="6464300"/>
          <p14:tracePt t="201357" x="3238500" y="6451600"/>
          <p14:tracePt t="201388" x="3238500" y="6438900"/>
          <p14:tracePt t="201410" x="3238500" y="6432550"/>
          <p14:tracePt t="201455" x="3251200" y="6426200"/>
          <p14:tracePt t="201488" x="3302000" y="6407150"/>
          <p14:tracePt t="201509" x="3409950" y="6388100"/>
          <p14:tracePt t="201539" x="3562350" y="6369050"/>
          <p14:tracePt t="201571" x="3981450" y="6337300"/>
          <p14:tracePt t="201621" x="4425950" y="6337300"/>
          <p14:tracePt t="201656" x="4514850" y="6337300"/>
          <p14:tracePt t="201689" x="4540250" y="6337300"/>
          <p14:tracePt t="201723" x="4533900" y="6324600"/>
          <p14:tracePt t="201755" x="4527550" y="6324600"/>
          <p14:tracePt t="201786" x="4514850" y="6318250"/>
          <p14:tracePt t="201836" x="4508500" y="6318250"/>
          <p14:tracePt t="201919" x="4502150" y="6318250"/>
          <p14:tracePt t="201955" x="4502150" y="6311900"/>
          <p14:tracePt t="202733" x="4476750" y="6299200"/>
          <p14:tracePt t="202766" x="4445000" y="6280150"/>
          <p14:tracePt t="202800" x="4349750" y="6242050"/>
          <p14:tracePt t="202833" x="4178300" y="6165850"/>
          <p14:tracePt t="202866" x="4013200" y="6102350"/>
          <p14:tracePt t="202899" x="3898900" y="6051550"/>
          <p14:tracePt t="202918" x="3854450" y="6045200"/>
          <p14:tracePt t="202949" x="3822700" y="6032500"/>
          <p14:tracePt t="202982" x="3810000" y="6032500"/>
          <p14:tracePt t="203016" x="3803650" y="6032500"/>
          <p14:tracePt t="203065" x="3810000" y="6045200"/>
          <p14:tracePt t="203132" x="3810000" y="6051550"/>
          <p14:tracePt t="203165" x="3816350" y="6057900"/>
          <p14:tracePt t="203198" x="3829050" y="6064250"/>
          <p14:tracePt t="203896" x="4184650" y="6051550"/>
          <p14:tracePt t="203915" x="4311650" y="6051550"/>
          <p14:tracePt t="203946" x="4921250" y="6038850"/>
          <p14:tracePt t="203979" x="5099050" y="6051550"/>
          <p14:tracePt t="204012" x="5283200" y="6064250"/>
          <p14:tracePt t="204045" x="5314950" y="6064250"/>
          <p14:tracePt t="204095" x="5308600" y="6070600"/>
          <p14:tracePt t="204145" x="5302250" y="6070600"/>
          <p14:tracePt t="208281" x="5162550" y="6038850"/>
          <p14:tracePt t="208314" x="4838700" y="5994400"/>
          <p14:tracePt t="208347" x="4622800" y="5981700"/>
          <p14:tracePt t="208381" x="4495800" y="5981700"/>
          <p14:tracePt t="208417" x="4375150" y="5981700"/>
          <p14:tracePt t="208449" x="4279900" y="5975350"/>
          <p14:tracePt t="208480" x="4057650" y="5981700"/>
          <p14:tracePt t="208500" x="3968750" y="5975350"/>
          <p14:tracePt t="208531" x="3632200" y="5943600"/>
          <p14:tracePt t="208563" x="3524250" y="5943600"/>
          <p14:tracePt t="208596" x="3429000" y="5962650"/>
          <p14:tracePt t="208629" x="3365500" y="5975350"/>
          <p14:tracePt t="208663" x="3276600" y="5975350"/>
          <p14:tracePt t="208696" x="3225800" y="5975350"/>
          <p14:tracePt t="208732" x="3168650" y="5975350"/>
          <p14:tracePt t="208764" x="3098800" y="5975350"/>
          <p14:tracePt t="208796" x="3048000" y="5981700"/>
          <p14:tracePt t="208817" x="3022600" y="5988050"/>
          <p14:tracePt t="208847" x="2984500" y="5994400"/>
          <p14:tracePt t="208879" x="2914650" y="6032500"/>
          <p14:tracePt t="208900" x="2844800" y="6045200"/>
          <p14:tracePt t="208931" x="2774950" y="6083300"/>
          <p14:tracePt t="208962" x="2724150" y="6102350"/>
          <p14:tracePt t="208995" x="2711450" y="6121400"/>
          <p14:tracePt t="209017" x="2705100" y="6121400"/>
          <p14:tracePt t="209078" x="2705100" y="6127750"/>
          <p14:tracePt t="209099" x="2698750" y="6134100"/>
          <p14:tracePt t="209133" x="2692400" y="6146800"/>
          <p14:tracePt t="209177" x="2692400" y="6153150"/>
          <p14:tracePt t="209227" x="2679700" y="6153150"/>
          <p14:tracePt t="209280" x="2660650" y="6153150"/>
          <p14:tracePt t="209344" x="2641600" y="6146800"/>
          <p14:tracePt t="209380" x="2635250" y="6140450"/>
          <p14:tracePt t="209412" x="2628900" y="6134100"/>
          <p14:tracePt t="209463" x="2622550" y="6127750"/>
          <p14:tracePt t="209526" x="2616200" y="6115050"/>
          <p14:tracePt t="209578" x="2616200" y="6102350"/>
          <p14:tracePt t="209643" x="2622550" y="6108700"/>
          <p14:tracePt t="209664" x="2635250" y="6115050"/>
          <p14:tracePt t="209697" x="2654300" y="6121400"/>
          <p14:tracePt t="209742" x="2717800" y="6178550"/>
          <p14:tracePt t="209775" x="2838450" y="6267450"/>
          <p14:tracePt t="209797" x="2959100" y="6343650"/>
          <p14:tracePt t="209842" x="3105150" y="6394450"/>
          <p14:tracePt t="209875" x="3168650" y="6400800"/>
          <p14:tracePt t="209896" x="3200400" y="6400800"/>
          <p14:tracePt t="209927" x="3251200" y="6400800"/>
          <p14:tracePt t="209958" x="3276600" y="6400800"/>
          <p14:tracePt t="209980" x="3289300" y="6400800"/>
          <p14:tracePt t="210025" x="3302000" y="6400800"/>
          <p14:tracePt t="210092" x="3308350" y="6400800"/>
          <p14:tracePt t="210240" x="3289300" y="6381750"/>
          <p14:tracePt t="210274" x="3282950" y="6381750"/>
          <p14:tracePt t="210307" x="3276600" y="6362700"/>
          <p14:tracePt t="210340" x="3263900" y="6356350"/>
          <p14:tracePt t="210374" x="3225800" y="6330950"/>
          <p14:tracePt t="210407" x="3187700" y="6299200"/>
          <p14:tracePt t="210440" x="3136900" y="6261100"/>
          <p14:tracePt t="210473" x="3079750" y="6235700"/>
          <p14:tracePt t="210506" x="3016250" y="6210300"/>
          <p14:tracePt t="210539" x="2971800" y="6197600"/>
          <p14:tracePt t="210589" x="2933700" y="6191250"/>
          <p14:tracePt t="210623" x="2908300" y="6184900"/>
          <p14:tracePt t="210656" x="2876550" y="6178550"/>
          <p14:tracePt t="210689" x="2857500" y="6172200"/>
          <p14:tracePt t="210722" x="2844800" y="6165850"/>
          <p14:tracePt t="210805" x="2838450" y="6165850"/>
          <p14:tracePt t="210839" x="2838450" y="6159500"/>
          <p14:tracePt t="210872" x="2844800" y="6146800"/>
          <p14:tracePt t="210905" x="2851150" y="6146800"/>
          <p14:tracePt t="210938" x="2870200" y="6140450"/>
          <p14:tracePt t="210971" x="2889250" y="6140450"/>
          <p14:tracePt t="211005" x="2959100" y="6134100"/>
          <p14:tracePt t="211038" x="3092450" y="6127750"/>
          <p14:tracePt t="211072" x="3352800" y="6108700"/>
          <p14:tracePt t="211089" x="3416300" y="6108700"/>
          <p14:tracePt t="211121" x="3695700" y="6096000"/>
          <p14:tracePt t="211154" x="3854450" y="6089650"/>
          <p14:tracePt t="211187" x="3975100" y="6083300"/>
          <p14:tracePt t="211221" x="4064000" y="6070600"/>
          <p14:tracePt t="211254" x="4108450" y="6064250"/>
          <p14:tracePt t="211272" x="4133850" y="6064250"/>
          <p14:tracePt t="211304" x="4146550" y="6064250"/>
          <p14:tracePt t="211354" x="4159250" y="6070600"/>
          <p14:tracePt t="211437" x="4152900" y="6057900"/>
          <p14:tracePt t="213363" x="4038600" y="6064250"/>
          <p14:tracePt t="213396" x="3530600" y="6064250"/>
          <p14:tracePt t="213430" x="3035300" y="6108700"/>
          <p14:tracePt t="213463" x="2774950" y="6146800"/>
          <p14:tracePt t="213496" x="2654300" y="6172200"/>
          <p14:tracePt t="213529" x="2597150" y="6197600"/>
          <p14:tracePt t="213579" x="2590800" y="6197600"/>
          <p14:tracePt t="213629" x="2590800" y="6203950"/>
          <p14:tracePt t="213679" x="2590800" y="6210300"/>
          <p14:tracePt t="213712" x="2609850" y="6210300"/>
          <p14:tracePt t="213745" x="2622550" y="6203950"/>
          <p14:tracePt t="213778" x="2641600" y="6197600"/>
          <p14:tracePt t="213812" x="2660650" y="6191250"/>
          <p14:tracePt t="213845" x="2673350" y="6191250"/>
          <p14:tracePt t="213878" x="2679700" y="6191250"/>
          <p14:tracePt t="213928" x="2705100" y="6191250"/>
          <p14:tracePt t="213947" x="2717800" y="6191250"/>
          <p14:tracePt t="213978" x="2851150" y="6191250"/>
          <p14:tracePt t="214011" x="2971800" y="6191250"/>
          <p14:tracePt t="214044" x="3187700" y="6191250"/>
          <p14:tracePt t="214077" x="3282950" y="6191250"/>
          <p14:tracePt t="214111" x="3308350" y="6191250"/>
          <p14:tracePt t="214193" x="3302000" y="6191250"/>
          <p14:tracePt t="214293" x="3302000" y="6184900"/>
          <p14:tracePt t="214326" x="3308350" y="6184900"/>
          <p14:tracePt t="214360" x="3321050" y="6184900"/>
          <p14:tracePt t="214393" x="3371850" y="6178550"/>
          <p14:tracePt t="214426" x="3524250" y="6178550"/>
          <p14:tracePt t="214460" x="3790950" y="6178550"/>
          <p14:tracePt t="214493" x="4159250" y="6178550"/>
          <p14:tracePt t="214528" x="4305300" y="6172200"/>
          <p14:tracePt t="214561" x="4356100" y="6172200"/>
          <p14:tracePt t="214578" x="4362450" y="6172200"/>
          <p14:tracePt t="216369" x="4362450" y="6153150"/>
          <p14:tracePt t="216419" x="4362450" y="6140450"/>
          <p14:tracePt t="216453" x="4356100" y="6102350"/>
          <p14:tracePt t="216474" x="4343400" y="6051550"/>
          <p14:tracePt t="216507" x="4260850" y="5854700"/>
          <p14:tracePt t="216537" x="4102100" y="5575300"/>
          <p14:tracePt t="216569" x="3886200" y="5251450"/>
          <p14:tracePt t="216602" x="3536950" y="4826000"/>
          <p14:tracePt t="216622" x="3314700" y="4591050"/>
          <p14:tracePt t="216654" x="2908300" y="4222750"/>
          <p14:tracePt t="216685" x="2546350" y="3930650"/>
          <p14:tracePt t="216718" x="2298700" y="3733800"/>
          <p14:tracePt t="216740" x="2127250" y="3638550"/>
          <p14:tracePt t="216773" x="2032000" y="3581400"/>
          <p14:tracePt t="216803" x="1981200" y="3556000"/>
          <p14:tracePt t="216820" x="1974850" y="3549650"/>
          <p14:tracePt t="216851" x="1968500" y="3549650"/>
          <p14:tracePt t="216884" x="1962150" y="3543300"/>
          <p14:tracePt t="216934" x="1962150" y="3556000"/>
          <p14:tracePt t="216967" x="1962150" y="3568700"/>
          <p14:tracePt t="217017" x="1962150" y="3581400"/>
          <p14:tracePt t="217039" x="1962150" y="3594100"/>
          <p14:tracePt t="217069" x="1968500" y="3606800"/>
          <p14:tracePt t="217100" x="1974850" y="3619500"/>
          <p14:tracePt t="217119" x="1974850" y="3625850"/>
          <p14:tracePt t="217167" x="1981200" y="3644900"/>
          <p14:tracePt t="217200" x="1987550" y="3651250"/>
          <p14:tracePt t="217233" x="2000250" y="3670300"/>
          <p14:tracePt t="217267" x="2019300" y="3695700"/>
          <p14:tracePt t="217288" x="2038350" y="3714750"/>
          <p14:tracePt t="217318" x="2070100" y="3746500"/>
          <p14:tracePt t="217349" x="2108200" y="3765550"/>
          <p14:tracePt t="217383" x="2133600" y="3778250"/>
          <p14:tracePt t="217416" x="2152650" y="3784600"/>
          <p14:tracePt t="217450" x="2165350" y="3790950"/>
          <p14:tracePt t="217482" x="2184400" y="3790950"/>
          <p14:tracePt t="217515" x="2222500" y="3790950"/>
          <p14:tracePt t="217538" x="2260600" y="3790950"/>
          <p14:tracePt t="217570" x="2330450" y="3797300"/>
          <p14:tracePt t="217601" x="2400300" y="3803650"/>
          <p14:tracePt t="217618" x="2425700" y="3810000"/>
          <p14:tracePt t="217650" x="2457450" y="3810000"/>
          <p14:tracePt t="217681" x="2482850" y="3810000"/>
          <p14:tracePt t="217748" x="2514600" y="3810000"/>
          <p14:tracePt t="217781" x="2552700" y="3810000"/>
          <p14:tracePt t="217803" x="2597150" y="3810000"/>
          <p14:tracePt t="217836" x="2755900" y="3816350"/>
          <p14:tracePt t="217852" x="2806700" y="3816350"/>
          <p14:tracePt t="217883" x="2921000" y="3829050"/>
          <p14:tracePt t="217914" x="2990850" y="3841750"/>
          <p14:tracePt t="217947" x="2990850" y="3848100"/>
          <p14:tracePt t="217981" x="2990850" y="3860800"/>
          <p14:tracePt t="218014" x="2990850" y="3867150"/>
          <p14:tracePt t="218050" x="2978150" y="3879850"/>
          <p14:tracePt t="218083" x="2965450" y="3892550"/>
          <p14:tracePt t="218113" x="2959100" y="3898900"/>
          <p14:tracePt t="218135" x="2959100" y="3905250"/>
          <p14:tracePt t="218168" x="2946400" y="3905250"/>
          <p14:tracePt t="218198" x="2940050" y="3905250"/>
          <p14:tracePt t="218246" x="2933700" y="3879850"/>
          <p14:tracePt t="218268" x="2921000" y="3841750"/>
          <p14:tracePt t="218298" x="2901950" y="3746500"/>
          <p14:tracePt t="218329" x="2813050" y="3403600"/>
          <p14:tracePt t="218351" x="2736850" y="3194050"/>
          <p14:tracePt t="218384" x="2616200" y="2901950"/>
          <p14:tracePt t="218400" x="2571750" y="2813050"/>
          <p14:tracePt t="218446" x="2324100" y="2368550"/>
          <p14:tracePt t="218467" x="2254250" y="2228850"/>
          <p14:tracePt t="218500" x="2184400" y="2114550"/>
          <p14:tracePt t="218545" x="2146300" y="2051050"/>
          <p14:tracePt t="218567" x="2114550" y="2025650"/>
          <p14:tracePt t="218600" x="2095500" y="2006600"/>
          <p14:tracePt t="218618" x="2076450" y="1993900"/>
          <p14:tracePt t="218661" x="2070100" y="1981200"/>
          <p14:tracePt t="218683" x="2057400" y="1974850"/>
          <p14:tracePt t="218716" x="2044700" y="1955800"/>
          <p14:tracePt t="218761" x="2025650" y="1924050"/>
          <p14:tracePt t="218795" x="1993900" y="1879600"/>
          <p14:tracePt t="218816" x="1974850" y="1828800"/>
          <p14:tracePt t="218846" x="1924050" y="1708150"/>
          <p14:tracePt t="218877" x="1835150" y="1511300"/>
          <p14:tracePt t="218899" x="1797050" y="1397000"/>
          <p14:tracePt t="218944" x="1758950" y="1270000"/>
          <p14:tracePt t="218977" x="1739900" y="1206500"/>
          <p14:tracePt t="219011" x="1695450" y="1117600"/>
          <p14:tracePt t="219043" x="1676400" y="1079500"/>
          <p14:tracePt t="219077" x="1663700" y="1060450"/>
          <p14:tracePt t="219127" x="1663700" y="1054100"/>
          <p14:tracePt t="219160" x="1638300" y="1054100"/>
          <p14:tracePt t="219193" x="1612900" y="1054100"/>
          <p14:tracePt t="219508" x="1587500" y="1066800"/>
          <p14:tracePt t="219542" x="1543050" y="1098550"/>
          <p14:tracePt t="219575" x="1511300" y="1111250"/>
          <p14:tracePt t="219608" x="1485900" y="1123950"/>
          <p14:tracePt t="219642" x="1466850" y="1123950"/>
          <p14:tracePt t="219676" x="1460500" y="1123950"/>
          <p14:tracePt t="219741" x="1460500" y="1130300"/>
          <p14:tracePt t="219841" x="1460500" y="1136650"/>
          <p14:tracePt t="220256" x="1428750" y="1143000"/>
          <p14:tracePt t="220290" x="1384300" y="1155700"/>
          <p14:tracePt t="220322" x="1327150" y="1168400"/>
          <p14:tracePt t="220356" x="1282700" y="1187450"/>
          <p14:tracePt t="220389" x="1270000" y="1187450"/>
          <p14:tracePt t="220422" x="1263650" y="1193800"/>
          <p14:tracePt t="220455" x="1257300" y="1212850"/>
          <p14:tracePt t="220522" x="1257300" y="1231900"/>
          <p14:tracePt t="220588" x="1250950" y="1250950"/>
          <p14:tracePt t="220638" x="1244600" y="1276350"/>
          <p14:tracePt t="220658" x="1244600" y="1314450"/>
          <p14:tracePt t="220690" x="1231900" y="1390650"/>
          <p14:tracePt t="220721" x="1225550" y="1460500"/>
          <p14:tracePt t="220755" x="1206500" y="1511300"/>
          <p14:tracePt t="220804" x="1206500" y="1517650"/>
          <p14:tracePt t="221103" x="1212850" y="1517650"/>
          <p14:tracePt t="221139" x="1231900" y="1517650"/>
          <p14:tracePt t="221159" x="1244600" y="1517650"/>
          <p14:tracePt t="221188" x="1250950" y="1517650"/>
          <p14:tracePt t="221220" x="1270000" y="1517650"/>
          <p14:tracePt t="221255" x="1289050" y="1517650"/>
          <p14:tracePt t="221303" x="1308100" y="1517650"/>
          <p14:tracePt t="221324" x="1314450" y="1517650"/>
          <p14:tracePt t="221357" x="1320800" y="1517650"/>
          <p14:tracePt t="221387" x="1327150" y="1517650"/>
          <p14:tracePt t="221468" x="1339850" y="1517650"/>
          <p14:tracePt t="221518" x="1346200" y="1517650"/>
          <p14:tracePt t="221540" x="1358900" y="1517650"/>
          <p14:tracePt t="221573" x="1365250" y="1511300"/>
          <p14:tracePt t="221618" x="1377950" y="1511300"/>
          <p14:tracePt t="221651" x="1390650" y="1511300"/>
          <p14:tracePt t="221671" x="1390650" y="1504950"/>
          <p14:tracePt t="221767" x="1390650" y="1498600"/>
          <p14:tracePt t="221789" x="1384300" y="1498600"/>
          <p14:tracePt t="221867" x="1371600" y="1492250"/>
          <p14:tracePt t="221967" x="1358900" y="1492250"/>
          <p14:tracePt t="222020" x="1346200" y="1492250"/>
          <p14:tracePt t="222083" x="1339850" y="1504950"/>
          <p14:tracePt t="222133" x="1327150" y="1530350"/>
          <p14:tracePt t="222166" x="1314450" y="1574800"/>
          <p14:tracePt t="222199" x="1295400" y="1631950"/>
          <p14:tracePt t="222221" x="1289050" y="1670050"/>
          <p14:tracePt t="222252" x="1270000" y="1720850"/>
          <p14:tracePt t="222282" x="1263650" y="1733550"/>
          <p14:tracePt t="222349" x="1263650" y="1746250"/>
          <p14:tracePt t="222415" x="1270000" y="1758950"/>
          <p14:tracePt t="222448" x="1282700" y="1765300"/>
          <p14:tracePt t="222515" x="1301750" y="1771650"/>
          <p14:tracePt t="222548" x="1314450" y="1778000"/>
          <p14:tracePt t="222582" x="1390650" y="1784350"/>
          <p14:tracePt t="222614" x="1460500" y="1803400"/>
          <p14:tracePt t="222648" x="1670050" y="1835150"/>
          <p14:tracePt t="222668" x="1778000" y="1854200"/>
          <p14:tracePt t="222699" x="1885950" y="1860550"/>
          <p14:tracePt t="222731" x="1955800" y="1866900"/>
          <p14:tracePt t="222764" x="1987550" y="1866900"/>
          <p14:tracePt t="222797" x="2000250" y="1866900"/>
          <p14:tracePt t="222847" x="2006600" y="1866900"/>
          <p14:tracePt t="222963" x="2006600" y="1873250"/>
          <p14:tracePt t="223013" x="2012950" y="1873250"/>
          <p14:tracePt t="223113" x="2012950" y="1879600"/>
          <p14:tracePt t="223163" x="2019300" y="1879600"/>
          <p14:tracePt t="223212" x="2032000" y="1879600"/>
          <p14:tracePt t="223246" x="2051050" y="1879600"/>
          <p14:tracePt t="223313" x="2063750" y="1879600"/>
          <p14:tracePt t="223345" x="2076450" y="1879600"/>
          <p14:tracePt t="223378" x="2082800" y="1879600"/>
          <p14:tracePt t="223412" x="2089150" y="1873250"/>
          <p14:tracePt t="223478" x="2108200" y="1873250"/>
          <p14:tracePt t="223561" x="2108200" y="1860550"/>
          <p14:tracePt t="224010" x="2159000" y="1860550"/>
          <p14:tracePt t="224046" x="2235200" y="1860550"/>
          <p14:tracePt t="224078" x="2387600" y="1879600"/>
          <p14:tracePt t="224095" x="2425700" y="1885950"/>
          <p14:tracePt t="224126" x="2520950" y="1892300"/>
          <p14:tracePt t="224162" x="2647950" y="1892300"/>
          <p14:tracePt t="224194" x="2717800" y="1892300"/>
          <p14:tracePt t="224226" x="2800350" y="1892300"/>
          <p14:tracePt t="224262" x="2844800" y="1892300"/>
          <p14:tracePt t="224294" x="2870200" y="1892300"/>
          <p14:tracePt t="224325" x="2889250" y="1898650"/>
          <p14:tracePt t="224362" x="2901950" y="1898650"/>
          <p14:tracePt t="224409" x="2908300" y="1898650"/>
          <p14:tracePt t="224430" x="2914650" y="1892300"/>
          <p14:tracePt t="224477" x="2914650" y="1885950"/>
          <p14:tracePt t="224510" x="2927350" y="1885950"/>
          <p14:tracePt t="224574" x="2933700" y="1885950"/>
          <p14:tracePt t="224610" x="2933700" y="1879600"/>
          <p14:tracePt t="224741" x="2921000" y="1898650"/>
          <p14:tracePt t="224762" x="2914650" y="1917700"/>
          <p14:tracePt t="224795" x="2901950" y="2019300"/>
          <p14:tracePt t="224812" x="2901950" y="2184400"/>
          <p14:tracePt t="224857" x="2933700" y="2819400"/>
          <p14:tracePt t="224878" x="2971800" y="3257550"/>
          <p14:tracePt t="224909" x="3048000" y="3841750"/>
          <p14:tracePt t="224940" x="3143250" y="4279900"/>
          <p14:tracePt t="224973" x="3289300" y="4584700"/>
          <p14:tracePt t="224994" x="3359150" y="4654550"/>
          <p14:tracePt t="225025" x="3416300" y="4699000"/>
          <p14:tracePt t="225073" x="3460750" y="4743450"/>
          <p14:tracePt t="225094" x="3498850" y="4775200"/>
          <p14:tracePt t="225127" x="3549650" y="4832350"/>
          <p14:tracePt t="225158" x="3606800" y="4883150"/>
          <p14:tracePt t="225175" x="3638550" y="4914900"/>
          <p14:tracePt t="225222" x="3721100" y="5016500"/>
          <p14:tracePt t="225255" x="3810000" y="5149850"/>
          <p14:tracePt t="225288" x="3867150" y="5245100"/>
          <p14:tracePt t="225310" x="3898900" y="5308600"/>
          <p14:tracePt t="225355" x="4013200" y="5511800"/>
          <p14:tracePt t="225389" x="4051300" y="5607050"/>
          <p14:tracePt t="225410" x="4070350" y="5638800"/>
          <p14:tracePt t="225440" x="4070350" y="5664200"/>
          <p14:tracePt t="225803" x="4108450" y="5740400"/>
          <p14:tracePt t="225837" x="4146550" y="5803900"/>
          <p14:tracePt t="225870" x="4210050" y="5911850"/>
          <p14:tracePt t="225903" x="4248150" y="5969000"/>
          <p14:tracePt t="225937" x="4267200" y="5994400"/>
          <p14:tracePt t="225970" x="4267200" y="6013450"/>
          <p14:tracePt t="226003" x="4267200" y="6026150"/>
          <p14:tracePt t="226036" x="4254500" y="6038850"/>
          <p14:tracePt t="226069" x="4248150" y="6051550"/>
          <p14:tracePt t="226136" x="4229100" y="6064250"/>
          <p14:tracePt t="226169" x="4210050" y="6064250"/>
          <p14:tracePt t="226202" x="4184650" y="6083300"/>
          <p14:tracePt t="226235" x="4108450" y="6108700"/>
          <p14:tracePt t="226269" x="3975100" y="6153150"/>
          <p14:tracePt t="226302" x="3879850" y="6165850"/>
          <p14:tracePt t="226335" x="3810000" y="6184900"/>
          <p14:tracePt t="226369" x="3765550" y="6203950"/>
          <p14:tracePt t="226401" x="3759200" y="6203950"/>
          <p14:tracePt t="226435" x="3746500" y="6210300"/>
          <p14:tracePt t="226468" x="3740150" y="6210300"/>
          <p14:tracePt t="226534" x="3727450" y="6223000"/>
          <p14:tracePt t="226568" x="3721100" y="6229350"/>
          <p14:tracePt t="226601" x="3714750" y="6242050"/>
          <p14:tracePt t="226634" x="3702050" y="6248400"/>
          <p14:tracePt t="226700" x="3702050" y="6261100"/>
          <p14:tracePt t="226752" x="3702050" y="6267450"/>
          <p14:tracePt t="226784" x="3714750" y="6273800"/>
          <p14:tracePt t="226817" x="3746500" y="6286500"/>
          <p14:tracePt t="226850" x="3867150" y="6318250"/>
          <p14:tracePt t="226868" x="3905250" y="6324600"/>
          <p14:tracePt t="226900" x="4121150" y="6369050"/>
          <p14:tracePt t="226933" x="4279900" y="6388100"/>
          <p14:tracePt t="226967" x="4438650" y="6407150"/>
          <p14:tracePt t="227000" x="4610100" y="6407150"/>
          <p14:tracePt t="227033" x="4705350" y="6394450"/>
          <p14:tracePt t="227066" x="4787900" y="6388100"/>
          <p14:tracePt t="227099" x="4857750" y="6388100"/>
          <p14:tracePt t="227132" x="4953000" y="6381750"/>
          <p14:tracePt t="227166" x="5022850" y="6375400"/>
          <p14:tracePt t="227199" x="5086350" y="6375400"/>
          <p14:tracePt t="227232" x="5175250" y="6362700"/>
          <p14:tracePt t="227267" x="5270500" y="6356350"/>
          <p14:tracePt t="227299" x="5378450" y="6337300"/>
          <p14:tracePt t="227332" x="5505450" y="6330950"/>
          <p14:tracePt t="227365" x="5581650" y="6324600"/>
          <p14:tracePt t="227398" x="5683250" y="6318250"/>
          <p14:tracePt t="227431" x="5734050" y="6305550"/>
          <p14:tracePt t="227450" x="5772150" y="6299200"/>
          <p14:tracePt t="227481" x="5822950" y="6292850"/>
          <p14:tracePt t="227514" x="5899150" y="6292850"/>
          <p14:tracePt t="227550" x="5949950" y="6292850"/>
          <p14:tracePt t="227583" x="5994400" y="6305550"/>
          <p14:tracePt t="227614" x="6019800" y="6311900"/>
          <p14:tracePt t="227635" x="6026150" y="6318250"/>
          <p14:tracePt t="227666" x="6032500" y="6324600"/>
          <p14:tracePt t="227697" x="6045200" y="6330950"/>
          <p14:tracePt t="227730" x="6057900" y="6330950"/>
          <p14:tracePt t="227752" x="6070600" y="6330950"/>
          <p14:tracePt t="227797" x="6076950" y="6337300"/>
          <p14:tracePt t="227830" x="6089650" y="6337300"/>
          <p14:tracePt t="227851" x="6096000" y="6337300"/>
          <p14:tracePt t="227881" x="6108700" y="6337300"/>
          <p14:tracePt t="227914" x="6115050" y="6343650"/>
          <p14:tracePt t="227999" x="6121400" y="6343650"/>
          <p14:tracePt t="228262" x="5924550" y="6096000"/>
          <p14:tracePt t="228299" x="5683250" y="5753100"/>
          <p14:tracePt t="228330" x="5232400" y="5118100"/>
          <p14:tracePt t="228361" x="4857750" y="4654550"/>
          <p14:tracePt t="228383" x="4724400" y="4489450"/>
          <p14:tracePt t="228416" x="4222750" y="3917950"/>
          <p14:tracePt t="228461" x="3905250" y="3568700"/>
          <p14:tracePt t="228482" x="3727450" y="3416300"/>
          <p14:tracePt t="228516" x="3556000" y="3270250"/>
          <p14:tracePt t="228561" x="3397250" y="3155950"/>
          <p14:tracePt t="228594" x="3314700" y="3111500"/>
          <p14:tracePt t="228616" x="3282950" y="3092450"/>
          <p14:tracePt t="228646" x="3213100" y="3041650"/>
          <p14:tracePt t="228662" x="3181350" y="3035300"/>
          <p14:tracePt t="228693" x="3086100" y="2984500"/>
          <p14:tracePt t="228716" x="3028950" y="2908300"/>
          <p14:tracePt t="228731" x="3003550" y="2889250"/>
          <p14:tracePt t="228763" x="2959100" y="2832100"/>
          <p14:tracePt t="228793" x="2946400" y="2749550"/>
          <p14:tracePt t="228815" x="2971800" y="2698750"/>
          <p14:tracePt t="228845" x="2997200" y="2654300"/>
          <p14:tracePt t="228876" x="3028950" y="2590800"/>
          <p14:tracePt t="228910" x="3041650" y="2514600"/>
          <p14:tracePt t="228931" x="3041650" y="2444750"/>
          <p14:tracePt t="228976" x="3009900" y="2254250"/>
          <p14:tracePt t="228994" x="3003550" y="2222500"/>
          <p14:tracePt t="229026" x="2952750" y="2089150"/>
          <p14:tracePt t="229059" x="2933700" y="2032000"/>
          <p14:tracePt t="229092" x="2863850" y="1936750"/>
          <p14:tracePt t="229125" x="2819400" y="1873250"/>
          <p14:tracePt t="229159" x="2774950" y="1809750"/>
          <p14:tracePt t="229192" x="2743200" y="1797050"/>
          <p14:tracePt t="229225" x="2724150" y="1790700"/>
          <p14:tracePt t="229258" x="2679700" y="1784350"/>
          <p14:tracePt t="229293" x="2660650" y="1784350"/>
          <p14:tracePt t="229324" x="2641600" y="1784350"/>
          <p14:tracePt t="229358" x="2584450" y="1784350"/>
          <p14:tracePt t="229391" x="2476500" y="1784350"/>
          <p14:tracePt t="229424" x="2317750" y="1797050"/>
          <p14:tracePt t="229458" x="2184400" y="1803400"/>
          <p14:tracePt t="229491" x="2063750" y="1822450"/>
          <p14:tracePt t="229524" x="2025650" y="1835150"/>
          <p14:tracePt t="229557" x="2019300" y="1835150"/>
          <p14:tracePt t="229607" x="2019300" y="1841500"/>
          <p14:tracePt t="229657" x="2038350" y="1841500"/>
          <p14:tracePt t="229707" x="2051050" y="1841500"/>
          <p14:tracePt t="229740" x="2063750" y="1841500"/>
          <p14:tracePt t="229759" x="2070100" y="1841500"/>
          <p14:tracePt t="229790" x="2089150" y="1841500"/>
          <p14:tracePt t="229823" x="2101850" y="1841500"/>
          <p14:tracePt t="229856" x="2114550" y="1835150"/>
          <p14:tracePt t="229906" x="2120900" y="1835150"/>
          <p14:tracePt t="229939" x="2127250" y="1835150"/>
          <p14:tracePt t="229989" x="2146300" y="1835150"/>
          <p14:tracePt t="230055" x="2152650" y="1835150"/>
          <p14:tracePt t="230089" x="2165350" y="1828800"/>
          <p14:tracePt t="230155" x="2171700" y="1828800"/>
          <p14:tracePt t="230188" x="2178050" y="1828800"/>
          <p14:tracePt t="230222" x="2184400" y="1835150"/>
          <p14:tracePt t="230256" x="2184400" y="1841500"/>
          <p14:tracePt t="230321" x="2178050" y="1847850"/>
          <p14:tracePt t="230703" x="2209800" y="1847850"/>
          <p14:tracePt t="230736" x="2254250" y="1841500"/>
          <p14:tracePt t="230755" x="2279650" y="1841500"/>
          <p14:tracePt t="230772" x="2305050" y="1841500"/>
          <p14:tracePt t="230803" x="2324100" y="1841500"/>
          <p14:tracePt t="230836" x="2349500" y="1835150"/>
          <p14:tracePt t="230870" x="2355850" y="1835150"/>
          <p14:tracePt t="230919" x="2362200" y="1835150"/>
          <p14:tracePt t="231686" x="2387600" y="1835150"/>
          <p14:tracePt t="231719" x="2419350" y="1835150"/>
          <p14:tracePt t="231750" x="2438400" y="1835150"/>
          <p14:tracePt t="231771" x="2463800" y="1835150"/>
          <p14:tracePt t="231804" x="2489200" y="1835150"/>
          <p14:tracePt t="231835" x="2552700" y="1835150"/>
          <p14:tracePt t="231883" x="2616200" y="1835150"/>
          <p14:tracePt t="231904" x="2635250" y="1835150"/>
          <p14:tracePt t="231966" x="2647950" y="1835150"/>
          <p14:tracePt t="231987" x="2660650" y="1835150"/>
          <p14:tracePt t="232020" x="2673350" y="1835150"/>
          <p14:tracePt t="232050" x="2692400" y="1835150"/>
          <p14:tracePt t="232082" x="2711450" y="1835150"/>
          <p14:tracePt t="232103" x="2730500" y="1835150"/>
          <p14:tracePt t="232136" x="2774950" y="1835150"/>
          <p14:tracePt t="232182" x="2851150" y="1835150"/>
          <p14:tracePt t="232200" x="2863850" y="1835150"/>
          <p14:tracePt t="232219" x="2908300" y="1835150"/>
          <p14:tracePt t="232250" x="2965450" y="1835150"/>
          <p14:tracePt t="232281" x="3048000" y="1835150"/>
          <p14:tracePt t="232300" x="3079750" y="1835150"/>
          <p14:tracePt t="232333" x="3162300" y="1841500"/>
          <p14:tracePt t="232381" x="3225800" y="1847850"/>
          <p14:tracePt t="232431" x="3238500" y="1854200"/>
          <p14:tracePt t="232464" x="3251200" y="1854200"/>
          <p14:tracePt t="233111" x="3422650" y="1873250"/>
          <p14:tracePt t="233145" x="3771900" y="1911350"/>
          <p14:tracePt t="233178" x="4025900" y="1924050"/>
          <p14:tracePt t="233211" x="4273550" y="1930400"/>
          <p14:tracePt t="233230" x="4298950" y="1930400"/>
          <p14:tracePt t="233261" x="4343400" y="1930400"/>
          <p14:tracePt t="233294" x="4356100" y="1930400"/>
          <p14:tracePt t="233361" x="4368800" y="1924050"/>
          <p14:tracePt t="233394" x="4381500" y="1917700"/>
          <p14:tracePt t="233427" x="4394200" y="1917700"/>
          <p14:tracePt t="233461" x="4425950" y="1905000"/>
          <p14:tracePt t="233494" x="4616450" y="1879600"/>
          <p14:tracePt t="233527" x="4914900" y="1816100"/>
          <p14:tracePt t="233560" x="5245100" y="1784350"/>
          <p14:tracePt t="233593" x="5568950" y="1752600"/>
          <p14:tracePt t="233627" x="5676900" y="1746250"/>
          <p14:tracePt t="233660" x="5734050" y="1746250"/>
          <p14:tracePt t="233693" x="5778500" y="1746250"/>
          <p14:tracePt t="233726" x="5842000" y="1746250"/>
          <p14:tracePt t="233759" x="5880100" y="1746250"/>
          <p14:tracePt t="233793" x="5892800" y="1746250"/>
          <p14:tracePt t="233859" x="5880100" y="1758950"/>
          <p14:tracePt t="233892" x="5854700" y="1765300"/>
          <p14:tracePt t="233925" x="5803900" y="1797050"/>
          <p14:tracePt t="233959" x="5524500" y="2012950"/>
          <p14:tracePt t="233992" x="5130800" y="2457450"/>
          <p14:tracePt t="234025" x="4743450" y="3092450"/>
          <p14:tracePt t="234058" x="4311650" y="3917950"/>
          <p14:tracePt t="234092" x="4121150" y="4343400"/>
          <p14:tracePt t="234125" x="3943350" y="4857750"/>
          <p14:tracePt t="234143" x="3924300" y="4984750"/>
          <p14:tracePt t="234175" x="3778250" y="5391150"/>
          <p14:tracePt t="234208" x="3727450" y="5492750"/>
          <p14:tracePt t="234241" x="3676650" y="5556250"/>
          <p14:tracePt t="234274" x="3644900" y="5575300"/>
          <p14:tracePt t="234308" x="3568700" y="5626100"/>
          <p14:tracePt t="234326" x="3543300" y="5638800"/>
          <p14:tracePt t="234344" x="3460750" y="5689600"/>
          <p14:tracePt t="234376" x="3302000" y="5784850"/>
          <p14:tracePt t="234407" x="2997200" y="5975350"/>
          <p14:tracePt t="234441" x="2794000" y="6083300"/>
          <p14:tracePt t="234474" x="2698750" y="6108700"/>
          <p14:tracePt t="234507" x="2673350" y="6108700"/>
          <p14:tracePt t="234543" x="2667000" y="6102350"/>
          <p14:tracePt t="234640" x="2673350" y="6102350"/>
          <p14:tracePt t="234676" x="2692400" y="6102350"/>
          <p14:tracePt t="234708" x="2711450" y="6102350"/>
          <p14:tracePt t="234740" x="2806700" y="6102350"/>
          <p14:tracePt t="234775" x="3067050" y="6083300"/>
          <p14:tracePt t="234808" x="3714750" y="6057900"/>
          <p14:tracePt t="234839" x="4083050" y="6045200"/>
          <p14:tracePt t="234861" x="4540250" y="6045200"/>
          <p14:tracePt t="234890" x="4718050" y="6045200"/>
          <p14:tracePt t="234923" x="4933950" y="6064250"/>
          <p14:tracePt t="234944" x="4991100" y="6064250"/>
          <p14:tracePt t="234976" x="5035550" y="6070600"/>
          <p14:tracePt t="235007" x="5073650" y="6070600"/>
          <p14:tracePt t="235038" x="5118100" y="6057900"/>
          <p14:tracePt t="235060" x="5130800" y="6057900"/>
          <p14:tracePt t="235171" x="5111750" y="6070600"/>
          <p14:tracePt t="235193" x="5105400" y="6076950"/>
          <p14:tracePt t="236516" x="5118100" y="5905500"/>
          <p14:tracePt t="236550" x="5207000" y="4991100"/>
          <p14:tracePt t="236583" x="5257800" y="4311650"/>
          <p14:tracePt t="236616" x="5251450" y="3943350"/>
          <p14:tracePt t="236649" x="5149850" y="2990850"/>
          <p14:tracePt t="236683" x="5118100" y="2571750"/>
          <p14:tracePt t="236716" x="5111750" y="2355850"/>
          <p14:tracePt t="236749" x="5111750" y="2222500"/>
          <p14:tracePt t="236783" x="5092700" y="2139950"/>
          <p14:tracePt t="236816" x="5080000" y="2076450"/>
          <p14:tracePt t="236849" x="5054600" y="2038350"/>
          <p14:tracePt t="236868" x="5029200" y="2000250"/>
          <p14:tracePt t="236899" x="5003800" y="1955800"/>
          <p14:tracePt t="236932" x="4991100" y="1936750"/>
          <p14:tracePt t="236982" x="4997450" y="1930400"/>
          <p14:tracePt t="237031" x="5003800" y="1936750"/>
          <p14:tracePt t="237081" x="4991100" y="1955800"/>
          <p14:tracePt t="237114" x="4927600" y="1968500"/>
          <p14:tracePt t="237148" x="4692650" y="1968500"/>
          <p14:tracePt t="237181" x="4533900" y="1955800"/>
          <p14:tracePt t="237214" x="4451350" y="1943100"/>
          <p14:tracePt t="237233" x="4445000" y="1943100"/>
          <p14:tracePt t="237264" x="4438650" y="1943100"/>
          <p14:tracePt t="237364" x="4489450" y="1949450"/>
          <p14:tracePt t="237398" x="4648200" y="1917700"/>
          <p14:tracePt t="237430" x="4927600" y="1898650"/>
          <p14:tracePt t="237464" x="5327650" y="1898650"/>
          <p14:tracePt t="237497" x="5937250" y="1955800"/>
          <p14:tracePt t="237530" x="6292850" y="1993900"/>
          <p14:tracePt t="237566" x="6661150" y="2000250"/>
          <p14:tracePt t="237598" x="6718300" y="2000250"/>
          <p14:tracePt t="237629" x="6737350" y="1987550"/>
          <p14:tracePt t="237665" x="6762750" y="1987550"/>
          <p14:tracePt t="241685" x="6788150" y="1987550"/>
          <p14:tracePt t="241717" x="6832600" y="1987550"/>
          <p14:tracePt t="241748" x="6940550" y="1987550"/>
          <p14:tracePt t="241784" x="7137400" y="1987550"/>
          <p14:tracePt t="241817" x="7277100" y="1987550"/>
          <p14:tracePt t="241848" x="7454900" y="1987550"/>
          <p14:tracePt t="241869" x="7588250" y="1987550"/>
          <p14:tracePt t="241900" x="7715250" y="1987550"/>
          <p14:tracePt t="241931" x="7772400" y="1981200"/>
          <p14:tracePt t="241967" x="7810500" y="1981200"/>
          <p14:tracePt t="242000" x="7848600" y="1981200"/>
          <p14:tracePt t="242031" x="7886700" y="1981200"/>
          <p14:tracePt t="242080" x="7943850" y="1981200"/>
          <p14:tracePt t="242099" x="7962900" y="1987550"/>
          <p14:tracePt t="242130" x="7994650" y="1987550"/>
          <p14:tracePt t="242180" x="8007350" y="1987550"/>
          <p14:tracePt t="242247" x="8013700" y="1987550"/>
          <p14:tracePt t="242300" x="8007350" y="1987550"/>
          <p14:tracePt t="242363" x="8001000" y="1987550"/>
          <p14:tracePt t="242996" x="7924800" y="1987550"/>
          <p14:tracePt t="243027" x="7734300" y="2006600"/>
          <p14:tracePt t="243049" x="7537450" y="2044700"/>
          <p14:tracePt t="243079" x="6731000" y="2387600"/>
          <p14:tracePt t="243095" x="6432550" y="2540000"/>
          <p14:tracePt t="243127" x="5524500" y="3175000"/>
          <p14:tracePt t="243160" x="4476750" y="4165600"/>
          <p14:tracePt t="243193" x="3879850" y="4889500"/>
          <p14:tracePt t="243227" x="3543300" y="5429250"/>
          <p14:tracePt t="243259" x="3460750" y="5619750"/>
          <p14:tracePt t="243293" x="3416300" y="5765800"/>
          <p14:tracePt t="243326" x="3416300" y="5797550"/>
          <p14:tracePt t="243360" x="3409950" y="5873750"/>
          <p14:tracePt t="243393" x="3409950" y="5962650"/>
          <p14:tracePt t="243426" x="3422650" y="6121400"/>
          <p14:tracePt t="243459" x="3441700" y="6299200"/>
          <p14:tracePt t="243492" x="3454400" y="6343650"/>
          <p14:tracePt t="243511" x="3473450" y="6381750"/>
          <p14:tracePt t="243542" x="3492500" y="6400800"/>
          <p14:tracePt t="243576" x="3498850" y="6400800"/>
          <p14:tracePt t="243608" x="3511550" y="6394450"/>
          <p14:tracePt t="243642" x="3517900" y="6381750"/>
          <p14:tracePt t="243676" x="3524250" y="6362700"/>
          <p14:tracePt t="243708" x="3530600" y="6350000"/>
          <p14:tracePt t="243742" x="3530600" y="6343650"/>
          <p14:tracePt t="243791" x="3530600" y="6324600"/>
          <p14:tracePt t="243824" x="3530600" y="6318250"/>
          <p14:tracePt t="243858" x="3524250" y="6305550"/>
          <p14:tracePt t="243924" x="3524250" y="6299200"/>
          <p14:tracePt t="243957" x="3524250" y="6292850"/>
          <p14:tracePt t="243991" x="3543300" y="6280150"/>
          <p14:tracePt t="244024" x="3657600" y="6273800"/>
          <p14:tracePt t="244057" x="3924300" y="6261100"/>
          <p14:tracePt t="244091" x="4368800" y="6248400"/>
          <p14:tracePt t="244123" x="4565650" y="6248400"/>
          <p14:tracePt t="244157" x="4826000" y="6254750"/>
          <p14:tracePt t="244190" x="4902200" y="6254750"/>
          <p14:tracePt t="244224" x="4940300" y="6248400"/>
          <p14:tracePt t="244323" x="4927600" y="6248400"/>
          <p14:tracePt t="244356" x="4921250" y="6248400"/>
          <p14:tracePt t="244389" x="4914900" y="6248400"/>
          <p14:tracePt t="244423" x="4902200" y="6254750"/>
          <p14:tracePt t="244473" x="4883150" y="6261100"/>
          <p14:tracePt t="244937" x="4826000" y="6248400"/>
          <p14:tracePt t="244974" x="4578350" y="6184900"/>
          <p14:tracePt t="245006" x="4508500" y="6165850"/>
          <p14:tracePt t="245037" x="4343400" y="6127750"/>
          <p14:tracePt t="245073" x="4184650" y="6102350"/>
          <p14:tracePt t="245106" x="4000500" y="6083300"/>
          <p14:tracePt t="245137" x="3765550" y="6089650"/>
          <p14:tracePt t="245173" x="3657600" y="6089650"/>
          <p14:tracePt t="245205" x="3543300" y="6096000"/>
          <p14:tracePt t="245236" x="3473450" y="6102350"/>
          <p14:tracePt t="245258" x="3441700" y="6102350"/>
          <p14:tracePt t="245289" x="3429000" y="6108700"/>
          <p14:tracePt t="245320" x="3416300" y="6108700"/>
          <p14:tracePt t="245353" x="3397250" y="6108700"/>
          <p14:tracePt t="245389" x="3371850" y="6115050"/>
          <p14:tracePt t="245421" x="3352800" y="6115050"/>
          <p14:tracePt t="245452" x="3314700" y="6115050"/>
          <p14:tracePt t="245488" x="3270250" y="6115050"/>
          <p14:tracePt t="245521" x="3244850" y="6115050"/>
          <p14:tracePt t="245552" x="3232150" y="6115050"/>
          <p14:tracePt t="245605" x="3238500" y="6115050"/>
          <p14:tracePt t="245637" x="3257550" y="6115050"/>
          <p14:tracePt t="245685" x="3397250" y="6108700"/>
          <p14:tracePt t="245721" x="3765550" y="6108700"/>
          <p14:tracePt t="245753" x="4152900" y="6108700"/>
          <p14:tracePt t="245784" x="4508500" y="6121400"/>
          <p14:tracePt t="245806" x="4686300" y="6127750"/>
          <p14:tracePt t="245836" x="4832350" y="6127750"/>
          <p14:tracePt t="245884" x="4895850" y="6121400"/>
          <p14:tracePt t="245905" x="4902200" y="6121400"/>
          <p14:tracePt t="246018" x="4895850" y="6121400"/>
          <p14:tracePt t="246200" x="4889500" y="6121400"/>
          <p14:tracePt t="246615" x="4889500" y="6127750"/>
          <p14:tracePt t="246681" x="4883150" y="6127750"/>
          <p14:tracePt t="246930" x="4870450" y="6134100"/>
          <p14:tracePt t="246964" x="4851400" y="6140450"/>
          <p14:tracePt t="246997" x="4826000" y="6146800"/>
          <p14:tracePt t="247030" x="4724400" y="6172200"/>
          <p14:tracePt t="247063" x="4419600" y="6254750"/>
          <p14:tracePt t="247097" x="4159250" y="6330950"/>
          <p14:tracePt t="247130" x="3867150" y="6400800"/>
          <p14:tracePt t="247148" x="3816350" y="6407150"/>
          <p14:tracePt t="247180" x="3721100" y="6432550"/>
          <p14:tracePt t="247213" x="3670300" y="6432550"/>
          <p14:tracePt t="247246" x="3638550" y="6438900"/>
          <p14:tracePt t="247279" x="3613150" y="6445250"/>
          <p14:tracePt t="247313" x="3562350" y="6445250"/>
          <p14:tracePt t="247331" x="3549650" y="6445250"/>
          <p14:tracePt t="247362" x="3492500" y="6438900"/>
          <p14:tracePt t="247396" x="3467100" y="6426200"/>
          <p14:tracePt t="247429" x="3441700" y="6419850"/>
          <p14:tracePt t="247462" x="3441700" y="6413500"/>
          <p14:tracePt t="247495" x="3435350" y="6407150"/>
          <p14:tracePt t="247530" x="3448050" y="6400800"/>
          <p14:tracePt t="247562" x="3467100" y="6394450"/>
          <p14:tracePt t="247595" x="3543300" y="6381750"/>
          <p14:tracePt t="247628" x="3663950" y="6375400"/>
          <p14:tracePt t="247661" x="3879850" y="6375400"/>
          <p14:tracePt t="247694" x="4222750" y="6375400"/>
          <p14:tracePt t="247728" x="4489450" y="6388100"/>
          <p14:tracePt t="247761" x="4737100" y="6407150"/>
          <p14:tracePt t="247794" x="4914900" y="6400800"/>
          <p14:tracePt t="247828" x="5073650" y="6381750"/>
          <p14:tracePt t="247861" x="5130800" y="6375400"/>
          <p14:tracePt t="247894" x="5175250" y="6375400"/>
          <p14:tracePt t="247927" x="5200650" y="6375400"/>
          <p14:tracePt t="247960" x="5207000" y="6375400"/>
          <p14:tracePt t="248060" x="5200650" y="6375400"/>
          <p14:tracePt t="248127" x="5194300" y="6375400"/>
          <p14:tracePt t="248162" x="5187950" y="6381750"/>
          <p14:tracePt t="248511" x="5175250" y="6381750"/>
          <p14:tracePt t="248560" x="5175250" y="6375400"/>
          <p14:tracePt t="249223" x="4902200" y="6438900"/>
          <p14:tracePt t="249244" x="4737100" y="6477000"/>
          <p14:tracePt t="249289" x="4476750" y="6508750"/>
          <p14:tracePt t="249323" x="4248150" y="6457950"/>
          <p14:tracePt t="249344" x="4070350" y="6457950"/>
          <p14:tracePt t="249374" x="3797300" y="6426200"/>
          <p14:tracePt t="249405" x="3625850" y="6381750"/>
          <p14:tracePt t="249438" x="3524250" y="6375400"/>
          <p14:tracePt t="249460" x="3467100" y="6375400"/>
          <p14:tracePt t="249490" x="3448050" y="6375400"/>
          <p14:tracePt t="249521" x="3435350" y="6375400"/>
          <p14:tracePt t="249604" x="3429000" y="6375400"/>
          <p14:tracePt t="249671" x="3460750" y="6375400"/>
          <p14:tracePt t="249690" x="3467100" y="6375400"/>
          <p14:tracePt t="249721" x="3556000" y="6375400"/>
          <p14:tracePt t="249754" x="3689350" y="6375400"/>
          <p14:tracePt t="249787" x="4235450" y="6375400"/>
          <p14:tracePt t="249820" x="4629150" y="6375400"/>
          <p14:tracePt t="249854" x="5010150" y="6343650"/>
          <p14:tracePt t="249872" x="5067300" y="6324600"/>
          <p14:tracePt t="249904" x="5149850" y="6318250"/>
          <p14:tracePt t="249937" x="5162550" y="6311900"/>
          <p14:tracePt t="250037" x="5162550" y="6318250"/>
          <p14:tracePt t="250070" x="5143500" y="6324600"/>
          <p14:tracePt t="250103" x="5143500" y="6330950"/>
          <p14:tracePt t="251116" x="5162550" y="6324600"/>
          <p14:tracePt t="251149" x="5226050" y="6261100"/>
          <p14:tracePt t="251185" x="5283200" y="6153150"/>
          <p14:tracePt t="251218" x="5372100" y="5956300"/>
          <p14:tracePt t="251234" x="5403850" y="5886450"/>
          <p14:tracePt t="251265" x="5480050" y="5695950"/>
          <p14:tracePt t="251299" x="5537200" y="5454650"/>
          <p14:tracePt t="251332" x="5568950" y="5124450"/>
          <p14:tracePt t="251365" x="5530850" y="4699000"/>
          <p14:tracePt t="251402" x="5473700" y="4413250"/>
          <p14:tracePt t="251434" x="5372100" y="4165600"/>
          <p14:tracePt t="251465" x="5194300" y="3892550"/>
          <p14:tracePt t="251501" x="4876800" y="3473450"/>
          <p14:tracePt t="251534" x="4648200" y="3194050"/>
          <p14:tracePt t="251564" x="4483100" y="3048000"/>
          <p14:tracePt t="251599" x="4064000" y="2781300"/>
          <p14:tracePt t="251631" x="3784600" y="2647950"/>
          <p14:tracePt t="251664" x="3498850" y="2508250"/>
          <p14:tracePt t="251700" x="3365500" y="2419350"/>
          <p14:tracePt t="251732" x="3200400" y="2336800"/>
          <p14:tracePt t="251764" x="3079750" y="2286000"/>
          <p14:tracePt t="251814" x="2978150" y="2235200"/>
          <p14:tracePt t="251847" x="2933700" y="2203450"/>
          <p14:tracePt t="251880" x="2889250" y="2152650"/>
          <p14:tracePt t="251902" x="2882900" y="2146300"/>
          <p14:tracePt t="251949" x="2876550" y="2127250"/>
          <p14:tracePt t="251996" x="2876550" y="2101850"/>
          <p14:tracePt t="252018" x="2876550" y="2089150"/>
          <p14:tracePt t="252048" x="2876550" y="2076450"/>
          <p14:tracePt t="252065" x="2870200" y="2063750"/>
          <p14:tracePt t="252132" x="2863850" y="2063750"/>
          <p14:tracePt t="252164" x="2857500" y="2063750"/>
          <p14:tracePt t="252212" x="2838450" y="2063750"/>
          <p14:tracePt t="252234" x="2832100" y="2063750"/>
          <p14:tracePt t="252295" x="2813050" y="2051050"/>
          <p14:tracePt t="252345" x="2813050" y="2038350"/>
          <p14:tracePt t="252378" x="2825750" y="2038350"/>
          <p14:tracePt t="252412" x="2851150" y="2025650"/>
          <p14:tracePt t="252434" x="2901950" y="2006600"/>
          <p14:tracePt t="252466" x="2971800" y="1987550"/>
          <p14:tracePt t="252511" x="3079750" y="1936750"/>
          <p14:tracePt t="252544" x="3111500" y="1924050"/>
          <p14:tracePt t="252566" x="3143250" y="1905000"/>
          <p14:tracePt t="252596" x="3149600" y="1898650"/>
          <p14:tracePt t="252627" x="3162300" y="1892300"/>
          <p14:tracePt t="252661" x="3162300" y="1885950"/>
          <p14:tracePt t="252727" x="3168650" y="1885950"/>
          <p14:tracePt t="252777" x="3175000" y="1879600"/>
          <p14:tracePt t="252843" x="3187700" y="1879600"/>
          <p14:tracePt t="252893" x="3200400" y="1892300"/>
          <p14:tracePt t="252926" x="3219450" y="1905000"/>
          <p14:tracePt t="252960" x="3321050" y="1917700"/>
          <p14:tracePt t="252993" x="3568700" y="1936750"/>
          <p14:tracePt t="253026" x="3886200" y="1949450"/>
          <p14:tracePt t="253059" x="4019550" y="1936750"/>
          <p14:tracePt t="253078" x="4051300" y="1924050"/>
          <p14:tracePt t="253109" x="4064000" y="1917700"/>
          <p14:tracePt t="253142" x="4064000" y="1911350"/>
          <p14:tracePt t="253193" x="4083050" y="1905000"/>
          <p14:tracePt t="253259" x="4102100" y="1905000"/>
          <p14:tracePt t="253293" x="4114800" y="1905000"/>
          <p14:tracePt t="253325" x="4140200" y="1905000"/>
          <p14:tracePt t="253343" x="4159250" y="1905000"/>
          <p14:tracePt t="253375" x="4222750" y="1911350"/>
          <p14:tracePt t="253408" x="4260850" y="1911350"/>
          <p14:tracePt t="253441" x="4279900" y="1911350"/>
          <p14:tracePt t="253475" x="4298950" y="1905000"/>
          <p14:tracePt t="253525" x="4318000" y="1898650"/>
          <p14:tracePt t="253558" x="4406900" y="1892300"/>
          <p14:tracePt t="253577" x="4451350" y="1885950"/>
          <p14:tracePt t="253609" x="4635500" y="1873250"/>
          <p14:tracePt t="253641" x="4743450" y="1866900"/>
          <p14:tracePt t="253674" x="4787900" y="1860550"/>
          <p14:tracePt t="253707" x="4794250" y="1847850"/>
          <p14:tracePt t="253757" x="4826000" y="1835150"/>
          <p14:tracePt t="253791" x="4883150" y="1828800"/>
          <p14:tracePt t="253823" x="5003800" y="1835150"/>
          <p14:tracePt t="253857" x="5111750" y="1841500"/>
          <p14:tracePt t="253890" x="5175250" y="1847850"/>
          <p14:tracePt t="253923" x="5181600" y="1847850"/>
          <p14:tracePt t="253956" x="5181600" y="1854200"/>
          <p14:tracePt t="253992" x="5181600" y="1860550"/>
          <p14:tracePt t="254039" x="5187950" y="1866900"/>
          <p14:tracePt t="254072" x="5207000" y="1866900"/>
          <p14:tracePt t="254106" x="5257800" y="1873250"/>
          <p14:tracePt t="254139" x="5346700" y="1873250"/>
          <p14:tracePt t="254172" x="5492750" y="1873250"/>
          <p14:tracePt t="254205" x="5702300" y="1873250"/>
          <p14:tracePt t="254239" x="5873750" y="1854200"/>
          <p14:tracePt t="254257" x="5911850" y="1854200"/>
          <p14:tracePt t="254276" x="5975350" y="1841500"/>
          <p14:tracePt t="254307" x="6045200" y="1835150"/>
          <p14:tracePt t="254338" x="6115050" y="1822450"/>
          <p14:tracePt t="254371" x="6165850" y="1816100"/>
          <p14:tracePt t="254408" x="6286500" y="1784350"/>
          <p14:tracePt t="254454" x="6394450" y="1765300"/>
          <p14:tracePt t="254476" x="6438900" y="1758950"/>
          <p14:tracePt t="254507" x="6496050" y="1758950"/>
          <p14:tracePt t="254538" x="6534150" y="1758950"/>
          <p14:tracePt t="254571" x="6559550" y="1758950"/>
          <p14:tracePt t="254593" x="6572250" y="1758950"/>
          <p14:tracePt t="254654" x="6591300" y="1758950"/>
          <p14:tracePt t="254704" x="6623050" y="1765300"/>
          <p14:tracePt t="254740" x="6699250" y="1765300"/>
          <p14:tracePt t="254772" x="6762750" y="1778000"/>
          <p14:tracePt t="254791" x="6845300" y="1790700"/>
          <p14:tracePt t="254822" x="6972300" y="1803400"/>
          <p14:tracePt t="254853" x="7023100" y="1803400"/>
          <p14:tracePt t="254903" x="7067550" y="1809750"/>
          <p14:tracePt t="254939" x="7073900" y="1809750"/>
          <p14:tracePt t="254971" x="7086600" y="1816100"/>
          <p14:tracePt t="254991" x="7099300" y="1822450"/>
          <p14:tracePt t="255039" x="7105650" y="1822450"/>
          <p14:tracePt t="255071" x="7118350" y="1822450"/>
          <p14:tracePt t="255103" x="7124700" y="1828800"/>
          <p14:tracePt t="255124" x="7131050" y="1828800"/>
          <p14:tracePt t="255154" x="7143750" y="1828800"/>
          <p14:tracePt t="255202" x="7162800" y="1828800"/>
          <p14:tracePt t="255223" x="7175500" y="1828800"/>
          <p14:tracePt t="255256" x="7194550" y="1835150"/>
          <p14:tracePt t="255287" x="7245350" y="1841500"/>
          <p14:tracePt t="255318" x="7277100" y="1841500"/>
          <p14:tracePt t="255340" x="7308850" y="1841500"/>
          <p14:tracePt t="255373" x="7346950" y="1841500"/>
          <p14:tracePt t="255434" x="7340600" y="1847850"/>
          <p14:tracePt t="255456" x="7327900" y="1847850"/>
          <p14:tracePt t="255850" x="7416800" y="1847850"/>
          <p14:tracePt t="255883" x="7562850" y="1828800"/>
          <p14:tracePt t="255916" x="7670800" y="1828800"/>
          <p14:tracePt t="255949" x="7696200" y="1828800"/>
          <p14:tracePt t="255982" x="7702550" y="1828800"/>
          <p14:tracePt t="256066" x="7708900" y="1835150"/>
          <p14:tracePt t="256100" x="7721600" y="1835150"/>
          <p14:tracePt t="256132" x="7740650" y="1835150"/>
          <p14:tracePt t="256182" x="7759700" y="1835150"/>
          <p14:tracePt t="256215" x="7804150" y="1835150"/>
          <p14:tracePt t="256248" x="7899400" y="1835150"/>
          <p14:tracePt t="256282" x="7994650" y="1828800"/>
          <p14:tracePt t="256315" x="8096250" y="1822450"/>
          <p14:tracePt t="256348" x="8191500" y="1809750"/>
          <p14:tracePt t="256381" x="8229600" y="1803400"/>
          <p14:tracePt t="256414" x="8242300" y="1803400"/>
          <p14:tracePt t="256598" x="8229600" y="1803400"/>
          <p14:tracePt t="256632" x="8223250" y="1809750"/>
          <p14:tracePt t="256663" x="8216900" y="1809750"/>
          <p14:tracePt t="256697" x="8204200" y="1809750"/>
          <p14:tracePt t="256746" x="8197850" y="1809750"/>
          <p14:tracePt t="257029" x="7740650" y="1809750"/>
          <p14:tracePt t="257062" x="7118350" y="1841500"/>
          <p14:tracePt t="257095" x="6642100" y="1854200"/>
          <p14:tracePt t="257115" x="6400800" y="1860550"/>
          <p14:tracePt t="257145" x="5994400" y="1835150"/>
          <p14:tracePt t="257178" x="5575300" y="1835150"/>
          <p14:tracePt t="257212" x="5359400" y="1841500"/>
          <p14:tracePt t="257245" x="5264150" y="1841500"/>
          <p14:tracePt t="257278" x="5181600" y="1841500"/>
          <p14:tracePt t="257311" x="5111750" y="1854200"/>
          <p14:tracePt t="257345" x="5080000" y="1854200"/>
          <p14:tracePt t="257378" x="5067300" y="1854200"/>
          <p14:tracePt t="257477" x="5067300" y="1860550"/>
          <p14:tracePt t="257496" x="5080000" y="1860550"/>
          <p14:tracePt t="257527" x="5143500" y="1860550"/>
          <p14:tracePt t="257546" x="5162550" y="1860550"/>
          <p14:tracePt t="257577" x="5264150" y="1841500"/>
          <p14:tracePt t="257610" x="5505450" y="1847850"/>
          <p14:tracePt t="257645" x="6165850" y="1898650"/>
          <p14:tracePt t="257677" x="6915150" y="1955800"/>
          <p14:tracePt t="257713" x="7664450" y="2006600"/>
          <p14:tracePt t="257745" x="7956550" y="2019300"/>
          <p14:tracePt t="257777" x="8128000" y="2006600"/>
          <p14:tracePt t="257812" x="8204200" y="1974850"/>
          <p14:tracePt t="257859" x="8172450" y="1981200"/>
          <p14:tracePt t="257896" x="8064500" y="1993900"/>
          <p14:tracePt t="257928" x="7886700" y="1987550"/>
          <p14:tracePt t="257959" x="7334250" y="1911350"/>
          <p14:tracePt t="257980" x="6845300" y="1854200"/>
          <p14:tracePt t="258011" x="6051550" y="1752600"/>
          <p14:tracePt t="258042" x="5181600" y="1670050"/>
          <p14:tracePt t="258075" x="4845050" y="1670050"/>
          <p14:tracePt t="258111" x="4622800" y="1682750"/>
          <p14:tracePt t="258144" x="4502150" y="1689100"/>
          <p14:tracePt t="258175" x="4470400" y="1695450"/>
          <p14:tracePt t="258196" x="4464050" y="1695450"/>
          <p14:tracePt t="258244" x="4457700" y="1695450"/>
          <p14:tracePt t="258408" x="4457700" y="1720850"/>
          <p14:tracePt t="258429" x="4457700" y="1746250"/>
          <p14:tracePt t="258459" x="4457700" y="1822450"/>
          <p14:tracePt t="258507" x="4413250" y="2139950"/>
          <p14:tracePt t="258529" x="4349750" y="2476500"/>
          <p14:tracePt t="258562" x="4254500" y="2971800"/>
          <p14:tracePt t="258578" x="4229100" y="3136900"/>
          <p14:tracePt t="258623" x="4191000" y="3975100"/>
          <p14:tracePt t="258645" x="4178300" y="4178300"/>
          <p14:tracePt t="258676" x="4210050" y="4381500"/>
          <p14:tracePt t="258707" x="4235450" y="4572000"/>
          <p14:tracePt t="258740" x="4298950" y="4914900"/>
          <p14:tracePt t="258761" x="4337050" y="5035550"/>
          <p14:tracePt t="258806" x="4368800" y="5162550"/>
          <p14:tracePt t="258839" x="4368800" y="5226050"/>
          <p14:tracePt t="258861" x="4368800" y="5302250"/>
          <p14:tracePt t="258891" x="4356100" y="5372100"/>
          <p14:tracePt t="258922" x="4305300" y="5549900"/>
          <p14:tracePt t="258956" x="4248150" y="5670550"/>
          <p14:tracePt t="258977" x="4210050" y="5715000"/>
          <p14:tracePt t="259022" x="4089400" y="5829300"/>
          <p14:tracePt t="259055" x="3987800" y="5918200"/>
          <p14:tracePt t="259077" x="3892550" y="6026150"/>
          <p14:tracePt t="259107" x="3752850" y="6165850"/>
          <p14:tracePt t="259125" x="3657600" y="6242050"/>
          <p14:tracePt t="259155" x="3581400" y="6292850"/>
          <p14:tracePt t="259188" x="3549650" y="6299200"/>
          <p14:tracePt t="259221" x="3543300" y="6299200"/>
          <p14:tracePt t="259337" x="3549650" y="6299200"/>
          <p14:tracePt t="259371" x="3549650" y="6292850"/>
          <p14:tracePt t="259437" x="3556000" y="6292850"/>
          <p14:tracePt t="259521" x="3562350" y="6292850"/>
          <p14:tracePt t="259554" x="3575050" y="6292850"/>
          <p14:tracePt t="259604" x="3600450" y="6292850"/>
          <p14:tracePt t="259637" x="3638550" y="6292850"/>
          <p14:tracePt t="259672" x="3816350" y="6292850"/>
          <p14:tracePt t="259704" x="4051300" y="6292850"/>
          <p14:tracePt t="259737" x="4267200" y="6292850"/>
          <p14:tracePt t="259770" x="4445000" y="6292850"/>
          <p14:tracePt t="259804" x="4673600" y="6299200"/>
          <p14:tracePt t="259836" x="4908550" y="6299200"/>
          <p14:tracePt t="259869" x="5041900" y="6299200"/>
          <p14:tracePt t="259902" x="5270500" y="6299200"/>
          <p14:tracePt t="259936" x="5562600" y="6286500"/>
          <p14:tracePt t="259970" x="5651500" y="6273800"/>
          <p14:tracePt t="260002" x="5670550" y="6273800"/>
          <p14:tracePt t="260084" x="5651500" y="6273800"/>
          <p14:tracePt t="260103" x="5632450" y="6273800"/>
          <p14:tracePt t="260135" x="5594350" y="6267450"/>
          <p14:tracePt t="260168" x="5467350" y="6267450"/>
          <p14:tracePt t="260204" x="5213350" y="6267450"/>
          <p14:tracePt t="260236" x="4730750" y="6286500"/>
          <p14:tracePt t="260268" x="4470400" y="6343650"/>
          <p14:tracePt t="260305" x="4051300" y="6451600"/>
          <p14:tracePt t="260351" x="3975100" y="6470650"/>
          <p14:tracePt t="260384" x="3968750" y="6470650"/>
          <p14:tracePt t="260484" x="3975100" y="6470650"/>
          <p14:tracePt t="260534" x="3994150" y="6470650"/>
          <p14:tracePt t="260567" x="4019550" y="6464300"/>
          <p14:tracePt t="260588" x="4038600" y="6464300"/>
          <p14:tracePt t="260619" x="4064000" y="6457950"/>
          <p14:tracePt t="260650" x="4121150" y="6438900"/>
          <p14:tracePt t="260685" x="4305300" y="6413500"/>
          <p14:tracePt t="260719" x="4749800" y="6375400"/>
          <p14:tracePt t="260735" x="4876800" y="6350000"/>
          <p14:tracePt t="260768" x="5213350" y="6311900"/>
          <p14:tracePt t="260785" x="5257800" y="6305550"/>
          <p14:tracePt t="260819" x="5314950" y="6292850"/>
          <p14:tracePt t="260882" x="5308600" y="6286500"/>
          <p14:tracePt t="260918" x="5283200" y="6286500"/>
          <p14:tracePt t="260951" x="5264150" y="6292850"/>
          <p14:tracePt t="260982" x="5264150" y="6299200"/>
          <p14:tracePt t="265217" x="5124450" y="6191250"/>
          <p14:tracePt t="265237" x="5022850" y="6108700"/>
          <p14:tracePt t="265271" x="4914900" y="6000750"/>
          <p14:tracePt t="265302" x="4667250" y="5772150"/>
          <p14:tracePt t="265350" x="4324350" y="5429250"/>
          <p14:tracePt t="265386" x="4019550" y="5092700"/>
          <p14:tracePt t="265433" x="3676650" y="4724400"/>
          <p14:tracePt t="265455" x="3511550" y="4527550"/>
          <p14:tracePt t="265488" x="2965450" y="3994150"/>
          <p14:tracePt t="265518" x="2413000" y="3441700"/>
          <p14:tracePt t="265550" x="2032000" y="3041650"/>
          <p14:tracePt t="265571" x="1879600" y="2895600"/>
          <p14:tracePt t="265616" x="1695450" y="2730500"/>
          <p14:tracePt t="265649" x="1581150" y="2635250"/>
          <p14:tracePt t="265671" x="1549400" y="2603500"/>
          <p14:tracePt t="265701" x="1504950" y="2590800"/>
          <p14:tracePt t="265732" x="1485900" y="2578100"/>
          <p14:tracePt t="265765" x="1435100" y="2559050"/>
          <p14:tracePt t="265787" x="1409700" y="2552700"/>
          <p14:tracePt t="265832" x="1390650" y="2552700"/>
          <p14:tracePt t="265898" x="1390650" y="2565400"/>
          <p14:tracePt t="265932" x="1409700" y="2571750"/>
          <p14:tracePt t="265965" x="1435100" y="2571750"/>
          <p14:tracePt t="265998" x="1504950" y="2565400"/>
          <p14:tracePt t="266031" x="1733550" y="2520950"/>
          <p14:tracePt t="266050" x="1974850" y="2501900"/>
          <p14:tracePt t="266081" x="2444750" y="2438400"/>
          <p14:tracePt t="266114" x="2946400" y="2393950"/>
          <p14:tracePt t="266147" x="3295650" y="2349500"/>
          <p14:tracePt t="266181" x="3498850" y="2305050"/>
          <p14:tracePt t="266215" x="3524250" y="2305050"/>
          <p14:tracePt t="266281" x="3505200" y="2305050"/>
          <p14:tracePt t="266314" x="3498850" y="2305050"/>
          <p14:tracePt t="266363" x="3486150" y="2311400"/>
          <p14:tracePt t="266413" x="3473450" y="2311400"/>
          <p14:tracePt t="266446" x="3467100" y="2311400"/>
          <p14:tracePt t="266795" x="3740150" y="2870200"/>
          <p14:tracePt t="266828" x="4038600" y="3556000"/>
          <p14:tracePt t="266862" x="4546600" y="4438650"/>
          <p14:tracePt t="266895" x="4813300" y="4984750"/>
          <p14:tracePt t="266928" x="4959350" y="5346700"/>
          <p14:tracePt t="266962" x="5041900" y="5556250"/>
          <p14:tracePt t="266995" x="5060950" y="5594350"/>
          <p14:tracePt t="267027" x="5067300" y="5607050"/>
          <p14:tracePt t="267061" x="5073650" y="5607050"/>
          <p14:tracePt t="267144" x="5073650" y="5613400"/>
          <p14:tracePt t="267194" x="5067300" y="5613400"/>
          <p14:tracePt t="267227" x="5048250" y="5619750"/>
          <p14:tracePt t="267262" x="5010150" y="5651500"/>
          <p14:tracePt t="267293" x="4953000" y="5689600"/>
          <p14:tracePt t="267327" x="4864100" y="5759450"/>
          <p14:tracePt t="267360" x="4692650" y="5905500"/>
          <p14:tracePt t="267393" x="4591050" y="5988050"/>
          <p14:tracePt t="267426" x="4540250" y="6038850"/>
          <p14:tracePt t="267460" x="4527550" y="6070600"/>
          <p14:tracePt t="267493" x="4527550" y="6089650"/>
          <p14:tracePt t="267543" x="4572000" y="6089650"/>
          <p14:tracePt t="267576" x="4622800" y="6076950"/>
          <p14:tracePt t="267612" x="4762500" y="6070600"/>
          <p14:tracePt t="267628" x="4800600" y="6070600"/>
          <p14:tracePt t="267661" x="4870450" y="6070600"/>
          <p14:tracePt t="267692" x="4927600" y="6051550"/>
          <p14:tracePt t="267728" x="4933950" y="6045200"/>
          <p14:tracePt t="267742" x="4908550" y="6045200"/>
          <p14:tracePt t="267775" x="4781550" y="6083300"/>
          <p14:tracePt t="267811" x="4629150" y="6140450"/>
          <p14:tracePt t="267843" x="4451350" y="6203950"/>
          <p14:tracePt t="267875" x="4311650" y="6280150"/>
          <p14:tracePt t="267924" x="4311650" y="6305550"/>
          <p14:tracePt t="267958" x="4375150" y="6292850"/>
          <p14:tracePt t="267991" x="4591050" y="6242050"/>
          <p14:tracePt t="268009" x="4667250" y="6223000"/>
          <p14:tracePt t="268029" x="4800600" y="6191250"/>
          <p14:tracePt t="268060" x="4953000" y="6146800"/>
          <p14:tracePt t="268091" x="5010150" y="6127750"/>
          <p14:tracePt t="268143" x="4984750" y="6134100"/>
          <p14:tracePt t="268176" x="4908550" y="6153150"/>
          <p14:tracePt t="268207" x="4768850" y="6197600"/>
          <p14:tracePt t="268228" x="4641850" y="6242050"/>
          <p14:tracePt t="268261" x="4476750" y="6318250"/>
          <p14:tracePt t="268293" x="4400550" y="6375400"/>
          <p14:tracePt t="268340" x="4400550" y="6381750"/>
          <p14:tracePt t="268376" x="4457700" y="6356350"/>
          <p14:tracePt t="268408" x="4641850" y="6299200"/>
          <p14:tracePt t="268428" x="4737100" y="6261100"/>
          <p14:tracePt t="268461" x="4826000" y="6229350"/>
          <p14:tracePt t="268491" x="4826000" y="6223000"/>
          <p14:tracePt t="268539" x="4762500" y="6235700"/>
          <p14:tracePt t="268561" x="4654550" y="6273800"/>
          <p14:tracePt t="268591" x="4419600" y="6350000"/>
          <p14:tracePt t="268639" x="4083050" y="6426200"/>
          <p14:tracePt t="268661" x="4032250" y="6445250"/>
          <p14:tracePt t="268693" x="4013200" y="6451600"/>
          <p14:tracePt t="268738" x="4057650" y="6438900"/>
          <p14:tracePt t="268772" x="4127500" y="6407150"/>
          <p14:tracePt t="268793" x="4203700" y="6381750"/>
          <p14:tracePt t="268838" x="4406900" y="6311900"/>
          <p14:tracePt t="268871" x="4432300" y="6299200"/>
          <p14:tracePt t="268921" x="4394200" y="6299200"/>
          <p14:tracePt t="268955" x="4311650" y="6318250"/>
          <p14:tracePt t="268987" x="4241800" y="6330950"/>
          <p14:tracePt t="269021" x="4057650" y="6356350"/>
          <p14:tracePt t="269054" x="3975100" y="6375400"/>
          <p14:tracePt t="269088" x="3949700" y="6375400"/>
          <p14:tracePt t="269137" x="3987800" y="6362700"/>
          <p14:tracePt t="269170" x="4057650" y="6350000"/>
          <p14:tracePt t="269203" x="4171950" y="6318250"/>
          <p14:tracePt t="269237" x="4400550" y="6261100"/>
          <p14:tracePt t="269270" x="4483100" y="6229350"/>
          <p14:tracePt t="269288" x="4489450" y="6229350"/>
          <p14:tracePt t="269336" x="4457700" y="6242050"/>
          <p14:tracePt t="269364" x="4413250" y="6261100"/>
          <p14:tracePt t="269403" x="4229100" y="6330950"/>
          <p14:tracePt t="269436" x="4051300" y="6388100"/>
          <p14:tracePt t="269469" x="3860800" y="6457950"/>
          <p14:tracePt t="269502" x="3829050" y="6464300"/>
          <p14:tracePt t="269552" x="3873500" y="6451600"/>
          <p14:tracePt t="269585" x="3956050" y="6419850"/>
          <p14:tracePt t="269619" x="4070350" y="6400800"/>
          <p14:tracePt t="269652" x="4248150" y="6343650"/>
          <p14:tracePt t="269685" x="4381500" y="6286500"/>
          <p14:tracePt t="269719" x="4432300" y="6261100"/>
          <p14:tracePt t="269751" x="4438650" y="6248400"/>
          <p14:tracePt t="269785" x="4406900" y="6248400"/>
          <p14:tracePt t="269818" x="4362450" y="6261100"/>
          <p14:tracePt t="269836" x="4349750" y="6261100"/>
          <p14:tracePt t="269868" x="4229100" y="6305550"/>
          <p14:tracePt t="269901" x="4146550" y="6330950"/>
          <p14:tracePt t="269934" x="3994150" y="6388100"/>
          <p14:tracePt t="269967" x="3943350" y="6394450"/>
          <p14:tracePt t="270034" x="3987800" y="6375400"/>
          <p14:tracePt t="270067" x="4057650" y="6356350"/>
          <p14:tracePt t="270101" x="4305300" y="6292850"/>
          <p14:tracePt t="270134" x="4432300" y="6261100"/>
          <p14:tracePt t="270152" x="4565650" y="6210300"/>
          <p14:tracePt t="270184" x="4584700" y="6197600"/>
          <p14:tracePt t="270217" x="4559300" y="6203950"/>
          <p14:tracePt t="270250" x="4489450" y="6223000"/>
          <p14:tracePt t="270283" x="4286250" y="6267450"/>
          <p14:tracePt t="270318" x="4102100" y="6305550"/>
          <p14:tracePt t="270350" x="4000500" y="6337300"/>
          <p14:tracePt t="270383" x="3962400" y="6343650"/>
          <p14:tracePt t="270433" x="3962400" y="6337300"/>
          <p14:tracePt t="270515" x="3962400" y="6324600"/>
          <p14:tracePt t="271064" x="3987800" y="6280150"/>
          <p14:tracePt t="271097" x="4000500" y="6254750"/>
          <p14:tracePt t="271118" x="4013200" y="6223000"/>
          <p14:tracePt t="271149" x="4051300" y="6089650"/>
          <p14:tracePt t="271180" x="4102100" y="5899150"/>
          <p14:tracePt t="271216" x="4133850" y="5594350"/>
          <p14:tracePt t="271248" x="4114800" y="5067300"/>
          <p14:tracePt t="271280" x="3968750" y="4527550"/>
          <p14:tracePt t="271299" x="3860800" y="4133850"/>
          <p14:tracePt t="271334" x="3683000" y="3600450"/>
          <p14:tracePt t="271365" x="3511550" y="3213100"/>
          <p14:tracePt t="271396" x="3359150" y="2984500"/>
          <p14:tracePt t="271418" x="3295650" y="2889250"/>
          <p14:tracePt t="271450" x="3238500" y="2813050"/>
          <p14:tracePt t="271481" x="3232150" y="2800350"/>
          <p14:tracePt t="271529" x="3213100" y="2800350"/>
          <p14:tracePt t="271565" x="3206750" y="2794000"/>
          <p14:tracePt t="271597" x="3194050" y="2774950"/>
          <p14:tracePt t="271629" x="3175000" y="2762250"/>
          <p14:tracePt t="271650" x="3162300" y="2736850"/>
          <p14:tracePt t="271680" x="3143250" y="2717800"/>
          <p14:tracePt t="271728" x="3143250" y="2711450"/>
          <p14:tracePt t="271749" x="3168650" y="2730500"/>
          <p14:tracePt t="271782" x="3200400" y="2736850"/>
          <p14:tracePt t="271800" x="3225800" y="2749550"/>
          <p14:tracePt t="271813" x="3257550" y="2749550"/>
          <p14:tracePt t="271844" x="3352800" y="2749550"/>
          <p14:tracePt t="271866" x="3454400" y="2749550"/>
          <p14:tracePt t="271896" x="3663950" y="2724150"/>
          <p14:tracePt t="271944" x="4044950" y="2667000"/>
          <p14:tracePt t="271966" x="4140200" y="2641600"/>
          <p14:tracePt t="271998" x="4197350" y="2628900"/>
          <p14:tracePt t="272077" x="4184650" y="2628900"/>
          <p14:tracePt t="272098" x="4159250" y="2628900"/>
          <p14:tracePt t="272128" x="4146550" y="2641600"/>
          <p14:tracePt t="272725" x="4146550" y="2647950"/>
          <p14:tracePt t="272758" x="4146550" y="2654300"/>
          <p14:tracePt t="272924" x="4152900" y="2654300"/>
          <p14:tracePt t="274421" x="4432300" y="3232150"/>
          <p14:tracePt t="274454" x="4787900" y="4025900"/>
          <p14:tracePt t="274485" x="4895850" y="4483100"/>
          <p14:tracePt t="274506" x="4914900" y="4743450"/>
          <p14:tracePt t="274537" x="4851400" y="5029200"/>
          <p14:tracePt t="274569" x="4794250" y="5213350"/>
          <p14:tracePt t="274602" x="4521200" y="5645150"/>
          <p14:tracePt t="274637" x="4394200" y="5797550"/>
          <p14:tracePt t="274670" x="4254500" y="5918200"/>
          <p14:tracePt t="274701" x="4210050" y="5949950"/>
          <p14:tracePt t="274751" x="4140200" y="6000750"/>
          <p14:tracePt t="274770" x="4121150" y="6013450"/>
          <p14:tracePt t="274801" x="4083050" y="6038850"/>
          <p14:tracePt t="274822" x="4038600" y="6051550"/>
          <p14:tracePt t="274855" x="3892550" y="6102350"/>
          <p14:tracePt t="274874" x="3797300" y="6134100"/>
          <p14:tracePt t="274902" x="3670300" y="6191250"/>
          <p14:tracePt t="274950" x="3441700" y="6286500"/>
          <p14:tracePt t="274986" x="3365500" y="6324600"/>
          <p14:tracePt t="275019" x="3327400" y="6343650"/>
          <p14:tracePt t="275038" x="3314700" y="6350000"/>
          <p14:tracePt t="275071" x="3308350" y="6350000"/>
          <p14:tracePt t="275166" x="3308350" y="6356350"/>
          <p14:tracePt t="275299" x="3333750" y="6356350"/>
          <p14:tracePt t="275333" x="3346450" y="6350000"/>
          <p14:tracePt t="275366" x="3378200" y="6337300"/>
          <p14:tracePt t="275386" x="3409950" y="6330950"/>
          <p14:tracePt t="275403" x="3429000" y="6324600"/>
          <p14:tracePt t="275449" x="3511550" y="6305550"/>
          <p14:tracePt t="275481" x="3549650" y="6305550"/>
          <p14:tracePt t="275503" x="3562350" y="6305550"/>
          <p14:tracePt t="275534" x="3613150" y="6299200"/>
          <p14:tracePt t="275565" x="3663950" y="6299200"/>
          <p14:tracePt t="275598" x="3892550" y="6280150"/>
          <p14:tracePt t="275631" x="4121150" y="6280150"/>
          <p14:tracePt t="275664" x="4356100" y="6280150"/>
          <p14:tracePt t="275698" x="4699000" y="6299200"/>
          <p14:tracePt t="275731" x="4991100" y="6324600"/>
          <p14:tracePt t="275764" x="5334000" y="6324600"/>
          <p14:tracePt t="275797" x="5676900" y="6324600"/>
          <p14:tracePt t="275831" x="5899150" y="6311900"/>
          <p14:tracePt t="275864" x="6070600" y="6292850"/>
          <p14:tracePt t="275897" x="6121400" y="6286500"/>
          <p14:tracePt t="275931" x="6203950" y="6286500"/>
          <p14:tracePt t="275965" x="6261100" y="6286500"/>
          <p14:tracePt t="275998" x="6299200" y="6280150"/>
          <p14:tracePt t="276030" x="6318250" y="6280150"/>
          <p14:tracePt t="276063" x="6330950" y="6273800"/>
          <p14:tracePt t="276147" x="6286500" y="6273800"/>
          <p14:tracePt t="276180" x="6197600" y="6292850"/>
          <p14:tracePt t="276198" x="6134100" y="6299200"/>
          <p14:tracePt t="276229" x="5537200" y="6369050"/>
          <p14:tracePt t="276262" x="4756150" y="6445250"/>
          <p14:tracePt t="276296" x="4216400" y="6483350"/>
          <p14:tracePt t="276329" x="3822700" y="6483350"/>
          <p14:tracePt t="276351" x="3714750" y="6496050"/>
          <p14:tracePt t="276381" x="3632200" y="6496050"/>
          <p14:tracePt t="276399" x="3606800" y="6502400"/>
          <p14:tracePt t="276431" x="3600450" y="6502400"/>
          <p14:tracePt t="276495" x="3600450" y="6489700"/>
          <p14:tracePt t="276513" x="3606800" y="6483350"/>
          <p14:tracePt t="276578" x="3619500" y="6457950"/>
          <p14:tracePt t="276599" x="3625850" y="6457950"/>
          <p14:tracePt t="278704" x="3530600" y="6457950"/>
          <p14:tracePt t="278725" x="3422650" y="6457950"/>
          <p14:tracePt t="278756" x="3308350" y="6457950"/>
          <p14:tracePt t="278787" x="3232150" y="6445250"/>
          <p14:tracePt t="278821" x="3213100" y="6432550"/>
          <p14:tracePt t="278853" x="3206750" y="6432550"/>
          <p14:tracePt t="278887" x="3213100" y="6413500"/>
          <p14:tracePt t="278920" x="3225800" y="6407150"/>
          <p14:tracePt t="278953" x="3232150" y="6394450"/>
          <p14:tracePt t="279003" x="3244850" y="6388100"/>
          <p14:tracePt t="279053" x="3257550" y="6381750"/>
          <p14:tracePt t="279103" x="3270250" y="6375400"/>
          <p14:tracePt t="279136" x="3282950" y="6369050"/>
          <p14:tracePt t="279169" x="3295650" y="6362700"/>
          <p14:tracePt t="279202" x="3314700" y="6356350"/>
          <p14:tracePt t="279252" x="3333750" y="6350000"/>
          <p14:tracePt t="279302" x="3346450" y="6350000"/>
          <p14:tracePt t="279335" x="3352800" y="6350000"/>
          <p14:tracePt t="279368" x="3359150" y="6350000"/>
          <p14:tracePt t="279401" x="3365500" y="6350000"/>
          <p14:tracePt t="279421" x="3371850" y="6350000"/>
          <p14:tracePt t="279535" x="3371850" y="6356350"/>
          <p14:tracePt t="279950" x="3384550" y="6356350"/>
          <p14:tracePt t="279983" x="3422650" y="6350000"/>
          <p14:tracePt t="280016" x="3435350" y="6337300"/>
          <p14:tracePt t="280050" x="3454400" y="6324600"/>
          <p14:tracePt t="280100" x="3467100" y="6318250"/>
          <p14:tracePt t="280149" x="3473450" y="6318250"/>
          <p14:tracePt t="280182" x="3479800" y="6318250"/>
          <p14:tracePt t="280265" x="3460750" y="6330950"/>
          <p14:tracePt t="280315" x="3435350" y="6343650"/>
          <p14:tracePt t="280348" x="3390900" y="6362700"/>
          <p14:tracePt t="280382" x="3302000" y="6400800"/>
          <p14:tracePt t="280415" x="3232150" y="6432550"/>
          <p14:tracePt t="280451" x="3194050" y="6445250"/>
          <p14:tracePt t="280515" x="3219450" y="6432550"/>
          <p14:tracePt t="280550" x="3257550" y="6426200"/>
          <p14:tracePt t="280583" x="3321050" y="6407150"/>
          <p14:tracePt t="280599" x="3346450" y="6400800"/>
          <p14:tracePt t="280619" x="3403600" y="6394450"/>
          <p14:tracePt t="280649" x="3536950" y="6375400"/>
          <p14:tracePt t="280680" x="3727450" y="6369050"/>
          <p14:tracePt t="280714" x="3949700" y="6356350"/>
          <p14:tracePt t="280750" x="4235450" y="6337300"/>
          <p14:tracePt t="280782" x="4362450" y="6330950"/>
          <p14:tracePt t="280813" x="4476750" y="6311900"/>
          <p14:tracePt t="280835" x="4533900" y="6311900"/>
          <p14:tracePt t="280868" x="4673600" y="6311900"/>
          <p14:tracePt t="280898" x="4806950" y="6318250"/>
          <p14:tracePt t="280946" x="5016500" y="6343650"/>
          <p14:tracePt t="280953" x="5073650" y="6350000"/>
          <p14:tracePt t="280981" x="5270500" y="6381750"/>
          <p14:tracePt t="281013" x="5492750" y="6413500"/>
          <p14:tracePt t="281063" x="5619750" y="6413500"/>
          <p14:tracePt t="281098" x="5715000" y="6426200"/>
          <p14:tracePt t="281131" x="5772150" y="6432550"/>
          <p14:tracePt t="281162" x="5835650" y="6432550"/>
          <p14:tracePt t="281184" x="5861050" y="6432550"/>
          <p14:tracePt t="281214" x="5892800" y="6432550"/>
          <p14:tracePt t="281262" x="5924550" y="6438900"/>
          <p14:tracePt t="281284" x="5937250" y="6438900"/>
          <p14:tracePt t="281314" x="5949950" y="6438900"/>
          <p14:tracePt t="281378" x="5962650" y="6438900"/>
          <p14:tracePt t="281461" x="5975350" y="6438900"/>
          <p14:tracePt t="281627" x="5975350" y="6432550"/>
          <p14:tracePt t="281710" x="5975350" y="6426200"/>
          <p14:tracePt t="281860" x="5975350" y="6419850"/>
          <p14:tracePt t="281893" x="5975350" y="6413500"/>
          <p14:tracePt t="281959" x="5969000" y="6413500"/>
          <p14:tracePt t="282009" x="5962650" y="6407150"/>
          <p14:tracePt t="282059" x="5956300" y="6407150"/>
          <p14:tracePt t="282092" x="5949950" y="6407150"/>
          <p14:tracePt t="282125" x="5943600" y="6407150"/>
          <p14:tracePt t="282225" x="5937250" y="6400800"/>
          <p14:tracePt t="282258" x="5949950" y="6400800"/>
          <p14:tracePt t="282292" x="5956300" y="6394450"/>
          <p14:tracePt t="282342" x="5962650" y="6388100"/>
          <p14:tracePt t="282375" x="5949950" y="6375400"/>
          <p14:tracePt t="282408" x="5905500" y="6362700"/>
          <p14:tracePt t="282441" x="5695950" y="6330950"/>
          <p14:tracePt t="282474" x="5429250" y="6305550"/>
          <p14:tracePt t="282494" x="5238750" y="6286500"/>
          <p14:tracePt t="282509" x="5048250" y="6280150"/>
          <p14:tracePt t="282541" x="4889500" y="6261100"/>
          <p14:tracePt t="282574" x="4660900" y="6261100"/>
          <p14:tracePt t="282607" x="4540250" y="6261100"/>
          <p14:tracePt t="282641" x="4425950" y="6267450"/>
          <p14:tracePt t="282674" x="4330700" y="6280150"/>
          <p14:tracePt t="282707" x="4241800" y="6299200"/>
          <p14:tracePt t="282740" x="4146550" y="6311900"/>
          <p14:tracePt t="282759" x="4121150" y="6318250"/>
          <p14:tracePt t="282791" x="4070350" y="6318250"/>
          <p14:tracePt t="282890" x="4114800" y="6318250"/>
          <p14:tracePt t="282923" x="4248150" y="6280150"/>
          <p14:tracePt t="282941" x="4318000" y="6267450"/>
          <p14:tracePt t="282973" x="4705350" y="6210300"/>
          <p14:tracePt t="282992" x="4819650" y="6197600"/>
          <p14:tracePt t="283022" x="5276850" y="6165850"/>
          <p14:tracePt t="283056" x="5530850" y="6165850"/>
          <p14:tracePt t="283089" x="5632450" y="6172200"/>
          <p14:tracePt t="283122" x="5645150" y="6172200"/>
          <p14:tracePt t="283172" x="5645150" y="6178550"/>
          <p14:tracePt t="283205" x="5638800" y="6178550"/>
          <p14:tracePt t="283255" x="5626100" y="6191250"/>
          <p14:tracePt t="283305" x="5619750" y="6191250"/>
          <p14:tracePt t="283354" x="5613400" y="6191250"/>
          <p14:tracePt t="283388" x="5607050" y="6191250"/>
          <p14:tracePt t="283421" x="5594350" y="6197600"/>
          <p14:tracePt t="283454" x="5588000" y="6203950"/>
          <p14:tracePt t="283969" x="5594350" y="6172200"/>
          <p14:tracePt t="284003" x="5607050" y="6134100"/>
          <p14:tracePt t="284024" x="5613400" y="6115050"/>
          <p14:tracePt t="284040" x="5613400" y="6108700"/>
          <p14:tracePt t="284071" x="5613400" y="6089650"/>
          <p14:tracePt t="284102" x="5613400" y="6057900"/>
          <p14:tracePt t="284152" x="5581650" y="5943600"/>
          <p14:tracePt t="284185" x="5480050" y="5740400"/>
          <p14:tracePt t="284218" x="5308600" y="5397500"/>
          <p14:tracePt t="284254" x="4787900" y="4686300"/>
          <p14:tracePt t="284287" x="4191000" y="3968750"/>
          <p14:tracePt t="284318" x="3930650" y="3683000"/>
          <p14:tracePt t="284339" x="3708400" y="3460750"/>
          <p14:tracePt t="284372" x="3346450" y="3168650"/>
          <p14:tracePt t="284403" x="3079750" y="2940050"/>
          <p14:tracePt t="284451" x="2736850" y="2717800"/>
          <p14:tracePt t="284472" x="2622550" y="2660650"/>
          <p14:tracePt t="284503" x="2527300" y="2603500"/>
          <p14:tracePt t="284535" x="2470150" y="2590800"/>
          <p14:tracePt t="284555" x="2444750" y="2584450"/>
          <p14:tracePt t="284603" x="2444750" y="2597150"/>
          <p14:tracePt t="284650" x="2438400" y="2622550"/>
          <p14:tracePt t="284672" x="2438400" y="2628900"/>
          <p14:tracePt t="284719" x="2457450" y="2635250"/>
          <p14:tracePt t="284733" x="2463800" y="2635250"/>
          <p14:tracePt t="284766" x="2495550" y="2622550"/>
          <p14:tracePt t="284788" x="2508250" y="2616200"/>
          <p14:tracePt t="284821" x="2571750" y="2571750"/>
          <p14:tracePt t="284866" x="2743200" y="2514600"/>
          <p14:tracePt t="284888" x="2952750" y="2457450"/>
          <p14:tracePt t="284904" x="3035300" y="2438400"/>
          <p14:tracePt t="284949" x="3251200" y="2393950"/>
          <p14:tracePt t="284982" x="3308350" y="2387600"/>
          <p14:tracePt t="285049" x="3302000" y="2393950"/>
          <p14:tracePt t="285082" x="3289300" y="2400300"/>
          <p14:tracePt t="285115" x="3289300" y="2406650"/>
          <p14:tracePt t="285148" x="3282950" y="2406650"/>
          <p14:tracePt t="285181" x="3276600" y="2413000"/>
          <p14:tracePt t="285215" x="3270250" y="2413000"/>
          <p14:tracePt t="285282" x="3263900" y="2413000"/>
          <p14:tracePt t="285331" x="3257550" y="2413000"/>
          <p14:tracePt t="285447" x="3251200" y="2413000"/>
          <p14:tracePt t="285663" x="3251200" y="2419350"/>
          <p14:tracePt t="285730" x="3251200" y="2425700"/>
          <p14:tracePt t="286295" x="3282950" y="2425700"/>
          <p14:tracePt t="286328" x="3333750" y="2425700"/>
          <p14:tracePt t="286361" x="3365500" y="2425700"/>
          <p14:tracePt t="286394" x="3384550" y="2425700"/>
          <p14:tracePt t="286444" x="3390900" y="2425700"/>
          <p14:tracePt t="286510" x="3390900" y="2432050"/>
          <p14:tracePt t="286530" x="3390900" y="2438400"/>
          <p14:tracePt t="286660" x="3397250" y="2438400"/>
          <p14:tracePt t="286693" x="3403600" y="2432050"/>
          <p14:tracePt t="286726" x="3422650" y="2432050"/>
          <p14:tracePt t="286760" x="3435350" y="2432050"/>
          <p14:tracePt t="286778" x="3441700" y="2425700"/>
          <p14:tracePt t="286826" x="3460750" y="2419350"/>
          <p14:tracePt t="286859" x="3473450" y="2419350"/>
          <p14:tracePt t="286892" x="3473450" y="2413000"/>
          <p14:tracePt t="286926" x="3486150" y="2406650"/>
          <p14:tracePt t="286959" x="3492500" y="2400300"/>
          <p14:tracePt t="286992" x="3498850" y="2400300"/>
          <p14:tracePt t="287025" x="3505200" y="2400300"/>
          <p14:tracePt t="287058" x="3517900" y="2406650"/>
          <p14:tracePt t="287092" x="3543300" y="2482850"/>
          <p14:tracePt t="287125" x="3714750" y="2921000"/>
          <p14:tracePt t="287143" x="3790950" y="3155950"/>
          <p14:tracePt t="287175" x="4178300" y="4521200"/>
          <p14:tracePt t="287208" x="4349750" y="5213350"/>
          <p14:tracePt t="287229" x="4483100" y="5727700"/>
          <p14:tracePt t="287260" x="4610100" y="6197600"/>
          <p14:tracePt t="287292" x="4629150" y="6280150"/>
          <p14:tracePt t="287324" x="4629150" y="6292850"/>
          <p14:tracePt t="287407" x="4622800" y="6305550"/>
          <p14:tracePt t="287429" x="4616450" y="6311900"/>
          <p14:tracePt t="287462" x="4591050" y="6337300"/>
          <p14:tracePt t="287492" x="4552950" y="6388100"/>
          <p14:tracePt t="287523" x="4464050" y="6457950"/>
          <p14:tracePt t="287546" x="4375150" y="6502400"/>
          <p14:tracePt t="287578" x="4210050" y="6546850"/>
          <p14:tracePt t="287608" x="4025900" y="6553200"/>
          <p14:tracePt t="287656" x="3810000" y="6515100"/>
          <p14:tracePt t="287677" x="3759200" y="6496050"/>
          <p14:tracePt t="287708" x="3695700" y="6470650"/>
          <p14:tracePt t="287725" x="3689350" y="6470650"/>
          <p14:tracePt t="287756" x="3657600" y="6457950"/>
          <p14:tracePt t="287778" x="3657600" y="6451600"/>
          <p14:tracePt t="287808" x="3638550" y="6445250"/>
          <p14:tracePt t="287856" x="3619500" y="6438900"/>
          <p14:tracePt t="287877" x="3594100" y="6426200"/>
          <p14:tracePt t="287910" x="3575050" y="6419850"/>
          <p14:tracePt t="287941" x="3536950" y="6407150"/>
          <p14:tracePt t="287972" x="3517900" y="6407150"/>
          <p14:tracePt t="287993" x="3517900" y="6400800"/>
          <p14:tracePt t="288055" x="3587750" y="6381750"/>
          <p14:tracePt t="288075" x="3670300" y="6375400"/>
          <p14:tracePt t="288121" x="4089400" y="6343650"/>
          <p14:tracePt t="288140" x="4381500" y="6330950"/>
          <p14:tracePt t="288171" x="4876800" y="6330950"/>
          <p14:tracePt t="288204" x="5378450" y="6337300"/>
          <p14:tracePt t="288226" x="5607050" y="6350000"/>
          <p14:tracePt t="288271" x="5994400" y="6337300"/>
          <p14:tracePt t="288304" x="6089650" y="6318250"/>
          <p14:tracePt t="288325" x="6127750" y="6318250"/>
          <p14:tracePt t="288371" x="6153150" y="6311900"/>
          <p14:tracePt t="288437" x="6146800" y="6305550"/>
          <p14:tracePt t="288470" x="6134100" y="6305550"/>
          <p14:tracePt t="288504" x="6108700" y="6305550"/>
          <p14:tracePt t="288536" x="6102350" y="6305550"/>
          <p14:tracePt t="288605" x="6089650" y="6311900"/>
          <p14:tracePt t="288653" x="6076950" y="6311900"/>
          <p14:tracePt t="288686" x="6070600" y="6311900"/>
          <p14:tracePt t="288736" x="6064250" y="6311900"/>
          <p14:tracePt t="288769" x="6057900" y="6318250"/>
          <p14:tracePt t="288819" x="6045200" y="6318250"/>
          <p14:tracePt t="288853" x="6026150" y="6318250"/>
          <p14:tracePt t="288885" x="5969000" y="6305550"/>
          <p14:tracePt t="290581" x="6000750" y="6311900"/>
          <p14:tracePt t="290598" x="6013450" y="6311900"/>
          <p14:tracePt t="290629" x="6070600" y="6330950"/>
          <p14:tracePt t="290648" x="6115050" y="6343650"/>
          <p14:tracePt t="290680" x="6203950" y="6369050"/>
          <p14:tracePt t="290698" x="6210300" y="6369050"/>
          <p14:tracePt t="290729" x="6216650" y="6369050"/>
          <p14:tracePt t="290765" x="6197600" y="6369050"/>
          <p14:tracePt t="290797" x="6172200" y="6375400"/>
          <p14:tracePt t="290829" x="6121400" y="6381750"/>
          <p14:tracePt t="290865" x="5899150" y="6419850"/>
          <p14:tracePt t="290897" x="5619750" y="6438900"/>
          <p14:tracePt t="290928" x="5321300" y="6457950"/>
          <p14:tracePt t="290950" x="5118100" y="6470650"/>
          <p14:tracePt t="290980" x="4851400" y="6477000"/>
          <p14:tracePt t="291012" x="4616450" y="6477000"/>
          <p14:tracePt t="291061" x="4419600" y="6470650"/>
          <p14:tracePt t="291097" x="4343400" y="6470650"/>
          <p14:tracePt t="291130" x="4260850" y="6470650"/>
          <p14:tracePt t="291177" x="4184650" y="6457950"/>
          <p14:tracePt t="291214" x="4102100" y="6457950"/>
          <p14:tracePt t="291261" x="4032250" y="6451600"/>
          <p14:tracePt t="291282" x="4013200" y="6445250"/>
          <p14:tracePt t="291313" x="3994150" y="6445250"/>
          <p14:tracePt t="291344" x="3968750" y="6445250"/>
          <p14:tracePt t="291365" x="3937000" y="6451600"/>
          <p14:tracePt t="291398" x="3886200" y="6445250"/>
          <p14:tracePt t="291428" x="3803650" y="6432550"/>
          <p14:tracePt t="291477" x="3670300" y="6413500"/>
          <p14:tracePt t="291498" x="3625850" y="6413500"/>
          <p14:tracePt t="291528" x="3600450" y="6413500"/>
          <p14:tracePt t="291576" x="3575050" y="6413500"/>
          <p14:tracePt t="291630" x="3587750" y="6413500"/>
          <p14:tracePt t="291661" x="3625850" y="6413500"/>
          <p14:tracePt t="291692" x="3752850" y="6400800"/>
          <p14:tracePt t="291714" x="3937000" y="6394450"/>
          <p14:tracePt t="291759" x="4489450" y="6369050"/>
          <p14:tracePt t="291792" x="5010150" y="6413500"/>
          <p14:tracePt t="291814" x="5264150" y="6445250"/>
          <p14:tracePt t="291844" x="5575300" y="6483350"/>
          <p14:tracePt t="291875" x="5842000" y="6502400"/>
          <p14:tracePt t="291909" x="5962650" y="6515100"/>
          <p14:tracePt t="291930" x="6057900" y="6515100"/>
          <p14:tracePt t="291975" x="6292850" y="6527800"/>
          <p14:tracePt t="292008" x="6388100" y="6521450"/>
          <p14:tracePt t="292030" x="6413500" y="6515100"/>
          <p14:tracePt t="292074" x="6438900" y="6502400"/>
          <p14:tracePt t="292108" x="6432550" y="6496050"/>
          <p14:tracePt t="292141" x="6413500" y="6515100"/>
          <p14:tracePt t="293619" x="6400800" y="6502400"/>
          <p14:tracePt t="293654" x="6299200" y="6426200"/>
          <p14:tracePt t="293685" x="6178550" y="6330950"/>
          <p14:tracePt t="293719" x="5962650" y="6159500"/>
          <p14:tracePt t="293752" x="5810250" y="6038850"/>
          <p14:tracePt t="293785" x="5410200" y="5759450"/>
          <p14:tracePt t="293818" x="5187950" y="5619750"/>
          <p14:tracePt t="293852" x="4959350" y="5480050"/>
          <p14:tracePt t="293885" x="4826000" y="5410200"/>
          <p14:tracePt t="293918" x="4718050" y="5321300"/>
          <p14:tracePt t="293952" x="4597400" y="5270500"/>
          <p14:tracePt t="293985" x="4419600" y="5219700"/>
          <p14:tracePt t="294018" x="4241800" y="5194300"/>
          <p14:tracePt t="294054" x="3937000" y="5207000"/>
          <p14:tracePt t="294086" x="3752850" y="5289550"/>
          <p14:tracePt t="294117" x="3632200" y="5397500"/>
          <p14:tracePt t="294154" x="3429000" y="5588000"/>
          <p14:tracePt t="294186" x="3282950" y="5702300"/>
          <p14:tracePt t="294217" x="3194050" y="5772150"/>
          <p14:tracePt t="294253" x="3181350" y="5791200"/>
          <p14:tracePt t="294668" x="3143250" y="5778500"/>
          <p14:tracePt t="294700" x="3079750" y="5740400"/>
          <p14:tracePt t="294732" x="3028950" y="5708650"/>
          <p14:tracePt t="294782" x="2946400" y="5657850"/>
          <p14:tracePt t="294801" x="2921000" y="5638800"/>
          <p14:tracePt t="294832" x="2895600" y="5626100"/>
          <p14:tracePt t="294853" x="2882900" y="5619750"/>
          <p14:tracePt t="294901" x="2876550" y="5619750"/>
          <p14:tracePt t="295048" x="2876550" y="5626100"/>
          <p14:tracePt t="295081" x="2876550" y="5632450"/>
          <p14:tracePt t="295117" x="2876550" y="5638800"/>
          <p14:tracePt t="295164" x="2882900" y="5651500"/>
          <p14:tracePt t="295197" x="2889250" y="5651500"/>
          <p14:tracePt t="295233" x="2889250" y="5664200"/>
          <p14:tracePt t="295296" x="2889250" y="5670550"/>
          <p14:tracePt t="295318" x="2889250" y="5676900"/>
          <p14:tracePt t="295363" x="2889250" y="5683250"/>
          <p14:tracePt t="295429" x="2889250" y="5695950"/>
          <p14:tracePt t="295479" x="2895600" y="5702300"/>
          <p14:tracePt t="295545" x="2901950" y="5708650"/>
          <p14:tracePt t="295612" x="2901950" y="5715000"/>
          <p14:tracePt t="295634" x="2908300" y="5715000"/>
          <p14:tracePt t="295695" x="2908300" y="5721350"/>
          <p14:tracePt t="295778" x="2914650" y="5721350"/>
          <p14:tracePt t="295811" x="2921000" y="5721350"/>
          <p14:tracePt t="295861" x="2927350" y="5721350"/>
          <p14:tracePt t="295928" x="2946400" y="5721350"/>
          <p14:tracePt t="295977" x="2959100" y="5715000"/>
          <p14:tracePt t="296027" x="2965450" y="5708650"/>
          <p14:tracePt t="296061" x="2971800" y="5702300"/>
          <p14:tracePt t="296094" x="2984500" y="5702300"/>
          <p14:tracePt t="296127" x="2990850" y="5695950"/>
          <p14:tracePt t="296162" x="2997200" y="5695950"/>
          <p14:tracePt t="296210" x="3003550" y="5689600"/>
          <p14:tracePt t="296244" x="3022600" y="5689600"/>
          <p14:tracePt t="296262" x="3041650" y="5683250"/>
          <p14:tracePt t="296293" x="3117850" y="5670550"/>
          <p14:tracePt t="296326" x="3314700" y="5651500"/>
          <p14:tracePt t="296360" x="3619500" y="5632450"/>
          <p14:tracePt t="296393" x="3981450" y="5600700"/>
          <p14:tracePt t="296426" x="4121150" y="5600700"/>
          <p14:tracePt t="296459" x="4184650" y="5600700"/>
          <p14:tracePt t="296492" x="4197350" y="5600700"/>
          <p14:tracePt t="296625" x="4210050" y="5607050"/>
          <p14:tracePt t="296660" x="4222750" y="5607050"/>
          <p14:tracePt t="296694" x="4248150" y="5607050"/>
          <p14:tracePt t="296725" x="4318000" y="5607050"/>
          <p14:tracePt t="296759" x="4476750" y="5619750"/>
          <p14:tracePt t="296792" x="4699000" y="5651500"/>
          <p14:tracePt t="296824" x="4978400" y="5676900"/>
          <p14:tracePt t="296858" x="5213350" y="5708650"/>
          <p14:tracePt t="296891" x="5327650" y="5715000"/>
          <p14:tracePt t="296924" x="5435600" y="5715000"/>
          <p14:tracePt t="296958" x="5486400" y="5715000"/>
          <p14:tracePt t="296991" x="5505450" y="5715000"/>
          <p14:tracePt t="297041" x="5511800" y="5708650"/>
          <p14:tracePt t="297091" x="5511800" y="5702300"/>
          <p14:tracePt t="297124" x="5505450" y="5702300"/>
          <p14:tracePt t="297159" x="5499100" y="5702300"/>
          <p14:tracePt t="297192" x="5492750" y="5702300"/>
          <p14:tracePt t="297273" x="5486400" y="5695950"/>
          <p14:tracePt t="297307" x="5480050" y="5695950"/>
          <p14:tracePt t="297340" x="5473700" y="5695950"/>
          <p14:tracePt t="297406" x="5461000" y="5689600"/>
          <p14:tracePt t="297439" x="5441950" y="5689600"/>
          <p14:tracePt t="297475" x="5378450" y="5689600"/>
          <p14:tracePt t="297508" x="5251450" y="5683250"/>
          <p14:tracePt t="297539" x="4946650" y="5670550"/>
          <p14:tracePt t="297575" x="4711700" y="5676900"/>
          <p14:tracePt t="297607" x="4406900" y="5695950"/>
          <p14:tracePt t="297639" x="4184650" y="5702300"/>
          <p14:tracePt t="297661" x="4070350" y="5721350"/>
          <p14:tracePt t="297690" x="3937000" y="5727700"/>
          <p14:tracePt t="297722" x="3816350" y="5727700"/>
          <p14:tracePt t="297743" x="3759200" y="5727700"/>
          <p14:tracePt t="297776" x="3663950" y="5708650"/>
          <p14:tracePt t="297807" x="3632200" y="5702300"/>
          <p14:tracePt t="297838" x="3594100" y="5695950"/>
          <p14:tracePt t="297888" x="3498850" y="5670550"/>
          <p14:tracePt t="297923" x="3460750" y="5670550"/>
          <p14:tracePt t="298519" x="3460750" y="5657850"/>
          <p14:tracePt t="298540" x="3454400" y="5651500"/>
          <p14:tracePt t="298585" x="3429000" y="5638800"/>
          <p14:tracePt t="298619" x="3371850" y="5600700"/>
          <p14:tracePt t="298637" x="3340100" y="5588000"/>
          <p14:tracePt t="298654" x="3276600" y="5549900"/>
          <p14:tracePt t="298671" x="3219450" y="5518150"/>
          <p14:tracePt t="298703" x="3124200" y="5480050"/>
          <p14:tracePt t="298735" x="3048000" y="5448300"/>
          <p14:tracePt t="298768" x="2927350" y="5410200"/>
          <p14:tracePt t="298801" x="2698750" y="5346700"/>
          <p14:tracePt t="298820" x="2641600" y="5327650"/>
          <p14:tracePt t="298851" x="2508250" y="5295900"/>
          <p14:tracePt t="298884" x="2463800" y="5289550"/>
          <p14:tracePt t="298917" x="2419350" y="5295900"/>
          <p14:tracePt t="298951" x="2368550" y="5308600"/>
          <p14:tracePt t="298984" x="2355850" y="5314950"/>
          <p14:tracePt t="299017" x="2349500" y="5314950"/>
          <p14:tracePt t="299050" x="2330450" y="5327650"/>
          <p14:tracePt t="301326" x="2343150" y="5365750"/>
          <p14:tracePt t="301345" x="2368550" y="5416550"/>
          <p14:tracePt t="301376" x="2413000" y="5492750"/>
          <p14:tracePt t="301409" x="2451100" y="5530850"/>
          <p14:tracePt t="301430" x="2489200" y="5549900"/>
          <p14:tracePt t="301475" x="2527300" y="5568950"/>
          <p14:tracePt t="301509" x="2546350" y="5588000"/>
          <p14:tracePt t="301530" x="2559050" y="5600700"/>
          <p14:tracePt t="301575" x="2597150" y="5626100"/>
          <p14:tracePt t="301608" x="2622550" y="5638800"/>
          <p14:tracePt t="301629" x="2641600" y="5651500"/>
          <p14:tracePt t="301660" x="2660650" y="5651500"/>
          <p14:tracePt t="301691" x="2686050" y="5651500"/>
          <p14:tracePt t="301724" x="2711450" y="5651500"/>
          <p14:tracePt t="301746" x="2730500" y="5651500"/>
          <p14:tracePt t="301791" x="2749550" y="5651500"/>
          <p14:tracePt t="301824" x="2755900" y="5651500"/>
          <p14:tracePt t="301890" x="2762250" y="5651500"/>
          <p14:tracePt t="301924" x="2781300" y="5651500"/>
          <p14:tracePt t="301973" x="2787650" y="5651500"/>
          <p14:tracePt t="302007" x="2794000" y="5651500"/>
          <p14:tracePt t="302057" x="2800350" y="5645150"/>
          <p14:tracePt t="302090" x="2806700" y="5638800"/>
          <p14:tracePt t="302123" x="2819400" y="5632450"/>
          <p14:tracePt t="302174" x="2832100" y="5626100"/>
          <p14:tracePt t="302224" x="2838450" y="5626100"/>
          <p14:tracePt t="302258" x="2851150" y="5619750"/>
          <p14:tracePt t="302289" x="2857500" y="5619750"/>
          <p14:tracePt t="302323" x="2863850" y="5619750"/>
          <p14:tracePt t="302422" x="2870200" y="5619750"/>
          <p14:tracePt t="302472" x="2870200" y="5626100"/>
          <p14:tracePt t="302505" x="2870200" y="5632450"/>
          <p14:tracePt t="302538" x="2863850" y="5638800"/>
          <p14:tracePt t="302572" x="2857500" y="5638800"/>
          <p14:tracePt t="302638" x="2857500" y="5645150"/>
          <p14:tracePt t="302787" x="2857500" y="5651500"/>
          <p14:tracePt t="302854" x="2851150" y="5657850"/>
          <p14:tracePt t="303056" x="2851150" y="5664200"/>
          <p14:tracePt t="303237" x="2857500" y="5664200"/>
          <p14:tracePt t="303353" x="2863850" y="5664200"/>
          <p14:tracePt t="303402" x="2870200" y="5664200"/>
          <p14:tracePt t="303551" x="2876550" y="5664200"/>
          <p14:tracePt t="303587" x="2889250" y="5670550"/>
          <p14:tracePt t="303620" x="2901950" y="5670550"/>
          <p14:tracePt t="303651" x="2914650" y="5676900"/>
          <p14:tracePt t="303687" x="2940050" y="5683250"/>
          <p14:tracePt t="303720" x="3054350" y="5727700"/>
          <p14:tracePt t="303737" x="3092450" y="5734050"/>
          <p14:tracePt t="303755" x="3194050" y="5759450"/>
          <p14:tracePt t="303789" x="3397250" y="5803900"/>
          <p14:tracePt t="303819" x="3492500" y="5829300"/>
          <p14:tracePt t="303850" x="3543300" y="5842000"/>
          <p14:tracePt t="303900" x="3606800" y="5861050"/>
          <p14:tracePt t="303919" x="3619500" y="5867400"/>
          <p14:tracePt t="303950" x="3632200" y="5880100"/>
          <p14:tracePt t="304000" x="3651250" y="5886450"/>
          <p14:tracePt t="304036" x="3663950" y="5899150"/>
          <p14:tracePt t="304068" x="3676650" y="5911850"/>
          <p14:tracePt t="304116" x="3702050" y="5937250"/>
          <p14:tracePt t="304152" x="3740150" y="5988050"/>
          <p14:tracePt t="304199" x="3835400" y="6083300"/>
          <p14:tracePt t="304221" x="3860800" y="6108700"/>
          <p14:tracePt t="304239" x="3898900" y="6146800"/>
          <p14:tracePt t="304282" x="3911600" y="6165850"/>
          <p14:tracePt t="304332" x="3924300" y="6172200"/>
          <p14:tracePt t="304631" x="3930650" y="6172200"/>
          <p14:tracePt t="304714" x="3943350" y="6172200"/>
          <p14:tracePt t="304747" x="3956050" y="6172200"/>
          <p14:tracePt t="304766" x="3968750" y="6172200"/>
          <p14:tracePt t="304814" x="3981450" y="6172200"/>
          <p14:tracePt t="304847" x="4051300" y="6184900"/>
          <p14:tracePt t="304880" x="4127500" y="6191250"/>
          <p14:tracePt t="304913" x="4235450" y="6216650"/>
          <p14:tracePt t="304946" x="4273550" y="6216650"/>
          <p14:tracePt t="304980" x="4279900" y="6216650"/>
          <p14:tracePt t="305013" x="4279900" y="6223000"/>
          <p14:tracePt t="305046" x="4260850" y="6223000"/>
          <p14:tracePt t="305079" x="4241800" y="6223000"/>
          <p14:tracePt t="305113" x="4229100" y="6223000"/>
          <p14:tracePt t="305146" x="4171950" y="6223000"/>
          <p14:tracePt t="305180" x="4127500" y="6223000"/>
          <p14:tracePt t="305212" x="4089400" y="6229350"/>
          <p14:tracePt t="305246" x="4070350" y="6235700"/>
          <p14:tracePt t="305266" x="4064000" y="6235700"/>
          <p14:tracePt t="305312" x="4064000" y="6242050"/>
          <p14:tracePt t="305345" x="4070350" y="6242050"/>
          <p14:tracePt t="305379" x="4121150" y="6242050"/>
          <p14:tracePt t="305412" x="4229100" y="6248400"/>
          <p14:tracePt t="305445" x="4413250" y="6261100"/>
          <p14:tracePt t="305478" x="4692650" y="6280150"/>
          <p14:tracePt t="305511" x="4876800" y="6305550"/>
          <p14:tracePt t="305544" x="5035550" y="6324600"/>
          <p14:tracePt t="305578" x="5149850" y="6337300"/>
          <p14:tracePt t="305611" x="5232400" y="6350000"/>
          <p14:tracePt t="305644" x="5321300" y="6350000"/>
          <p14:tracePt t="305678" x="5372100" y="6350000"/>
          <p14:tracePt t="305711" x="5429250" y="6350000"/>
          <p14:tracePt t="305744" x="5499100" y="6362700"/>
          <p14:tracePt t="305764" x="5543550" y="6362700"/>
          <p14:tracePt t="305794" x="5581650" y="6362700"/>
          <p14:tracePt t="305844" x="5600700" y="6362700"/>
          <p14:tracePt t="305877" x="5607050" y="6362700"/>
          <p14:tracePt t="305927" x="5613400" y="6356350"/>
          <p14:tracePt t="305960" x="5619750" y="6356350"/>
          <p14:tracePt t="310810" x="5708650" y="6318250"/>
          <p14:tracePt t="310814" x="5734050" y="6311900"/>
          <p14:tracePt t="310843" x="5810250" y="6267450"/>
          <p14:tracePt t="310876" x="5969000" y="6210300"/>
          <p14:tracePt t="310898" x="6019800" y="6191250"/>
          <p14:tracePt t="310928" x="6076950" y="6159500"/>
          <p14:tracePt t="310959" x="6102350" y="6153150"/>
          <p14:tracePt t="311009" x="6108700" y="6146800"/>
          <p14:tracePt t="311045" x="6108700" y="6140450"/>
          <p14:tracePt t="311244" x="6108700" y="6146800"/>
          <p14:tracePt t="311326" x="6102350" y="6153150"/>
          <p14:tracePt t="311824" x="6089650" y="6134100"/>
          <p14:tracePt t="311856" x="6026150" y="6057900"/>
          <p14:tracePt t="311889" x="5892800" y="5905500"/>
          <p14:tracePt t="311922" x="5670550" y="5613400"/>
          <p14:tracePt t="311956" x="5537200" y="5473700"/>
          <p14:tracePt t="311989" x="5441950" y="5410200"/>
          <p14:tracePt t="312022" x="5314950" y="5353050"/>
          <p14:tracePt t="312055" x="5219700" y="5340350"/>
          <p14:tracePt t="312089" x="5105400" y="5340350"/>
          <p14:tracePt t="312122" x="4953000" y="5340350"/>
          <p14:tracePt t="312155" x="4705350" y="5359400"/>
          <p14:tracePt t="312189" x="4305300" y="5410200"/>
          <p14:tracePt t="312221" x="4102100" y="5473700"/>
          <p14:tracePt t="312255" x="3803650" y="5581650"/>
          <p14:tracePt t="312289" x="3600450" y="5676900"/>
          <p14:tracePt t="312321" x="3397250" y="5791200"/>
          <p14:tracePt t="312356" x="3352800" y="5810250"/>
          <p14:tracePt t="312388" x="3333750" y="5816600"/>
          <p14:tracePt t="312421" x="3327400" y="5816600"/>
          <p14:tracePt t="312471" x="3352800" y="5791200"/>
          <p14:tracePt t="313119" x="3302000" y="5759450"/>
          <p14:tracePt t="313152" x="3244850" y="5734050"/>
          <p14:tracePt t="313185" x="3194050" y="5715000"/>
          <p14:tracePt t="313218" x="3162300" y="5702300"/>
          <p14:tracePt t="313252" x="3136900" y="5689600"/>
          <p14:tracePt t="313284" x="3130550" y="5689600"/>
          <p14:tracePt t="313318" x="3117850" y="5689600"/>
          <p14:tracePt t="313337" x="3117850" y="5683250"/>
          <p14:tracePt t="313487" x="3111500" y="5683250"/>
          <p14:tracePt t="313550" x="3111500" y="5676900"/>
          <p14:tracePt t="313617" x="3111500" y="5670550"/>
          <p14:tracePt t="313650" x="3098800" y="5657850"/>
          <p14:tracePt t="313686" x="3086100" y="5651500"/>
          <p14:tracePt t="313718" x="3054350" y="5619750"/>
          <p14:tracePt t="313750" x="3016250" y="5568950"/>
          <p14:tracePt t="313786" x="2959100" y="5505450"/>
          <p14:tracePt t="313818" x="2940050" y="5473700"/>
          <p14:tracePt t="313849" x="2933700" y="5473700"/>
          <p14:tracePt t="313870" x="2927350" y="5467350"/>
          <p14:tracePt t="313965" x="2927350" y="5480050"/>
          <p14:tracePt t="314001" x="2927350" y="5492750"/>
          <p14:tracePt t="314034" x="2927350" y="5499100"/>
          <p14:tracePt t="314065" x="2927350" y="5505450"/>
          <p14:tracePt t="314118" x="2933700" y="5524500"/>
          <p14:tracePt t="314150" x="2940050" y="5530850"/>
          <p14:tracePt t="314198" x="2965450" y="5549900"/>
          <p14:tracePt t="314219" x="2978150" y="5562600"/>
          <p14:tracePt t="314250" x="3073400" y="5626100"/>
          <p14:tracePt t="314281" x="3194050" y="5695950"/>
          <p14:tracePt t="314303" x="3314700" y="5772150"/>
          <p14:tracePt t="314336" x="3498850" y="5848350"/>
          <p14:tracePt t="314354" x="3594100" y="5880100"/>
          <p14:tracePt t="314397" x="3670300" y="5918200"/>
          <p14:tracePt t="314419" x="3676650" y="5924550"/>
          <p14:tracePt t="314497" x="3657600" y="5924550"/>
          <p14:tracePt t="314518" x="3638550" y="5918200"/>
          <p14:tracePt t="314566" x="3619500" y="5905500"/>
          <p14:tracePt t="314598" x="3562350" y="5886450"/>
          <p14:tracePt t="314630" x="3441700" y="5835650"/>
          <p14:tracePt t="314651" x="3365500" y="5803900"/>
          <p14:tracePt t="314696" x="3276600" y="5765800"/>
          <p14:tracePt t="314729" x="3232150" y="5753100"/>
          <p14:tracePt t="314751" x="3225800" y="5746750"/>
          <p14:tracePt t="314813" x="3219450" y="5746750"/>
          <p14:tracePt t="314912" x="3213100" y="5746750"/>
          <p14:tracePt t="314945" x="3206750" y="5746750"/>
          <p14:tracePt t="314967" x="3200400" y="5746750"/>
          <p14:tracePt t="315012" x="3187700" y="5740400"/>
          <p14:tracePt t="315045" x="3181350" y="5740400"/>
          <p14:tracePt t="315067" x="3175000" y="5734050"/>
          <p14:tracePt t="315128" x="3162300" y="5727700"/>
          <p14:tracePt t="315178" x="3149600" y="5727700"/>
          <p14:tracePt t="315211" x="3136900" y="5721350"/>
          <p14:tracePt t="315261" x="3130550" y="5715000"/>
          <p14:tracePt t="315311" x="3117850" y="5715000"/>
          <p14:tracePt t="315361" x="3105150" y="5715000"/>
          <p14:tracePt t="315510" x="3105150" y="5721350"/>
          <p14:tracePt t="315543" x="3105150" y="5740400"/>
          <p14:tracePt t="315577" x="3117850" y="5753100"/>
          <p14:tracePt t="315610" x="3136900" y="5778500"/>
          <p14:tracePt t="315643" x="3168650" y="5829300"/>
          <p14:tracePt t="315676" x="3194050" y="5861050"/>
          <p14:tracePt t="315710" x="3213100" y="5886450"/>
          <p14:tracePt t="315776" x="3225800" y="5886450"/>
          <p14:tracePt t="315809" x="3244850" y="5880100"/>
          <p14:tracePt t="315844" x="3270250" y="5867400"/>
          <p14:tracePt t="315861" x="3282950" y="5861050"/>
          <p14:tracePt t="315879" x="3321050" y="5842000"/>
          <p14:tracePt t="315909" x="3371850" y="5829300"/>
          <p14:tracePt t="315942" x="3422650" y="5810250"/>
          <p14:tracePt t="316008" x="3422650" y="5797550"/>
          <p14:tracePt t="316058" x="3416300" y="5784850"/>
          <p14:tracePt t="316125" x="3416300" y="5772150"/>
          <p14:tracePt t="316158" x="3416300" y="5765800"/>
          <p14:tracePt t="316274" x="3403600" y="5784850"/>
          <p14:tracePt t="316324" x="3384550" y="5797550"/>
          <p14:tracePt t="316357" x="3359150" y="5822950"/>
          <p14:tracePt t="316377" x="3321050" y="5854700"/>
          <p14:tracePt t="316393" x="3308350" y="5867400"/>
          <p14:tracePt t="316424" x="3244850" y="5918200"/>
          <p14:tracePt t="316457" x="3194050" y="5937250"/>
          <p14:tracePt t="316493" x="3162300" y="5918200"/>
          <p14:tracePt t="316525" x="3105150" y="5861050"/>
          <p14:tracePt t="316557" x="3054350" y="5797550"/>
          <p14:tracePt t="316593" x="3009900" y="5746750"/>
          <p14:tracePt t="316625" x="3003550" y="5727700"/>
          <p14:tracePt t="316692" x="3048000" y="5740400"/>
          <p14:tracePt t="316724" x="3092450" y="5759450"/>
          <p14:tracePt t="316756" x="3194050" y="5822950"/>
          <p14:tracePt t="316777" x="3276600" y="5861050"/>
          <p14:tracePt t="316808" x="3441700" y="5937250"/>
          <p14:tracePt t="316839" x="3505200" y="5962650"/>
          <p14:tracePt t="316873" x="3524250" y="5969000"/>
          <p14:tracePt t="316972" x="3530600" y="5969000"/>
          <p14:tracePt t="317204" x="3613150" y="6007100"/>
          <p14:tracePt t="317225" x="3663950" y="6026150"/>
          <p14:tracePt t="317256" x="3695700" y="6051550"/>
          <p14:tracePt t="317304" x="3689350" y="6057900"/>
          <p14:tracePt t="317325" x="3644900" y="6083300"/>
          <p14:tracePt t="317356" x="3473450" y="6146800"/>
          <p14:tracePt t="317404" x="3282950" y="6216650"/>
          <p14:tracePt t="317425" x="3263900" y="6216650"/>
          <p14:tracePt t="317486" x="3308350" y="6216650"/>
          <p14:tracePt t="317520" x="3409950" y="6210300"/>
          <p14:tracePt t="317541" x="3638550" y="6203950"/>
          <p14:tracePt t="317571" x="3917950" y="6216650"/>
          <p14:tracePt t="317619" x="4686300" y="6229350"/>
          <p14:tracePt t="317641" x="4857750" y="6223000"/>
          <p14:tracePt t="317671" x="4889500" y="6210300"/>
          <p14:tracePt t="317703" x="4826000" y="6223000"/>
          <p14:tracePt t="317736" x="4635500" y="6248400"/>
          <p14:tracePt t="317757" x="4464050" y="6267450"/>
          <p14:tracePt t="317802" x="4273550" y="6292850"/>
          <p14:tracePt t="317835" x="4381500" y="6261100"/>
          <p14:tracePt t="317857" x="4603750" y="6229350"/>
          <p14:tracePt t="317902" x="5524500" y="6159500"/>
          <p14:tracePt t="317935" x="5924550" y="6159500"/>
          <p14:tracePt t="317968" x="6032500" y="6153150"/>
          <p14:tracePt t="318002" x="5848350" y="6197600"/>
          <p14:tracePt t="318035" x="5353050" y="6343650"/>
          <p14:tracePt t="318068" x="5003800" y="6477000"/>
          <p14:tracePt t="318101" x="4902200" y="6527800"/>
          <p14:tracePt t="318135" x="5080000" y="6483350"/>
          <p14:tracePt t="318168" x="5581650" y="6413500"/>
          <p14:tracePt t="318201" x="5981700" y="6400800"/>
          <p14:tracePt t="318234" x="6038850" y="6394450"/>
          <p14:tracePt t="318267" x="5930900" y="6394450"/>
          <p14:tracePt t="318301" x="5518150" y="6394450"/>
          <p14:tracePt t="318334" x="4921250" y="6407150"/>
          <p14:tracePt t="318367" x="4806950" y="6407150"/>
          <p14:tracePt t="318400" x="4845050" y="6388100"/>
          <p14:tracePt t="318419" x="4991100" y="6356350"/>
          <p14:tracePt t="318450" x="5480050" y="6350000"/>
          <p14:tracePt t="318468" x="5588000" y="6362700"/>
          <p14:tracePt t="318500" x="5715000" y="6362700"/>
          <p14:tracePt t="318533" x="5664200" y="6356350"/>
          <p14:tracePt t="318566" x="5314950" y="6356350"/>
          <p14:tracePt t="318599" x="4635500" y="6369050"/>
          <p14:tracePt t="318633" x="4184650" y="6369050"/>
          <p14:tracePt t="318651" x="4165600" y="6362700"/>
          <p14:tracePt t="318683" x="4311650" y="6286500"/>
          <p14:tracePt t="318716" x="4540250" y="6254750"/>
          <p14:tracePt t="318749" x="5461000" y="6261100"/>
          <p14:tracePt t="318782" x="5772150" y="6261100"/>
          <p14:tracePt t="318816" x="5753100" y="6254750"/>
          <p14:tracePt t="318834" x="5715000" y="6254750"/>
          <p14:tracePt t="318865" x="4876800" y="6286500"/>
          <p14:tracePt t="318898" x="4095750" y="6362700"/>
          <p14:tracePt t="318917" x="3803650" y="6419850"/>
          <p14:tracePt t="318948" x="3638550" y="6451600"/>
          <p14:tracePt t="318982" x="3651250" y="6457950"/>
          <p14:tracePt t="319015" x="4241800" y="6400800"/>
          <p14:tracePt t="319048" x="5334000" y="6426200"/>
          <p14:tracePt t="319081" x="5956300" y="6419850"/>
          <p14:tracePt t="319114" x="6108700" y="6413500"/>
          <p14:tracePt t="319148" x="6076950" y="6407150"/>
          <p14:tracePt t="319181" x="6045200" y="6413500"/>
          <p14:tracePt t="319214" x="6007100" y="6419850"/>
          <p14:tracePt t="319247" x="6007100" y="6432550"/>
          <p14:tracePt t="319845" x="5994400" y="6394450"/>
          <p14:tracePt t="319879" x="5949950" y="6261100"/>
          <p14:tracePt t="319914" x="5854700" y="5969000"/>
          <p14:tracePt t="319932" x="5797550" y="5835650"/>
          <p14:tracePt t="319963" x="5441950" y="4902200"/>
          <p14:tracePt t="320012" x="5035550" y="4025900"/>
          <p14:tracePt t="320045" x="4794250" y="3619500"/>
          <p14:tracePt t="320078" x="4451350" y="3098800"/>
          <p14:tracePt t="320114" x="3873500" y="2393950"/>
          <p14:tracePt t="320146" x="3530600" y="1974850"/>
          <p14:tracePt t="320177" x="3206750" y="1638300"/>
          <p14:tracePt t="320199" x="2984500" y="1409700"/>
          <p14:tracePt t="320232" x="2647950" y="1066800"/>
          <p14:tracePt t="320262" x="2425700" y="876300"/>
          <p14:tracePt t="320310" x="2254250" y="717550"/>
          <p14:tracePt t="320331" x="2216150" y="685800"/>
          <p14:tracePt t="320393" x="2190750" y="685800"/>
          <p14:tracePt t="320415" x="2178050" y="685800"/>
          <p14:tracePt t="320433" x="2165350" y="692150"/>
          <p14:tracePt t="320461" x="2108200" y="711200"/>
          <p14:tracePt t="320509" x="1981200" y="781050"/>
          <p14:tracePt t="320531" x="1866900" y="825500"/>
          <p14:tracePt t="320564" x="1771650" y="863600"/>
          <p14:tracePt t="320594" x="1663700" y="920750"/>
          <p14:tracePt t="320611" x="1587500" y="965200"/>
          <p14:tracePt t="320631" x="1504950" y="990600"/>
          <p14:tracePt t="320664" x="1435100" y="1016000"/>
          <p14:tracePt t="320709" x="1289050" y="1047750"/>
          <p14:tracePt t="320742" x="1257300" y="1047750"/>
          <p14:tracePt t="320764" x="1250950" y="1047750"/>
          <p14:tracePt t="320858" x="1244600" y="1054100"/>
          <p14:tracePt t="321157" x="1162050" y="1092200"/>
          <p14:tracePt t="321191" x="1085850" y="1117600"/>
          <p14:tracePt t="321224" x="1054100" y="1136650"/>
          <p14:tracePt t="321257" x="1041400" y="1136650"/>
          <p14:tracePt t="321290" x="1054100" y="1136650"/>
          <p14:tracePt t="321323" x="1104900" y="1136650"/>
          <p14:tracePt t="321373" x="1193800" y="1136650"/>
          <p14:tracePt t="321406" x="1225550" y="1136650"/>
          <p14:tracePt t="321440" x="1314450" y="1143000"/>
          <p14:tracePt t="321474" x="1377950" y="1143000"/>
          <p14:tracePt t="321507" x="1447800" y="1143000"/>
          <p14:tracePt t="321539" x="1479550" y="1143000"/>
          <p14:tracePt t="321572" x="1504950" y="1143000"/>
          <p14:tracePt t="321606" x="1543050" y="1136650"/>
          <p14:tracePt t="321639" x="1555750" y="1136650"/>
          <p14:tracePt t="321672" x="1581150" y="1136650"/>
          <p14:tracePt t="321706" x="1631950" y="1136650"/>
          <p14:tracePt t="321739" x="1689100" y="1136650"/>
          <p14:tracePt t="321772" x="1797050" y="1136650"/>
          <p14:tracePt t="321805" x="1930400" y="1136650"/>
          <p14:tracePt t="321839" x="2063750" y="1136650"/>
          <p14:tracePt t="321871" x="2108200" y="1136650"/>
          <p14:tracePt t="321905" x="2127250" y="1136650"/>
          <p14:tracePt t="321938" x="2133600" y="1136650"/>
          <p14:tracePt t="321971" x="2108200" y="1136650"/>
          <p14:tracePt t="322005" x="2095500" y="1136650"/>
          <p14:tracePt t="322037" x="2082800" y="1149350"/>
          <p14:tracePt t="322370" x="2178050" y="1136650"/>
          <p14:tracePt t="322406" x="2527300" y="1130300"/>
          <p14:tracePt t="322439" x="2616200" y="1130300"/>
          <p14:tracePt t="322471" x="2717800" y="1117600"/>
          <p14:tracePt t="322506" x="2755900" y="1117600"/>
          <p14:tracePt t="322538" x="2774950" y="1117600"/>
          <p14:tracePt t="322569" x="2794000" y="1117600"/>
          <p14:tracePt t="322591" x="2813050" y="1117600"/>
          <p14:tracePt t="322621" x="2838450" y="1117600"/>
          <p14:tracePt t="322652" x="2870200" y="1117600"/>
          <p14:tracePt t="322685" x="2914650" y="1117600"/>
          <p14:tracePt t="322721" x="3009900" y="1104900"/>
          <p14:tracePt t="322738" x="3067050" y="1104900"/>
          <p14:tracePt t="322770" x="3149600" y="1098550"/>
          <p14:tracePt t="322790" x="3213100" y="1098550"/>
          <p14:tracePt t="322820" x="3302000" y="1092200"/>
          <p14:tracePt t="322852" x="3346450" y="1092200"/>
          <p14:tracePt t="322885" x="3365500" y="1092200"/>
          <p14:tracePt t="322938" x="3359150" y="1092200"/>
          <p14:tracePt t="322969" x="3327400" y="1085850"/>
          <p14:tracePt t="323300" x="3486150" y="1085850"/>
          <p14:tracePt t="323333" x="3727450" y="1079500"/>
          <p14:tracePt t="323355" x="3879850" y="1079500"/>
          <p14:tracePt t="323385" x="4044950" y="1079500"/>
          <p14:tracePt t="323433" x="4152900" y="1079500"/>
          <p14:tracePt t="323453" x="4171950" y="1079500"/>
          <p14:tracePt t="323487" x="4197350" y="1079500"/>
          <p14:tracePt t="323518" x="4222750" y="1079500"/>
          <p14:tracePt t="323549" x="4254500" y="1079500"/>
          <p14:tracePt t="323571" x="4267200" y="1079500"/>
          <p14:tracePt t="323615" x="4311650" y="1079500"/>
          <p14:tracePt t="323649" x="4343400" y="1079500"/>
          <p14:tracePt t="323667" x="4349750" y="1079500"/>
          <p14:tracePt t="323687" x="4375150" y="1079500"/>
          <p14:tracePt t="323732" x="4445000" y="1085850"/>
          <p14:tracePt t="323765" x="4578350" y="1085850"/>
          <p14:tracePt t="323786" x="4648200" y="1092200"/>
          <p14:tracePt t="323816" x="4756150" y="1092200"/>
          <p14:tracePt t="323848" x="4864100" y="1104900"/>
          <p14:tracePt t="323881" x="4959350" y="1111250"/>
          <p14:tracePt t="323914" x="5003800" y="1111250"/>
          <p14:tracePt t="323947" x="5099050" y="1104900"/>
          <p14:tracePt t="323981" x="5168900" y="1104900"/>
          <p14:tracePt t="324014" x="5257800" y="1104900"/>
          <p14:tracePt t="324032" x="5276850" y="1104900"/>
          <p14:tracePt t="324064" x="5372100" y="1104900"/>
          <p14:tracePt t="324097" x="5441950" y="1085850"/>
          <p14:tracePt t="324130" x="5518150" y="1079500"/>
          <p14:tracePt t="324164" x="5607050" y="1066800"/>
          <p14:tracePt t="324197" x="5664200" y="1066800"/>
          <p14:tracePt t="324230" x="5689600" y="1060450"/>
          <p14:tracePt t="324263" x="5702300" y="1060450"/>
          <p14:tracePt t="324296" x="5715000" y="1060450"/>
          <p14:tracePt t="324346" x="5727700" y="1060450"/>
          <p14:tracePt t="324413" x="5734050" y="1060450"/>
          <p14:tracePt t="324446" x="5759450" y="1060450"/>
          <p14:tracePt t="324481" x="5816600" y="1060450"/>
          <p14:tracePt t="324513" x="6064250" y="1060450"/>
          <p14:tracePt t="324546" x="6318250" y="1060450"/>
          <p14:tracePt t="324579" x="6597650" y="1035050"/>
          <p14:tracePt t="324612" x="6832600" y="1016000"/>
          <p14:tracePt t="324645" x="7029450" y="1003300"/>
          <p14:tracePt t="324678" x="7118350" y="990600"/>
          <p14:tracePt t="324712" x="7175500" y="984250"/>
          <p14:tracePt t="324745" x="7239000" y="971550"/>
          <p14:tracePt t="324778" x="7258050" y="971550"/>
          <p14:tracePt t="324811" x="7283450" y="977900"/>
          <p14:tracePt t="324845" x="7315200" y="984250"/>
          <p14:tracePt t="324878" x="7359650" y="990600"/>
          <p14:tracePt t="324911" x="7448550" y="1003300"/>
          <p14:tracePt t="324944" x="7569200" y="1016000"/>
          <p14:tracePt t="324977" x="7854950" y="1009650"/>
          <p14:tracePt t="325011" x="8013700" y="996950"/>
          <p14:tracePt t="325044" x="8153400" y="984250"/>
          <p14:tracePt t="325063" x="8172450" y="984250"/>
          <p14:tracePt t="325094" x="8223250" y="984250"/>
          <p14:tracePt t="325144" x="8248650" y="990600"/>
          <p14:tracePt t="325177" x="8255000" y="996950"/>
          <p14:tracePt t="325210" x="8267700" y="996950"/>
          <p14:tracePt t="325309" x="8274050" y="1003300"/>
          <p14:tracePt t="325376" x="8274050" y="1009650"/>
          <p14:tracePt t="325412" x="8255000" y="1009650"/>
          <p14:tracePt t="325444" x="8210550" y="1009650"/>
          <p14:tracePt t="325461" x="8172450" y="1016000"/>
          <p14:tracePt t="325494" x="7747000" y="1066800"/>
          <p14:tracePt t="325526" x="6972300" y="1066800"/>
          <p14:tracePt t="325559" x="5892800" y="1009650"/>
          <p14:tracePt t="325592" x="4413250" y="889000"/>
          <p14:tracePt t="325611" x="4127500" y="876300"/>
          <p14:tracePt t="325642" x="3492500" y="863600"/>
          <p14:tracePt t="325675" x="3105150" y="876300"/>
          <p14:tracePt t="325696" x="2863850" y="889000"/>
          <p14:tracePt t="325727" x="2457450" y="908050"/>
          <p14:tracePt t="325758" x="2222500" y="927100"/>
          <p14:tracePt t="325791" x="1930400" y="946150"/>
          <p14:tracePt t="325827" x="1670050" y="984250"/>
          <p14:tracePt t="325860" x="1466850" y="1035050"/>
          <p14:tracePt t="325891" x="1231900" y="1111250"/>
          <p14:tracePt t="325927" x="1047750" y="1206500"/>
          <p14:tracePt t="325960" x="927100" y="1276350"/>
          <p14:tracePt t="325991" x="882650" y="1314450"/>
          <p14:tracePt t="326012" x="869950" y="1333500"/>
          <p14:tracePt t="326042" x="857250" y="1339850"/>
          <p14:tracePt t="326073" x="857250" y="1346200"/>
          <p14:tracePt t="326127" x="857250" y="1358900"/>
          <p14:tracePt t="326159" x="876300" y="1358900"/>
          <p14:tracePt t="326190" x="914400" y="1365250"/>
          <p14:tracePt t="326212" x="939800" y="1365250"/>
          <p14:tracePt t="326242" x="1009650" y="1365250"/>
          <p14:tracePt t="326276" x="1130300" y="1377950"/>
          <p14:tracePt t="326323" x="1422400" y="1416050"/>
          <p14:tracePt t="326359" x="1524000" y="1416050"/>
          <p14:tracePt t="326391" x="1543050" y="1416050"/>
          <p14:tracePt t="326422" x="1574800" y="1416050"/>
          <p14:tracePt t="326444" x="1587500" y="1416050"/>
          <p14:tracePt t="326462" x="1625600" y="1422400"/>
          <p14:tracePt t="326491" x="1657350" y="1422400"/>
          <p14:tracePt t="326539" x="1822450" y="1428750"/>
          <p14:tracePt t="326560" x="1892300" y="1435100"/>
          <p14:tracePt t="326591" x="1962150" y="1447800"/>
          <p14:tracePt t="326638" x="1993900" y="1454150"/>
          <p14:tracePt t="326660" x="2012950" y="1466850"/>
          <p14:tracePt t="326690" x="2051050" y="1473200"/>
          <p14:tracePt t="326721" x="2133600" y="1479550"/>
          <p14:tracePt t="326755" x="2286000" y="1485900"/>
          <p14:tracePt t="326776" x="2419350" y="1498600"/>
          <p14:tracePt t="326821" x="2590800" y="1498600"/>
          <p14:tracePt t="326854" x="2628900" y="1498600"/>
          <p14:tracePt t="326971" x="2641600" y="1498600"/>
          <p14:tracePt t="326990" x="2647950" y="1498600"/>
          <p14:tracePt t="327020" x="2667000" y="1498600"/>
          <p14:tracePt t="327054" x="2705100" y="1498600"/>
          <p14:tracePt t="327072" x="2743200" y="1498600"/>
          <p14:tracePt t="327120" x="2813050" y="1498600"/>
          <p14:tracePt t="327153" x="2857500" y="1498600"/>
          <p14:tracePt t="327186" x="2882900" y="1492250"/>
          <p14:tracePt t="327219" x="2921000" y="1492250"/>
          <p14:tracePt t="327253" x="3009900" y="1485900"/>
          <p14:tracePt t="327286" x="3086100" y="1485900"/>
          <p14:tracePt t="327319" x="3130550" y="1485900"/>
          <p14:tracePt t="327353" x="3162300" y="1492250"/>
          <p14:tracePt t="327386" x="3168650" y="1492250"/>
          <p14:tracePt t="327469" x="3181350" y="1492250"/>
          <p14:tracePt t="327488" x="3187700" y="1492250"/>
          <p14:tracePt t="327520" x="3194050" y="1492250"/>
          <p14:tracePt t="327552" x="3200400" y="1492250"/>
          <p14:tracePt t="327585" x="3213100" y="1492250"/>
          <p14:tracePt t="327618" x="3232150" y="1492250"/>
          <p14:tracePt t="327651" x="3289300" y="1485900"/>
          <p14:tracePt t="327685" x="3321050" y="1479550"/>
          <p14:tracePt t="327718" x="3378200" y="1479550"/>
          <p14:tracePt t="327751" x="3409950" y="1473200"/>
          <p14:tracePt t="327784" x="3422650" y="1473200"/>
          <p14:tracePt t="327818" x="3435350" y="1473200"/>
          <p14:tracePt t="327851" x="3448050" y="1473200"/>
          <p14:tracePt t="327901" x="3454400" y="1473200"/>
          <p14:tracePt t="327951" x="3454400" y="1479550"/>
          <p14:tracePt t="327984" x="3448050" y="1485900"/>
          <p14:tracePt t="328283" x="3556000" y="1485900"/>
          <p14:tracePt t="328316" x="3746500" y="1485900"/>
          <p14:tracePt t="328349" x="4070350" y="1454150"/>
          <p14:tracePt t="328382" x="4254500" y="1435100"/>
          <p14:tracePt t="328416" x="4324350" y="1435100"/>
          <p14:tracePt t="328449" x="4330700" y="1435100"/>
          <p14:tracePt t="328550" x="4349750" y="1428750"/>
          <p14:tracePt t="328582" x="4381500" y="1422400"/>
          <p14:tracePt t="328618" x="4445000" y="1422400"/>
          <p14:tracePt t="328650" x="4495800" y="1422400"/>
          <p14:tracePt t="328681" x="4533900" y="1422400"/>
          <p14:tracePt t="328717" x="4565650" y="1422400"/>
          <p14:tracePt t="328749" x="4578350" y="1422400"/>
          <p14:tracePt t="328797" x="4584700" y="1422400"/>
          <p14:tracePt t="328831" x="4597400" y="1422400"/>
          <p14:tracePt t="328864" x="4610100" y="1422400"/>
          <p14:tracePt t="328897" x="4648200" y="1422400"/>
          <p14:tracePt t="328933" x="4743450" y="1422400"/>
          <p14:tracePt t="328966" x="4940300" y="1435100"/>
          <p14:tracePt t="328997" x="5035550" y="1441450"/>
          <p14:tracePt t="329016" x="5118100" y="1447800"/>
          <p14:tracePt t="329047" x="5213350" y="1454150"/>
          <p14:tracePt t="329080" x="5283200" y="1460500"/>
          <p14:tracePt t="329101" x="5308600" y="1460500"/>
          <p14:tracePt t="329132" x="5340350" y="1466850"/>
          <p14:tracePt t="329163" x="5359400" y="1466850"/>
          <p14:tracePt t="329197" x="5397500" y="1473200"/>
          <p14:tracePt t="329218" x="5410200" y="1473200"/>
          <p14:tracePt t="329263" x="5422900" y="1473200"/>
          <p14:tracePt t="329296" x="5435600" y="1473200"/>
          <p14:tracePt t="329332" x="5441950" y="1473200"/>
          <p14:tracePt t="329412" x="5448300" y="1473200"/>
          <p14:tracePt t="329529" x="5441950" y="1473200"/>
          <p14:tracePt t="329811" x="5607050" y="1473200"/>
          <p14:tracePt t="329829" x="5670550" y="1473200"/>
          <p14:tracePt t="329861" x="6051550" y="1428750"/>
          <p14:tracePt t="329882" x="6248400" y="1403350"/>
          <p14:tracePt t="329927" x="6445250" y="1371600"/>
          <p14:tracePt t="329960" x="6572250" y="1358900"/>
          <p14:tracePt t="329982" x="6635750" y="1358900"/>
          <p14:tracePt t="330027" x="6699250" y="1358900"/>
          <p14:tracePt t="330050" x="6731000" y="1358900"/>
          <p14:tracePt t="330084" x="6756400" y="1365250"/>
          <p14:tracePt t="330112" x="6775450" y="1371600"/>
          <p14:tracePt t="330143" x="6819900" y="1377950"/>
          <p14:tracePt t="330176" x="6858000" y="1384300"/>
          <p14:tracePt t="330198" x="6889750" y="1384300"/>
          <p14:tracePt t="330243" x="7035800" y="1397000"/>
          <p14:tracePt t="330276" x="7169150" y="1416050"/>
          <p14:tracePt t="330298" x="7251700" y="1435100"/>
          <p14:tracePt t="330328" x="7340600" y="1447800"/>
          <p14:tracePt t="330358" x="7416800" y="1447800"/>
          <p14:tracePt t="330392" x="7486650" y="1447800"/>
          <p14:tracePt t="330426" x="7575550" y="1454150"/>
          <p14:tracePt t="330459" x="7639050" y="1466850"/>
          <p14:tracePt t="330492" x="7708900" y="1466850"/>
          <p14:tracePt t="330525" x="7772400" y="1466850"/>
          <p14:tracePt t="330560" x="7829550" y="1466850"/>
          <p14:tracePt t="330591" x="7899400" y="1454150"/>
          <p14:tracePt t="330624" x="7981950" y="1454150"/>
          <p14:tracePt t="330658" x="8070850" y="1447800"/>
          <p14:tracePt t="330691" x="8147050" y="1447800"/>
          <p14:tracePt t="330725" x="8223250" y="1441450"/>
          <p14:tracePt t="330743" x="8242300" y="1441450"/>
          <p14:tracePt t="330774" x="8286750" y="1441450"/>
          <p14:tracePt t="330793" x="8299450" y="1447800"/>
          <p14:tracePt t="330824" x="8324850" y="1447800"/>
          <p14:tracePt t="330857" x="8331200" y="1447800"/>
          <p14:tracePt t="330891" x="8350250" y="1454150"/>
          <p14:tracePt t="330957" x="8356600" y="1454150"/>
          <p14:tracePt t="331073" x="8356600" y="1460500"/>
          <p14:tracePt t="331123" x="8350250" y="1460500"/>
          <p14:tracePt t="331156" x="8318500" y="1466850"/>
          <p14:tracePt t="331190" x="8235950" y="1485900"/>
          <p14:tracePt t="331223" x="7981950" y="1524000"/>
          <p14:tracePt t="331256" x="7480300" y="1593850"/>
          <p14:tracePt t="331289" x="6521450" y="1860550"/>
          <p14:tracePt t="331323" x="5867400" y="2076450"/>
          <p14:tracePt t="331358" x="5353050" y="2292350"/>
          <p14:tracePt t="331389" x="5156200" y="2438400"/>
          <p14:tracePt t="331422" x="5054600" y="2597150"/>
          <p14:tracePt t="331456" x="4946650" y="2889250"/>
          <p14:tracePt t="331474" x="4927600" y="2971800"/>
          <p14:tracePt t="331505" x="4813300" y="3257550"/>
          <p14:tracePt t="332003" x="4832350" y="3441700"/>
          <p14:tracePt t="332039" x="4806950" y="3740150"/>
          <p14:tracePt t="332072" x="4768850" y="3911600"/>
          <p14:tracePt t="332103" x="4635500" y="4241800"/>
          <p14:tracePt t="332139" x="4502150" y="4527550"/>
          <p14:tracePt t="332171" x="4394200" y="4724400"/>
          <p14:tracePt t="332188" x="4356100" y="4768850"/>
          <p14:tracePt t="332236" x="4210050" y="5041900"/>
          <p14:tracePt t="332269" x="4127500" y="5162550"/>
          <p14:tracePt t="332302" x="4095750" y="5219700"/>
          <p14:tracePt t="332324" x="4083050" y="5245100"/>
          <p14:tracePt t="332354" x="4076700" y="5251450"/>
          <p14:tracePt t="332401" x="4070350" y="5257800"/>
          <p14:tracePt t="332452" x="4057650" y="5283200"/>
          <p14:tracePt t="332470" x="4038600" y="5314950"/>
          <p14:tracePt t="332502" x="3975100" y="5422900"/>
          <p14:tracePt t="332523" x="3943350" y="5486400"/>
          <p14:tracePt t="332540" x="3930650" y="5524500"/>
          <p14:tracePt t="332573" x="3867150" y="5645150"/>
          <p14:tracePt t="332603" x="3835400" y="5689600"/>
          <p14:tracePt t="332651" x="3803650" y="5759450"/>
          <p14:tracePt t="332687" x="3803650" y="5772150"/>
          <p14:tracePt t="332734" x="3797300" y="5797550"/>
          <p14:tracePt t="332755" x="3790950" y="5822950"/>
          <p14:tracePt t="332788" x="3778250" y="5886450"/>
          <p14:tracePt t="368759" x="3765550" y="5886450"/>
          <p14:tracePt t="368792" x="3746500" y="5886450"/>
          <p14:tracePt t="368825" x="3733800" y="5892800"/>
          <p14:tracePt t="368859" x="3721100" y="5899150"/>
          <p14:tracePt t="368892" x="3714750" y="5899150"/>
          <p14:tracePt t="368925" x="3708400" y="5937250"/>
          <p14:tracePt t="368958" x="3708400" y="5988050"/>
          <p14:tracePt t="368991" x="3721100" y="6045200"/>
          <p14:tracePt t="369025" x="3765550" y="6108700"/>
          <p14:tracePt t="369058" x="3924300" y="6223000"/>
          <p14:tracePt t="369091" x="4076700" y="6305550"/>
          <p14:tracePt t="369110" x="4133850" y="6311900"/>
          <p14:tracePt t="369141" x="4241800" y="6330950"/>
          <p14:tracePt t="369174" x="4298950" y="6311900"/>
          <p14:tracePt t="369207" x="4324350" y="6267450"/>
          <p14:tracePt t="369241" x="4337050" y="6235700"/>
          <p14:tracePt t="369274" x="4337050" y="6216650"/>
          <p14:tracePt t="369324" x="4318000" y="6216650"/>
          <p14:tracePt t="369357" x="4298950" y="6229350"/>
          <p14:tracePt t="386515" x="4292600" y="6191250"/>
          <p14:tracePt t="386548" x="4273550" y="6115050"/>
          <p14:tracePt t="386582" x="4235450" y="5988050"/>
          <p14:tracePt t="386600" x="4210050" y="5911850"/>
          <p14:tracePt t="386631" x="4127500" y="5676900"/>
          <p14:tracePt t="386667" x="4032250" y="5448300"/>
          <p14:tracePt t="386700" x="3937000" y="5257800"/>
          <p14:tracePt t="386731" x="3892550" y="5124450"/>
          <p14:tracePt t="386767" x="3886200" y="5099050"/>
          <p14:tracePt t="386799" x="3886200" y="5092700"/>
          <p14:tracePt t="386831" x="3879850" y="5099050"/>
          <p14:tracePt t="386852" x="3873500" y="5105400"/>
          <p14:tracePt t="386882" x="3873500" y="5118100"/>
          <p14:tracePt t="386913" x="3848100" y="5162550"/>
          <p14:tracePt t="386946" x="3829050" y="5168900"/>
          <p14:tracePt t="458101" x="3575050" y="4991100"/>
          <p14:tracePt t="458134" x="3219450" y="4705350"/>
          <p14:tracePt t="458167" x="2870200" y="4445000"/>
          <p14:tracePt t="458200" x="2552700" y="4267200"/>
          <p14:tracePt t="458234" x="2298700" y="4159250"/>
          <p14:tracePt t="458267" x="2178050" y="4146550"/>
          <p14:tracePt t="458301" x="2032000" y="4121150"/>
          <p14:tracePt t="458333" x="1898650" y="4108450"/>
          <p14:tracePt t="458366" x="1778000" y="4108450"/>
          <p14:tracePt t="458400" x="1676400" y="4133850"/>
          <p14:tracePt t="458433" x="1651000" y="4146550"/>
          <p14:tracePt t="458566" x="1663700" y="4146550"/>
          <p14:tracePt t="458599" x="1695450" y="4152900"/>
          <p14:tracePt t="462884" x="1797050" y="4095750"/>
          <p14:tracePt t="462921" x="1905000" y="4013200"/>
          <p14:tracePt t="462953" x="1949450" y="3975100"/>
          <p14:tracePt t="462987" x="2019300" y="3898900"/>
          <p14:tracePt t="463019" x="2044700" y="3867150"/>
          <p14:tracePt t="463050" x="2057400" y="3860800"/>
          <p14:tracePt t="463072" x="2063750" y="3854450"/>
          <p14:tracePt t="463120" x="2082800" y="3860800"/>
          <p14:tracePt t="463152" x="2101850" y="3867150"/>
          <p14:tracePt t="463200" x="2108200" y="3873500"/>
          <p14:tracePt t="463204" x="2114550" y="3873500"/>
          <p14:tracePt t="463250" x="2127250" y="3886200"/>
          <p14:tracePt t="463283" x="2152650" y="3911600"/>
          <p14:tracePt t="463304" x="2197100" y="3949700"/>
          <p14:tracePt t="463335" x="2317750" y="4114800"/>
          <p14:tracePt t="463382" x="2571750" y="4527550"/>
          <p14:tracePt t="463401" x="2628900" y="4622800"/>
          <p14:tracePt t="463420" x="2768600" y="4838700"/>
          <p14:tracePt t="463451" x="2921000" y="5073650"/>
          <p14:tracePt t="463499" x="3035300" y="5213350"/>
          <p14:tracePt t="463520" x="3041650" y="5219700"/>
          <p14:tracePt t="463565" x="3054350" y="5207000"/>
          <p14:tracePt t="463615" x="3067050" y="5194300"/>
          <p14:tracePt t="463637" x="3073400" y="5187950"/>
          <p14:tracePt t="463681" x="3098800" y="5187950"/>
          <p14:tracePt t="463701" x="3124200" y="5181600"/>
          <p14:tracePt t="463736" x="3238500" y="5181600"/>
          <p14:tracePt t="463766" x="3371850" y="5181600"/>
          <p14:tracePt t="463798" x="3511550" y="5181600"/>
          <p14:tracePt t="463831" x="3606800" y="5181600"/>
          <p14:tracePt t="463852" x="3676650" y="5181600"/>
          <p14:tracePt t="463897" x="3835400" y="5238750"/>
          <p14:tracePt t="463931" x="4140200" y="5435600"/>
          <p14:tracePt t="463953" x="4254500" y="5549900"/>
          <p14:tracePt t="463982" x="4375150" y="5689600"/>
          <p14:tracePt t="464013" x="4432300" y="5746750"/>
          <p14:tracePt t="464037" x="4432300" y="5759450"/>
          <p14:tracePt t="464098" x="4413250" y="5759450"/>
          <p14:tracePt t="464131" x="4381500" y="5759450"/>
          <p14:tracePt t="464163" x="4337050" y="5765800"/>
          <p14:tracePt t="464196" x="4191000" y="5784850"/>
          <p14:tracePt t="464229" x="3949700" y="5822950"/>
          <p14:tracePt t="464263" x="3841750" y="5829300"/>
          <p14:tracePt t="464296" x="3797300" y="5835650"/>
          <p14:tracePt t="464379" x="3810000" y="5842000"/>
          <p14:tracePt t="464412" x="3867150" y="5848350"/>
          <p14:tracePt t="464445" x="3981450" y="5880100"/>
          <p14:tracePt t="464479" x="4133850" y="5924550"/>
          <p14:tracePt t="464512" x="4165600" y="5937250"/>
          <p14:tracePt t="464562" x="4089400" y="5937250"/>
          <p14:tracePt t="464595" x="3803650" y="5924550"/>
          <p14:tracePt t="464628" x="3340100" y="5911850"/>
          <p14:tracePt t="464661" x="3168650" y="5911850"/>
          <p14:tracePt t="464695" x="3149600" y="5911850"/>
          <p14:tracePt t="464729" x="3244850" y="5911850"/>
          <p14:tracePt t="464761" x="3841750" y="5962650"/>
          <p14:tracePt t="464795" x="4508500" y="6007100"/>
          <p14:tracePt t="464827" x="5010150" y="6007100"/>
          <p14:tracePt t="464861" x="5251450" y="5994400"/>
          <p14:tracePt t="464894" x="5264150" y="5988050"/>
          <p14:tracePt t="464960" x="5245100" y="5988050"/>
          <p14:tracePt t="464994" x="5238750" y="5988050"/>
          <p14:tracePt t="465043" x="5232400" y="5994400"/>
          <p14:tracePt t="465077" x="5219700" y="5994400"/>
          <p14:tracePt t="465110" x="5207000" y="5994400"/>
          <p14:tracePt t="465143" x="5187950" y="5988050"/>
          <p14:tracePt t="465176" x="5156200" y="5981700"/>
          <p14:tracePt t="465195" x="5130800" y="5969000"/>
          <p14:tracePt t="465227" x="5041900" y="5930900"/>
          <p14:tracePt t="465259" x="4775200" y="5772150"/>
          <p14:tracePt t="465293" x="4495800" y="5632450"/>
          <p14:tracePt t="465325" x="4286250" y="5518150"/>
          <p14:tracePt t="465359" x="4222750" y="5473700"/>
          <p14:tracePt t="465392" x="4210050" y="5454650"/>
          <p14:tracePt t="465425" x="4216400" y="5441950"/>
          <p14:tracePt t="465458" x="4222750" y="5435600"/>
          <p14:tracePt t="470527" x="3937000" y="5461000"/>
          <p14:tracePt t="470560" x="3384550" y="5594350"/>
          <p14:tracePt t="470594" x="2863850" y="5734050"/>
          <p14:tracePt t="470626" x="2463800" y="5829300"/>
          <p14:tracePt t="470657" x="2400300" y="5842000"/>
          <p14:tracePt t="470678" x="2362200" y="5848350"/>
          <p14:tracePt t="470757" x="2355850" y="5842000"/>
          <p14:tracePt t="470810" x="2355850" y="5835650"/>
          <p14:tracePt t="470923" x="2406650" y="5829300"/>
          <p14:tracePt t="470942" x="2482850" y="5791200"/>
          <p14:tracePt t="470973" x="2736850" y="5715000"/>
          <p14:tracePt t="471006" x="2971800" y="5619750"/>
          <p14:tracePt t="471027" x="3092450" y="5607050"/>
          <p14:tracePt t="471058" x="3175000" y="5581650"/>
          <p14:tracePt t="471106" x="3194050" y="5588000"/>
          <p14:tracePt t="471127" x="3187700" y="5600700"/>
          <p14:tracePt t="471160" x="3162300" y="5657850"/>
          <p14:tracePt t="471191" x="3155950" y="5740400"/>
          <p14:tracePt t="471222" x="3155950" y="5829300"/>
          <p14:tracePt t="471244" x="3155950" y="5854700"/>
          <p14:tracePt t="471288" x="3187700" y="5918200"/>
          <p14:tracePt t="471323" x="3206750" y="5918200"/>
          <p14:tracePt t="471371" x="3219450" y="5918200"/>
          <p14:tracePt t="471405" x="3232150" y="5905500"/>
          <p14:tracePt t="471438" x="3244850" y="5899150"/>
          <p14:tracePt t="471460" x="3257550" y="5886450"/>
          <p14:tracePt t="471490" x="3263900" y="5873750"/>
          <p14:tracePt t="471538" x="3289300" y="5848350"/>
          <p14:tracePt t="471559" x="3321050" y="5816600"/>
          <p14:tracePt t="471604" x="3422650" y="5746750"/>
          <p14:tracePt t="471637" x="3473450" y="5708650"/>
          <p14:tracePt t="471671" x="3498850" y="5702300"/>
          <p14:tracePt t="471720" x="3486150" y="5702300"/>
          <p14:tracePt t="473963" x="3460750" y="5695950"/>
          <p14:tracePt t="473998" x="3371850" y="5664200"/>
          <p14:tracePt t="474031" x="3257550" y="5632450"/>
          <p14:tracePt t="474062" x="3168650" y="5600700"/>
          <p14:tracePt t="474112" x="3079750" y="5562600"/>
          <p14:tracePt t="474145" x="3060700" y="5556250"/>
          <p14:tracePt t="474178" x="3054350" y="5556250"/>
          <p14:tracePt t="474364" x="3054350" y="5562600"/>
          <p14:tracePt t="474427" x="3054350" y="5568950"/>
          <p14:tracePt t="474449" x="3060700" y="5568950"/>
          <p14:tracePt t="474494" x="3073400" y="5581650"/>
          <p14:tracePt t="474515" x="3079750" y="5581650"/>
          <p14:tracePt t="474548" x="3086100" y="5588000"/>
          <p14:tracePt t="474579" x="3117850" y="5613400"/>
          <p14:tracePt t="474610" x="3194050" y="5670550"/>
          <p14:tracePt t="474632" x="3219450" y="5689600"/>
          <p14:tracePt t="474664" x="3333750" y="5784850"/>
          <p14:tracePt t="474710" x="3454400" y="5873750"/>
          <p14:tracePt t="474743" x="3492500" y="5905500"/>
          <p14:tracePt t="474765" x="3492500" y="5911850"/>
          <p14:tracePt t="474843" x="3498850" y="5911850"/>
          <p14:tracePt t="475790" x="3562350" y="5918200"/>
          <p14:tracePt t="475823" x="3746500" y="5937250"/>
          <p14:tracePt t="475856" x="3981450" y="5956300"/>
          <p14:tracePt t="475889" x="4076700" y="5956300"/>
          <p14:tracePt t="475922" x="4108450" y="5962650"/>
          <p14:tracePt t="475956" x="4133850" y="5975350"/>
          <p14:tracePt t="475989" x="4152900" y="5981700"/>
          <p14:tracePt t="476022" x="4197350" y="5981700"/>
          <p14:tracePt t="476055" x="4216400" y="5988050"/>
          <p14:tracePt t="476088" x="4324350" y="6007100"/>
          <p14:tracePt t="476122" x="4470400" y="6045200"/>
          <p14:tracePt t="476155" x="4679950" y="6102350"/>
          <p14:tracePt t="476173" x="4718050" y="6115050"/>
          <p14:tracePt t="476205" x="4908550" y="6146800"/>
          <p14:tracePt t="476238" x="4978400" y="6159500"/>
          <p14:tracePt t="476271" x="5022850" y="6172200"/>
          <p14:tracePt t="476305" x="5060950" y="6172200"/>
          <p14:tracePt t="476371" x="5060950" y="6159500"/>
          <p14:tracePt t="476405" x="5048250" y="6153150"/>
          <p14:tracePt t="477703" x="4991100" y="6013450"/>
          <p14:tracePt t="477735" x="4953000" y="5835650"/>
          <p14:tracePt t="477766" x="4889500" y="5537200"/>
          <p14:tracePt t="477788" x="4756150" y="5175250"/>
          <p14:tracePt t="477821" x="4159250" y="3721100"/>
          <p14:tracePt t="477851" x="3644900" y="2736850"/>
          <p14:tracePt t="477899" x="2990850" y="1600200"/>
          <p14:tracePt t="477920" x="2838450" y="1365250"/>
          <p14:tracePt t="477951" x="2432050" y="787400"/>
          <p14:tracePt t="477998" x="2095500" y="419100"/>
          <p14:tracePt t="478020" x="2032000" y="368300"/>
          <p14:tracePt t="478053" x="1974850" y="342900"/>
          <p14:tracePt t="478083" x="1955800" y="342900"/>
          <p14:tracePt t="478115" x="1943100" y="349250"/>
          <p14:tracePt t="478136" x="1930400" y="355600"/>
          <p14:tracePt t="478167" x="1885950" y="381000"/>
          <p14:tracePt t="478215" x="1752600" y="469900"/>
          <p14:tracePt t="478236" x="1638300" y="558800"/>
          <p14:tracePt t="478269" x="1416050" y="711200"/>
          <p14:tracePt t="478299" x="1250950" y="844550"/>
          <p14:tracePt t="478331" x="1168400" y="946150"/>
          <p14:tracePt t="478350" x="1123950" y="996950"/>
          <p14:tracePt t="478397" x="1054100" y="1085850"/>
          <p14:tracePt t="478430" x="1047750" y="1098550"/>
          <p14:tracePt t="478452" x="1047750" y="1104900"/>
          <p14:tracePt t="478483" x="1060450" y="1130300"/>
          <p14:tracePt t="478513" x="1117600" y="1155700"/>
          <p14:tracePt t="478547" x="1333500" y="1276350"/>
          <p14:tracePt t="478568" x="1460500" y="1327150"/>
          <p14:tracePt t="478613" x="1708150" y="1371600"/>
          <p14:tracePt t="478646" x="1816100" y="1397000"/>
          <p14:tracePt t="478679" x="1822450" y="1397000"/>
          <p14:tracePt t="478879" x="1854200" y="1403350"/>
          <p14:tracePt t="478912" x="1987550" y="1403350"/>
          <p14:tracePt t="478945" x="2425700" y="1397000"/>
          <p14:tracePt t="478978" x="3048000" y="1384300"/>
          <p14:tracePt t="479012" x="3867150" y="1352550"/>
          <p14:tracePt t="479045" x="5067300" y="1320800"/>
          <p14:tracePt t="479078" x="5994400" y="1257300"/>
          <p14:tracePt t="479111" x="6959600" y="1149350"/>
          <p14:tracePt t="479144" x="7785100" y="1073150"/>
          <p14:tracePt t="479178" x="8445500" y="990600"/>
          <p14:tracePt t="479211" x="8699500" y="920750"/>
          <p14:tracePt t="479244" x="8826500" y="876300"/>
          <p14:tracePt t="479277" x="8890000" y="850900"/>
          <p14:tracePt t="479311" x="8921750" y="844550"/>
          <p14:tracePt t="479344" x="8934450" y="838200"/>
          <p14:tracePt t="479395" x="8902700" y="844550"/>
          <p14:tracePt t="479444" x="8851900" y="863600"/>
          <p14:tracePt t="479477" x="8801100" y="889000"/>
          <p14:tracePt t="479511" x="8553450" y="977900"/>
          <p14:tracePt t="479543" x="8229600" y="1041400"/>
          <p14:tracePt t="479577" x="7670800" y="1117600"/>
          <p14:tracePt t="479595" x="7505700" y="1130300"/>
          <p14:tracePt t="479627" x="7029450" y="1181100"/>
          <p14:tracePt t="479659" x="6851650" y="1193800"/>
          <p14:tracePt t="479692" x="6762750" y="1193800"/>
          <p14:tracePt t="479726" x="6743700" y="1181100"/>
          <p14:tracePt t="479792" x="6743700" y="1174750"/>
          <p14:tracePt t="479826" x="6762750" y="1168400"/>
          <p14:tracePt t="479859" x="6788150" y="1155700"/>
          <p14:tracePt t="479925" x="6762750" y="1155700"/>
          <p14:tracePt t="479959" x="6591300" y="1168400"/>
          <p14:tracePt t="479992" x="6223000" y="1168400"/>
          <p14:tracePt t="480025" x="5727700" y="1162050"/>
          <p14:tracePt t="480059" x="5118100" y="1168400"/>
          <p14:tracePt t="480094" x="4591050" y="1168400"/>
          <p14:tracePt t="480126" x="4298950" y="1174750"/>
          <p14:tracePt t="480158" x="4089400" y="1174750"/>
          <p14:tracePt t="480193" x="3854450" y="1181100"/>
          <p14:tracePt t="480226" x="3689350" y="1174750"/>
          <p14:tracePt t="480258" x="3587750" y="1168400"/>
          <p14:tracePt t="480276" x="3575050" y="1168400"/>
          <p14:tracePt t="480308" x="3524250" y="1168400"/>
          <p14:tracePt t="480357" x="3505200" y="1168400"/>
          <p14:tracePt t="480457" x="3505200" y="1174750"/>
          <p14:tracePt t="480478" x="3505200" y="1181100"/>
          <p14:tracePt t="480523" x="3460750" y="1200150"/>
          <p14:tracePt t="480557" x="3346450" y="1244600"/>
          <p14:tracePt t="480592" x="3136900" y="1333500"/>
          <p14:tracePt t="480625" x="3028950" y="1384300"/>
          <p14:tracePt t="480656" x="2990850" y="1397000"/>
          <p14:tracePt t="480692" x="2978150" y="1403350"/>
          <p14:tracePt t="480724" x="2990850" y="1403350"/>
          <p14:tracePt t="480756" x="3022600" y="1403350"/>
          <p14:tracePt t="480777" x="3067050" y="1397000"/>
          <p14:tracePt t="480810" x="3276600" y="1358900"/>
          <p14:tracePt t="480841" x="3644900" y="1295400"/>
          <p14:tracePt t="480857" x="3962400" y="1244600"/>
          <p14:tracePt t="480905" x="4508500" y="1162050"/>
          <p14:tracePt t="480941" x="4622800" y="1143000"/>
          <p14:tracePt t="480973" x="4629150" y="1143000"/>
          <p14:tracePt t="481021" x="4603750" y="1143000"/>
          <p14:tracePt t="481040" x="4578350" y="1149350"/>
          <p14:tracePt t="481071" x="4540250" y="1168400"/>
          <p14:tracePt t="481121" x="4343400" y="1200150"/>
          <p14:tracePt t="481142" x="4095750" y="1231900"/>
          <p14:tracePt t="481173" x="3371850" y="1327150"/>
          <p14:tracePt t="481204" x="2978150" y="1384300"/>
          <p14:tracePt t="481226" x="2787650" y="1403350"/>
          <p14:tracePt t="481256" x="2641600" y="1435100"/>
          <p14:tracePt t="481304" x="2603500" y="1441450"/>
          <p14:tracePt t="481403" x="2609850" y="1441450"/>
          <p14:tracePt t="481438" x="2616200" y="1441450"/>
          <p14:tracePt t="481486" x="2628900" y="1441450"/>
          <p14:tracePt t="481520" x="2641600" y="1441450"/>
          <p14:tracePt t="481541" x="2660650" y="1441450"/>
          <p14:tracePt t="481574" x="2717800" y="1422400"/>
          <p14:tracePt t="481620" x="2838450" y="1390650"/>
          <p14:tracePt t="481653" x="2946400" y="1365250"/>
          <p14:tracePt t="481674" x="3041650" y="1358900"/>
          <p14:tracePt t="481704" x="3200400" y="1352550"/>
          <p14:tracePt t="481736" x="3359150" y="1365250"/>
          <p14:tracePt t="481769" x="3416300" y="1371600"/>
          <p14:tracePt t="481802" x="3460750" y="1371600"/>
          <p14:tracePt t="481835" x="3549650" y="1371600"/>
          <p14:tracePt t="481868" x="3683000" y="1384300"/>
          <p14:tracePt t="481902" x="4044950" y="1422400"/>
          <p14:tracePt t="481935" x="4298950" y="1454150"/>
          <p14:tracePt t="481968" x="4927600" y="1498600"/>
          <p14:tracePt t="482001" x="5549900" y="1555750"/>
          <p14:tracePt t="482034" x="6064250" y="1587500"/>
          <p14:tracePt t="482068" x="6616700" y="1644650"/>
          <p14:tracePt t="482101" x="7023100" y="1644650"/>
          <p14:tracePt t="482134" x="7543800" y="1663700"/>
          <p14:tracePt t="482167" x="7759700" y="1676400"/>
          <p14:tracePt t="482201" x="8032750" y="1644650"/>
          <p14:tracePt t="482234" x="8121650" y="1631950"/>
          <p14:tracePt t="482267" x="8159750" y="1600200"/>
          <p14:tracePt t="482286" x="8166100" y="1587500"/>
          <p14:tracePt t="482317" x="8159750" y="1568450"/>
          <p14:tracePt t="482350" x="8140700" y="1562100"/>
          <p14:tracePt t="482383" x="8115300" y="1549400"/>
          <p14:tracePt t="482417" x="8077200" y="1543050"/>
          <p14:tracePt t="482451" x="7981950" y="1517650"/>
          <p14:tracePt t="482483" x="7696200" y="1447800"/>
          <p14:tracePt t="482517" x="7112000" y="1346200"/>
          <p14:tracePt t="482550" x="5943600" y="1263650"/>
          <p14:tracePt t="482583" x="5111750" y="1263650"/>
          <p14:tracePt t="482616" x="4324350" y="1238250"/>
          <p14:tracePt t="482650" x="3708400" y="1238250"/>
          <p14:tracePt t="482682" x="3416300" y="1257300"/>
          <p14:tracePt t="482716" x="3257550" y="1276350"/>
          <p14:tracePt t="482749" x="3143250" y="1276350"/>
          <p14:tracePt t="482782" x="3073400" y="1289050"/>
          <p14:tracePt t="482816" x="3009900" y="1295400"/>
          <p14:tracePt t="482848" x="2984500" y="1301750"/>
          <p14:tracePt t="482883" x="2940050" y="1314450"/>
          <p14:tracePt t="482915" x="2921000" y="1320800"/>
          <p14:tracePt t="482935" x="2901950" y="1327150"/>
          <p14:tracePt t="482966" x="2889250" y="1339850"/>
          <p14:tracePt t="482998" x="2870200" y="1358900"/>
          <p14:tracePt t="483031" x="2851150" y="1365250"/>
          <p14:tracePt t="483065" x="2844800" y="1365250"/>
          <p14:tracePt t="483098" x="2838450" y="1377950"/>
          <p14:tracePt t="483164" x="2838450" y="1384300"/>
          <p14:tracePt t="483200" x="2832100" y="1397000"/>
          <p14:tracePt t="483232" x="2825750" y="1397000"/>
          <p14:tracePt t="483679" x="3086100" y="1352550"/>
          <p14:tracePt t="483702" x="3460750" y="1276350"/>
          <p14:tracePt t="483731" x="3968750" y="1162050"/>
          <p14:tracePt t="483762" x="4235450" y="1085850"/>
          <p14:tracePt t="483812" x="4806950" y="1003300"/>
          <p14:tracePt t="483830" x="4921250" y="1003300"/>
          <p14:tracePt t="483862" x="5060950" y="965200"/>
          <p14:tracePt t="483883" x="5118100" y="946150"/>
          <p14:tracePt t="483916" x="5200650" y="939800"/>
          <p14:tracePt t="483947" x="5238750" y="933450"/>
          <p14:tracePt t="483964" x="5264150" y="933450"/>
          <p14:tracePt t="484011" x="5308600" y="933450"/>
          <p14:tracePt t="484047" x="5327650" y="933450"/>
          <p14:tracePt t="484079" x="5346700" y="939800"/>
          <p14:tracePt t="484111" x="5372100" y="952500"/>
          <p14:tracePt t="484132" x="5410200" y="971550"/>
          <p14:tracePt t="484163" x="5435600" y="990600"/>
          <p14:tracePt t="484210" x="5486400" y="1003300"/>
          <p14:tracePt t="484232" x="5492750" y="1003300"/>
          <p14:tracePt t="484262" x="5499100" y="1009650"/>
          <p14:tracePt t="484310" x="5499100" y="1016000"/>
          <p14:tracePt t="484363" x="5492750" y="1022350"/>
          <p14:tracePt t="484409" x="5486400" y="1022350"/>
          <p14:tracePt t="484443" x="5473700" y="1022350"/>
          <p14:tracePt t="484464" x="5461000" y="1022350"/>
          <p14:tracePt t="484526" x="5454650" y="1028700"/>
          <p14:tracePt t="485357" x="5429250" y="1200150"/>
          <p14:tracePt t="485375" x="5422900" y="1301750"/>
          <p14:tracePt t="485406" x="5416550" y="1822450"/>
          <p14:tracePt t="485439" x="5435600" y="2152650"/>
          <p14:tracePt t="485473" x="5486400" y="2762250"/>
          <p14:tracePt t="485506" x="5537200" y="3206750"/>
          <p14:tracePt t="485541" x="5575300" y="3492500"/>
          <p14:tracePt t="485572" x="5607050" y="3689350"/>
          <p14:tracePt t="485606" x="5638800" y="3803650"/>
          <p14:tracePt t="485639" x="5683250" y="3879850"/>
        </p14:tracePtLst>
      </p14:laserTrace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r>
              <a:rPr lang="en-US" sz="1800" spc="-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2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import 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numbers; </a:t>
            </a:r>
            <a:r>
              <a:rPr lang="en-US" sz="2400" spc="-2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isinstance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(</a:t>
            </a:r>
            <a:r>
              <a:rPr lang="en-US" sz="2400" spc="-2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5.5</a:t>
            </a:r>
            <a:r>
              <a:rPr lang="en-US" sz="2400" spc="-2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2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</a:t>
            </a:r>
            <a:r>
              <a:rPr lang="en-US" sz="2400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um</a:t>
            </a:r>
            <a:r>
              <a:rPr lang="en-US" sz="2400" spc="-2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bers.N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um</a:t>
            </a:r>
            <a:r>
              <a:rPr lang="en-US" sz="2400" spc="-2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ber</a:t>
            </a:r>
            <a:r>
              <a:rPr lang="en-US" sz="2400" spc="-2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2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True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r>
              <a:rPr lang="en-US" sz="1800" spc="-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2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isinstanc</a:t>
            </a:r>
            <a:r>
              <a:rPr lang="en-US" sz="2400" spc="-4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e</a:t>
            </a:r>
            <a:r>
              <a:rPr lang="en-US" sz="2400" spc="-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(5.5,</a:t>
            </a:r>
            <a:r>
              <a:rPr lang="en-US" sz="2400" spc="-2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um</a:t>
            </a:r>
            <a:r>
              <a:rPr lang="en-US" sz="2400" spc="-2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ber</a:t>
            </a:r>
            <a:r>
              <a:rPr lang="en-US" sz="2400" spc="-4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s.</a:t>
            </a:r>
            <a:r>
              <a:rPr lang="en-US" sz="2400" spc="-2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C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om</a:t>
            </a:r>
            <a:r>
              <a:rPr lang="en-US" sz="2400" spc="-4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pl</a:t>
            </a:r>
            <a:r>
              <a:rPr lang="en-US" sz="2400" spc="-2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</a:t>
            </a:r>
            <a:r>
              <a:rPr lang="en-US" sz="2400" spc="-4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x</a:t>
            </a:r>
            <a:r>
              <a:rPr lang="en-US" sz="2400" spc="-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),</a:t>
            </a:r>
            <a:r>
              <a:rPr lang="en-US" sz="2400" spc="-2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isinstanc</a:t>
            </a:r>
            <a:r>
              <a:rPr lang="en-US" sz="2400" spc="-4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e</a:t>
            </a:r>
            <a:r>
              <a:rPr lang="en-US" sz="2400" spc="-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(5.5,</a:t>
            </a:r>
            <a:r>
              <a:rPr lang="en-US" sz="2400" spc="-2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om</a:t>
            </a:r>
            <a:r>
              <a:rPr lang="en-US" sz="2400" spc="-4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pl</a:t>
            </a:r>
            <a:r>
              <a:rPr lang="en-US" sz="2400" spc="-2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</a:t>
            </a:r>
            <a:r>
              <a:rPr lang="en-US" sz="2400" spc="-4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x</a:t>
            </a:r>
            <a:r>
              <a:rPr lang="en-US" sz="2400" spc="-2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2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</a:t>
            </a:r>
            <a:r>
              <a:rPr lang="en-US" sz="2400" spc="-2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True</a:t>
            </a:r>
            <a:r>
              <a:rPr lang="en-US" sz="2400" spc="-2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2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False</a:t>
            </a:r>
            <a:r>
              <a:rPr lang="en-US" sz="2400" spc="-2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r>
              <a:rPr lang="en-US" sz="1800" spc="-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2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isinstance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(5.5,</a:t>
            </a:r>
            <a:r>
              <a:rPr lang="en-US" sz="2400" spc="-2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um</a:t>
            </a:r>
            <a:r>
              <a:rPr lang="en-US" sz="2400" spc="-2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bers.Real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),</a:t>
            </a:r>
            <a:r>
              <a:rPr lang="en-US" sz="2400" spc="-2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isinstance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(5.5,</a:t>
            </a:r>
            <a:r>
              <a:rPr lang="en-US" sz="2400" spc="-200" dirty="0" smtClean="0">
                <a:solidFill>
                  <a:srgbClr val="00A85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float</a:t>
            </a:r>
            <a:r>
              <a:rPr lang="en-US" sz="2400" spc="-2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(</a:t>
            </a:r>
            <a:r>
              <a:rPr lang="en-US" sz="2400" spc="-2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True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200" dirty="0" smtClean="0">
                <a:solidFill>
                  <a:srgbClr val="00A85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True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r>
              <a:rPr lang="en-US" sz="1800" spc="-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2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isinstance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(5.5,</a:t>
            </a:r>
            <a:r>
              <a:rPr lang="en-US" sz="2400" spc="-2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um</a:t>
            </a:r>
            <a:r>
              <a:rPr lang="en-US" sz="2400" spc="-2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bers.Rational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)#f</a:t>
            </a:r>
            <a:r>
              <a:rPr lang="en-US" sz="2400" spc="-4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l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oat</a:t>
            </a:r>
            <a:r>
              <a:rPr lang="en-US" sz="18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4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</a:t>
            </a:r>
            <a:r>
              <a:rPr lang="en-US" sz="18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4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rrat</a:t>
            </a:r>
            <a:r>
              <a:rPr lang="en-US" sz="2400" spc="-4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on</a:t>
            </a:r>
            <a:r>
              <a:rPr lang="en-US" sz="2400" spc="-4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l?</a:t>
            </a:r>
            <a:endParaRPr lang="en-US" sz="240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2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False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r>
              <a:rPr lang="en-US" sz="1800" spc="-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2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isinstance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(5.5,</a:t>
            </a:r>
            <a:r>
              <a:rPr lang="en-US" sz="2400" spc="-2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um</a:t>
            </a:r>
            <a:r>
              <a:rPr lang="en-US" sz="2400" spc="-2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bers.Integral</a:t>
            </a:r>
            <a:r>
              <a:rPr lang="en-US" sz="2400" spc="-2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2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False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r>
              <a:rPr lang="en-US" sz="1800" spc="-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2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isinstance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(5,</a:t>
            </a:r>
            <a:r>
              <a:rPr lang="en-US" sz="2400" spc="-2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um</a:t>
            </a:r>
            <a:r>
              <a:rPr lang="en-US" sz="2400" spc="-2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bers.Integral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)#Integers are Rational</a:t>
            </a:r>
            <a:endParaRPr lang="en-US" sz="240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2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True </a:t>
            </a:r>
            <a:endParaRPr lang="en-US" sz="2400" spc="-200" dirty="0" smtClean="0">
              <a:solidFill>
                <a:schemeClr val="accent2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r>
              <a:rPr lang="en-US" sz="1800" spc="-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2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isinstance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(5,</a:t>
            </a:r>
            <a:r>
              <a:rPr lang="en-US" sz="2400" spc="-2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um</a:t>
            </a:r>
            <a:r>
              <a:rPr lang="en-US" sz="2400" spc="-2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bers.Rational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)#So what is</a:t>
            </a:r>
            <a:r>
              <a:rPr lang="en-US" sz="18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2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at</a:t>
            </a:r>
            <a:r>
              <a:rPr lang="en-US" sz="2400" spc="-4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on</a:t>
            </a:r>
            <a:r>
              <a:rPr lang="en-US" sz="2400" spc="-4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l</a:t>
            </a:r>
            <a:r>
              <a:rPr lang="en-US" sz="2400" spc="-2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?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2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True</a:t>
            </a:r>
            <a:endParaRPr lang="en-US" sz="2400" spc="-200" dirty="0">
              <a:solidFill>
                <a:schemeClr val="accent2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r>
              <a:rPr lang="en-US" sz="1800" spc="-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import fractions; </a:t>
            </a:r>
            <a:r>
              <a:rPr lang="en-US" sz="2400" spc="-2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f=</a:t>
            </a:r>
            <a:r>
              <a:rPr lang="en-US" sz="2400" spc="-2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fractions.Fraction</a:t>
            </a:r>
            <a:r>
              <a:rPr lang="en-US" sz="2400" spc="-2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(1,2</a:t>
            </a:r>
            <a:r>
              <a:rPr lang="en-US" sz="2400" spc="-2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r>
              <a:rPr lang="en-US" sz="1800" spc="-4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2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dirty="0" smtClean="0">
                <a:solidFill>
                  <a:srgbClr val="00A85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200" dirty="0" smtClean="0">
                <a:solidFill>
                  <a:srgbClr val="00A85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l</a:t>
            </a:r>
            <a:r>
              <a:rPr lang="en-US" sz="2400" spc="-100" dirty="0" smtClean="0">
                <a:solidFill>
                  <a:srgbClr val="00A85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oa</a:t>
            </a:r>
            <a:r>
              <a:rPr lang="en-US" sz="2400" spc="-200" dirty="0" smtClean="0">
                <a:solidFill>
                  <a:srgbClr val="00A85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t(</a:t>
            </a:r>
            <a:r>
              <a:rPr lang="en-US" sz="2400" dirty="0">
                <a:solidFill>
                  <a:srgbClr val="00A85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200" dirty="0" smtClean="0">
                <a:solidFill>
                  <a:srgbClr val="00A85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200" dirty="0">
              <a:solidFill>
                <a:srgbClr val="00A850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(</a:t>
            </a:r>
            <a:r>
              <a:rPr lang="en-US" sz="2400" spc="-2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Fraction(1</a:t>
            </a:r>
            <a:r>
              <a:rPr lang="en-US" sz="2400" spc="-2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2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2)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200" dirty="0" smtClean="0">
                <a:solidFill>
                  <a:srgbClr val="00A85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0.5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2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isinstance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(</a:t>
            </a:r>
            <a:r>
              <a:rPr lang="en-US" sz="2400" spc="-2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2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number</a:t>
            </a:r>
            <a:r>
              <a:rPr lang="en-US" sz="2400" spc="-2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s.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Rational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2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True</a:t>
            </a:r>
            <a:endParaRPr lang="en-US" sz="2400" spc="-200" dirty="0">
              <a:solidFill>
                <a:schemeClr val="accent2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spc="-400" dirty="0" smtClean="0">
                <a:latin typeface="Elephant" panose="02020904090505020303" pitchFamily="18" charset="0"/>
              </a:rPr>
              <a:t>U</a:t>
            </a:r>
            <a:r>
              <a:rPr lang="en-US" altLang="en-US" sz="4000" dirty="0" smtClean="0">
                <a:latin typeface="Elephant" panose="02020904090505020303" pitchFamily="18" charset="0"/>
              </a:rPr>
              <a:t>seful</a:t>
            </a:r>
            <a:r>
              <a:rPr lang="en-US" altLang="en-US" dirty="0" smtClean="0">
                <a:latin typeface="Elephant" panose="02020904090505020303" pitchFamily="18" charset="0"/>
              </a:rPr>
              <a:t> </a:t>
            </a:r>
            <a:r>
              <a:rPr lang="en-US" altLang="en-US" sz="4000" dirty="0" smtClean="0">
                <a:latin typeface="Elephant" panose="02020904090505020303" pitchFamily="18" charset="0"/>
              </a:rPr>
              <a:t>c</a:t>
            </a:r>
            <a:r>
              <a:rPr lang="en-US" altLang="en-US" sz="4000" spc="-200" dirty="0" smtClean="0">
                <a:latin typeface="Elephant" panose="02020904090505020303" pitchFamily="18" charset="0"/>
              </a:rPr>
              <a:t>on</a:t>
            </a:r>
            <a:r>
              <a:rPr lang="en-US" altLang="en-US" sz="4000" dirty="0" smtClean="0">
                <a:latin typeface="Elephant" panose="02020904090505020303" pitchFamily="18" charset="0"/>
              </a:rPr>
              <a:t>sta</a:t>
            </a:r>
            <a:r>
              <a:rPr lang="en-US" altLang="en-US" sz="4000" spc="-200" dirty="0">
                <a:latin typeface="Elephant" panose="02020904090505020303" pitchFamily="18" charset="0"/>
              </a:rPr>
              <a:t>n</a:t>
            </a:r>
            <a:r>
              <a:rPr lang="en-US" altLang="en-US" sz="4000" dirty="0" smtClean="0">
                <a:latin typeface="Elephant" panose="02020904090505020303" pitchFamily="18" charset="0"/>
              </a:rPr>
              <a:t>ts</a:t>
            </a:r>
            <a:r>
              <a:rPr lang="en-US" altLang="en-US" dirty="0" smtClean="0">
                <a:latin typeface="Elephant" panose="02020904090505020303" pitchFamily="18" charset="0"/>
              </a:rPr>
              <a:t> </a:t>
            </a:r>
            <a:r>
              <a:rPr lang="en-US" altLang="en-US" sz="4000" spc="-200" dirty="0" smtClean="0">
                <a:latin typeface="Elephant" panose="02020904090505020303" pitchFamily="18" charset="0"/>
              </a:rPr>
              <a:t>o</a:t>
            </a:r>
            <a:r>
              <a:rPr lang="en-US" altLang="en-US" sz="4000" dirty="0" smtClean="0">
                <a:latin typeface="Elephant" panose="02020904090505020303" pitchFamily="18" charset="0"/>
              </a:rPr>
              <a:t>f </a:t>
            </a:r>
            <a:r>
              <a:rPr lang="en-US" altLang="en-US" sz="4000" spc="-1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n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u</a:t>
            </a:r>
            <a:r>
              <a:rPr lang="en-US" altLang="en-US" sz="4000" spc="-1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m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bers</a:t>
            </a:r>
            <a:r>
              <a:rPr lang="en-US" altLang="en-US" dirty="0" smtClean="0">
                <a:latin typeface="Elephant" panose="02020904090505020303" pitchFamily="18" charset="0"/>
              </a:rPr>
              <a:t> </a:t>
            </a:r>
            <a:r>
              <a:rPr lang="en-US" altLang="en-US" sz="4000" spc="-200" dirty="0" smtClean="0">
                <a:latin typeface="Elephant" panose="02020904090505020303" pitchFamily="18" charset="0"/>
              </a:rPr>
              <a:t>m</a:t>
            </a:r>
            <a:r>
              <a:rPr lang="en-US" altLang="en-US" sz="4000" dirty="0" smtClean="0">
                <a:latin typeface="Elephant" panose="02020904090505020303" pitchFamily="18" charset="0"/>
              </a:rPr>
              <a:t>odu</a:t>
            </a:r>
            <a:r>
              <a:rPr lang="en-US" altLang="en-US" sz="4000" spc="-200" dirty="0" smtClean="0">
                <a:latin typeface="Elephant" panose="02020904090505020303" pitchFamily="18" charset="0"/>
              </a:rPr>
              <a:t>l</a:t>
            </a:r>
            <a:r>
              <a:rPr lang="en-US" altLang="en-US" sz="4000" dirty="0" smtClean="0">
                <a:latin typeface="Elephant" panose="02020904090505020303" pitchFamily="18" charset="0"/>
              </a:rPr>
              <a:t>e</a:t>
            </a:r>
            <a:endParaRPr lang="en-US" altLang="en-US" sz="3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25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136"/>
    </mc:Choice>
    <mc:Fallback xmlns="">
      <p:transition spd="slow" advTm="4141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8920" x="5588000" y="3727450"/>
          <p14:tracePt t="8938" x="5537200" y="3670300"/>
          <p14:tracePt t="8970" x="5245100" y="3200400"/>
          <p14:tracePt t="9002" x="5060950" y="2914650"/>
          <p14:tracePt t="9036" x="4483100" y="2273300"/>
          <p14:tracePt t="9069" x="4006850" y="1739900"/>
          <p14:tracePt t="9102" x="3556000" y="1257300"/>
          <p14:tracePt t="9121" x="3473450" y="1181100"/>
          <p14:tracePt t="9152" x="3225800" y="933450"/>
          <p14:tracePt t="9185" x="3130550" y="857250"/>
          <p14:tracePt t="9218" x="3009900" y="787400"/>
          <p14:tracePt t="9252" x="2959100" y="762000"/>
          <p14:tracePt t="9285" x="2889250" y="749300"/>
          <p14:tracePt t="9303" x="2857500" y="742950"/>
          <p14:tracePt t="9335" x="2806700" y="736600"/>
          <p14:tracePt t="9354" x="2794000" y="736600"/>
          <p14:tracePt t="9386" x="2717800" y="723900"/>
          <p14:tracePt t="9418" x="2679700" y="723900"/>
          <p14:tracePt t="9451" x="2673350" y="723900"/>
          <p14:tracePt t="9484" x="2667000" y="711200"/>
          <p14:tracePt t="9551" x="2686050" y="711200"/>
          <p14:tracePt t="9584" x="2724150" y="711200"/>
          <p14:tracePt t="9617" x="2908300" y="711200"/>
          <p14:tracePt t="9651" x="3238500" y="717550"/>
          <p14:tracePt t="9683" x="3670300" y="723900"/>
          <p14:tracePt t="9717" x="4229100" y="749300"/>
          <p14:tracePt t="9750" x="4743450" y="774700"/>
          <p14:tracePt t="9783" x="4978400" y="774700"/>
          <p14:tracePt t="9817" x="5187950" y="774700"/>
          <p14:tracePt t="9850" x="5270500" y="762000"/>
          <p14:tracePt t="9883" x="5276850" y="762000"/>
          <p14:tracePt t="9933" x="5245100" y="755650"/>
          <p14:tracePt t="9966" x="5232400" y="749300"/>
          <p14:tracePt t="12358" x="5086350" y="838200"/>
          <p14:tracePt t="12377" x="4959350" y="927100"/>
          <p14:tracePt t="12409" x="4794250" y="1060450"/>
          <p14:tracePt t="12441" x="4699000" y="1143000"/>
          <p14:tracePt t="12474" x="4635500" y="1219200"/>
          <p14:tracePt t="12507" x="4622800" y="1289050"/>
          <p14:tracePt t="12540" x="4622800" y="1314450"/>
          <p14:tracePt t="12574" x="4635500" y="1333500"/>
          <p14:tracePt t="12607" x="4724400" y="1333500"/>
          <p14:tracePt t="12640" x="4940300" y="1339850"/>
          <p14:tracePt t="12673" x="5270500" y="1352550"/>
          <p14:tracePt t="12706" x="5613400" y="1339850"/>
          <p14:tracePt t="12740" x="5924550" y="1289050"/>
          <p14:tracePt t="12773" x="6096000" y="1250950"/>
          <p14:tracePt t="12806" x="6242050" y="1200150"/>
          <p14:tracePt t="12839" x="6388100" y="1143000"/>
          <p14:tracePt t="12873" x="6477000" y="1123950"/>
          <p14:tracePt t="12906" x="6648450" y="1098550"/>
          <p14:tracePt t="12939" x="6756400" y="1092200"/>
          <p14:tracePt t="12972" x="6845300" y="1092200"/>
          <p14:tracePt t="13005" x="6902450" y="1079500"/>
          <p14:tracePt t="13039" x="6908800" y="1079500"/>
          <p14:tracePt t="13121" x="6896100" y="1085850"/>
          <p14:tracePt t="13155" x="6877050" y="1092200"/>
          <p14:tracePt t="13188" x="6864350" y="1104900"/>
          <p14:tracePt t="13221" x="6845300" y="1104900"/>
          <p14:tracePt t="13254" x="6807200" y="1111250"/>
          <p14:tracePt t="13288" x="6673850" y="1143000"/>
          <p14:tracePt t="13321" x="6502400" y="1162050"/>
          <p14:tracePt t="13354" x="6362700" y="1174750"/>
          <p14:tracePt t="13387" x="6280150" y="1168400"/>
          <p14:tracePt t="13423" x="6242050" y="1168400"/>
          <p14:tracePt t="13471" x="6267450" y="1168400"/>
          <p14:tracePt t="13504" x="6305550" y="1155700"/>
          <p14:tracePt t="13539" x="6350000" y="1149350"/>
          <p14:tracePt t="13572" x="6413500" y="1149350"/>
          <p14:tracePt t="13604" x="6502400" y="1149350"/>
          <p14:tracePt t="13640" x="6686550" y="1155700"/>
          <p14:tracePt t="13672" x="6807200" y="1162050"/>
          <p14:tracePt t="13703" x="6877050" y="1168400"/>
          <p14:tracePt t="13739" x="6921500" y="1168400"/>
          <p14:tracePt t="13771" x="6940550" y="1168400"/>
          <p14:tracePt t="13802" x="6953250" y="1168400"/>
          <p14:tracePt t="13824" x="6959600" y="1168400"/>
          <p14:tracePt t="13872" x="6965950" y="1168400"/>
          <p14:tracePt t="13886" x="6972300" y="1168400"/>
          <p14:tracePt t="13955" x="6978650" y="1168400"/>
          <p14:tracePt t="14002" x="7004050" y="1168400"/>
          <p14:tracePt t="14055" x="7029450" y="1174750"/>
          <p14:tracePt t="14087" x="7092950" y="1174750"/>
          <p14:tracePt t="14118" x="7175500" y="1181100"/>
          <p14:tracePt t="14139" x="7232650" y="1181100"/>
          <p14:tracePt t="14173" x="7315200" y="1181100"/>
          <p14:tracePt t="14203" x="7340600" y="1181100"/>
          <p14:tracePt t="14487" x="7334250" y="1181100"/>
          <p14:tracePt t="14849" x="7213600" y="1212850"/>
          <p14:tracePt t="14882" x="7080250" y="1238250"/>
          <p14:tracePt t="14902" x="6858000" y="1257300"/>
          <p14:tracePt t="14948" x="6426200" y="1270000"/>
          <p14:tracePt t="14982" x="6115050" y="1263650"/>
          <p14:tracePt t="15015" x="5803900" y="1244600"/>
          <p14:tracePt t="15048" x="5695950" y="1244600"/>
          <p14:tracePt t="15081" x="5638800" y="1244600"/>
          <p14:tracePt t="15115" x="5594350" y="1244600"/>
          <p14:tracePt t="15148" x="5562600" y="1238250"/>
          <p14:tracePt t="15181" x="5530850" y="1238250"/>
          <p14:tracePt t="15214" x="5486400" y="1238250"/>
          <p14:tracePt t="15248" x="5448300" y="1238250"/>
          <p14:tracePt t="15281" x="5429250" y="1244600"/>
          <p14:tracePt t="15314" x="5422900" y="1244600"/>
          <p14:tracePt t="15364" x="5422900" y="1257300"/>
          <p14:tracePt t="15397" x="5422900" y="1263650"/>
          <p14:tracePt t="17623" x="5003800" y="1219200"/>
          <p14:tracePt t="17673" x="4305300" y="1206500"/>
          <p14:tracePt t="17691" x="4064000" y="1181100"/>
          <p14:tracePt t="17723" x="3619500" y="1187450"/>
          <p14:tracePt t="17744" x="3416300" y="1187450"/>
          <p14:tracePt t="17778" x="3162300" y="1187450"/>
          <p14:tracePt t="17807" x="3048000" y="1193800"/>
          <p14:tracePt t="17856" x="2711450" y="1231900"/>
          <p14:tracePt t="17874" x="2622550" y="1238250"/>
          <p14:tracePt t="17893" x="2470150" y="1250950"/>
          <p14:tracePt t="17924" x="2247900" y="1244600"/>
          <p14:tracePt t="17971" x="1936750" y="1250950"/>
          <p14:tracePt t="17993" x="1873250" y="1263650"/>
          <p14:tracePt t="18024" x="1809750" y="1301750"/>
          <p14:tracePt t="18055" x="1689100" y="1333500"/>
          <p14:tracePt t="18076" x="1606550" y="1339850"/>
          <p14:tracePt t="18109" x="1498600" y="1352550"/>
          <p14:tracePt t="18154" x="1384300" y="1358900"/>
          <p14:tracePt t="18188" x="1327150" y="1339850"/>
          <p14:tracePt t="18209" x="1308100" y="1333500"/>
          <p14:tracePt t="18239" x="1289050" y="1333500"/>
          <p14:tracePt t="18271" x="1276350" y="1333500"/>
          <p14:tracePt t="18303" x="1270000" y="1333500"/>
          <p14:tracePt t="18325" x="1263650" y="1333500"/>
          <p14:tracePt t="18370" x="1257300" y="1333500"/>
          <p14:tracePt t="18586" x="1263650" y="1333500"/>
          <p14:tracePt t="18636" x="1270000" y="1333500"/>
          <p14:tracePt t="18669" x="1276350" y="1333500"/>
          <p14:tracePt t="18702" x="1282700" y="1333500"/>
          <p14:tracePt t="18769" x="1289050" y="1327150"/>
          <p14:tracePt t="18819" x="1308100" y="1327150"/>
          <p14:tracePt t="18837" x="1314450" y="1327150"/>
          <p14:tracePt t="18868" x="1333500" y="1327150"/>
          <p14:tracePt t="18902" x="1403350" y="1333500"/>
          <p14:tracePt t="18935" x="1549400" y="1358900"/>
          <p14:tracePt t="18968" x="1866900" y="1416050"/>
          <p14:tracePt t="19001" x="2171700" y="1479550"/>
          <p14:tracePt t="19020" x="2266950" y="1498600"/>
          <p14:tracePt t="19051" x="2482850" y="1568450"/>
          <p14:tracePt t="19085" x="2540000" y="1587500"/>
          <p14:tracePt t="19117" x="2552700" y="1593850"/>
          <p14:tracePt t="19168" x="2559050" y="1612900"/>
          <p14:tracePt t="19201" x="2597150" y="1644650"/>
          <p14:tracePt t="19815" x="2603500" y="1644650"/>
          <p14:tracePt t="19849" x="2609850" y="1651000"/>
          <p14:tracePt t="19882" x="2616200" y="1657350"/>
          <p14:tracePt t="19915" x="2622550" y="1663700"/>
          <p14:tracePt t="19934" x="2635250" y="1670050"/>
          <p14:tracePt t="20048" x="2641600" y="1670050"/>
          <p14:tracePt t="20164" x="2641600" y="1676400"/>
          <p14:tracePt t="20612" x="2647950" y="1682750"/>
          <p14:tracePt t="20679" x="2654300" y="1682750"/>
          <p14:tracePt t="20712" x="2673350" y="1689100"/>
          <p14:tracePt t="20748" x="2679700" y="1689100"/>
          <p14:tracePt t="20780" x="2711450" y="1689100"/>
          <p14:tracePt t="20812" x="2781300" y="1695450"/>
          <p14:tracePt t="20848" x="3016250" y="1720850"/>
          <p14:tracePt t="20881" x="3384550" y="1727200"/>
          <p14:tracePt t="20911" x="3930650" y="1708150"/>
          <p14:tracePt t="20931" x="4406900" y="1682750"/>
          <p14:tracePt t="20964" x="5207000" y="1619250"/>
          <p14:tracePt t="20996" x="5886450" y="1549400"/>
          <p14:tracePt t="21028" x="6419850" y="1498600"/>
          <p14:tracePt t="21049" x="6540500" y="1479550"/>
          <p14:tracePt t="21065" x="6559550" y="1473200"/>
          <p14:tracePt t="21096" x="6597650" y="1447800"/>
          <p14:tracePt t="21128" x="6597650" y="1441450"/>
          <p14:tracePt t="21177" x="6597650" y="1428750"/>
          <p14:tracePt t="21260" x="6591300" y="1428750"/>
          <p14:tracePt t="21282" x="6578600" y="1428750"/>
          <p14:tracePt t="21312" x="6565900" y="1435100"/>
          <p14:tracePt t="21360" x="6508750" y="1454150"/>
          <p14:tracePt t="21382" x="6451600" y="1466850"/>
          <p14:tracePt t="21412" x="6203950" y="1485900"/>
          <p14:tracePt t="21430" x="5962650" y="1504950"/>
          <p14:tracePt t="21476" x="5308600" y="1555750"/>
          <p14:tracePt t="21497" x="4991100" y="1568450"/>
          <p14:tracePt t="21528" x="4521200" y="1600200"/>
          <p14:tracePt t="21576" x="4298950" y="1593850"/>
          <p14:tracePt t="21594" x="4216400" y="1587500"/>
          <p14:tracePt t="21613" x="4178300" y="1587500"/>
          <p14:tracePt t="21644" x="4133850" y="1587500"/>
          <p14:tracePt t="21676" x="4076700" y="1581150"/>
          <p14:tracePt t="21697" x="4044950" y="1574800"/>
          <p14:tracePt t="21730" x="3975100" y="1574800"/>
          <p14:tracePt t="21775" x="3829050" y="1543050"/>
          <p14:tracePt t="21808" x="3702050" y="1511300"/>
          <p14:tracePt t="21830" x="3651250" y="1498600"/>
          <p14:tracePt t="21875" x="3562350" y="1498600"/>
          <p14:tracePt t="21908" x="3517900" y="1492250"/>
          <p14:tracePt t="21930" x="3467100" y="1492250"/>
          <p14:tracePt t="21974" x="3448050" y="1498600"/>
          <p14:tracePt t="22007" x="3435350" y="1504950"/>
          <p14:tracePt t="22029" x="3435350" y="1511300"/>
          <p14:tracePt t="22074" x="3435350" y="1517650"/>
          <p14:tracePt t="22107" x="3441700" y="1524000"/>
          <p14:tracePt t="22140" x="3454400" y="1536700"/>
          <p14:tracePt t="22190" x="3467100" y="1549400"/>
          <p14:tracePt t="22224" x="3600450" y="1587500"/>
          <p14:tracePt t="22257" x="3867150" y="1676400"/>
          <p14:tracePt t="22290" x="4203700" y="1765300"/>
          <p14:tracePt t="22323" x="4527550" y="1822450"/>
          <p14:tracePt t="22356" x="4616450" y="1822450"/>
          <p14:tracePt t="22390" x="4635500" y="1822450"/>
          <p14:tracePt t="22556" x="4622800" y="1822450"/>
          <p14:tracePt t="22589" x="4616450" y="1822450"/>
          <p14:tracePt t="22655" x="4603750" y="1822450"/>
          <p14:tracePt t="23037" x="4445000" y="1822450"/>
          <p14:tracePt t="23071" x="4305300" y="1822450"/>
          <p14:tracePt t="23104" x="4216400" y="1822450"/>
          <p14:tracePt t="23137" x="4159250" y="1822450"/>
          <p14:tracePt t="23170" x="4133850" y="1822450"/>
          <p14:tracePt t="23204" x="4102100" y="1822450"/>
          <p14:tracePt t="23237" x="4083050" y="1822450"/>
          <p14:tracePt t="23270" x="4051300" y="1822450"/>
          <p14:tracePt t="23303" x="4013200" y="1822450"/>
          <p14:tracePt t="23337" x="3975100" y="1816100"/>
          <p14:tracePt t="23355" x="3968750" y="1816100"/>
          <p14:tracePt t="23386" x="3949700" y="1816100"/>
          <p14:tracePt t="23502" x="3956050" y="1809750"/>
          <p14:tracePt t="23536" x="3981450" y="1809750"/>
          <p14:tracePt t="23569" x="4083050" y="1803400"/>
          <p14:tracePt t="23602" x="4292600" y="1797050"/>
          <p14:tracePt t="23635" x="4533900" y="1778000"/>
          <p14:tracePt t="23668" x="4806950" y="1758950"/>
          <p14:tracePt t="23702" x="4927600" y="1752600"/>
          <p14:tracePt t="23735" x="4991100" y="1746250"/>
          <p14:tracePt t="23768" x="5010150" y="1746250"/>
          <p14:tracePt t="23818" x="5016500" y="1739900"/>
          <p14:tracePt t="23885" x="5016500" y="1733550"/>
          <p14:tracePt t="24084" x="5010150" y="1733550"/>
          <p14:tracePt t="24117" x="5003800" y="1733550"/>
          <p14:tracePt t="24153" x="4997450" y="1733550"/>
          <p14:tracePt t="24185" x="4991100" y="1727200"/>
          <p14:tracePt t="24217" x="4984750" y="1727200"/>
          <p14:tracePt t="24300" x="4978400" y="1727200"/>
          <p14:tracePt t="25313" x="4978400" y="1720850"/>
          <p14:tracePt t="25346" x="4965700" y="1720850"/>
          <p14:tracePt t="25380" x="4946650" y="1720850"/>
          <p14:tracePt t="25402" x="4914900" y="1720850"/>
          <p14:tracePt t="25431" x="4787900" y="1720850"/>
          <p14:tracePt t="25463" x="4457700" y="1714500"/>
          <p14:tracePt t="25481" x="4165600" y="1701800"/>
          <p14:tracePt t="25512" x="3397250" y="1689100"/>
          <p14:tracePt t="25545" x="3060700" y="1689100"/>
          <p14:tracePt t="25579" x="2470150" y="1714500"/>
          <p14:tracePt t="25612" x="2178050" y="1733550"/>
          <p14:tracePt t="25646" x="1841500" y="1803400"/>
          <p14:tracePt t="25667" x="1727200" y="1841500"/>
          <p14:tracePt t="25699" x="1600200" y="1885950"/>
          <p14:tracePt t="25730" x="1530350" y="1905000"/>
          <p14:tracePt t="25761" x="1460500" y="1943100"/>
          <p14:tracePt t="25795" x="1377950" y="1974850"/>
          <p14:tracePt t="25828" x="1327150" y="1981200"/>
          <p14:tracePt t="25846" x="1295400" y="1981200"/>
          <p14:tracePt t="25878" x="1250950" y="1981200"/>
          <p14:tracePt t="25911" x="1212850" y="1981200"/>
          <p14:tracePt t="25932" x="1193800" y="1987550"/>
          <p14:tracePt t="25962" x="1168400" y="1993900"/>
          <p14:tracePt t="25980" x="1149350" y="2000250"/>
          <p14:tracePt t="26011" x="1117600" y="2012950"/>
          <p14:tracePt t="26044" x="1092200" y="2025650"/>
          <p14:tracePt t="26093" x="1066800" y="2038350"/>
          <p14:tracePt t="26127" x="1060450" y="2044700"/>
          <p14:tracePt t="41440" x="1524000" y="2025650"/>
          <p14:tracePt t="41474" x="2063750" y="1949450"/>
          <p14:tracePt t="41507" x="2540000" y="1822450"/>
          <p14:tracePt t="41525" x="2628900" y="1803400"/>
          <p14:tracePt t="41545" x="2774950" y="1758950"/>
          <p14:tracePt t="41590" x="2952750" y="1676400"/>
          <p14:tracePt t="41623" x="3003550" y="1638300"/>
          <p14:tracePt t="41656" x="3003550" y="1619250"/>
          <p14:tracePt t="41772" x="3003550" y="1612900"/>
          <p14:tracePt t="41806" x="2990850" y="1612900"/>
          <p14:tracePt t="41839" x="2965450" y="1619250"/>
          <p14:tracePt t="41872" x="2914650" y="1638300"/>
          <p14:tracePt t="41905" x="2851150" y="1657350"/>
          <p14:tracePt t="41955" x="2660650" y="1720850"/>
          <p14:tracePt t="41988" x="2597150" y="1733550"/>
          <p14:tracePt t="42022" x="2565400" y="1733550"/>
          <p14:tracePt t="42072" x="2559050" y="1733550"/>
          <p14:tracePt t="42304" x="2571750" y="1733550"/>
          <p14:tracePt t="42354" x="2590800" y="1733550"/>
          <p14:tracePt t="42388" x="2641600" y="1733550"/>
          <p14:tracePt t="42420" x="2692400" y="1739900"/>
          <p14:tracePt t="42453" x="2730500" y="1746250"/>
          <p14:tracePt t="42487" x="2743200" y="1752600"/>
          <p14:tracePt t="42570" x="2749550" y="1758950"/>
          <p14:tracePt t="42819" x="2768600" y="1752600"/>
          <p14:tracePt t="42852" x="2781300" y="1752600"/>
          <p14:tracePt t="42885" x="2787650" y="1739900"/>
          <p14:tracePt t="42919" x="2806700" y="1733550"/>
          <p14:tracePt t="42968" x="2819400" y="1727200"/>
          <p14:tracePt t="43018" x="2825750" y="1714500"/>
          <p14:tracePt t="43085" x="2838450" y="1708150"/>
          <p14:tracePt t="43118" x="2844800" y="1701800"/>
          <p14:tracePt t="43151" x="2851150" y="1695450"/>
          <p14:tracePt t="43185" x="2857500" y="1695450"/>
          <p14:tracePt t="43218" x="2870200" y="1689100"/>
          <p14:tracePt t="43251" x="2889250" y="1682750"/>
          <p14:tracePt t="43284" x="2889250" y="1676400"/>
          <p14:tracePt t="43317" x="2895600" y="1676400"/>
          <p14:tracePt t="43370" x="2908300" y="1676400"/>
          <p14:tracePt t="43417" x="2914650" y="1670050"/>
          <p14:tracePt t="43450" x="2921000" y="1663700"/>
          <p14:tracePt t="43469" x="2927350" y="1663700"/>
          <p14:tracePt t="43500" x="2927350" y="1657350"/>
          <p14:tracePt t="43533" x="2927350" y="1644650"/>
          <p14:tracePt t="43569" x="2933700" y="1638300"/>
          <p14:tracePt t="43601" x="2933700" y="1625600"/>
          <p14:tracePt t="43650" x="2946400" y="1612900"/>
          <p14:tracePt t="43686" x="2946400" y="1606550"/>
          <p14:tracePt t="43732" x="2952750" y="1600200"/>
          <p14:tracePt t="43784" x="2940050" y="1600200"/>
          <p14:tracePt t="43849" x="2921000" y="1600200"/>
          <p14:tracePt t="43870" x="2914650" y="1600200"/>
          <p14:tracePt t="43932" x="2908300" y="1600200"/>
          <p14:tracePt t="43998" x="2914650" y="1600200"/>
          <p14:tracePt t="44017" x="2921000" y="1593850"/>
          <p14:tracePt t="44081" x="2940050" y="1593850"/>
          <p14:tracePt t="44164" x="2946400" y="1593850"/>
          <p14:tracePt t="44186" x="2946400" y="1600200"/>
          <p14:tracePt t="44219" x="2959100" y="1606550"/>
          <p14:tracePt t="44249" x="2971800" y="1606550"/>
          <p14:tracePt t="44281" x="2984500" y="1606550"/>
          <p14:tracePt t="44302" x="3009900" y="1600200"/>
          <p14:tracePt t="44318" x="3022600" y="1600200"/>
          <p14:tracePt t="44349" x="3067050" y="1581150"/>
          <p14:tracePt t="44380" x="3092450" y="1574800"/>
          <p14:tracePt t="44402" x="3117850" y="1568450"/>
          <p14:tracePt t="44435" x="3136900" y="1568450"/>
          <p14:tracePt t="44480" x="3155950" y="1568450"/>
          <p14:tracePt t="44513" x="3187700" y="1562100"/>
          <p14:tracePt t="44535" x="3232150" y="1549400"/>
          <p14:tracePt t="44579" x="3270250" y="1530350"/>
          <p14:tracePt t="44629" x="3282950" y="1524000"/>
          <p14:tracePt t="44729" x="3276600" y="1524000"/>
          <p14:tracePt t="44750" x="3270250" y="1524000"/>
          <p14:tracePt t="44782" x="3263900" y="1524000"/>
          <p14:tracePt t="44814" x="3257550" y="1524000"/>
          <p14:tracePt t="44862" x="3244850" y="1530350"/>
          <p14:tracePt t="44895" x="3238500" y="1530350"/>
          <p14:tracePt t="44928" x="3232150" y="1530350"/>
          <p14:tracePt t="45593" x="3219450" y="1536700"/>
          <p14:tracePt t="45626" x="3181350" y="1555750"/>
          <p14:tracePt t="45659" x="3130550" y="1581150"/>
          <p14:tracePt t="45693" x="3048000" y="1631950"/>
          <p14:tracePt t="45726" x="2940050" y="1701800"/>
          <p14:tracePt t="45759" x="2819400" y="1758950"/>
          <p14:tracePt t="45778" x="2743200" y="1790700"/>
          <p14:tracePt t="45810" x="2673350" y="1822450"/>
          <p14:tracePt t="45842" x="2628900" y="1835150"/>
          <p14:tracePt t="45875" x="2622550" y="1835150"/>
          <p14:tracePt t="45908" x="2622550" y="1822450"/>
          <p14:tracePt t="45941" x="2654300" y="1809750"/>
          <p14:tracePt t="45975" x="2692400" y="1790700"/>
          <p14:tracePt t="46008" x="2736850" y="1771650"/>
          <p14:tracePt t="46041" x="2762250" y="1765300"/>
          <p14:tracePt t="46075" x="2787650" y="1752600"/>
          <p14:tracePt t="46108" x="2794000" y="1746250"/>
          <p14:tracePt t="46141" x="2794000" y="1739900"/>
          <p14:tracePt t="46191" x="2774950" y="1739900"/>
          <p14:tracePt t="46257" x="2762250" y="1739900"/>
          <p14:tracePt t="46276" x="2749550" y="1746250"/>
          <p14:tracePt t="46307" x="2736850" y="1746250"/>
          <p14:tracePt t="46340" x="2730500" y="1752600"/>
          <p14:tracePt t="46440" x="2749550" y="1752600"/>
          <p14:tracePt t="46476" x="2800350" y="1739900"/>
          <p14:tracePt t="46508" x="2851150" y="1733550"/>
          <p14:tracePt t="46540" x="2870200" y="1727200"/>
          <p14:tracePt t="46606" x="2851150" y="1727200"/>
          <p14:tracePt t="46656" x="2832100" y="1727200"/>
          <p14:tracePt t="46689" x="2794000" y="1733550"/>
          <p14:tracePt t="46722" x="2711450" y="1733550"/>
          <p14:tracePt t="46755" x="2565400" y="1733550"/>
          <p14:tracePt t="46775" x="2508250" y="1733550"/>
          <p14:tracePt t="46807" x="2457450" y="1733550"/>
          <p14:tracePt t="46838" x="2438400" y="1733550"/>
          <p14:tracePt t="46874" x="2463800" y="1727200"/>
          <p14:tracePt t="46907" x="2508250" y="1727200"/>
          <p14:tracePt t="46923" x="2527300" y="1727200"/>
          <p14:tracePt t="46955" x="2590800" y="1720850"/>
          <p14:tracePt t="46992" x="2654300" y="1708150"/>
          <p14:tracePt t="47023" x="2673350" y="1708150"/>
          <p14:tracePt t="47071" x="2679700" y="1701800"/>
          <p14:tracePt t="47353" x="2717800" y="1714500"/>
          <p14:tracePt t="47403" x="2978150" y="1771650"/>
          <p14:tracePt t="47424" x="3111500" y="1784350"/>
          <p14:tracePt t="47455" x="3346450" y="1803400"/>
          <p14:tracePt t="47486" x="3473450" y="1790700"/>
          <p14:tracePt t="47507" x="3657600" y="1771650"/>
          <p14:tracePt t="47541" x="3829050" y="1758950"/>
          <p14:tracePt t="47571" x="3930650" y="1758950"/>
          <p14:tracePt t="47602" x="3994150" y="1771650"/>
          <p14:tracePt t="47624" x="4038600" y="1771650"/>
          <p14:tracePt t="47654" x="4089400" y="1771650"/>
          <p14:tracePt t="47702" x="4159250" y="1778000"/>
          <p14:tracePt t="47724" x="4184650" y="1778000"/>
          <p14:tracePt t="47757" x="4210050" y="1778000"/>
          <p14:tracePt t="47802" x="4235450" y="1784350"/>
          <p14:tracePt t="47837" x="4254500" y="1784350"/>
          <p14:tracePt t="47885" x="4267200" y="1784350"/>
          <p14:tracePt t="47918" x="4273550" y="1784350"/>
          <p14:tracePt t="47968" x="4279900" y="1784350"/>
          <p14:tracePt t="48001" x="4286250" y="1784350"/>
          <p14:tracePt t="48051" x="4305300" y="1784350"/>
          <p14:tracePt t="48201" x="4292600" y="1784350"/>
          <p14:tracePt t="48234" x="4273550" y="1784350"/>
          <p14:tracePt t="48267" x="4197350" y="1797050"/>
          <p14:tracePt t="48300" x="4000500" y="1803400"/>
          <p14:tracePt t="48333" x="3854450" y="1809750"/>
          <p14:tracePt t="48366" x="3765550" y="1809750"/>
          <p14:tracePt t="48400" x="3714750" y="1816100"/>
          <p14:tracePt t="48433" x="3689350" y="1822450"/>
          <p14:tracePt t="48499" x="3714750" y="1822450"/>
          <p14:tracePt t="48533" x="3797300" y="1816100"/>
          <p14:tracePt t="48566" x="3943350" y="1797050"/>
          <p14:tracePt t="48599" x="4140200" y="1778000"/>
          <p14:tracePt t="48632" x="4305300" y="1771650"/>
          <p14:tracePt t="48665" x="4394200" y="1765300"/>
          <p14:tracePt t="48699" x="4400550" y="1758950"/>
          <p14:tracePt t="48748" x="4387850" y="1758950"/>
          <p14:tracePt t="48782" x="4368800" y="1758950"/>
          <p14:tracePt t="48815" x="4343400" y="1752600"/>
          <p14:tracePt t="48850" x="4305300" y="1752600"/>
          <p14:tracePt t="48882" x="3937000" y="1752600"/>
          <p14:tracePt t="48915" x="3244850" y="1765300"/>
          <p14:tracePt t="48948" x="2374900" y="1790700"/>
          <p14:tracePt t="48981" x="1403350" y="1892300"/>
          <p14:tracePt t="49014" x="1035050" y="1943100"/>
          <p14:tracePt t="49047" x="882650" y="1987550"/>
          <p14:tracePt t="49081" x="831850" y="2012950"/>
          <p14:tracePt t="49114" x="806450" y="2025650"/>
          <p14:tracePt t="49147" x="800100" y="2025650"/>
          <p14:tracePt t="49180" x="800100" y="2032000"/>
          <p14:tracePt t="49231" x="800100" y="2038350"/>
          <p14:tracePt t="49313" x="793750" y="2044700"/>
          <p14:tracePt t="49562" x="806450" y="2038350"/>
          <p14:tracePt t="49595" x="819150" y="2032000"/>
          <p14:tracePt t="49629" x="831850" y="2025650"/>
          <p14:tracePt t="49662" x="838200" y="2025650"/>
          <p14:tracePt t="49695" x="850900" y="2019300"/>
          <p14:tracePt t="49728" x="869950" y="2006600"/>
          <p14:tracePt t="49762" x="876300" y="1993900"/>
          <p14:tracePt t="49795" x="920750" y="1949450"/>
          <p14:tracePt t="49828" x="996950" y="1905000"/>
          <p14:tracePt t="49847" x="1060450" y="1866900"/>
          <p14:tracePt t="49881" x="1193800" y="1797050"/>
          <p14:tracePt t="49913" x="1282700" y="1752600"/>
          <p14:tracePt t="49945" x="1352550" y="1727200"/>
          <p14:tracePt t="49966" x="1390650" y="1714500"/>
          <p14:tracePt t="49996" x="1409700" y="1708150"/>
          <p14:tracePt t="50028" x="1428750" y="1701800"/>
          <p14:tracePt t="50097" x="1422400" y="1695450"/>
          <p14:tracePt t="50129" x="1403350" y="1701800"/>
          <p14:tracePt t="50160" x="1365250" y="1727200"/>
          <p14:tracePt t="50182" x="1320800" y="1758950"/>
          <p14:tracePt t="50212" x="1225550" y="1822450"/>
          <p14:tracePt t="50243" x="1079500" y="1911350"/>
          <p14:tracePt t="50293" x="914400" y="2019300"/>
          <p14:tracePt t="50329" x="869950" y="2051050"/>
          <p14:tracePt t="50347" x="863600" y="2051050"/>
          <p14:tracePt t="50409" x="863600" y="2057400"/>
          <p14:tracePt t="50492" x="863600" y="2063750"/>
          <p14:tracePt t="52785" x="863600" y="2070100"/>
          <p14:tracePt t="52835" x="869950" y="2076450"/>
          <p14:tracePt t="52902" x="869950" y="2082800"/>
          <p14:tracePt t="52984" x="869950" y="2089150"/>
          <p14:tracePt t="53087" x="876300" y="2095500"/>
          <p14:tracePt t="53450" x="882650" y="2095500"/>
          <p14:tracePt t="53485" x="889000" y="2095500"/>
          <p14:tracePt t="53532" x="895350" y="2095500"/>
          <p14:tracePt t="53602" x="901700" y="2095500"/>
          <p14:tracePt t="53798" x="908050" y="2095500"/>
          <p14:tracePt t="53864" x="914400" y="2095500"/>
          <p14:tracePt t="53900" x="927100" y="2095500"/>
          <p14:tracePt t="53919" x="933450" y="2095500"/>
          <p14:tracePt t="53997" x="946150" y="2095500"/>
          <p14:tracePt t="54033" x="984250" y="2095500"/>
          <p14:tracePt t="54065" x="1041400" y="2095500"/>
          <p14:tracePt t="54101" x="1200150" y="2082800"/>
          <p14:tracePt t="54132" x="1346200" y="2082800"/>
          <p14:tracePt t="54163" x="1447800" y="2076450"/>
          <p14:tracePt t="54196" x="1587500" y="2076450"/>
          <p14:tracePt t="54218" x="1625600" y="2076450"/>
          <p14:tracePt t="54248" x="1689100" y="2070100"/>
          <p14:tracePt t="54296" x="1739900" y="2063750"/>
          <p14:tracePt t="54317" x="1765300" y="2063750"/>
          <p14:tracePt t="54350" x="1784350" y="2063750"/>
          <p14:tracePt t="54381" x="1803400" y="2063750"/>
          <p14:tracePt t="54412" x="1822450" y="2063750"/>
          <p14:tracePt t="54495" x="1828800" y="2063750"/>
          <p14:tracePt t="54545" x="1841500" y="2063750"/>
          <p14:tracePt t="54595" x="1847850" y="2063750"/>
          <p14:tracePt t="54661" x="1847850" y="2057400"/>
          <p14:tracePt t="54744" x="1847850" y="2051050"/>
          <p14:tracePt t="54811" x="1835150" y="2044700"/>
          <p14:tracePt t="54877" x="1835150" y="2032000"/>
          <p14:tracePt t="54910" x="1835150" y="2006600"/>
          <p14:tracePt t="55176" x="1733550" y="2038350"/>
          <p14:tracePt t="55209" x="1631950" y="2070100"/>
          <p14:tracePt t="55243" x="1555750" y="2089150"/>
          <p14:tracePt t="55276" x="1498600" y="2095500"/>
          <p14:tracePt t="55309" x="1479550" y="2095500"/>
          <p14:tracePt t="55342" x="1466850" y="2095500"/>
          <p14:tracePt t="55425" x="1460500" y="2089150"/>
          <p14:tracePt t="55458" x="1454150" y="2082800"/>
          <p14:tracePt t="55494" x="1435100" y="2082800"/>
          <p14:tracePt t="55525" x="1422400" y="2082800"/>
          <p14:tracePt t="55575" x="1409700" y="2076450"/>
          <p14:tracePt t="55625" x="1403350" y="2076450"/>
          <p14:tracePt t="55658" x="1397000" y="2076450"/>
          <p14:tracePt t="55691" x="1409700" y="2063750"/>
          <p14:tracePt t="55724" x="1416050" y="2057400"/>
          <p14:tracePt t="55758" x="1473200" y="2057400"/>
          <p14:tracePt t="55791" x="1543050" y="2057400"/>
          <p14:tracePt t="55824" x="1619250" y="2057400"/>
          <p14:tracePt t="55857" x="1701800" y="2057400"/>
          <p14:tracePt t="55891" x="1739900" y="2057400"/>
          <p14:tracePt t="55923" x="1752600" y="2057400"/>
          <p14:tracePt t="56007" x="1758950" y="2057400"/>
          <p14:tracePt t="56040" x="1765300" y="2057400"/>
          <p14:tracePt t="56092" x="1771650" y="2057400"/>
          <p14:tracePt t="56140" x="1784350" y="2057400"/>
          <p14:tracePt t="56173" x="1790700" y="2057400"/>
          <p14:tracePt t="56206" x="1803400" y="2057400"/>
          <p14:tracePt t="56239" x="1809750" y="2063750"/>
          <p14:tracePt t="56272" x="1816100" y="2063750"/>
          <p14:tracePt t="56306" x="1828800" y="2070100"/>
          <p14:tracePt t="56372" x="1835150" y="2076450"/>
          <p14:tracePt t="56410" x="1847850" y="2076450"/>
          <p14:tracePt t="56455" x="1860550" y="2082800"/>
          <p14:tracePt t="56507" x="1866900" y="2082800"/>
          <p14:tracePt t="56555" x="1873250" y="2082800"/>
          <p14:tracePt t="56576" x="1879600" y="2082800"/>
          <p14:tracePt t="56638" x="1892300" y="2082800"/>
          <p14:tracePt t="56671" x="1898650" y="2082800"/>
          <p14:tracePt t="56807" x="1885950" y="2089150"/>
          <p14:tracePt t="56839" x="1873250" y="2089150"/>
          <p14:tracePt t="56904" x="1809750" y="2095500"/>
          <p14:tracePt t="56940" x="1727200" y="2101850"/>
          <p14:tracePt t="56972" x="1676400" y="2108200"/>
          <p14:tracePt t="57020" x="1612900" y="2114550"/>
          <p14:tracePt t="57041" x="1600200" y="2114550"/>
          <p14:tracePt t="57119" x="1600200" y="2120900"/>
          <p14:tracePt t="57236" x="1612900" y="2120900"/>
          <p14:tracePt t="57272" x="1619250" y="2120900"/>
          <p14:tracePt t="57419" x="1504950" y="2120900"/>
          <p14:tracePt t="57452" x="1263650" y="2114550"/>
          <p14:tracePt t="57473" x="1136650" y="2114550"/>
          <p14:tracePt t="57518" x="939800" y="2114550"/>
          <p14:tracePt t="57552" x="876300" y="2108200"/>
          <p14:tracePt t="57573" x="838200" y="2108200"/>
          <p14:tracePt t="57618" x="800100" y="2108200"/>
          <p14:tracePt t="57651" x="768350" y="2095500"/>
          <p14:tracePt t="57672" x="749300" y="2089150"/>
          <p14:tracePt t="57717" x="730250" y="2076450"/>
          <p14:tracePt t="57767" x="723900" y="2070100"/>
          <p14:tracePt t="57883" x="736600" y="2070100"/>
          <p14:tracePt t="57933" x="755650" y="2063750"/>
          <p14:tracePt t="57967" x="844550" y="2057400"/>
          <p14:tracePt t="57985" x="952500" y="2057400"/>
          <p14:tracePt t="58017" x="1206500" y="2057400"/>
          <p14:tracePt t="58050" x="1536700" y="2076450"/>
          <p14:tracePt t="58083" x="1885950" y="2127250"/>
          <p14:tracePt t="58116" x="1974850" y="2139950"/>
          <p14:tracePt t="58149" x="2044700" y="2146300"/>
          <p14:tracePt t="58182" x="2051050" y="2146300"/>
          <p14:tracePt t="58216" x="2044700" y="2152650"/>
          <p14:tracePt t="58249" x="2019300" y="2165350"/>
          <p14:tracePt t="58282" x="2000250" y="2165350"/>
          <p14:tracePt t="58316" x="1917700" y="2184400"/>
          <p14:tracePt t="58348" x="1701800" y="2190750"/>
          <p14:tracePt t="58382" x="1409700" y="2190750"/>
          <p14:tracePt t="58416" x="1041400" y="2203450"/>
          <p14:tracePt t="58449" x="882650" y="2209800"/>
          <p14:tracePt t="58481" x="825500" y="2209800"/>
          <p14:tracePt t="58565" x="838200" y="2209800"/>
          <p14:tracePt t="58598" x="895350" y="2203450"/>
          <p14:tracePt t="58631" x="1028700" y="2197100"/>
          <p14:tracePt t="58664" x="1270000" y="2178050"/>
          <p14:tracePt t="58697" x="1714500" y="2159000"/>
          <p14:tracePt t="58731" x="1924050" y="2139950"/>
          <p14:tracePt t="58764" x="1987550" y="2127250"/>
          <p14:tracePt t="58830" x="1930400" y="2139950"/>
          <p14:tracePt t="58864" x="1828800" y="2139950"/>
          <p14:tracePt t="58897" x="1638300" y="2139950"/>
          <p14:tracePt t="58930" x="1339850" y="2114550"/>
          <p14:tracePt t="58963" x="1162050" y="2108200"/>
          <p14:tracePt t="58982" x="1079500" y="2108200"/>
          <p14:tracePt t="59013" x="1035050" y="2108200"/>
          <p14:tracePt t="59047" x="1028700" y="2101850"/>
          <p14:tracePt t="59079" x="1047750" y="2101850"/>
          <p14:tracePt t="59113" x="1149350" y="2076450"/>
          <p14:tracePt t="59146" x="1365250" y="2051050"/>
          <p14:tracePt t="59179" x="1739900" y="2019300"/>
          <p14:tracePt t="59215" x="1911350" y="2006600"/>
          <p14:tracePt t="59248" x="1949450" y="2000250"/>
          <p14:tracePt t="59300" x="1892300" y="2006600"/>
          <p14:tracePt t="59330" x="1809750" y="2025650"/>
          <p14:tracePt t="59362" x="1657350" y="2019300"/>
          <p14:tracePt t="59412" x="1257300" y="1993900"/>
          <p14:tracePt t="59445" x="996950" y="1974850"/>
          <p14:tracePt t="59478" x="850900" y="1955800"/>
          <p14:tracePt t="59499" x="819150" y="1949450"/>
          <p14:tracePt t="59530" x="806450" y="1949450"/>
          <p14:tracePt t="59578" x="825500" y="1943100"/>
          <p14:tracePt t="59614" x="908050" y="1924050"/>
          <p14:tracePt t="59646" x="1079500" y="1905000"/>
          <p14:tracePt t="59678" x="1397000" y="1885950"/>
          <p14:tracePt t="59696" x="1466850" y="1873250"/>
          <p14:tracePt t="59715" x="1524000" y="1873250"/>
          <p14:tracePt t="59746" x="1549400" y="1873250"/>
          <p14:tracePt t="59777" x="1530350" y="1885950"/>
          <p14:tracePt t="59827" x="1460500" y="1892300"/>
          <p14:tracePt t="59863" x="1384300" y="1905000"/>
          <p14:tracePt t="59910" x="1263650" y="1905000"/>
          <p14:tracePt t="59932" x="1231900" y="1905000"/>
          <p14:tracePt t="59961" x="1212850" y="1898650"/>
          <p14:tracePt t="59993" x="1206500" y="1892300"/>
          <p14:tracePt t="60026" x="1244600" y="1879600"/>
          <p14:tracePt t="60048" x="1295400" y="1873250"/>
          <p14:tracePt t="60078" x="1409700" y="1873250"/>
          <p14:tracePt t="60126" x="1701800" y="1898650"/>
          <p14:tracePt t="60147" x="1733550" y="1905000"/>
          <p14:tracePt t="60178" x="1739900" y="1911350"/>
          <p14:tracePt t="60209" x="1701800" y="1917700"/>
          <p14:tracePt t="60242" x="1568450" y="1930400"/>
          <p14:tracePt t="60264" x="1428750" y="1936750"/>
          <p14:tracePt t="60308" x="1047750" y="1962150"/>
          <p14:tracePt t="60342" x="831850" y="1962150"/>
          <p14:tracePt t="60363" x="762000" y="1955800"/>
          <p14:tracePt t="60393" x="730250" y="1955800"/>
          <p14:tracePt t="60425" x="762000" y="1936750"/>
          <p14:tracePt t="60458" x="857250" y="1930400"/>
          <p14:tracePt t="60480" x="1016000" y="1924050"/>
          <p14:tracePt t="60525" x="1473200" y="1949450"/>
          <p14:tracePt t="60559" x="1574800" y="1955800"/>
          <p14:tracePt t="60624" x="1530350" y="1974850"/>
          <p14:tracePt t="60657" x="1422400" y="1987550"/>
          <p14:tracePt t="60691" x="1225550" y="2025650"/>
          <p14:tracePt t="60724" x="1016000" y="2051050"/>
          <p14:tracePt t="60757" x="895350" y="2051050"/>
          <p14:tracePt t="60790" x="882650" y="2051050"/>
          <p14:tracePt t="60824" x="914400" y="2051050"/>
          <p14:tracePt t="60857" x="952500" y="2044700"/>
          <p14:tracePt t="60890" x="1174750" y="2051050"/>
          <p14:tracePt t="60923" x="1422400" y="2070100"/>
          <p14:tracePt t="60956" x="1581150" y="2057400"/>
          <p14:tracePt t="60975" x="1593850" y="2057400"/>
          <p14:tracePt t="61006" x="1568450" y="2063750"/>
          <p14:tracePt t="61035" x="1517650" y="2070100"/>
          <p14:tracePt t="61072" x="1397000" y="2082800"/>
          <p14:tracePt t="61106" x="1123950" y="2076450"/>
          <p14:tracePt t="61139" x="952500" y="2070100"/>
          <p14:tracePt t="61158" x="895350" y="2051050"/>
          <p14:tracePt t="61205" x="863600" y="2044700"/>
          <p14:tracePt t="61239" x="876300" y="2044700"/>
          <p14:tracePt t="61272" x="914400" y="2032000"/>
          <p14:tracePt t="61305" x="1003300" y="2012950"/>
          <p14:tracePt t="61338" x="1352550" y="1974850"/>
          <p14:tracePt t="61372" x="1574800" y="1936750"/>
          <p14:tracePt t="61405" x="1663700" y="1924050"/>
          <p14:tracePt t="61438" x="1676400" y="1924050"/>
          <p14:tracePt t="61471" x="1657350" y="1924050"/>
          <p14:tracePt t="61505" x="1631950" y="1924050"/>
          <p14:tracePt t="61523" x="1625600" y="1924050"/>
          <p14:tracePt t="61541" x="1612900" y="1930400"/>
          <p14:tracePt t="61604" x="1606550" y="1936750"/>
          <p14:tracePt t="62043" x="2305050" y="1936750"/>
          <p14:tracePt t="62054" x="2540000" y="1936750"/>
          <p14:tracePt t="62088" x="3397250" y="1936750"/>
          <p14:tracePt t="62119" x="4089400" y="1879600"/>
          <p14:tracePt t="62152" x="4362450" y="1790700"/>
          <p14:tracePt t="62185" x="4508500" y="1720850"/>
          <p14:tracePt t="62221" x="4546600" y="1701800"/>
          <p14:tracePt t="62254" x="4546600" y="1695450"/>
          <p14:tracePt t="62304" x="4514850" y="1695450"/>
          <p14:tracePt t="62337" x="4470400" y="1708150"/>
          <p14:tracePt t="62368" x="4387850" y="1720850"/>
          <p14:tracePt t="62390" x="4292600" y="1720850"/>
          <p14:tracePt t="62420" x="4019550" y="1689100"/>
          <p14:tracePt t="62451" x="3803650" y="1689100"/>
          <p14:tracePt t="62485" x="3448050" y="1695450"/>
          <p14:tracePt t="62521" x="3270250" y="1701800"/>
          <p14:tracePt t="62553" x="3155950" y="1720850"/>
          <p14:tracePt t="62586" x="3117850" y="1720850"/>
          <p14:tracePt t="62620" x="3092450" y="1720850"/>
          <p14:tracePt t="62653" x="3054350" y="1701800"/>
          <p14:tracePt t="62683" x="3028950" y="1689100"/>
          <p14:tracePt t="62733" x="2978150" y="1670050"/>
          <p14:tracePt t="62752" x="2952750" y="1657350"/>
          <p14:tracePt t="62783" x="2946400" y="1657350"/>
          <p14:tracePt t="62833" x="2940050" y="1651000"/>
          <p14:tracePt t="62883" x="2933700" y="1651000"/>
          <p14:tracePt t="62916" x="2927350" y="1651000"/>
          <p14:tracePt t="62937" x="2921000" y="1651000"/>
          <p14:tracePt t="63032" x="2933700" y="1651000"/>
          <p14:tracePt t="63099" x="2940050" y="1644650"/>
          <p14:tracePt t="63149" x="2959100" y="1638300"/>
          <p14:tracePt t="63171" x="3022600" y="1625600"/>
          <p14:tracePt t="63215" x="3251200" y="1587500"/>
          <p14:tracePt t="63248" x="3683000" y="1517650"/>
          <p14:tracePt t="63270" x="4025900" y="1466850"/>
          <p14:tracePt t="63300" x="4330700" y="1447800"/>
          <p14:tracePt t="63332" x="4552950" y="1447800"/>
          <p14:tracePt t="63364" x="4775200" y="1460500"/>
          <p14:tracePt t="63386" x="4857750" y="1473200"/>
          <p14:tracePt t="63431" x="4940300" y="1530350"/>
          <p14:tracePt t="63464" x="4959350" y="1562100"/>
          <p14:tracePt t="63487" x="4972050" y="1587500"/>
          <p14:tracePt t="63531" x="4991100" y="1606550"/>
          <p14:tracePt t="63564" x="4991100" y="1619250"/>
          <p14:tracePt t="63599" x="4991100" y="1625600"/>
          <p14:tracePt t="63763" x="4984750" y="1619250"/>
          <p14:tracePt t="64145" x="5168900" y="1581150"/>
          <p14:tracePt t="64178" x="5657850" y="1517650"/>
          <p14:tracePt t="64212" x="6096000" y="1485900"/>
          <p14:tracePt t="64245" x="6451600" y="1498600"/>
          <p14:tracePt t="64278" x="6521450" y="1498600"/>
          <p14:tracePt t="64312" x="6572250" y="1511300"/>
          <p14:tracePt t="64344" x="6584950" y="1517650"/>
          <p14:tracePt t="64378" x="6654800" y="1543050"/>
          <p14:tracePt t="64412" x="6699250" y="1555750"/>
          <p14:tracePt t="64444" x="6737350" y="1568450"/>
          <p14:tracePt t="64477" x="6762750" y="1574800"/>
          <p14:tracePt t="64511" x="6781800" y="1587500"/>
          <p14:tracePt t="64530" x="6800850" y="1593850"/>
          <p14:tracePt t="64561" x="6845300" y="1606550"/>
          <p14:tracePt t="64596" x="6921500" y="1625600"/>
          <p14:tracePt t="64612" x="6946900" y="1638300"/>
          <p14:tracePt t="64644" x="7029450" y="1638300"/>
          <p14:tracePt t="64677" x="7099300" y="1638300"/>
          <p14:tracePt t="64710" x="7156450" y="1631950"/>
          <p14:tracePt t="64743" x="7194550" y="1631950"/>
          <p14:tracePt t="64776" x="7219950" y="1625600"/>
          <p14:tracePt t="64810" x="7245350" y="1619250"/>
          <p14:tracePt t="64893" x="7251700" y="1612900"/>
          <p14:tracePt t="64943" x="7258050" y="1612900"/>
          <p14:tracePt t="65042" x="7251700" y="1619250"/>
          <p14:tracePt t="65111" x="7239000" y="1619250"/>
          <p14:tracePt t="65441" x="7346950" y="1536700"/>
          <p14:tracePt t="65474" x="7651750" y="1365250"/>
          <p14:tracePt t="65495" x="7823200" y="1282700"/>
          <p14:tracePt t="65525" x="7969250" y="1225550"/>
          <p14:tracePt t="65558" x="8159750" y="1174750"/>
          <p14:tracePt t="65592" x="8267700" y="1187450"/>
          <p14:tracePt t="65626" x="8299450" y="1225550"/>
          <p14:tracePt t="65659" x="8318500" y="1270000"/>
          <p14:tracePt t="65690" x="8331200" y="1327150"/>
          <p14:tracePt t="65726" x="8356600" y="1403350"/>
          <p14:tracePt t="65758" x="8369300" y="1447800"/>
          <p14:tracePt t="65789" x="8369300" y="1479550"/>
          <p14:tracePt t="65811" x="8369300" y="1498600"/>
          <p14:tracePt t="65844" x="8375650" y="1543050"/>
          <p14:tracePt t="65874" x="8375650" y="1562100"/>
          <p14:tracePt t="66022" x="8369300" y="1562100"/>
          <p14:tracePt t="66390" x="8293100" y="1568450"/>
          <p14:tracePt t="66437" x="7334250" y="1651000"/>
          <p14:tracePt t="66471" x="6623050" y="1682750"/>
          <p14:tracePt t="66492" x="6140450" y="1657350"/>
          <p14:tracePt t="66522" x="5721350" y="1657350"/>
          <p14:tracePt t="66554" x="5416550" y="1663700"/>
          <p14:tracePt t="66573" x="5264150" y="1670050"/>
          <p14:tracePt t="66620" x="4965700" y="1682750"/>
          <p14:tracePt t="66653" x="4857750" y="1682750"/>
          <p14:tracePt t="66686" x="4775200" y="1682750"/>
          <p14:tracePt t="66720" x="4616450" y="1682750"/>
          <p14:tracePt t="66753" x="4521200" y="1676400"/>
          <p14:tracePt t="66786" x="4419600" y="1663700"/>
          <p14:tracePt t="66819" x="4362450" y="1663700"/>
          <p14:tracePt t="66852" x="4292600" y="1670050"/>
          <p14:tracePt t="66886" x="4184650" y="1689100"/>
          <p14:tracePt t="66919" x="4089400" y="1682750"/>
          <p14:tracePt t="66952" x="4006850" y="1689100"/>
          <p14:tracePt t="70773" x="4210050" y="1720850"/>
          <p14:tracePt t="70806" x="4800600" y="1835150"/>
          <p14:tracePt t="70839" x="5384800" y="1873250"/>
          <p14:tracePt t="70872" x="5664200" y="1879600"/>
          <p14:tracePt t="70905" x="5835650" y="1873250"/>
          <p14:tracePt t="70939" x="5956300" y="1873250"/>
          <p14:tracePt t="70972" x="6197600" y="1873250"/>
          <p14:tracePt t="71005" x="6445250" y="1885950"/>
          <p14:tracePt t="71038" x="6699250" y="1911350"/>
          <p14:tracePt t="71072" x="7073900" y="1962150"/>
          <p14:tracePt t="71105" x="7181850" y="1962150"/>
          <p14:tracePt t="71138" x="7232650" y="1955800"/>
          <p14:tracePt t="71171" x="7258050" y="1949450"/>
          <p14:tracePt t="71204" x="7334250" y="1949450"/>
          <p14:tracePt t="71238" x="7404100" y="1949450"/>
          <p14:tracePt t="71271" x="7448550" y="1949450"/>
          <p14:tracePt t="71304" x="7499350" y="1949450"/>
          <p14:tracePt t="71338" x="7531100" y="1943100"/>
          <p14:tracePt t="71371" x="7581900" y="1924050"/>
          <p14:tracePt t="71404" x="7607300" y="1917700"/>
          <p14:tracePt t="71422" x="7658100" y="1917700"/>
          <p14:tracePt t="71453" x="7696200" y="1905000"/>
          <p14:tracePt t="71487" x="7747000" y="1892300"/>
          <p14:tracePt t="71523" x="7766050" y="1879600"/>
          <p14:tracePt t="71555" x="7778750" y="1873250"/>
          <p14:tracePt t="71604" x="7785100" y="1873250"/>
          <p14:tracePt t="71639" x="7797800" y="1866900"/>
          <p14:tracePt t="71671" x="7810500" y="1866900"/>
          <p14:tracePt t="71702" x="7823200" y="1860550"/>
          <p14:tracePt t="71739" x="7835900" y="1860550"/>
          <p14:tracePt t="71771" x="7848600" y="1847850"/>
          <p14:tracePt t="71819" x="7854950" y="1841500"/>
          <p14:tracePt t="71869" x="7867650" y="1835150"/>
          <p14:tracePt t="71902" x="7874000" y="1835150"/>
          <p14:tracePt t="71938" x="7880350" y="1828800"/>
          <p14:tracePt t="71971" x="7886700" y="1822450"/>
          <p14:tracePt t="72567" x="7975600" y="1828800"/>
          <p14:tracePt t="72602" x="8070850" y="1828800"/>
          <p14:tracePt t="72633" x="8197850" y="1822450"/>
          <p14:tracePt t="72656" x="8255000" y="1822450"/>
          <p14:tracePt t="72688" x="8350250" y="1822450"/>
          <p14:tracePt t="72733" x="8464550" y="1816100"/>
          <p14:tracePt t="72755" x="8509000" y="1809750"/>
          <p14:tracePt t="72789" x="8528050" y="1809750"/>
          <p14:tracePt t="72849" x="8521700" y="1803400"/>
          <p14:tracePt t="72872" x="8509000" y="1803400"/>
          <p14:tracePt t="72905" x="8489950" y="1809750"/>
          <p14:tracePt t="72949" x="8439150" y="1816100"/>
          <p14:tracePt t="72967" x="8407400" y="1816100"/>
          <p14:tracePt t="73015" x="8331200" y="1816100"/>
          <p14:tracePt t="73048" x="8058150" y="1803400"/>
          <p14:tracePt t="73072" x="7880350" y="1803400"/>
          <p14:tracePt t="73105" x="7658100" y="1797050"/>
          <p14:tracePt t="73150" x="7607300" y="1797050"/>
          <p14:tracePt t="73198" x="7600950" y="1803400"/>
          <p14:tracePt t="73231" x="7600950" y="1809750"/>
          <p14:tracePt t="73264" x="7626350" y="1816100"/>
          <p14:tracePt t="73288" x="7645400" y="1816100"/>
          <p14:tracePt t="73331" x="7708900" y="1816100"/>
          <p14:tracePt t="73364" x="7867650" y="1797050"/>
          <p14:tracePt t="73398" x="8242300" y="1752600"/>
          <p14:tracePt t="73416" x="8343900" y="1746250"/>
          <p14:tracePt t="73448" x="8648700" y="1727200"/>
          <p14:tracePt t="73480" x="8743950" y="1720850"/>
          <p14:tracePt t="73513" x="8750300" y="1720850"/>
          <p14:tracePt t="73579" x="8737600" y="1720850"/>
          <p14:tracePt t="73615" x="8712200" y="1720850"/>
          <p14:tracePt t="73646" x="8705850" y="1727200"/>
          <p14:tracePt t="73679" x="8693150" y="1727200"/>
          <p14:tracePt t="73746" x="8686800" y="1733550"/>
          <p14:tracePt t="74360" x="8521700" y="1784350"/>
          <p14:tracePt t="74395" x="8350250" y="1816100"/>
          <p14:tracePt t="74431" x="8134350" y="1860550"/>
          <p14:tracePt t="74462" x="7994650" y="1898650"/>
          <p14:tracePt t="74493" x="7899400" y="1917700"/>
          <p14:tracePt t="74516" x="7829550" y="1930400"/>
          <p14:tracePt t="74545" x="7747000" y="1936750"/>
          <p14:tracePt t="74576" x="7670800" y="1949450"/>
          <p14:tracePt t="74595" x="7626350" y="1962150"/>
          <p14:tracePt t="74630" x="7581900" y="1987550"/>
          <p14:tracePt t="74662" x="7556500" y="2006600"/>
          <p14:tracePt t="74709" x="7556500" y="2012950"/>
          <p14:tracePt t="74732" x="7524750" y="2025650"/>
          <p14:tracePt t="74761" x="7512050" y="2025650"/>
          <p14:tracePt t="83179" x="7499350" y="2019300"/>
          <p14:tracePt t="83213" x="7486650" y="2006600"/>
          <p14:tracePt t="83263" x="7473950" y="1981200"/>
          <p14:tracePt t="83296" x="7461250" y="1962150"/>
          <p14:tracePt t="83329" x="7442200" y="1936750"/>
          <p14:tracePt t="83362" x="7435850" y="1924050"/>
          <p14:tracePt t="83396" x="7423150" y="1892300"/>
          <p14:tracePt t="83428" x="7416800" y="1866900"/>
          <p14:tracePt t="83462" x="7416800" y="1847850"/>
          <p14:tracePt t="83495" x="7423150" y="1828800"/>
          <p14:tracePt t="83528" x="7435850" y="1816100"/>
          <p14:tracePt t="83562" x="7454900" y="1803400"/>
          <p14:tracePt t="83595" x="7473950" y="1790700"/>
          <p14:tracePt t="83628" x="7499350" y="1790700"/>
          <p14:tracePt t="83678" x="7518400" y="1797050"/>
          <p14:tracePt t="83711" x="7518400" y="1803400"/>
          <p14:tracePt t="83746" x="7524750" y="1809750"/>
          <p14:tracePt t="83794" x="7524750" y="1822450"/>
          <p14:tracePt t="83844" x="7512050" y="1835150"/>
          <p14:tracePt t="83877" x="7505700" y="1835150"/>
          <p14:tracePt t="84060" x="7531100" y="1835150"/>
          <p14:tracePt t="84079" x="7543800" y="1841500"/>
          <p14:tracePt t="84110" x="7607300" y="1841500"/>
          <p14:tracePt t="84143" x="7683500" y="1828800"/>
          <p14:tracePt t="84176" x="7804150" y="1803400"/>
          <p14:tracePt t="84209" x="7943850" y="1778000"/>
          <p14:tracePt t="84245" x="8020050" y="1765300"/>
          <p14:tracePt t="84278" x="8070850" y="1758950"/>
          <p14:tracePt t="84309" x="8083550" y="1752600"/>
          <p14:tracePt t="84346" x="8089900" y="1752600"/>
          <p14:tracePt t="84492" x="8077200" y="1746250"/>
          <p14:tracePt t="87265" x="8007350" y="1752600"/>
          <p14:tracePt t="87298" x="7810500" y="1790700"/>
          <p14:tracePt t="87332" x="7493000" y="1841500"/>
          <p14:tracePt t="87365" x="6953250" y="1892300"/>
          <p14:tracePt t="87398" x="6445250" y="1917700"/>
          <p14:tracePt t="87432" x="5638800" y="1936750"/>
          <p14:tracePt t="87482" x="4876800" y="1892300"/>
          <p14:tracePt t="87515" x="4597400" y="1892300"/>
          <p14:tracePt t="87548" x="4419600" y="1892300"/>
          <p14:tracePt t="87581" x="4343400" y="1885950"/>
          <p14:tracePt t="87614" x="4267200" y="1866900"/>
          <p14:tracePt t="87648" x="4210050" y="1866900"/>
          <p14:tracePt t="87681" x="4178300" y="1866900"/>
          <p14:tracePt t="87714" x="4159250" y="1879600"/>
          <p14:tracePt t="87747" x="4121150" y="1892300"/>
          <p14:tracePt t="87767" x="4083050" y="1898650"/>
          <p14:tracePt t="87798" x="4019550" y="1898650"/>
          <p14:tracePt t="87830" x="3949700" y="1860550"/>
          <p14:tracePt t="89259" x="4121150" y="1854200"/>
          <p14:tracePt t="89292" x="4254500" y="1847850"/>
          <p14:tracePt t="89325" x="4540250" y="1847850"/>
          <p14:tracePt t="89358" x="4610100" y="1847850"/>
          <p14:tracePt t="89391" x="4629150" y="1847850"/>
          <p14:tracePt t="89424" x="4641850" y="1847850"/>
          <p14:tracePt t="89458" x="4660900" y="1841500"/>
          <p14:tracePt t="89491" x="4743450" y="1828800"/>
          <p14:tracePt t="89525" x="4902200" y="1809750"/>
          <p14:tracePt t="89543" x="5041900" y="1790700"/>
          <p14:tracePt t="89574" x="5327650" y="1739900"/>
          <p14:tracePt t="89593" x="5619750" y="1682750"/>
          <p14:tracePt t="89624" x="6102350" y="1574800"/>
          <p14:tracePt t="89657" x="6426200" y="1460500"/>
          <p14:tracePt t="89690" x="6616700" y="1377950"/>
          <p14:tracePt t="89723" x="6692900" y="1358900"/>
          <p14:tracePt t="89757" x="6718300" y="1352550"/>
          <p14:tracePt t="89790" x="6743700" y="1346200"/>
          <p14:tracePt t="89825" x="6819900" y="1327150"/>
          <p14:tracePt t="89857" x="6877050" y="1308100"/>
          <p14:tracePt t="89889" x="6896100" y="1289050"/>
          <p14:tracePt t="89956" x="6870700" y="1282700"/>
          <p14:tracePt t="89989" x="6832600" y="1289050"/>
          <p14:tracePt t="90022" x="6769100" y="1308100"/>
          <p14:tracePt t="90056" x="6432550" y="1371600"/>
          <p14:tracePt t="90089" x="6051550" y="1409700"/>
          <p14:tracePt t="90122" x="5359400" y="1498600"/>
          <p14:tracePt t="90155" x="5067300" y="1543050"/>
          <p14:tracePt t="90189" x="4603750" y="1638300"/>
          <p14:tracePt t="90222" x="4394200" y="1689100"/>
          <p14:tracePt t="90255" x="4165600" y="1733550"/>
          <p14:tracePt t="90288" x="4000500" y="1778000"/>
          <p14:tracePt t="90307" x="3892550" y="1797050"/>
          <p14:tracePt t="90338" x="3733800" y="1841500"/>
          <p14:tracePt t="90371" x="3587750" y="1905000"/>
          <p14:tracePt t="90405" x="3435350" y="1955800"/>
          <p14:tracePt t="90438" x="3352800" y="1981200"/>
          <p14:tracePt t="90471" x="3346450" y="2000250"/>
          <p14:tracePt t="91202" x="3359150" y="1962150"/>
          <p14:tracePt t="91235" x="3416300" y="1905000"/>
          <p14:tracePt t="91271" x="3556000" y="1816100"/>
          <p14:tracePt t="91303" x="3683000" y="1739900"/>
          <p14:tracePt t="91320" x="3771900" y="1682750"/>
          <p14:tracePt t="91340" x="3848100" y="1631950"/>
          <p14:tracePt t="91370" x="3905250" y="1587500"/>
          <p14:tracePt t="91401" x="3924300" y="1574800"/>
          <p14:tracePt t="91470" x="3911600" y="1587500"/>
          <p14:tracePt t="91517" x="3911600" y="1593850"/>
          <p14:tracePt t="91567" x="3905250" y="1593850"/>
          <p14:tracePt t="91604" x="3898900" y="1600200"/>
          <p14:tracePt t="91639" x="3892550" y="1600200"/>
          <p14:tracePt t="91766" x="3898900" y="1600200"/>
          <p14:tracePt t="91820" x="3898900" y="1606550"/>
          <p14:tracePt t="91866" x="3898900" y="1612900"/>
          <p14:tracePt t="91888" x="3898900" y="1619250"/>
          <p14:tracePt t="92514" x="3905250" y="1619250"/>
          <p14:tracePt t="92564" x="3905250" y="1625600"/>
          <p14:tracePt t="92597" x="3911600" y="1631950"/>
          <p14:tracePt t="92630" x="3924300" y="1638300"/>
          <p14:tracePt t="92680" x="3943350" y="1644650"/>
          <p14:tracePt t="92713" x="3981450" y="1651000"/>
          <p14:tracePt t="92746" x="4070350" y="1670050"/>
          <p14:tracePt t="92779" x="4178300" y="1682750"/>
          <p14:tracePt t="92813" x="4356100" y="1708150"/>
          <p14:tracePt t="92832" x="4425950" y="1727200"/>
          <p14:tracePt t="92863" x="4572000" y="1733550"/>
          <p14:tracePt t="92896" x="4743450" y="1752600"/>
          <p14:tracePt t="92929" x="4883150" y="1758950"/>
          <p14:tracePt t="92962" x="4978400" y="1758950"/>
          <p14:tracePt t="92996" x="5124450" y="1758950"/>
          <p14:tracePt t="93029" x="5308600" y="1739900"/>
          <p14:tracePt t="93062" x="5416550" y="1720850"/>
          <p14:tracePt t="93095" x="5537200" y="1708150"/>
          <p14:tracePt t="93128" x="5588000" y="1695450"/>
          <p14:tracePt t="93162" x="5607050" y="1676400"/>
          <p14:tracePt t="93195" x="5607050" y="1657350"/>
          <p14:tracePt t="93228" x="5607050" y="1625600"/>
          <p14:tracePt t="93261" x="5594350" y="1606550"/>
          <p14:tracePt t="93295" x="5581650" y="1581150"/>
          <p14:tracePt t="93313" x="5575300" y="1574800"/>
          <p14:tracePt t="93331" x="5568950" y="1562100"/>
          <p14:tracePt t="93361" x="5556250" y="1549400"/>
          <p14:tracePt t="93395" x="5505450" y="1511300"/>
          <p14:tracePt t="93427" x="5429250" y="1460500"/>
          <p14:tracePt t="93461" x="5334000" y="1409700"/>
          <p14:tracePt t="93494" x="5238750" y="1358900"/>
          <p14:tracePt t="93527" x="5207000" y="1346200"/>
          <p14:tracePt t="93560" x="5200650" y="1346200"/>
          <p14:tracePt t="93594" x="5200650" y="1339850"/>
          <p14:tracePt t="93627" x="5200650" y="1333500"/>
          <p14:tracePt t="93693" x="5200650" y="1327150"/>
          <p14:tracePt t="93776" x="5200650" y="1320800"/>
          <p14:tracePt t="93810" x="5200650" y="1314450"/>
          <p14:tracePt t="93829" x="5200650" y="1308100"/>
          <p14:tracePt t="93876" x="5200650" y="1301750"/>
          <p14:tracePt t="93909" x="5200650" y="1295400"/>
          <p14:tracePt t="93942" x="5200650" y="1289050"/>
          <p14:tracePt t="93992" x="5207000" y="1289050"/>
          <p14:tracePt t="94025" x="5207000" y="1282700"/>
          <p14:tracePt t="94076" x="5213350" y="1282700"/>
          <p14:tracePt t="94108" x="5226050" y="1282700"/>
          <p14:tracePt t="94141" x="5232400" y="1282700"/>
          <p14:tracePt t="94175" x="5245100" y="1282700"/>
          <p14:tracePt t="94208" x="5270500" y="1282700"/>
          <p14:tracePt t="94241" x="5314950" y="1289050"/>
          <p14:tracePt t="94260" x="5365750" y="1295400"/>
          <p14:tracePt t="94292" x="5486400" y="1314450"/>
          <p14:tracePt t="94324" x="5702300" y="1320800"/>
          <p14:tracePt t="94344" x="5892800" y="1333500"/>
          <p14:tracePt t="94376" x="6280150" y="1352550"/>
          <p14:tracePt t="94393" x="6369050" y="1358900"/>
          <p14:tracePt t="94424" x="6597650" y="1346200"/>
          <p14:tracePt t="94460" x="6750050" y="1327150"/>
          <p14:tracePt t="94492" x="6775450" y="1314450"/>
          <p14:tracePt t="94524" x="6788150" y="1301750"/>
          <p14:tracePt t="94560" x="6794500" y="1295400"/>
          <p14:tracePt t="94592" x="6800850" y="1282700"/>
          <p14:tracePt t="94623" x="6813550" y="1276350"/>
          <p14:tracePt t="94673" x="6832600" y="1263650"/>
          <p14:tracePt t="94710" x="6845300" y="1250950"/>
          <p14:tracePt t="94744" x="6851650" y="1250950"/>
          <p14:tracePt t="94778" x="6870700" y="1244600"/>
          <p14:tracePt t="94823" x="6883400" y="1231900"/>
          <p14:tracePt t="94842" x="6889750" y="1225550"/>
          <p14:tracePt t="94889" x="6940550" y="1187450"/>
          <p14:tracePt t="94925" x="6972300" y="1162050"/>
          <p14:tracePt t="94972" x="7004050" y="1130300"/>
          <p14:tracePt t="94994" x="7010400" y="1130300"/>
          <p14:tracePt t="95254" x="7004050" y="1136650"/>
          <p14:tracePt t="95370" x="7004050" y="1143000"/>
          <p14:tracePt t="95405" x="6997700" y="1143000"/>
          <p14:tracePt t="95454" x="6991350" y="1143000"/>
          <p14:tracePt t="95503" x="6985000" y="1143000"/>
          <p14:tracePt t="95525" x="6978650" y="1143000"/>
          <p14:tracePt t="95587" x="6972300" y="1143000"/>
          <p14:tracePt t="95620" x="6965950" y="1143000"/>
          <p14:tracePt t="95686" x="6946900" y="1143000"/>
          <p14:tracePt t="95720" x="6934200" y="1143000"/>
          <p14:tracePt t="95769" x="6927850" y="1149350"/>
          <p14:tracePt t="95803" x="6908800" y="1149350"/>
          <p14:tracePt t="95852" x="6889750" y="1162050"/>
          <p14:tracePt t="95902" x="6870700" y="1174750"/>
          <p14:tracePt t="95936" x="6845300" y="1193800"/>
          <p14:tracePt t="95968" x="6813550" y="1225550"/>
          <p14:tracePt t="96002" x="6756400" y="1282700"/>
          <p14:tracePt t="96035" x="6711950" y="1314450"/>
          <p14:tracePt t="96068" x="6686550" y="1339850"/>
          <p14:tracePt t="96101" x="6680200" y="1346200"/>
          <p14:tracePt t="96135" x="6667500" y="1352550"/>
          <p14:tracePt t="96201" x="6661150" y="1352550"/>
          <p14:tracePt t="96234" x="6654800" y="1352550"/>
          <p14:tracePt t="96268" x="6654800" y="1358900"/>
          <p14:tracePt t="96317" x="6648450" y="1358900"/>
          <p14:tracePt t="96367" x="6642100" y="1365250"/>
          <p14:tracePt t="96450" x="6635750" y="1365250"/>
          <p14:tracePt t="96484" x="6635750" y="1358900"/>
          <p14:tracePt t="96550" x="6629400" y="1352550"/>
          <p14:tracePt t="96600" x="6629400" y="1346200"/>
          <p14:tracePt t="96633" x="6629400" y="1333500"/>
          <p14:tracePt t="96749" x="6635750" y="1333500"/>
          <p14:tracePt t="96783" x="6642100" y="1339850"/>
          <p14:tracePt t="96816" x="6642100" y="1352550"/>
          <p14:tracePt t="96849" x="6642100" y="1371600"/>
          <p14:tracePt t="96868" x="6648450" y="1377950"/>
          <p14:tracePt t="96899" x="6648450" y="1384300"/>
          <p14:tracePt t="96949" x="6648450" y="1397000"/>
          <p14:tracePt t="96982" x="6648450" y="1403350"/>
          <p14:tracePt t="97015" x="6648450" y="1409700"/>
          <p14:tracePt t="97048" x="6648450" y="1416050"/>
          <p14:tracePt t="97081" x="6648450" y="1422400"/>
          <p14:tracePt t="97148" x="6648450" y="1428750"/>
          <p14:tracePt t="97181" x="6648450" y="1435100"/>
          <p14:tracePt t="97214" x="6635750" y="1447800"/>
          <p14:tracePt t="97264" x="6629400" y="1447800"/>
          <p14:tracePt t="97314" x="6629400" y="1454150"/>
          <p14:tracePt t="97413" x="6623050" y="1454150"/>
          <p14:tracePt t="97480" x="6616700" y="1460500"/>
          <p14:tracePt t="98181" x="6623050" y="1466850"/>
          <p14:tracePt t="98213" x="6642100" y="1473200"/>
          <p14:tracePt t="98244" x="6667500" y="1498600"/>
          <p14:tracePt t="98266" x="6692900" y="1524000"/>
          <p14:tracePt t="98282" x="6711950" y="1530350"/>
          <p14:tracePt t="98312" x="6743700" y="1568450"/>
          <p14:tracePt t="98344" x="6781800" y="1593850"/>
          <p14:tracePt t="98394" x="6813550" y="1606550"/>
          <p14:tracePt t="98428" x="6813550" y="1612900"/>
          <p14:tracePt t="98460" x="6819900" y="1612900"/>
          <p14:tracePt t="98513" x="6819900" y="1606550"/>
          <p14:tracePt t="98545" x="6819900" y="1600200"/>
          <p14:tracePt t="98593" x="6819900" y="1593850"/>
          <p14:tracePt t="98646" x="6813550" y="1593850"/>
          <p14:tracePt t="98678" x="6807200" y="1587500"/>
          <p14:tracePt t="98726" x="6800850" y="1587500"/>
          <p14:tracePt t="98776" x="6788150" y="1587500"/>
          <p14:tracePt t="98809" x="6781800" y="1587500"/>
          <p14:tracePt t="98875" x="6769100" y="1581150"/>
          <p14:tracePt t="98908" x="6762750" y="1581150"/>
          <p14:tracePt t="98930" x="6756400" y="1574800"/>
          <p14:tracePt t="98975" x="6750050" y="1562100"/>
          <p14:tracePt t="99008" x="6743700" y="1562100"/>
          <p14:tracePt t="99091" x="6737350" y="1555750"/>
          <p14:tracePt t="99174" x="6743700" y="1568450"/>
          <p14:tracePt t="99207" x="6750050" y="1568450"/>
          <p14:tracePt t="99240" x="6756400" y="1574800"/>
          <p14:tracePt t="99291" x="6756400" y="1581150"/>
          <p14:tracePt t="99323" x="6762750" y="1587500"/>
          <p14:tracePt t="99440" x="6762750" y="1574800"/>
          <p14:tracePt t="99473" x="6762750" y="1562100"/>
          <p14:tracePt t="99523" x="6762750" y="1549400"/>
          <p14:tracePt t="99556" x="6762750" y="1524000"/>
          <p14:tracePt t="99589" x="6750050" y="1473200"/>
          <p14:tracePt t="99623" x="6743700" y="1428750"/>
          <p14:tracePt t="99656" x="6731000" y="1377950"/>
          <p14:tracePt t="99675" x="6731000" y="1371600"/>
          <p14:tracePt t="99706" x="6718300" y="1352550"/>
          <p14:tracePt t="99772" x="6711950" y="1346200"/>
          <p14:tracePt t="99839" x="6705600" y="1339850"/>
          <p14:tracePt t="99890" x="6699250" y="1333500"/>
          <p14:tracePt t="100187" x="6699250" y="1339850"/>
          <p14:tracePt t="100237" x="6705600" y="1346200"/>
          <p14:tracePt t="100270" x="6711950" y="1365250"/>
          <p14:tracePt t="100337" x="6711950" y="1384300"/>
          <p14:tracePt t="100370" x="6711950" y="1403350"/>
          <p14:tracePt t="100406" x="6711950" y="1409700"/>
          <p14:tracePt t="100438" x="6711950" y="1422400"/>
          <p14:tracePt t="100470" x="6711950" y="1435100"/>
          <p14:tracePt t="100503" x="6711950" y="1441450"/>
          <p14:tracePt t="100536" x="6705600" y="1441450"/>
          <p14:tracePt t="100569" x="6705600" y="1447800"/>
          <p14:tracePt t="100619" x="6699250" y="1447800"/>
          <p14:tracePt t="100652" x="6692900" y="1447800"/>
          <p14:tracePt t="100686" x="6686550" y="1441450"/>
          <p14:tracePt t="100719" x="6661150" y="1403350"/>
          <p14:tracePt t="100752" x="6635750" y="1346200"/>
          <p14:tracePt t="100786" x="6616700" y="1282700"/>
          <p14:tracePt t="100819" x="6597650" y="1225550"/>
          <p14:tracePt t="100852" x="6578600" y="1168400"/>
          <p14:tracePt t="100885" x="6578600" y="1155700"/>
          <p14:tracePt t="100987" x="6578600" y="1149350"/>
          <p14:tracePt t="101051" x="6578600" y="1155700"/>
          <p14:tracePt t="101118" x="6584950" y="1162050"/>
          <p14:tracePt t="101170" x="6591300" y="1174750"/>
          <p14:tracePt t="101217" x="6591300" y="1181100"/>
          <p14:tracePt t="101287" x="6597650" y="1193800"/>
          <p14:tracePt t="101350" x="6604000" y="1212850"/>
          <p14:tracePt t="101403" x="6604000" y="1225550"/>
          <p14:tracePt t="101435" x="6604000" y="1238250"/>
          <p14:tracePt t="101471" x="6604000" y="1250950"/>
          <p14:tracePt t="101504" x="6604000" y="1263650"/>
          <p14:tracePt t="101534" x="6604000" y="1270000"/>
          <p14:tracePt t="101582" x="6604000" y="1289050"/>
          <p14:tracePt t="101635" x="6604000" y="1301750"/>
          <p14:tracePt t="101699" x="6604000" y="1314450"/>
          <p14:tracePt t="101720" x="6604000" y="1320800"/>
          <p14:tracePt t="101751" x="6604000" y="1333500"/>
          <p14:tracePt t="101798" x="6597650" y="1346200"/>
          <p14:tracePt t="101820" x="6584950" y="1365250"/>
          <p14:tracePt t="101850" x="6559550" y="1422400"/>
          <p14:tracePt t="101882" x="6527800" y="1473200"/>
          <p14:tracePt t="101903" x="6483350" y="1530350"/>
          <p14:tracePt t="101936" x="6413500" y="1593850"/>
          <p14:tracePt t="101981" x="6172200" y="1701800"/>
          <p14:tracePt t="102003" x="6000750" y="1739900"/>
          <p14:tracePt t="102036" x="5854700" y="1746250"/>
          <p14:tracePt t="102066" x="5746750" y="1746250"/>
          <p14:tracePt t="102097" x="5657850" y="1739900"/>
          <p14:tracePt t="102131" x="5537200" y="1739900"/>
          <p14:tracePt t="102152" x="5480050" y="1739900"/>
          <p14:tracePt t="102197" x="5378450" y="1727200"/>
          <p14:tracePt t="102230" x="5302250" y="1701800"/>
          <p14:tracePt t="102252" x="5232400" y="1708150"/>
          <p14:tracePt t="103110" x="5175250" y="1841500"/>
          <p14:tracePt t="103144" x="5099050" y="2012950"/>
          <p14:tracePt t="103177" x="5054600" y="2089150"/>
          <p14:tracePt t="103211" x="5003800" y="2127250"/>
          <p14:tracePt t="103243" x="4997450" y="2133600"/>
          <p14:tracePt t="103277" x="4984750" y="2133600"/>
          <p14:tracePt t="103310" x="4978400" y="2133600"/>
          <p14:tracePt t="103343" x="4972050" y="2133600"/>
          <p14:tracePt t="103493" x="4965700" y="2133600"/>
          <p14:tracePt t="103559" x="4965700" y="2139950"/>
          <p14:tracePt t="103592" x="4965700" y="2146300"/>
          <p14:tracePt t="106997" x="4965700" y="2216150"/>
          <p14:tracePt t="107030" x="4978400" y="2349500"/>
          <p14:tracePt t="107064" x="4978400" y="2393950"/>
          <p14:tracePt t="107098" x="4978400" y="2432050"/>
          <p14:tracePt t="107130" x="4978400" y="2482850"/>
          <p14:tracePt t="107163" x="4978400" y="2540000"/>
          <p14:tracePt t="107197" x="4978400" y="2565400"/>
          <p14:tracePt t="107230" x="4978400" y="2571750"/>
          <p14:tracePt t="107263" x="4978400" y="2590800"/>
          <p14:tracePt t="107329" x="4972050" y="2597150"/>
          <p14:tracePt t="107380" x="4972050" y="2609850"/>
          <p14:tracePt t="107413" x="4972050" y="2616200"/>
          <p14:tracePt t="107446" x="4972050" y="2628900"/>
          <p14:tracePt t="107479" x="4972050" y="2641600"/>
          <p14:tracePt t="107500" x="4972050" y="2654300"/>
          <p14:tracePt t="107530" x="4972050" y="2673350"/>
          <p14:tracePt t="107562" x="4972050" y="2717800"/>
          <p14:tracePt t="107595" x="4972050" y="2762250"/>
          <p14:tracePt t="107628" x="4965700" y="2787650"/>
          <p14:tracePt t="107662" x="4953000" y="2806700"/>
          <p14:tracePt t="107761" x="4946650" y="2813050"/>
          <p14:tracePt t="108010" x="4959350" y="2813050"/>
          <p14:tracePt t="108063" x="4965700" y="2813050"/>
          <p14:tracePt t="108095" x="4965700" y="2800350"/>
          <p14:tracePt t="108143" x="4965700" y="2787650"/>
          <p14:tracePt t="108179" x="4965700" y="2774950"/>
          <p14:tracePt t="108226" x="4972050" y="2743200"/>
          <p14:tracePt t="108260" x="4978400" y="2679700"/>
          <p14:tracePt t="108293" x="4978400" y="2603500"/>
          <p14:tracePt t="108326" x="4978400" y="2578100"/>
          <p14:tracePt t="108359" x="4978400" y="2552700"/>
          <p14:tracePt t="108393" x="4978400" y="2540000"/>
          <p14:tracePt t="108426" x="4978400" y="2533650"/>
          <p14:tracePt t="108478" x="4978400" y="2527300"/>
          <p14:tracePt t="108511" x="4972050" y="2520950"/>
          <p14:tracePt t="108543" x="4965700" y="2508250"/>
          <p14:tracePt t="108563" x="4965700" y="2501900"/>
          <p14:tracePt t="108625" x="4959350" y="2489200"/>
          <p14:tracePt t="108694" x="4953000" y="2489200"/>
          <p14:tracePt t="108774" x="4946650" y="2489200"/>
          <p14:tracePt t="108891" x="4940300" y="2489200"/>
          <p14:tracePt t="108927" x="4940300" y="2476500"/>
          <p14:tracePt t="109043" x="4940300" y="2470150"/>
          <p14:tracePt t="109123" x="4940300" y="2463800"/>
          <p14:tracePt t="109159" x="4953000" y="2463800"/>
          <p14:tracePt t="109206" x="4959350" y="2463800"/>
          <p14:tracePt t="109228" x="4959350" y="2451100"/>
          <p14:tracePt t="109272" x="4959350" y="2413000"/>
          <p14:tracePt t="109306" x="4946650" y="2343150"/>
          <p14:tracePt t="109327" x="4946650" y="2260600"/>
          <p14:tracePt t="109358" x="4946650" y="2228850"/>
          <p14:tracePt t="109405" x="4946650" y="2209800"/>
          <p14:tracePt t="109458" x="4953000" y="2235200"/>
          <p14:tracePt t="109490" x="4959350" y="2254250"/>
          <p14:tracePt t="109522" x="4984750" y="2355850"/>
          <p14:tracePt t="109542" x="5029200" y="2470150"/>
          <p14:tracePt t="109560" x="5048250" y="2527300"/>
          <p14:tracePt t="109605" x="5143500" y="2832100"/>
          <p14:tracePt t="109623" x="5162550" y="2889250"/>
          <p14:tracePt t="109642" x="5187950" y="2984500"/>
          <p14:tracePt t="109688" x="5219700" y="3136900"/>
          <p14:tracePt t="109721" x="5238750" y="3187700"/>
          <p14:tracePt t="109754" x="5245100" y="3251200"/>
          <p14:tracePt t="109788" x="5251450" y="3270250"/>
          <p14:tracePt t="109806" x="5251450" y="3282950"/>
          <p14:tracePt t="109837" x="5257800" y="3302000"/>
          <p14:tracePt t="109859" x="5257800" y="3314700"/>
          <p14:tracePt t="109904" x="5264150" y="3327400"/>
          <p14:tracePt t="109953" x="5264150" y="3333750"/>
          <p14:tracePt t="110003" x="5264150" y="3340100"/>
          <p14:tracePt t="110037" x="5264150" y="3359150"/>
          <p14:tracePt t="110103" x="5264150" y="3371850"/>
          <p14:tracePt t="110170" x="5257800" y="3390900"/>
          <p14:tracePt t="110202" x="5257800" y="3403600"/>
          <p14:tracePt t="110236" x="5251450" y="3416300"/>
          <p14:tracePt t="110270" x="5232400" y="3467100"/>
          <p14:tracePt t="110302" x="5219700" y="3505200"/>
          <p14:tracePt t="110336" x="5200650" y="3549650"/>
          <p14:tracePt t="110369" x="5194300" y="3568700"/>
          <p14:tracePt t="110402" x="5187950" y="3568700"/>
          <p14:tracePt t="110469" x="5187950" y="3581400"/>
          <p14:tracePt t="110518" x="5187950" y="3587750"/>
          <p14:tracePt t="110570" x="5187950" y="3594100"/>
          <p14:tracePt t="110801" x="5194300" y="3575050"/>
          <p14:tracePt t="110834" x="5213350" y="3524250"/>
          <p14:tracePt t="110867" x="5238750" y="3460750"/>
          <p14:tracePt t="110901" x="5264150" y="3365500"/>
          <p14:tracePt t="110933" x="5270500" y="3302000"/>
          <p14:tracePt t="110967" x="5270500" y="3225800"/>
          <p14:tracePt t="110985" x="5270500" y="3213100"/>
          <p14:tracePt t="111017" x="5257800" y="3181350"/>
          <p14:tracePt t="111036" x="5251450" y="3175000"/>
          <p14:tracePt t="111067" x="5238750" y="3124200"/>
          <p14:tracePt t="111100" x="5226050" y="3092450"/>
          <p14:tracePt t="111133" x="5200650" y="3041650"/>
          <p14:tracePt t="111166" x="5194300" y="3022600"/>
          <p14:tracePt t="111200" x="5187950" y="3009900"/>
          <p14:tracePt t="111249" x="5181600" y="2997200"/>
          <p14:tracePt t="111316" x="5175250" y="2990850"/>
          <p14:tracePt t="111349" x="5175250" y="2984500"/>
          <p14:tracePt t="111382" x="5168900" y="2978150"/>
          <p14:tracePt t="111432" x="5162550" y="2965450"/>
          <p14:tracePt t="111465" x="5156200" y="2965450"/>
          <p14:tracePt t="111499" x="5149850" y="2959100"/>
          <p14:tracePt t="111584" x="5149850" y="2952750"/>
          <p14:tracePt t="111731" x="5149850" y="2959100"/>
          <p14:tracePt t="111798" x="5149850" y="2965450"/>
          <p14:tracePt t="112396" x="5168900" y="2971800"/>
          <p14:tracePt t="112431" x="5175250" y="2978150"/>
          <p14:tracePt t="112495" x="5181600" y="2978150"/>
          <p14:tracePt t="112611" x="5181600" y="2971800"/>
          <p14:tracePt t="112632" x="5181600" y="2959100"/>
          <p14:tracePt t="112663" x="5181600" y="2946400"/>
          <p14:tracePt t="112694" x="5181600" y="2927350"/>
          <p14:tracePt t="112716" x="5181600" y="2889250"/>
          <p14:tracePt t="112749" x="5156200" y="2819400"/>
          <p14:tracePt t="112794" x="5080000" y="2660650"/>
          <p14:tracePt t="112827" x="4997450" y="2495550"/>
          <p14:tracePt t="112849" x="4965700" y="2438400"/>
          <p14:tracePt t="112879" x="4921250" y="2406650"/>
          <p14:tracePt t="112910" x="4895850" y="2393950"/>
          <p14:tracePt t="112943" x="4876800" y="2393950"/>
          <p14:tracePt t="112965" x="4864100" y="2393950"/>
          <p14:tracePt t="113059" x="4857750" y="2393950"/>
          <p14:tracePt t="113093" x="4851400" y="2400300"/>
          <p14:tracePt t="113126" x="4851400" y="2406650"/>
          <p14:tracePt t="113176" x="4845050" y="2413000"/>
          <p14:tracePt t="113275" x="4845050" y="2419350"/>
          <p14:tracePt t="113890" x="4781550" y="2419350"/>
          <p14:tracePt t="113923" x="4711700" y="2419350"/>
          <p14:tracePt t="113957" x="4629150" y="2432050"/>
          <p14:tracePt t="113990" x="4603750" y="2444750"/>
          <p14:tracePt t="114023" x="4591050" y="2444750"/>
          <p14:tracePt t="114090" x="4591050" y="2451100"/>
          <p14:tracePt t="114123" x="4622800" y="2451100"/>
          <p14:tracePt t="114156" x="4686300" y="2444750"/>
          <p14:tracePt t="114189" x="4857750" y="2419350"/>
          <p14:tracePt t="114222" x="4991100" y="2413000"/>
          <p14:tracePt t="114255" x="5130800" y="2400300"/>
          <p14:tracePt t="114289" x="5213350" y="2400300"/>
          <p14:tracePt t="114322" x="5238750" y="2406650"/>
          <p14:tracePt t="114372" x="5245100" y="2406650"/>
          <p14:tracePt t="114438" x="5238750" y="2406650"/>
          <p14:tracePt t="114471" x="5226050" y="2419350"/>
          <p14:tracePt t="114505" x="5219700" y="2419350"/>
          <p14:tracePt t="114538" x="5213350" y="2419350"/>
          <p14:tracePt t="114574" x="5200650" y="2419350"/>
          <p14:tracePt t="114606" x="5187950" y="2425700"/>
          <p14:tracePt t="114638" x="5168900" y="2425700"/>
          <p14:tracePt t="114671" x="5149850" y="2425700"/>
          <p14:tracePt t="114704" x="5073650" y="2457450"/>
          <p14:tracePt t="114737" x="4959350" y="2495550"/>
          <p14:tracePt t="114770" x="4826000" y="2546350"/>
          <p14:tracePt t="114789" x="4800600" y="2552700"/>
          <p14:tracePt t="114820" x="4724400" y="2565400"/>
          <p14:tracePt t="114854" x="4692650" y="2565400"/>
          <p14:tracePt t="114889" x="4673600" y="2565400"/>
          <p14:tracePt t="115036" x="4667250" y="2559050"/>
          <p14:tracePt t="115106" x="4679950" y="2559050"/>
          <p14:tracePt t="118242" x="4686300" y="2578100"/>
          <p14:tracePt t="118278" x="4686300" y="2590800"/>
          <p14:tracePt t="118310" x="4692650" y="2603500"/>
          <p14:tracePt t="118342" x="4705350" y="2647950"/>
          <p14:tracePt t="118375" x="4711700" y="2698750"/>
          <p14:tracePt t="118408" x="4730750" y="2768600"/>
          <p14:tracePt t="118441" x="4749800" y="2838450"/>
          <p14:tracePt t="118474" x="4768850" y="2914650"/>
          <p14:tracePt t="118508" x="4775200" y="2946400"/>
          <p14:tracePt t="118541" x="4775200" y="2971800"/>
          <p14:tracePt t="118576" x="4775200" y="2978150"/>
          <p14:tracePt t="118596" x="4775200" y="2984500"/>
          <p14:tracePt t="118641" x="4775200" y="2990850"/>
          <p14:tracePt t="118693" x="4775200" y="3003550"/>
          <p14:tracePt t="119457" x="4775200" y="2997200"/>
          <p14:tracePt t="119504" x="4775200" y="2990850"/>
          <p14:tracePt t="119537" x="4775200" y="2984500"/>
          <p14:tracePt t="119620" x="4775200" y="2978150"/>
          <p14:tracePt t="120135" x="4787900" y="2984500"/>
          <p14:tracePt t="120168" x="4806950" y="2990850"/>
          <p14:tracePt t="120218" x="4813300" y="2997200"/>
          <p14:tracePt t="120501" x="4806950" y="2978150"/>
          <p14:tracePt t="120534" x="4794250" y="2971800"/>
          <p14:tracePt t="120567" x="4781550" y="2940050"/>
          <p14:tracePt t="120601" x="4743450" y="2819400"/>
          <p14:tracePt t="120620" x="4711700" y="2730500"/>
          <p14:tracePt t="120637" x="4679950" y="2654300"/>
          <p14:tracePt t="120668" x="4641850" y="2584450"/>
          <p14:tracePt t="120700" x="4610100" y="2489200"/>
          <p14:tracePt t="120733" x="4584700" y="2444750"/>
          <p14:tracePt t="120766" x="4578350" y="2419350"/>
          <p14:tracePt t="120800" x="4572000" y="2400300"/>
          <p14:tracePt t="120850" x="4572000" y="2393950"/>
          <p14:tracePt t="121215" x="4572000" y="2400300"/>
          <p14:tracePt t="121248" x="4572000" y="2406650"/>
          <p14:tracePt t="121314" x="4572000" y="2413000"/>
          <p14:tracePt t="121401" x="4572000" y="2419350"/>
          <p14:tracePt t="121547" x="4572000" y="2425700"/>
          <p14:tracePt t="121915" x="4572000" y="2393950"/>
          <p14:tracePt t="121948" x="4572000" y="2368550"/>
          <p14:tracePt t="121979" x="4584700" y="2343150"/>
          <p14:tracePt t="122001" x="4591050" y="2330450"/>
          <p14:tracePt t="122030" x="4597400" y="2324100"/>
          <p14:tracePt t="122062" x="4597400" y="2317750"/>
          <p14:tracePt t="122132" x="4603750" y="2317750"/>
          <p14:tracePt t="122211" x="4603750" y="2305050"/>
          <p14:tracePt t="122233" x="4603750" y="2292350"/>
          <p14:tracePt t="122263" x="4597400" y="2260600"/>
          <p14:tracePt t="122311" x="4572000" y="2159000"/>
          <p14:tracePt t="122333" x="4546600" y="2012950"/>
          <p14:tracePt t="122349" x="4540250" y="1955800"/>
          <p14:tracePt t="122379" x="4508500" y="1828800"/>
          <p14:tracePt t="122411" x="4502150" y="1733550"/>
          <p14:tracePt t="122432" x="4502150" y="1714500"/>
          <p14:tracePt t="122465" x="4502150" y="1708150"/>
          <p14:tracePt t="122543" x="4495800" y="1714500"/>
          <p14:tracePt t="122580" x="4495800" y="1727200"/>
          <p14:tracePt t="122626" x="4489450" y="1739900"/>
          <p14:tracePt t="122646" x="4489450" y="1746250"/>
          <p14:tracePt t="122709" x="4489450" y="1752600"/>
          <p14:tracePt t="122743" x="4483100" y="1771650"/>
          <p14:tracePt t="122793" x="4483100" y="1778000"/>
          <p14:tracePt t="123307" x="4514850" y="1778000"/>
          <p14:tracePt t="123341" x="4572000" y="1778000"/>
          <p14:tracePt t="123374" x="4768850" y="1765300"/>
          <p14:tracePt t="123407" x="4933950" y="1746250"/>
          <p14:tracePt t="123440" x="5410200" y="1670050"/>
          <p14:tracePt t="123474" x="5886450" y="1574800"/>
          <p14:tracePt t="123507" x="6337300" y="1485900"/>
          <p14:tracePt t="123540" x="6743700" y="1390650"/>
          <p14:tracePt t="123573" x="7226300" y="1282700"/>
          <p14:tracePt t="123607" x="7537450" y="1187450"/>
          <p14:tracePt t="123640" x="7696200" y="1111250"/>
          <p14:tracePt t="123675" x="7747000" y="1073150"/>
          <p14:tracePt t="123691" x="7759700" y="1060450"/>
          <p14:tracePt t="123723" x="7772400" y="1041400"/>
          <p14:tracePt t="123756" x="7778750" y="1028700"/>
          <p14:tracePt t="123789" x="7785100" y="1022350"/>
          <p14:tracePt t="123823" x="7791450" y="1022350"/>
          <p14:tracePt t="123889" x="7778750" y="1022350"/>
          <p14:tracePt t="123922" x="7772400" y="1035050"/>
          <p14:tracePt t="123955" x="7759700" y="1035050"/>
          <p14:tracePt t="123988" x="7753350" y="1041400"/>
          <p14:tracePt t="124022" x="7747000" y="1041400"/>
          <p14:tracePt t="124205" x="7740650" y="1041400"/>
          <p14:tracePt t="124238" x="7734300" y="1041400"/>
          <p14:tracePt t="124337" x="7727950" y="1041400"/>
          <p14:tracePt t="124370" x="7721600" y="1041400"/>
          <p14:tracePt t="124404" x="7708900" y="1041400"/>
          <p14:tracePt t="124437" x="7696200" y="1041400"/>
          <p14:tracePt t="124470" x="7651750" y="1047750"/>
          <p14:tracePt t="124504" x="7480300" y="1092200"/>
          <p14:tracePt t="124522" x="7372350" y="1111250"/>
          <p14:tracePt t="124553" x="6927850" y="1200150"/>
          <p14:tracePt t="124586" x="6477000" y="1289050"/>
          <p14:tracePt t="124605" x="6019800" y="1384300"/>
          <p14:tracePt t="124636" x="5505450" y="1460500"/>
          <p14:tracePt t="124669" x="5200650" y="1511300"/>
          <p14:tracePt t="124704" x="5010150" y="1530350"/>
          <p14:tracePt t="124736" x="4965700" y="1530350"/>
          <p14:tracePt t="124769" x="4946650" y="1536700"/>
          <p14:tracePt t="124806" x="4895850" y="1549400"/>
          <p14:tracePt t="124838" x="4870450" y="1555750"/>
          <p14:tracePt t="124869" x="4806950" y="1581150"/>
          <p14:tracePt t="124905" x="4749800" y="1606550"/>
          <p14:tracePt t="124937" x="4711700" y="1638300"/>
          <p14:tracePt t="124969" x="4641850" y="1701800"/>
          <p14:tracePt t="125351" x="4692650" y="2000250"/>
          <p14:tracePt t="125384" x="4768850" y="2362200"/>
          <p14:tracePt t="125407" x="4864100" y="2736850"/>
          <p14:tracePt t="125435" x="4927600" y="3035300"/>
          <p14:tracePt t="125467" x="4953000" y="3181350"/>
          <p14:tracePt t="125517" x="4965700" y="3302000"/>
          <p14:tracePt t="125553" x="4972050" y="3314700"/>
          <p14:tracePt t="125585" x="4978400" y="3327400"/>
          <p14:tracePt t="125633" x="4978400" y="3340100"/>
          <p14:tracePt t="125684" x="4978400" y="3346450"/>
          <p14:tracePt t="125752" x="4978400" y="3352800"/>
          <p14:tracePt t="125784" x="4978400" y="3359150"/>
          <p14:tracePt t="125832" x="4972050" y="3371850"/>
          <p14:tracePt t="125868" x="4972050" y="3378200"/>
          <p14:tracePt t="125916" x="4978400" y="3384550"/>
          <p14:tracePt t="125937" x="4991100" y="3384550"/>
          <p14:tracePt t="125969" x="5003800" y="3352800"/>
          <p14:tracePt t="126015" x="5041900" y="3187700"/>
          <p14:tracePt t="126036" x="5041900" y="3086100"/>
          <p14:tracePt t="126069" x="5035550" y="2927350"/>
          <p14:tracePt t="126100" x="5029200" y="2857500"/>
          <p14:tracePt t="126131" x="5022850" y="2800350"/>
          <p14:tracePt t="126153" x="5022850" y="2774950"/>
          <p14:tracePt t="126169" x="5022850" y="2768600"/>
          <p14:tracePt t="126280" x="5022850" y="2787650"/>
          <p14:tracePt t="126330" x="5022850" y="2800350"/>
          <p14:tracePt t="126364" x="5016500" y="2813050"/>
          <p14:tracePt t="126430" x="5016500" y="2819400"/>
          <p14:tracePt t="126879" x="4851400" y="2901950"/>
          <p14:tracePt t="126912" x="4616450" y="2990850"/>
          <p14:tracePt t="126945" x="4565650" y="3003550"/>
          <p14:tracePt t="126978" x="4565650" y="3009900"/>
          <p14:tracePt t="127045" x="4591050" y="3009900"/>
          <p14:tracePt t="127078" x="4654550" y="2990850"/>
          <p14:tracePt t="127111" x="4718050" y="2978150"/>
          <p14:tracePt t="127144" x="4806950" y="2965450"/>
          <p14:tracePt t="127177" x="4953000" y="2952750"/>
          <p14:tracePt t="127211" x="5137150" y="2921000"/>
          <p14:tracePt t="127244" x="5270500" y="2914650"/>
          <p14:tracePt t="127262" x="5334000" y="2914650"/>
          <p14:tracePt t="127294" x="5372100" y="2914650"/>
          <p14:tracePt t="127327" x="5378450" y="2914650"/>
          <p14:tracePt t="127360" x="5378450" y="2908300"/>
          <p14:tracePt t="127393" x="5353050" y="2882900"/>
          <p14:tracePt t="127427" x="5346700" y="2863850"/>
          <p14:tracePt t="146893" x="5353050" y="3003550"/>
          <p14:tracePt t="146926" x="5416550" y="3295650"/>
          <p14:tracePt t="146959" x="5461000" y="3479800"/>
          <p14:tracePt t="146992" x="5480050" y="3524250"/>
          <p14:tracePt t="147026" x="5480050" y="3549650"/>
          <p14:tracePt t="147059" x="5480050" y="3562350"/>
          <p14:tracePt t="147092" x="5480050" y="3587750"/>
          <p14:tracePt t="147127" x="5480050" y="3600450"/>
          <p14:tracePt t="147175" x="5486400" y="3600450"/>
          <p14:tracePt t="147242" x="5499100" y="3587750"/>
          <p14:tracePt t="147275" x="5505450" y="3581400"/>
          <p14:tracePt t="147342" x="5511800" y="3575050"/>
          <p14:tracePt t="147408" x="5530850" y="3575050"/>
          <p14:tracePt t="147458" x="5543550" y="3575050"/>
          <p14:tracePt t="147491" x="5549900" y="3568700"/>
          <p14:tracePt t="147526" x="5562600" y="3568700"/>
          <p14:tracePt t="147540" x="5568950" y="3562350"/>
          <p14:tracePt t="147574" x="5575300" y="3556000"/>
          <p14:tracePt t="147607" x="5588000" y="3543300"/>
          <p14:tracePt t="147640" x="5600700" y="3536950"/>
          <p14:tracePt t="147673" x="5600700" y="3524250"/>
          <p14:tracePt t="147706" x="5607050" y="3505200"/>
          <p14:tracePt t="147756" x="5600700" y="3492500"/>
          <p14:tracePt t="147790" x="5562600" y="3460750"/>
          <p14:tracePt t="147811" x="5511800" y="3429000"/>
          <p14:tracePt t="147842" x="5359400" y="3340100"/>
          <p14:tracePt t="147873" x="5181600" y="3244850"/>
          <p14:tracePt t="147906" x="5010150" y="3149600"/>
          <p14:tracePt t="147942" x="4870450" y="3073400"/>
          <p14:tracePt t="147974" x="4813300" y="3041650"/>
          <p14:tracePt t="148005" x="4794250" y="3022600"/>
          <p14:tracePt t="148027" x="4787900" y="3016250"/>
          <p14:tracePt t="148075" x="4794250" y="3009900"/>
          <p14:tracePt t="148107" x="4813300" y="3016250"/>
          <p14:tracePt t="148155" x="4845050" y="3041650"/>
          <p14:tracePt t="148191" x="4914900" y="3143250"/>
          <p14:tracePt t="148238" x="5092700" y="3397250"/>
          <p14:tracePt t="148274" x="5232400" y="3638550"/>
          <p14:tracePt t="148306" x="5302250" y="3733800"/>
          <p14:tracePt t="148338" x="5327650" y="3778250"/>
          <p14:tracePt t="148359" x="5334000" y="3784600"/>
          <p14:tracePt t="148408" x="5346700" y="3784600"/>
          <p14:tracePt t="148454" x="5353050" y="3771900"/>
          <p14:tracePt t="148476" x="5365750" y="3759200"/>
          <p14:tracePt t="148506" x="5372100" y="3752850"/>
          <p14:tracePt t="148537" x="5397500" y="3746500"/>
          <p14:tracePt t="148556" x="5410200" y="3746500"/>
          <p14:tracePt t="148591" x="5461000" y="3740150"/>
          <p14:tracePt t="148637" x="5556250" y="3708400"/>
          <p14:tracePt t="148670" x="5619750" y="3695700"/>
          <p14:tracePt t="148691" x="5632450" y="3689350"/>
          <p14:tracePt t="148721" x="5651500" y="3683000"/>
          <p14:tracePt t="148753" x="5670550" y="3683000"/>
          <p14:tracePt t="148786" x="5683250" y="3683000"/>
          <p14:tracePt t="148852" x="5683250" y="3689350"/>
          <p14:tracePt t="150231" x="5588000" y="3663950"/>
          <p14:tracePt t="150264" x="5416550" y="3625850"/>
          <p14:tracePt t="150298" x="5314950" y="3606800"/>
          <p14:tracePt t="150316" x="5289550" y="3600450"/>
          <p14:tracePt t="150348" x="5232400" y="3587750"/>
          <p14:tracePt t="150380" x="5226050" y="3575050"/>
          <p14:tracePt t="150630" x="5232400" y="3575050"/>
          <p14:tracePt t="150696" x="5238750" y="3575050"/>
          <p14:tracePt t="150746" x="5238750" y="3562350"/>
          <p14:tracePt t="150779" x="5245100" y="3549650"/>
          <p14:tracePt t="150812" x="5251450" y="3530600"/>
          <p14:tracePt t="150846" x="5283200" y="3486150"/>
          <p14:tracePt t="150879" x="5314950" y="3441700"/>
          <p14:tracePt t="150912" x="5429250" y="3327400"/>
          <p14:tracePt t="150946" x="5524500" y="3282950"/>
          <p14:tracePt t="150979" x="5594350" y="3270250"/>
          <p14:tracePt t="150997" x="5607050" y="3276600"/>
          <p14:tracePt t="151031" x="5607050" y="3308350"/>
          <p14:tracePt t="151064" x="5594350" y="3327400"/>
          <p14:tracePt t="151095" x="5581650" y="3346450"/>
          <p14:tracePt t="151130" x="5568950" y="3352800"/>
          <p14:tracePt t="151178" x="5562600" y="3359150"/>
          <p14:tracePt t="151214" x="5562600" y="3365500"/>
          <p14:tracePt t="151246" x="5607050" y="3371850"/>
          <p14:tracePt t="151277" x="5670550" y="3371850"/>
          <p14:tracePt t="151311" x="5886450" y="3359150"/>
          <p14:tracePt t="151347" x="6051550" y="3327400"/>
          <p14:tracePt t="151379" x="6165850" y="3282950"/>
          <p14:tracePt t="151396" x="6172200" y="3276600"/>
          <p14:tracePt t="151430" x="6178550" y="3270250"/>
          <p14:tracePt t="151462" x="6159500" y="3270250"/>
          <p14:tracePt t="151493" x="6134100" y="3270250"/>
          <p14:tracePt t="151515" x="6121400" y="3276600"/>
          <p14:tracePt t="151545" x="6057900" y="3302000"/>
          <p14:tracePt t="151563" x="5969000" y="3327400"/>
          <p14:tracePt t="151595" x="5816600" y="3390900"/>
          <p14:tracePt t="151643" x="5683250" y="3448050"/>
          <p14:tracePt t="151679" x="5664200" y="3454400"/>
          <p14:tracePt t="151745" x="5670550" y="3454400"/>
          <p14:tracePt t="151778" x="5670550" y="3435350"/>
          <p14:tracePt t="151809" x="5657850" y="3422650"/>
          <p14:tracePt t="151859" x="5549900" y="3390900"/>
          <p14:tracePt t="151895" x="5340350" y="3333750"/>
          <p14:tracePt t="151942" x="5207000" y="3314700"/>
          <p14:tracePt t="151963" x="5194300" y="3314700"/>
          <p14:tracePt t="151994" x="5187950" y="3327400"/>
          <p14:tracePt t="152025" x="5194300" y="3346450"/>
          <p14:tracePt t="152046" x="5213350" y="3352800"/>
          <p14:tracePt t="152063" x="5226050" y="3365500"/>
          <p14:tracePt t="152093" x="5283200" y="3378200"/>
          <p14:tracePt t="152141" x="5499100" y="3416300"/>
          <p14:tracePt t="152163" x="5695950" y="3435350"/>
          <p14:tracePt t="152196" x="5803900" y="3435350"/>
          <p14:tracePt t="152226" x="5829300" y="3435350"/>
          <p14:tracePt t="152291" x="5810250" y="3435350"/>
          <p14:tracePt t="152358" x="5797550" y="3441700"/>
          <p14:tracePt t="153638" x="5702300" y="3441700"/>
          <p14:tracePt t="153669" x="5619750" y="3448050"/>
          <p14:tracePt t="153702" x="5549900" y="3448050"/>
          <p14:tracePt t="153736" x="5435600" y="3448050"/>
          <p14:tracePt t="153769" x="5270500" y="3429000"/>
          <p14:tracePt t="153803" x="5213350" y="3422650"/>
          <p14:tracePt t="153835" x="5194300" y="3416300"/>
          <p14:tracePt t="153868" x="5181600" y="3409950"/>
          <p14:tracePt t="153918" x="5175250" y="3397250"/>
          <p14:tracePt t="153985" x="5175250" y="3390900"/>
          <p14:tracePt t="154035" x="5162550" y="3378200"/>
          <p14:tracePt t="157589" x="5137150" y="3435350"/>
          <p14:tracePt t="157622" x="5130800" y="3473450"/>
          <p14:tracePt t="157656" x="5130800" y="3517900"/>
          <p14:tracePt t="157675" x="5130800" y="3524250"/>
          <p14:tracePt t="157707" x="5137150" y="3530600"/>
          <p14:tracePt t="157739" x="5156200" y="3536950"/>
          <p14:tracePt t="157788" x="5168900" y="3505200"/>
          <p14:tracePt t="157838" x="5181600" y="3435350"/>
          <p14:tracePt t="157871" x="5181600" y="3346450"/>
          <p14:tracePt t="157905" x="5156200" y="3054350"/>
          <p14:tracePt t="157938" x="5149850" y="2838450"/>
          <p14:tracePt t="157972" x="5149850" y="2768600"/>
          <p14:tracePt t="158004" x="5149850" y="2749550"/>
          <p14:tracePt t="158038" x="5156200" y="2743200"/>
          <p14:tracePt t="158087" x="5162550" y="2762250"/>
          <p14:tracePt t="158120" x="5162550" y="2774950"/>
          <p14:tracePt t="158154" x="5162550" y="2787650"/>
          <p14:tracePt t="158187" x="5162550" y="2800350"/>
          <p14:tracePt t="158270" x="5162550" y="2813050"/>
          <p14:tracePt t="158818" x="5187950" y="3086100"/>
          <p14:tracePt t="158839" x="5219700" y="3359150"/>
          <p14:tracePt t="158870" x="5251450" y="3803650"/>
          <p14:tracePt t="158901" x="5264150" y="3930650"/>
          <p14:tracePt t="158951" x="5289550" y="4184650"/>
          <p14:tracePt t="158970" x="5289550" y="4286250"/>
          <p14:tracePt t="159001" x="5314950" y="4394200"/>
          <p14:tracePt t="159051" x="5321300" y="4438650"/>
          <p14:tracePt t="159117" x="5327650" y="4419600"/>
          <p14:tracePt t="159150" x="5327650" y="4400550"/>
          <p14:tracePt t="159172" x="5321300" y="4375150"/>
          <p14:tracePt t="159202" x="5289550" y="4318000"/>
          <p14:tracePt t="159219" x="5264150" y="4273550"/>
          <p14:tracePt t="159266" x="4876800" y="3587750"/>
          <p14:tracePt t="159288" x="4616450" y="3111500"/>
          <p14:tracePt t="159318" x="4254500" y="2432050"/>
          <p14:tracePt t="159350" x="4095750" y="2127250"/>
          <p14:tracePt t="159371" x="4070350" y="2070100"/>
          <p14:tracePt t="159405" x="4032250" y="1987550"/>
          <p14:tracePt t="159449" x="4019550" y="1911350"/>
          <p14:tracePt t="159482" x="4019550" y="1898650"/>
          <p14:tracePt t="159566" x="4044950" y="1873250"/>
          <p14:tracePt t="159615" x="4102100" y="1835150"/>
          <p14:tracePt t="159649" x="4165600" y="1790700"/>
          <p14:tracePt t="159682" x="4292600" y="1739900"/>
          <p14:tracePt t="159703" x="4400550" y="1708150"/>
          <p14:tracePt t="159748" x="4635500" y="1663700"/>
          <p14:tracePt t="159783" x="4749800" y="1638300"/>
          <p14:tracePt t="159803" x="4781550" y="1631950"/>
          <p14:tracePt t="159833" x="4813300" y="1619250"/>
          <p14:tracePt t="159864" x="4826000" y="1606550"/>
          <p14:tracePt t="159898" x="4845050" y="1581150"/>
          <p14:tracePt t="159964" x="4851400" y="1562100"/>
          <p14:tracePt t="159983" x="4851400" y="1555750"/>
          <p14:tracePt t="160014" x="4864100" y="1536700"/>
          <p14:tracePt t="160047" x="4870450" y="1530350"/>
          <p14:tracePt t="160080" x="4876800" y="1524000"/>
          <p14:tracePt t="160113" x="4889500" y="1504950"/>
          <p14:tracePt t="160180" x="4889500" y="1498600"/>
          <p14:tracePt t="160230" x="4870450" y="1524000"/>
          <p14:tracePt t="160250" x="4845050" y="1568450"/>
          <p14:tracePt t="160280" x="4813300" y="1651000"/>
          <p14:tracePt t="160313" x="4724400" y="1943100"/>
          <p14:tracePt t="160346" x="4711700" y="2197100"/>
          <p14:tracePt t="160379" x="4730750" y="2457450"/>
          <p14:tracePt t="160412" x="4781550" y="2622550"/>
          <p14:tracePt t="160446" x="4870450" y="2787650"/>
          <p14:tracePt t="160479" x="5118100" y="3149600"/>
          <p14:tracePt t="160512" x="5378450" y="3511550"/>
          <p14:tracePt t="160546" x="5613400" y="3790950"/>
          <p14:tracePt t="160579" x="5721350" y="3956050"/>
          <p14:tracePt t="160612" x="5727700" y="3981450"/>
          <p14:tracePt t="160662" x="5721350" y="3962400"/>
          <p14:tracePt t="160695" x="5708650" y="3924300"/>
          <p14:tracePt t="160728" x="5708650" y="3879850"/>
          <p14:tracePt t="160747" x="5708650" y="3778250"/>
          <p14:tracePt t="160780" x="5645150" y="3524250"/>
          <p14:tracePt t="160811" x="5568950" y="3117850"/>
          <p14:tracePt t="160844" x="5511800" y="2660650"/>
          <p14:tracePt t="160878" x="5505450" y="2266950"/>
          <p14:tracePt t="160911" x="5600700" y="1924050"/>
          <p14:tracePt t="160944" x="5702300" y="1784350"/>
          <p14:tracePt t="160977" x="5784850" y="1746250"/>
          <p14:tracePt t="161011" x="5810250" y="1739900"/>
          <p14:tracePt t="161061" x="5791200" y="1752600"/>
          <p14:tracePt t="161110" x="5695950" y="1752600"/>
          <p14:tracePt t="161376" x="5930900" y="1714500"/>
          <p14:tracePt t="161410" x="7029450" y="1447800"/>
          <p14:tracePt t="161446" x="7785100" y="1206500"/>
          <p14:tracePt t="161477" x="8166100" y="1041400"/>
          <p14:tracePt t="161494" x="8216900" y="1009650"/>
          <p14:tracePt t="161525" x="8280400" y="939800"/>
          <p14:tracePt t="161562" x="8280400" y="920750"/>
          <p14:tracePt t="161608" x="8255000" y="927100"/>
          <p14:tracePt t="161644" x="8229600" y="946150"/>
          <p14:tracePt t="161677" x="8210550" y="952500"/>
          <p14:tracePt t="161708" x="8210550" y="958850"/>
          <p14:tracePt t="161729" x="8197850" y="965200"/>
          <p14:tracePt t="161763" x="8178800" y="984250"/>
          <p14:tracePt t="161808" x="8166100" y="990600"/>
          <p14:tracePt t="161858" x="8140700" y="996950"/>
          <p14:tracePt t="161893" x="8128000" y="996950"/>
          <p14:tracePt t="161926" x="8096250" y="1009650"/>
          <p14:tracePt t="161974" x="7645400" y="1092200"/>
          <p14:tracePt t="162007" x="6915150" y="1238250"/>
          <p14:tracePt t="162040" x="5689600" y="1530350"/>
          <p14:tracePt t="162062" x="5213350" y="1631950"/>
          <p14:tracePt t="162092" x="4775200" y="1701800"/>
          <p14:tracePt t="162124" x="4521200" y="1714500"/>
          <p14:tracePt t="162173" x="4343400" y="1714500"/>
          <p14:tracePt t="162209" x="4311650" y="1701800"/>
          <p14:tracePt t="162241" x="4305300" y="1695450"/>
          <p14:tracePt t="162261" x="4298950" y="1695450"/>
          <p14:tracePt t="162325" x="4298950" y="1689100"/>
          <p14:tracePt t="162409" x="4305300" y="1689100"/>
          <p14:tracePt t="162455" x="4305300" y="1695450"/>
          <p14:tracePt t="162505" x="4318000" y="1701800"/>
          <p14:tracePt t="162539" x="4324350" y="1708150"/>
          <p14:tracePt t="162954" x="4565650" y="1720850"/>
          <p14:tracePt t="162987" x="4781550" y="1720850"/>
          <p14:tracePt t="163005" x="4908550" y="1714500"/>
          <p14:tracePt t="163037" x="5029200" y="1701800"/>
          <p14:tracePt t="163070" x="5073650" y="1689100"/>
          <p14:tracePt t="163103" x="5080000" y="1682750"/>
          <p14:tracePt t="163153" x="5060950" y="1695450"/>
          <p14:tracePt t="163186" x="5029200" y="1701800"/>
          <p14:tracePt t="163219" x="5010150" y="1708150"/>
          <p14:tracePt t="163252" x="5003800" y="1708150"/>
          <p14:tracePt t="163286" x="4991100" y="1708150"/>
          <p14:tracePt t="163319" x="4984750" y="1708150"/>
          <p14:tracePt t="163369" x="4978400" y="1708150"/>
          <p14:tracePt t="163402" x="4965700" y="1708150"/>
          <p14:tracePt t="163435" x="4959350" y="1708150"/>
          <p14:tracePt t="163469" x="4908550" y="1708150"/>
          <p14:tracePt t="163502" x="4845050" y="1708150"/>
          <p14:tracePt t="163535" x="4775200" y="1695450"/>
          <p14:tracePt t="163569" x="4743450" y="1689100"/>
          <p14:tracePt t="163601" x="4743450" y="1682750"/>
          <p14:tracePt t="163635" x="4756150" y="1676400"/>
          <p14:tracePt t="164017" x="4648200" y="1720850"/>
          <p14:tracePt t="164050" x="4559300" y="1733550"/>
          <p14:tracePt t="164083" x="4489450" y="1733550"/>
          <p14:tracePt t="164116" x="4451350" y="1733550"/>
          <p14:tracePt t="164200" x="4514850" y="1714500"/>
          <p14:tracePt t="164232" x="4578350" y="1714500"/>
          <p14:tracePt t="164266" x="4673600" y="1714500"/>
          <p14:tracePt t="164299" x="4787900" y="1689100"/>
          <p14:tracePt t="164320" x="4819650" y="1689100"/>
          <p14:tracePt t="164349" x="4832350" y="1682750"/>
          <p14:tracePt t="164416" x="4794250" y="1682750"/>
          <p14:tracePt t="164466" x="4768850" y="1689100"/>
          <p14:tracePt t="164498" x="4749800" y="1695450"/>
          <p14:tracePt t="164532" x="4711700" y="1701800"/>
          <p14:tracePt t="164565" x="4673600" y="1701800"/>
          <p14:tracePt t="164598" x="4641850" y="1701800"/>
          <p14:tracePt t="164631" x="4641850" y="1695450"/>
          <p14:tracePt t="164665" x="4641850" y="1689100"/>
          <p14:tracePt t="164714" x="4648200" y="1689100"/>
          <p14:tracePt t="164736" x="4660900" y="1689100"/>
          <p14:tracePt t="164767" x="4679950" y="1689100"/>
          <p14:tracePt t="164798" x="4787900" y="1682750"/>
          <p14:tracePt t="164831" x="5257800" y="1638300"/>
          <p14:tracePt t="164865" x="6070600" y="1543050"/>
          <p14:tracePt t="164897" x="7099300" y="1365250"/>
          <p14:tracePt t="164930" x="8134350" y="1155700"/>
          <p14:tracePt t="164952" x="8274050" y="1111250"/>
          <p14:tracePt t="164982" x="8477250" y="1009650"/>
          <p14:tracePt t="165014" x="8521700" y="984250"/>
          <p14:tracePt t="165066" x="8515350" y="984250"/>
          <p14:tracePt t="165098" x="8502650" y="984250"/>
          <p14:tracePt t="165130" x="8496300" y="990600"/>
          <p14:tracePt t="165182" x="8483600" y="996950"/>
          <p14:tracePt t="165215" x="8470900" y="996950"/>
          <p14:tracePt t="165263" x="8451850" y="996950"/>
          <p14:tracePt t="165284" x="8445500" y="996950"/>
          <p14:tracePt t="165315" x="8439150" y="996950"/>
          <p14:tracePt t="165331" x="8426450" y="996950"/>
          <p14:tracePt t="165395" x="8420100" y="996950"/>
          <p14:tracePt t="165445" x="8407400" y="996950"/>
          <p14:tracePt t="165478" x="8401050" y="996950"/>
          <p14:tracePt t="165500" x="8388350" y="996950"/>
          <p14:tracePt t="165530" x="8375650" y="996950"/>
          <p14:tracePt t="165578" x="8197850" y="996950"/>
          <p14:tracePt t="165599" x="7981950" y="996950"/>
          <p14:tracePt t="165630" x="7391400" y="1041400"/>
          <p14:tracePt t="165661" x="6324600" y="1130300"/>
          <p14:tracePt t="165695" x="5689600" y="1206500"/>
          <p14:tracePt t="165716" x="5378450" y="1289050"/>
          <p14:tracePt t="165761" x="4997450" y="1435100"/>
          <p14:tracePt t="165794" x="4718050" y="1562100"/>
          <p14:tracePt t="165816" x="4635500" y="1619250"/>
          <p14:tracePt t="165832" x="4603750" y="1631950"/>
          <p14:tracePt t="165862" x="4533900" y="1676400"/>
          <p14:tracePt t="165893" x="4470400" y="1739900"/>
          <p14:tracePt t="165915" x="4457700" y="1758950"/>
          <p14:tracePt t="165960" x="4445000" y="1784350"/>
          <p14:tracePt t="165993" x="4445000" y="1803400"/>
          <p14:tracePt t="166026" x="4457700" y="1828800"/>
          <p14:tracePt t="166060" x="4489450" y="1879600"/>
          <p14:tracePt t="166093" x="4597400" y="2025650"/>
          <p14:tracePt t="166126" x="4794250" y="2273300"/>
          <p14:tracePt t="166159" x="4889500" y="2387600"/>
          <p14:tracePt t="166193" x="4921250" y="2425700"/>
          <p14:tracePt t="166211" x="4927600" y="2425700"/>
          <p14:tracePt t="166343" x="4927600" y="2419350"/>
          <p14:tracePt t="166475" x="4927600" y="2413000"/>
          <p14:tracePt t="166525" x="4927600" y="2406650"/>
          <p14:tracePt t="166574" x="4921250" y="2406650"/>
          <p14:tracePt t="166641" x="4914900" y="2406650"/>
          <p14:tracePt t="166707" x="4889500" y="2387600"/>
          <p14:tracePt t="166741" x="4870450" y="2349500"/>
          <p14:tracePt t="166774" x="4813300" y="2235200"/>
          <p14:tracePt t="166807" x="4654550" y="1924050"/>
          <p14:tracePt t="166840" x="4508500" y="1638300"/>
          <p14:tracePt t="166874" x="4419600" y="1409700"/>
          <p14:tracePt t="166892" x="4413250" y="1377950"/>
          <p14:tracePt t="166923" x="4400550" y="1333500"/>
          <p14:tracePt t="166990" x="4400550" y="1352550"/>
          <p14:tracePt t="167023" x="4394200" y="1365250"/>
          <p14:tracePt t="167057" x="4381500" y="1384300"/>
          <p14:tracePt t="167075" x="4381500" y="1390650"/>
          <p14:tracePt t="167123" x="4381500" y="1397000"/>
          <p14:tracePt t="167189" x="4381500" y="1409700"/>
          <p14:tracePt t="167222" x="4381500" y="1416050"/>
          <p14:tracePt t="167289" x="4381500" y="1422400"/>
          <p14:tracePt t="167340" x="4381500" y="1428750"/>
          <p14:tracePt t="167438" x="4387850" y="1428750"/>
          <p14:tracePt t="167505" x="4394200" y="1435100"/>
          <p14:tracePt t="167538" x="4394200" y="1441450"/>
          <p14:tracePt t="167571" x="4394200" y="1447800"/>
          <p14:tracePt t="167605" x="4400550" y="1466850"/>
          <p14:tracePt t="167638" x="4419600" y="1517650"/>
          <p14:tracePt t="167656" x="4476750" y="1631950"/>
          <p14:tracePt t="167687" x="4610100" y="1898650"/>
          <p14:tracePt t="167721" x="4832350" y="2273300"/>
          <p14:tracePt t="167756" x="4959350" y="2495550"/>
          <p14:tracePt t="167789" x="5060950" y="2679700"/>
          <p14:tracePt t="167820" x="5073650" y="2736850"/>
          <p14:tracePt t="167839" x="5092700" y="2774950"/>
          <p14:tracePt t="167873" x="5105400" y="2819400"/>
          <p14:tracePt t="167905" x="5111750" y="2857500"/>
          <p14:tracePt t="167937" x="5111750" y="2882900"/>
          <p14:tracePt t="167973" x="5118100" y="2908300"/>
          <p14:tracePt t="168005" x="5124450" y="2927350"/>
          <p14:tracePt t="168037" x="5130800" y="2940050"/>
          <p14:tracePt t="168119" x="5137150" y="2946400"/>
          <p14:tracePt t="168172" x="5137150" y="2952750"/>
          <p14:tracePt t="168501" x="5137150" y="2933700"/>
          <p14:tracePt t="168520" x="5124450" y="2914650"/>
          <p14:tracePt t="168551" x="5086350" y="2857500"/>
          <p14:tracePt t="168585" x="4940300" y="2686050"/>
          <p14:tracePt t="168606" x="4851400" y="2584450"/>
          <p14:tracePt t="168636" x="4743450" y="2444750"/>
          <p14:tracePt t="168684" x="4648200" y="2311400"/>
          <p14:tracePt t="168705" x="4635500" y="2286000"/>
          <p14:tracePt t="168738" x="4635500" y="2273300"/>
          <p14:tracePt t="168783" x="4629150" y="2266950"/>
          <p14:tracePt t="168834" x="4629150" y="2273300"/>
          <p14:tracePt t="168883" x="4629150" y="2279650"/>
          <p14:tracePt t="168933" x="4629150" y="2286000"/>
          <p14:tracePt t="168967" x="4629150" y="2292350"/>
          <p14:tracePt t="168999" x="4629150" y="2298700"/>
          <p14:tracePt t="169033" x="4635500" y="2311400"/>
          <p14:tracePt t="169066" x="4641850" y="2311400"/>
          <p14:tracePt t="169383" x="4718050" y="2520950"/>
          <p14:tracePt t="169415" x="4864100" y="2940050"/>
          <p14:tracePt t="169448" x="4978400" y="3194050"/>
          <p14:tracePt t="169481" x="5029200" y="3378200"/>
          <p14:tracePt t="169514" x="5073650" y="3517900"/>
          <p14:tracePt t="169548" x="5092700" y="3632200"/>
          <p14:tracePt t="169581" x="5099050" y="3670300"/>
          <p14:tracePt t="169614" x="5099050" y="3683000"/>
          <p14:tracePt t="169664" x="5105400" y="3683000"/>
          <p14:tracePt t="169697" x="5111750" y="3683000"/>
          <p14:tracePt t="169730" x="5111750" y="3670300"/>
          <p14:tracePt t="169764" x="5111750" y="3651250"/>
          <p14:tracePt t="169797" x="5118100" y="3644900"/>
          <p14:tracePt t="169830" x="5124450" y="3638550"/>
          <p14:tracePt t="169863" x="5124450" y="3632200"/>
          <p14:tracePt t="169896" x="5124450" y="3625850"/>
          <p14:tracePt t="170362" x="5124450" y="3606800"/>
          <p14:tracePt t="170397" x="5118100" y="3562350"/>
          <p14:tracePt t="170428" x="5111750" y="3530600"/>
          <p14:tracePt t="170462" x="5080000" y="3397250"/>
          <p14:tracePt t="170495" x="5029200" y="3257550"/>
          <p14:tracePt t="170528" x="4984750" y="3105150"/>
          <p14:tracePt t="170561" x="4946650" y="2952750"/>
          <p14:tracePt t="170594" x="4927600" y="2901950"/>
          <p14:tracePt t="170627" x="4921250" y="2876550"/>
          <p14:tracePt t="170677" x="4914900" y="2870200"/>
          <p14:tracePt t="170793" x="4908550" y="2876550"/>
          <p14:tracePt t="170876" x="4908550" y="2882900"/>
          <p14:tracePt t="170943" x="4908550" y="2889250"/>
          <p14:tracePt t="171045" x="4908550" y="2895600"/>
          <p14:tracePt t="171092" x="4908550" y="2908300"/>
          <p14:tracePt t="171142" x="4914900" y="2921000"/>
          <p14:tracePt t="171192" x="4914900" y="2940050"/>
          <p14:tracePt t="171225" x="4921250" y="2952750"/>
          <p14:tracePt t="171261" x="4933950" y="2990850"/>
          <p14:tracePt t="171294" x="4984750" y="3060700"/>
          <p14:tracePt t="171325" x="5181600" y="3282950"/>
          <p14:tracePt t="171361" x="5441950" y="3492500"/>
          <p14:tracePt t="171393" x="5753100" y="3670300"/>
          <p14:tracePt t="171426" x="5899150" y="3733800"/>
          <p14:tracePt t="171460" x="5994400" y="3765550"/>
          <p14:tracePt t="171493" x="6000750" y="3765550"/>
          <p14:tracePt t="171544" x="6000750" y="3759200"/>
          <p14:tracePt t="171591" x="5975350" y="3727450"/>
          <p14:tracePt t="171640" x="5969000" y="3714750"/>
          <p14:tracePt t="174415" x="5956300" y="3695700"/>
          <p14:tracePt t="174449" x="5848350" y="3549650"/>
          <p14:tracePt t="174481" x="5645150" y="3371850"/>
          <p14:tracePt t="174514" x="5384800" y="3130550"/>
          <p14:tracePt t="174547" x="5118100" y="2876550"/>
          <p14:tracePt t="174580" x="5029200" y="2774950"/>
          <p14:tracePt t="174614" x="4914900" y="2660650"/>
          <p14:tracePt t="174632" x="4864100" y="2622550"/>
          <p14:tracePt t="174664" x="4699000" y="2489200"/>
          <p14:tracePt t="174697" x="4629150" y="2425700"/>
          <p14:tracePt t="174730" x="4565650" y="2362200"/>
          <p14:tracePt t="174763" x="4540250" y="2362200"/>
          <p14:tracePt t="174797" x="4533900" y="2406650"/>
          <p14:tracePt t="174815" x="4533900" y="2425700"/>
          <p14:tracePt t="174846" x="4552950" y="2540000"/>
          <p14:tracePt t="174865" x="4578350" y="2597150"/>
          <p14:tracePt t="174896" x="4705350" y="2857500"/>
          <p14:tracePt t="174929" x="4794250" y="3073400"/>
          <p14:tracePt t="174965" x="4864100" y="3244850"/>
          <p14:tracePt t="174979" x="4876800" y="3257550"/>
          <p14:tracePt t="174997" x="4876800" y="3270250"/>
          <p14:tracePt t="175029" x="4883150" y="3270250"/>
          <p14:tracePt t="175065" x="4870450" y="3263900"/>
          <p14:tracePt t="175097" x="4857750" y="3244850"/>
          <p14:tracePt t="175128" x="4806950" y="3187700"/>
          <p14:tracePt t="175164" x="4641850" y="3022600"/>
          <p14:tracePt t="175197" x="4076700" y="2533650"/>
          <p14:tracePt t="175213" x="3886200" y="2374900"/>
          <p14:tracePt t="175245" x="3409950" y="1949450"/>
          <p14:tracePt t="175263" x="3206750" y="1771650"/>
          <p14:tracePt t="175294" x="3079750" y="1631950"/>
          <p14:tracePt t="175328" x="2908300" y="1441450"/>
          <p14:tracePt t="175364" x="2870200" y="1409700"/>
          <p14:tracePt t="175411" x="2851150" y="1409700"/>
          <p14:tracePt t="175444" x="2800350" y="1403350"/>
          <p14:tracePt t="175479" x="2736850" y="1403350"/>
          <p14:tracePt t="175510" x="2673350" y="1422400"/>
          <p14:tracePt t="175544" x="2476500" y="1543050"/>
          <p14:tracePt t="175580" x="2165350" y="1682750"/>
          <p14:tracePt t="175612" x="1943100" y="1803400"/>
          <p14:tracePt t="175644" x="1797050" y="1924050"/>
          <p14:tracePt t="175693" x="1714500" y="2019300"/>
          <p14:tracePt t="175711" x="1714500" y="2025650"/>
          <p14:tracePt t="175743" x="1758950" y="2025650"/>
          <p14:tracePt t="176125" x="2070100" y="2000250"/>
          <p14:tracePt t="176158" x="2527300" y="1936750"/>
          <p14:tracePt t="176191" x="2940050" y="1885950"/>
          <p14:tracePt t="176213" x="3213100" y="1835150"/>
          <p14:tracePt t="176229" x="3289300" y="1822450"/>
          <p14:tracePt t="176274" x="3505200" y="1778000"/>
          <p14:tracePt t="176308" x="3594100" y="1771650"/>
          <p14:tracePt t="176329" x="3651250" y="1771650"/>
          <p14:tracePt t="176374" x="3752850" y="1771650"/>
          <p14:tracePt t="176407" x="3835400" y="1790700"/>
          <p14:tracePt t="176441" x="4006850" y="1809750"/>
          <p14:tracePt t="176474" x="4076700" y="1816100"/>
          <p14:tracePt t="177121" x="4127500" y="1809750"/>
          <p14:tracePt t="177155" x="4305300" y="1771650"/>
          <p14:tracePt t="177188" x="4438650" y="1739900"/>
          <p14:tracePt t="177221" x="4521200" y="1714500"/>
          <p14:tracePt t="177254" x="4572000" y="1701800"/>
          <p14:tracePt t="177288" x="4603750" y="1682750"/>
          <p14:tracePt t="177338" x="4629150" y="1682750"/>
          <p14:tracePt t="177371" x="4635500" y="1676400"/>
          <p14:tracePt t="177404" x="4660900" y="1663700"/>
          <p14:tracePt t="177437" x="4705350" y="1657350"/>
          <p14:tracePt t="177471" x="4895850" y="1612900"/>
          <p14:tracePt t="177490" x="4972050" y="1606550"/>
          <p14:tracePt t="177522" x="5410200" y="1511300"/>
          <p14:tracePt t="177553" x="5765800" y="1435100"/>
          <p14:tracePt t="177587" x="6102350" y="1365250"/>
          <p14:tracePt t="177620" x="6388100" y="1289050"/>
          <p14:tracePt t="177653" x="6635750" y="1238250"/>
          <p14:tracePt t="177686" x="6845300" y="1200150"/>
          <p14:tracePt t="177720" x="6940550" y="1174750"/>
          <p14:tracePt t="177753" x="6978650" y="1162050"/>
          <p14:tracePt t="177836" x="6978650" y="1155700"/>
          <p14:tracePt t="177869" x="6965950" y="1155700"/>
          <p14:tracePt t="177902" x="6940550" y="1149350"/>
          <p14:tracePt t="177952" x="6896100" y="1149350"/>
          <p14:tracePt t="177985" x="6794500" y="1149350"/>
          <p14:tracePt t="178018" x="6591300" y="1136650"/>
          <p14:tracePt t="178052" x="6451600" y="1136650"/>
          <p14:tracePt t="178085" x="6400800" y="1136650"/>
          <p14:tracePt t="178118" x="6388100" y="1136650"/>
          <p14:tracePt t="178151" x="6426200" y="1136650"/>
          <p14:tracePt t="178170" x="6457950" y="1130300"/>
          <p14:tracePt t="178201" x="6680200" y="1104900"/>
          <p14:tracePt t="178235" x="6985000" y="1092200"/>
          <p14:tracePt t="178270" x="7112000" y="1085850"/>
          <p14:tracePt t="178302" x="7169150" y="1085850"/>
          <p14:tracePt t="178334" x="7150100" y="1092200"/>
          <p14:tracePt t="178370" x="7118350" y="1085850"/>
          <p14:tracePt t="178403" x="7073900" y="1085850"/>
          <p14:tracePt t="178434" x="7035800" y="1079500"/>
          <p14:tracePt t="178470" x="6965950" y="1066800"/>
          <p14:tracePt t="178502" x="6845300" y="1060450"/>
          <p14:tracePt t="178535" x="6807200" y="1060450"/>
          <p14:tracePt t="178569" x="6800850" y="1060450"/>
          <p14:tracePt t="178601" x="6838950" y="1054100"/>
          <p14:tracePt t="178633" x="7035800" y="1041400"/>
          <p14:tracePt t="178654" x="7226300" y="1022350"/>
          <p14:tracePt t="178685" x="7372350" y="1016000"/>
          <p14:tracePt t="178716" x="7448550" y="990600"/>
          <p14:tracePt t="178749" x="7435850" y="977900"/>
          <p14:tracePt t="178786" x="7372350" y="977900"/>
          <p14:tracePt t="178818" x="7232650" y="990600"/>
          <p14:tracePt t="178849" x="6731000" y="990600"/>
          <p14:tracePt t="178870" x="6235700" y="1003300"/>
          <p14:tracePt t="178901" x="5886450" y="1016000"/>
          <p14:tracePt t="178932" x="5638800" y="1041400"/>
          <p14:tracePt t="178950" x="5619750" y="1047750"/>
          <p14:tracePt t="178984" x="5600700" y="1079500"/>
          <p14:tracePt t="179004" x="5607050" y="1098550"/>
          <p14:tracePt t="179033" x="5613400" y="1111250"/>
          <p14:tracePt t="179081" x="5588000" y="1193800"/>
          <p14:tracePt t="179117" x="5403850" y="1327150"/>
          <p14:tracePt t="179150" x="5080000" y="1441450"/>
          <p14:tracePt t="179181" x="4635500" y="1511300"/>
          <p14:tracePt t="179202" x="4381500" y="1543050"/>
          <p14:tracePt t="179233" x="4108450" y="1562100"/>
          <p14:tracePt t="179281" x="3937000" y="1562100"/>
          <p14:tracePt t="179302" x="3924300" y="1562100"/>
          <p14:tracePt t="179332" x="3911600" y="1562100"/>
          <p14:tracePt t="179364" x="3886200" y="1568450"/>
          <p14:tracePt t="179397" x="3829050" y="1600200"/>
          <p14:tracePt t="179419" x="3765550" y="1638300"/>
          <p14:tracePt t="179449" x="3600450" y="1701800"/>
          <p14:tracePt t="179497" x="3314700" y="1860550"/>
          <p14:tracePt t="179518" x="3251200" y="1905000"/>
          <p14:tracePt t="179548" x="3206750" y="1930400"/>
          <p14:tracePt t="179596" x="3009900" y="1987550"/>
          <p14:tracePt t="179618" x="2901950" y="2006600"/>
          <p14:tracePt t="179651" x="2622550" y="2063750"/>
          <p14:tracePt t="179681" x="2355850" y="2114550"/>
          <p14:tracePt t="179713" x="2095500" y="2152650"/>
          <p14:tracePt t="179734" x="1962150" y="2171700"/>
          <p14:tracePt t="179779" x="1708150" y="2216150"/>
          <p14:tracePt t="179813" x="1631950" y="2216150"/>
          <p14:tracePt t="179835" x="1600200" y="2216150"/>
          <p14:tracePt t="179864" x="1555750" y="2216150"/>
          <p14:tracePt t="179895" x="1536700" y="2216150"/>
          <p14:tracePt t="180211" x="1416050" y="2171700"/>
          <p14:tracePt t="180244" x="1136650" y="2095500"/>
          <p14:tracePt t="180277" x="971550" y="2051050"/>
          <p14:tracePt t="180310" x="882650" y="2051050"/>
          <p14:tracePt t="180344" x="838200" y="2051050"/>
          <p14:tracePt t="180609" x="863600" y="2044700"/>
          <p14:tracePt t="180643" x="990600" y="2019300"/>
          <p14:tracePt t="180676" x="1377950" y="1943100"/>
          <p14:tracePt t="180695" x="1854200" y="1841500"/>
          <p14:tracePt t="180726" x="2806700" y="1695450"/>
          <p14:tracePt t="180759" x="3613150" y="1600200"/>
          <p14:tracePt t="180792" x="4121150" y="1536700"/>
          <p14:tracePt t="180825" x="4229100" y="1517650"/>
          <p14:tracePt t="180859" x="4254500" y="1511300"/>
          <p14:tracePt t="180908" x="4273550" y="1517650"/>
          <p14:tracePt t="180941" x="4279900" y="1517650"/>
          <p14:tracePt t="180975" x="4298950" y="1517650"/>
          <p14:tracePt t="181008" x="4311650" y="1517650"/>
          <p14:tracePt t="181027" x="4324350" y="1517650"/>
          <p14:tracePt t="181058" x="4362450" y="1524000"/>
          <p14:tracePt t="181091" x="4464050" y="1562100"/>
          <p14:tracePt t="181124" x="4540250" y="1593850"/>
          <p14:tracePt t="181158" x="4610100" y="1644650"/>
          <p14:tracePt t="181191" x="4603750" y="1651000"/>
          <p14:tracePt t="181224" x="4413250" y="1651000"/>
          <p14:tracePt t="181242" x="4324350" y="1651000"/>
          <p14:tracePt t="181274" x="3829050" y="1606550"/>
          <p14:tracePt t="181307" x="3581400" y="1587500"/>
          <p14:tracePt t="181340" x="3517900" y="1587500"/>
          <p14:tracePt t="181373" x="3505200" y="1606550"/>
          <p14:tracePt t="183217" x="3403600" y="1612900"/>
          <p14:tracePt t="183250" x="3149600" y="1663700"/>
          <p14:tracePt t="183283" x="2952750" y="1720850"/>
          <p14:tracePt t="183317" x="2762250" y="1765300"/>
          <p14:tracePt t="183350" x="2546350" y="1822450"/>
          <p14:tracePt t="183383" x="2305050" y="1841500"/>
          <p14:tracePt t="183416" x="2038350" y="1847850"/>
          <p14:tracePt t="183450" x="1727200" y="1879600"/>
          <p14:tracePt t="183483" x="1555750" y="1905000"/>
          <p14:tracePt t="183516" x="1492250" y="1924050"/>
          <p14:tracePt t="183549" x="1473200" y="1924050"/>
          <p14:tracePt t="183584" x="1466850" y="1924050"/>
          <p14:tracePt t="183649" x="1498600" y="1930400"/>
          <p14:tracePt t="183682" x="1612900" y="1930400"/>
          <p14:tracePt t="183715" x="1898650" y="1936750"/>
          <p14:tracePt t="183749" x="2959100" y="1981200"/>
          <p14:tracePt t="183782" x="3613150" y="1987550"/>
          <p14:tracePt t="183815" x="4508500" y="1911350"/>
          <p14:tracePt t="183848" x="4756150" y="1841500"/>
          <p14:tracePt t="183882" x="4826000" y="1803400"/>
          <p14:tracePt t="183948" x="4819650" y="1797050"/>
          <p14:tracePt t="184065" x="4826000" y="1797050"/>
          <p14:tracePt t="184131" x="4832350" y="1784350"/>
          <p14:tracePt t="184164" x="4832350" y="1778000"/>
          <p14:tracePt t="184197" x="4832350" y="1765300"/>
          <p14:tracePt t="184230" x="4819650" y="1758950"/>
          <p14:tracePt t="184263" x="4813300" y="1758950"/>
          <p14:tracePt t="184297" x="4781550" y="1752600"/>
          <p14:tracePt t="184330" x="4692650" y="1727200"/>
          <p14:tracePt t="184363" x="4451350" y="1670050"/>
          <p14:tracePt t="184397" x="4318000" y="1651000"/>
          <p14:tracePt t="184430" x="4127500" y="1644650"/>
          <p14:tracePt t="184463" x="4089400" y="1644650"/>
          <p14:tracePt t="184496" x="4076700" y="1651000"/>
          <p14:tracePt t="184529" x="4064000" y="1657350"/>
          <p14:tracePt t="184562" x="4057650" y="1682750"/>
          <p14:tracePt t="184881" x="4171950" y="1860550"/>
          <p14:tracePt t="184913" x="4210050" y="2051050"/>
          <p14:tracePt t="184945" x="4229100" y="2108200"/>
          <p14:tracePt t="184982" x="4235450" y="2178050"/>
          <p14:tracePt t="184997" x="4235450" y="2190750"/>
          <p14:tracePt t="185016" x="4235450" y="2203450"/>
          <p14:tracePt t="185047" x="4241800" y="2235200"/>
          <p14:tracePt t="185081" x="4248150" y="2260600"/>
          <p14:tracePt t="185113" x="4260850" y="2286000"/>
          <p14:tracePt t="185144" x="4279900" y="2324100"/>
          <p14:tracePt t="185181" x="4298950" y="2343150"/>
          <p14:tracePt t="185212" x="4311650" y="2349500"/>
          <p14:tracePt t="185244" x="4356100" y="2355850"/>
          <p14:tracePt t="185265" x="4394200" y="2355850"/>
          <p14:tracePt t="185298" x="4483100" y="2355850"/>
          <p14:tracePt t="185330" x="4552950" y="2355850"/>
          <p14:tracePt t="185360" x="4572000" y="2349500"/>
          <p14:tracePt t="185397" x="4552950" y="2330450"/>
          <p14:tracePt t="185429" x="4540250" y="2324100"/>
          <p14:tracePt t="185460" x="4533900" y="2317750"/>
          <p14:tracePt t="185513" x="4527550" y="2311400"/>
          <p14:tracePt t="185545" x="4540250" y="2298700"/>
          <p14:tracePt t="185592" x="4610100" y="2292350"/>
          <p14:tracePt t="185596" x="4635500" y="2286000"/>
          <p14:tracePt t="185630" x="4724400" y="2260600"/>
          <p14:tracePt t="185661" x="4806950" y="2228850"/>
          <p14:tracePt t="185692" x="4838700" y="2203450"/>
          <p14:tracePt t="185714" x="4857750" y="2190750"/>
          <p14:tracePt t="185745" x="4870450" y="2178050"/>
          <p14:tracePt t="185792" x="4895850" y="2184400"/>
          <p14:tracePt t="185813" x="4908550" y="2190750"/>
          <p14:tracePt t="185847" x="4933950" y="2203450"/>
          <p14:tracePt t="185891" x="5067300" y="2241550"/>
          <p14:tracePt t="185924" x="5353050" y="2305050"/>
          <p14:tracePt t="185946" x="5886450" y="2355850"/>
          <p14:tracePt t="185976" x="6419850" y="2400300"/>
          <p14:tracePt t="186008" x="7188200" y="2400300"/>
          <p14:tracePt t="186029" x="7378700" y="2393950"/>
          <p14:tracePt t="186062" x="7493000" y="2368550"/>
          <p14:tracePt t="186093" x="7512050" y="2355850"/>
          <p14:tracePt t="186124" x="7505700" y="2343150"/>
          <p14:tracePt t="186145" x="7505700" y="2324100"/>
          <p14:tracePt t="186175" x="7499350" y="2311400"/>
          <p14:tracePt t="186223" x="7493000" y="2298700"/>
          <p14:tracePt t="186273" x="7423150" y="2286000"/>
          <p14:tracePt t="186306" x="7150100" y="2247900"/>
          <p14:tracePt t="186340" x="6184900" y="2165350"/>
          <p14:tracePt t="186373" x="5168900" y="2190750"/>
          <p14:tracePt t="186406" x="4305300" y="2298700"/>
          <p14:tracePt t="186439" x="3524250" y="2400300"/>
          <p14:tracePt t="186489" x="3213100" y="2413000"/>
          <p14:tracePt t="186522" x="3149600" y="2400300"/>
          <p14:tracePt t="186556" x="3117850" y="2400300"/>
          <p14:tracePt t="186589" x="3022600" y="2374900"/>
          <p14:tracePt t="186608" x="2914650" y="2343150"/>
          <p14:tracePt t="186640" x="2571750" y="2235200"/>
          <p14:tracePt t="186672" x="2286000" y="2171700"/>
          <p14:tracePt t="186705" x="2063750" y="2101850"/>
          <p14:tracePt t="186738" x="1885950" y="2063750"/>
          <p14:tracePt t="186771" x="1841500" y="2057400"/>
          <p14:tracePt t="186805" x="1790700" y="2032000"/>
          <p14:tracePt t="186838" x="1739900" y="2032000"/>
          <p14:tracePt t="186871" x="1644650" y="2006600"/>
          <p14:tracePt t="186890" x="1625600" y="2000250"/>
          <p14:tracePt t="186921" x="1562100" y="1974850"/>
          <p14:tracePt t="186971" x="1555750" y="1974850"/>
          <p14:tracePt t="187021" x="1638300" y="1974850"/>
          <p14:tracePt t="187054" x="1873250" y="1955800"/>
          <p14:tracePt t="187087" x="2127250" y="1949450"/>
          <p14:tracePt t="187107" x="2222500" y="1936750"/>
          <p14:tracePt t="187137" x="2247900" y="1936750"/>
          <p14:tracePt t="187170" x="2222500" y="1936750"/>
          <p14:tracePt t="187204" x="2108200" y="1962150"/>
          <p14:tracePt t="187237" x="1822450" y="2025650"/>
          <p14:tracePt t="187270" x="1441450" y="2044700"/>
          <p14:tracePt t="187303" x="1111250" y="2038350"/>
          <p14:tracePt t="187336" x="1047750" y="2025650"/>
          <p14:tracePt t="187386" x="1073150" y="2025650"/>
          <p14:tracePt t="187420" x="1181100" y="2025650"/>
          <p14:tracePt t="187452" x="1276350" y="2038350"/>
          <p14:tracePt t="187486" x="1492250" y="2082800"/>
          <p14:tracePt t="187519" x="1568450" y="2108200"/>
          <p14:tracePt t="187585" x="1492250" y="2089150"/>
          <p14:tracePt t="187619" x="1352550" y="2051050"/>
          <p14:tracePt t="187653" x="1155700" y="2032000"/>
          <p14:tracePt t="187685" x="1123950" y="2032000"/>
          <p14:tracePt t="187718" x="1104900" y="2032000"/>
          <p14:tracePt t="187751" x="1123950" y="2044700"/>
          <p14:tracePt t="187785" x="1276350" y="2038350"/>
          <p14:tracePt t="187818" x="1492250" y="2051050"/>
          <p14:tracePt t="187851" x="1625600" y="2051050"/>
          <p14:tracePt t="187884" x="1612900" y="2032000"/>
          <p14:tracePt t="187918" x="1479550" y="2012950"/>
          <p14:tracePt t="187951" x="1149350" y="1962150"/>
          <p14:tracePt t="187984" x="825500" y="1949450"/>
          <p14:tracePt t="188017" x="781050" y="1949450"/>
          <p14:tracePt t="188051" x="806450" y="1962150"/>
          <p14:tracePt t="188069" x="844550" y="1962150"/>
          <p14:tracePt t="188101" x="1123950" y="1962150"/>
          <p14:tracePt t="188119" x="1384300" y="1962150"/>
          <p14:tracePt t="188151" x="1695450" y="1981200"/>
          <p14:tracePt t="188186" x="1765300" y="1987550"/>
          <p14:tracePt t="188233" x="1644650" y="1987550"/>
          <p14:tracePt t="188252" x="1593850" y="1987550"/>
          <p14:tracePt t="188286" x="1371600" y="2012950"/>
          <p14:tracePt t="188318" x="1289050" y="2019300"/>
          <p14:tracePt t="188349" x="1282700" y="2025650"/>
          <p14:tracePt t="188371" x="1289050" y="2038350"/>
          <p14:tracePt t="188402" x="1390650" y="2038350"/>
          <p14:tracePt t="188418" x="1428750" y="2044700"/>
          <p14:tracePt t="188449" x="1524000" y="2051050"/>
          <p14:tracePt t="188485" x="1543050" y="2057400"/>
          <p14:tracePt t="188517" x="1511300" y="2057400"/>
          <p14:tracePt t="188549" x="1428750" y="2057400"/>
          <p14:tracePt t="188599" x="1250950" y="2076450"/>
          <p14:tracePt t="188618" x="1231900" y="2082800"/>
          <p14:tracePt t="188665" x="1289050" y="2076450"/>
          <p14:tracePt t="188687" x="1441450" y="2063750"/>
          <p14:tracePt t="188719" x="1625600" y="2057400"/>
          <p14:tracePt t="188750" x="1695450" y="2044700"/>
          <p14:tracePt t="188798" x="1663700" y="2038350"/>
          <p14:tracePt t="188819" x="1619250" y="2038350"/>
          <p14:tracePt t="188850" x="1441450" y="2019300"/>
          <p14:tracePt t="188881" x="1219200" y="2019300"/>
          <p14:tracePt t="188903" x="1143000" y="2019300"/>
          <p14:tracePt t="188935" x="1104900" y="2019300"/>
          <p14:tracePt t="188966" x="1174750" y="2025650"/>
          <p14:tracePt t="189014" x="1435100" y="2006600"/>
          <p14:tracePt t="189035" x="1651000" y="2006600"/>
          <p14:tracePt t="189065" x="1708150" y="2006600"/>
          <p14:tracePt t="189113" x="1708150" y="2000250"/>
          <p14:tracePt t="189132" x="1663700" y="2006600"/>
          <p14:tracePt t="189166" x="1536700" y="2006600"/>
          <p14:tracePt t="189213" x="1187450" y="2038350"/>
          <p14:tracePt t="189234" x="1136650" y="2038350"/>
          <p14:tracePt t="189268" x="1143000" y="2044700"/>
          <p14:tracePt t="189312" x="1390650" y="2025650"/>
          <p14:tracePt t="189346" x="1670050" y="2032000"/>
          <p14:tracePt t="189367" x="1822450" y="2032000"/>
          <p14:tracePt t="189398" x="1892300" y="2038350"/>
          <p14:tracePt t="189446" x="1866900" y="2038350"/>
          <p14:tracePt t="189467" x="1854200" y="2038350"/>
          <p14:tracePt t="189663" x="1816100" y="2038350"/>
          <p14:tracePt t="189695" x="1765300" y="2038350"/>
          <p14:tracePt t="189728" x="1631950" y="2025650"/>
          <p14:tracePt t="189761" x="1441450" y="2025650"/>
          <p14:tracePt t="189794" x="1365250" y="2025650"/>
          <p14:tracePt t="189844" x="1377950" y="2019300"/>
          <p14:tracePt t="189877" x="1416050" y="2006600"/>
          <p14:tracePt t="189911" x="1441450" y="2006600"/>
          <p14:tracePt t="189944" x="1485900" y="1993900"/>
          <p14:tracePt t="189977" x="1498600" y="1987550"/>
          <p14:tracePt t="190077" x="1498600" y="1981200"/>
          <p14:tracePt t="190110" x="1479550" y="1981200"/>
          <p14:tracePt t="190143" x="1466850" y="1981200"/>
          <p14:tracePt t="190162" x="1416050" y="1968500"/>
          <p14:tracePt t="190193" x="1327150" y="1949450"/>
          <p14:tracePt t="190226" x="1238250" y="1930400"/>
          <p14:tracePt t="190259" x="1187450" y="1917700"/>
          <p14:tracePt t="190293" x="1181100" y="1917700"/>
          <p14:tracePt t="190326" x="1327150" y="1905000"/>
          <p14:tracePt t="190359" x="1809750" y="1911350"/>
          <p14:tracePt t="190392" x="2749550" y="1930400"/>
          <p14:tracePt t="190426" x="3194050" y="1911350"/>
          <p14:tracePt t="190458" x="3378200" y="1885950"/>
          <p14:tracePt t="190492" x="3403600" y="1879600"/>
          <p14:tracePt t="190525" x="3390900" y="1873250"/>
          <p14:tracePt t="190559" x="3371850" y="1873250"/>
          <p14:tracePt t="190625" x="3365500" y="1873250"/>
          <p14:tracePt t="190724" x="3359150" y="1866900"/>
          <p14:tracePt t="190758" x="3365500" y="1860550"/>
          <p14:tracePt t="190794" x="3390900" y="1854200"/>
          <p14:tracePt t="190826" x="3460750" y="1847850"/>
          <p14:tracePt t="190858" x="3600450" y="1841500"/>
          <p14:tracePt t="190894" x="3727450" y="1841500"/>
          <p14:tracePt t="190926" x="3854450" y="1841500"/>
          <p14:tracePt t="190957" x="3924300" y="1841500"/>
          <p14:tracePt t="190993" x="4006850" y="1847850"/>
          <p14:tracePt t="191008" x="4032250" y="1854200"/>
          <p14:tracePt t="191042" x="4121150" y="1854200"/>
          <p14:tracePt t="191073" x="4235450" y="1866900"/>
          <p14:tracePt t="191109" x="4298950" y="1873250"/>
          <p14:tracePt t="191141" x="4337050" y="1879600"/>
          <p14:tracePt t="191225" x="4337050" y="1873250"/>
          <p14:tracePt t="191258" x="4343400" y="1866900"/>
          <p14:tracePt t="191278" x="4356100" y="1866900"/>
          <p14:tracePt t="191308" x="4368800" y="1866900"/>
          <p14:tracePt t="191339" x="4375150" y="1860550"/>
          <p14:tracePt t="191372" x="4419600" y="1854200"/>
          <p14:tracePt t="191394" x="4470400" y="1854200"/>
          <p14:tracePt t="191411" x="4495800" y="1854200"/>
          <p14:tracePt t="191441" x="4591050" y="1854200"/>
          <p14:tracePt t="191472" x="4679950" y="1841500"/>
          <p14:tracePt t="191522" x="4749800" y="1828800"/>
          <p14:tracePt t="191558" x="4762500" y="1828800"/>
          <p14:tracePt t="191593" x="4762500" y="1822450"/>
          <p14:tracePt t="192003" x="4756150" y="1822450"/>
          <p14:tracePt t="192053" x="4749800" y="1828800"/>
          <p14:tracePt t="192485" x="4813300" y="1828800"/>
          <p14:tracePt t="192518" x="5010150" y="1828800"/>
          <p14:tracePt t="192552" x="5302250" y="1816100"/>
          <p14:tracePt t="192585" x="5778500" y="1803400"/>
          <p14:tracePt t="192618" x="6337300" y="1809750"/>
          <p14:tracePt t="192651" x="6972300" y="1809750"/>
          <p14:tracePt t="192684" x="7245350" y="1778000"/>
          <p14:tracePt t="192719" x="7366000" y="1752600"/>
          <p14:tracePt t="192751" x="7435850" y="1739900"/>
          <p14:tracePt t="192784" x="7518400" y="1739900"/>
          <p14:tracePt t="192817" x="7594600" y="1752600"/>
          <p14:tracePt t="192836" x="7613650" y="1752600"/>
          <p14:tracePt t="192867" x="7651750" y="1765300"/>
          <p14:tracePt t="192900" x="7651750" y="1778000"/>
          <p14:tracePt t="192950" x="7639050" y="1778000"/>
          <p14:tracePt t="192983" x="7620000" y="1778000"/>
          <p14:tracePt t="193017" x="7607300" y="1771650"/>
          <p14:tracePt t="193050" x="7600950" y="1758950"/>
          <p14:tracePt t="193100" x="7594600" y="1739900"/>
          <p14:tracePt t="193166" x="7581900" y="1733550"/>
          <p14:tracePt t="193185" x="7581900" y="1727200"/>
          <p14:tracePt t="193232" x="7569200" y="1720850"/>
          <p14:tracePt t="193265" x="7562850" y="1714500"/>
          <p14:tracePt t="193299" x="7556500" y="1701800"/>
          <p14:tracePt t="193349" x="7550150" y="1695450"/>
          <p14:tracePt t="193382" x="7537450" y="1695450"/>
          <p14:tracePt t="193415" x="7531100" y="1689100"/>
          <p14:tracePt t="193449" x="7524750" y="1682750"/>
          <p14:tracePt t="193515" x="7518400" y="1682750"/>
          <p14:tracePt t="193548" x="7505700" y="1676400"/>
          <p14:tracePt t="193615" x="7499350" y="1676400"/>
          <p14:tracePt t="193648" x="7486650" y="1676400"/>
          <p14:tracePt t="193700" x="7486650" y="1689100"/>
          <p14:tracePt t="193733" x="7499350" y="1695450"/>
          <p14:tracePt t="193800" x="7512050" y="1695450"/>
          <p14:tracePt t="193832" x="7518400" y="1701800"/>
          <p14:tracePt t="193864" x="7518400" y="1708150"/>
          <p14:tracePt t="193913" x="7531100" y="1708150"/>
          <p14:tracePt t="193947" x="7543800" y="1714500"/>
          <p14:tracePt t="193980" x="7556500" y="1714500"/>
          <p14:tracePt t="194030" x="7569200" y="1714500"/>
          <p14:tracePt t="194063" x="7588250" y="1720850"/>
          <p14:tracePt t="194099" x="7645400" y="1733550"/>
          <p14:tracePt t="194131" x="7835900" y="1752600"/>
          <p14:tracePt t="194163" x="7975600" y="1758950"/>
          <p14:tracePt t="194184" x="8089900" y="1758950"/>
          <p14:tracePt t="194215" x="8223250" y="1758950"/>
          <p14:tracePt t="194231" x="8274050" y="1752600"/>
          <p14:tracePt t="194262" x="8318500" y="1733550"/>
          <p14:tracePt t="194298" x="8337550" y="1727200"/>
          <p14:tracePt t="194628" x="8324850" y="1727200"/>
          <p14:tracePt t="194711" x="8318500" y="1727200"/>
          <p14:tracePt t="195026" x="8318500" y="1733550"/>
          <p14:tracePt t="195079" x="8312150" y="1733550"/>
          <p14:tracePt t="195176" x="8312150" y="1739900"/>
          <p14:tracePt t="195275" x="8312150" y="1746250"/>
          <p14:tracePt t="195391" x="8312150" y="1752600"/>
          <p14:tracePt t="195425" x="8305800" y="1752600"/>
          <p14:tracePt t="195491" x="8305800" y="1758950"/>
          <p14:tracePt t="196372" x="8293100" y="1752600"/>
          <p14:tracePt t="196405" x="8274050" y="1752600"/>
          <p14:tracePt t="196438" x="8255000" y="1752600"/>
          <p14:tracePt t="196472" x="8115300" y="1758950"/>
          <p14:tracePt t="196504" x="7975600" y="1771650"/>
          <p14:tracePt t="196538" x="7569200" y="1790700"/>
          <p14:tracePt t="196571" x="7226300" y="1809750"/>
          <p14:tracePt t="196604" x="6794500" y="1822450"/>
          <p14:tracePt t="196637" x="6489700" y="1828800"/>
          <p14:tracePt t="196671" x="6242050" y="1841500"/>
          <p14:tracePt t="196704" x="6032500" y="1847850"/>
          <p14:tracePt t="196737" x="5911850" y="1847850"/>
          <p14:tracePt t="196757" x="5867400" y="1847850"/>
          <p14:tracePt t="196788" x="5797550" y="1847850"/>
          <p14:tracePt t="196820" x="5702300" y="1847850"/>
          <p14:tracePt t="196853" x="5594350" y="1847850"/>
          <p14:tracePt t="196887" x="5384800" y="1835150"/>
          <p14:tracePt t="196920" x="5194300" y="1828800"/>
          <p14:tracePt t="196953" x="5010150" y="1803400"/>
          <p14:tracePt t="196986" x="4806950" y="1771650"/>
          <p14:tracePt t="197020" x="4705350" y="1758950"/>
          <p14:tracePt t="197053" x="4622800" y="1746250"/>
          <p14:tracePt t="197072" x="4610100" y="1739900"/>
          <p14:tracePt t="197105" x="4514850" y="1720850"/>
          <p14:tracePt t="197138" x="4425950" y="1708150"/>
          <p14:tracePt t="197169" x="4337050" y="1682750"/>
          <p14:tracePt t="197205" x="4267200" y="1676400"/>
          <p14:tracePt t="197237" x="4210050" y="1663700"/>
          <p14:tracePt t="197254" x="4203700" y="1663700"/>
          <p14:tracePt t="197285" x="4165600" y="1657350"/>
          <p14:tracePt t="197318" x="4159250" y="1657350"/>
          <p14:tracePt t="197451" x="4159250" y="1663700"/>
          <p14:tracePt t="197521" x="4159250" y="1670050"/>
          <p14:tracePt t="197684" x="4140200" y="1670050"/>
          <p14:tracePt t="197720" x="4057650" y="1676400"/>
          <p14:tracePt t="197752" x="3905250" y="1676400"/>
          <p14:tracePt t="197785" x="3644900" y="1682750"/>
          <p14:tracePt t="197833" x="3352800" y="1682750"/>
          <p14:tracePt t="197869" x="3213100" y="1682750"/>
          <p14:tracePt t="197901" x="3175000" y="1682750"/>
          <p14:tracePt t="197936" x="3168650" y="1682750"/>
          <p14:tracePt t="198033" x="3168650" y="1695450"/>
          <p14:tracePt t="198581" x="2914650" y="1790700"/>
          <p14:tracePt t="198614" x="2654300" y="1873250"/>
          <p14:tracePt t="198647" x="2330450" y="1981200"/>
          <p14:tracePt t="198680" x="2184400" y="2032000"/>
          <p14:tracePt t="198713" x="1974850" y="2114550"/>
          <p14:tracePt t="198747" x="1905000" y="2127250"/>
          <p14:tracePt t="198780" x="1885950" y="2133600"/>
          <p14:tracePt t="198815" x="1873250" y="2133600"/>
          <p14:tracePt t="198863" x="1854200" y="2139950"/>
          <p14:tracePt t="198896" x="1854200" y="2133600"/>
          <p14:tracePt t="202185" x="1892300" y="2101850"/>
          <p14:tracePt t="202218" x="1955800" y="2057400"/>
          <p14:tracePt t="202251" x="2070100" y="1993900"/>
          <p14:tracePt t="202284" x="2184400" y="1943100"/>
          <p14:tracePt t="202318" x="2292350" y="1905000"/>
          <p14:tracePt t="202351" x="2400300" y="1879600"/>
          <p14:tracePt t="202384" x="2470150" y="1866900"/>
          <p14:tracePt t="202403" x="2508250" y="1860550"/>
          <p14:tracePt t="202434" x="2552700" y="1860550"/>
          <p14:tracePt t="202467" x="2616200" y="1854200"/>
          <p14:tracePt t="202500" x="2711450" y="1847850"/>
          <p14:tracePt t="202533" x="2851150" y="1828800"/>
          <p14:tracePt t="202567" x="2997200" y="1803400"/>
          <p14:tracePt t="202600" x="3232150" y="1765300"/>
          <p14:tracePt t="202633" x="3587750" y="1651000"/>
          <p14:tracePt t="202667" x="3816350" y="1543050"/>
          <p14:tracePt t="202700" x="4064000" y="1428750"/>
          <p14:tracePt t="202718" x="4102100" y="1403350"/>
          <p14:tracePt t="202750" x="4191000" y="1320800"/>
          <p14:tracePt t="202783" x="4210050" y="1295400"/>
          <p14:tracePt t="202816" x="4241800" y="1276350"/>
          <p14:tracePt t="202851" x="4260850" y="1263650"/>
          <p14:tracePt t="202882" x="4279900" y="1257300"/>
          <p14:tracePt t="202916" x="4318000" y="1257300"/>
          <p14:tracePt t="202949" x="4432300" y="1238250"/>
          <p14:tracePt t="202982" x="4730750" y="1212850"/>
          <p14:tracePt t="203015" x="4914900" y="1193800"/>
          <p14:tracePt t="203049" x="5238750" y="1123950"/>
          <p14:tracePt t="203082" x="5441950" y="1066800"/>
          <p14:tracePt t="203115" x="5645150" y="990600"/>
          <p14:tracePt t="203148" x="5753100" y="946150"/>
          <p14:tracePt t="203181" x="5829300" y="908050"/>
          <p14:tracePt t="203215" x="5911850" y="882650"/>
          <p14:tracePt t="203248" x="5949950" y="876300"/>
          <p14:tracePt t="203281" x="5969000" y="876300"/>
          <p14:tracePt t="203314" x="5981700" y="869950"/>
          <p14:tracePt t="203397" x="5969000" y="869950"/>
          <p14:tracePt t="203431" x="5943600" y="869950"/>
          <p14:tracePt t="203464" x="5880100" y="876300"/>
          <p14:tracePt t="203497" x="5568950" y="927100"/>
          <p14:tracePt t="203531" x="5162550" y="946150"/>
          <p14:tracePt t="203563" x="4699000" y="977900"/>
          <p14:tracePt t="203597" x="4146550" y="1035050"/>
          <p14:tracePt t="203630" x="3803650" y="1073150"/>
          <p14:tracePt t="203663" x="3511550" y="1155700"/>
          <p14:tracePt t="203696" x="3397250" y="1212850"/>
          <p14:tracePt t="203715" x="3308350" y="1276350"/>
          <p14:tracePt t="203747" x="3111500" y="1435100"/>
          <p14:tracePt t="203765" x="3067050" y="1466850"/>
          <p14:tracePt t="203796" x="2908300" y="1663700"/>
          <p14:tracePt t="203815" x="2882900" y="1720850"/>
          <p14:tracePt t="203847" x="2832100" y="1949450"/>
          <p14:tracePt t="203879" x="2832100" y="2139950"/>
          <p14:tracePt t="203915" x="2933700" y="2413000"/>
          <p14:tracePt t="203934" x="2978150" y="2495550"/>
          <p14:tracePt t="203964" x="3130550" y="2749550"/>
          <p14:tracePt t="203995" x="3282950" y="3022600"/>
          <p14:tracePt t="204017" x="3403600" y="3232150"/>
          <p14:tracePt t="204047" x="3536950" y="3511550"/>
          <p14:tracePt t="204079" x="3663950" y="3784600"/>
          <p14:tracePt t="204128" x="3733800" y="3956050"/>
          <p14:tracePt t="204164" x="3752850" y="4032250"/>
          <p14:tracePt t="204197" x="3765550" y="4083050"/>
          <p14:tracePt t="204231" x="3778250" y="4089400"/>
          <p14:tracePt t="204263" x="3784600" y="4083050"/>
          <p14:tracePt t="204295" x="3790950" y="4044950"/>
          <p14:tracePt t="204316" x="3790950" y="4006850"/>
          <p14:tracePt t="204333" x="3790950" y="3994150"/>
          <p14:tracePt t="204363" x="3790950" y="3949700"/>
          <p14:tracePt t="204394" x="3784600" y="3879850"/>
          <p14:tracePt t="204415" x="3746500" y="3797300"/>
          <p14:tracePt t="204448" x="3657600" y="3568700"/>
          <p14:tracePt t="204479" x="3530600" y="3238500"/>
          <p14:tracePt t="204527" x="3340100" y="2711450"/>
          <p14:tracePt t="204548" x="3289300" y="2578100"/>
          <p14:tracePt t="204578" x="3251200" y="2400300"/>
          <p14:tracePt t="204626" x="3263900" y="2235200"/>
          <p14:tracePt t="204648" x="3314700" y="2152650"/>
          <p14:tracePt t="204681" x="3403600" y="2082800"/>
          <p14:tracePt t="204711" x="3568700" y="1987550"/>
          <p14:tracePt t="204743" x="3854450" y="1841500"/>
          <p14:tracePt t="204764" x="4051300" y="1758950"/>
          <p14:tracePt t="204795" x="4552950" y="1581150"/>
          <p14:tracePt t="204843" x="5238750" y="1454150"/>
          <p14:tracePt t="204864" x="5403850" y="1447800"/>
          <p14:tracePt t="204897" x="5530850" y="1403350"/>
          <p14:tracePt t="204927" x="5549900" y="1384300"/>
          <p14:tracePt t="204958" x="5549900" y="1377950"/>
          <p14:tracePt t="204980" x="5537200" y="1377950"/>
          <p14:tracePt t="205025" x="5505450" y="1409700"/>
          <p14:tracePt t="205058" x="5492750" y="1428750"/>
          <p14:tracePt t="205739" x="5295900" y="1479550"/>
          <p14:tracePt t="205761" x="5086350" y="1555750"/>
          <p14:tracePt t="205791" x="4806950" y="1657350"/>
          <p14:tracePt t="205808" x="4635500" y="1720850"/>
          <p14:tracePt t="205839" x="4406900" y="1847850"/>
          <p14:tracePt t="205872" x="4260850" y="1917700"/>
          <p14:tracePt t="205905" x="4203700" y="1974850"/>
          <p14:tracePt t="205939" x="4184650" y="2000250"/>
          <p14:tracePt t="205972" x="4152900" y="2057400"/>
          <p14:tracePt t="206005" x="4083050" y="2089150"/>
          <p14:tracePt t="206026" x="4076700" y="2082800"/>
          <p14:tracePt t="222232" x="4064000" y="2032000"/>
          <p14:tracePt t="222265" x="4038600" y="1974850"/>
          <p14:tracePt t="222299" x="4019550" y="1905000"/>
          <p14:tracePt t="222332" x="4000500" y="1860550"/>
          <p14:tracePt t="222365" x="3994150" y="1828800"/>
          <p14:tracePt t="222399" x="3987800" y="1803400"/>
          <p14:tracePt t="222432" x="3981450" y="1790700"/>
          <p14:tracePt t="222465" x="3962400" y="1790700"/>
          <p14:tracePt t="222531" x="3956050" y="1790700"/>
          <p14:tracePt t="222598" x="3949700" y="1797050"/>
          <p14:tracePt t="222632" x="3949700" y="1822450"/>
          <p14:tracePt t="222681" x="3930650" y="1860550"/>
          <p14:tracePt t="222714" x="3860800" y="1917700"/>
          <p14:tracePt t="222736" x="3759200" y="1987550"/>
          <p14:tracePt t="222766" x="3530600" y="2114550"/>
          <p14:tracePt t="222797" x="3321050" y="2197100"/>
          <p14:tracePt t="222830" x="3130550" y="2260600"/>
          <p14:tracePt t="222866" x="3060700" y="2273300"/>
          <p14:tracePt t="222899" x="3016250" y="2286000"/>
          <p14:tracePt t="222930" x="2990850" y="2298700"/>
          <p14:tracePt t="222951" x="2971800" y="2298700"/>
          <p14:tracePt t="223478" x="2959100" y="2260600"/>
          <p14:tracePt t="223496" x="2952750" y="2247900"/>
          <p14:tracePt t="223516" x="2940050" y="2216150"/>
          <p14:tracePt t="223561" x="2851150" y="2101850"/>
          <p14:tracePt t="223596" x="2762250" y="2012950"/>
          <p14:tracePt t="223615" x="2705100" y="1955800"/>
          <p14:tracePt t="223646" x="2635250" y="1898650"/>
          <p14:tracePt t="223677" x="2597150" y="1847850"/>
          <p14:tracePt t="223711" x="2584450" y="1828800"/>
          <p14:tracePt t="223732" x="2584450" y="1822450"/>
          <p14:tracePt t="223843" x="2584450" y="1816100"/>
          <p14:tracePt t="223893" x="2597150" y="1816100"/>
          <p14:tracePt t="223926" x="2609850" y="1816100"/>
          <p14:tracePt t="223960" x="2622550" y="1828800"/>
          <p14:tracePt t="223993" x="2647950" y="1835150"/>
          <p14:tracePt t="224026" x="2838450" y="1866900"/>
          <p14:tracePt t="224059" x="3035300" y="1898650"/>
          <p14:tracePt t="224092" x="3644900" y="1968500"/>
          <p14:tracePt t="224126" x="4076700" y="2000250"/>
          <p14:tracePt t="224159" x="4457700" y="1987550"/>
          <p14:tracePt t="224177" x="4527550" y="1981200"/>
          <p14:tracePt t="224209" x="4648200" y="1949450"/>
          <p14:tracePt t="224242" x="4679950" y="1930400"/>
          <p14:tracePt t="224275" x="4699000" y="1930400"/>
          <p14:tracePt t="224308" x="4749800" y="1955800"/>
          <p14:tracePt t="224341" x="4775200" y="1955800"/>
          <p14:tracePt t="225122" x="4438650" y="1955800"/>
          <p14:tracePt t="225155" x="3803650" y="1892300"/>
          <p14:tracePt t="225189" x="3194050" y="1816100"/>
          <p14:tracePt t="225222" x="2794000" y="1803400"/>
          <p14:tracePt t="225255" x="2438400" y="1809750"/>
          <p14:tracePt t="225289" x="2286000" y="1854200"/>
          <p14:tracePt t="225321" x="2152650" y="1905000"/>
          <p14:tracePt t="225355" x="2006600" y="1930400"/>
          <p14:tracePt t="225388" x="1924050" y="1930400"/>
          <p14:tracePt t="225421" x="1835150" y="1924050"/>
          <p14:tracePt t="225454" x="1790700" y="1917700"/>
          <p14:tracePt t="225488" x="1739900" y="1917700"/>
          <p14:tracePt t="225521" x="1619250" y="1924050"/>
          <p14:tracePt t="225557" x="1524000" y="1936750"/>
          <p14:tracePt t="225589" x="1403350" y="1974850"/>
          <p14:tracePt t="225606" x="1371600" y="1981200"/>
          <p14:tracePt t="225637" x="1270000" y="2006600"/>
          <p14:tracePt t="225656" x="1244600" y="2006600"/>
          <p14:tracePt t="226205" x="1270000" y="2019300"/>
          <p14:tracePt t="226237" x="1282700" y="2025650"/>
          <p14:tracePt t="226285" x="1320800" y="2051050"/>
          <p14:tracePt t="226303" x="1346200" y="2063750"/>
          <p14:tracePt t="226335" x="1422400" y="2089150"/>
          <p14:tracePt t="226356" x="1473200" y="2108200"/>
          <p14:tracePt t="226389" x="1574800" y="2127250"/>
          <p14:tracePt t="226420" x="1670050" y="2133600"/>
          <p14:tracePt t="226467" x="1797050" y="2165350"/>
          <p14:tracePt t="226489" x="1924050" y="2184400"/>
          <p14:tracePt t="226519" x="2057400" y="2197100"/>
          <p14:tracePt t="226550" x="2178050" y="2222500"/>
          <p14:tracePt t="226570" x="2241550" y="2247900"/>
          <p14:tracePt t="226590" x="2317750" y="2279650"/>
          <p14:tracePt t="226619" x="2419350" y="2317750"/>
          <p14:tracePt t="226667" x="2559050" y="2355850"/>
          <p14:tracePt t="226688" x="2603500" y="2368550"/>
          <p14:tracePt t="226721" x="2635250" y="2393950"/>
          <p14:tracePt t="226767" x="2660650" y="2413000"/>
          <p14:tracePt t="226800" x="2660650" y="2419350"/>
          <p14:tracePt t="226821" x="2667000" y="2419350"/>
          <p14:tracePt t="226851" x="2673350" y="2419350"/>
          <p14:tracePt t="226899" x="2679700" y="2419350"/>
          <p14:tracePt t="226999" x="2679700" y="2413000"/>
          <p14:tracePt t="227049" x="2679700" y="2406650"/>
          <p14:tracePt t="227298" x="2743200" y="2406650"/>
          <p14:tracePt t="227331" x="2832100" y="2413000"/>
          <p14:tracePt t="227364" x="2895600" y="2413000"/>
          <p14:tracePt t="227398" x="2933700" y="2413000"/>
          <p14:tracePt t="227447" x="2940050" y="2413000"/>
          <p14:tracePt t="227680" x="2933700" y="2419350"/>
          <p14:tracePt t="228081" x="3009900" y="2432050"/>
          <p14:tracePt t="228112" x="3206750" y="2425700"/>
          <p14:tracePt t="228145" x="3498850" y="2425700"/>
          <p14:tracePt t="228179" x="3841750" y="2419350"/>
          <p14:tracePt t="228212" x="3956050" y="2419350"/>
          <p14:tracePt t="228245" x="4152900" y="2406650"/>
          <p14:tracePt t="228278" x="4216400" y="2406650"/>
          <p14:tracePt t="228311" x="4254500" y="2413000"/>
          <p14:tracePt t="228330" x="4260850" y="2413000"/>
          <p14:tracePt t="228361" x="4279900" y="2425700"/>
          <p14:tracePt t="228411" x="4292600" y="2425700"/>
          <p14:tracePt t="228461" x="4305300" y="2425700"/>
          <p14:tracePt t="228510" x="4311650" y="2425700"/>
          <p14:tracePt t="228543" x="4324350" y="2425700"/>
          <p14:tracePt t="228577" x="4349750" y="2425700"/>
          <p14:tracePt t="228612" x="4381500" y="2425700"/>
          <p14:tracePt t="228644" x="4483100" y="2425700"/>
          <p14:tracePt t="228677" x="4572000" y="2419350"/>
          <p14:tracePt t="228710" x="4648200" y="2419350"/>
          <p14:tracePt t="228743" x="4692650" y="2419350"/>
          <p14:tracePt t="228776" x="4699000" y="2419350"/>
          <p14:tracePt t="228876" x="4705350" y="2419350"/>
          <p14:tracePt t="228942" x="4711700" y="2419350"/>
          <p14:tracePt t="229045" x="4718050" y="2419350"/>
          <p14:tracePt t="229125" x="4718050" y="2413000"/>
          <p14:tracePt t="229161" x="4711700" y="2406650"/>
          <p14:tracePt t="229208" x="4705350" y="2406650"/>
          <p14:tracePt t="229557" x="4381500" y="2349500"/>
          <p14:tracePt t="229593" x="3790950" y="2273300"/>
          <p14:tracePt t="229625" x="3105150" y="2209800"/>
          <p14:tracePt t="229673" x="2514600" y="2209800"/>
          <p14:tracePt t="229707" x="2114550" y="2273300"/>
          <p14:tracePt t="229725" x="2044700" y="2292350"/>
          <p14:tracePt t="229744" x="1936750" y="2311400"/>
          <p14:tracePt t="229778" x="1765300" y="2343150"/>
          <p14:tracePt t="229808" x="1695450" y="2349500"/>
          <p14:tracePt t="229839" x="1644650" y="2355850"/>
          <p14:tracePt t="229889" x="1562100" y="2374900"/>
          <p14:tracePt t="229925" x="1466850" y="2413000"/>
          <p14:tracePt t="229972" x="1409700" y="2444750"/>
          <p14:tracePt t="229993" x="1377950" y="2463800"/>
          <p14:tracePt t="230024" x="1320800" y="2514600"/>
          <p14:tracePt t="230055" x="1276350" y="2546350"/>
          <p14:tracePt t="230077" x="1238250" y="2571750"/>
          <p14:tracePt t="230094" x="1212850" y="2597150"/>
          <p14:tracePt t="230123" x="1206500" y="2603500"/>
          <p14:tracePt t="230171" x="1206500" y="2609850"/>
          <p14:tracePt t="230193" x="1206500" y="2616200"/>
          <p14:tracePt t="230226" x="1219200" y="2616200"/>
          <p14:tracePt t="230256" x="1314450" y="2603500"/>
          <p14:tracePt t="230288" x="1466850" y="2571750"/>
          <p14:tracePt t="230309" x="1714500" y="2520950"/>
          <p14:tracePt t="230342" x="2387600" y="2387600"/>
          <p14:tracePt t="230387" x="2813050" y="2305050"/>
          <p14:tracePt t="230408" x="2882900" y="2279650"/>
          <p14:tracePt t="230442" x="2921000" y="2266950"/>
          <p14:tracePt t="230537" x="2908300" y="2266950"/>
          <p14:tracePt t="230621" x="2908300" y="2273300"/>
          <p14:tracePt t="230642" x="2914650" y="2273300"/>
          <p14:tracePt t="230686" x="2940050" y="2273300"/>
          <p14:tracePt t="230720" x="3130550" y="2298700"/>
          <p14:tracePt t="230742" x="3359150" y="2317750"/>
          <p14:tracePt t="230771" x="3898900" y="2368550"/>
          <p14:tracePt t="230803" x="4483100" y="2393950"/>
          <p14:tracePt t="230821" x="4730750" y="2381250"/>
          <p14:tracePt t="230852" x="4908550" y="2362200"/>
          <p14:tracePt t="230886" x="4921250" y="2355850"/>
          <p14:tracePt t="230919" x="4870450" y="2349500"/>
          <p14:tracePt t="230952" x="4768850" y="2336800"/>
          <p14:tracePt t="230985" x="4565650" y="2330450"/>
          <p14:tracePt t="231018" x="4260850" y="2286000"/>
          <p14:tracePt t="231052" x="3816350" y="2254250"/>
          <p14:tracePt t="231085" x="3511550" y="2254250"/>
          <p14:tracePt t="231118" x="3187700" y="2273300"/>
          <p14:tracePt t="231151" x="3073400" y="2279650"/>
          <p14:tracePt t="231185" x="2952750" y="2298700"/>
          <p14:tracePt t="231218" x="2933700" y="2298700"/>
          <p14:tracePt t="231251" x="2927350" y="2298700"/>
          <p14:tracePt t="231284" x="2908300" y="2298700"/>
          <p14:tracePt t="231318" x="2870200" y="2292350"/>
          <p14:tracePt t="231351" x="2743200" y="2279650"/>
          <p14:tracePt t="231384" x="2628900" y="2266950"/>
          <p14:tracePt t="231417" x="2578100" y="2266950"/>
          <p14:tracePt t="231450" x="2559050" y="2273300"/>
          <p14:tracePt t="231500" x="2571750" y="2286000"/>
          <p14:tracePt t="231534" x="2597150" y="2292350"/>
          <p14:tracePt t="231567" x="2635250" y="2292350"/>
          <p14:tracePt t="231600" x="2692400" y="2292350"/>
          <p14:tracePt t="231633" x="2781300" y="2273300"/>
          <p14:tracePt t="231668" x="2844800" y="2241550"/>
          <p14:tracePt t="231699" x="2882900" y="2203450"/>
          <p14:tracePt t="231733" x="2889250" y="2159000"/>
          <p14:tracePt t="231766" x="2876550" y="2139950"/>
          <p14:tracePt t="231799" x="2844800" y="2139950"/>
          <p14:tracePt t="231832" x="2819400" y="2146300"/>
          <p14:tracePt t="231866" x="2774950" y="2178050"/>
          <p14:tracePt t="231899" x="2749550" y="2209800"/>
          <p14:tracePt t="231932" x="2743200" y="2247900"/>
          <p14:tracePt t="231965" x="2800350" y="2317750"/>
          <p14:tracePt t="232000" x="2965450" y="2343150"/>
          <p14:tracePt t="232032" x="3136900" y="2298700"/>
          <p14:tracePt t="232065" x="3155950" y="2260600"/>
          <p14:tracePt t="232099" x="3117850" y="2222500"/>
          <p14:tracePt t="232132" x="3054350" y="2222500"/>
          <p14:tracePt t="232168" x="2889250" y="2222500"/>
          <p14:tracePt t="232200" x="2749550" y="2260600"/>
          <p14:tracePt t="232231" x="2692400" y="2298700"/>
          <p14:tracePt t="232267" x="2686050" y="2330450"/>
          <p14:tracePt t="232300" x="2768600" y="2336800"/>
          <p14:tracePt t="232331" x="3003550" y="2324100"/>
          <p14:tracePt t="232367" x="3181350" y="2254250"/>
          <p14:tracePt t="232400" x="3175000" y="2241550"/>
          <p14:tracePt t="232430" x="3130550" y="2241550"/>
          <p14:tracePt t="232452" x="3079750" y="2241550"/>
          <p14:tracePt t="232482" x="2914650" y="2292350"/>
          <p14:tracePt t="232514" x="2838450" y="2330450"/>
          <p14:tracePt t="232547" x="2813050" y="2368550"/>
          <p14:tracePt t="232583" x="2844800" y="2374900"/>
          <p14:tracePt t="232615" x="2971800" y="2343150"/>
          <p14:tracePt t="232647" x="3041650" y="2286000"/>
          <p14:tracePt t="232684" x="3048000" y="2247900"/>
          <p14:tracePt t="232714" x="2984500" y="2228850"/>
          <p14:tracePt t="232746" x="2940050" y="2228850"/>
          <p14:tracePt t="232796" x="2851150" y="2266950"/>
          <p14:tracePt t="232814" x="2832100" y="2286000"/>
          <p14:tracePt t="232846" x="2832100" y="2305050"/>
          <p14:tracePt t="232896" x="2882900" y="2324100"/>
          <p14:tracePt t="232931" x="2940050" y="2317750"/>
          <p14:tracePt t="232963" x="2990850" y="2292350"/>
          <p14:tracePt t="232983" x="2990850" y="2260600"/>
          <p14:tracePt t="233016" x="2927350" y="2241550"/>
          <p14:tracePt t="233047" x="2844800" y="2222500"/>
          <p14:tracePt t="233095" x="2520950" y="2228850"/>
          <p14:tracePt t="233116" x="2425700" y="2260600"/>
          <p14:tracePt t="233147" x="2343150" y="2305050"/>
          <p14:tracePt t="233164" x="2343150" y="2324100"/>
          <p14:tracePt t="233195" x="2374900" y="2349500"/>
          <p14:tracePt t="233216" x="2457450" y="2362200"/>
          <p14:tracePt t="233246" x="2609850" y="2387600"/>
          <p14:tracePt t="233294" x="2705100" y="2387600"/>
          <p14:tracePt t="233315" x="2705100" y="2381250"/>
          <p14:tracePt t="233348" x="2705100" y="2374900"/>
          <p14:tracePt t="233692" x="3009900" y="2381250"/>
          <p14:tracePt t="233726" x="4108450" y="2413000"/>
          <p14:tracePt t="233748" x="5270500" y="2400300"/>
          <p14:tracePt t="233792" x="6343650" y="2311400"/>
          <p14:tracePt t="233825" x="6718300" y="2235200"/>
          <p14:tracePt t="233859" x="6985000" y="2139950"/>
          <p14:tracePt t="233878" x="7042150" y="2120900"/>
          <p14:tracePt t="233909" x="7302500" y="2076450"/>
          <p14:tracePt t="233942" x="7423150" y="2076450"/>
          <p14:tracePt t="233975" x="7537450" y="2095500"/>
          <p14:tracePt t="234008" x="7588250" y="2114550"/>
          <p14:tracePt t="234042" x="7600950" y="2133600"/>
          <p14:tracePt t="234074" x="7594600" y="2152650"/>
          <p14:tracePt t="234108" x="7569200" y="2159000"/>
          <p14:tracePt t="234141" x="7512050" y="2184400"/>
          <p14:tracePt t="234175" x="7467600" y="2228850"/>
          <p14:tracePt t="234193" x="7429500" y="2273300"/>
          <p14:tracePt t="234224" x="7397750" y="2305050"/>
          <p14:tracePt t="234257" x="7391400" y="2317750"/>
          <p14:tracePt t="234291" x="7397750" y="2324100"/>
          <p14:tracePt t="234324" x="7448550" y="2311400"/>
          <p14:tracePt t="234357" x="7581900" y="2311400"/>
          <p14:tracePt t="234376" x="7658100" y="2311400"/>
          <p14:tracePt t="234408" x="7924800" y="2298700"/>
          <p14:tracePt t="234440" x="8070850" y="2279650"/>
          <p14:tracePt t="234473" x="8172450" y="2247900"/>
          <p14:tracePt t="234506" x="8185150" y="2235200"/>
          <p14:tracePt t="234573" x="8172450" y="2235200"/>
          <p14:tracePt t="234623" x="8153400" y="2235200"/>
          <p14:tracePt t="234673" x="8147050" y="2235200"/>
          <p14:tracePt t="234739" x="8140700" y="2241550"/>
          <p14:tracePt t="234789" x="8134350" y="2241550"/>
          <p14:tracePt t="234922" x="8128000" y="2241550"/>
          <p14:tracePt t="234955" x="8121650" y="2235200"/>
          <p14:tracePt t="234988" x="8108950" y="2228850"/>
          <p14:tracePt t="235021" x="8102600" y="2222500"/>
          <p14:tracePt t="235055" x="8096250" y="2222500"/>
          <p14:tracePt t="235104" x="8083550" y="2222500"/>
          <p14:tracePt t="235138" x="8077200" y="2222500"/>
          <p14:tracePt t="235171" x="8064500" y="2222500"/>
          <p14:tracePt t="235190" x="8045450" y="2228850"/>
          <p14:tracePt t="235221" x="7924800" y="2273300"/>
          <p14:tracePt t="235254" x="7639050" y="2368550"/>
          <p14:tracePt t="235287" x="6997700" y="2520950"/>
          <p14:tracePt t="235320" x="6407150" y="2616200"/>
          <p14:tracePt t="235353" x="5943600" y="2635250"/>
          <p14:tracePt t="235372" x="5702300" y="2635250"/>
          <p14:tracePt t="235404" x="5340350" y="2559050"/>
          <p14:tracePt t="235437" x="5054600" y="2476500"/>
          <p14:tracePt t="235473" x="4730750" y="2349500"/>
          <p14:tracePt t="235505" x="4552950" y="2254250"/>
          <p14:tracePt t="235536" x="4502150" y="2222500"/>
          <p14:tracePt t="235573" x="4464050" y="2178050"/>
          <p14:tracePt t="235605" x="4464050" y="2171700"/>
          <p14:tracePt t="235669" x="4457700" y="2171700"/>
          <p14:tracePt t="235688" x="4457700" y="2165350"/>
          <p14:tracePt t="235736" x="4470400" y="2171700"/>
          <p14:tracePt t="235788" x="4489450" y="2184400"/>
          <p14:tracePt t="235820" x="4514850" y="2197100"/>
          <p14:tracePt t="235852" x="4565650" y="2209800"/>
          <p14:tracePt t="235873" x="4648200" y="2235200"/>
          <p14:tracePt t="235903" x="4864100" y="2305050"/>
          <p14:tracePt t="235935" x="5321300" y="2406650"/>
          <p14:tracePt t="235985" x="6438900" y="2603500"/>
          <p14:tracePt t="236003" x="6896100" y="2635250"/>
          <p14:tracePt t="236037" x="7569200" y="2584450"/>
          <p14:tracePt t="236070" x="7918450" y="2520950"/>
          <p14:tracePt t="236089" x="8267700" y="2438400"/>
          <p14:tracePt t="236119" x="8401050" y="2387600"/>
          <p14:tracePt t="236151" x="8496300" y="2336800"/>
          <p14:tracePt t="236201" x="8496300" y="2311400"/>
          <p14:tracePt t="236236" x="8496300" y="2305050"/>
          <p14:tracePt t="236300" x="8464550" y="2305050"/>
          <p14:tracePt t="236322" x="8439150" y="2311400"/>
          <p14:tracePt t="236352" x="8401050" y="2324100"/>
          <p14:tracePt t="236383" x="8356600" y="2343150"/>
          <p14:tracePt t="236405" x="8331200" y="2349500"/>
          <p14:tracePt t="236438" x="8128000" y="2381250"/>
          <p14:tracePt t="236483" x="7334250" y="2425700"/>
          <p14:tracePt t="236516" x="6172200" y="2400300"/>
          <p14:tracePt t="236539" x="5759450" y="2362200"/>
          <p14:tracePt t="236568" x="5359400" y="2298700"/>
          <p14:tracePt t="236599" x="5035550" y="2235200"/>
          <p14:tracePt t="236621" x="4889500" y="2216150"/>
          <p14:tracePt t="236654" x="4781550" y="2203450"/>
          <p14:tracePt t="236699" x="4711700" y="2184400"/>
          <p14:tracePt t="236749" x="4705350" y="2184400"/>
          <p14:tracePt t="236848" x="4718050" y="2184400"/>
          <p14:tracePt t="236882" x="4762500" y="2184400"/>
          <p14:tracePt t="236915" x="4826000" y="2190750"/>
          <p14:tracePt t="236948" x="4946650" y="2203450"/>
          <p14:tracePt t="236981" x="5334000" y="2298700"/>
          <p14:tracePt t="237015" x="5797550" y="2381250"/>
          <p14:tracePt t="237048" x="6330950" y="2451100"/>
          <p14:tracePt t="237081" x="6858000" y="2451100"/>
          <p14:tracePt t="237114" x="7327900" y="2355850"/>
          <p14:tracePt t="237147" x="7550150" y="2286000"/>
          <p14:tracePt t="237181" x="7747000" y="2222500"/>
          <p14:tracePt t="237199" x="7766050" y="2209800"/>
          <p14:tracePt t="237230" x="7823200" y="2203450"/>
          <p14:tracePt t="237264" x="7835900" y="2203450"/>
          <p14:tracePt t="237297" x="7835900" y="2197100"/>
          <p14:tracePt t="237330" x="7816850" y="2197100"/>
          <p14:tracePt t="237363" x="7791450" y="2203450"/>
          <p14:tracePt t="237396" x="7766050" y="2209800"/>
          <p14:tracePt t="237430" x="7708900" y="2222500"/>
          <p14:tracePt t="237463" x="7378700" y="2273300"/>
          <p14:tracePt t="237496" x="6737350" y="2324100"/>
          <p14:tracePt t="237529" x="5797550" y="2317750"/>
          <p14:tracePt t="237563" x="4540250" y="2190750"/>
          <p14:tracePt t="237596" x="3987800" y="2120900"/>
          <p14:tracePt t="237629" x="3702050" y="2082800"/>
          <p14:tracePt t="237662" x="3587750" y="2076450"/>
          <p14:tracePt t="237695" x="3543300" y="2076450"/>
          <p14:tracePt t="237730" x="3536950" y="2076450"/>
          <p14:tracePt t="237762" x="3536950" y="2082800"/>
          <p14:tracePt t="237812" x="3543300" y="2082800"/>
          <p14:tracePt t="237845" x="3549650" y="2082800"/>
          <p14:tracePt t="237878" x="3556000" y="2082800"/>
          <p14:tracePt t="237912" x="3562350" y="2082800"/>
          <p14:tracePt t="238495" x="3225800" y="2152650"/>
          <p14:tracePt t="238528" x="2800350" y="2266950"/>
          <p14:tracePt t="238559" x="2641600" y="2311400"/>
          <p14:tracePt t="238578" x="2514600" y="2355850"/>
          <p14:tracePt t="238609" x="2381250" y="2381250"/>
          <p14:tracePt t="238642" x="2260600" y="2406650"/>
          <p14:tracePt t="238678" x="2184400" y="2425700"/>
          <p14:tracePt t="238711" x="2108200" y="2438400"/>
          <p14:tracePt t="238728" x="2095500" y="2444750"/>
          <p14:tracePt t="238760" x="2057400" y="2470150"/>
          <p14:tracePt t="238794" x="2051050" y="2476500"/>
          <p14:tracePt t="238894" x="2063750" y="2476500"/>
          <p14:tracePt t="238927" x="2101850" y="2482850"/>
          <p14:tracePt t="238958" x="2216150" y="2482850"/>
          <p14:tracePt t="238979" x="2393950" y="2482850"/>
          <p14:tracePt t="239012" x="2946400" y="2482850"/>
          <p14:tracePt t="239043" x="3429000" y="2457450"/>
          <p14:tracePt t="239091" x="4089400" y="2387600"/>
          <p14:tracePt t="239113" x="4305300" y="2355850"/>
          <p14:tracePt t="239142" x="4489450" y="2336800"/>
          <p14:tracePt t="239190" x="4787900" y="2305050"/>
          <p14:tracePt t="239212" x="4832350" y="2292350"/>
          <p14:tracePt t="239242" x="4870450" y="2286000"/>
          <p14:tracePt t="239273" x="4883150" y="2292350"/>
          <p14:tracePt t="239306" x="4883150" y="2305050"/>
          <p14:tracePt t="239328" x="4870450" y="2317750"/>
          <p14:tracePt t="239359" x="4851400" y="2324100"/>
          <p14:tracePt t="239406" x="4813300" y="2330450"/>
          <p14:tracePt t="239428" x="4787900" y="2349500"/>
          <p14:tracePt t="239458" x="4743450" y="2393950"/>
          <p14:tracePt t="239489" x="4673600" y="2451100"/>
          <p14:tracePt t="239523" x="4622800" y="2508250"/>
          <p14:tracePt t="239544" x="4603750" y="2552700"/>
          <p14:tracePt t="239589" x="4641850" y="2565400"/>
          <p14:tracePt t="239622" x="4718050" y="2514600"/>
          <p14:tracePt t="239644" x="4756150" y="2482850"/>
          <p14:tracePt t="239674" x="4781550" y="2432050"/>
          <p14:tracePt t="239705" x="4794250" y="2387600"/>
          <p14:tracePt t="239724" x="4794250" y="2368550"/>
          <p14:tracePt t="239756" x="4787900" y="2355850"/>
          <p14:tracePt t="239805" x="4762500" y="2330450"/>
          <p14:tracePt t="239838" x="4743450" y="2324100"/>
          <p14:tracePt t="239859" x="4737100" y="2324100"/>
          <p14:tracePt t="239904" x="4730750" y="2324100"/>
          <p14:tracePt t="239954" x="4711700" y="2324100"/>
          <p14:tracePt t="239988" x="4705350" y="2324100"/>
          <p14:tracePt t="240021" x="4699000" y="2330450"/>
          <p14:tracePt t="240054" x="4699000" y="2343150"/>
          <p14:tracePt t="240087" x="4692650" y="2349500"/>
          <p14:tracePt t="240120" x="4692650" y="2355850"/>
          <p14:tracePt t="240187" x="4692650" y="2362200"/>
          <p14:tracePt t="240220" x="4692650" y="2368550"/>
          <p14:tracePt t="240253" x="4699000" y="2381250"/>
          <p14:tracePt t="240287" x="4699000" y="2393950"/>
          <p14:tracePt t="240586" x="4902200" y="2482850"/>
          <p14:tracePt t="240619" x="5219700" y="2609850"/>
          <p14:tracePt t="240637" x="5441950" y="2686050"/>
          <p14:tracePt t="240669" x="5765800" y="2755900"/>
          <p14:tracePt t="240702" x="6159500" y="2806700"/>
          <p14:tracePt t="240735" x="6616700" y="2863850"/>
          <p14:tracePt t="240768" x="7086600" y="2895600"/>
          <p14:tracePt t="240803" x="7308850" y="2901950"/>
          <p14:tracePt t="240835" x="7416800" y="2876550"/>
          <p14:tracePt t="240868" x="7473950" y="2844800"/>
          <p14:tracePt t="240901" x="7493000" y="2813050"/>
          <p14:tracePt t="240934" x="7531100" y="2774950"/>
          <p14:tracePt t="240967" x="7613650" y="2730500"/>
          <p14:tracePt t="241001" x="7708900" y="2673350"/>
          <p14:tracePt t="241034" x="7772400" y="2628900"/>
          <p14:tracePt t="241067" x="7823200" y="2597150"/>
          <p14:tracePt t="241100" x="7867650" y="2565400"/>
          <p14:tracePt t="241134" x="7886700" y="2552700"/>
          <p14:tracePt t="241167" x="7912100" y="2546350"/>
          <p14:tracePt t="241200" x="7918450" y="2540000"/>
          <p14:tracePt t="241234" x="7937500" y="2540000"/>
          <p14:tracePt t="241266" x="7943850" y="2533650"/>
          <p14:tracePt t="241286" x="7950200" y="2533650"/>
          <p14:tracePt t="241316" x="7956550" y="2533650"/>
          <p14:tracePt t="241366" x="7975600" y="2533650"/>
          <p14:tracePt t="241400" x="8001000" y="2527300"/>
          <p14:tracePt t="241432" x="8013700" y="2520950"/>
          <p14:tracePt t="241466" x="8051800" y="2501900"/>
          <p14:tracePt t="241484" x="8064500" y="2501900"/>
          <p14:tracePt t="241549" x="8064500" y="2495550"/>
          <p14:tracePt t="244290" x="7727950" y="2482850"/>
          <p14:tracePt t="244308" x="7556500" y="2482850"/>
          <p14:tracePt t="244339" x="6692900" y="2489200"/>
          <p14:tracePt t="244372" x="5721350" y="2508250"/>
          <p14:tracePt t="244406" x="4616450" y="2628900"/>
          <p14:tracePt t="244440" x="3956050" y="2654300"/>
          <p14:tracePt t="244472" x="3403600" y="2667000"/>
          <p14:tracePt t="244505" x="2959100" y="2660650"/>
          <p14:tracePt t="244538" x="2781300" y="2654300"/>
          <p14:tracePt t="244572" x="2628900" y="2660650"/>
          <p14:tracePt t="244605" x="2527300" y="2667000"/>
          <p14:tracePt t="244638" x="2330450" y="2686050"/>
          <p14:tracePt t="244671" x="2209800" y="2705100"/>
          <p14:tracePt t="244705" x="2051050" y="2698750"/>
          <p14:tracePt t="244723" x="1981200" y="2698750"/>
          <p14:tracePt t="244755" x="1797050" y="2692400"/>
          <p14:tracePt t="244790" x="1733550" y="2698750"/>
          <p14:tracePt t="244823" x="1676400" y="2698750"/>
          <p14:tracePt t="244854" x="1625600" y="2698750"/>
          <p14:tracePt t="245305" x="1663700" y="2692400"/>
          <p14:tracePt t="245338" x="1701800" y="2692400"/>
          <p14:tracePt t="245369" x="1708150" y="2692400"/>
          <p14:tracePt t="245405" x="1714500" y="2692400"/>
          <p14:tracePt t="245452" x="1720850" y="2686050"/>
          <p14:tracePt t="245502" x="1727200" y="2686050"/>
          <p14:tracePt t="245568" x="1733550" y="2679700"/>
          <p14:tracePt t="245635" x="1739900" y="2679700"/>
          <p14:tracePt t="245668" x="1752600" y="2679700"/>
          <p14:tracePt t="245704" x="1765300" y="2679700"/>
          <p14:tracePt t="245736" x="1778000" y="2692400"/>
          <p14:tracePt t="245801" x="1784350" y="2692400"/>
          <p14:tracePt t="245836" x="1797050" y="2705100"/>
          <p14:tracePt t="245867" x="1822450" y="2717800"/>
          <p14:tracePt t="245889" x="1860550" y="2743200"/>
          <p14:tracePt t="245922" x="2006600" y="2838450"/>
          <p14:tracePt t="245952" x="2190750" y="2946400"/>
          <p14:tracePt t="246000" x="2603500" y="3098800"/>
          <p14:tracePt t="246021" x="2806700" y="3117850"/>
          <p14:tracePt t="246054" x="3048000" y="3117850"/>
          <p14:tracePt t="246085" x="3295650" y="3092450"/>
          <p14:tracePt t="246116" x="3562350" y="3054350"/>
          <p14:tracePt t="246138" x="3765550" y="3003550"/>
          <p14:tracePt t="246168" x="3879850" y="2997200"/>
          <p14:tracePt t="246216" x="4241800" y="2959100"/>
          <p14:tracePt t="246237" x="4349750" y="2952750"/>
          <p14:tracePt t="246268" x="4470400" y="2952750"/>
          <p14:tracePt t="246316" x="4692650" y="2952750"/>
          <p14:tracePt t="246365" x="4902200" y="2952750"/>
          <p14:tracePt t="246384" x="4959350" y="2952750"/>
          <p14:tracePt t="246415" x="5003800" y="2952750"/>
          <p14:tracePt t="246437" x="5010150" y="2959100"/>
          <p14:tracePt t="246470" x="5016500" y="2959100"/>
          <p14:tracePt t="246515" x="5003800" y="2965450"/>
          <p14:tracePt t="246548" x="4997450" y="2965450"/>
          <p14:tracePt t="246570" x="4991100" y="2965450"/>
          <p14:tracePt t="246600" x="4984750" y="2971800"/>
          <p14:tracePt t="247495" x="5200650" y="3009900"/>
          <p14:tracePt t="247528" x="5715000" y="3105150"/>
          <p14:tracePt t="247561" x="6127750" y="3181350"/>
          <p14:tracePt t="247595" x="6642100" y="3238500"/>
          <p14:tracePt t="247613" x="6743700" y="3257550"/>
          <p14:tracePt t="247645" x="7010400" y="3276600"/>
          <p14:tracePt t="247678" x="7086600" y="3276600"/>
          <p14:tracePt t="247711" x="7112000" y="3276600"/>
          <p14:tracePt t="247744" x="7112000" y="3270250"/>
          <p14:tracePt t="247794" x="7092950" y="3263900"/>
          <p14:tracePt t="247827" x="7080250" y="3257550"/>
          <p14:tracePt t="247846" x="7073900" y="3257550"/>
          <p14:tracePt t="247879" x="7048500" y="3232150"/>
          <p14:tracePt t="247910" x="7016750" y="3206750"/>
          <p14:tracePt t="247943" x="6965950" y="3187700"/>
          <p14:tracePt t="247977" x="6718300" y="3092450"/>
          <p14:tracePt t="248010" x="6369050" y="3022600"/>
          <p14:tracePt t="248043" x="6019800" y="2946400"/>
          <p14:tracePt t="248077" x="5543550" y="2927350"/>
          <p14:tracePt t="248110" x="5232400" y="2940050"/>
          <p14:tracePt t="248143" x="4851400" y="2984500"/>
          <p14:tracePt t="248161" x="4768850" y="3003550"/>
          <p14:tracePt t="248193" x="4546600" y="3041650"/>
          <p14:tracePt t="248226" x="4337050" y="3105150"/>
          <p14:tracePt t="248259" x="4140200" y="3168650"/>
          <p14:tracePt t="248292" x="4032250" y="3187700"/>
          <p14:tracePt t="248326" x="3905250" y="3194050"/>
          <p14:tracePt t="248345" x="3873500" y="3200400"/>
          <p14:tracePt t="248377" x="3778250" y="3206750"/>
          <p14:tracePt t="248409" x="3695700" y="3213100"/>
          <p14:tracePt t="248442" x="3613150" y="3206750"/>
          <p14:tracePt t="248475" x="3486150" y="3194050"/>
          <p14:tracePt t="248508" x="3194050" y="3194050"/>
          <p14:tracePt t="248541" x="2965450" y="3206750"/>
          <p14:tracePt t="248575" x="2768600" y="3206750"/>
          <p14:tracePt t="248593" x="2679700" y="3206750"/>
          <p14:tracePt t="248624" x="2616200" y="3200400"/>
          <p14:tracePt t="248658" x="2584450" y="3194050"/>
          <p14:tracePt t="248694" x="2565400" y="3181350"/>
          <p14:tracePt t="248726" x="2546350" y="3168650"/>
          <p14:tracePt t="248758" x="2520950" y="3162300"/>
          <p14:tracePt t="248793" x="2463800" y="3143250"/>
          <p14:tracePt t="248825" x="2438400" y="3124200"/>
          <p14:tracePt t="248857" x="2425700" y="3111500"/>
          <p14:tracePt t="248893" x="2438400" y="3105150"/>
          <p14:tracePt t="248925" x="2476500" y="3086100"/>
          <p14:tracePt t="248957" x="2641600" y="3035300"/>
          <p14:tracePt t="248975" x="2724150" y="3016250"/>
          <p14:tracePt t="249007" x="3206750" y="2914650"/>
          <p14:tracePt t="249039" x="3568700" y="2882900"/>
          <p14:tracePt t="249073" x="4203700" y="2787650"/>
          <p14:tracePt t="249091" x="4432300" y="2762250"/>
          <p14:tracePt t="249122" x="4616450" y="2755900"/>
          <p14:tracePt t="249156" x="4686300" y="2762250"/>
          <p14:tracePt t="249192" x="4705350" y="2774950"/>
          <p14:tracePt t="249225" x="4711700" y="2787650"/>
          <p14:tracePt t="249256" x="4718050" y="2794000"/>
          <p14:tracePt t="249277" x="4718050" y="2806700"/>
          <p14:tracePt t="249307" x="4718050" y="2813050"/>
          <p14:tracePt t="249373" x="4711700" y="2813050"/>
          <p14:tracePt t="249410" x="4711700" y="2825750"/>
          <p14:tracePt t="249440" x="4711700" y="2832100"/>
          <p14:tracePt t="250285" x="5327650" y="2863850"/>
          <p14:tracePt t="250318" x="5803900" y="2870200"/>
          <p14:tracePt t="250352" x="6311900" y="2857500"/>
          <p14:tracePt t="250385" x="6578600" y="2851150"/>
          <p14:tracePt t="250403" x="6680200" y="2851150"/>
          <p14:tracePt t="250421" x="6711950" y="2870200"/>
          <p14:tracePt t="250468" x="6667500" y="2882900"/>
          <p14:tracePt t="250501" x="6559550" y="2901950"/>
          <p14:tracePt t="250534" x="5911850" y="2946400"/>
          <p14:tracePt t="250568" x="4927600" y="2965450"/>
          <p14:tracePt t="250601" x="3962400" y="2978150"/>
          <p14:tracePt t="250634" x="2971800" y="3048000"/>
          <p14:tracePt t="250667" x="2552700" y="3060700"/>
          <p14:tracePt t="250701" x="2228850" y="3079750"/>
          <p14:tracePt t="250734" x="2000250" y="3117850"/>
          <p14:tracePt t="250767" x="1790700" y="3117850"/>
          <p14:tracePt t="250800" x="1733550" y="3117850"/>
          <p14:tracePt t="250833" x="1714500" y="3117850"/>
          <p14:tracePt t="250866" x="1708150" y="3117850"/>
          <p14:tracePt t="250900" x="1708150" y="3111500"/>
          <p14:tracePt t="250920" x="1720850" y="3111500"/>
          <p14:tracePt t="250950" x="1739900" y="3105150"/>
          <p14:tracePt t="250983" x="1752600" y="3111500"/>
          <p14:tracePt t="251016" x="1752600" y="3130550"/>
          <p14:tracePt t="251049" x="1752600" y="3149600"/>
          <p14:tracePt t="251082" x="1727200" y="3206750"/>
          <p14:tracePt t="251116" x="1670050" y="3282950"/>
          <p14:tracePt t="251149" x="1612900" y="3321050"/>
          <p14:tracePt t="251182" x="1568450" y="3333750"/>
          <p14:tracePt t="251232" x="1568450" y="3340100"/>
          <p14:tracePt t="251265" x="1562100" y="3346450"/>
          <p14:tracePt t="252827" x="1473200" y="3327400"/>
          <p14:tracePt t="252848" x="1447800" y="3314700"/>
          <p14:tracePt t="252879" x="1409700" y="3295650"/>
          <p14:tracePt t="252926" x="1403350" y="3289300"/>
          <p14:tracePt t="252947" x="1397000" y="3282950"/>
          <p14:tracePt t="252978" x="1390650" y="3282950"/>
          <p14:tracePt t="253042" x="1377950" y="3276600"/>
          <p14:tracePt t="253079" x="1371600" y="3276600"/>
          <p14:tracePt t="253142" x="1365250" y="3276600"/>
          <p14:tracePt t="253163" x="1358900" y="3276600"/>
          <p14:tracePt t="253225" x="1358900" y="3282950"/>
          <p14:tracePt t="260716" x="1593850" y="2978150"/>
          <p14:tracePt t="260752" x="1739900" y="2844800"/>
          <p14:tracePt t="260784" x="1778000" y="2825750"/>
          <p14:tracePt t="260835" x="1758950" y="2832100"/>
          <p14:tracePt t="260867" x="1739900" y="2851150"/>
          <p14:tracePt t="260899" x="1720850" y="2870200"/>
          <p14:tracePt t="260921" x="1708150" y="2876550"/>
          <p14:tracePt t="260953" x="1657350" y="2901950"/>
          <p14:tracePt t="260984" x="1593850" y="2914650"/>
          <p14:tracePt t="261031" x="1498600" y="2940050"/>
          <p14:tracePt t="261053" x="1422400" y="2965450"/>
          <p14:tracePt t="261070" x="1377950" y="2984500"/>
          <p14:tracePt t="261100" x="1244600" y="3073400"/>
          <p14:tracePt t="261131" x="1149350" y="3124200"/>
          <p14:tracePt t="261152" x="1111250" y="3136900"/>
          <p14:tracePt t="261183" x="1085850" y="3136900"/>
          <p14:tracePt t="261231" x="1085850" y="3143250"/>
          <p14:tracePt t="261314" x="1085850" y="3149600"/>
          <p14:tracePt t="261430" x="1079500" y="3162300"/>
          <p14:tracePt t="261795" x="1308100" y="3092450"/>
          <p14:tracePt t="261829" x="2044700" y="2844800"/>
          <p14:tracePt t="261862" x="2755900" y="2686050"/>
          <p14:tracePt t="261895" x="3486150" y="2540000"/>
          <p14:tracePt t="261928" x="4324350" y="2419350"/>
          <p14:tracePt t="261962" x="4857750" y="2355850"/>
          <p14:tracePt t="261995" x="5416550" y="2343150"/>
          <p14:tracePt t="262028" x="5632450" y="2330450"/>
          <p14:tracePt t="262061" x="5962650" y="2336800"/>
          <p14:tracePt t="262080" x="6096000" y="2343150"/>
          <p14:tracePt t="262111" x="6280150" y="2400300"/>
          <p14:tracePt t="262144" x="6534150" y="2482850"/>
          <p14:tracePt t="262178" x="6800850" y="2552700"/>
          <p14:tracePt t="262211" x="6965950" y="2603500"/>
          <p14:tracePt t="262244" x="7073900" y="2622550"/>
          <p14:tracePt t="262277" x="7188200" y="2616200"/>
          <p14:tracePt t="262311" x="7245350" y="2597150"/>
          <p14:tracePt t="262329" x="7270750" y="2584450"/>
          <p14:tracePt t="262360" x="7308850" y="2565400"/>
          <p14:tracePt t="262393" x="7340600" y="2546350"/>
          <p14:tracePt t="262427" x="7372350" y="2540000"/>
          <p14:tracePt t="262460" x="7397750" y="2527300"/>
          <p14:tracePt t="262493" x="7429500" y="2520950"/>
          <p14:tracePt t="262526" x="7448550" y="2514600"/>
          <p14:tracePt t="262559" x="7480300" y="2514600"/>
          <p14:tracePt t="262579" x="7499350" y="2508250"/>
          <p14:tracePt t="262611" x="7543800" y="2508250"/>
          <p14:tracePt t="262643" x="7600950" y="2501900"/>
          <p14:tracePt t="262676" x="7702550" y="2501900"/>
          <p14:tracePt t="262709" x="7753350" y="2501900"/>
          <p14:tracePt t="262742" x="7829550" y="2501900"/>
          <p14:tracePt t="262775" x="7867650" y="2501900"/>
          <p14:tracePt t="262809" x="7905750" y="2501900"/>
          <p14:tracePt t="262827" x="7912100" y="2501900"/>
          <p14:tracePt t="262859" x="7937500" y="2495550"/>
          <p14:tracePt t="262891" x="7950200" y="2489200"/>
          <p14:tracePt t="262942" x="7956550" y="2489200"/>
          <p14:tracePt t="263025" x="7962900" y="2489200"/>
          <p14:tracePt t="263075" x="7950200" y="2482850"/>
          <p14:tracePt t="263110" x="7943850" y="2482850"/>
          <p14:tracePt t="263143" x="7937500" y="2482850"/>
          <p14:tracePt t="263175" x="7924800" y="2482850"/>
          <p14:tracePt t="263210" x="7886700" y="2476500"/>
          <p14:tracePt t="263242" x="7797800" y="2457450"/>
          <p14:tracePt t="263274" x="7677150" y="2438400"/>
          <p14:tracePt t="263310" x="7531100" y="2393950"/>
          <p14:tracePt t="263342" x="7480300" y="2387600"/>
          <p14:tracePt t="263373" x="7442200" y="2374900"/>
          <p14:tracePt t="263423" x="7429500" y="2374900"/>
          <p14:tracePt t="263456" x="7397750" y="2387600"/>
          <p14:tracePt t="263491" x="7321550" y="2419350"/>
          <p14:tracePt t="263525" x="7289800" y="2432050"/>
          <p14:tracePt t="265981" x="6908800" y="2432050"/>
          <p14:tracePt t="266014" x="6407150" y="2495550"/>
          <p14:tracePt t="266047" x="5702300" y="2635250"/>
          <p14:tracePt t="266081" x="4641850" y="2863850"/>
          <p14:tracePt t="266100" x="4000500" y="3028950"/>
          <p14:tracePt t="266134" x="3181350" y="3219450"/>
          <p14:tracePt t="266165" x="2578100" y="3302000"/>
          <p14:tracePt t="266197" x="2070100" y="3289300"/>
          <p14:tracePt t="266230" x="1905000" y="3289300"/>
          <p14:tracePt t="266264" x="1778000" y="3282950"/>
          <p14:tracePt t="266297" x="1765300" y="3276600"/>
          <p14:tracePt t="266496" x="1771650" y="3276600"/>
          <p14:tracePt t="266529" x="1778000" y="3263900"/>
          <p14:tracePt t="266563" x="1784350" y="3251200"/>
          <p14:tracePt t="278172" x="2152650" y="3111500"/>
          <p14:tracePt t="278208" x="3016250" y="2717800"/>
          <p14:tracePt t="278240" x="4089400" y="2241550"/>
          <p14:tracePt t="278259" x="4552950" y="2057400"/>
          <p14:tracePt t="278289" x="5181600" y="1854200"/>
          <p14:tracePt t="278324" x="5657850" y="1739900"/>
          <p14:tracePt t="278357" x="5905500" y="1701800"/>
          <p14:tracePt t="278388" x="6013450" y="1689100"/>
          <p14:tracePt t="278424" x="6121400" y="1689100"/>
          <p14:tracePt t="278457" x="6394450" y="1676400"/>
          <p14:tracePt t="278488" x="6718300" y="1720850"/>
          <p14:tracePt t="278524" x="7092950" y="1841500"/>
          <p14:tracePt t="278557" x="7435850" y="2025650"/>
          <p14:tracePt t="278588" x="7708900" y="2178050"/>
          <p14:tracePt t="278606" x="7747000" y="2197100"/>
          <p14:tracePt t="278625" x="7810500" y="2241550"/>
          <p14:tracePt t="278656" x="7842250" y="2273300"/>
          <p14:tracePt t="278687" x="7893050" y="2317750"/>
          <p14:tracePt t="278737" x="7931150" y="2336800"/>
          <p14:tracePt t="278758" x="7937500" y="2336800"/>
          <p14:tracePt t="278789" x="7956550" y="2336800"/>
          <p14:tracePt t="278837" x="7975600" y="2336800"/>
          <p14:tracePt t="278936" x="7962900" y="2336800"/>
          <p14:tracePt t="278958" x="7943850" y="2336800"/>
          <p14:tracePt t="278988" x="7931150" y="2336800"/>
          <p14:tracePt t="295481" x="7708900" y="2374900"/>
          <p14:tracePt t="295512" x="7505700" y="2406650"/>
          <p14:tracePt t="295546" x="7321550" y="2400300"/>
          <p14:tracePt t="295564" x="7194550" y="2400300"/>
          <p14:tracePt t="295595" x="6934200" y="2419350"/>
          <p14:tracePt t="295629" x="6680200" y="2444750"/>
          <p14:tracePt t="295662" x="6330950" y="2495550"/>
          <p14:tracePt t="295695" x="6045200" y="2559050"/>
          <p14:tracePt t="295729" x="5581650" y="2641600"/>
          <p14:tracePt t="295747" x="5467350" y="2660650"/>
          <p14:tracePt t="295778" x="5080000" y="2724150"/>
          <p14:tracePt t="295811" x="4870450" y="2787650"/>
          <p14:tracePt t="295844" x="4508500" y="2895600"/>
          <p14:tracePt t="295878" x="4279900" y="2959100"/>
          <p14:tracePt t="295911" x="4114800" y="3009900"/>
          <p14:tracePt t="295944" x="3987800" y="3092450"/>
          <p14:tracePt t="295978" x="3924300" y="3143250"/>
          <p14:tracePt t="306707" x="3930650" y="3054350"/>
          <p14:tracePt t="306741" x="3962400" y="2806700"/>
          <p14:tracePt t="306773" x="3956050" y="2571750"/>
          <p14:tracePt t="306807" x="3854450" y="2254250"/>
          <p14:tracePt t="306840" x="3683000" y="1936750"/>
          <p14:tracePt t="306873" x="3429000" y="1657350"/>
          <p14:tracePt t="306906" x="3111500" y="1377950"/>
          <p14:tracePt t="306940" x="2914650" y="1244600"/>
          <p14:tracePt t="306958" x="2800350" y="1187450"/>
          <p14:tracePt t="306989" x="2711450" y="1149350"/>
          <p14:tracePt t="307022" x="2679700" y="1130300"/>
          <p14:tracePt t="307056" x="2667000" y="1111250"/>
          <p14:tracePt t="307106" x="2667000" y="1104900"/>
          <p14:tracePt t="307156" x="2673350" y="1092200"/>
          <p14:tracePt t="307189" x="2679700" y="1085850"/>
          <p14:tracePt t="307222" x="2686050" y="1085850"/>
          <p14:tracePt t="307255" x="2698750" y="1085850"/>
          <p14:tracePt t="307288" x="2711450" y="1092200"/>
          <p14:tracePt t="307321" x="2743200" y="1111250"/>
          <p14:tracePt t="307355" x="2768600" y="1117600"/>
          <p14:tracePt t="307388" x="2825750" y="1143000"/>
          <p14:tracePt t="307421" x="2990850" y="1200150"/>
          <p14:tracePt t="307454" x="3136900" y="1250950"/>
          <p14:tracePt t="307488" x="3276600" y="1282700"/>
          <p14:tracePt t="307506" x="3289300" y="1289050"/>
          <p14:tracePt t="307540" x="3327400" y="1295400"/>
          <p14:tracePt t="308252" x="3448050" y="1320800"/>
          <p14:tracePt t="308273" x="3517900" y="1327150"/>
          <p14:tracePt t="308306" x="3625850" y="1333500"/>
          <p14:tracePt t="308336" x="3708400" y="1333500"/>
          <p14:tracePt t="308368" x="3752850" y="1333500"/>
          <p14:tracePt t="308390" x="3765550" y="1327150"/>
          <p14:tracePt t="308420" x="3771900" y="1327150"/>
          <p14:tracePt t="308501" x="3765550" y="1327150"/>
          <p14:tracePt t="308534" x="3752850" y="1339850"/>
          <p14:tracePt t="309381" x="3784600" y="1339850"/>
          <p14:tracePt t="309414" x="3822700" y="1339850"/>
          <p14:tracePt t="309448" x="3873500" y="1358900"/>
          <p14:tracePt t="309481" x="3892550" y="1358900"/>
          <p14:tracePt t="309514" x="3917950" y="1365250"/>
          <p14:tracePt t="309547" x="3924300" y="1365250"/>
          <p14:tracePt t="309613" x="3930650" y="1371600"/>
          <p14:tracePt t="309713" x="3924300" y="1371600"/>
          <p14:tracePt t="309747" x="3911600" y="1377950"/>
          <p14:tracePt t="310361" x="3994150" y="1377950"/>
          <p14:tracePt t="310395" x="4070350" y="1377950"/>
          <p14:tracePt t="310427" x="4146550" y="1365250"/>
          <p14:tracePt t="310461" x="4203700" y="1358900"/>
          <p14:tracePt t="310494" x="4210050" y="1352550"/>
          <p14:tracePt t="310527" x="4216400" y="1352550"/>
          <p14:tracePt t="310560" x="4216400" y="1346200"/>
          <p14:tracePt t="310760" x="4197350" y="1352550"/>
          <p14:tracePt t="310809" x="4184650" y="1358900"/>
          <p14:tracePt t="310859" x="4171950" y="1365250"/>
          <p14:tracePt t="310926" x="4159250" y="1371600"/>
          <p14:tracePt t="310961" x="4152900" y="1371600"/>
          <p14:tracePt t="311324" x="4108450" y="1447800"/>
          <p14:tracePt t="311360" x="4057650" y="1600200"/>
          <p14:tracePt t="311393" x="3892550" y="1917700"/>
          <p14:tracePt t="311424" x="3740150" y="2184400"/>
          <p14:tracePt t="311473" x="3594100" y="2451100"/>
          <p14:tracePt t="311492" x="3543300" y="2540000"/>
          <p14:tracePt t="311524" x="3536950" y="2584450"/>
          <p14:tracePt t="311557" x="3536950" y="2628900"/>
          <p14:tracePt t="311578" x="3543300" y="2654300"/>
          <p14:tracePt t="311609" x="3556000" y="2686050"/>
          <p14:tracePt t="311657" x="3562350" y="2698750"/>
          <p14:tracePt t="311676" x="3568700" y="2698750"/>
          <p14:tracePt t="311727" x="3581400" y="2711450"/>
          <p14:tracePt t="311758" x="3594100" y="2717800"/>
          <p14:tracePt t="311806" x="3613150" y="2724150"/>
          <p14:tracePt t="311872" x="3632200" y="2730500"/>
          <p14:tracePt t="311894" x="3644900" y="2730500"/>
          <p14:tracePt t="311924" x="3657600" y="2730500"/>
          <p14:tracePt t="311956" x="3702050" y="2730500"/>
          <p14:tracePt t="311989" x="3746500" y="2736850"/>
          <p14:tracePt t="312010" x="3778250" y="2736850"/>
          <p14:tracePt t="312055" x="3810000" y="2743200"/>
          <p14:tracePt t="312105" x="3816350" y="2749550"/>
          <p14:tracePt t="312171" x="3816350" y="2762250"/>
          <p14:tracePt t="312205" x="3816350" y="2768600"/>
          <p14:tracePt t="312226" x="3816350" y="2774950"/>
          <p14:tracePt t="312256" x="3816350" y="2781300"/>
          <p14:tracePt t="312288" x="3829050" y="2794000"/>
          <p14:tracePt t="312337" x="3841750" y="2800350"/>
          <p14:tracePt t="312371" x="3860800" y="2806700"/>
          <p14:tracePt t="312404" x="3917950" y="2819400"/>
          <p14:tracePt t="312422" x="3949700" y="2819400"/>
          <p14:tracePt t="312439" x="4006850" y="2832100"/>
          <p14:tracePt t="312456" x="4044950" y="2832100"/>
          <p14:tracePt t="312487" x="4140200" y="2838450"/>
          <p14:tracePt t="312520" x="4286250" y="2844800"/>
          <p14:tracePt t="312553" x="4381500" y="2844800"/>
          <p14:tracePt t="312587" x="4502150" y="2863850"/>
          <p14:tracePt t="312605" x="4521200" y="2863850"/>
          <p14:tracePt t="312636" x="4565650" y="2870200"/>
          <p14:tracePt t="312704" x="4565650" y="2876550"/>
          <p14:tracePt t="312736" x="4565650" y="2882900"/>
          <p14:tracePt t="312770" x="4540250" y="2889250"/>
          <p14:tracePt t="312802" x="4533900" y="2895600"/>
          <p14:tracePt t="312836" x="4521200" y="2895600"/>
          <p14:tracePt t="312869" x="4489450" y="2908300"/>
          <p14:tracePt t="312902" x="4425950" y="2940050"/>
          <p14:tracePt t="312935" x="4311650" y="3003550"/>
          <p14:tracePt t="312969" x="4146550" y="3079750"/>
          <p14:tracePt t="313002" x="4095750" y="3098800"/>
          <p14:tracePt t="313035" x="4083050" y="3098800"/>
          <p14:tracePt t="313085" x="4108450" y="3098800"/>
          <p14:tracePt t="313118" x="4140200" y="3098800"/>
          <p14:tracePt t="313151" x="4248150" y="3098800"/>
          <p14:tracePt t="313171" x="4356100" y="3092450"/>
          <p14:tracePt t="313201" x="4616450" y="3073400"/>
          <p14:tracePt t="313234" x="4883150" y="3048000"/>
          <p14:tracePt t="313268" x="5130800" y="3028950"/>
          <p14:tracePt t="313301" x="5295900" y="3022600"/>
          <p14:tracePt t="313334" x="5365750" y="3016250"/>
          <p14:tracePt t="313500" x="5346700" y="3016250"/>
          <p14:tracePt t="313553" x="5340350" y="3016250"/>
          <p14:tracePt t="313600" x="5327650" y="3016250"/>
          <p14:tracePt t="313633" x="5321300" y="3016250"/>
          <p14:tracePt t="313667" x="5302250" y="3016250"/>
          <p14:tracePt t="313716" x="5257800" y="3016250"/>
          <p14:tracePt t="313752" x="5099050" y="3016250"/>
          <p14:tracePt t="313784" x="4679950" y="2990850"/>
          <p14:tracePt t="313816" x="4305300" y="2984500"/>
          <p14:tracePt t="313852" x="3892550" y="2940050"/>
          <p14:tracePt t="313884" x="3708400" y="2914650"/>
          <p14:tracePt t="313916" x="3619500" y="2914650"/>
          <p14:tracePt t="313937" x="3581400" y="2914650"/>
          <p14:tracePt t="313967" x="3543300" y="2914650"/>
          <p14:tracePt t="313999" x="3492500" y="2914650"/>
          <p14:tracePt t="314032" x="3422650" y="2914650"/>
          <p14:tracePt t="314068" x="3314700" y="2914650"/>
          <p14:tracePt t="314100" x="3238500" y="2914650"/>
          <p14:tracePt t="314131" x="3175000" y="2914650"/>
          <p14:tracePt t="314153" x="3143250" y="2914650"/>
          <p14:tracePt t="314170" x="3130550" y="2914650"/>
          <p14:tracePt t="314200" x="3111500" y="2921000"/>
          <p14:tracePt t="314264" x="3098800" y="2927350"/>
          <p14:tracePt t="314314" x="3092450" y="2927350"/>
          <p14:tracePt t="314380" x="3086100" y="2927350"/>
          <p14:tracePt t="314500" x="3098800" y="2921000"/>
          <p14:tracePt t="314532" x="3130550" y="2914650"/>
          <p14:tracePt t="314580" x="3390900" y="2895600"/>
          <p14:tracePt t="314601" x="3568700" y="2889250"/>
          <p14:tracePt t="314631" x="3835400" y="2876550"/>
          <p14:tracePt t="314663" x="4070350" y="2889250"/>
          <p14:tracePt t="314684" x="4184650" y="2895600"/>
          <p14:tracePt t="314718" x="4337050" y="2908300"/>
          <p14:tracePt t="314762" x="4400550" y="2908300"/>
          <p14:tracePt t="314796" x="4438650" y="2921000"/>
          <p14:tracePt t="314831" x="4457700" y="2927350"/>
          <p14:tracePt t="314864" x="4502150" y="2927350"/>
          <p14:tracePt t="314895" x="4533900" y="2933700"/>
          <p14:tracePt t="314917" x="4572000" y="2940050"/>
          <p14:tracePt t="314962" x="4749800" y="2959100"/>
          <p14:tracePt t="314995" x="4876800" y="2984500"/>
          <p14:tracePt t="315016" x="4933950" y="3003550"/>
          <p14:tracePt t="315062" x="5105400" y="3028950"/>
          <p14:tracePt t="315095" x="5175250" y="3054350"/>
          <p14:tracePt t="315128" x="5226050" y="3060700"/>
          <p14:tracePt t="315161" x="5321300" y="3067050"/>
          <p14:tracePt t="315194" x="5403850" y="3079750"/>
          <p14:tracePt t="315227" x="5511800" y="3098800"/>
          <p14:tracePt t="315261" x="5708650" y="3111500"/>
          <p14:tracePt t="315294" x="5829300" y="3111500"/>
          <p14:tracePt t="315327" x="5867400" y="3111500"/>
          <p14:tracePt t="315377" x="5816600" y="3111500"/>
          <p14:tracePt t="315410" x="5721350" y="3130550"/>
          <p14:tracePt t="315443" x="5397500" y="3168650"/>
          <p14:tracePt t="315477" x="4413250" y="3270250"/>
          <p14:tracePt t="315510" x="3517900" y="3397250"/>
          <p14:tracePt t="315543" x="2844800" y="3454400"/>
          <p14:tracePt t="315576" x="2438400" y="3429000"/>
          <p14:tracePt t="315610" x="2279650" y="3429000"/>
          <p14:tracePt t="315643" x="2152650" y="3435350"/>
          <p14:tracePt t="315676" x="2063750" y="3435350"/>
          <p14:tracePt t="315696" x="1968500" y="3422650"/>
          <p14:tracePt t="315727" x="1905000" y="3416300"/>
          <p14:tracePt t="315759" x="1784350" y="3384550"/>
          <p14:tracePt t="315792" x="1714500" y="3371850"/>
          <p14:tracePt t="315825" x="1682750" y="3352800"/>
          <p14:tracePt t="315859" x="1663700" y="3340100"/>
          <p14:tracePt t="315892" x="1651000" y="3340100"/>
          <p14:tracePt t="315925" x="1631950" y="3321050"/>
          <p14:tracePt t="315958" x="1619250" y="3314700"/>
          <p14:tracePt t="315991" x="1612900" y="3308350"/>
          <p14:tracePt t="316025" x="1600200" y="3308350"/>
          <p14:tracePt t="316074" x="1593850" y="3308350"/>
          <p14:tracePt t="316124" x="1587500" y="3308350"/>
          <p14:tracePt t="316158" x="1581150" y="3308350"/>
          <p14:tracePt t="316191" x="1574800" y="3308350"/>
          <p14:tracePt t="316324" x="1581150" y="3308350"/>
          <p14:tracePt t="316357" x="1587500" y="3308350"/>
          <p14:tracePt t="316407" x="1593850" y="3308350"/>
          <p14:tracePt t="316440" x="1606550" y="3308350"/>
          <p14:tracePt t="316473" x="1625600" y="3308350"/>
          <p14:tracePt t="316506" x="1657350" y="3308350"/>
          <p14:tracePt t="316540" x="1962150" y="3314700"/>
          <p14:tracePt t="316573" x="2406650" y="3327400"/>
          <p14:tracePt t="316607" x="3143250" y="3321050"/>
          <p14:tracePt t="316639" x="3409950" y="3314700"/>
          <p14:tracePt t="316675" x="3702050" y="3263900"/>
          <p14:tracePt t="316691" x="3740150" y="3251200"/>
          <p14:tracePt t="316708" x="3765550" y="3244850"/>
          <p14:tracePt t="316739" x="3771900" y="3232150"/>
          <p14:tracePt t="316775" x="3784600" y="3219450"/>
          <p14:tracePt t="316822" x="3790950" y="3213100"/>
          <p14:tracePt t="316891" x="3778250" y="3213100"/>
          <p14:tracePt t="316923" x="3778250" y="3219450"/>
          <p14:tracePt t="323981" x="4013200" y="3181350"/>
          <p14:tracePt t="324014" x="4540250" y="3073400"/>
          <p14:tracePt t="324047" x="4889500" y="3028950"/>
          <p14:tracePt t="324081" x="5213350" y="3009900"/>
          <p14:tracePt t="324114" x="5499100" y="3009900"/>
          <p14:tracePt t="324147" x="5810250" y="3009900"/>
          <p14:tracePt t="324180" x="5969000" y="2997200"/>
          <p14:tracePt t="324213" x="6134100" y="2971800"/>
          <p14:tracePt t="324246" x="6337300" y="2895600"/>
          <p14:tracePt t="324280" x="6477000" y="2870200"/>
          <p14:tracePt t="324313" x="6604000" y="2832100"/>
          <p14:tracePt t="324332" x="6769100" y="2800350"/>
          <p14:tracePt t="324364" x="7016750" y="2787650"/>
          <p14:tracePt t="324396" x="7175500" y="2762250"/>
          <p14:tracePt t="324429" x="7353300" y="2717800"/>
          <p14:tracePt t="324451" x="7423150" y="2686050"/>
          <p14:tracePt t="324481" x="7486650" y="2660650"/>
          <p14:tracePt t="324513" x="7512050" y="2635250"/>
          <p14:tracePt t="324545" x="7537450" y="2616200"/>
          <p14:tracePt t="324582" x="7588250" y="2590800"/>
          <p14:tracePt t="324614" x="7620000" y="2571750"/>
          <p14:tracePt t="324645" x="7645400" y="2552700"/>
          <p14:tracePt t="324681" x="7664450" y="2527300"/>
          <p14:tracePt t="324713" x="7670800" y="2514600"/>
          <p14:tracePt t="324745" x="7683500" y="2501900"/>
          <p14:tracePt t="324766" x="7683500" y="2489200"/>
          <p14:tracePt t="324828" x="7670800" y="2482850"/>
          <p14:tracePt t="324880" x="7645400" y="2470150"/>
          <p14:tracePt t="324913" x="7524750" y="2381250"/>
          <p14:tracePt t="324944" x="7207250" y="2159000"/>
          <p14:tracePt t="324965" x="6832600" y="1866900"/>
          <p14:tracePt t="324998" x="6134100" y="1295400"/>
          <p14:tracePt t="325029" x="5835650" y="1047750"/>
          <p14:tracePt t="325078" x="5676900" y="908050"/>
          <p14:tracePt t="325110" x="5670550" y="895350"/>
          <p14:tracePt t="325160" x="5689600" y="895350"/>
          <p14:tracePt t="325213" x="5702300" y="908050"/>
          <p14:tracePt t="325260" x="5721350" y="914400"/>
          <p14:tracePt t="325293" x="5727700" y="927100"/>
          <p14:tracePt t="325326" x="5740400" y="946150"/>
          <p14:tracePt t="325345" x="5746750" y="952500"/>
          <p14:tracePt t="325392" x="6184900" y="1276350"/>
          <p14:tracePt t="325414" x="6508750" y="1536700"/>
          <p14:tracePt t="325447" x="6927850" y="1879600"/>
          <p14:tracePt t="325477" x="7150100" y="2057400"/>
          <p14:tracePt t="325509" x="7264400" y="2165350"/>
          <p14:tracePt t="325530" x="7327900" y="2235200"/>
          <p14:tracePt t="325575" x="7416800" y="2330450"/>
          <p14:tracePt t="325608" x="7480300" y="2419350"/>
          <p14:tracePt t="325630" x="7524750" y="2463800"/>
          <p14:tracePt t="325660" x="7588250" y="2514600"/>
          <p14:tracePt t="325692" x="7696200" y="2578100"/>
          <p14:tracePt t="325710" x="7721600" y="2584450"/>
          <p14:tracePt t="325741" x="7867650" y="2635250"/>
          <p14:tracePt t="325774" x="7924800" y="2641600"/>
          <p14:tracePt t="325808" x="8026400" y="2628900"/>
          <p14:tracePt t="325841" x="8089900" y="2603500"/>
          <p14:tracePt t="325860" x="8128000" y="2584450"/>
          <p14:tracePt t="325891" x="8185150" y="2552700"/>
          <p14:tracePt t="325924" x="8229600" y="2520950"/>
          <p14:tracePt t="325957" x="8242300" y="2508250"/>
          <p14:tracePt t="325990" x="8248650" y="2508250"/>
          <p14:tracePt t="326040" x="8248650" y="2501900"/>
          <p14:tracePt t="326090" x="8229600" y="2501900"/>
          <p14:tracePt t="326123" x="8223250" y="2508250"/>
          <p14:tracePt t="326455" x="7931150" y="2527300"/>
          <p14:tracePt t="326489" x="7150100" y="2647950"/>
          <p14:tracePt t="326522" x="6553200" y="2755900"/>
          <p14:tracePt t="326555" x="5822950" y="2857500"/>
          <p14:tracePt t="326588" x="5568950" y="2889250"/>
          <p14:tracePt t="326621" x="5257800" y="2908300"/>
          <p14:tracePt t="326655" x="5067300" y="2908300"/>
          <p14:tracePt t="326689" x="4857750" y="2914650"/>
          <p14:tracePt t="326721" x="4749800" y="2914650"/>
          <p14:tracePt t="326755" x="4679950" y="2921000"/>
          <p14:tracePt t="326789" x="4635500" y="2927350"/>
          <p14:tracePt t="326854" x="4635500" y="2933700"/>
          <p14:tracePt t="326904" x="4635500" y="2952750"/>
          <p14:tracePt t="328598" x="4368800" y="3086100"/>
          <p14:tracePt t="328620" x="4210050" y="3175000"/>
          <p14:tracePt t="328650" x="3975100" y="3308350"/>
          <p14:tracePt t="328681" x="3790950" y="3409950"/>
          <p14:tracePt t="328702" x="3695700" y="3467100"/>
          <p14:tracePt t="328735" x="3581400" y="3511550"/>
          <p14:tracePt t="328781" x="3511550" y="3536950"/>
          <p14:tracePt t="328814" x="3460750" y="3556000"/>
          <p14:tracePt t="328835" x="3403600" y="3581400"/>
          <p14:tracePt t="328865" x="3359150" y="3594100"/>
          <p14:tracePt t="328882" x="3340100" y="3594100"/>
          <p14:tracePt t="328913" x="3263900" y="3600450"/>
          <p14:tracePt t="328935" x="3244850" y="3600450"/>
          <p14:tracePt t="329346" x="3340100" y="3549650"/>
          <p14:tracePt t="329364" x="3371850" y="3530600"/>
          <p14:tracePt t="329396" x="3454400" y="3479800"/>
          <p14:tracePt t="329428" x="3486150" y="3460750"/>
          <p14:tracePt t="329463" x="3549650" y="3390900"/>
          <p14:tracePt t="329495" x="3575050" y="3346450"/>
          <p14:tracePt t="329528" x="3606800" y="3302000"/>
          <p14:tracePt t="329546" x="3606800" y="3282950"/>
          <p14:tracePt t="329579" x="3619500" y="3257550"/>
          <p14:tracePt t="329611" x="3632200" y="3238500"/>
          <p14:tracePt t="329644" x="3644900" y="3213100"/>
          <p14:tracePt t="329678" x="3676650" y="3168650"/>
          <p14:tracePt t="329711" x="3708400" y="3130550"/>
          <p14:tracePt t="329729" x="3721100" y="3124200"/>
          <p14:tracePt t="329761" x="3733800" y="3105150"/>
          <p14:tracePt t="329793" x="3733800" y="3098800"/>
          <p14:tracePt t="330026" x="3721100" y="3105150"/>
          <p14:tracePt t="330059" x="3689350" y="3111500"/>
          <p14:tracePt t="330093" x="3581400" y="3136900"/>
          <p14:tracePt t="330126" x="3448050" y="3175000"/>
          <p14:tracePt t="330159" x="3321050" y="3200400"/>
          <p14:tracePt t="330192" x="3225800" y="3219450"/>
          <p14:tracePt t="330225" x="3200400" y="3232150"/>
          <p14:tracePt t="330259" x="3181350" y="3244850"/>
          <p14:tracePt t="330325" x="3175000" y="3257550"/>
          <p14:tracePt t="330426" x="3175000" y="3263900"/>
          <p14:tracePt t="330476" x="3175000" y="3282950"/>
          <p14:tracePt t="330508" x="3175000" y="3295650"/>
          <p14:tracePt t="330541" x="3168650" y="3333750"/>
          <p14:tracePt t="330575" x="3162300" y="3365500"/>
          <p14:tracePt t="330608" x="3136900" y="3448050"/>
          <p14:tracePt t="330641" x="3130550" y="3486150"/>
          <p14:tracePt t="330674" x="3117850" y="3505200"/>
          <p14:tracePt t="330707" x="3111500" y="3511550"/>
          <p14:tracePt t="330741" x="3098800" y="3524250"/>
          <p14:tracePt t="330777" x="3041650" y="3543300"/>
          <p14:tracePt t="330809" x="2971800" y="3568700"/>
          <p14:tracePt t="330840" x="2895600" y="3581400"/>
          <p14:tracePt t="330876" x="2819400" y="3581400"/>
          <p14:tracePt t="330908" x="2800350" y="3581400"/>
          <p14:tracePt t="330941" x="2794000" y="3575050"/>
          <p14:tracePt t="330990" x="2794000" y="3562350"/>
          <p14:tracePt t="331175" x="2794000" y="3568700"/>
          <p14:tracePt t="331223" x="2781300" y="3575050"/>
          <p14:tracePt t="331272" x="2768600" y="3575050"/>
          <p14:tracePt t="331308" x="2768600" y="3581400"/>
          <p14:tracePt t="331355" x="2762250" y="3581400"/>
          <p14:tracePt t="331421" x="2768600" y="3581400"/>
          <p14:tracePt t="331441" x="2781300" y="3581400"/>
          <p14:tracePt t="331476" x="2794000" y="3575050"/>
          <p14:tracePt t="331524" x="2800350" y="3575050"/>
          <p14:tracePt t="331687" x="2774950" y="3581400"/>
          <p14:tracePt t="331709" x="2768600" y="3581400"/>
          <p14:tracePt t="331739" x="2749550" y="3581400"/>
          <p14:tracePt t="331770" x="2717800" y="3587750"/>
          <p14:tracePt t="331792" x="2686050" y="3594100"/>
          <p14:tracePt t="331825" x="2647950" y="3606800"/>
          <p14:tracePt t="331855" x="2603500" y="3619500"/>
          <p14:tracePt t="331903" x="2597150" y="3619500"/>
          <p14:tracePt t="331925" x="2590800" y="3619500"/>
          <p14:tracePt t="331986" x="2597150" y="3613150"/>
          <p14:tracePt t="332019" x="2628900" y="3606800"/>
          <p14:tracePt t="332041" x="2654300" y="3600450"/>
          <p14:tracePt t="332071" x="2730500" y="3594100"/>
          <p14:tracePt t="332103" x="2819400" y="3587750"/>
          <p14:tracePt t="332136" x="2940050" y="3587750"/>
          <p14:tracePt t="332185" x="3003550" y="3581400"/>
          <p14:tracePt t="332219" x="3028950" y="3575050"/>
          <p14:tracePt t="332240" x="3035300" y="3575050"/>
          <p14:tracePt t="332270" x="3041650" y="3575050"/>
          <p14:tracePt t="332319" x="3054350" y="3575050"/>
          <p14:tracePt t="332368" x="3086100" y="3575050"/>
          <p14:tracePt t="332401" x="3136900" y="3581400"/>
          <p14:tracePt t="332435" x="3422650" y="3657600"/>
          <p14:tracePt t="332454" x="3663950" y="3695700"/>
          <p14:tracePt t="332486" x="4025900" y="3759200"/>
          <p14:tracePt t="332518" x="4286250" y="3803650"/>
          <p14:tracePt t="332551" x="4438650" y="3803650"/>
          <p14:tracePt t="332584" x="4476750" y="3797300"/>
          <p14:tracePt t="332618" x="4495800" y="3790950"/>
          <p14:tracePt t="332651" x="4533900" y="3784600"/>
          <p14:tracePt t="332684" x="4552950" y="3771900"/>
          <p14:tracePt t="332717" x="4584700" y="3752850"/>
          <p14:tracePt t="332750" x="4629150" y="3733800"/>
          <p14:tracePt t="332785" x="4730750" y="3689350"/>
          <p14:tracePt t="332817" x="4819650" y="3670300"/>
          <p14:tracePt t="332850" x="4883150" y="3663950"/>
          <p14:tracePt t="332884" x="4927600" y="3657600"/>
          <p14:tracePt t="332983" x="4908550" y="3657600"/>
          <p14:tracePt t="333016" x="4876800" y="3657600"/>
          <p14:tracePt t="333050" x="4743450" y="3663950"/>
          <p14:tracePt t="333082" x="4514850" y="3663950"/>
          <p14:tracePt t="333116" x="3625850" y="3657600"/>
          <p14:tracePt t="333149" x="2825750" y="3657600"/>
          <p14:tracePt t="333182" x="2241550" y="3663950"/>
          <p14:tracePt t="333215" x="1822450" y="3727450"/>
          <p14:tracePt t="333249" x="1682750" y="3759200"/>
          <p14:tracePt t="333282" x="1600200" y="3784600"/>
          <p14:tracePt t="333315" x="1568450" y="3784600"/>
          <p14:tracePt t="333348" x="1492250" y="3771900"/>
          <p14:tracePt t="333382" x="1384300" y="3740150"/>
          <p14:tracePt t="333415" x="1193800" y="3676650"/>
          <p14:tracePt t="333434" x="1149350" y="3670300"/>
          <p14:tracePt t="333451" x="1111250" y="3670300"/>
          <p14:tracePt t="333483" x="1066800" y="3663950"/>
          <p14:tracePt t="333514" x="1028700" y="3663950"/>
          <p14:tracePt t="333547" x="1009650" y="3663950"/>
          <p14:tracePt t="333581" x="1003300" y="3663950"/>
          <p14:tracePt t="333614" x="996950" y="3663950"/>
          <p14:tracePt t="333763" x="996950" y="3670300"/>
          <p14:tracePt t="333797" x="996950" y="3676650"/>
          <p14:tracePt t="333846" x="996950" y="3683000"/>
          <p14:tracePt t="333882" x="1003300" y="3683000"/>
          <p14:tracePt t="335092" x="1028700" y="3683000"/>
          <p14:tracePt t="335126" x="1047750" y="3683000"/>
          <p14:tracePt t="335147" x="1098550" y="3683000"/>
          <p14:tracePt t="335177" x="1238250" y="3683000"/>
          <p14:tracePt t="335208" x="1504950" y="3683000"/>
          <p14:tracePt t="335242" x="1974850" y="3714750"/>
          <p14:tracePt t="335260" x="2089150" y="3740150"/>
          <p14:tracePt t="335292" x="2451100" y="3790950"/>
          <p14:tracePt t="335325" x="2622550" y="3816350"/>
          <p14:tracePt t="335358" x="2724150" y="3848100"/>
          <p14:tracePt t="335391" x="2781300" y="3873500"/>
          <p14:tracePt t="335425" x="2781300" y="3892550"/>
          <p14:tracePt t="335476" x="2781300" y="3911600"/>
          <p14:tracePt t="335524" x="2774950" y="3943350"/>
          <p14:tracePt t="335557" x="2755900" y="3949700"/>
          <p14:tracePt t="335590" x="2749550" y="3968750"/>
          <p14:tracePt t="335623" x="2705100" y="4000500"/>
          <p14:tracePt t="335657" x="2641600" y="4032250"/>
          <p14:tracePt t="335690" x="2533650" y="4083050"/>
          <p14:tracePt t="335723" x="2432050" y="4133850"/>
          <p14:tracePt t="335757" x="2400300" y="4146550"/>
          <p14:tracePt t="335791" x="2393950" y="4146550"/>
          <p14:tracePt t="335839" x="2393950" y="4152900"/>
          <p14:tracePt t="335906" x="2400300" y="4152900"/>
          <p14:tracePt t="335956" x="2406650" y="4152900"/>
          <p14:tracePt t="335975" x="2413000" y="4152900"/>
          <p14:tracePt t="336005" x="2419350" y="4152900"/>
          <p14:tracePt t="336038" x="2438400" y="4159250"/>
          <p14:tracePt t="336072" x="2451100" y="4159250"/>
          <p14:tracePt t="336105" x="2470150" y="4159250"/>
          <p14:tracePt t="336139" x="2520950" y="4165600"/>
          <p14:tracePt t="336172" x="2565400" y="4165600"/>
          <p14:tracePt t="336206" x="2609850" y="4178300"/>
          <p14:tracePt t="336255" x="2622550" y="4178300"/>
          <p14:tracePt t="336554" x="2616200" y="4178300"/>
          <p14:tracePt t="336704" x="2609850" y="4178300"/>
          <p14:tracePt t="336753" x="2603500" y="4184650"/>
          <p14:tracePt t="336803" x="2597150" y="4184650"/>
          <p14:tracePt t="336869" x="2590800" y="4197350"/>
          <p14:tracePt t="336919" x="2584450" y="4203700"/>
          <p14:tracePt t="336952" x="2584450" y="4210050"/>
          <p14:tracePt t="337052" x="2584450" y="4216400"/>
          <p14:tracePt t="337105" x="2584450" y="4222750"/>
          <p14:tracePt t="337221" x="2590800" y="4222750"/>
          <p14:tracePt t="337253" x="2597150" y="4222750"/>
          <p14:tracePt t="337287" x="2609850" y="4222750"/>
          <p14:tracePt t="337351" x="2622550" y="4222750"/>
          <p14:tracePt t="337373" x="2641600" y="4222750"/>
          <p14:tracePt t="337407" x="2736850" y="4222750"/>
          <p14:tracePt t="337422" x="2806700" y="4229100"/>
          <p14:tracePt t="337452" x="3073400" y="4248150"/>
          <p14:tracePt t="337501" x="3613150" y="4311650"/>
          <p14:tracePt t="337536" x="3879850" y="4324350"/>
          <p14:tracePt t="337567" x="4044950" y="4318000"/>
          <p14:tracePt t="337588" x="4114800" y="4311650"/>
          <p14:tracePt t="337621" x="4184650" y="4298950"/>
          <p14:tracePt t="337652" x="4191000" y="4292600"/>
          <p14:tracePt t="337700" x="4216400" y="4286250"/>
          <p14:tracePt t="337721" x="4222750" y="4279900"/>
          <p14:tracePt t="338264" x="4222750" y="4286250"/>
          <p14:tracePt t="338364" x="4216400" y="4292600"/>
          <p14:tracePt t="338447" x="4210050" y="4292600"/>
          <p14:tracePt t="338497" x="4203700" y="4292600"/>
          <p14:tracePt t="338518" x="4197350" y="4292600"/>
          <p14:tracePt t="338548" x="4184650" y="4292600"/>
          <p14:tracePt t="338597" x="4159250" y="4298950"/>
          <p14:tracePt t="338630" x="4064000" y="4305300"/>
          <p14:tracePt t="338663" x="3810000" y="4337050"/>
          <p14:tracePt t="338696" x="3270250" y="4400550"/>
          <p14:tracePt t="338729" x="2870200" y="4457700"/>
          <p14:tracePt t="338763" x="2482850" y="4527550"/>
          <p14:tracePt t="338813" x="2216150" y="4559300"/>
          <p14:tracePt t="338846" x="2152650" y="4572000"/>
          <p14:tracePt t="338879" x="2032000" y="4584700"/>
          <p14:tracePt t="338912" x="1924050" y="4610100"/>
          <p14:tracePt t="338946" x="1771650" y="4635500"/>
          <p14:tracePt t="338979" x="1689100" y="4660900"/>
          <p14:tracePt t="339012" x="1651000" y="4673600"/>
          <p14:tracePt t="339079" x="1708150" y="4629150"/>
          <p14:tracePt t="339097" x="1809750" y="4546600"/>
          <p14:tracePt t="339128" x="2095500" y="4337050"/>
          <p14:tracePt t="339161" x="2393950" y="4146550"/>
          <p14:tracePt t="339195" x="2946400" y="3803650"/>
          <p14:tracePt t="339228" x="3086100" y="3695700"/>
          <p14:tracePt t="339261" x="3092450" y="3676650"/>
          <p14:tracePt t="339294" x="3073400" y="3670300"/>
          <p14:tracePt t="339328" x="3048000" y="3670300"/>
          <p14:tracePt t="339377" x="3048000" y="3657600"/>
          <p14:tracePt t="339427" x="3048000" y="3644900"/>
          <p14:tracePt t="339460" x="3054350" y="3644900"/>
          <p14:tracePt t="339545" x="3048000" y="3651250"/>
          <p14:tracePt t="339577" x="3041650" y="3657600"/>
          <p14:tracePt t="339610" x="3022600" y="3670300"/>
          <p14:tracePt t="339643" x="2984500" y="3695700"/>
          <p14:tracePt t="339677" x="2901950" y="3740150"/>
          <p14:tracePt t="339709" x="2806700" y="3803650"/>
          <p14:tracePt t="339743" x="2711450" y="3873500"/>
          <p14:tracePt t="339776" x="2698750" y="3886200"/>
          <p14:tracePt t="339810" x="2889250" y="3873500"/>
          <p14:tracePt t="339828" x="3003550" y="3848100"/>
          <p14:tracePt t="339859" x="3613150" y="3810000"/>
          <p14:tracePt t="339892" x="4121150" y="3784600"/>
          <p14:tracePt t="339926" x="4908550" y="3714750"/>
          <p14:tracePt t="339959" x="5200650" y="3689350"/>
          <p14:tracePt t="339992" x="5346700" y="3676650"/>
          <p14:tracePt t="340025" x="5397500" y="3676650"/>
          <p14:tracePt t="340092" x="5384800" y="3676650"/>
          <p14:tracePt t="340125" x="5372100" y="3683000"/>
          <p14:tracePt t="340158" x="5353050" y="3689350"/>
          <p14:tracePt t="340194" x="5327650" y="3689350"/>
          <p14:tracePt t="340226" x="5302250" y="3689350"/>
          <p14:tracePt t="340258" x="5257800" y="3695700"/>
          <p14:tracePt t="340294" x="5187950" y="3702050"/>
          <p14:tracePt t="340326" x="4870450" y="3721100"/>
          <p14:tracePt t="340358" x="4178300" y="3702050"/>
          <p14:tracePt t="340376" x="3860800" y="3657600"/>
          <p14:tracePt t="340407" x="3594100" y="3619500"/>
          <p14:tracePt t="340440" x="3486150" y="3606800"/>
          <p14:tracePt t="340474" x="3448050" y="3606800"/>
          <p14:tracePt t="340525" x="3441700" y="3606800"/>
          <p14:tracePt t="340656" x="3435350" y="3606800"/>
          <p14:tracePt t="340692" x="3429000" y="3606800"/>
          <p14:tracePt t="340740" x="3422650" y="3613150"/>
          <p14:tracePt t="340773" x="3416300" y="3613150"/>
          <p14:tracePt t="340808" x="3397250" y="3613150"/>
          <p14:tracePt t="340841" x="3352800" y="3619500"/>
          <p14:tracePt t="340873" x="3200400" y="3644900"/>
          <p14:tracePt t="340908" x="3016250" y="3670300"/>
          <p14:tracePt t="340941" x="2819400" y="3695700"/>
          <p14:tracePt t="340957" x="2774950" y="3695700"/>
          <p14:tracePt t="341005" x="2667000" y="3702050"/>
          <p14:tracePt t="341027" x="2641600" y="3702050"/>
          <p14:tracePt t="341057" x="2597150" y="3702050"/>
          <p14:tracePt t="341077" x="2559050" y="3708400"/>
          <p14:tracePt t="341110" x="2470150" y="3708400"/>
          <p14:tracePt t="341140" x="2349500" y="3727450"/>
          <p14:tracePt t="341171" x="2184400" y="3740150"/>
          <p14:tracePt t="341221" x="1905000" y="3784600"/>
          <p14:tracePt t="341242" x="1835150" y="3797300"/>
          <p14:tracePt t="341273" x="1784350" y="3816350"/>
          <p14:tracePt t="341304" x="1771650" y="3822700"/>
          <p14:tracePt t="341357" x="1771650" y="3829050"/>
          <p14:tracePt t="341574" x="1771650" y="3841750"/>
          <p14:tracePt t="341620" x="1809750" y="3968750"/>
          <p14:tracePt t="341653" x="1866900" y="4083050"/>
          <p14:tracePt t="341674" x="1898650" y="4159250"/>
          <p14:tracePt t="341719" x="2025650" y="4286250"/>
          <p14:tracePt t="341752" x="2139950" y="4311650"/>
          <p14:tracePt t="341774" x="2235200" y="4324350"/>
          <p14:tracePt t="341804" x="2330450" y="4337050"/>
          <p14:tracePt t="341836" x="2393950" y="4337050"/>
          <p14:tracePt t="341869" x="2413000" y="4337050"/>
          <p14:tracePt t="341902" x="2425700" y="4337050"/>
          <p14:tracePt t="341968" x="2432050" y="4330700"/>
          <p14:tracePt t="342068" x="2419350" y="4324350"/>
          <p14:tracePt t="342101" x="2381250" y="4337050"/>
          <p14:tracePt t="342135" x="2247900" y="4356100"/>
          <p14:tracePt t="342168" x="2006600" y="4381500"/>
          <p14:tracePt t="342201" x="1682750" y="4413250"/>
          <p14:tracePt t="342234" x="1549400" y="4419600"/>
          <p14:tracePt t="342267" x="1504950" y="4419600"/>
          <p14:tracePt t="342301" x="1498600" y="4432300"/>
          <p14:tracePt t="342467" x="1492250" y="4438650"/>
          <p14:tracePt t="342500" x="1485900" y="4445000"/>
          <p14:tracePt t="342533" x="1447800" y="4457700"/>
          <p14:tracePt t="342553" x="1409700" y="4464050"/>
          <p14:tracePt t="342585" x="1295400" y="4489450"/>
          <p14:tracePt t="342616" x="1155700" y="4514850"/>
          <p14:tracePt t="342650" x="1035050" y="4533900"/>
          <p14:tracePt t="342683" x="996950" y="4540250"/>
          <p14:tracePt t="342716" x="984250" y="4540250"/>
          <p14:tracePt t="342832" x="996950" y="4546600"/>
          <p14:tracePt t="343314" x="1149350" y="4559300"/>
          <p14:tracePt t="343347" x="1327150" y="4584700"/>
          <p14:tracePt t="343380" x="1543050" y="4603750"/>
          <p14:tracePt t="343413" x="1854200" y="4641850"/>
          <p14:tracePt t="343447" x="2012950" y="4667250"/>
          <p14:tracePt t="343480" x="2171700" y="4711700"/>
          <p14:tracePt t="343516" x="2260600" y="4730750"/>
          <p14:tracePt t="343548" x="2324100" y="4756150"/>
          <p14:tracePt t="343566" x="2343150" y="4762500"/>
          <p14:tracePt t="343598" x="2368550" y="4762500"/>
          <p14:tracePt t="343662" x="2381250" y="4762500"/>
          <p14:tracePt t="343684" x="2381250" y="4768850"/>
          <p14:tracePt t="343732" x="2387600" y="4775200"/>
          <p14:tracePt t="343779" x="2387600" y="4781550"/>
          <p14:tracePt t="343815" x="2400300" y="4781550"/>
          <p14:tracePt t="343847" x="2413000" y="4787900"/>
          <p14:tracePt t="343912" x="2432050" y="4787900"/>
          <p14:tracePt t="343948" x="2444750" y="4787900"/>
          <p14:tracePt t="343984" x="2451100" y="4787900"/>
          <p14:tracePt t="344016" x="2463800" y="4787900"/>
          <p14:tracePt t="344064" x="2476500" y="4794250"/>
          <p14:tracePt t="344127" x="2482850" y="4794250"/>
          <p14:tracePt t="344163" x="2489200" y="4794250"/>
          <p14:tracePt t="344196" x="2495550" y="4794250"/>
          <p14:tracePt t="344215" x="2501900" y="4794250"/>
          <p14:tracePt t="344248" x="2514600" y="4794250"/>
          <p14:tracePt t="344327" x="2520950" y="4794250"/>
          <p14:tracePt t="344875" x="2527300" y="4794250"/>
          <p14:tracePt t="344908" x="2552700" y="4794250"/>
          <p14:tracePt t="344958" x="2571750" y="4787900"/>
          <p14:tracePt t="344991" x="2628900" y="4775200"/>
          <p14:tracePt t="345010" x="2647950" y="4775200"/>
          <p14:tracePt t="345041" x="2774950" y="4749800"/>
          <p14:tracePt t="345074" x="2870200" y="4737100"/>
          <p14:tracePt t="345108" x="2978150" y="4724400"/>
          <p14:tracePt t="345141" x="3105150" y="4699000"/>
          <p14:tracePt t="345174" x="3206750" y="4686300"/>
          <p14:tracePt t="345207" x="3282950" y="4679950"/>
          <p14:tracePt t="345240" x="3390900" y="4667250"/>
          <p14:tracePt t="345274" x="3454400" y="4667250"/>
          <p14:tracePt t="345307" x="3524250" y="4660900"/>
          <p14:tracePt t="345340" x="3594100" y="4660900"/>
          <p14:tracePt t="345373" x="3689350" y="4673600"/>
          <p14:tracePt t="345407" x="3752850" y="4686300"/>
          <p14:tracePt t="345440" x="3803650" y="4692650"/>
          <p14:tracePt t="345474" x="3841750" y="4711700"/>
          <p14:tracePt t="345506" x="3848100" y="4718050"/>
          <p14:tracePt t="345540" x="3835400" y="4730750"/>
          <p14:tracePt t="345558" x="3829050" y="4730750"/>
          <p14:tracePt t="345576" x="3816350" y="4737100"/>
          <p14:tracePt t="345607" x="3803650" y="4737100"/>
          <p14:tracePt t="346054" x="3911600" y="4743450"/>
          <p14:tracePt t="346075" x="3968750" y="4743450"/>
          <p14:tracePt t="346108" x="4089400" y="4743450"/>
          <p14:tracePt t="346139" x="4197350" y="4749800"/>
          <p14:tracePt t="346170" x="4267200" y="4749800"/>
          <p14:tracePt t="346207" x="4298950" y="4749800"/>
          <p14:tracePt t="346239" x="4305300" y="4749800"/>
          <p14:tracePt t="346337" x="4292600" y="4756150"/>
          <p14:tracePt t="346386" x="4286250" y="4756150"/>
          <p14:tracePt t="347665" x="4311650" y="4756150"/>
          <p14:tracePt t="347687" x="4324350" y="4756150"/>
          <p14:tracePt t="347732" x="4368800" y="4756150"/>
          <p14:tracePt t="347765" x="4394200" y="4756150"/>
          <p14:tracePt t="347787" x="4419600" y="4743450"/>
          <p14:tracePt t="347817" x="4451350" y="4743450"/>
          <p14:tracePt t="347848" x="4476750" y="4743450"/>
          <p14:tracePt t="347881" x="4508500" y="4743450"/>
          <p14:tracePt t="347914" x="4540250" y="4737100"/>
          <p14:tracePt t="347948" x="4578350" y="4724400"/>
          <p14:tracePt t="347981" x="4610100" y="4718050"/>
          <p14:tracePt t="348014" x="4660900" y="4711700"/>
          <p14:tracePt t="348048" x="4718050" y="4705350"/>
          <p14:tracePt t="348081" x="4756150" y="4699000"/>
          <p14:tracePt t="348131" x="4781550" y="4692650"/>
          <p14:tracePt t="348164" x="4800600" y="4686300"/>
          <p14:tracePt t="348197" x="4806950" y="4686300"/>
          <p14:tracePt t="348230" x="4819650" y="4686300"/>
          <p14:tracePt t="348463" x="4826000" y="4686300"/>
          <p14:tracePt t="348546" x="4832350" y="4686300"/>
          <p14:tracePt t="348828" x="4819650" y="4692650"/>
          <p14:tracePt t="348878" x="4806950" y="4692650"/>
          <p14:tracePt t="348912" x="4794250" y="4692650"/>
          <p14:tracePt t="348944" x="4718050" y="4718050"/>
          <p14:tracePt t="348977" x="4597400" y="4743450"/>
          <p14:tracePt t="349011" x="4146550" y="4838700"/>
          <p14:tracePt t="349044" x="3778250" y="4914900"/>
          <p14:tracePt t="349078" x="3378200" y="4972050"/>
          <p14:tracePt t="349111" x="3168650" y="5003800"/>
          <p14:tracePt t="349144" x="3041650" y="5029200"/>
          <p14:tracePt t="349177" x="2908300" y="5041900"/>
          <p14:tracePt t="349210" x="2832100" y="5041900"/>
          <p14:tracePt t="349243" x="2736850" y="5041900"/>
          <p14:tracePt t="349276" x="2514600" y="5048250"/>
          <p14:tracePt t="349312" x="2317750" y="5048250"/>
          <p14:tracePt t="349345" x="2089150" y="4991100"/>
          <p14:tracePt t="349376" x="2012950" y="4984750"/>
          <p14:tracePt t="349413" x="1930400" y="4978400"/>
          <p14:tracePt t="349445" x="1866900" y="4972050"/>
          <p14:tracePt t="349476" x="1822450" y="4972050"/>
          <p14:tracePt t="349512" x="1778000" y="4978400"/>
          <p14:tracePt t="349544" x="1733550" y="4978400"/>
          <p14:tracePt t="349575" x="1701800" y="4978400"/>
          <p14:tracePt t="350422" x="1701800" y="4997450"/>
          <p14:tracePt t="350445" x="1701800" y="5016500"/>
          <p14:tracePt t="350477" x="1701800" y="5029200"/>
          <p14:tracePt t="350507" x="1708150" y="5041900"/>
          <p14:tracePt t="350572" x="1714500" y="5048250"/>
          <p14:tracePt t="350622" x="1727200" y="5067300"/>
          <p14:tracePt t="350690" x="1739900" y="5067300"/>
          <p14:tracePt t="350707" x="1746250" y="5067300"/>
          <p14:tracePt t="350738" x="1758950" y="5067300"/>
          <p14:tracePt t="350788" x="1771650" y="5067300"/>
          <p14:tracePt t="350838" x="1790700" y="5067300"/>
          <p14:tracePt t="350871" x="1822450" y="5067300"/>
          <p14:tracePt t="350892" x="1873250" y="5048250"/>
          <p14:tracePt t="350937" x="2089150" y="4997450"/>
          <p14:tracePt t="350971" x="2254250" y="4965700"/>
          <p14:tracePt t="350992" x="2324100" y="4946650"/>
          <p14:tracePt t="351022" x="2393950" y="4940300"/>
          <p14:tracePt t="351054" x="2406650" y="4933950"/>
          <p14:tracePt t="351087" x="2413000" y="4933950"/>
          <p14:tracePt t="351137" x="2419350" y="4933950"/>
          <p14:tracePt t="351286" x="2406650" y="4940300"/>
          <p14:tracePt t="351320" x="2400300" y="4946650"/>
          <p14:tracePt t="351353" x="2381250" y="4959350"/>
          <p14:tracePt t="351386" x="2368550" y="4959350"/>
          <p14:tracePt t="351419" x="2317750" y="4984750"/>
          <p14:tracePt t="351452" x="2235200" y="5022850"/>
          <p14:tracePt t="351486" x="2089150" y="5092700"/>
          <p14:tracePt t="351519" x="1968500" y="5143500"/>
          <p14:tracePt t="351552" x="1905000" y="5168900"/>
          <p14:tracePt t="351585" x="1860550" y="5187950"/>
          <p14:tracePt t="351668" x="1854200" y="5187950"/>
          <p14:tracePt t="351784" x="1860550" y="5187950"/>
          <p14:tracePt t="351818" x="1866900" y="5187950"/>
          <p14:tracePt t="351867" x="1873250" y="5187950"/>
          <p14:tracePt t="352250" x="2851150" y="5226050"/>
          <p14:tracePt t="352283" x="3841750" y="5257800"/>
          <p14:tracePt t="352316" x="4559300" y="5226050"/>
          <p14:tracePt t="352349" x="5168900" y="5168900"/>
          <p14:tracePt t="352383" x="5416550" y="5118100"/>
          <p14:tracePt t="352401" x="5524500" y="5111750"/>
          <p14:tracePt t="352432" x="5600700" y="5099050"/>
          <p14:tracePt t="352466" x="5664200" y="5099050"/>
          <p14:tracePt t="352499" x="5721350" y="5099050"/>
          <p14:tracePt t="352532" x="5797550" y="5092700"/>
          <p14:tracePt t="352565" x="5861050" y="5086350"/>
          <p14:tracePt t="352598" x="5918200" y="5080000"/>
          <p14:tracePt t="352632" x="6013450" y="5048250"/>
          <p14:tracePt t="352665" x="6083300" y="5016500"/>
          <p14:tracePt t="352700" x="6115050" y="4978400"/>
          <p14:tracePt t="352748" x="6051550" y="4972050"/>
          <p14:tracePt t="352767" x="6026150" y="4972050"/>
          <p14:tracePt t="352798" x="5784850" y="4946650"/>
          <p14:tracePt t="352834" x="5194300" y="4845050"/>
          <p14:tracePt t="352866" x="4826000" y="4813300"/>
          <p14:tracePt t="352897" x="4578350" y="4813300"/>
          <p14:tracePt t="352933" x="4476750" y="4826000"/>
          <p14:tracePt t="352966" x="4464050" y="4832350"/>
          <p14:tracePt t="352997" x="4451350" y="4845050"/>
          <p14:tracePt t="353033" x="4419600" y="4864100"/>
          <p14:tracePt t="353065" x="4305300" y="4902200"/>
          <p14:tracePt t="353097" x="4083050" y="4933950"/>
          <p14:tracePt t="353133" x="3778250" y="4965700"/>
          <p14:tracePt t="353165" x="3409950" y="4984750"/>
          <p14:tracePt t="353196" x="3136900" y="5003800"/>
          <p14:tracePt t="353218" x="2971800" y="5010150"/>
          <p14:tracePt t="353248" x="2806700" y="5010150"/>
          <p14:tracePt t="353279" x="2711450" y="5022850"/>
          <p14:tracePt t="353329" x="2584450" y="5022850"/>
          <p14:tracePt t="353350" x="2540000" y="5016500"/>
          <p14:tracePt t="353381" x="2438400" y="4991100"/>
          <p14:tracePt t="353402" x="2387600" y="4978400"/>
          <p14:tracePt t="353433" x="2336800" y="4978400"/>
          <p14:tracePt t="353464" x="2279650" y="4972050"/>
          <p14:tracePt t="353495" x="2190750" y="4972050"/>
          <p14:tracePt t="353545" x="1962150" y="4933950"/>
          <p14:tracePt t="353581" x="1860550" y="4927600"/>
          <p14:tracePt t="353944" x="1638300" y="4972050"/>
          <p14:tracePt t="353977" x="1003300" y="5105400"/>
          <p14:tracePt t="353998" x="869950" y="5143500"/>
          <p14:tracePt t="354043" x="781050" y="5168900"/>
          <p14:tracePt t="354077" x="774700" y="5175250"/>
          <p14:tracePt t="354143" x="781050" y="5181600"/>
          <p14:tracePt t="354176" x="793750" y="5181600"/>
          <p14:tracePt t="354209" x="812800" y="5181600"/>
          <p14:tracePt t="354243" x="838200" y="5175250"/>
          <p14:tracePt t="354276" x="857250" y="5162550"/>
          <p14:tracePt t="354309" x="908050" y="5149850"/>
          <p14:tracePt t="354342" x="965200" y="5149850"/>
          <p14:tracePt t="354376" x="1079500" y="5137150"/>
          <p14:tracePt t="354394" x="1111250" y="5137150"/>
          <p14:tracePt t="354426" x="1200150" y="5137150"/>
          <p14:tracePt t="354458" x="1219200" y="5137150"/>
          <p14:tracePt t="354508" x="1225550" y="5137150"/>
          <p14:tracePt t="354558" x="1244600" y="5143500"/>
          <p14:tracePt t="354608" x="1301750" y="5143500"/>
          <p14:tracePt t="354641" x="1460500" y="5156200"/>
          <p14:tracePt t="354675" x="1739900" y="5181600"/>
          <p14:tracePt t="354694" x="1955800" y="5187950"/>
          <p14:tracePt t="354727" x="2247900" y="5175250"/>
          <p14:tracePt t="354758" x="2444750" y="5149850"/>
          <p14:tracePt t="354791" x="2559050" y="5111750"/>
          <p14:tracePt t="354824" x="2628900" y="5105400"/>
          <p14:tracePt t="354857" x="2717800" y="5073650"/>
          <p14:tracePt t="354890" x="2806700" y="5054600"/>
          <p14:tracePt t="354924" x="2901950" y="5022850"/>
          <p14:tracePt t="354942" x="2927350" y="5016500"/>
          <p14:tracePt t="354973" x="2997200" y="4997450"/>
          <p14:tracePt t="354992" x="3028950" y="4984750"/>
          <p14:tracePt t="355024" x="3086100" y="4953000"/>
          <p14:tracePt t="355056" x="3098800" y="4933950"/>
          <p14:tracePt t="355090" x="3098800" y="4921250"/>
          <p14:tracePt t="355123" x="3060700" y="4927600"/>
          <p14:tracePt t="355156" x="3003550" y="4940300"/>
          <p14:tracePt t="355189" x="2927350" y="4953000"/>
          <p14:tracePt t="355208" x="2838450" y="4953000"/>
          <p14:tracePt t="355239" x="2705100" y="4953000"/>
          <p14:tracePt t="355273" x="2641600" y="4953000"/>
          <p14:tracePt t="355306" x="2647950" y="4927600"/>
          <p14:tracePt t="355339" x="2755900" y="4902200"/>
          <p14:tracePt t="355372" x="2863850" y="4889500"/>
          <p14:tracePt t="355405" x="3111500" y="4864100"/>
          <p14:tracePt t="355439" x="3257550" y="4845050"/>
          <p14:tracePt t="355473" x="3308350" y="4845050"/>
          <p14:tracePt t="355538" x="3270250" y="4845050"/>
          <p14:tracePt t="355572" x="3219450" y="4857750"/>
          <p14:tracePt t="355604" x="3200400" y="4864100"/>
          <p14:tracePt t="355638" x="3187700" y="4870450"/>
          <p14:tracePt t="355704" x="3244850" y="4870450"/>
          <p14:tracePt t="355723" x="3295650" y="4864100"/>
          <p14:tracePt t="355756" x="3676650" y="4851400"/>
          <p14:tracePt t="355788" x="4083050" y="4832350"/>
          <p14:tracePt t="355821" x="4432300" y="4819650"/>
          <p14:tracePt t="355854" x="4667250" y="4800600"/>
          <p14:tracePt t="355887" x="4699000" y="4787900"/>
          <p14:tracePt t="355970" x="4679950" y="4781550"/>
          <p14:tracePt t="356003" x="4667250" y="4781550"/>
          <p14:tracePt t="356036" x="4654550" y="4781550"/>
          <p14:tracePt t="356554" x="4527550" y="4800600"/>
          <p14:tracePt t="356587" x="4343400" y="4826000"/>
          <p14:tracePt t="356606" x="4191000" y="4845050"/>
          <p14:tracePt t="356637" x="3892550" y="4876800"/>
          <p14:tracePt t="356653" x="3854450" y="4883150"/>
          <p14:tracePt t="356684" x="3740150" y="4902200"/>
          <p14:tracePt t="356734" x="3689350" y="4914900"/>
          <p14:tracePt t="356786" x="3676650" y="4902200"/>
          <p14:tracePt t="357648" x="3606800" y="4921250"/>
          <p14:tracePt t="357681" x="3359150" y="5016500"/>
          <p14:tracePt t="357714" x="3162300" y="5143500"/>
          <p14:tracePt t="357747" x="2997200" y="5276850"/>
          <p14:tracePt t="357780" x="2895600" y="5372100"/>
          <p14:tracePt t="357815" x="2838450" y="5422900"/>
          <p14:tracePt t="357847" x="2819400" y="5435600"/>
          <p14:tracePt t="357880" x="2794000" y="5448300"/>
          <p14:tracePt t="357913" x="2755900" y="5467350"/>
          <p14:tracePt t="357947" x="2743200" y="5480050"/>
          <p14:tracePt t="357980" x="2736850" y="5486400"/>
          <p14:tracePt t="358711" x="2660650" y="5505450"/>
          <p14:tracePt t="358744" x="2584450" y="5505450"/>
          <p14:tracePt t="358777" x="2489200" y="5492750"/>
          <p14:tracePt t="358812" x="2425700" y="5492750"/>
          <p14:tracePt t="358843" x="2387600" y="5492750"/>
          <p14:tracePt t="358877" x="2374900" y="5492750"/>
          <p14:tracePt t="358943" x="2368550" y="5492750"/>
          <p14:tracePt t="359043" x="2355850" y="5492750"/>
          <p14:tracePt t="359076" x="2330450" y="5492750"/>
          <p14:tracePt t="359109" x="2305050" y="5492750"/>
          <p14:tracePt t="359142" x="2266950" y="5492750"/>
          <p14:tracePt t="359176" x="2241550" y="5492750"/>
          <p14:tracePt t="359209" x="2228850" y="5492750"/>
          <p14:tracePt t="359311" x="2241550" y="5492750"/>
          <p14:tracePt t="359344" x="2247900" y="5492750"/>
          <p14:tracePt t="359375" x="2266950" y="5492750"/>
          <p14:tracePt t="359409" x="2298700" y="5492750"/>
          <p14:tracePt t="359444" x="2400300" y="5492750"/>
          <p14:tracePt t="359476" x="2546350" y="5480050"/>
          <p14:tracePt t="359508" x="2813050" y="5473700"/>
          <p14:tracePt t="359530" x="2965450" y="5473700"/>
          <p14:tracePt t="359560" x="3187700" y="5454650"/>
          <p14:tracePt t="359591" x="3302000" y="5454650"/>
          <p14:tracePt t="359641" x="3422650" y="5454650"/>
          <p14:tracePt t="359677" x="3429000" y="5454650"/>
          <p14:tracePt t="359724" x="3435350" y="5454650"/>
          <p14:tracePt t="359840" x="3429000" y="5454650"/>
          <p14:tracePt t="359940" x="3422650" y="5454650"/>
          <p14:tracePt t="360172" x="3403600" y="5454650"/>
          <p14:tracePt t="360637" x="3441700" y="5454650"/>
          <p14:tracePt t="360671" x="3486150" y="5454650"/>
          <p14:tracePt t="360704" x="3505200" y="5454650"/>
          <p14:tracePt t="360737" x="3473450" y="5461000"/>
          <p14:tracePt t="360770" x="3429000" y="5467350"/>
          <p14:tracePt t="360803" x="3257550" y="5461000"/>
          <p14:tracePt t="360838" x="3016250" y="5441950"/>
          <p14:tracePt t="360870" x="2749550" y="5435600"/>
          <p14:tracePt t="360903" x="2501900" y="5422900"/>
          <p14:tracePt t="360936" x="2343150" y="5410200"/>
          <p14:tracePt t="360969" x="2311400" y="5403850"/>
          <p14:tracePt t="361002" x="2298700" y="5403850"/>
          <p14:tracePt t="361036" x="2330450" y="5403850"/>
          <p14:tracePt t="361069" x="2400300" y="5397500"/>
          <p14:tracePt t="361102" x="2501900" y="5378450"/>
          <p14:tracePt t="361136" x="2660650" y="5365750"/>
          <p14:tracePt t="361169" x="2749550" y="5365750"/>
          <p14:tracePt t="361202" x="2781300" y="5365750"/>
          <p14:tracePt t="361252" x="2749550" y="5365750"/>
          <p14:tracePt t="361285" x="2705100" y="5365750"/>
          <p14:tracePt t="361318" x="2590800" y="5365750"/>
          <p14:tracePt t="361351" x="2393950" y="5359400"/>
          <p14:tracePt t="361385" x="2146300" y="5340350"/>
          <p14:tracePt t="361403" x="2108200" y="5340350"/>
          <p14:tracePt t="361435" x="2063750" y="5334000"/>
          <p14:tracePt t="361484" x="2114550" y="5334000"/>
          <p14:tracePt t="361518" x="2146300" y="5334000"/>
          <p14:tracePt t="361551" x="2305050" y="5321300"/>
          <p14:tracePt t="361584" x="2444750" y="5321300"/>
          <p14:tracePt t="361617" x="2559050" y="5327650"/>
          <p14:tracePt t="361650" x="2584450" y="5334000"/>
          <p14:tracePt t="361700" x="2584450" y="5340350"/>
          <p14:tracePt t="361734" x="2571750" y="5359400"/>
          <p14:tracePt t="361766" x="2565400" y="5365750"/>
          <p14:tracePt t="362282" x="2584450" y="5365750"/>
          <p14:tracePt t="362315" x="2603500" y="5359400"/>
          <p14:tracePt t="362348" x="2711450" y="5321300"/>
          <p14:tracePt t="362383" x="2952750" y="5200650"/>
          <p14:tracePt t="362415" x="3390900" y="4978400"/>
          <p14:tracePt t="362448" x="4356100" y="4521200"/>
          <p14:tracePt t="362481" x="4933950" y="4203700"/>
          <p14:tracePt t="362514" x="6172200" y="3549650"/>
          <p14:tracePt t="362550" x="7118350" y="2959100"/>
          <p14:tracePt t="362582" x="7721600" y="2495550"/>
          <p14:tracePt t="362614" x="8509000" y="1771650"/>
          <p14:tracePt t="362650" x="8928100" y="1320800"/>
          <p14:tracePt t="363082" x="8864600" y="323850"/>
          <p14:tracePt t="363113" x="8413750" y="558800"/>
          <p14:tracePt t="363145" x="7391400" y="1206500"/>
          <p14:tracePt t="363166" x="6838950" y="1625600"/>
          <p14:tracePt t="363197" x="6273800" y="2101850"/>
          <p14:tracePt t="363245" x="4800600" y="3295650"/>
          <p14:tracePt t="363266" x="4552950" y="3498850"/>
          <p14:tracePt t="363299" x="4330700" y="3670300"/>
          <p14:tracePt t="363345" x="4076700" y="3803650"/>
          <p14:tracePt t="363364" x="3924300" y="3867150"/>
          <p14:tracePt t="363399" x="3835400" y="3917950"/>
          <p14:tracePt t="363429" x="3771900" y="3956050"/>
          <p14:tracePt t="363461" x="3708400" y="4019550"/>
          <p14:tracePt t="363483" x="3663950" y="4070350"/>
          <p14:tracePt t="363515" x="3473450" y="4248150"/>
          <p14:tracePt t="363546" x="3282950" y="4451350"/>
          <p14:tracePt t="363577" x="3130550" y="4616450"/>
          <p14:tracePt t="363598" x="3022600" y="4711700"/>
          <p14:tracePt t="363629" x="2908300" y="4806950"/>
          <p14:tracePt t="363660" x="2851150" y="4851400"/>
          <p14:tracePt t="363693" x="2806700" y="4883150"/>
          <p14:tracePt t="363715" x="2774950" y="4902200"/>
          <p14:tracePt t="363760" x="2743200" y="4914900"/>
          <p14:tracePt t="363793" x="2736850" y="4927600"/>
          <p14:tracePt t="363815" x="2717800" y="4940300"/>
          <p14:tracePt t="363860" x="2679700" y="4978400"/>
          <p14:tracePt t="363892" x="2673350" y="4997450"/>
          <p14:tracePt t="363914" x="2673350" y="5003800"/>
          <p14:tracePt t="363959" x="2673350" y="5016500"/>
          <p14:tracePt t="364009" x="2686050" y="5022850"/>
          <p14:tracePt t="364042" x="2743200" y="5016500"/>
          <p14:tracePt t="364075" x="2933700" y="4927600"/>
          <p14:tracePt t="364109" x="3460750" y="4578350"/>
          <p14:tracePt t="364142" x="3873500" y="4241800"/>
          <p14:tracePt t="364175" x="4102100" y="3987800"/>
          <p14:tracePt t="364208" x="4184650" y="3835400"/>
          <p14:tracePt t="364242" x="4191000" y="3784600"/>
          <p14:tracePt t="364275" x="4191000" y="3759200"/>
          <p14:tracePt t="364308" x="4203700" y="3759200"/>
          <p14:tracePt t="364341" x="4254500" y="3778250"/>
          <p14:tracePt t="364361" x="4298950" y="3784600"/>
          <p14:tracePt t="364393" x="4425950" y="3810000"/>
          <p14:tracePt t="364424" x="4533900" y="3854450"/>
          <p14:tracePt t="364457" x="4572000" y="3867150"/>
          <p14:tracePt t="364507" x="4540250" y="3841750"/>
          <p14:tracePt t="364557" x="4552950" y="3822700"/>
          <p14:tracePt t="364590" x="4648200" y="3803650"/>
          <p14:tracePt t="364609" x="4743450" y="3784600"/>
          <p14:tracePt t="364640" x="5283200" y="3708400"/>
          <p14:tracePt t="364673" x="5562600" y="3632200"/>
          <p14:tracePt t="364706" x="5588000" y="3594100"/>
          <p14:tracePt t="364740" x="5461000" y="3536950"/>
          <p14:tracePt t="364773" x="5327650" y="3467100"/>
          <p14:tracePt t="364806" x="5245100" y="3403600"/>
          <p14:tracePt t="364840" x="5200650" y="3352800"/>
          <p14:tracePt t="364873" x="5219700" y="3308350"/>
          <p14:tracePt t="364906" x="5295900" y="3251200"/>
          <p14:tracePt t="364939" x="5397500" y="3213100"/>
          <p14:tracePt t="364972" x="5480050" y="3200400"/>
          <p14:tracePt t="365022" x="5429250" y="3187700"/>
          <p14:tracePt t="365055" x="5321300" y="3187700"/>
          <p14:tracePt t="365089" x="5156200" y="3187700"/>
          <p14:tracePt t="365122" x="5080000" y="3187700"/>
          <p14:tracePt t="365155" x="5118100" y="3175000"/>
          <p14:tracePt t="365189" x="5257800" y="3111500"/>
          <p14:tracePt t="365221" x="5378450" y="3079750"/>
          <p14:tracePt t="365255" x="5403850" y="3060700"/>
          <p14:tracePt t="365288" x="5365750" y="3054350"/>
          <p14:tracePt t="365321" x="5162550" y="3054350"/>
          <p14:tracePt t="365354" x="4781550" y="3028950"/>
          <p14:tracePt t="365388" x="4464050" y="3035300"/>
          <p14:tracePt t="365422" x="4241800" y="3124200"/>
          <p14:tracePt t="365454" x="4171950" y="3194050"/>
          <p14:tracePt t="365488" x="3968750" y="3498850"/>
          <p14:tracePt t="365520" x="3613150" y="4095750"/>
          <p14:tracePt t="365554" x="3067050" y="5080000"/>
          <p14:tracePt t="365572" x="2990850" y="5251450"/>
          <p14:tracePt t="365603" x="2844800" y="5530850"/>
          <p14:tracePt t="365640" x="2832100" y="5568950"/>
          <p14:tracePt t="365672" x="2825750" y="5581650"/>
          <p14:tracePt t="365703" x="2819400" y="5581650"/>
          <p14:tracePt t="365870" x="2813050" y="5581650"/>
          <p14:tracePt t="365903" x="2813050" y="5575300"/>
          <p14:tracePt t="365938" x="2844800" y="5549900"/>
          <p14:tracePt t="365971" x="2870200" y="5524500"/>
          <p14:tracePt t="366002" x="2895600" y="5511800"/>
          <p14:tracePt t="366052" x="2946400" y="5480050"/>
          <p14:tracePt t="366070" x="2990850" y="5467350"/>
          <p14:tracePt t="366102" x="3079750" y="5435600"/>
          <p14:tracePt t="366124" x="3175000" y="5429250"/>
          <p14:tracePt t="366156" x="3276600" y="5429250"/>
          <p14:tracePt t="366187" x="3517900" y="5429250"/>
          <p14:tracePt t="366218" x="3638550" y="5429250"/>
          <p14:tracePt t="366268" x="3676650" y="5441950"/>
          <p14:tracePt t="366304" x="3676650" y="5448300"/>
          <p14:tracePt t="366336" x="3670300" y="5454650"/>
          <p14:tracePt t="366384" x="3663950" y="5461000"/>
          <p14:tracePt t="366503" x="3670300" y="5467350"/>
          <p14:tracePt t="366535" x="3676650" y="5467350"/>
          <p14:tracePt t="366949" x="3816350" y="5467350"/>
          <p14:tracePt t="366982" x="3930650" y="5480050"/>
          <p14:tracePt t="367015" x="4051300" y="5492750"/>
          <p14:tracePt t="367034" x="4083050" y="5499100"/>
          <p14:tracePt t="367065" x="4146550" y="5505450"/>
          <p14:tracePt t="367098" x="4210050" y="5505450"/>
          <p14:tracePt t="367131" x="4305300" y="5505450"/>
          <p14:tracePt t="367165" x="4381500" y="5492750"/>
          <p14:tracePt t="367198" x="4533900" y="5467350"/>
          <p14:tracePt t="367216" x="4572000" y="5461000"/>
          <p14:tracePt t="367248" x="4730750" y="5448300"/>
          <p14:tracePt t="367266" x="4775200" y="5441950"/>
          <p14:tracePt t="367298" x="4933950" y="5416550"/>
          <p14:tracePt t="367331" x="4997450" y="5410200"/>
          <p14:tracePt t="367364" x="5099050" y="5397500"/>
          <p14:tracePt t="367397" x="5162550" y="5391150"/>
          <p14:tracePt t="367431" x="5245100" y="5391150"/>
          <p14:tracePt t="367465" x="5302250" y="5372100"/>
          <p14:tracePt t="367497" x="5346700" y="5359400"/>
          <p14:tracePt t="367530" x="5410200" y="5353050"/>
          <p14:tracePt t="367563" x="5454650" y="5353050"/>
          <p14:tracePt t="367596" x="5568950" y="5353050"/>
          <p14:tracePt t="367630" x="5657850" y="5353050"/>
          <p14:tracePt t="367663" x="5778500" y="5353050"/>
          <p14:tracePt t="367696" x="5822950" y="5353050"/>
          <p14:tracePt t="367729" x="5848350" y="5359400"/>
          <p14:tracePt t="367763" x="5880100" y="5359400"/>
          <p14:tracePt t="367796" x="5918200" y="5359400"/>
          <p14:tracePt t="367814" x="5975350" y="5372100"/>
          <p14:tracePt t="367846" x="6115050" y="5372100"/>
          <p14:tracePt t="367879" x="6324600" y="5378450"/>
          <p14:tracePt t="367912" x="6515100" y="5384800"/>
          <p14:tracePt t="367931" x="6623050" y="5384800"/>
          <p14:tracePt t="367962" x="6667500" y="5384800"/>
          <p14:tracePt t="367995" x="6718300" y="5397500"/>
          <p14:tracePt t="368028" x="6756400" y="5410200"/>
          <p14:tracePt t="368061" x="6794500" y="5429250"/>
          <p14:tracePt t="368095" x="6832600" y="5429250"/>
          <p14:tracePt t="368128" x="6870700" y="5429250"/>
          <p14:tracePt t="368161" x="6946900" y="5429250"/>
          <p14:tracePt t="368180" x="6965950" y="5422900"/>
          <p14:tracePt t="368211" x="7004050" y="5397500"/>
          <p14:tracePt t="368244" x="7010400" y="5397500"/>
          <p14:tracePt t="368394" x="7029450" y="5410200"/>
          <p14:tracePt t="368427" x="7054850" y="5422900"/>
          <p14:tracePt t="368447" x="7086600" y="5429250"/>
          <p14:tracePt t="368479" x="7162800" y="5441950"/>
          <p14:tracePt t="368510" x="7239000" y="5441950"/>
          <p14:tracePt t="368546" x="7321550" y="5429250"/>
          <p14:tracePt t="368578" x="7391400" y="5391150"/>
          <p14:tracePt t="368610" x="7410450" y="5378450"/>
          <p14:tracePt t="368646" x="7423150" y="5378450"/>
          <p14:tracePt t="368729" x="7416800" y="5378450"/>
          <p14:tracePt t="368776" x="7410450" y="5384800"/>
          <p14:tracePt t="368861" x="7404100" y="5391150"/>
          <p14:tracePt t="368908" x="7397750" y="5391150"/>
          <p14:tracePt t="368992" x="7397750" y="5397500"/>
          <p14:tracePt t="369058" x="7391400" y="5397500"/>
          <p14:tracePt t="369094" x="7385050" y="5397500"/>
          <p14:tracePt t="369126" x="7378700" y="5397500"/>
          <p14:tracePt t="375187" x="6546850" y="5321300"/>
          <p14:tracePt t="375220" x="5670550" y="5245100"/>
          <p14:tracePt t="375253" x="4616450" y="5143500"/>
          <p14:tracePt t="375287" x="4197350" y="5130800"/>
          <p14:tracePt t="375320" x="3492500" y="5111750"/>
          <p14:tracePt t="375353" x="3048000" y="5156200"/>
          <p14:tracePt t="375387" x="2590800" y="5156200"/>
          <p14:tracePt t="375420" x="2355850" y="5162550"/>
          <p14:tracePt t="375453" x="2241550" y="5162550"/>
          <p14:tracePt t="375486" x="2076450" y="5187950"/>
          <p14:tracePt t="375520" x="1898650" y="5245100"/>
          <p14:tracePt t="375538" x="1809750" y="5289550"/>
          <p14:tracePt t="375570" x="1689100" y="5359400"/>
          <p14:tracePt t="375604" x="1517650" y="5486400"/>
          <p14:tracePt t="375621" x="1498600" y="5499100"/>
          <p14:tracePt t="375655" x="1441450" y="5537200"/>
          <p14:tracePt t="375687" x="1416050" y="5556250"/>
          <p14:tracePt t="375719" x="1403350" y="5562600"/>
          <p14:tracePt t="375768" x="1365250" y="5581650"/>
          <p14:tracePt t="375802" x="1320800" y="5588000"/>
          <p14:tracePt t="375835" x="1219200" y="5613400"/>
          <p14:tracePt t="375868" x="1079500" y="5651500"/>
          <p14:tracePt t="375907" x="863600" y="5753100"/>
          <p14:tracePt t="375920" x="844550" y="5765800"/>
          <p14:tracePt t="375936" x="819150" y="5772150"/>
          <p14:tracePt t="375971" x="793750" y="5784850"/>
          <p14:tracePt t="376017" x="787400" y="5791200"/>
          <p14:tracePt t="376054" x="781050" y="5791200"/>
          <p14:tracePt t="376073" x="774700" y="5797550"/>
          <p14:tracePt t="376200" x="781050" y="5797550"/>
          <p14:tracePt t="376266" x="793750" y="5797550"/>
          <p14:tracePt t="376350" x="806450" y="5791200"/>
          <p14:tracePt t="376386" x="812800" y="5784850"/>
          <p14:tracePt t="376418" x="825500" y="5784850"/>
          <p14:tracePt t="376466" x="838200" y="5772150"/>
          <p14:tracePt t="376487" x="863600" y="5772150"/>
          <p14:tracePt t="376518" x="1003300" y="5753100"/>
          <p14:tracePt t="376565" x="1314450" y="5702300"/>
          <p14:tracePt t="376585" x="1485900" y="5689600"/>
          <p14:tracePt t="376617" x="1670050" y="5664200"/>
          <p14:tracePt t="376648" x="1765300" y="5664200"/>
          <p14:tracePt t="376682" x="1822450" y="5664200"/>
          <p14:tracePt t="376703" x="1841500" y="5670550"/>
          <p14:tracePt t="376733" x="1847850" y="5676900"/>
          <p14:tracePt t="376815" x="1847850" y="5683250"/>
          <p14:tracePt t="376981" x="1854200" y="5689600"/>
          <p14:tracePt t="377014" x="1892300" y="5695950"/>
          <p14:tracePt t="377035" x="1943100" y="5702300"/>
          <p14:tracePt t="377066" x="2044700" y="5715000"/>
          <p14:tracePt t="377082" x="2152650" y="5727700"/>
          <p14:tracePt t="377114" x="2266950" y="5727700"/>
          <p14:tracePt t="377135" x="2362200" y="5740400"/>
          <p14:tracePt t="377180" x="2476500" y="5740400"/>
          <p14:tracePt t="377213" x="2482850" y="5740400"/>
          <p14:tracePt t="377263" x="2463800" y="5740400"/>
          <p14:tracePt t="377296" x="2451100" y="5740400"/>
          <p14:tracePt t="377379" x="2438400" y="5740400"/>
          <p14:tracePt t="377445" x="2425700" y="5740400"/>
          <p14:tracePt t="377479" x="2413000" y="5727700"/>
          <p14:tracePt t="377545" x="2400300" y="5727700"/>
          <p14:tracePt t="377579" x="2387600" y="5727700"/>
          <p14:tracePt t="377599" x="2381250" y="5721350"/>
          <p14:tracePt t="377645" x="2362200" y="5721350"/>
          <p14:tracePt t="377678" x="2349500" y="5715000"/>
          <p14:tracePt t="377711" x="2324100" y="5715000"/>
          <p14:tracePt t="377745" x="2298700" y="5715000"/>
          <p14:tracePt t="377778" x="2273300" y="5715000"/>
          <p14:tracePt t="377844" x="2266950" y="5715000"/>
          <p14:tracePt t="377894" x="2254250" y="5715000"/>
          <p14:tracePt t="377922" x="2241550" y="5708650"/>
          <p14:tracePt t="377961" x="2209800" y="5702300"/>
          <p14:tracePt t="377994" x="2108200" y="5689600"/>
          <p14:tracePt t="378027" x="2032000" y="5676900"/>
          <p14:tracePt t="378061" x="1905000" y="5689600"/>
          <p14:tracePt t="378093" x="1835150" y="5695950"/>
          <p14:tracePt t="378113" x="1809750" y="5695950"/>
          <p14:tracePt t="378143" x="1790700" y="5702300"/>
          <p14:tracePt t="378177" x="1778000" y="5708650"/>
          <p14:tracePt t="378758" x="1784350" y="5702300"/>
          <p14:tracePt t="378824" x="1784350" y="5689600"/>
          <p14:tracePt t="379173" x="1784350" y="5734050"/>
          <p14:tracePt t="379206" x="1771650" y="5816600"/>
          <p14:tracePt t="379240" x="1746250" y="5905500"/>
          <p14:tracePt t="379273" x="1670050" y="6032500"/>
          <p14:tracePt t="379307" x="1612900" y="6108700"/>
          <p14:tracePt t="379339" x="1568450" y="6146800"/>
          <p14:tracePt t="379358" x="1555750" y="6159500"/>
          <p14:tracePt t="379389" x="1524000" y="6178550"/>
          <p14:tracePt t="379422" x="1479550" y="6191250"/>
          <p14:tracePt t="379458" x="1441450" y="6197600"/>
          <p14:tracePt t="379491" x="1384300" y="6197600"/>
          <p14:tracePt t="379522" x="1295400" y="6172200"/>
          <p14:tracePt t="379543" x="1244600" y="6153150"/>
          <p14:tracePt t="379574" x="1155700" y="6115050"/>
          <p14:tracePt t="379605" x="1111250" y="6102350"/>
          <p14:tracePt t="379639" x="1092200" y="6102350"/>
          <p14:tracePt t="379660" x="1092200" y="6096000"/>
          <p14:tracePt t="379721" x="1085850" y="6089650"/>
          <p14:tracePt t="379854" x="1092200" y="6089650"/>
          <p14:tracePt t="379875" x="1092200" y="6083300"/>
          <p14:tracePt t="379906" x="1104900" y="6083300"/>
          <p14:tracePt t="379970" x="1117600" y="6083300"/>
          <p14:tracePt t="379992" x="1123950" y="6083300"/>
          <p14:tracePt t="380022" x="1136650" y="6076950"/>
          <p14:tracePt t="380053" x="1162050" y="6076950"/>
          <p14:tracePt t="380075" x="1231900" y="6076950"/>
          <p14:tracePt t="380108" x="1327150" y="6083300"/>
          <p14:tracePt t="380138" x="1447800" y="6089650"/>
          <p14:tracePt t="380170" x="1555750" y="6096000"/>
          <p14:tracePt t="380191" x="1625600" y="6115050"/>
          <p14:tracePt t="380221" x="1676400" y="6115050"/>
          <p14:tracePt t="380253" x="1714500" y="6121400"/>
          <p14:tracePt t="380286" x="1739900" y="6127750"/>
          <p14:tracePt t="380307" x="1758950" y="6134100"/>
          <p14:tracePt t="380338" x="1778000" y="6134100"/>
          <p14:tracePt t="380386" x="1803400" y="6134100"/>
          <p14:tracePt t="380408" x="1816100" y="6140450"/>
          <p14:tracePt t="380469" x="1828800" y="6140450"/>
          <p14:tracePt t="380502" x="1841500" y="6140450"/>
          <p14:tracePt t="380552" x="1847850" y="6146800"/>
          <p14:tracePt t="380585" x="1860550" y="6146800"/>
          <p14:tracePt t="380635" x="1873250" y="6146800"/>
          <p14:tracePt t="380669" x="1879600" y="6146800"/>
          <p14:tracePt t="380703" x="1892300" y="6146800"/>
          <p14:tracePt t="380751" x="1917700" y="6146800"/>
          <p14:tracePt t="380784" x="1968500" y="6153150"/>
          <p14:tracePt t="380818" x="2108200" y="6159500"/>
          <p14:tracePt t="380839" x="2171700" y="6172200"/>
          <p14:tracePt t="380884" x="2273300" y="6184900"/>
          <p14:tracePt t="380917" x="2317750" y="6197600"/>
          <p14:tracePt t="380946" x="2324100" y="6203950"/>
          <p14:tracePt t="380983" x="2330450" y="6203950"/>
          <p14:tracePt t="381017" x="2343150" y="6203950"/>
          <p14:tracePt t="381083" x="2355850" y="6203950"/>
          <p14:tracePt t="381116" x="2362200" y="6203950"/>
          <p14:tracePt t="381149" x="2368550" y="6203950"/>
          <p14:tracePt t="381199" x="2393950" y="6203950"/>
          <p14:tracePt t="381233" x="2438400" y="6203950"/>
          <p14:tracePt t="381266" x="2527300" y="6197600"/>
          <p14:tracePt t="381299" x="2667000" y="6184900"/>
          <p14:tracePt t="381332" x="2844800" y="6172200"/>
          <p14:tracePt t="381366" x="2940050" y="6165850"/>
          <p14:tracePt t="381400" x="2990850" y="6165850"/>
          <p14:tracePt t="381432" x="3016250" y="6165850"/>
          <p14:tracePt t="381465" x="3022600" y="6159500"/>
          <p14:tracePt t="381499" x="3041650" y="6159500"/>
          <p14:tracePt t="381531" x="3054350" y="6159500"/>
          <p14:tracePt t="381565" x="3073400" y="6159500"/>
          <p14:tracePt t="381598" x="3086100" y="6159500"/>
          <p14:tracePt t="381648" x="3092450" y="6159500"/>
          <p14:tracePt t="381668" x="3098800" y="6159500"/>
          <p14:tracePt t="381699" x="3105150" y="6153150"/>
          <p14:tracePt t="381731" x="3117850" y="6153150"/>
          <p14:tracePt t="381781" x="3136900" y="6153150"/>
          <p14:tracePt t="381814" x="3149600" y="6153150"/>
          <p14:tracePt t="381847" x="3219450" y="6153150"/>
          <p14:tracePt t="381880" x="3276600" y="6153150"/>
          <p14:tracePt t="381914" x="3352800" y="6153150"/>
          <p14:tracePt t="381947" x="3390900" y="6153150"/>
          <p14:tracePt t="381980" x="3416300" y="6153150"/>
          <p14:tracePt t="382013" x="3435350" y="6146800"/>
          <p14:tracePt t="382066" x="3441700" y="6140450"/>
          <p14:tracePt t="382098" x="3435350" y="6134100"/>
          <p14:tracePt t="382129" x="3422650" y="6134100"/>
          <p14:tracePt t="382166" x="3409950" y="6134100"/>
          <p14:tracePt t="382183" x="3390900" y="6127750"/>
          <p14:tracePt t="382215" x="3371850" y="6121400"/>
          <p14:tracePt t="382246" x="3302000" y="6108700"/>
          <p14:tracePt t="382282" x="3225800" y="6096000"/>
          <p14:tracePt t="382314" x="3168650" y="6096000"/>
          <p14:tracePt t="382331" x="3155950" y="6102350"/>
          <p14:tracePt t="382365" x="3143250" y="6127750"/>
          <p14:tracePt t="382398" x="3143250" y="6146800"/>
          <p14:tracePt t="382429" x="3143250" y="6165850"/>
          <p14:tracePt t="382451" x="3187700" y="6172200"/>
          <p14:tracePt t="382480" x="3270250" y="6172200"/>
          <p14:tracePt t="382511" x="3365500" y="6153150"/>
          <p14:tracePt t="382545" x="3448050" y="6115050"/>
          <p14:tracePt t="382581" x="3479800" y="6076950"/>
          <p14:tracePt t="382613" x="3473450" y="6045200"/>
          <p14:tracePt t="382645" x="3429000" y="6013450"/>
          <p14:tracePt t="382666" x="3359150" y="5956300"/>
          <p14:tracePt t="382683" x="3327400" y="5930900"/>
          <p14:tracePt t="382713" x="3206750" y="5848350"/>
          <p14:tracePt t="382745" x="3073400" y="5797550"/>
          <p14:tracePt t="382794" x="2990850" y="5803900"/>
          <p14:tracePt t="382830" x="2959100" y="5822950"/>
          <p14:tracePt t="382877" x="2959100" y="5848350"/>
          <p14:tracePt t="382899" x="2965450" y="5861050"/>
          <p14:tracePt t="382929" x="2997200" y="5886450"/>
          <p14:tracePt t="382966" x="3054350" y="5905500"/>
          <p14:tracePt t="383010" x="3238500" y="5956300"/>
          <p14:tracePt t="383046" x="3378200" y="5956300"/>
          <p14:tracePt t="383093" x="3441700" y="5918200"/>
          <p14:tracePt t="383114" x="3448050" y="5899150"/>
          <p14:tracePt t="383145" x="3454400" y="5880100"/>
          <p14:tracePt t="383176" x="3448050" y="5861050"/>
          <p14:tracePt t="383195" x="3435350" y="5861050"/>
          <p14:tracePt t="383243" x="3409950" y="5861050"/>
          <p14:tracePt t="383292" x="3397250" y="5867400"/>
          <p14:tracePt t="383325" x="3390900" y="5867400"/>
          <p14:tracePt t="383691" x="3302000" y="5880100"/>
          <p14:tracePt t="383711" x="3263900" y="5886450"/>
          <p14:tracePt t="383742" x="3206750" y="5905500"/>
          <p14:tracePt t="383774" x="3149600" y="5949950"/>
          <p14:tracePt t="383807" x="3105150" y="6013450"/>
          <p14:tracePt t="383840" x="3086100" y="6076950"/>
          <p14:tracePt t="383874" x="3117850" y="6146800"/>
          <p14:tracePt t="383907" x="3181350" y="6165850"/>
          <p14:tracePt t="383940" x="3251200" y="6172200"/>
          <p14:tracePt t="383978" x="3378200" y="6146800"/>
          <p14:tracePt t="384006" x="3429000" y="6121400"/>
          <p14:tracePt t="384040" x="3517900" y="6057900"/>
          <p14:tracePt t="384058" x="3530600" y="6045200"/>
          <p14:tracePt t="384090" x="3536950" y="5994400"/>
          <p14:tracePt t="384123" x="3524250" y="5969000"/>
          <p14:tracePt t="384156" x="3454400" y="5911850"/>
          <p14:tracePt t="384189" x="3378200" y="5873750"/>
          <p14:tracePt t="384209" x="3295650" y="5867400"/>
          <p14:tracePt t="384224" x="3263900" y="5867400"/>
          <p14:tracePt t="384255" x="3162300" y="5867400"/>
          <p14:tracePt t="384289" x="3079750" y="5905500"/>
          <p14:tracePt t="384322" x="3016250" y="5943600"/>
          <p14:tracePt t="384355" x="3009900" y="5975350"/>
          <p14:tracePt t="384389" x="3028950" y="6000750"/>
          <p14:tracePt t="384421" x="3079750" y="6026150"/>
          <p14:tracePt t="384455" x="3168650" y="6045200"/>
          <p14:tracePt t="384488" x="3276600" y="6064250"/>
          <p14:tracePt t="384522" x="3378200" y="6057900"/>
          <p14:tracePt t="384555" x="3422650" y="6000750"/>
          <p14:tracePt t="384588" x="3429000" y="5956300"/>
          <p14:tracePt t="384621" x="3429000" y="5930900"/>
          <p14:tracePt t="384654" x="3409950" y="5924550"/>
          <p14:tracePt t="384688" x="3403600" y="5924550"/>
          <p14:tracePt t="384721" x="3397250" y="5924550"/>
          <p14:tracePt t="384755" x="3397250" y="5930900"/>
          <p14:tracePt t="384787" x="3397250" y="5943600"/>
          <p14:tracePt t="385169" x="3397250" y="5848350"/>
          <p14:tracePt t="385202" x="3403600" y="5695950"/>
          <p14:tracePt t="385236" x="3409950" y="5461000"/>
          <p14:tracePt t="385269" x="3441700" y="5207000"/>
          <p14:tracePt t="385302" x="3441700" y="4864100"/>
          <p14:tracePt t="385323" x="3441700" y="4705350"/>
          <p14:tracePt t="385354" x="3441700" y="4540250"/>
          <p14:tracePt t="385385" x="3422650" y="4406900"/>
          <p14:tracePt t="385418" x="3416300" y="4324350"/>
          <p14:tracePt t="385452" x="3409950" y="4140200"/>
          <p14:tracePt t="385485" x="3378200" y="3911600"/>
          <p14:tracePt t="385518" x="3263900" y="3448050"/>
          <p14:tracePt t="385551" x="3168650" y="3117850"/>
          <p14:tracePt t="385573" x="3092450" y="2901950"/>
          <p14:tracePt t="385605" x="3016250" y="2673350"/>
          <p14:tracePt t="385636" x="2959100" y="2546350"/>
          <p14:tracePt t="385668" x="2914650" y="2451100"/>
          <p14:tracePt t="385701" x="2895600" y="2400300"/>
          <p14:tracePt t="385734" x="2882900" y="2387600"/>
          <p14:tracePt t="385769" x="2863850" y="2387600"/>
          <p14:tracePt t="385800" x="2863850" y="2400300"/>
          <p14:tracePt t="385822" x="2857500" y="2413000"/>
          <p14:tracePt t="385855" x="2832100" y="2425700"/>
          <p14:tracePt t="385871" x="2819400" y="2432050"/>
          <p14:tracePt t="385916" x="2800350" y="2451100"/>
          <p14:tracePt t="385950" x="2794000" y="2463800"/>
          <p14:tracePt t="385983" x="2787650" y="2476500"/>
          <p14:tracePt t="386018" x="2787650" y="2495550"/>
          <p14:tracePt t="386049" x="2787650" y="2501900"/>
          <p14:tracePt t="386099" x="2787650" y="2508250"/>
          <p14:tracePt t="386149" x="2794000" y="2495550"/>
          <p14:tracePt t="386182" x="2794000" y="2482850"/>
          <p14:tracePt t="386215" x="2794000" y="2470150"/>
          <p14:tracePt t="386237" x="2794000" y="2457450"/>
          <p14:tracePt t="386282" x="2787650" y="2451100"/>
          <p14:tracePt t="386315" x="2781300" y="2444750"/>
          <p14:tracePt t="386337" x="2774950" y="2438400"/>
          <p14:tracePt t="386367" x="2762250" y="2432050"/>
          <p14:tracePt t="386398" x="2762250" y="2425700"/>
          <p14:tracePt t="386431" x="2762250" y="2419350"/>
          <p14:tracePt t="386453" x="2774950" y="2413000"/>
          <p14:tracePt t="386498" x="2819400" y="2393950"/>
          <p14:tracePt t="386531" x="2908300" y="2362200"/>
          <p14:tracePt t="386564" x="2978150" y="2349500"/>
          <p14:tracePt t="386598" x="3028950" y="2343150"/>
          <p14:tracePt t="386631" x="3035300" y="2336800"/>
          <p14:tracePt t="386680" x="3022600" y="2336800"/>
          <p14:tracePt t="386714" x="2997200" y="2349500"/>
          <p14:tracePt t="386747" x="2978150" y="2355850"/>
          <p14:tracePt t="386767" x="2971800" y="2355850"/>
          <p14:tracePt t="386799" x="2940050" y="2368550"/>
          <p14:tracePt t="386830" x="2927350" y="2381250"/>
          <p14:tracePt t="386863" x="2914650" y="2406650"/>
          <p14:tracePt t="386897" x="2921000" y="2476500"/>
          <p14:tracePt t="386930" x="2952750" y="2603500"/>
          <p14:tracePt t="386963" x="2971800" y="2774950"/>
          <p14:tracePt t="387003" x="2927350" y="3035300"/>
          <p14:tracePt t="387029" x="2908300" y="3067050"/>
          <p14:tracePt t="387062" x="2895600" y="3086100"/>
          <p14:tracePt t="387095" x="2882900" y="3086100"/>
          <p14:tracePt t="387129" x="2895600" y="3086100"/>
          <p14:tracePt t="387162" x="2978150" y="3060700"/>
          <p14:tracePt t="387181" x="3060700" y="3041650"/>
          <p14:tracePt t="387212" x="3302000" y="3009900"/>
          <p14:tracePt t="387245" x="3575050" y="2971800"/>
          <p14:tracePt t="387264" x="3695700" y="2946400"/>
          <p14:tracePt t="387295" x="3778250" y="2914650"/>
          <p14:tracePt t="387328" x="3784600" y="2908300"/>
          <p14:tracePt t="387363" x="3746500" y="2901950"/>
          <p14:tracePt t="387395" x="3702050" y="2914650"/>
          <p14:tracePt t="387428" x="3556000" y="2933700"/>
          <p14:tracePt t="387461" x="3194050" y="2971800"/>
          <p14:tracePt t="387495" x="2895600" y="3022600"/>
          <p14:tracePt t="387528" x="2622550" y="3079750"/>
          <p14:tracePt t="387546" x="2565400" y="3098800"/>
          <p14:tracePt t="387578" x="2463800" y="3130550"/>
          <p14:tracePt t="387611" x="2432050" y="3136900"/>
          <p14:tracePt t="387644" x="2425700" y="3136900"/>
          <p14:tracePt t="387694" x="2451100" y="3130550"/>
          <p14:tracePt t="387727" x="2470150" y="3117850"/>
          <p14:tracePt t="387760" x="2501900" y="3098800"/>
          <p14:tracePt t="387812" x="2533650" y="3073400"/>
          <p14:tracePt t="387860" x="2571750" y="3054350"/>
          <p14:tracePt t="387893" x="2647950" y="3016250"/>
          <p14:tracePt t="387911" x="2660650" y="3009900"/>
          <p14:tracePt t="387943" x="2673350" y="3009900"/>
          <p14:tracePt t="387979" x="2660650" y="3003550"/>
          <p14:tracePt t="388017" x="2628900" y="3009900"/>
          <p14:tracePt t="388045" x="2565400" y="3028950"/>
          <p14:tracePt t="388079" x="2419350" y="3054350"/>
          <p14:tracePt t="388111" x="2019300" y="3079750"/>
          <p14:tracePt t="388127" x="1917700" y="3092450"/>
          <p14:tracePt t="388159" x="1600200" y="3111500"/>
          <p14:tracePt t="388195" x="1327150" y="3143250"/>
          <p14:tracePt t="388227" x="1143000" y="3168650"/>
          <p14:tracePt t="388259" x="1085850" y="3181350"/>
          <p14:tracePt t="388281" x="1079500" y="3181350"/>
          <p14:tracePt t="388394" x="1079500" y="3187700"/>
          <p14:tracePt t="388427" x="1098550" y="3187700"/>
          <p14:tracePt t="388458" x="1200150" y="3175000"/>
          <p14:tracePt t="388479" x="1346200" y="3162300"/>
          <p14:tracePt t="388509" x="1720850" y="3143250"/>
          <p14:tracePt t="388541" x="2190750" y="3098800"/>
          <p14:tracePt t="388590" x="2844800" y="2997200"/>
          <p14:tracePt t="388627" x="3143250" y="2959100"/>
          <p14:tracePt t="388659" x="3206750" y="2940050"/>
          <p14:tracePt t="388707" x="3213100" y="2940050"/>
          <p14:tracePt t="388790" x="3206750" y="2940050"/>
          <p14:tracePt t="388809" x="3219450" y="2946400"/>
          <p14:tracePt t="388841" x="3232150" y="2946400"/>
          <p14:tracePt t="388889" x="3282950" y="2965450"/>
          <p14:tracePt t="388911" x="3352800" y="2984500"/>
          <p14:tracePt t="388944" x="3568700" y="3028950"/>
          <p14:tracePt t="388975" x="3943350" y="3092450"/>
          <p14:tracePt t="389006" x="4445000" y="3124200"/>
          <p14:tracePt t="389056" x="4692650" y="3117850"/>
          <p14:tracePt t="389105" x="4705350" y="3111500"/>
          <p14:tracePt t="389127" x="4686300" y="3105150"/>
          <p14:tracePt t="389160" x="4667250" y="3105150"/>
          <p14:tracePt t="389205" x="4648200" y="3105150"/>
          <p14:tracePt t="389238" x="4616450" y="3105150"/>
          <p14:tracePt t="389260" x="4597400" y="3111500"/>
          <p14:tracePt t="389290" x="4438650" y="3130550"/>
          <p14:tracePt t="389307" x="4229100" y="3162300"/>
          <p14:tracePt t="389338" x="3975100" y="3213100"/>
          <p14:tracePt t="389359" x="3479800" y="3384550"/>
          <p14:tracePt t="389405" x="3079750" y="3689350"/>
          <p14:tracePt t="389438" x="2921000" y="3898900"/>
          <p14:tracePt t="389459" x="2882900" y="4019550"/>
          <p14:tracePt t="389489" x="2876550" y="4330700"/>
          <p14:tracePt t="389521" x="2901950" y="4514850"/>
          <p14:tracePt t="389554" x="2921000" y="4686300"/>
          <p14:tracePt t="389587" x="2921000" y="4895850"/>
          <p14:tracePt t="389606" x="2921000" y="4933950"/>
          <p14:tracePt t="389637" x="2921000" y="5092700"/>
          <p14:tracePt t="389670" x="2921000" y="5149850"/>
          <p14:tracePt t="389703" x="2933700" y="5264150"/>
          <p14:tracePt t="389737" x="2978150" y="5384800"/>
          <p14:tracePt t="389770" x="3041650" y="5518150"/>
          <p14:tracePt t="389789" x="3060700" y="5543550"/>
          <p14:tracePt t="389806" x="3092450" y="5594350"/>
          <p14:tracePt t="389838" x="3124200" y="5645150"/>
          <p14:tracePt t="389870" x="3175000" y="5689600"/>
          <p14:tracePt t="389903" x="3187700" y="5715000"/>
          <p14:tracePt t="389936" x="3213100" y="5759450"/>
          <p14:tracePt t="389969" x="3219450" y="5791200"/>
          <p14:tracePt t="390002" x="3232150" y="5829300"/>
          <p14:tracePt t="390035" x="3238500" y="5861050"/>
          <p14:tracePt t="390069" x="3244850" y="5899150"/>
          <p14:tracePt t="390102" x="3244850" y="5924550"/>
          <p14:tracePt t="390152" x="3244850" y="5943600"/>
          <p14:tracePt t="390517" x="3333750" y="5981700"/>
          <p14:tracePt t="390550" x="3448050" y="6032500"/>
          <p14:tracePt t="390584" x="3619500" y="6115050"/>
          <p14:tracePt t="390618" x="3727450" y="6159500"/>
          <p14:tracePt t="390650" x="3765550" y="6184900"/>
          <p14:tracePt t="390683" x="3771900" y="6203950"/>
          <p14:tracePt t="390733" x="3765550" y="6210300"/>
          <p14:tracePt t="390784" x="3752850" y="6210300"/>
          <p14:tracePt t="390816" x="3746500" y="6210300"/>
          <p14:tracePt t="390883" x="3752850" y="6216650"/>
          <p14:tracePt t="390916" x="3816350" y="6242050"/>
          <p14:tracePt t="390949" x="4051300" y="6280150"/>
          <p14:tracePt t="390983" x="4387850" y="6311900"/>
          <p14:tracePt t="391016" x="4718050" y="6330950"/>
          <p14:tracePt t="391049" x="4781550" y="6337300"/>
          <p14:tracePt t="391099" x="4699000" y="6337300"/>
          <p14:tracePt t="391132" x="4413250" y="6343650"/>
          <p14:tracePt t="391165" x="3943350" y="6343650"/>
          <p14:tracePt t="391198" x="3346450" y="6369050"/>
          <p14:tracePt t="391232" x="3136900" y="6400800"/>
          <p14:tracePt t="391265" x="3067050" y="6413500"/>
          <p14:tracePt t="391366" x="3079750" y="6400800"/>
          <p14:tracePt t="391398" x="3079750" y="6394450"/>
          <p14:tracePt t="392195" x="2965450" y="6362700"/>
          <p14:tracePt t="392231" x="2794000" y="6311900"/>
          <p14:tracePt t="392263" x="2686050" y="6286500"/>
          <p14:tracePt t="392311" x="2413000" y="6203950"/>
          <p14:tracePt t="392330" x="2273300" y="6172200"/>
          <p14:tracePt t="392361" x="2222500" y="6153150"/>
          <p14:tracePt t="392411" x="2171700" y="6146800"/>
          <p14:tracePt t="392429" x="2165350" y="6146800"/>
          <p14:tracePt t="392477" x="2159000" y="6146800"/>
          <p14:tracePt t="392530" x="2171700" y="6146800"/>
          <p14:tracePt t="392562" x="2197100" y="6146800"/>
          <p14:tracePt t="392610" x="2311400" y="6153150"/>
          <p14:tracePt t="392632" x="2400300" y="6153150"/>
          <p14:tracePt t="392662" x="2495550" y="6165850"/>
          <p14:tracePt t="392693" x="2686050" y="6191250"/>
          <p14:tracePt t="392715" x="2819400" y="6223000"/>
          <p14:tracePt t="392747" x="2921000" y="6254750"/>
          <p14:tracePt t="392793" x="2978150" y="6267450"/>
          <p14:tracePt t="392826" x="2984500" y="6267450"/>
          <p14:tracePt t="392845" x="2990850" y="6267450"/>
          <p14:tracePt t="392909" x="2971800" y="6267450"/>
          <p14:tracePt t="392942" x="2971800" y="6261100"/>
          <p14:tracePt t="395882" x="3022600" y="6172200"/>
          <p14:tracePt t="395900" x="3143250" y="6051550"/>
          <p14:tracePt t="395918" x="3321050" y="5880100"/>
          <p14:tracePt t="395949" x="3784600" y="5486400"/>
          <p14:tracePt t="395998" x="4603750" y="4673600"/>
          <p14:tracePt t="396032" x="5073650" y="4159250"/>
          <p14:tracePt t="396050" x="5143500" y="4051300"/>
          <p14:tracePt t="396098" x="5365750" y="3778250"/>
          <p14:tracePt t="396134" x="5416550" y="3727450"/>
          <p14:tracePt t="396166" x="5441950" y="3683000"/>
          <p14:tracePt t="396214" x="5454650" y="3606800"/>
          <p14:tracePt t="396250" x="5473700" y="3486150"/>
          <p14:tracePt t="396286" x="5480050" y="3384550"/>
          <p14:tracePt t="396319" x="5480050" y="3359150"/>
          <p14:tracePt t="396349" x="5467350" y="3308350"/>
          <p14:tracePt t="396380" x="5448300" y="3257550"/>
          <p14:tracePt t="396402" x="5435600" y="3232150"/>
          <p14:tracePt t="396420" x="5429250" y="3213100"/>
          <p14:tracePt t="396449" x="5422900" y="3200400"/>
          <p14:tracePt t="396497" x="5416550" y="3168650"/>
          <p14:tracePt t="396518" x="5416550" y="3155950"/>
          <p14:tracePt t="396566" x="5416550" y="3136900"/>
          <p14:tracePt t="396613" x="5416550" y="3130550"/>
          <p14:tracePt t="396666" x="5416550" y="3117850"/>
          <p14:tracePt t="396729" x="5416550" y="3111500"/>
          <p14:tracePt t="396812" x="5410200" y="3124200"/>
          <p14:tracePt t="396878" x="5410200" y="3130550"/>
          <p14:tracePt t="397327" x="5276850" y="3429000"/>
          <p14:tracePt t="397360" x="5130800" y="4000500"/>
          <p14:tracePt t="397379" x="5105400" y="4140200"/>
          <p14:tracePt t="397410" x="5067300" y="4648200"/>
          <p14:tracePt t="397429" x="5054600" y="4787900"/>
          <p14:tracePt t="397460" x="5003800" y="5276850"/>
          <p14:tracePt t="397495" x="4972050" y="5556250"/>
          <p14:tracePt t="397526" x="4933950" y="5727700"/>
          <p14:tracePt t="397560" x="4864100" y="5861050"/>
        </p14:tracePtLst>
      </p14:laserTrace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1722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800" dirty="0" smtClean="0">
                <a:cs typeface="Lucida Sans Unicode" panose="020B0602030504020204" pitchFamily="34" charset="0"/>
              </a:rPr>
              <a:t>There </a:t>
            </a:r>
            <a:r>
              <a:rPr lang="en-US" sz="2800" dirty="0">
                <a:cs typeface="Lucida Sans Unicode" panose="020B0602030504020204" pitchFamily="34" charset="0"/>
              </a:rPr>
              <a:t>are, of course, more possible ABCs for </a:t>
            </a:r>
            <a:r>
              <a:rPr lang="en-US" sz="2800" dirty="0" smtClean="0">
                <a:cs typeface="Lucida Sans Unicode" panose="020B0602030504020204" pitchFamily="34" charset="0"/>
              </a:rPr>
              <a:t>numbers. The following adds a type between </a:t>
            </a:r>
            <a:r>
              <a:rPr lang="en-US" sz="2800" dirty="0">
                <a:cs typeface="Lucida Sans Unicode" panose="020B0602030504020204" pitchFamily="34" charset="0"/>
              </a:rPr>
              <a:t>Complex and </a:t>
            </a:r>
            <a:r>
              <a:rPr lang="en-US" sz="2800" dirty="0" smtClean="0">
                <a:cs typeface="Lucida Sans Unicode" panose="020B0602030504020204" pitchFamily="34" charset="0"/>
              </a:rPr>
              <a:t>Real:</a:t>
            </a:r>
            <a:endParaRPr lang="en-US" sz="2800" dirty="0"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endParaRPr lang="en-US" sz="1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from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dataclasses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import *;from numbers import *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@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dataclass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class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Mtyp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(Complex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): pass</a:t>
            </a:r>
          </a:p>
          <a:p>
            <a:pPr marL="0" indent="0">
              <a:lnSpc>
                <a:spcPct val="72000"/>
              </a:lnSpc>
              <a:spcBef>
                <a:spcPts val="0"/>
              </a:spcBef>
              <a:buNone/>
            </a:pPr>
            <a:endParaRPr lang="en-US" sz="2400" spc="-1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nodisp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=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Mytyp.register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(Real);</a:t>
            </a:r>
            <a:r>
              <a:rPr lang="en-US" sz="2400" spc="-100" dirty="0" smtClean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b="1" spc="-100" dirty="0" smtClean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t = </a:t>
            </a:r>
            <a:r>
              <a:rPr lang="en-US" sz="2400" b="1" spc="-100" dirty="0" err="1" smtClean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issubclass</a:t>
            </a:r>
            <a:endParaRPr lang="en-US" sz="2400" b="1" spc="-100" dirty="0">
              <a:solidFill>
                <a:schemeClr val="tx1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 </a:t>
            </a:r>
            <a:r>
              <a:rPr lang="en-US" sz="2400" spc="-100" dirty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t(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Real,Real</a:t>
            </a:r>
            <a:r>
              <a:rPr lang="en-US" sz="2400" spc="-100" dirty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),t(</a:t>
            </a:r>
            <a:r>
              <a:rPr lang="en-US" sz="2400" spc="-100" dirty="0" err="1">
                <a:solidFill>
                  <a:srgbClr val="00A85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Real,Mtyp</a:t>
            </a:r>
            <a:r>
              <a:rPr lang="en-US" sz="2400" spc="-100" dirty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),t(</a:t>
            </a:r>
            <a:r>
              <a:rPr lang="en-US" sz="2400" spc="-100" dirty="0" err="1">
                <a:solidFill>
                  <a:srgbClr val="00B0F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Real,Complex</a:t>
            </a:r>
            <a:r>
              <a:rPr lang="en-US" sz="2400" spc="-100" dirty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True</a:t>
            </a:r>
            <a:r>
              <a:rPr lang="en-US" sz="2400" spc="-100" dirty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solidFill>
                  <a:srgbClr val="00A85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True</a:t>
            </a:r>
            <a:r>
              <a:rPr lang="en-US" sz="2400" spc="-100" dirty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solidFill>
                  <a:srgbClr val="00B0F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True</a:t>
            </a:r>
            <a:r>
              <a:rPr lang="en-US" sz="2400" spc="-100" dirty="0" smtClean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t(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Mtyp,Real</a:t>
            </a:r>
            <a:r>
              <a:rPr lang="en-US" sz="2400" spc="-100" dirty="0" smtClean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),t(</a:t>
            </a:r>
            <a:r>
              <a:rPr lang="en-US" sz="2400" spc="-100" dirty="0" err="1" smtClean="0">
                <a:solidFill>
                  <a:srgbClr val="00A85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Mtyp,Mtyp</a:t>
            </a:r>
            <a:r>
              <a:rPr lang="en-US" sz="2400" spc="-100" dirty="0" smtClean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),t(</a:t>
            </a:r>
            <a:r>
              <a:rPr lang="en-US" sz="2400" spc="-100" dirty="0" err="1" smtClean="0">
                <a:solidFill>
                  <a:srgbClr val="00B0F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Mtyp,Complex</a:t>
            </a:r>
            <a:r>
              <a:rPr lang="en-US" sz="2400" spc="-100" dirty="0" smtClean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False</a:t>
            </a:r>
            <a:r>
              <a:rPr lang="en-US" sz="2400" spc="-100" dirty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solidFill>
                  <a:srgbClr val="00A85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True</a:t>
            </a:r>
            <a:r>
              <a:rPr lang="en-US" sz="2400" spc="-100" dirty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solidFill>
                  <a:srgbClr val="00B0F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True</a:t>
            </a:r>
            <a:r>
              <a:rPr lang="en-US" sz="2400" spc="-100" dirty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2400" spc="-250" dirty="0" smtClean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 t(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Com</a:t>
            </a:r>
            <a:r>
              <a:rPr lang="en-US" sz="2400" spc="-3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pl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ex,Re</a:t>
            </a:r>
            <a:r>
              <a:rPr lang="en-US" sz="2400" spc="-25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al</a:t>
            </a:r>
            <a:r>
              <a:rPr lang="en-US" sz="2400" spc="-250" dirty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),t(</a:t>
            </a:r>
            <a:r>
              <a:rPr lang="en-US" sz="2400" spc="-100" dirty="0" err="1">
                <a:solidFill>
                  <a:srgbClr val="00A85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Com</a:t>
            </a:r>
            <a:r>
              <a:rPr lang="en-US" sz="2400" spc="-300" dirty="0" err="1">
                <a:solidFill>
                  <a:srgbClr val="00A85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pl</a:t>
            </a:r>
            <a:r>
              <a:rPr lang="en-US" sz="2400" spc="-100" dirty="0" err="1">
                <a:solidFill>
                  <a:srgbClr val="00A85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ex,Mty</a:t>
            </a:r>
            <a:r>
              <a:rPr lang="en-US" sz="2400" spc="-250" dirty="0" err="1">
                <a:solidFill>
                  <a:srgbClr val="00A85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p</a:t>
            </a:r>
            <a:r>
              <a:rPr lang="en-US" sz="2400" spc="-250" dirty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),t(</a:t>
            </a:r>
            <a:r>
              <a:rPr lang="en-US" sz="2400" spc="-100" dirty="0" err="1">
                <a:solidFill>
                  <a:srgbClr val="00B0F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Com</a:t>
            </a:r>
            <a:r>
              <a:rPr lang="en-US" sz="2400" spc="-300" dirty="0" err="1">
                <a:solidFill>
                  <a:srgbClr val="00B0F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pl</a:t>
            </a:r>
            <a:r>
              <a:rPr lang="en-US" sz="2400" spc="-100" dirty="0" err="1">
                <a:solidFill>
                  <a:srgbClr val="00B0F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</a:t>
            </a:r>
            <a:r>
              <a:rPr lang="en-US" sz="2400" spc="-300" dirty="0" err="1">
                <a:solidFill>
                  <a:srgbClr val="00B0F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x,</a:t>
            </a:r>
            <a:r>
              <a:rPr lang="en-US" sz="2400" spc="-100" dirty="0" err="1">
                <a:solidFill>
                  <a:srgbClr val="00B0F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Com</a:t>
            </a:r>
            <a:r>
              <a:rPr lang="en-US" sz="2400" spc="-300" dirty="0" err="1">
                <a:solidFill>
                  <a:srgbClr val="00B0F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pl</a:t>
            </a:r>
            <a:r>
              <a:rPr lang="en-US" sz="2400" spc="-100" dirty="0" err="1">
                <a:solidFill>
                  <a:srgbClr val="00B0F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ex</a:t>
            </a:r>
            <a:r>
              <a:rPr lang="en-US" sz="2400" spc="-250" dirty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100" dirty="0">
              <a:solidFill>
                <a:schemeClr val="tx1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False</a:t>
            </a:r>
            <a:r>
              <a:rPr lang="en-US" sz="2400" spc="-100" dirty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solidFill>
                  <a:srgbClr val="00A85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False</a:t>
            </a:r>
            <a:r>
              <a:rPr lang="en-US" sz="2400" spc="-100" dirty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solidFill>
                  <a:srgbClr val="00B0F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True</a:t>
            </a:r>
            <a:r>
              <a:rPr lang="en-US" sz="2400" spc="-100" dirty="0" smtClean="0">
                <a:solidFill>
                  <a:schemeClr val="tx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isinstance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(</a:t>
            </a:r>
            <a:r>
              <a:rPr lang="en-US" sz="2400" spc="-100" dirty="0" smtClean="0">
                <a:solidFill>
                  <a:srgbClr val="D10D9E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1.2,Real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),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isinstance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(</a:t>
            </a:r>
            <a:r>
              <a:rPr lang="en-US" sz="2400" spc="-100" dirty="0" smtClean="0">
                <a:solidFill>
                  <a:srgbClr val="FFC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2j,Real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(</a:t>
            </a:r>
            <a:r>
              <a:rPr lang="en-US" sz="2400" spc="-100" dirty="0">
                <a:solidFill>
                  <a:srgbClr val="D10D9E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True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solidFill>
                  <a:srgbClr val="FFC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False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isinstance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(</a:t>
            </a:r>
            <a:r>
              <a:rPr lang="en-US" sz="2400" spc="-100" dirty="0" smtClean="0">
                <a:solidFill>
                  <a:srgbClr val="D10D9E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1.2,Mtyp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),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isinstance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(</a:t>
            </a:r>
            <a:r>
              <a:rPr lang="en-US" sz="2400" spc="-100" dirty="0" smtClean="0">
                <a:solidFill>
                  <a:srgbClr val="FFC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2j,Mtyp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</a:t>
            </a:r>
            <a:r>
              <a:rPr lang="en-US" sz="2400" spc="-100" dirty="0">
                <a:solidFill>
                  <a:srgbClr val="D10D9E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True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solidFill>
                  <a:srgbClr val="FFC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False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isinstance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(</a:t>
            </a:r>
            <a:r>
              <a:rPr lang="en-US" sz="2400" spc="-100" dirty="0" smtClean="0">
                <a:solidFill>
                  <a:srgbClr val="D10D9E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1.2,Complex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),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isinstance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(</a:t>
            </a:r>
            <a:r>
              <a:rPr lang="en-US" sz="2400" spc="-100" dirty="0" smtClean="0">
                <a:solidFill>
                  <a:srgbClr val="FFC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2j,Complex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</a:t>
            </a:r>
            <a:r>
              <a:rPr lang="en-US" sz="2400" spc="-100" dirty="0">
                <a:solidFill>
                  <a:srgbClr val="D10D9E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True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smtClean="0">
                <a:solidFill>
                  <a:srgbClr val="FFC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True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n-US" sz="2400" spc="-1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n-US" sz="240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Adding </a:t>
            </a:r>
            <a:r>
              <a:rPr lang="en-US" altLang="en-US" sz="4000" dirty="0">
                <a:latin typeface="Elephant" panose="02020904090505020303" pitchFamily="18" charset="0"/>
              </a:rPr>
              <a:t>More </a:t>
            </a:r>
            <a:r>
              <a:rPr lang="en-US" altLang="en-US" sz="4000" dirty="0">
                <a:solidFill>
                  <a:srgbClr val="FF0000"/>
                </a:solidFill>
                <a:latin typeface="Elephant" panose="02020904090505020303" pitchFamily="18" charset="0"/>
              </a:rPr>
              <a:t>Numeric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ABCs</a:t>
            </a:r>
            <a:endParaRPr lang="en-US" altLang="en-US" sz="3200" dirty="0">
              <a:solidFill>
                <a:srgbClr val="FF0000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52400" y="838200"/>
            <a:ext cx="76200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800" kern="0" dirty="0" smtClean="0">
                <a:cs typeface="Lucida Sans Unicode" panose="020B0602030504020204" pitchFamily="34" charset="0"/>
              </a:rPr>
              <a:t/>
            </a:r>
            <a:br>
              <a:rPr lang="en-US" sz="2800" kern="0" dirty="0" smtClean="0">
                <a:cs typeface="Lucida Sans Unicode" panose="020B0602030504020204" pitchFamily="34" charset="0"/>
              </a:rPr>
            </a:br>
            <a:endParaRPr lang="en-US" sz="2800" kern="0" dirty="0" smtClean="0"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1400" kern="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endParaRPr lang="en-US" sz="2400" kern="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endParaRPr lang="en-US" sz="2400" kern="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</a:t>
            </a:r>
            <a:endParaRPr lang="en-US" sz="2400" kern="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7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endParaRPr lang="en-US" sz="2400" kern="0" spc="-100" dirty="0" smtClean="0">
              <a:solidFill>
                <a:schemeClr val="tx1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endParaRPr lang="en-US" sz="2400" kern="0" spc="-100" dirty="0" smtClean="0">
              <a:solidFill>
                <a:schemeClr val="tx1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 smtClean="0">
              <a:solidFill>
                <a:schemeClr val="tx1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endParaRPr lang="en-US" sz="2400" kern="0" spc="-100" dirty="0" smtClean="0">
              <a:solidFill>
                <a:schemeClr val="tx1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2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58563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1759"/>
    </mc:Choice>
    <mc:Fallback xmlns="">
      <p:transition spd="slow" advTm="2917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3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6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1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6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4663" x="5118100" y="3676650"/>
          <p14:tracePt t="44696" x="5264150" y="3155950"/>
          <p14:tracePt t="44714" x="5314950" y="2940050"/>
          <p14:tracePt t="44746" x="5365750" y="2463800"/>
          <p14:tracePt t="44779" x="5391150" y="2190750"/>
          <p14:tracePt t="44812" x="5410200" y="1892300"/>
          <p14:tracePt t="44833" x="5448300" y="1720850"/>
          <p14:tracePt t="44866" x="5486400" y="1612900"/>
          <p14:tracePt t="44897" x="5524500" y="1562100"/>
          <p14:tracePt t="44928" x="5562600" y="1536700"/>
          <p14:tracePt t="44961" x="5600700" y="1536700"/>
          <p14:tracePt t="44995" x="5651500" y="1536700"/>
          <p14:tracePt t="45028" x="5676900" y="1536700"/>
          <p14:tracePt t="45063" x="5740400" y="1562100"/>
          <p14:tracePt t="45094" x="5778500" y="1568450"/>
          <p14:tracePt t="45116" x="5880100" y="1587500"/>
          <p14:tracePt t="45146" x="6013450" y="1600200"/>
          <p14:tracePt t="45179" x="6153150" y="1612900"/>
          <p14:tracePt t="45213" x="6362700" y="1619250"/>
          <p14:tracePt t="45244" x="6667500" y="1631950"/>
          <p14:tracePt t="45262" x="6737350" y="1638300"/>
          <p14:tracePt t="45294" x="7080250" y="1651000"/>
          <p14:tracePt t="45327" x="7219950" y="1651000"/>
          <p14:tracePt t="45360" x="7296150" y="1638300"/>
          <p14:tracePt t="45381" x="7315200" y="1631950"/>
          <p14:tracePt t="45414" x="7378700" y="1651000"/>
          <p14:tracePt t="48818" x="7321550" y="1651000"/>
          <p14:tracePt t="48850" x="6883400" y="1663700"/>
          <p14:tracePt t="48881" x="6470650" y="1733550"/>
          <p14:tracePt t="48914" x="5930900" y="1841500"/>
          <p14:tracePt t="48948" x="5283200" y="1962150"/>
          <p14:tracePt t="48981" x="4972050" y="2025650"/>
          <p14:tracePt t="49014" x="4838700" y="2057400"/>
          <p14:tracePt t="49047" x="4794250" y="2114550"/>
          <p14:tracePt t="49083" x="4794250" y="2133600"/>
          <p14:tracePt t="49116" x="4800600" y="2146300"/>
          <p14:tracePt t="49147" x="4806950" y="2146300"/>
          <p14:tracePt t="49197" x="4819650" y="2133600"/>
          <p14:tracePt t="49230" x="4832350" y="2108200"/>
          <p14:tracePt t="49263" x="4832350" y="2089150"/>
          <p14:tracePt t="49296" x="4832350" y="2082800"/>
          <p14:tracePt t="49396" x="4826000" y="2082800"/>
          <p14:tracePt t="49446" x="4819650" y="2082800"/>
          <p14:tracePt t="49479" x="4806950" y="2082800"/>
          <p14:tracePt t="49512" x="4768850" y="2082800"/>
          <p14:tracePt t="49546" x="4622800" y="2089150"/>
          <p14:tracePt t="49580" x="4203700" y="2114550"/>
          <p14:tracePt t="49601" x="3968750" y="2114550"/>
          <p14:tracePt t="49616" x="3841750" y="2114550"/>
          <p14:tracePt t="49647" x="3549650" y="2114550"/>
          <p14:tracePt t="49679" x="3352800" y="2114550"/>
          <p14:tracePt t="49697" x="3340100" y="2114550"/>
          <p14:tracePt t="49728" x="3327400" y="2114550"/>
          <p14:tracePt t="49778" x="3378200" y="2120900"/>
          <p14:tracePt t="49812" x="3524250" y="2101850"/>
          <p14:tracePt t="49830" x="3644900" y="2082800"/>
          <p14:tracePt t="49878" x="4648200" y="1981200"/>
          <p14:tracePt t="49911" x="5480050" y="1981200"/>
          <p14:tracePt t="49944" x="5822950" y="2006600"/>
          <p14:tracePt t="49977" x="5943600" y="2032000"/>
          <p14:tracePt t="50011" x="5956300" y="2038350"/>
          <p14:tracePt t="50094" x="5949950" y="2038350"/>
          <p14:tracePt t="50115" x="5943600" y="2038350"/>
          <p14:tracePt t="50227" x="5924550" y="2038350"/>
          <p14:tracePt t="50260" x="5899150" y="2038350"/>
          <p14:tracePt t="50293" x="5727700" y="2038350"/>
          <p14:tracePt t="50326" x="5511800" y="2038350"/>
          <p14:tracePt t="50360" x="5314950" y="2044700"/>
          <p14:tracePt t="50378" x="5276850" y="2044700"/>
          <p14:tracePt t="50411" x="5238750" y="2044700"/>
          <p14:tracePt t="50444" x="5226050" y="2051050"/>
          <p14:tracePt t="50874" x="5226050" y="2063750"/>
          <p14:tracePt t="51323" x="5524500" y="2063750"/>
          <p14:tracePt t="51356" x="5886450" y="2057400"/>
          <p14:tracePt t="51389" x="6489700" y="2032000"/>
          <p14:tracePt t="51423" x="6870700" y="2032000"/>
          <p14:tracePt t="51444" x="7086600" y="2038350"/>
          <p14:tracePt t="51474" x="7264400" y="2038350"/>
          <p14:tracePt t="51505" x="7315200" y="2025650"/>
          <p14:tracePt t="51538" x="7321550" y="2019300"/>
          <p14:tracePt t="51572" x="7321550" y="2012950"/>
          <p14:tracePt t="51605" x="7296150" y="2012950"/>
          <p14:tracePt t="51638" x="7283450" y="2012950"/>
          <p14:tracePt t="51673" x="7270750" y="2012950"/>
          <p14:tracePt t="51724" x="7283450" y="2012950"/>
          <p14:tracePt t="51757" x="7315200" y="2006600"/>
          <p14:tracePt t="51788" x="7575550" y="1981200"/>
          <p14:tracePt t="51821" x="7956550" y="1981200"/>
          <p14:tracePt t="51854" x="8293100" y="1981200"/>
          <p14:tracePt t="51888" x="8515350" y="1968500"/>
          <p14:tracePt t="51921" x="8540750" y="1962150"/>
          <p14:tracePt t="51987" x="8528050" y="1962150"/>
          <p14:tracePt t="52020" x="8470900" y="1968500"/>
          <p14:tracePt t="52054" x="8407400" y="1968500"/>
          <p14:tracePt t="52087" x="8286750" y="1974850"/>
          <p14:tracePt t="52120" x="7956550" y="1974850"/>
          <p14:tracePt t="52140" x="7727950" y="1962150"/>
          <p14:tracePt t="52170" x="7423150" y="1968500"/>
          <p14:tracePt t="52203" x="7251700" y="1968500"/>
          <p14:tracePt t="52224" x="7194550" y="1974850"/>
          <p14:tracePt t="52257" x="7181850" y="1974850"/>
          <p14:tracePt t="52288" x="7181850" y="1981200"/>
          <p14:tracePt t="52319" x="7188200" y="1987550"/>
          <p14:tracePt t="52369" x="7194550" y="1987550"/>
          <p14:tracePt t="52452" x="7188200" y="2006600"/>
          <p14:tracePt t="52474" x="7169150" y="2032000"/>
          <p14:tracePt t="52506" x="7092950" y="2139950"/>
          <p14:tracePt t="52537" x="6972300" y="2362200"/>
          <p14:tracePt t="61421" x="6762750" y="2393950"/>
          <p14:tracePt t="61442" x="6553200" y="2438400"/>
          <p14:tracePt t="61475" x="6229350" y="2476500"/>
          <p14:tracePt t="61506" x="5949950" y="2514600"/>
          <p14:tracePt t="61537" x="5702300" y="2559050"/>
          <p14:tracePt t="61571" x="5232400" y="2603500"/>
          <p14:tracePt t="61604" x="4940300" y="2622550"/>
          <p14:tracePt t="61637" x="4533900" y="2578100"/>
          <p14:tracePt t="61670" x="4235450" y="2559050"/>
          <p14:tracePt t="61704" x="3930650" y="2571750"/>
          <p14:tracePt t="61725" x="3702050" y="2597150"/>
          <p14:tracePt t="61755" x="3403600" y="2647950"/>
          <p14:tracePt t="61789" x="3073400" y="2679700"/>
          <p14:tracePt t="61804" x="2895600" y="2698750"/>
          <p14:tracePt t="61838" x="2711450" y="2717800"/>
          <p14:tracePt t="61870" x="2590800" y="2717800"/>
          <p14:tracePt t="61903" x="2571750" y="2717800"/>
          <p14:tracePt t="61969" x="2571750" y="2711450"/>
          <p14:tracePt t="62102" x="2571750" y="2717800"/>
          <p14:tracePt t="62152" x="2559050" y="2724150"/>
          <p14:tracePt t="62185" x="2546350" y="2730500"/>
          <p14:tracePt t="62218" x="2520950" y="2730500"/>
          <p14:tracePt t="62240" x="2508250" y="2736850"/>
          <p14:tracePt t="62287" x="2501900" y="2743200"/>
          <p14:tracePt t="62320" x="2489200" y="2749550"/>
          <p14:tracePt t="62368" x="2482850" y="2755900"/>
          <p14:tracePt t="62451" x="2476500" y="2768600"/>
          <p14:tracePt t="62484" x="2482850" y="2768600"/>
          <p14:tracePt t="62999" x="2546350" y="2768600"/>
          <p14:tracePt t="63021" x="2635250" y="2768600"/>
          <p14:tracePt t="63054" x="2819400" y="2768600"/>
          <p14:tracePt t="63084" x="2876550" y="2762250"/>
          <p14:tracePt t="63115" x="2959100" y="2743200"/>
          <p14:tracePt t="63149" x="2997200" y="2736850"/>
          <p14:tracePt t="63182" x="3009900" y="2736850"/>
          <p14:tracePt t="63215" x="3028950" y="2736850"/>
          <p14:tracePt t="63249" x="3041650" y="2736850"/>
          <p14:tracePt t="63314" x="3054350" y="2736850"/>
          <p14:tracePt t="63336" x="3060700" y="2736850"/>
          <p14:tracePt t="63381" x="3073400" y="2743200"/>
          <p14:tracePt t="63464" x="3073400" y="2749550"/>
          <p14:tracePt t="63497" x="3086100" y="2762250"/>
          <p14:tracePt t="63531" x="3105150" y="2762250"/>
          <p14:tracePt t="63564" x="3194050" y="2774950"/>
          <p14:tracePt t="63585" x="3302000" y="2794000"/>
          <p14:tracePt t="63615" x="3587750" y="2832100"/>
          <p14:tracePt t="63647" x="3803650" y="2863850"/>
          <p14:tracePt t="63680" x="4006850" y="2908300"/>
          <p14:tracePt t="65839" x="3956050" y="2851150"/>
          <p14:tracePt t="65858" x="3911600" y="2825750"/>
          <p14:tracePt t="65876" x="3816350" y="2762250"/>
          <p14:tracePt t="65907" x="3708400" y="2686050"/>
          <p14:tracePt t="65939" x="3606800" y="2597150"/>
          <p14:tracePt t="65960" x="3549650" y="2546350"/>
          <p14:tracePt t="65991" x="3524250" y="2520950"/>
          <p14:tracePt t="66022" x="3511550" y="2508250"/>
          <p14:tracePt t="66241" x="3517900" y="2514600"/>
          <p14:tracePt t="66304" x="3517900" y="2527300"/>
          <p14:tracePt t="66371" x="3524250" y="2533650"/>
          <p14:tracePt t="66390" x="3530600" y="2540000"/>
          <p14:tracePt t="66420" x="3549650" y="2540000"/>
          <p14:tracePt t="66454" x="3702050" y="2540000"/>
          <p14:tracePt t="66475" x="3905250" y="2540000"/>
          <p14:tracePt t="66505" x="4178300" y="2540000"/>
          <p14:tracePt t="66537" x="4953000" y="2508250"/>
          <p14:tracePt t="66570" x="5848350" y="2457450"/>
          <p14:tracePt t="66603" x="6769100" y="2413000"/>
          <p14:tracePt t="66636" x="7473950" y="2343150"/>
          <p14:tracePt t="66670" x="7804150" y="2298700"/>
          <p14:tracePt t="66703" x="7912100" y="2273300"/>
          <p14:tracePt t="66724" x="7962900" y="2260600"/>
          <p14:tracePt t="66755" x="7994650" y="2241550"/>
          <p14:tracePt t="66788" x="8007350" y="2235200"/>
          <p14:tracePt t="66821" x="8032750" y="2222500"/>
          <p14:tracePt t="66852" x="8045450" y="2209800"/>
          <p14:tracePt t="66886" x="8077200" y="2190750"/>
          <p14:tracePt t="66921" x="8083550" y="2178050"/>
          <p14:tracePt t="66952" x="8083550" y="2165350"/>
          <p14:tracePt t="66985" x="8083550" y="2152650"/>
          <p14:tracePt t="67006" x="8077200" y="2139950"/>
          <p14:tracePt t="67037" x="8064500" y="2133600"/>
          <p14:tracePt t="67068" x="8058150" y="2133600"/>
          <p14:tracePt t="67101" x="8039100" y="2127250"/>
          <p14:tracePt t="67135" x="7981950" y="2108200"/>
          <p14:tracePt t="67168" x="7829550" y="2070100"/>
          <p14:tracePt t="67201" x="7683500" y="2044700"/>
          <p14:tracePt t="67234" x="7562850" y="2025650"/>
          <p14:tracePt t="67255" x="7493000" y="2019300"/>
          <p14:tracePt t="67286" x="7372350" y="2019300"/>
          <p14:tracePt t="67318" x="7302500" y="2025650"/>
          <p14:tracePt t="67351" x="7258050" y="2032000"/>
          <p14:tracePt t="67384" x="7232650" y="2038350"/>
          <p14:tracePt t="67417" x="7219950" y="2038350"/>
          <p14:tracePt t="67450" x="7213600" y="2038350"/>
          <p14:tracePt t="72071" x="7181850" y="2051050"/>
          <p14:tracePt t="72085" x="7181850" y="2057400"/>
          <p14:tracePt t="72117" x="7137400" y="2057400"/>
          <p14:tracePt t="72151" x="6915150" y="2044700"/>
          <p14:tracePt t="72184" x="6597650" y="2032000"/>
          <p14:tracePt t="72217" x="6229350" y="2012950"/>
          <p14:tracePt t="72250" x="5778500" y="2000250"/>
          <p14:tracePt t="72272" x="5422900" y="1962150"/>
          <p14:tracePt t="72305" x="4552950" y="1879600"/>
          <p14:tracePt t="72335" x="3924300" y="1828800"/>
          <p14:tracePt t="72367" x="3340100" y="1752600"/>
          <p14:tracePt t="72400" x="2997200" y="1708150"/>
          <p14:tracePt t="72433" x="2768600" y="1670050"/>
          <p14:tracePt t="72466" x="2730500" y="1663700"/>
          <p14:tracePt t="72516" x="2730500" y="1670050"/>
          <p14:tracePt t="72537" x="2730500" y="1676400"/>
          <p14:tracePt t="72568" x="2730500" y="1689100"/>
          <p14:tracePt t="72599" x="2717800" y="1714500"/>
          <p14:tracePt t="72633" x="2679700" y="1752600"/>
          <p14:tracePt t="72666" x="2660650" y="1765300"/>
          <p14:tracePt t="72699" x="2660650" y="1778000"/>
          <p14:tracePt t="72732" x="2667000" y="1790700"/>
          <p14:tracePt t="72798" x="2679700" y="1790700"/>
          <p14:tracePt t="72834" x="2679700" y="1797050"/>
          <p14:tracePt t="72867" x="2686050" y="1803400"/>
          <p14:tracePt t="72948" x="2698750" y="1809750"/>
          <p14:tracePt t="72983" x="2711450" y="1809750"/>
          <p14:tracePt t="73048" x="2724150" y="1809750"/>
          <p14:tracePt t="73069" x="2730500" y="1809750"/>
          <p14:tracePt t="73099" x="2736850" y="1809750"/>
          <p14:tracePt t="73181" x="2755900" y="1803400"/>
          <p14:tracePt t="73230" x="2762250" y="1797050"/>
          <p14:tracePt t="73263" x="2774950" y="1797050"/>
          <p14:tracePt t="73297" x="2825750" y="1797050"/>
          <p14:tracePt t="73318" x="2933700" y="1797050"/>
          <p14:tracePt t="73351" x="3327400" y="1816100"/>
          <p14:tracePt t="73382" x="4127500" y="1873250"/>
          <p14:tracePt t="73413" x="5568950" y="1943100"/>
          <p14:tracePt t="73447" x="6457950" y="1968500"/>
          <p14:tracePt t="73465" x="6692900" y="1968500"/>
          <p14:tracePt t="73496" x="7175500" y="1955800"/>
          <p14:tracePt t="73529" x="7346950" y="1936750"/>
          <p14:tracePt t="73562" x="7416800" y="1930400"/>
          <p14:tracePt t="73584" x="7435850" y="1917700"/>
          <p14:tracePt t="73615" x="7448550" y="1898650"/>
          <p14:tracePt t="73631" x="7454900" y="1898650"/>
          <p14:tracePt t="73662" x="7461250" y="1898650"/>
          <p14:tracePt t="73695" x="7467600" y="1892300"/>
          <p14:tracePt t="73729" x="7454900" y="1885950"/>
          <p14:tracePt t="73762" x="7442200" y="1885950"/>
          <p14:tracePt t="73795" x="7410450" y="1898650"/>
          <p14:tracePt t="73828" x="7353300" y="1924050"/>
          <p14:tracePt t="73850" x="7289800" y="1968500"/>
          <p14:tracePt t="73880" x="7118350" y="2051050"/>
          <p14:tracePt t="73914" x="6902450" y="2139950"/>
          <p14:tracePt t="73947" x="6743700" y="2197100"/>
          <p14:tracePt t="73978" x="6724650" y="2197100"/>
          <p14:tracePt t="74013" x="6756400" y="2197100"/>
          <p14:tracePt t="74044" x="6908800" y="2184400"/>
          <p14:tracePt t="74078" x="7029450" y="2165350"/>
          <p14:tracePt t="74111" x="7175500" y="2133600"/>
          <p14:tracePt t="74131" x="7181850" y="2133600"/>
          <p14:tracePt t="74162" x="7143750" y="2127250"/>
          <p14:tracePt t="74194" x="7086600" y="2120900"/>
          <p14:tracePt t="74227" x="6972300" y="2095500"/>
          <p14:tracePt t="74260" x="6959600" y="2089150"/>
          <p14:tracePt t="74293" x="6978650" y="2089150"/>
          <p14:tracePt t="74327" x="7061200" y="2095500"/>
          <p14:tracePt t="74360" x="7118350" y="2095500"/>
          <p14:tracePt t="74378" x="7162800" y="2139950"/>
          <p14:tracePt t="74412" x="7188200" y="2152650"/>
          <p14:tracePt t="78545" x="6902450" y="2241550"/>
          <p14:tracePt t="78579" x="6521450" y="2254250"/>
          <p14:tracePt t="78597" x="6438900" y="2247900"/>
          <p14:tracePt t="78616" x="6242050" y="2247900"/>
          <p14:tracePt t="78647" x="5899150" y="2247900"/>
          <p14:tracePt t="78678" x="5619750" y="2247900"/>
          <p14:tracePt t="78711" x="5276850" y="2292350"/>
          <p14:tracePt t="78745" x="4946650" y="2349500"/>
          <p14:tracePt t="78778" x="4737100" y="2400300"/>
          <p14:tracePt t="78811" x="4483100" y="2444750"/>
          <p14:tracePt t="78844" x="4279900" y="2463800"/>
          <p14:tracePt t="78865" x="4089400" y="2463800"/>
          <p14:tracePt t="78898" x="3790950" y="2482850"/>
          <p14:tracePt t="78929" x="3486150" y="2508250"/>
          <p14:tracePt t="78961" x="3194050" y="2533650"/>
          <p14:tracePt t="78994" x="3035300" y="2552700"/>
          <p14:tracePt t="79027" x="2984500" y="2571750"/>
          <p14:tracePt t="79047" x="2959100" y="2578100"/>
          <p14:tracePt t="79079" x="2940050" y="2590800"/>
          <p14:tracePt t="79110" x="2927350" y="2603500"/>
          <p14:tracePt t="79131" x="2908300" y="2609850"/>
          <p14:tracePt t="79162" x="2832100" y="2616200"/>
          <p14:tracePt t="79193" x="2692400" y="2628900"/>
          <p14:tracePt t="79227" x="2527300" y="2628900"/>
          <p14:tracePt t="79260" x="2228850" y="2622550"/>
          <p14:tracePt t="79278" x="2171700" y="2603500"/>
          <p14:tracePt t="79309" x="2159000" y="2597150"/>
          <p14:tracePt t="79675" x="2178050" y="2597150"/>
          <p14:tracePt t="79694" x="2247900" y="2603500"/>
          <p14:tracePt t="79725" x="2311400" y="2622550"/>
          <p14:tracePt t="79758" x="2457450" y="2628900"/>
          <p14:tracePt t="79791" x="2552700" y="2635250"/>
          <p14:tracePt t="79825" x="2647950" y="2641600"/>
          <p14:tracePt t="79874" x="2679700" y="2641600"/>
          <p14:tracePt t="79896" x="2692400" y="2641600"/>
          <p14:tracePt t="79977" x="2705100" y="2641600"/>
          <p14:tracePt t="80024" x="2717800" y="2641600"/>
          <p14:tracePt t="80057" x="2730500" y="2641600"/>
          <p14:tracePt t="80076" x="2736850" y="2641600"/>
          <p14:tracePt t="80109" x="2838450" y="2647950"/>
          <p14:tracePt t="80140" x="2990850" y="2647950"/>
          <p14:tracePt t="80162" x="3098800" y="2647950"/>
          <p14:tracePt t="80194" x="3219450" y="2641600"/>
          <p14:tracePt t="80225" x="3276600" y="2628900"/>
          <p14:tracePt t="80242" x="3276600" y="2622550"/>
          <p14:tracePt t="80273" x="3276600" y="2616200"/>
          <p14:tracePt t="80306" x="3270250" y="2609850"/>
          <p14:tracePt t="80373" x="3270250" y="2597150"/>
          <p14:tracePt t="80406" x="3270250" y="2590800"/>
          <p14:tracePt t="80428" x="3276600" y="2590800"/>
          <p14:tracePt t="80460" x="3289300" y="2584450"/>
          <p14:tracePt t="80506" x="3295650" y="2584450"/>
          <p14:tracePt t="80539" x="3302000" y="2584450"/>
          <p14:tracePt t="80572" x="3302000" y="2578100"/>
          <p14:tracePt t="80605" x="3308350" y="2571750"/>
          <p14:tracePt t="80671" x="3308350" y="2584450"/>
          <p14:tracePt t="80988" x="3416300" y="2616200"/>
          <p14:tracePt t="81021" x="3587750" y="2603500"/>
          <p14:tracePt t="81054" x="3759200" y="2603500"/>
          <p14:tracePt t="81087" x="3841750" y="2603500"/>
          <p14:tracePt t="81121" x="3854450" y="2603500"/>
          <p14:tracePt t="81170" x="3829050" y="2603500"/>
          <p14:tracePt t="81203" x="3790950" y="2609850"/>
          <p14:tracePt t="81224" x="3765550" y="2616200"/>
          <p14:tracePt t="81255" x="3657600" y="2641600"/>
          <p14:tracePt t="81286" x="3473450" y="2647950"/>
          <p14:tracePt t="81319" x="3308350" y="2660650"/>
          <p14:tracePt t="81353" x="3155950" y="2667000"/>
          <p14:tracePt t="81371" x="3143250" y="2667000"/>
          <p14:tracePt t="81403" x="3124200" y="2667000"/>
          <p14:tracePt t="81469" x="3136900" y="2673350"/>
          <p14:tracePt t="81521" x="3143250" y="2673350"/>
          <p14:tracePt t="81618" x="3143250" y="2686050"/>
          <p14:tracePt t="81651" x="3143250" y="2692400"/>
          <p14:tracePt t="81950" x="2895600" y="2679700"/>
          <p14:tracePt t="81984" x="2667000" y="2635250"/>
          <p14:tracePt t="82005" x="2559050" y="2609850"/>
          <p14:tracePt t="82038" x="2451100" y="2584450"/>
          <p14:tracePt t="82069" x="2413000" y="2578100"/>
          <p14:tracePt t="82100" x="2381250" y="2565400"/>
          <p14:tracePt t="82135" x="2362200" y="2546350"/>
          <p14:tracePt t="82166" x="2349500" y="2546350"/>
          <p14:tracePt t="82200" x="2330450" y="2546350"/>
          <p14:tracePt t="82233" x="2324100" y="2546350"/>
          <p14:tracePt t="82302" x="2324100" y="2552700"/>
          <p14:tracePt t="82366" x="2324100" y="2559050"/>
          <p14:tracePt t="82399" x="2324100" y="2571750"/>
          <p14:tracePt t="82432" x="2317750" y="2584450"/>
          <p14:tracePt t="82466" x="2292350" y="2622550"/>
          <p14:tracePt t="82498" x="2222500" y="2667000"/>
          <p14:tracePt t="82532" x="2152650" y="2730500"/>
          <p14:tracePt t="82568" x="2133600" y="2755900"/>
          <p14:tracePt t="82615" x="2165350" y="2755900"/>
          <p14:tracePt t="82650" x="2241550" y="2717800"/>
          <p14:tracePt t="82681" x="2305050" y="2698750"/>
          <p14:tracePt t="82715" x="2324100" y="2686050"/>
          <p14:tracePt t="82764" x="2298700" y="2686050"/>
          <p14:tracePt t="82798" x="2273300" y="2686050"/>
          <p14:tracePt t="82819" x="2228850" y="2686050"/>
          <p14:tracePt t="82849" x="2082800" y="2667000"/>
          <p14:tracePt t="82881" x="1943100" y="2647950"/>
          <p14:tracePt t="82914" x="1917700" y="2647950"/>
          <p14:tracePt t="82947" x="1962150" y="2647950"/>
          <p14:tracePt t="82980" x="2120900" y="2647950"/>
          <p14:tracePt t="83014" x="2190750" y="2647950"/>
          <p14:tracePt t="83063" x="2146300" y="2647950"/>
          <p14:tracePt t="83097" x="2057400" y="2628900"/>
          <p14:tracePt t="83118" x="1943100" y="2603500"/>
          <p14:tracePt t="83134" x="1924050" y="2603500"/>
          <p14:tracePt t="83180" x="1917700" y="2609850"/>
          <p14:tracePt t="83213" x="2006600" y="2635250"/>
          <p14:tracePt t="83234" x="2057400" y="2647950"/>
          <p14:tracePt t="83264" x="2070100" y="2647950"/>
          <p14:tracePt t="83296" x="2032000" y="2647950"/>
          <p14:tracePt t="83329" x="1962150" y="2628900"/>
          <p14:tracePt t="83348" x="1949450" y="2628900"/>
          <p14:tracePt t="83412" x="2006600" y="2635250"/>
          <p14:tracePt t="83445" x="2133600" y="2654300"/>
          <p14:tracePt t="83479" x="2159000" y="2654300"/>
          <p14:tracePt t="83512" x="2114550" y="2622550"/>
          <p14:tracePt t="83530" x="2101850" y="2616200"/>
          <p14:tracePt t="83547" x="2095500" y="2603500"/>
          <p14:tracePt t="83579" x="2108200" y="2597150"/>
          <p14:tracePt t="83612" x="2235200" y="2597150"/>
          <p14:tracePt t="83645" x="2330450" y="2597150"/>
          <p14:tracePt t="83679" x="2343150" y="2584450"/>
          <p14:tracePt t="83711" x="2286000" y="2559050"/>
          <p14:tracePt t="83745" x="2228850" y="2527300"/>
          <p14:tracePt t="83795" x="2305050" y="2527300"/>
          <p14:tracePt t="83828" x="2374900" y="2533650"/>
          <p14:tracePt t="83860" x="2387600" y="2533650"/>
          <p14:tracePt t="83881" x="2355850" y="2533650"/>
          <p14:tracePt t="83912" x="2254250" y="2520950"/>
          <p14:tracePt t="83929" x="2235200" y="2514600"/>
          <p14:tracePt t="83960" x="2222500" y="2508250"/>
          <p14:tracePt t="83993" x="2292350" y="2514600"/>
          <p14:tracePt t="84027" x="2400300" y="2533650"/>
          <p14:tracePt t="84060" x="2419350" y="2533650"/>
          <p14:tracePt t="84110" x="2406650" y="2527300"/>
          <p14:tracePt t="84131" x="2406650" y="2514600"/>
          <p14:tracePt t="84149" x="2425700" y="2508250"/>
          <p14:tracePt t="84178" x="2514600" y="2501900"/>
          <p14:tracePt t="84210" x="2819400" y="2508250"/>
          <p14:tracePt t="84243" x="3498850" y="2514600"/>
          <p14:tracePt t="84276" x="3784600" y="2514600"/>
          <p14:tracePt t="84309" x="4114800" y="2508250"/>
          <p14:tracePt t="84342" x="4184650" y="2482850"/>
          <p14:tracePt t="84375" x="4191000" y="2476500"/>
          <p14:tracePt t="84397" x="4184650" y="2476500"/>
          <p14:tracePt t="84427" x="4165600" y="2470150"/>
          <p14:tracePt t="84459" x="4152900" y="2470150"/>
          <p14:tracePt t="84492" x="4127500" y="2482850"/>
          <p14:tracePt t="84525" x="4076700" y="2508250"/>
          <p14:tracePt t="84559" x="3911600" y="2552700"/>
          <p14:tracePt t="84591" x="3473450" y="2673350"/>
          <p14:tracePt t="84615" x="2825750" y="2794000"/>
          <p14:tracePt t="84648" x="2374900" y="2876550"/>
          <p14:tracePt t="84665" x="2025650" y="2921000"/>
          <p14:tracePt t="84711" x="1835150" y="2927350"/>
          <p14:tracePt t="84743" x="1816100" y="2927350"/>
          <p14:tracePt t="87648" x="1854200" y="2933700"/>
          <p14:tracePt t="87681" x="1943100" y="2933700"/>
          <p14:tracePt t="87714" x="2057400" y="2927350"/>
          <p14:tracePt t="87749" x="2235200" y="2882900"/>
          <p14:tracePt t="87780" x="2406650" y="2857500"/>
          <p14:tracePt t="87802" x="2514600" y="2825750"/>
          <p14:tracePt t="87835" x="2622550" y="2794000"/>
          <p14:tracePt t="87852" x="2647950" y="2768600"/>
          <p14:tracePt t="87882" x="2692400" y="2743200"/>
          <p14:tracePt t="87913" x="2717800" y="2717800"/>
          <p14:tracePt t="87946" x="2736850" y="2698750"/>
          <p14:tracePt t="87980" x="2762250" y="2686050"/>
          <p14:tracePt t="88013" x="2800350" y="2673350"/>
          <p14:tracePt t="88046" x="2895600" y="2667000"/>
          <p14:tracePt t="88068" x="2978150" y="2654300"/>
          <p14:tracePt t="88100" x="3111500" y="2647950"/>
          <p14:tracePt t="88131" x="3206750" y="2635250"/>
          <p14:tracePt t="88162" x="3263900" y="2609850"/>
          <p14:tracePt t="88195" x="3282950" y="2609850"/>
          <p14:tracePt t="88229" x="3289300" y="2609850"/>
          <p14:tracePt t="88279" x="3295650" y="2609850"/>
          <p14:tracePt t="88398" x="3302000" y="2616200"/>
          <p14:tracePt t="88445" x="3308350" y="2616200"/>
          <p14:tracePt t="88478" x="3308350" y="2622550"/>
          <p14:tracePt t="88511" x="3308350" y="2635250"/>
          <p14:tracePt t="88544" x="3302000" y="2641600"/>
          <p14:tracePt t="90421" x="3492500" y="2806700"/>
          <p14:tracePt t="90442" x="3625850" y="2940050"/>
          <p14:tracePt t="90476" x="3822700" y="3175000"/>
          <p14:tracePt t="90506" x="3898900" y="3270250"/>
          <p14:tracePt t="90538" x="3943350" y="3359150"/>
          <p14:tracePt t="90571" x="3975100" y="3403600"/>
          <p14:tracePt t="90604" x="4000500" y="3422650"/>
          <p14:tracePt t="90637" x="4013200" y="3429000"/>
          <p14:tracePt t="90703" x="4013200" y="3422650"/>
          <p14:tracePt t="90725" x="4000500" y="3416300"/>
          <p14:tracePt t="90755" x="4000500" y="3397250"/>
          <p14:tracePt t="90773" x="4000500" y="3390900"/>
          <p14:tracePt t="90820" x="4000500" y="3371850"/>
          <p14:tracePt t="90854" x="4000500" y="3352800"/>
          <p14:tracePt t="90919" x="3994150" y="3352800"/>
          <p14:tracePt t="91883" x="4038600" y="3352800"/>
          <p14:tracePt t="91916" x="4146550" y="3352800"/>
          <p14:tracePt t="91951" x="4394200" y="3352800"/>
          <p14:tracePt t="91983" x="4686300" y="3340100"/>
          <p14:tracePt t="92016" x="4965700" y="3340100"/>
          <p14:tracePt t="92037" x="5092700" y="3333750"/>
          <p14:tracePt t="92067" x="5251450" y="3302000"/>
          <p14:tracePt t="92101" x="5340350" y="3276600"/>
          <p14:tracePt t="92134" x="5359400" y="3263900"/>
          <p14:tracePt t="92165" x="5372100" y="3244850"/>
          <p14:tracePt t="92198" x="5384800" y="3232150"/>
          <p14:tracePt t="92232" x="5403850" y="3213100"/>
          <p14:tracePt t="92281" x="5416550" y="3200400"/>
          <p14:tracePt t="94125" x="5334000" y="3200400"/>
          <p14:tracePt t="94146" x="5137150" y="3175000"/>
          <p14:tracePt t="94177" x="4762500" y="3111500"/>
          <p14:tracePt t="94208" x="4438650" y="3067050"/>
          <p14:tracePt t="94241" x="3860800" y="3003550"/>
          <p14:tracePt t="94275" x="3384550" y="2952750"/>
          <p14:tracePt t="94308" x="3155950" y="2946400"/>
          <p14:tracePt t="94341" x="2914650" y="2927350"/>
          <p14:tracePt t="94374" x="2743200" y="2914650"/>
          <p14:tracePt t="94407" x="2647950" y="2927350"/>
          <p14:tracePt t="94429" x="2565400" y="2940050"/>
          <p14:tracePt t="94445" x="2520950" y="2952750"/>
          <p14:tracePt t="94476" x="2451100" y="2965450"/>
          <p14:tracePt t="94507" x="2381250" y="2997200"/>
          <p14:tracePt t="94540" x="2298700" y="3022600"/>
          <p14:tracePt t="94574" x="2247900" y="3054350"/>
          <p14:tracePt t="94607" x="2235200" y="3079750"/>
          <p14:tracePt t="94640" x="2235200" y="3092450"/>
          <p14:tracePt t="94661" x="2241550" y="3098800"/>
          <p14:tracePt t="94694" x="2286000" y="3105150"/>
          <p14:tracePt t="94725" x="2387600" y="3105150"/>
          <p14:tracePt t="94756" x="2476500" y="3111500"/>
          <p14:tracePt t="94790" x="2749550" y="3117850"/>
          <p14:tracePt t="94823" x="2965450" y="3130550"/>
          <p14:tracePt t="94856" x="3257550" y="3117850"/>
          <p14:tracePt t="94891" x="3625850" y="3086100"/>
          <p14:tracePt t="94922" x="3994150" y="3060700"/>
          <p14:tracePt t="94944" x="4184650" y="3028950"/>
          <p14:tracePt t="94974" x="4273550" y="3016250"/>
          <p14:tracePt t="95006" x="4286250" y="3003550"/>
          <p14:tracePt t="95038" x="4267200" y="2997200"/>
          <p14:tracePt t="95072" x="4210050" y="2997200"/>
          <p14:tracePt t="95105" x="4165600" y="3003550"/>
          <p14:tracePt t="95138" x="4121150" y="3003550"/>
          <p14:tracePt t="95157" x="4102100" y="3003550"/>
          <p14:tracePt t="95188" x="3943350" y="3016250"/>
          <p14:tracePt t="95209" x="3752850" y="3035300"/>
          <p14:tracePt t="95240" x="3403600" y="3105150"/>
          <p14:tracePt t="95271" x="3117850" y="3200400"/>
          <p14:tracePt t="95304" x="2914650" y="3263900"/>
          <p14:tracePt t="95338" x="2882900" y="3263900"/>
          <p14:tracePt t="95421" x="2889250" y="3263900"/>
          <p14:tracePt t="95454" x="2901950" y="3263900"/>
          <p14:tracePt t="95475" x="2908300" y="3257550"/>
          <p14:tracePt t="95506" x="2914650" y="3251200"/>
          <p14:tracePt t="95537" x="2921000" y="3238500"/>
          <p14:tracePt t="95887" x="2914650" y="3238500"/>
          <p14:tracePt t="95921" x="2730500" y="3168650"/>
          <p14:tracePt t="95952" x="2540000" y="3098800"/>
          <p14:tracePt t="95973" x="2381250" y="3079750"/>
          <p14:tracePt t="96006" x="2139950" y="3086100"/>
          <p14:tracePt t="96038" x="1968500" y="3111500"/>
          <p14:tracePt t="96069" x="1873250" y="3149600"/>
          <p14:tracePt t="96101" x="1841500" y="3181350"/>
          <p14:tracePt t="96135" x="1822450" y="3200400"/>
          <p14:tracePt t="96268" x="1828800" y="3200400"/>
          <p14:tracePt t="96317" x="1841500" y="3194050"/>
          <p14:tracePt t="96351" x="1847850" y="3194050"/>
          <p14:tracePt t="96384" x="1854200" y="3187700"/>
          <p14:tracePt t="96434" x="1866900" y="3187700"/>
          <p14:tracePt t="96467" x="1873250" y="3187700"/>
          <p14:tracePt t="96500" x="1879600" y="3187700"/>
          <p14:tracePt t="96522" x="1885950" y="3187700"/>
          <p14:tracePt t="96552" x="1898650" y="3187700"/>
          <p14:tracePt t="96569" x="1905000" y="3187700"/>
          <p14:tracePt t="96600" x="1930400" y="3187700"/>
          <p14:tracePt t="96633" x="2019300" y="3187700"/>
          <p14:tracePt t="96666" x="2336800" y="3187700"/>
          <p14:tracePt t="96700" x="2597150" y="3162300"/>
          <p14:tracePt t="96733" x="2755900" y="3136900"/>
          <p14:tracePt t="96766" x="2800350" y="3136900"/>
          <p14:tracePt t="96835" x="2781300" y="3136900"/>
          <p14:tracePt t="96882" x="2774950" y="3136900"/>
          <p14:tracePt t="96934" x="2768600" y="3136900"/>
          <p14:tracePt t="96965" x="2755900" y="3136900"/>
          <p14:tracePt t="96999" x="2736850" y="3136900"/>
          <p14:tracePt t="97065" x="2717800" y="3136900"/>
          <p14:tracePt t="97101" x="2705100" y="3136900"/>
          <p14:tracePt t="97133" x="2692400" y="3130550"/>
          <p14:tracePt t="97165" x="2679700" y="3130550"/>
          <p14:tracePt t="97215" x="2660650" y="3130550"/>
          <p14:tracePt t="97264" x="2660650" y="3124200"/>
          <p14:tracePt t="97298" x="2641600" y="3124200"/>
          <p14:tracePt t="97319" x="2616200" y="3117850"/>
          <p14:tracePt t="97349" x="2527300" y="3105150"/>
          <p14:tracePt t="97381" x="2317750" y="3086100"/>
          <p14:tracePt t="97414" x="2076450" y="3086100"/>
          <p14:tracePt t="97447" x="1733550" y="3105150"/>
          <p14:tracePt t="97480" x="1568450" y="3143250"/>
          <p14:tracePt t="97513" x="1492250" y="3175000"/>
          <p14:tracePt t="97547" x="1460500" y="3181350"/>
          <p14:tracePt t="97568" x="1454150" y="3181350"/>
          <p14:tracePt t="97601" x="1447800" y="3187700"/>
          <p14:tracePt t="97632" x="1435100" y="3194050"/>
          <p14:tracePt t="97663" x="1422400" y="3194050"/>
          <p14:tracePt t="97696" x="1409700" y="3194050"/>
          <p14:tracePt t="97796" x="1428750" y="3187700"/>
          <p14:tracePt t="97818" x="1460500" y="3181350"/>
          <p14:tracePt t="97850" x="1530350" y="3168650"/>
          <p14:tracePt t="97881" x="1581150" y="3155950"/>
          <p14:tracePt t="97912" x="1593850" y="3155950"/>
          <p14:tracePt t="97932" x="1581150" y="3155950"/>
          <p14:tracePt t="97964" x="1504950" y="3155950"/>
          <p14:tracePt t="97995" x="1422400" y="3168650"/>
          <p14:tracePt t="98028" x="1295400" y="3187700"/>
          <p14:tracePt t="98062" x="1270000" y="3206750"/>
          <p14:tracePt t="98112" x="1308100" y="3213100"/>
          <p14:tracePt t="98147" x="1416050" y="3213100"/>
          <p14:tracePt t="98180" x="1447800" y="3213100"/>
          <p14:tracePt t="98211" x="1441450" y="3213100"/>
          <p14:tracePt t="98244" x="1409700" y="3213100"/>
          <p14:tracePt t="98277" x="1346200" y="3213100"/>
          <p14:tracePt t="98311" x="1244600" y="3213100"/>
          <p14:tracePt t="98344" x="1238250" y="3213100"/>
          <p14:tracePt t="98365" x="1270000" y="3213100"/>
          <p14:tracePt t="98396" x="1352550" y="3200400"/>
          <p14:tracePt t="98427" x="1460500" y="3187700"/>
          <p14:tracePt t="98460" x="1473200" y="3175000"/>
          <p14:tracePt t="98493" x="1454150" y="3162300"/>
          <p14:tracePt t="98527" x="1416050" y="3149600"/>
          <p14:tracePt t="98560" x="1409700" y="3149600"/>
          <p14:tracePt t="98593" x="1428750" y="3143250"/>
          <p14:tracePt t="98617" x="1460500" y="3143250"/>
          <p14:tracePt t="98648" x="1511300" y="3143250"/>
          <p14:tracePt t="98678" x="1568450" y="3136900"/>
          <p14:tracePt t="98709" x="1593850" y="3124200"/>
          <p14:tracePt t="98809" x="1600200" y="3124200"/>
          <p14:tracePt t="98842" x="1631950" y="3124200"/>
          <p14:tracePt t="98875" x="1695450" y="3124200"/>
          <p14:tracePt t="98896" x="1771650" y="3124200"/>
          <p14:tracePt t="98927" x="1949450" y="3124200"/>
          <p14:tracePt t="98961" x="2279650" y="3117850"/>
          <p14:tracePt t="98977" x="2381250" y="3111500"/>
          <p14:tracePt t="99008" x="2838450" y="3086100"/>
          <p14:tracePt t="99041" x="3797300" y="3054350"/>
          <p14:tracePt t="99075" x="4248150" y="3054350"/>
          <p14:tracePt t="99108" x="4451350" y="3048000"/>
          <p14:tracePt t="99141" x="4470400" y="3035300"/>
          <p14:tracePt t="99193" x="4457700" y="3035300"/>
          <p14:tracePt t="99226" x="4438650" y="3035300"/>
          <p14:tracePt t="99258" x="4419600" y="3035300"/>
          <p14:tracePt t="99673" x="5010150" y="3092450"/>
          <p14:tracePt t="99694" x="5378450" y="3105150"/>
          <p14:tracePt t="99724" x="5949950" y="3143250"/>
          <p14:tracePt t="99756" x="6267450" y="3149600"/>
          <p14:tracePt t="99774" x="6419850" y="3162300"/>
          <p14:tracePt t="99806" x="6565900" y="3155950"/>
          <p14:tracePt t="99839" x="6629400" y="3168650"/>
          <p14:tracePt t="99872" x="6642100" y="3168650"/>
          <p14:tracePt t="99905" x="6648450" y="3168650"/>
          <p14:tracePt t="99938" x="6654800" y="3168650"/>
          <p14:tracePt t="100054" x="6642100" y="3168650"/>
          <p14:tracePt t="100088" x="6623050" y="3168650"/>
          <p14:tracePt t="100122" x="6597650" y="3168650"/>
          <p14:tracePt t="100154" x="6578600" y="3162300"/>
          <p14:tracePt t="100188" x="6540500" y="3155950"/>
          <p14:tracePt t="100209" x="6521450" y="3155950"/>
          <p14:tracePt t="100239" x="6451600" y="3149600"/>
          <p14:tracePt t="100271" x="6369050" y="3143250"/>
          <p14:tracePt t="100304" x="6286500" y="3124200"/>
          <p14:tracePt t="100354" x="6261100" y="3124200"/>
          <p14:tracePt t="100569" x="6267450" y="3124200"/>
          <p14:tracePt t="100619" x="6273800" y="3124200"/>
          <p14:tracePt t="101006" x="6305550" y="3143250"/>
          <p14:tracePt t="101036" x="6394450" y="3162300"/>
          <p14:tracePt t="101068" x="6508750" y="3187700"/>
          <p14:tracePt t="101101" x="6540500" y="3194050"/>
          <p14:tracePt t="101134" x="6546850" y="3194050"/>
          <p14:tracePt t="101184" x="6546850" y="3200400"/>
          <p14:tracePt t="101217" x="6540500" y="3200400"/>
          <p14:tracePt t="101240" x="6534150" y="3200400"/>
          <p14:tracePt t="101271" x="6527800" y="3200400"/>
          <p14:tracePt t="101319" x="6515100" y="3200400"/>
          <p14:tracePt t="101352" x="6508750" y="3194050"/>
          <p14:tracePt t="101400" x="6489700" y="3187700"/>
          <p14:tracePt t="101433" x="6483350" y="3187700"/>
          <p14:tracePt t="101467" x="6470650" y="3181350"/>
          <p14:tracePt t="101500" x="6464300" y="3181350"/>
          <p14:tracePt t="101521" x="6451600" y="3181350"/>
          <p14:tracePt t="101554" x="6432550" y="3168650"/>
          <p14:tracePt t="101585" x="6394450" y="3149600"/>
          <p14:tracePt t="101616" x="6375400" y="3143250"/>
          <p14:tracePt t="101649" x="6362700" y="3136900"/>
          <p14:tracePt t="101715" x="6362700" y="3130550"/>
          <p14:tracePt t="101782" x="6362700" y="3124200"/>
          <p14:tracePt t="101898" x="6369050" y="3124200"/>
          <p14:tracePt t="102081" x="6369050" y="3130550"/>
          <p14:tracePt t="102099" x="6369050" y="3136900"/>
          <p14:tracePt t="102131" x="6369050" y="3149600"/>
          <p14:tracePt t="102164" x="6369050" y="3155950"/>
          <p14:tracePt t="102197" x="6362700" y="3168650"/>
          <p14:tracePt t="102231" x="6362700" y="3181350"/>
          <p14:tracePt t="102264" x="6362700" y="3200400"/>
          <p14:tracePt t="102330" x="6356350" y="3219450"/>
          <p14:tracePt t="102380" x="6350000" y="3232150"/>
          <p14:tracePt t="102430" x="6350000" y="3238500"/>
          <p14:tracePt t="102479" x="6350000" y="3244850"/>
          <p14:tracePt t="102513" x="6350000" y="3257550"/>
          <p14:tracePt t="102546" x="6356350" y="3257550"/>
          <p14:tracePt t="102567" x="6362700" y="3257550"/>
          <p14:tracePt t="102615" x="6375400" y="3257550"/>
          <p14:tracePt t="102679" x="6388100" y="3257550"/>
          <p14:tracePt t="102762" x="6400800" y="3251200"/>
          <p14:tracePt t="102795" x="6407150" y="3251200"/>
          <p14:tracePt t="102861" x="6413500" y="3244850"/>
          <p14:tracePt t="102897" x="6419850" y="3244850"/>
          <p14:tracePt t="102961" x="6426200" y="3244850"/>
          <p14:tracePt t="102994" x="6426200" y="3238500"/>
          <p14:tracePt t="103029" x="6432550" y="3238500"/>
          <p14:tracePt t="103061" x="6438900" y="3232150"/>
          <p14:tracePt t="103094" x="6445250" y="3232150"/>
          <p14:tracePt t="103115" x="6451600" y="3232150"/>
          <p14:tracePt t="103149" x="6477000" y="3225800"/>
          <p14:tracePt t="103179" x="6508750" y="3219450"/>
          <p14:tracePt t="103210" x="6604000" y="3213100"/>
          <p14:tracePt t="103244" x="6762750" y="3181350"/>
          <p14:tracePt t="103277" x="6858000" y="3168650"/>
          <p14:tracePt t="103295" x="6889750" y="3155950"/>
          <p14:tracePt t="103327" x="6921500" y="3155950"/>
          <p14:tracePt t="103360" x="6927850" y="3149600"/>
          <p14:tracePt t="103476" x="6940550" y="3149600"/>
          <p14:tracePt t="103526" x="6965950" y="3149600"/>
          <p14:tracePt t="103559" x="7016750" y="3149600"/>
          <p14:tracePt t="103592" x="7137400" y="3155950"/>
          <p14:tracePt t="103626" x="7308850" y="3162300"/>
          <p14:tracePt t="103647" x="7493000" y="3168650"/>
          <p14:tracePt t="103677" x="7569200" y="3168650"/>
          <p14:tracePt t="103709" x="7620000" y="3168650"/>
          <p14:tracePt t="103742" x="7607300" y="3168650"/>
          <p14:tracePt t="103775" x="7575550" y="3168650"/>
          <p14:tracePt t="103808" x="7512050" y="3168650"/>
          <p14:tracePt t="103842" x="7454900" y="3168650"/>
          <p14:tracePt t="103875" x="7346950" y="3168650"/>
          <p14:tracePt t="103896" x="7302500" y="3168650"/>
          <p14:tracePt t="103929" x="7219950" y="3162300"/>
          <p14:tracePt t="103960" x="7137400" y="3149600"/>
          <p14:tracePt t="103991" x="7048500" y="3143250"/>
          <p14:tracePt t="104026" x="6978650" y="3143250"/>
          <p14:tracePt t="104058" x="6921500" y="3136900"/>
          <p14:tracePt t="104090" x="6902450" y="3130550"/>
          <p14:tracePt t="104140" x="6889750" y="3124200"/>
          <p14:tracePt t="104162" x="6883400" y="3124200"/>
          <p14:tracePt t="104195" x="6870700" y="3124200"/>
          <p14:tracePt t="104225" x="6864350" y="3124200"/>
          <p14:tracePt t="104273" x="6851650" y="3124200"/>
          <p14:tracePt t="104323" x="6832600" y="3124200"/>
          <p14:tracePt t="104357" x="6819900" y="3124200"/>
          <p14:tracePt t="104390" x="6762750" y="3124200"/>
          <p14:tracePt t="104411" x="6718300" y="3130550"/>
          <p14:tracePt t="104444" x="6661150" y="3136900"/>
          <p14:tracePt t="104475" x="6597650" y="3143250"/>
          <p14:tracePt t="104506" x="6559550" y="3149600"/>
          <p14:tracePt t="104539" x="6527800" y="3155950"/>
          <p14:tracePt t="104572" x="6508750" y="3155950"/>
          <p14:tracePt t="104606" x="6489700" y="3155950"/>
          <p14:tracePt t="104639" x="6483350" y="3155950"/>
          <p14:tracePt t="104742" x="6470650" y="3155950"/>
          <p14:tracePt t="104774" x="6464300" y="3149600"/>
          <p14:tracePt t="104805" x="6451600" y="3149600"/>
          <p14:tracePt t="104855" x="6445250" y="3143250"/>
          <p14:tracePt t="104974" x="6438900" y="3136900"/>
          <p14:tracePt t="105104" x="6445250" y="3143250"/>
          <p14:tracePt t="105137" x="6451600" y="3149600"/>
          <p14:tracePt t="105170" x="6451600" y="3155950"/>
          <p14:tracePt t="105203" x="6457950" y="3162300"/>
          <p14:tracePt t="105225" x="6464300" y="3162300"/>
          <p14:tracePt t="105272" x="6477000" y="3168650"/>
          <p14:tracePt t="105305" x="6477000" y="3175000"/>
          <p14:tracePt t="105337" x="6502400" y="3181350"/>
          <p14:tracePt t="105369" x="6546850" y="3187700"/>
          <p14:tracePt t="105403" x="6737350" y="3206750"/>
          <p14:tracePt t="105436" x="6946900" y="3206750"/>
          <p14:tracePt t="105469" x="7150100" y="3213100"/>
          <p14:tracePt t="105491" x="7264400" y="3213100"/>
          <p14:tracePt t="105521" x="7397750" y="3213100"/>
          <p14:tracePt t="105552" x="7461250" y="3206750"/>
          <p14:tracePt t="105585" x="7499350" y="3200400"/>
          <p14:tracePt t="105619" x="7518400" y="3194050"/>
          <p14:tracePt t="105652" x="7524750" y="3187700"/>
          <p14:tracePt t="105685" x="7537450" y="3187700"/>
          <p14:tracePt t="105718" x="7543800" y="3181350"/>
          <p14:tracePt t="105740" x="7550150" y="3181350"/>
          <p14:tracePt t="105773" x="7562850" y="3181350"/>
          <p14:tracePt t="105803" x="7575550" y="3181350"/>
          <p14:tracePt t="105835" x="7683500" y="3181350"/>
          <p14:tracePt t="105868" x="7797800" y="3181350"/>
          <p14:tracePt t="105901" x="8070850" y="3175000"/>
          <p14:tracePt t="105935" x="8229600" y="3162300"/>
          <p14:tracePt t="105968" x="8318500" y="3155950"/>
          <p14:tracePt t="106001" x="8350250" y="3155950"/>
          <p14:tracePt t="106022" x="8356600" y="3149600"/>
          <p14:tracePt t="106100" x="8337550" y="3143250"/>
          <p14:tracePt t="106133" x="8324850" y="3143250"/>
          <p14:tracePt t="107031" x="8096250" y="3206750"/>
          <p14:tracePt t="107051" x="7893050" y="3244850"/>
          <p14:tracePt t="107085" x="7562850" y="3359150"/>
          <p14:tracePt t="107102" x="7480300" y="3378200"/>
          <p14:tracePt t="107132" x="7340600" y="3384550"/>
          <p14:tracePt t="107163" x="7264400" y="3403600"/>
          <p14:tracePt t="107197" x="7226300" y="3403600"/>
          <p14:tracePt t="107230" x="7156450" y="3397250"/>
          <p14:tracePt t="107263" x="7010400" y="3390900"/>
          <p14:tracePt t="107296" x="6800850" y="3352800"/>
          <p14:tracePt t="107318" x="6718300" y="3346450"/>
          <p14:tracePt t="107350" x="6654800" y="3333750"/>
          <p14:tracePt t="107381" x="6610350" y="3327400"/>
          <p14:tracePt t="107412" x="6591300" y="3321050"/>
          <p14:tracePt t="107446" x="6578600" y="3321050"/>
          <p14:tracePt t="107512" x="6578600" y="3314700"/>
          <p14:tracePt t="107546" x="6572250" y="3308350"/>
          <p14:tracePt t="107579" x="6546850" y="3308350"/>
          <p14:tracePt t="107600" x="6534150" y="3308350"/>
          <p14:tracePt t="107630" x="6508750" y="3308350"/>
          <p14:tracePt t="107662" x="6464300" y="3308350"/>
          <p14:tracePt t="107695" x="6419850" y="3308350"/>
          <p14:tracePt t="107728" x="6394450" y="3308350"/>
          <p14:tracePt t="107761" x="6375400" y="3308350"/>
          <p14:tracePt t="108010" x="6375400" y="3302000"/>
          <p14:tracePt t="108043" x="6388100" y="3302000"/>
          <p14:tracePt t="108063" x="6407150" y="3302000"/>
          <p14:tracePt t="108095" x="6457950" y="3302000"/>
          <p14:tracePt t="108114" x="6515100" y="3302000"/>
          <p14:tracePt t="108148" x="6737350" y="3302000"/>
          <p14:tracePt t="108179" x="6864350" y="3308350"/>
          <p14:tracePt t="108210" x="7086600" y="3327400"/>
          <p14:tracePt t="108243" x="7175500" y="3327400"/>
          <p14:tracePt t="108262" x="7188200" y="3327400"/>
          <p14:tracePt t="108293" x="7219950" y="3321050"/>
          <p14:tracePt t="108326" x="7226300" y="3314700"/>
          <p14:tracePt t="108359" x="7226300" y="3308350"/>
          <p14:tracePt t="108380" x="7219950" y="3302000"/>
          <p14:tracePt t="108413" x="7200900" y="3295650"/>
          <p14:tracePt t="108445" x="7194550" y="3295650"/>
          <p14:tracePt t="108492" x="7188200" y="3289300"/>
          <p14:tracePt t="108526" x="7181850" y="3289300"/>
          <p14:tracePt t="108558" x="7169150" y="3289300"/>
          <p14:tracePt t="109156" x="7099300" y="3257550"/>
          <p14:tracePt t="109178" x="7067550" y="3238500"/>
          <p14:tracePt t="109211" x="6915150" y="3200400"/>
          <p14:tracePt t="109242" x="6845300" y="3181350"/>
          <p14:tracePt t="109273" x="6769100" y="3168650"/>
          <p14:tracePt t="109306" x="6750050" y="3155950"/>
          <p14:tracePt t="109372" x="6762750" y="3149600"/>
          <p14:tracePt t="109406" x="6794500" y="3149600"/>
          <p14:tracePt t="109427" x="6813550" y="3149600"/>
          <p14:tracePt t="109460" x="6832600" y="3149600"/>
          <p14:tracePt t="109490" x="6845300" y="3149600"/>
          <p14:tracePt t="109522" x="6851650" y="3149600"/>
          <p14:tracePt t="109556" x="6864350" y="3149600"/>
          <p14:tracePt t="109589" x="6870700" y="3149600"/>
          <p14:tracePt t="109655" x="6889750" y="3149600"/>
          <p14:tracePt t="109740" x="6896100" y="3149600"/>
          <p14:tracePt t="109804" x="6902450" y="3155950"/>
          <p14:tracePt t="109854" x="6908800" y="3155950"/>
          <p14:tracePt t="109920" x="6915150" y="3155950"/>
          <p14:tracePt t="109954" x="6921500" y="3155950"/>
          <p14:tracePt t="109975" x="6927850" y="3155950"/>
          <p14:tracePt t="110005" x="6940550" y="3155950"/>
          <p14:tracePt t="110037" x="6946900" y="3149600"/>
          <p14:tracePt t="110070" x="6953250" y="3149600"/>
          <p14:tracePt t="110090" x="6965950" y="3143250"/>
          <p14:tracePt t="110121" x="6978650" y="3136900"/>
          <p14:tracePt t="110170" x="6991350" y="3136900"/>
          <p14:tracePt t="110203" x="7004050" y="3130550"/>
          <p14:tracePt t="110224" x="7010400" y="3130550"/>
          <p14:tracePt t="110257" x="7023100" y="3130550"/>
          <p14:tracePt t="110288" x="7029450" y="3130550"/>
          <p14:tracePt t="110319" x="7042150" y="3130550"/>
          <p14:tracePt t="110352" x="7048500" y="3130550"/>
          <p14:tracePt t="110385" x="7061200" y="3130550"/>
          <p14:tracePt t="110419" x="7067550" y="3130550"/>
          <p14:tracePt t="110469" x="7080250" y="3130550"/>
          <p14:tracePt t="110490" x="7086600" y="3130550"/>
          <p14:tracePt t="110523" x="7099300" y="3130550"/>
          <p14:tracePt t="110554" x="7112000" y="3124200"/>
          <p14:tracePt t="110585" x="7124700" y="3124200"/>
          <p14:tracePt t="110604" x="7137400" y="3117850"/>
          <p14:tracePt t="110651" x="7175500" y="3105150"/>
          <p14:tracePt t="110685" x="7232650" y="3092450"/>
          <p14:tracePt t="110718" x="7283450" y="3086100"/>
          <p14:tracePt t="110736" x="7302500" y="3086100"/>
          <p14:tracePt t="110755" x="7327900" y="3086100"/>
          <p14:tracePt t="110786" x="7359650" y="3086100"/>
          <p14:tracePt t="110817" x="7391400" y="3086100"/>
          <p14:tracePt t="110850" x="7416800" y="3086100"/>
          <p14:tracePt t="110884" x="7480300" y="3086100"/>
          <p14:tracePt t="110917" x="7524750" y="3092450"/>
          <p14:tracePt t="110950" x="7569200" y="3098800"/>
          <p14:tracePt t="110983" x="7600950" y="3098800"/>
          <p14:tracePt t="111017" x="7645400" y="3098800"/>
          <p14:tracePt t="111052" x="7696200" y="3098800"/>
          <p14:tracePt t="111085" x="7766050" y="3098800"/>
          <p14:tracePt t="111116" x="7835900" y="3105150"/>
          <p14:tracePt t="111150" x="7905750" y="3111500"/>
          <p14:tracePt t="111183" x="7988300" y="3130550"/>
          <p14:tracePt t="111216" x="8020050" y="3130550"/>
          <p14:tracePt t="111249" x="8089900" y="3136900"/>
          <p14:tracePt t="111270" x="8115300" y="3136900"/>
          <p14:tracePt t="111303" x="8159750" y="3136900"/>
          <p14:tracePt t="111334" x="8185150" y="3136900"/>
          <p14:tracePt t="111365" x="8210550" y="3136900"/>
          <p14:tracePt t="111399" x="8223250" y="3136900"/>
          <p14:tracePt t="111432" x="8242300" y="3136900"/>
          <p14:tracePt t="111465" x="8261350" y="3136900"/>
          <p14:tracePt t="111515" x="8286750" y="3136900"/>
          <p14:tracePt t="111536" x="8299450" y="3136900"/>
          <p14:tracePt t="111569" x="8318500" y="3136900"/>
          <p14:tracePt t="111600" x="8331200" y="3136900"/>
          <p14:tracePt t="111631" x="8356600" y="3136900"/>
          <p14:tracePt t="111681" x="8375650" y="3143250"/>
          <p14:tracePt t="111731" x="8388350" y="3149600"/>
          <p14:tracePt t="111781" x="8394700" y="3149600"/>
          <p14:tracePt t="111833" x="8394700" y="3155950"/>
          <p14:tracePt t="111866" x="8388350" y="3162300"/>
          <p14:tracePt t="111897" x="8375650" y="3168650"/>
          <p14:tracePt t="111930" x="8356600" y="3175000"/>
          <p14:tracePt t="111963" x="8324850" y="3181350"/>
          <p14:tracePt t="111997" x="8261350" y="3187700"/>
          <p14:tracePt t="112030" x="8210550" y="3187700"/>
          <p14:tracePt t="112063" x="8147050" y="3187700"/>
          <p14:tracePt t="112085" x="8051800" y="3187700"/>
          <p14:tracePt t="112115" x="7950200" y="3187700"/>
          <p14:tracePt t="112146" x="7861300" y="3187700"/>
          <p14:tracePt t="112180" x="7727950" y="3187700"/>
          <p14:tracePt t="112212" x="7645400" y="3168650"/>
          <p14:tracePt t="112246" x="7588250" y="3162300"/>
          <p14:tracePt t="112279" x="7518400" y="3155950"/>
          <p14:tracePt t="112329" x="7467600" y="3149600"/>
          <p14:tracePt t="112350" x="7461250" y="3149600"/>
          <p14:tracePt t="112381" x="7435850" y="3149600"/>
          <p14:tracePt t="112412" x="7410450" y="3149600"/>
          <p14:tracePt t="112445" x="7385050" y="3149600"/>
          <p14:tracePt t="112478" x="7366000" y="3149600"/>
          <p14:tracePt t="112511" x="7353300" y="3149600"/>
          <p14:tracePt t="112561" x="7346950" y="3149600"/>
          <p14:tracePt t="112611" x="7340600" y="3149600"/>
          <p14:tracePt t="112647" x="7334250" y="3155950"/>
          <p14:tracePt t="112680" x="7321550" y="3155950"/>
          <p14:tracePt t="112711" x="7315200" y="3155950"/>
          <p14:tracePt t="112744" x="7302500" y="3155950"/>
          <p14:tracePt t="112827" x="7289800" y="3162300"/>
          <p14:tracePt t="112877" x="7289800" y="3168650"/>
          <p14:tracePt t="112913" x="7264400" y="3175000"/>
          <p14:tracePt t="112946" x="7137400" y="3219450"/>
          <p14:tracePt t="112976" x="6896100" y="3282950"/>
          <p14:tracePt t="113010" x="5905500" y="3587750"/>
          <p14:tracePt t="113060" x="4622800" y="4019550"/>
          <p14:tracePt t="113093" x="3600450" y="4356100"/>
          <p14:tracePt t="113114" x="3435350" y="4419600"/>
          <p14:tracePt t="113147" x="3136900" y="4540250"/>
          <p14:tracePt t="113165" x="3022600" y="4597400"/>
          <p14:tracePt t="113195" x="2952750" y="4679950"/>
          <p14:tracePt t="113242" x="2933700" y="4768850"/>
          <p14:tracePt t="113278" x="3117850" y="4997450"/>
          <p14:tracePt t="113325" x="3924300" y="5581650"/>
          <p14:tracePt t="113347" x="4406900" y="5861050"/>
          <p14:tracePt t="113377" x="5086350" y="6083300"/>
          <p14:tracePt t="113409" x="5568950" y="6038850"/>
          <p14:tracePt t="113430" x="5778500" y="5854700"/>
          <p14:tracePt t="113463" x="5905500" y="5441950"/>
          <p14:tracePt t="113494" x="5784850" y="5118100"/>
          <p14:tracePt t="113542" x="5207000" y="4711700"/>
          <p14:tracePt t="113563" x="4838700" y="4514850"/>
          <p14:tracePt t="113593" x="4419600" y="4476750"/>
          <p14:tracePt t="113624" x="4121150" y="4565650"/>
          <p14:tracePt t="113658" x="3892550" y="4737100"/>
          <p14:tracePt t="113677" x="3822700" y="4845050"/>
          <p14:tracePt t="113709" x="3816350" y="4965700"/>
          <p14:tracePt t="113741" x="3994150" y="5111750"/>
          <p14:tracePt t="113774" x="4546600" y="5302250"/>
          <p14:tracePt t="113807" x="5422900" y="5232400"/>
          <p14:tracePt t="113840" x="6096000" y="4972050"/>
          <p14:tracePt t="113874" x="6388100" y="4603750"/>
          <p14:tracePt t="113907" x="6350000" y="4438650"/>
          <p14:tracePt t="113928" x="6159500" y="4311650"/>
          <p14:tracePt t="113959" x="5632450" y="4076700"/>
          <p14:tracePt t="113990" x="5156200" y="4019550"/>
          <p14:tracePt t="114023" x="4781550" y="4108450"/>
          <p14:tracePt t="114056" x="4546600" y="4260850"/>
          <p14:tracePt t="114090" x="4489450" y="4375150"/>
          <p14:tracePt t="114123" x="4502150" y="4457700"/>
          <p14:tracePt t="114156" x="4641850" y="4533900"/>
          <p14:tracePt t="114178" x="4787900" y="4578350"/>
          <p14:tracePt t="114210" x="5143500" y="4559300"/>
          <p14:tracePt t="114241" x="5340350" y="4489450"/>
          <p14:tracePt t="114272" x="5562600" y="4324350"/>
          <p14:tracePt t="114305" x="5759450" y="4114800"/>
          <p14:tracePt t="114339" x="5905500" y="3892550"/>
          <p14:tracePt t="114372" x="6038850" y="3670300"/>
          <p14:tracePt t="114405" x="6127750" y="3460750"/>
          <p14:tracePt t="114438" x="6153150" y="3384550"/>
          <p14:tracePt t="114460" x="6153150" y="3346450"/>
          <p14:tracePt t="114490" x="6153150" y="3302000"/>
          <p14:tracePt t="114521" x="6146800" y="3251200"/>
          <p14:tracePt t="114554" x="6146800" y="3200400"/>
          <p14:tracePt t="114588" x="6146800" y="3162300"/>
          <p14:tracePt t="114621" x="6153150" y="3136900"/>
          <p14:tracePt t="114654" x="6165850" y="3124200"/>
          <p14:tracePt t="114674" x="6172200" y="3117850"/>
          <p14:tracePt t="114709" x="6178550" y="3117850"/>
          <p14:tracePt t="114740" x="6191250" y="3117850"/>
          <p14:tracePt t="114787" x="6203950" y="3124200"/>
          <p14:tracePt t="114820" x="6216650" y="3130550"/>
          <p14:tracePt t="114887" x="6229350" y="3136900"/>
          <p14:tracePt t="114936" x="6229350" y="3143250"/>
          <p14:tracePt t="114986" x="6242050" y="3149600"/>
          <p14:tracePt t="115036" x="6242050" y="3155950"/>
          <p14:tracePt t="115069" x="6254750" y="3162300"/>
          <p14:tracePt t="115119" x="6261100" y="3168650"/>
          <p14:tracePt t="115235" x="6261100" y="3175000"/>
          <p14:tracePt t="115257" x="6261100" y="3181350"/>
          <p14:tracePt t="115304" x="6261100" y="3187700"/>
          <p14:tracePt t="115385" x="6261100" y="3194050"/>
          <p14:tracePt t="115418" x="6261100" y="3200400"/>
          <p14:tracePt t="115452" x="6273800" y="3200400"/>
          <p14:tracePt t="115470" x="6280150" y="3206750"/>
          <p14:tracePt t="115489" x="6305550" y="3206750"/>
          <p14:tracePt t="115522" x="6438900" y="3225800"/>
          <p14:tracePt t="115553" x="6705600" y="3232150"/>
          <p14:tracePt t="115584" x="6934200" y="3232150"/>
          <p14:tracePt t="115617" x="7340600" y="3168650"/>
          <p14:tracePt t="115651" x="7543800" y="3098800"/>
          <p14:tracePt t="115684" x="7632700" y="3054350"/>
          <p14:tracePt t="115717" x="7651750" y="3035300"/>
          <p14:tracePt t="115750" x="7651750" y="3028950"/>
          <p14:tracePt t="115867" x="7645400" y="3041650"/>
          <p14:tracePt t="115933" x="7639050" y="3054350"/>
          <p14:tracePt t="115983" x="7645400" y="3067050"/>
          <p14:tracePt t="116016" x="7670800" y="3067050"/>
          <p14:tracePt t="116037" x="7708900" y="3073400"/>
          <p14:tracePt t="116068" x="7842250" y="3086100"/>
          <p14:tracePt t="116099" x="7962900" y="3111500"/>
          <p14:tracePt t="116132" x="8001000" y="3111500"/>
          <p14:tracePt t="116165" x="7950200" y="3155950"/>
          <p14:tracePt t="116185" x="7816850" y="3194050"/>
          <p14:tracePt t="116216" x="7670800" y="3219450"/>
          <p14:tracePt t="116249" x="7550150" y="3232150"/>
          <p14:tracePt t="116282" x="7543800" y="3232150"/>
          <p14:tracePt t="116431" x="7543800" y="3225800"/>
          <p14:tracePt t="116514" x="7543800" y="3219450"/>
          <p14:tracePt t="116581" x="7537450" y="3213100"/>
          <p14:tracePt t="116599" x="7524750" y="3213100"/>
          <p14:tracePt t="116630" x="7505700" y="3213100"/>
          <p14:tracePt t="116664" x="7461250" y="3200400"/>
          <p14:tracePt t="116698" x="7366000" y="3187700"/>
          <p14:tracePt t="116732" x="7302500" y="3187700"/>
          <p14:tracePt t="116763" x="7283450" y="3187700"/>
          <p14:tracePt t="116797" x="7302500" y="3194050"/>
          <p14:tracePt t="116818" x="7346950" y="3187700"/>
          <p14:tracePt t="116852" x="7454900" y="3181350"/>
          <p14:tracePt t="116882" x="7651750" y="3181350"/>
          <p14:tracePt t="116913" x="7854950" y="3162300"/>
          <p14:tracePt t="116946" x="7962900" y="3143250"/>
          <p14:tracePt t="116979" x="8064500" y="3111500"/>
          <p14:tracePt t="117013" x="8115300" y="3092450"/>
          <p14:tracePt t="117046" x="8172450" y="3079750"/>
          <p14:tracePt t="117079" x="8248650" y="3079750"/>
          <p14:tracePt t="117100" x="8280400" y="3079750"/>
          <p14:tracePt t="117131" x="8312150" y="3086100"/>
          <p14:tracePt t="117162" x="8324850" y="3092450"/>
          <p14:tracePt t="117229" x="8337550" y="3105150"/>
          <p14:tracePt t="119969" x="7632700" y="2997200"/>
          <p14:tracePt t="119992" x="7359650" y="2952750"/>
          <p14:tracePt t="120022" x="6591300" y="2832100"/>
          <p14:tracePt t="120052" x="5962650" y="2768600"/>
          <p14:tracePt t="120085" x="5226050" y="2749550"/>
          <p14:tracePt t="120119" x="4584700" y="2787650"/>
          <p14:tracePt t="120152" x="4114800" y="2825750"/>
          <p14:tracePt t="120185" x="3905250" y="2870200"/>
          <p14:tracePt t="120218" x="3657600" y="2927350"/>
          <p14:tracePt t="120238" x="3536950" y="2952750"/>
          <p14:tracePt t="120285" x="3073400" y="2997200"/>
          <p14:tracePt t="120318" x="2819400" y="3003550"/>
          <p14:tracePt t="120351" x="2514600" y="3016250"/>
          <p14:tracePt t="120384" x="2184400" y="3035300"/>
          <p14:tracePt t="120417" x="1949450" y="3048000"/>
          <p14:tracePt t="120450" x="1835150" y="3079750"/>
          <p14:tracePt t="120484" x="1816100" y="3111500"/>
          <p14:tracePt t="120505" x="1822450" y="3124200"/>
          <p14:tracePt t="120883" x="1631950" y="3225800"/>
          <p14:tracePt t="120901" x="1574800" y="3263900"/>
          <p14:tracePt t="120933" x="1466850" y="3327400"/>
          <p14:tracePt t="120966" x="1441450" y="3333750"/>
          <p14:tracePt t="120999" x="1416050" y="3346450"/>
          <p14:tracePt t="121032" x="1397000" y="3346450"/>
          <p14:tracePt t="121099" x="1377950" y="3346450"/>
          <p14:tracePt t="121165" x="1365250" y="3352800"/>
          <p14:tracePt t="121298" x="1390650" y="3352800"/>
          <p14:tracePt t="121319" x="1397000" y="3352800"/>
          <p14:tracePt t="121350" x="1428750" y="3346450"/>
          <p14:tracePt t="121381" x="1543050" y="3333750"/>
          <p14:tracePt t="121400" x="1581150" y="3333750"/>
          <p14:tracePt t="121431" x="1638300" y="3333750"/>
          <p14:tracePt t="121464" x="1670050" y="3333750"/>
          <p14:tracePt t="121597" x="1663700" y="3333750"/>
          <p14:tracePt t="121615" x="1657350" y="3340100"/>
          <p14:tracePt t="121663" x="1651000" y="3346450"/>
          <p14:tracePt t="121729" x="1644650" y="3352800"/>
          <p14:tracePt t="121763" x="1638300" y="3352800"/>
          <p14:tracePt t="121846" x="1657350" y="3352800"/>
          <p14:tracePt t="121898" x="1752600" y="3333750"/>
          <p14:tracePt t="121931" x="1866900" y="3302000"/>
          <p14:tracePt t="121962" x="2000250" y="3282950"/>
          <p14:tracePt t="121995" x="2076450" y="3276600"/>
          <p14:tracePt t="122029" x="2114550" y="3276600"/>
          <p14:tracePt t="122062" x="2133600" y="3289300"/>
          <p14:tracePt t="122083" x="2139950" y="3295650"/>
          <p14:tracePt t="122117" x="2152650" y="3302000"/>
          <p14:tracePt t="122147" x="2165350" y="3314700"/>
          <p14:tracePt t="122178" x="2178050" y="3321050"/>
          <p14:tracePt t="122211" x="2203450" y="3333750"/>
          <p14:tracePt t="122245" x="2247900" y="3352800"/>
          <p14:tracePt t="122295" x="2279650" y="3365500"/>
          <p14:tracePt t="122344" x="2298700" y="3371850"/>
          <p14:tracePt t="122577" x="2286000" y="3365500"/>
          <p14:tracePt t="123058" x="2743200" y="3365500"/>
          <p14:tracePt t="123092" x="3194050" y="3365500"/>
          <p14:tracePt t="123125" x="3479800" y="3346450"/>
          <p14:tracePt t="123147" x="3505200" y="3346450"/>
          <p14:tracePt t="123179" x="3511550" y="3346450"/>
          <p14:tracePt t="123443" x="3511550" y="3352800"/>
          <p14:tracePt t="123475" x="3511550" y="3359150"/>
          <p14:tracePt t="123507" x="3511550" y="3365500"/>
          <p14:tracePt t="123540" x="3530600" y="3365500"/>
          <p14:tracePt t="123574" x="3549650" y="3365500"/>
          <p14:tracePt t="123623" x="3556000" y="3365500"/>
          <p14:tracePt t="123656" x="3575050" y="3371850"/>
          <p14:tracePt t="123678" x="3581400" y="3378200"/>
          <p14:tracePt t="123711" x="3594100" y="3378200"/>
          <p14:tracePt t="123756" x="3600450" y="3384550"/>
          <p14:tracePt t="123806" x="3613150" y="3390900"/>
          <p14:tracePt t="123825" x="3619500" y="3390900"/>
          <p14:tracePt t="123857" x="3625850" y="3390900"/>
          <p14:tracePt t="123905" x="3632200" y="3390900"/>
          <p14:tracePt t="123958" x="3638550" y="3397250"/>
          <p14:tracePt t="124055" x="3638550" y="3384550"/>
          <p14:tracePt t="124321" x="3943350" y="3333750"/>
          <p14:tracePt t="124354" x="4178300" y="3295650"/>
          <p14:tracePt t="124387" x="4502150" y="3244850"/>
          <p14:tracePt t="124421" x="4622800" y="3244850"/>
          <p14:tracePt t="124454" x="4699000" y="3244850"/>
          <p14:tracePt t="124475" x="4718050" y="3244850"/>
          <p14:tracePt t="124505" x="4743450" y="3251200"/>
          <p14:tracePt t="124537" x="4762500" y="3263900"/>
          <p14:tracePt t="124570" x="4768850" y="3282950"/>
          <p14:tracePt t="124620" x="4768850" y="3295650"/>
          <p14:tracePt t="124653" x="4762500" y="3321050"/>
          <p14:tracePt t="124703" x="4749800" y="3327400"/>
          <p14:tracePt t="124755" x="4743450" y="3340100"/>
          <p14:tracePt t="124837" x="4737100" y="3340100"/>
          <p14:tracePt t="124886" x="4724400" y="3327400"/>
          <p14:tracePt t="125533" x="4883150" y="3314700"/>
          <p14:tracePt t="125554" x="5105400" y="3270250"/>
          <p14:tracePt t="125585" x="5486400" y="3219450"/>
          <p14:tracePt t="125616" x="5721350" y="3194050"/>
          <p14:tracePt t="125650" x="5822950" y="3187700"/>
          <p14:tracePt t="125683" x="5842000" y="3200400"/>
          <p14:tracePt t="125716" x="5848350" y="3206750"/>
          <p14:tracePt t="125749" x="5873750" y="3244850"/>
          <p14:tracePt t="125783" x="5918200" y="3270250"/>
          <p14:tracePt t="125804" x="5930900" y="3270250"/>
          <p14:tracePt t="125834" x="5937250" y="3276600"/>
          <p14:tracePt t="125852" x="5937250" y="3289300"/>
          <p14:tracePt t="125898" x="5937250" y="3295650"/>
          <p14:tracePt t="125932" x="5930900" y="3302000"/>
          <p14:tracePt t="125965" x="5924550" y="3321050"/>
          <p14:tracePt t="126015" x="5918200" y="3327400"/>
          <p14:tracePt t="126264" x="5930900" y="3321050"/>
          <p14:tracePt t="126298" x="5956300" y="3308350"/>
          <p14:tracePt t="126319" x="5994400" y="3295650"/>
          <p14:tracePt t="126349" x="6203950" y="3251200"/>
          <p14:tracePt t="126380" x="6534150" y="3206750"/>
          <p14:tracePt t="126414" x="6965950" y="3200400"/>
          <p14:tracePt t="126432" x="7042150" y="3219450"/>
          <p14:tracePt t="126463" x="7169150" y="3244850"/>
          <p14:tracePt t="126496" x="7194550" y="3270250"/>
          <p14:tracePt t="126530" x="7200900" y="3289300"/>
          <p14:tracePt t="126599" x="7200900" y="3295650"/>
          <p14:tracePt t="126663" x="7207250" y="3302000"/>
          <p14:tracePt t="126746" x="7207250" y="3295650"/>
          <p14:tracePt t="130018" x="6769100" y="3371850"/>
          <p14:tracePt t="130054" x="6350000" y="3422650"/>
          <p14:tracePt t="130086" x="6184900" y="3409950"/>
          <p14:tracePt t="130117" x="5969000" y="3378200"/>
          <p14:tracePt t="130151" x="5930900" y="3371850"/>
          <p14:tracePt t="130169" x="5924550" y="3371850"/>
          <p14:tracePt t="130200" x="5918200" y="3371850"/>
          <p14:tracePt t="130234" x="5911850" y="3384550"/>
          <p14:tracePt t="130255" x="5905500" y="3384550"/>
          <p14:tracePt t="130288" x="5892800" y="3390900"/>
          <p14:tracePt t="130319" x="5880100" y="3390900"/>
          <p14:tracePt t="130400" x="5899150" y="3384550"/>
          <p14:tracePt t="130433" x="5943600" y="3371850"/>
          <p14:tracePt t="130466" x="6007100" y="3340100"/>
          <p14:tracePt t="130499" x="6191250" y="3302000"/>
          <p14:tracePt t="130521" x="6375400" y="3270250"/>
          <p14:tracePt t="130554" x="6692900" y="3219450"/>
          <p14:tracePt t="130584" x="6959600" y="3219450"/>
          <p14:tracePt t="130616" x="7112000" y="3232150"/>
          <p14:tracePt t="130649" x="7188200" y="3263900"/>
          <p14:tracePt t="130667" x="7194550" y="3263900"/>
          <p14:tracePt t="130699" x="7207250" y="3282950"/>
          <p14:tracePt t="130732" x="7213600" y="3282950"/>
          <p14:tracePt t="132277" x="6946900" y="3384550"/>
          <p14:tracePt t="132310" x="6623050" y="3473450"/>
          <p14:tracePt t="132343" x="6489700" y="3473450"/>
          <p14:tracePt t="132376" x="6216650" y="3441700"/>
          <p14:tracePt t="132412" x="6108700" y="3422650"/>
          <p14:tracePt t="132445" x="6019800" y="3429000"/>
          <p14:tracePt t="132476" x="5949950" y="3448050"/>
          <p14:tracePt t="132509" x="5867400" y="3467100"/>
          <p14:tracePt t="132542" x="5822950" y="3486150"/>
          <p14:tracePt t="132576" x="5797550" y="3498850"/>
          <p14:tracePt t="132609" x="5791200" y="3498850"/>
          <p14:tracePt t="132775" x="5797550" y="3498850"/>
          <p14:tracePt t="132825" x="5803900" y="3498850"/>
          <p14:tracePt t="132874" x="5810250" y="3492500"/>
          <p14:tracePt t="132896" x="5816600" y="3492500"/>
          <p14:tracePt t="132991" x="5822950" y="3492500"/>
          <p14:tracePt t="133024" x="5829300" y="3486150"/>
          <p14:tracePt t="133090" x="5835650" y="3486150"/>
          <p14:tracePt t="133157" x="5842000" y="3486150"/>
          <p14:tracePt t="133209" x="5848350" y="3479800"/>
          <p14:tracePt t="133555" x="5848350" y="3486150"/>
          <p14:tracePt t="133708" x="5848350" y="3492500"/>
          <p14:tracePt t="135084" x="5854700" y="3492500"/>
          <p14:tracePt t="135150" x="5861050" y="3486150"/>
          <p14:tracePt t="135183" x="5861050" y="3479800"/>
          <p14:tracePt t="135216" x="5867400" y="3479800"/>
          <p14:tracePt t="135283" x="5873750" y="3479800"/>
          <p14:tracePt t="135318" x="5873750" y="3486150"/>
          <p14:tracePt t="135482" x="5873750" y="3492500"/>
          <p14:tracePt t="135515" x="5886450" y="3492500"/>
          <p14:tracePt t="135537" x="5892800" y="3492500"/>
          <p14:tracePt t="135585" x="5899150" y="3492500"/>
          <p14:tracePt t="135617" x="5905500" y="3492500"/>
          <p14:tracePt t="135648" x="5918200" y="3492500"/>
          <p14:tracePt t="135699" x="5918200" y="3486150"/>
          <p14:tracePt t="135731" x="5930900" y="3486150"/>
          <p14:tracePt t="135764" x="5930900" y="3479800"/>
          <p14:tracePt t="135786" x="5943600" y="3479800"/>
          <p14:tracePt t="135850" x="5962650" y="3479800"/>
          <p14:tracePt t="135915" x="5994400" y="3473450"/>
          <p14:tracePt t="135947" x="6026150" y="3473450"/>
          <p14:tracePt t="135966" x="6083300" y="3473450"/>
          <p14:tracePt t="135999" x="6305550" y="3448050"/>
          <p14:tracePt t="136030" x="6445250" y="3429000"/>
          <p14:tracePt t="136064" x="6692900" y="3397250"/>
          <p14:tracePt t="136085" x="6832600" y="3397250"/>
          <p14:tracePt t="136115" x="6978650" y="3390900"/>
          <p14:tracePt t="136147" x="7048500" y="3390900"/>
          <p14:tracePt t="136180" x="7054850" y="3390900"/>
          <p14:tracePt t="136279" x="7054850" y="3403600"/>
          <p14:tracePt t="136396" x="7048500" y="3403600"/>
          <p14:tracePt t="136445" x="7042150" y="3409950"/>
          <p14:tracePt t="136578" x="7035800" y="3409950"/>
          <p14:tracePt t="136601" x="7029450" y="3409950"/>
          <p14:tracePt t="136678" x="7016750" y="3397250"/>
          <p14:tracePt t="137243" x="7010400" y="3397250"/>
          <p14:tracePt t="137276" x="7004050" y="3397250"/>
          <p14:tracePt t="137309" x="6991350" y="3397250"/>
          <p14:tracePt t="137359" x="6972300" y="3397250"/>
          <p14:tracePt t="137409" x="6934200" y="3371850"/>
          <p14:tracePt t="137444" x="6915150" y="3365500"/>
          <p14:tracePt t="138990" x="6788150" y="3359150"/>
          <p14:tracePt t="139009" x="6737350" y="3352800"/>
          <p14:tracePt t="139039" x="6464300" y="3340100"/>
          <p14:tracePt t="139055" x="6375400" y="3333750"/>
          <p14:tracePt t="139086" x="6184900" y="3333750"/>
          <p14:tracePt t="139120" x="6083300" y="3333750"/>
          <p14:tracePt t="139153" x="6038850" y="3333750"/>
          <p14:tracePt t="139186" x="6026150" y="3333750"/>
          <p14:tracePt t="139219" x="6019800" y="3346450"/>
          <p14:tracePt t="139241" x="6007100" y="3352800"/>
          <p14:tracePt t="139271" x="5988050" y="3365500"/>
          <p14:tracePt t="139302" x="5988050" y="3371850"/>
          <p14:tracePt t="139352" x="5981700" y="3378200"/>
          <p14:tracePt t="139385" x="5975350" y="3390900"/>
          <p14:tracePt t="139419" x="5969000" y="3403600"/>
          <p14:tracePt t="139452" x="5962650" y="3416300"/>
          <p14:tracePt t="139505" x="5962650" y="3422650"/>
          <p14:tracePt t="139601" x="5962650" y="3429000"/>
          <p14:tracePt t="139651" x="5969000" y="3429000"/>
          <p14:tracePt t="139702" x="5975350" y="3429000"/>
          <p14:tracePt t="139751" x="5988050" y="3416300"/>
          <p14:tracePt t="139772" x="6000750" y="3416300"/>
          <p14:tracePt t="139802" x="6038850" y="3403600"/>
          <p14:tracePt t="139834" x="6210300" y="3365500"/>
          <p14:tracePt t="139867" x="6648450" y="3302000"/>
          <p14:tracePt t="139886" x="6750050" y="3289300"/>
          <p14:tracePt t="139917" x="7016750" y="3270250"/>
          <p14:tracePt t="139950" x="7131050" y="3263900"/>
          <p14:tracePt t="139983" x="7169150" y="3270250"/>
          <p14:tracePt t="140017" x="7181850" y="3282950"/>
          <p14:tracePt t="140037" x="7181850" y="3289300"/>
          <p14:tracePt t="140116" x="7181850" y="3295650"/>
          <p14:tracePt t="140182" x="7181850" y="3302000"/>
          <p14:tracePt t="140265" x="7175500" y="3302000"/>
          <p14:tracePt t="140287" x="7169150" y="3295650"/>
          <p14:tracePt t="140548" x="6286500" y="3162300"/>
          <p14:tracePt t="140570" x="5676900" y="3117850"/>
          <p14:tracePt t="140600" x="5073650" y="3086100"/>
          <p14:tracePt t="140631" x="3848100" y="3079750"/>
          <p14:tracePt t="140650" x="3562350" y="3079750"/>
          <p14:tracePt t="140681" x="2813050" y="3124200"/>
          <p14:tracePt t="140714" x="2228850" y="3200400"/>
          <p14:tracePt t="140748" x="1879600" y="3263900"/>
          <p14:tracePt t="140780" x="1638300" y="3321050"/>
          <p14:tracePt t="140802" x="1498600" y="3371850"/>
          <p14:tracePt t="140835" x="1460500" y="3403600"/>
          <p14:tracePt t="140865" x="1454150" y="3409950"/>
          <p14:tracePt t="140897" x="1454150" y="3422650"/>
          <p14:tracePt t="140930" x="1460500" y="3435350"/>
          <p14:tracePt t="140963" x="1460500" y="3448050"/>
          <p14:tracePt t="141013" x="1460500" y="3467100"/>
          <p14:tracePt t="141046" x="1504950" y="3479800"/>
          <p14:tracePt t="141066" x="1530350" y="3479800"/>
          <p14:tracePt t="141084" x="1593850" y="3467100"/>
          <p14:tracePt t="141114" x="1841500" y="3409950"/>
          <p14:tracePt t="141146" x="2222500" y="3359150"/>
          <p14:tracePt t="141179" x="2520950" y="3314700"/>
          <p14:tracePt t="141212" x="2616200" y="3302000"/>
          <p14:tracePt t="141279" x="2552700" y="3314700"/>
          <p14:tracePt t="141312" x="2482850" y="3327400"/>
          <p14:tracePt t="141334" x="2343150" y="3327400"/>
          <p14:tracePt t="141350" x="2279650" y="3327400"/>
          <p14:tracePt t="141381" x="2057400" y="3314700"/>
          <p14:tracePt t="141413" x="1905000" y="3308350"/>
          <p14:tracePt t="141445" x="1866900" y="3308350"/>
          <p14:tracePt t="141478" x="1854200" y="3314700"/>
          <p14:tracePt t="141511" x="1892300" y="3314700"/>
          <p14:tracePt t="141545" x="1987550" y="3314700"/>
          <p14:tracePt t="141578" x="2266950" y="3314700"/>
          <p14:tracePt t="141599" x="2470150" y="3314700"/>
          <p14:tracePt t="141632" x="2622550" y="3314700"/>
          <p14:tracePt t="141694" x="2552700" y="3314700"/>
          <p14:tracePt t="141727" x="2387600" y="3314700"/>
          <p14:tracePt t="141760" x="2120900" y="3321050"/>
          <p14:tracePt t="141794" x="1835150" y="3371850"/>
          <p14:tracePt t="141827" x="1619250" y="3409950"/>
          <p14:tracePt t="141860" x="1593850" y="3422650"/>
          <p14:tracePt t="141896" x="1600200" y="3429000"/>
          <p14:tracePt t="141928" x="1644650" y="3435350"/>
          <p14:tracePt t="141960" x="1739900" y="3435350"/>
          <p14:tracePt t="141993" x="1930400" y="3435350"/>
          <p14:tracePt t="142026" x="2133600" y="3435350"/>
          <p14:tracePt t="142059" x="2254250" y="3435350"/>
          <p14:tracePt t="142093" x="2273300" y="3429000"/>
          <p14:tracePt t="142114" x="2254250" y="3429000"/>
          <p14:tracePt t="142147" x="2203450" y="3429000"/>
          <p14:tracePt t="142177" x="2108200" y="3429000"/>
          <p14:tracePt t="142209" x="1981200" y="3429000"/>
          <p14:tracePt t="142242" x="1911350" y="3429000"/>
          <p14:tracePt t="142275" x="1885950" y="3429000"/>
          <p14:tracePt t="142325" x="1936750" y="3416300"/>
          <p14:tracePt t="142358" x="2070100" y="3403600"/>
          <p14:tracePt t="142380" x="2222500" y="3409950"/>
          <p14:tracePt t="142412" x="2368550" y="3409950"/>
          <p14:tracePt t="142443" x="2387600" y="3409950"/>
          <p14:tracePt t="142475" x="2324100" y="3422650"/>
          <p14:tracePt t="142508" x="2101850" y="3409950"/>
          <p14:tracePt t="142541" x="1822450" y="3397250"/>
          <p14:tracePt t="142574" x="1657350" y="3397250"/>
          <p14:tracePt t="142594" x="1638300" y="3397250"/>
          <p14:tracePt t="142641" x="1689100" y="3403600"/>
          <p14:tracePt t="142662" x="1752600" y="3403600"/>
          <p14:tracePt t="142692" x="1803400" y="3403600"/>
          <p14:tracePt t="142724" x="1854200" y="3397250"/>
          <p14:tracePt t="142757" x="1860550" y="3397250"/>
          <p14:tracePt t="142790" x="1841500" y="3397250"/>
          <p14:tracePt t="142824" x="1803400" y="3403600"/>
          <p14:tracePt t="143388" x="1854200" y="3403600"/>
          <p14:tracePt t="143421" x="1936750" y="3397250"/>
          <p14:tracePt t="143440" x="1962150" y="3390900"/>
          <p14:tracePt t="143459" x="2095500" y="3371850"/>
          <p14:tracePt t="143490" x="2266950" y="3346450"/>
          <p14:tracePt t="143521" x="2336800" y="3327400"/>
          <p14:tracePt t="143554" x="2368550" y="3327400"/>
          <p14:tracePt t="143587" x="2381250" y="3333750"/>
          <p14:tracePt t="143637" x="2387600" y="3340100"/>
          <p14:tracePt t="143671" x="2393950" y="3340100"/>
          <p14:tracePt t="143720" x="2393950" y="3346450"/>
          <p14:tracePt t="143803" x="2400300" y="3346450"/>
          <p14:tracePt t="143870" x="2400300" y="3352800"/>
          <p14:tracePt t="143986" x="2387600" y="3359150"/>
          <p14:tracePt t="144023" x="2368550" y="3359150"/>
          <p14:tracePt t="144055" x="2324100" y="3365500"/>
          <p14:tracePt t="144086" x="2190750" y="3390900"/>
          <p14:tracePt t="144106" x="1955800" y="3429000"/>
          <p14:tracePt t="144137" x="1720850" y="3467100"/>
          <p14:tracePt t="144154" x="1670050" y="3473450"/>
          <p14:tracePt t="144185" x="1530350" y="3498850"/>
          <p14:tracePt t="144219" x="1485900" y="3511550"/>
          <p14:tracePt t="144240" x="1473200" y="3511550"/>
          <p14:tracePt t="144288" x="1466850" y="3517900"/>
          <p14:tracePt t="144385" x="1473200" y="3517900"/>
          <p14:tracePt t="144435" x="1479550" y="3517900"/>
          <p14:tracePt t="144501" x="1485900" y="3517900"/>
          <p14:tracePt t="144567" x="1492250" y="3524250"/>
          <p14:tracePt t="144586" x="1498600" y="3524250"/>
          <p14:tracePt t="144618" x="1517650" y="3524250"/>
          <p14:tracePt t="144651" x="1530350" y="3524250"/>
          <p14:tracePt t="144684" x="1568450" y="3524250"/>
          <p14:tracePt t="144717" x="1670050" y="3505200"/>
          <p14:tracePt t="144740" x="1790700" y="3473450"/>
          <p14:tracePt t="144772" x="1955800" y="3416300"/>
          <p14:tracePt t="144802" x="2095500" y="3384550"/>
          <p14:tracePt t="144833" x="2197100" y="3371850"/>
          <p14:tracePt t="144866" x="2279650" y="3384550"/>
          <p14:tracePt t="144900" x="2362200" y="3429000"/>
          <p14:tracePt t="144933" x="2432050" y="3467100"/>
          <p14:tracePt t="144966" x="2476500" y="3498850"/>
          <p14:tracePt t="144985" x="2489200" y="3505200"/>
          <p14:tracePt t="145016" x="2501900" y="3505200"/>
          <p14:tracePt t="145069" x="2501900" y="3511550"/>
          <p14:tracePt t="145298" x="2482850" y="3511550"/>
          <p14:tracePt t="145334" x="2476500" y="3511550"/>
          <p14:tracePt t="146115" x="2489200" y="3511550"/>
          <p14:tracePt t="146147" x="2552700" y="3492500"/>
          <p14:tracePt t="146178" x="2660650" y="3486150"/>
          <p14:tracePt t="146212" x="2781300" y="3473450"/>
          <p14:tracePt t="146245" x="2952750" y="3454400"/>
          <p14:tracePt t="146278" x="3219450" y="3435350"/>
          <p14:tracePt t="146297" x="3289300" y="3422650"/>
          <p14:tracePt t="146328" x="3473450" y="3397250"/>
          <p14:tracePt t="146349" x="3575050" y="3384550"/>
          <p14:tracePt t="146380" x="3689350" y="3371850"/>
          <p14:tracePt t="146411" x="3727450" y="3371850"/>
          <p14:tracePt t="146444" x="3771900" y="3371850"/>
          <p14:tracePt t="146477" x="3784600" y="3378200"/>
          <p14:tracePt t="146527" x="3790950" y="3378200"/>
          <p14:tracePt t="146577" x="3790950" y="3390900"/>
          <p14:tracePt t="146726" x="3790950" y="3397250"/>
          <p14:tracePt t="146760" x="3784600" y="3397250"/>
          <p14:tracePt t="146826" x="3771900" y="3403600"/>
          <p14:tracePt t="146893" x="3752850" y="3403600"/>
          <p14:tracePt t="147475" x="3778250" y="3403600"/>
          <p14:tracePt t="147507" x="3784600" y="3397250"/>
          <p14:tracePt t="147541" x="3803650" y="3384550"/>
          <p14:tracePt t="147574" x="3822700" y="3371850"/>
          <p14:tracePt t="147607" x="3854450" y="3359150"/>
          <p14:tracePt t="147640" x="3937000" y="3333750"/>
          <p14:tracePt t="147660" x="4006850" y="3314700"/>
          <p14:tracePt t="147694" x="4184650" y="3289300"/>
          <p14:tracePt t="147725" x="4273550" y="3289300"/>
          <p14:tracePt t="147756" x="4375150" y="3302000"/>
          <p14:tracePt t="147789" x="4438650" y="3327400"/>
          <p14:tracePt t="147823" x="4483100" y="3346450"/>
          <p14:tracePt t="147856" x="4540250" y="3365500"/>
          <p14:tracePt t="147889" x="4559300" y="3371850"/>
          <p14:tracePt t="147922" x="4591050" y="3378200"/>
          <p14:tracePt t="147945" x="4603750" y="3390900"/>
          <p14:tracePt t="147974" x="4616450" y="3397250"/>
          <p14:tracePt t="148006" x="4622800" y="3409950"/>
          <p14:tracePt t="148039" x="4622800" y="3422650"/>
          <p14:tracePt t="148122" x="4622800" y="3429000"/>
          <p14:tracePt t="148208" x="4622800" y="3422650"/>
          <p14:tracePt t="148271" x="4629150" y="3416300"/>
          <p14:tracePt t="148305" x="4635500" y="3416300"/>
          <p14:tracePt t="148354" x="4641850" y="3409950"/>
          <p14:tracePt t="148404" x="4648200" y="3409950"/>
          <p14:tracePt t="148454" x="4654550" y="3403600"/>
          <p14:tracePt t="148886" x="4660900" y="3397250"/>
          <p14:tracePt t="148919" x="4667250" y="3397250"/>
          <p14:tracePt t="148953" x="4673600" y="3397250"/>
          <p14:tracePt t="148975" x="4679950" y="3397250"/>
          <p14:tracePt t="149037" x="4692650" y="3397250"/>
          <p14:tracePt t="149103" x="4718050" y="3390900"/>
          <p14:tracePt t="149136" x="4762500" y="3365500"/>
          <p14:tracePt t="149169" x="4813300" y="3333750"/>
          <p14:tracePt t="149188" x="4826000" y="3314700"/>
          <p14:tracePt t="149208" x="4838700" y="3289300"/>
          <p14:tracePt t="149240" x="4832350" y="3263900"/>
          <p14:tracePt t="149274" x="4794250" y="3257550"/>
          <p14:tracePt t="149286" x="4762500" y="3257550"/>
          <p14:tracePt t="149318" x="4654550" y="3238500"/>
          <p14:tracePt t="149350" x="4533900" y="3225800"/>
          <p14:tracePt t="149384" x="4222750" y="3194050"/>
          <p14:tracePt t="149417" x="4044950" y="3200400"/>
          <p14:tracePt t="149451" x="3956050" y="3200400"/>
          <p14:tracePt t="149484" x="3917950" y="3200400"/>
          <p14:tracePt t="149506" x="3905250" y="3200400"/>
          <p14:tracePt t="149553" x="3905250" y="3194050"/>
          <p14:tracePt t="149586" x="3905250" y="3187700"/>
          <p14:tracePt t="149633" x="3911600" y="3181350"/>
          <p14:tracePt t="149666" x="3937000" y="3168650"/>
          <p14:tracePt t="149686" x="3962400" y="3162300"/>
          <p14:tracePt t="149718" x="4057650" y="3155950"/>
          <p14:tracePt t="149749" x="4254500" y="3136900"/>
          <p14:tracePt t="149771" x="4406900" y="3130550"/>
          <p14:tracePt t="149804" x="4591050" y="3124200"/>
          <p14:tracePt t="149834" x="4705350" y="3136900"/>
          <p14:tracePt t="149866" x="4749800" y="3136900"/>
          <p14:tracePt t="149915" x="4762500" y="3136900"/>
          <p14:tracePt t="149965" x="4762500" y="3143250"/>
          <p14:tracePt t="150015" x="4762500" y="3149600"/>
          <p14:tracePt t="150084" x="4756150" y="3149600"/>
          <p14:tracePt t="150148" x="4743450" y="3149600"/>
          <p14:tracePt t="150182" x="4730750" y="3149600"/>
          <p14:tracePt t="150214" x="4686300" y="3149600"/>
          <p14:tracePt t="150248" x="4546600" y="3143250"/>
          <p14:tracePt t="150281" x="4133850" y="3105150"/>
          <p14:tracePt t="150302" x="3917950" y="3073400"/>
          <p14:tracePt t="150335" x="3613150" y="3041650"/>
          <p14:tracePt t="150366" x="3479800" y="3022600"/>
          <p14:tracePt t="150398" x="3327400" y="3016250"/>
          <p14:tracePt t="150416" x="3308350" y="3009900"/>
          <p14:tracePt t="150447" x="3276600" y="3009900"/>
          <p14:tracePt t="150480" x="3263900" y="3009900"/>
          <p14:tracePt t="150530" x="3282950" y="3009900"/>
          <p14:tracePt t="150563" x="3340100" y="2997200"/>
          <p14:tracePt t="150585" x="3409950" y="2990850"/>
          <p14:tracePt t="150615" x="3663950" y="3003550"/>
          <p14:tracePt t="150632" x="3803650" y="3016250"/>
          <p14:tracePt t="150663" x="4343400" y="3054350"/>
          <p14:tracePt t="150696" x="4819650" y="3048000"/>
          <p14:tracePt t="150731" x="5226050" y="3016250"/>
          <p14:tracePt t="150763" x="5340350" y="2997200"/>
          <p14:tracePt t="150781" x="5346700" y="2997200"/>
          <p14:tracePt t="150812" x="5359400" y="2990850"/>
          <p14:tracePt t="150834" x="5365750" y="2990850"/>
          <p14:tracePt t="150896" x="5372100" y="3003550"/>
          <p14:tracePt t="150929" x="5372100" y="3009900"/>
          <p14:tracePt t="150962" x="5378450" y="3022600"/>
          <p14:tracePt t="151128" x="5372100" y="3022600"/>
          <p14:tracePt t="151178" x="5372100" y="3028950"/>
          <p14:tracePt t="151228" x="5365750" y="3028950"/>
          <p14:tracePt t="151261" x="5353050" y="3028950"/>
          <p14:tracePt t="151294" x="5321300" y="3028950"/>
          <p14:tracePt t="151327" x="5187950" y="3028950"/>
          <p14:tracePt t="151349" x="4997450" y="3028950"/>
          <p14:tracePt t="151382" x="4457700" y="3028950"/>
          <p14:tracePt t="151412" x="4203700" y="3035300"/>
          <p14:tracePt t="151444" x="3937000" y="3048000"/>
          <p14:tracePt t="151477" x="3816350" y="3060700"/>
          <p14:tracePt t="151510" x="3778250" y="3067050"/>
          <p14:tracePt t="151543" x="3771900" y="3067050"/>
          <p14:tracePt t="151679" x="3759200" y="3067050"/>
          <p14:tracePt t="151712" x="3708400" y="3067050"/>
          <p14:tracePt t="151730" x="3632200" y="3067050"/>
          <p14:tracePt t="151761" x="3435350" y="3060700"/>
          <p14:tracePt t="151792" x="3194050" y="3060700"/>
          <p14:tracePt t="151826" x="3009900" y="3092450"/>
          <p14:tracePt t="151859" x="2901950" y="3111500"/>
          <p14:tracePt t="151880" x="2889250" y="3117850"/>
          <p14:tracePt t="151992" x="2895600" y="3130550"/>
          <p14:tracePt t="153702" x="2654300" y="3289300"/>
          <p14:tracePt t="153724" x="2584450" y="3365500"/>
          <p14:tracePt t="153742" x="2482850" y="3492500"/>
          <p14:tracePt t="153771" x="2393950" y="3625850"/>
          <p14:tracePt t="153788" x="2368550" y="3657600"/>
          <p14:tracePt t="153819" x="2305050" y="3721100"/>
          <p14:tracePt t="153852" x="2228850" y="3746500"/>
          <p14:tracePt t="153885" x="2114550" y="3771900"/>
          <p14:tracePt t="153918" x="2025650" y="3784600"/>
          <p14:tracePt t="153951" x="1949450" y="3790950"/>
          <p14:tracePt t="153985" x="1860550" y="3803650"/>
          <p14:tracePt t="154006" x="1797050" y="3803650"/>
          <p14:tracePt t="154037" x="1676400" y="3790950"/>
          <p14:tracePt t="154068" x="1549400" y="3771900"/>
          <p14:tracePt t="154101" x="1460500" y="3746500"/>
          <p14:tracePt t="154134" x="1403350" y="3740150"/>
          <p14:tracePt t="154168" x="1390650" y="3740150"/>
          <p14:tracePt t="154217" x="1409700" y="3740150"/>
          <p14:tracePt t="154251" x="1447800" y="3740150"/>
          <p14:tracePt t="154272" x="1492250" y="3740150"/>
          <p14:tracePt t="154303" x="1619250" y="3740150"/>
          <p14:tracePt t="154334" x="1885950" y="3752850"/>
          <p14:tracePt t="154367" x="2266950" y="3771900"/>
          <p14:tracePt t="154400" x="2730500" y="3810000"/>
          <p14:tracePt t="154433" x="3168650" y="3829050"/>
          <p14:tracePt t="154467" x="3479800" y="3810000"/>
          <p14:tracePt t="154500" x="3524250" y="3797300"/>
          <p14:tracePt t="154521" x="3549650" y="3797300"/>
          <p14:tracePt t="154554" x="3581400" y="3816350"/>
          <p14:tracePt t="159449" x="3549650" y="3816350"/>
          <p14:tracePt t="159483" x="3359150" y="3822700"/>
          <p14:tracePt t="159515" x="3244850" y="3803650"/>
          <p14:tracePt t="159538" x="3048000" y="3784600"/>
          <p14:tracePt t="159570" x="2901950" y="3759200"/>
          <p14:tracePt t="159601" x="2755900" y="3740150"/>
          <p14:tracePt t="159617" x="2673350" y="3727450"/>
          <p14:tracePt t="159649" x="2419350" y="3733800"/>
          <p14:tracePt t="159682" x="2222500" y="3752850"/>
          <p14:tracePt t="159715" x="2076450" y="3778250"/>
          <p14:tracePt t="159749" x="1943100" y="3810000"/>
          <p14:tracePt t="159767" x="1892300" y="3810000"/>
          <p14:tracePt t="159786" x="1822450" y="3835400"/>
          <p14:tracePt t="159819" x="1739900" y="3873500"/>
          <p14:tracePt t="159850" x="1676400" y="3892550"/>
          <p14:tracePt t="159883" x="1625600" y="3911600"/>
          <p14:tracePt t="159914" x="1581150" y="3956050"/>
          <p14:tracePt t="159948" x="1504950" y="4006850"/>
          <p14:tracePt t="159981" x="1447800" y="4038600"/>
          <p14:tracePt t="160014" x="1428750" y="4057650"/>
          <p14:tracePt t="160047" x="1428750" y="4064000"/>
          <p14:tracePt t="160100" x="1428750" y="4070350"/>
          <p14:tracePt t="160180" x="1441450" y="4070350"/>
          <p14:tracePt t="160213" x="1447800" y="4070350"/>
          <p14:tracePt t="160247" x="1454150" y="4070350"/>
          <p14:tracePt t="160280" x="1460500" y="4070350"/>
          <p14:tracePt t="160329" x="1466850" y="4064000"/>
          <p14:tracePt t="160365" x="1473200" y="4064000"/>
          <p14:tracePt t="160398" x="1479550" y="4057650"/>
          <p14:tracePt t="160429" x="1492250" y="4044950"/>
          <p14:tracePt t="160496" x="1498600" y="4044950"/>
          <p14:tracePt t="160529" x="1504950" y="4038600"/>
          <p14:tracePt t="160562" x="1517650" y="4038600"/>
          <p14:tracePt t="160584" x="1524000" y="4038600"/>
          <p14:tracePt t="160631" x="1536700" y="4038600"/>
          <p14:tracePt t="160664" x="1543050" y="4038600"/>
          <p14:tracePt t="160695" x="1562100" y="4038600"/>
          <p14:tracePt t="160728" x="1644650" y="4038600"/>
          <p14:tracePt t="160762" x="1841500" y="4032250"/>
          <p14:tracePt t="160795" x="2095500" y="4019550"/>
          <p14:tracePt t="160828" x="2298700" y="4000500"/>
          <p14:tracePt t="160849" x="2381250" y="3994150"/>
          <p14:tracePt t="160867" x="2432050" y="3994150"/>
          <p14:tracePt t="160896" x="2463800" y="3994150"/>
          <p14:tracePt t="160928" x="2482850" y="3994150"/>
          <p14:tracePt t="160946" x="2495550" y="3994150"/>
          <p14:tracePt t="160994" x="2501900" y="3994150"/>
          <p14:tracePt t="161028" x="2508250" y="3994150"/>
          <p14:tracePt t="161326" x="2501900" y="4000500"/>
          <p14:tracePt t="162373" x="2527300" y="4006850"/>
          <p14:tracePt t="162406" x="2590800" y="4019550"/>
          <p14:tracePt t="162425" x="2686050" y="4025900"/>
          <p14:tracePt t="162458" x="2940050" y="4038600"/>
          <p14:tracePt t="162491" x="3257550" y="4032250"/>
          <p14:tracePt t="162522" x="3587750" y="4019550"/>
          <p14:tracePt t="162555" x="3841750" y="4013200"/>
          <p14:tracePt t="162589" x="3962400" y="4013200"/>
          <p14:tracePt t="162622" x="4006850" y="4019550"/>
          <p14:tracePt t="162705" x="4006850" y="4025900"/>
          <p14:tracePt t="162821" x="3994150" y="4019550"/>
          <p14:tracePt t="162854" x="3981450" y="4013200"/>
          <p14:tracePt t="162887" x="3968750" y="4019550"/>
          <p14:tracePt t="163303" x="3987800" y="4000500"/>
          <p14:tracePt t="163336" x="4051300" y="3949700"/>
          <p14:tracePt t="163369" x="4216400" y="3898900"/>
          <p14:tracePt t="163403" x="4476750" y="3816350"/>
          <p14:tracePt t="163435" x="4711700" y="3790950"/>
          <p14:tracePt t="163455" x="4813300" y="3790950"/>
          <p14:tracePt t="163502" x="4946650" y="3829050"/>
          <p14:tracePt t="163538" x="4953000" y="3879850"/>
          <p14:tracePt t="163570" x="4953000" y="3905250"/>
          <p14:tracePt t="163601" x="4946650" y="3930650"/>
          <p14:tracePt t="163635" x="4946650" y="3956050"/>
          <p14:tracePt t="163684" x="4940300" y="3956050"/>
          <p14:tracePt t="163717" x="4933950" y="3968750"/>
          <p14:tracePt t="163739" x="4927600" y="3968750"/>
          <p14:tracePt t="163772" x="4921250" y="3975100"/>
          <p14:tracePt t="163803" x="4914900" y="3975100"/>
          <p14:tracePt t="163851" x="4908550" y="3968750"/>
          <p14:tracePt t="164383" x="4781550" y="3975100"/>
          <p14:tracePt t="164416" x="4406900" y="3994150"/>
          <p14:tracePt t="164449" x="3886200" y="4025900"/>
          <p14:tracePt t="164467" x="3771900" y="4038600"/>
          <p14:tracePt t="164485" x="3549650" y="4044950"/>
          <p14:tracePt t="164515" x="3498850" y="4044950"/>
          <p14:tracePt t="164536" x="3473450" y="4044950"/>
          <p14:tracePt t="164615" x="3479800" y="4044950"/>
          <p14:tracePt t="164648" x="3498850" y="4044950"/>
          <p14:tracePt t="164682" x="3517900" y="4051300"/>
          <p14:tracePt t="164731" x="3524250" y="4057650"/>
          <p14:tracePt t="164765" x="3536950" y="4064000"/>
          <p14:tracePt t="164786" x="3549650" y="4064000"/>
          <p14:tracePt t="164818" x="3568700" y="4064000"/>
          <p14:tracePt t="164866" x="3594100" y="4064000"/>
          <p14:tracePt t="164899" x="3606800" y="4057650"/>
          <p14:tracePt t="164964" x="3619500" y="4051300"/>
          <p14:tracePt t="164998" x="3625850" y="4051300"/>
          <p14:tracePt t="165032" x="3638550" y="4051300"/>
          <p14:tracePt t="165063" x="3638550" y="4044950"/>
          <p14:tracePt t="165085" x="3644900" y="4044950"/>
          <p14:tracePt t="165115" x="3657600" y="4032250"/>
          <p14:tracePt t="165163" x="3663950" y="4032250"/>
          <p14:tracePt t="165196" x="3670300" y="4019550"/>
          <p14:tracePt t="165230" x="3676650" y="4013200"/>
          <p14:tracePt t="165262" x="3689350" y="4013200"/>
          <p14:tracePt t="165296" x="3733800" y="4006850"/>
          <p14:tracePt t="165329" x="3873500" y="3975100"/>
          <p14:tracePt t="165350" x="4051300" y="3943350"/>
          <p14:tracePt t="165381" x="4267200" y="3911600"/>
          <p14:tracePt t="165412" x="4679950" y="3898900"/>
          <p14:tracePt t="165445" x="4806950" y="3917950"/>
          <p14:tracePt t="165478" x="4914900" y="3975100"/>
          <p14:tracePt t="165512" x="4921250" y="4000500"/>
          <p14:tracePt t="165562" x="4921250" y="4019550"/>
          <p14:tracePt t="165583" x="4921250" y="4025900"/>
          <p14:tracePt t="165877" x="4914900" y="4025900"/>
          <p14:tracePt t="165927" x="4908550" y="4025900"/>
          <p14:tracePt t="165960" x="4902200" y="4025900"/>
          <p14:tracePt t="166492" x="5137150" y="4025900"/>
          <p14:tracePt t="166525" x="5562600" y="3994150"/>
          <p14:tracePt t="166544" x="5816600" y="3975100"/>
          <p14:tracePt t="166575" x="6121400" y="3930650"/>
          <p14:tracePt t="166608" x="6280150" y="3911600"/>
          <p14:tracePt t="166641" x="6305550" y="3911600"/>
          <p14:tracePt t="166694" x="6292850" y="3911600"/>
          <p14:tracePt t="166726" x="6273800" y="3924300"/>
          <p14:tracePt t="166757" x="6267450" y="3930650"/>
          <p14:tracePt t="166791" x="6261100" y="3937000"/>
          <p14:tracePt t="166824" x="6248400" y="3937000"/>
          <p14:tracePt t="166874" x="6242050" y="3937000"/>
          <p14:tracePt t="166907" x="6235700" y="3937000"/>
          <p14:tracePt t="166929" x="6229350" y="3937000"/>
          <p14:tracePt t="166959" x="6210300" y="3949700"/>
          <p14:tracePt t="167604" x="6210300" y="3956050"/>
          <p14:tracePt t="167638" x="6203950" y="3962400"/>
          <p14:tracePt t="167671" x="6197600" y="3962400"/>
          <p14:tracePt t="167692" x="6191250" y="3962400"/>
          <p14:tracePt t="167771" x="6191250" y="3968750"/>
          <p14:tracePt t="168103" x="6191250" y="3956050"/>
          <p14:tracePt t="168136" x="6216650" y="3937000"/>
          <p14:tracePt t="168169" x="6381750" y="3867150"/>
          <p14:tracePt t="168202" x="6546850" y="3841750"/>
          <p14:tracePt t="168224" x="6769100" y="3810000"/>
          <p14:tracePt t="168257" x="7200900" y="3810000"/>
          <p14:tracePt t="168287" x="7340600" y="3829050"/>
          <p14:tracePt t="168319" x="7454900" y="3867150"/>
          <p14:tracePt t="168352" x="7467600" y="3892550"/>
          <p14:tracePt t="168385" x="7461250" y="3898900"/>
          <p14:tracePt t="168418" x="7454900" y="3917950"/>
          <p14:tracePt t="168452" x="7454900" y="3930650"/>
          <p14:tracePt t="168501" x="7467600" y="3956050"/>
          <p14:tracePt t="168537" x="7473950" y="3975100"/>
          <p14:tracePt t="168585" x="7486650" y="3981450"/>
          <p14:tracePt t="168634" x="7486650" y="3987800"/>
          <p14:tracePt t="168684" x="7499350" y="3987800"/>
          <p14:tracePt t="168734" x="7505700" y="3981450"/>
          <p14:tracePt t="169051" x="7289800" y="3898900"/>
          <p14:tracePt t="169085" x="6534150" y="3568700"/>
          <p14:tracePt t="169101" x="6184900" y="3416300"/>
          <p14:tracePt t="169132" x="5270500" y="3016250"/>
          <p14:tracePt t="169166" x="4629150" y="2851150"/>
          <p14:tracePt t="169199" x="4254500" y="2762250"/>
          <p14:tracePt t="169232" x="3962400" y="2698750"/>
          <p14:tracePt t="169265" x="3784600" y="2654300"/>
          <p14:tracePt t="169287" x="3740150" y="2647950"/>
          <p14:tracePt t="169320" x="3727450" y="2635250"/>
          <p14:tracePt t="169531" x="3670300" y="2635250"/>
          <p14:tracePt t="169552" x="3613150" y="2635250"/>
          <p14:tracePt t="169585" x="3556000" y="2647950"/>
          <p14:tracePt t="169616" x="3543300" y="2654300"/>
          <p14:tracePt t="169664" x="3587750" y="2654300"/>
          <p14:tracePt t="169698" x="3740150" y="2635250"/>
          <p14:tracePt t="169730" x="3810000" y="2622550"/>
          <p14:tracePt t="169763" x="3841750" y="2616200"/>
          <p14:tracePt t="169797" x="3784600" y="2616200"/>
          <p14:tracePt t="169818" x="3670300" y="2616200"/>
          <p14:tracePt t="169849" x="3422650" y="2647950"/>
          <p14:tracePt t="169880" x="3244850" y="2647950"/>
          <p14:tracePt t="169913" x="3155950" y="2647950"/>
          <p14:tracePt t="169946" x="3130550" y="2647950"/>
          <p14:tracePt t="169980" x="3155950" y="2635250"/>
          <p14:tracePt t="170013" x="3238500" y="2622550"/>
          <p14:tracePt t="170046" x="3448050" y="2584450"/>
          <p14:tracePt t="170067" x="3638550" y="2559050"/>
          <p14:tracePt t="170100" x="3841750" y="2559050"/>
          <p14:tracePt t="170131" x="3873500" y="2559050"/>
          <p14:tracePt t="170148" x="3879850" y="2559050"/>
          <p14:tracePt t="170179" x="3835400" y="2571750"/>
          <p14:tracePt t="170212" x="3644900" y="2578100"/>
          <p14:tracePt t="170245" x="3378200" y="2590800"/>
          <p14:tracePt t="170279" x="3206750" y="2578100"/>
          <p14:tracePt t="170297" x="3187700" y="2578100"/>
          <p14:tracePt t="170328" x="3168650" y="2578100"/>
          <p14:tracePt t="170350" x="3194050" y="2578100"/>
          <p14:tracePt t="170380" x="3251200" y="2578100"/>
          <p14:tracePt t="170411" x="3429000" y="2540000"/>
          <p14:tracePt t="170445" x="3695700" y="2520950"/>
          <p14:tracePt t="170478" x="3886200" y="2501900"/>
          <p14:tracePt t="170511" x="3905250" y="2514600"/>
          <p14:tracePt t="170561" x="3892550" y="2520950"/>
          <p14:tracePt t="170594" x="3879850" y="2527300"/>
          <p14:tracePt t="170646" x="3873500" y="2533650"/>
          <p14:tracePt t="170679" x="3867150" y="2540000"/>
          <p14:tracePt t="170744" x="3873500" y="2552700"/>
          <p14:tracePt t="170777" x="3886200" y="2559050"/>
          <p14:tracePt t="170810" x="3924300" y="2590800"/>
          <p14:tracePt t="170843" x="4013200" y="2711450"/>
          <p14:tracePt t="170865" x="4076700" y="2800350"/>
          <p14:tracePt t="170897" x="4165600" y="2940050"/>
          <p14:tracePt t="170929" x="4273550" y="3060700"/>
          <p14:tracePt t="170960" x="4362450" y="3136900"/>
          <p14:tracePt t="170993" x="4406900" y="3175000"/>
          <p14:tracePt t="171026" x="4489450" y="3225800"/>
          <p14:tracePt t="172321" x="3987800" y="3321050"/>
          <p14:tracePt t="172355" x="3467100" y="3409950"/>
          <p14:tracePt t="172388" x="2787650" y="3479800"/>
          <p14:tracePt t="172421" x="2057400" y="3486150"/>
          <p14:tracePt t="172440" x="1949450" y="3486150"/>
          <p14:tracePt t="172459" x="1733550" y="3498850"/>
          <p14:tracePt t="172490" x="1460500" y="3492500"/>
          <p14:tracePt t="172521" x="1339850" y="3505200"/>
          <p14:tracePt t="172554" x="1301750" y="3524250"/>
          <p14:tracePt t="172587" x="1282700" y="3536950"/>
          <p14:tracePt t="172620" x="1282700" y="3556000"/>
          <p14:tracePt t="172641" x="1270000" y="3575050"/>
          <p14:tracePt t="172672" x="1174750" y="3625850"/>
          <p14:tracePt t="172704" x="1066800" y="3702050"/>
          <p14:tracePt t="172725" x="1022350" y="3740150"/>
          <p14:tracePt t="172755" x="965200" y="3797300"/>
          <p14:tracePt t="172787" x="927100" y="3860800"/>
          <p14:tracePt t="172820" x="908050" y="3924300"/>
          <p14:tracePt t="172853" x="895350" y="3981450"/>
          <p14:tracePt t="172886" x="895350" y="4019550"/>
          <p14:tracePt t="172920" x="895350" y="4038600"/>
          <p14:tracePt t="172938" x="895350" y="4044950"/>
          <p14:tracePt t="172969" x="914400" y="4070350"/>
          <p14:tracePt t="172991" x="914400" y="4076700"/>
          <p14:tracePt t="173022" x="933450" y="4095750"/>
          <p14:tracePt t="173055" x="958850" y="4108450"/>
          <p14:tracePt t="173087" x="996950" y="4146550"/>
          <p14:tracePt t="173135" x="1066800" y="4222750"/>
          <p14:tracePt t="173154" x="1143000" y="4311650"/>
          <p14:tracePt t="173188" x="1174750" y="4368800"/>
          <p14:tracePt t="173220" x="1181100" y="4375150"/>
          <p14:tracePt t="173252" x="1187450" y="4381500"/>
          <p14:tracePt t="173287" x="1187450" y="4368800"/>
          <p14:tracePt t="173335" x="1187450" y="4362450"/>
          <p14:tracePt t="173356" x="1187450" y="4356100"/>
          <p14:tracePt t="173484" x="1193800" y="4349750"/>
          <p14:tracePt t="173717" x="1206500" y="4349750"/>
          <p14:tracePt t="173750" x="1212850" y="4349750"/>
          <p14:tracePt t="173771" x="1219200" y="4343400"/>
          <p14:tracePt t="173819" x="1193800" y="4343400"/>
          <p14:tracePt t="173852" x="1143000" y="4337050"/>
          <p14:tracePt t="173883" x="971550" y="4337050"/>
          <p14:tracePt t="173916" x="895350" y="4337050"/>
          <p14:tracePt t="173949" x="844550" y="4330700"/>
          <p14:tracePt t="173983" x="946150" y="4298950"/>
          <p14:tracePt t="174016" x="1333500" y="4267200"/>
          <p14:tracePt t="174037" x="1720850" y="4216400"/>
          <p14:tracePt t="174071" x="2241550" y="4076700"/>
          <p14:tracePt t="174087" x="2279650" y="4070350"/>
          <p14:tracePt t="174117" x="2317750" y="4051300"/>
          <p14:tracePt t="174149" x="2305050" y="4051300"/>
          <p14:tracePt t="174182" x="2298700" y="4051300"/>
          <p14:tracePt t="174215" x="2260600" y="4064000"/>
          <p14:tracePt t="174248" x="2241550" y="4076700"/>
          <p14:tracePt t="174282" x="2178050" y="4083050"/>
          <p14:tracePt t="174303" x="2032000" y="4102100"/>
          <p14:tracePt t="174335" x="1778000" y="4140200"/>
          <p14:tracePt t="174367" x="1466850" y="4184650"/>
          <p14:tracePt t="174398" x="1257300" y="4216400"/>
          <p14:tracePt t="174431" x="1200150" y="4222750"/>
          <p14:tracePt t="174481" x="1257300" y="4210050"/>
          <p14:tracePt t="174514" x="1422400" y="4171950"/>
          <p14:tracePt t="174548" x="1600200" y="4140200"/>
          <p14:tracePt t="174569" x="1797050" y="4114800"/>
          <p14:tracePt t="174599" x="2000250" y="4057650"/>
          <p14:tracePt t="174630" x="2012950" y="4051300"/>
          <p14:tracePt t="174650" x="2006600" y="4051300"/>
          <p14:tracePt t="174681" x="1968500" y="4051300"/>
          <p14:tracePt t="174713" x="1917700" y="4076700"/>
          <p14:tracePt t="174746" x="1765300" y="4108450"/>
          <p14:tracePt t="174780" x="1530350" y="4159250"/>
          <p14:tracePt t="174813" x="1320800" y="4210050"/>
          <p14:tracePt t="174834" x="1250950" y="4222750"/>
          <p14:tracePt t="174865" x="1212850" y="4229100"/>
          <p14:tracePt t="174929" x="1257300" y="4216400"/>
          <p14:tracePt t="174963" x="1403350" y="4165600"/>
          <p14:tracePt t="174981" x="1454150" y="4146550"/>
          <p14:tracePt t="175012" x="1670050" y="4083050"/>
          <p14:tracePt t="175045" x="1847850" y="4006850"/>
          <p14:tracePt t="175079" x="1917700" y="3975100"/>
          <p14:tracePt t="175101" x="1924050" y="3975100"/>
          <p14:tracePt t="175148" x="1905000" y="3981450"/>
          <p14:tracePt t="175195" x="1885950" y="3981450"/>
          <p14:tracePt t="175228" x="1879600" y="3981450"/>
          <p14:tracePt t="175294" x="1879600" y="3987800"/>
          <p14:tracePt t="175344" x="1873250" y="3987800"/>
          <p14:tracePt t="175726" x="2127250" y="3981450"/>
          <p14:tracePt t="175760" x="2501900" y="4013200"/>
          <p14:tracePt t="175793" x="2660650" y="4070350"/>
          <p14:tracePt t="175826" x="2857500" y="4159250"/>
          <p14:tracePt t="175859" x="3016250" y="4254500"/>
          <p14:tracePt t="175880" x="3079750" y="4279900"/>
          <p14:tracePt t="175911" x="3187700" y="4298950"/>
          <p14:tracePt t="175942" x="3403600" y="4279900"/>
          <p14:tracePt t="175975" x="3435350" y="4254500"/>
          <p14:tracePt t="177172" x="3232150" y="4375150"/>
          <p14:tracePt t="177191" x="2933700" y="4533900"/>
          <p14:tracePt t="177238" x="2286000" y="4749800"/>
          <p14:tracePt t="177271" x="1860550" y="4832350"/>
          <p14:tracePt t="177304" x="1758950" y="4857750"/>
          <p14:tracePt t="177323" x="1746250" y="4864100"/>
          <p14:tracePt t="177354" x="1733550" y="4870450"/>
          <p14:tracePt t="177404" x="1733550" y="4876800"/>
          <p14:tracePt t="177470" x="1727200" y="4876800"/>
          <p14:tracePt t="177491" x="1727200" y="4864100"/>
          <p14:tracePt t="177522" x="1727200" y="4845050"/>
          <p14:tracePt t="177553" x="1720850" y="4832350"/>
          <p14:tracePt t="177587" x="1720850" y="4813300"/>
          <p14:tracePt t="177637" x="1733550" y="4794250"/>
          <p14:tracePt t="177670" x="1739900" y="4768850"/>
          <p14:tracePt t="177688" x="1746250" y="4768850"/>
          <p14:tracePt t="177707" x="1746250" y="4749800"/>
          <p14:tracePt t="177754" x="1739900" y="4692650"/>
          <p14:tracePt t="177803" x="1733550" y="4673600"/>
          <p14:tracePt t="177836" x="1733550" y="4667250"/>
          <p14:tracePt t="178018" x="1733550" y="4673600"/>
          <p14:tracePt t="178085" x="1739900" y="4673600"/>
          <p14:tracePt t="178152" x="1765300" y="4679950"/>
          <p14:tracePt t="178185" x="1803400" y="4679950"/>
          <p14:tracePt t="178218" x="1911350" y="4679950"/>
          <p14:tracePt t="178251" x="2178050" y="4679950"/>
          <p14:tracePt t="178284" x="2508250" y="4705350"/>
          <p14:tracePt t="178318" x="2768600" y="4711700"/>
          <p14:tracePt t="178367" x="2914650" y="4711700"/>
          <p14:tracePt t="178404" x="2921000" y="4711700"/>
          <p14:tracePt t="178436" x="2914650" y="4718050"/>
          <p14:tracePt t="178483" x="2908300" y="4718050"/>
          <p14:tracePt t="178533" x="2901950" y="4718050"/>
          <p14:tracePt t="178583" x="2889250" y="4724400"/>
          <p14:tracePt t="178982" x="2571750" y="4711700"/>
          <p14:tracePt t="179015" x="2070100" y="4699000"/>
          <p14:tracePt t="179037" x="1936750" y="4686300"/>
          <p14:tracePt t="179070" x="1873250" y="4673600"/>
          <p14:tracePt t="179117" x="1866900" y="4673600"/>
          <p14:tracePt t="179164" x="1866900" y="4667250"/>
          <p14:tracePt t="179331" x="1866900" y="4673600"/>
          <p14:tracePt t="179367" x="1873250" y="4679950"/>
          <p14:tracePt t="179399" x="1873250" y="4692650"/>
          <p14:tracePt t="179480" x="1873250" y="4699000"/>
          <p14:tracePt t="179632" x="1885950" y="4699000"/>
          <p14:tracePt t="179665" x="1911350" y="4699000"/>
          <p14:tracePt t="179696" x="2000250" y="4692650"/>
          <p14:tracePt t="179729" x="2178050" y="4667250"/>
          <p14:tracePt t="179764" x="2381250" y="4648200"/>
          <p14:tracePt t="179795" x="2616200" y="4660900"/>
          <p14:tracePt t="179818" x="2660650" y="4667250"/>
          <p14:tracePt t="179851" x="2749550" y="4686300"/>
          <p14:tracePt t="179881" x="2768600" y="4692650"/>
          <p14:tracePt t="179912" x="2787650" y="4699000"/>
          <p14:tracePt t="179961" x="2800350" y="4699000"/>
          <p14:tracePt t="179995" x="2806700" y="4699000"/>
          <p14:tracePt t="180028" x="2813050" y="4699000"/>
          <p14:tracePt t="180164" x="2813050" y="4692650"/>
          <p14:tracePt t="180211" x="2794000" y="4692650"/>
          <p14:tracePt t="180662" x="2908300" y="4692650"/>
          <p14:tracePt t="180694" x="3143250" y="4679950"/>
          <p14:tracePt t="180743" x="3822700" y="4584700"/>
          <p14:tracePt t="180762" x="3956050" y="4552950"/>
          <p14:tracePt t="180794" x="4184650" y="4533900"/>
          <p14:tracePt t="180814" x="4254500" y="4533900"/>
          <p14:tracePt t="180847" x="4279900" y="4533900"/>
          <p14:tracePt t="180877" x="4286250" y="4533900"/>
          <p14:tracePt t="180958" x="4286250" y="4546600"/>
          <p14:tracePt t="180994" x="4286250" y="4552950"/>
          <p14:tracePt t="181041" x="4267200" y="4565650"/>
          <p14:tracePt t="181063" x="4260850" y="4572000"/>
          <p14:tracePt t="181124" x="4254500" y="4572000"/>
          <p14:tracePt t="181146" x="4254500" y="4578350"/>
          <p14:tracePt t="181210" x="4241800" y="4578350"/>
          <p14:tracePt t="181257" x="4229100" y="4578350"/>
          <p14:tracePt t="181276" x="4216400" y="4578350"/>
          <p14:tracePt t="181709" x="4254500" y="4572000"/>
          <p14:tracePt t="181741" x="4343400" y="4552950"/>
          <p14:tracePt t="181772" x="4489450" y="4527550"/>
          <p14:tracePt t="181807" x="4724400" y="4495800"/>
          <p14:tracePt t="181839" x="5060950" y="4457700"/>
          <p14:tracePt t="181872" x="5264150" y="4457700"/>
          <p14:tracePt t="181905" x="5359400" y="4470400"/>
          <p14:tracePt t="181938" x="5511800" y="4489450"/>
          <p14:tracePt t="181960" x="5543550" y="4495800"/>
          <p14:tracePt t="181990" x="5568950" y="4514850"/>
          <p14:tracePt t="182022" x="5594350" y="4533900"/>
          <p14:tracePt t="182071" x="5594350" y="4540250"/>
          <p14:tracePt t="182171" x="5594350" y="4546600"/>
          <p14:tracePt t="182387" x="5588000" y="4540250"/>
          <p14:tracePt t="182436" x="5581650" y="4533900"/>
          <p14:tracePt t="183251" x="5689600" y="4521200"/>
          <p14:tracePt t="183284" x="6070600" y="4476750"/>
          <p14:tracePt t="183303" x="6184900" y="4476750"/>
          <p14:tracePt t="183334" x="6540500" y="4476750"/>
          <p14:tracePt t="183367" x="6781800" y="4476750"/>
          <p14:tracePt t="183400" x="6883400" y="4483100"/>
          <p14:tracePt t="183433" x="6902450" y="4489450"/>
          <p14:tracePt t="183499" x="6902450" y="4495800"/>
          <p14:tracePt t="183600" x="6889750" y="4495800"/>
          <p14:tracePt t="183635" x="6883400" y="4495800"/>
          <p14:tracePt t="183667" x="6877050" y="4495800"/>
          <p14:tracePt t="183699" x="6870700" y="4502150"/>
          <p14:tracePt t="184064" x="6978650" y="4502150"/>
          <p14:tracePt t="184085" x="7150100" y="4495800"/>
          <p14:tracePt t="184116" x="7670800" y="4489450"/>
          <p14:tracePt t="184147" x="7981950" y="4489450"/>
          <p14:tracePt t="184181" x="8509000" y="4521200"/>
          <p14:tracePt t="184214" x="8775700" y="4533900"/>
          <p14:tracePt t="184247" x="8877300" y="4552950"/>
          <p14:tracePt t="184280" x="8902700" y="4565650"/>
          <p14:tracePt t="184330" x="8896350" y="4572000"/>
          <p14:tracePt t="184366" x="8883650" y="4572000"/>
          <p14:tracePt t="184398" x="8858250" y="4559300"/>
          <p14:tracePt t="184430" x="8839200" y="4552950"/>
          <p14:tracePt t="187204" x="8216900" y="4552950"/>
          <p14:tracePt t="187225" x="7810500" y="4527550"/>
          <p14:tracePt t="187255" x="7289800" y="4438650"/>
          <p14:tracePt t="187287" x="6921500" y="4362450"/>
          <p14:tracePt t="187320" x="6584950" y="4311650"/>
          <p14:tracePt t="187355" x="6356350" y="4292600"/>
          <p14:tracePt t="187375" x="6146800" y="4318000"/>
          <p14:tracePt t="187405" x="5981700" y="4337050"/>
          <p14:tracePt t="187452" x="5549900" y="4425950"/>
          <p14:tracePt t="187474" x="5327650" y="4470400"/>
          <p14:tracePt t="187504" x="4908550" y="4508500"/>
          <p14:tracePt t="187536" x="4527550" y="4521200"/>
          <p14:tracePt t="187557" x="4292600" y="4521200"/>
          <p14:tracePt t="187588" x="3829050" y="4489450"/>
          <p14:tracePt t="187619" x="3454400" y="4425950"/>
          <p14:tracePt t="187669" x="2933700" y="4292600"/>
          <p14:tracePt t="187702" x="2774950" y="4248150"/>
          <p14:tracePt t="187735" x="2686050" y="4241800"/>
          <p14:tracePt t="187753" x="2673350" y="4241800"/>
          <p14:tracePt t="187772" x="2641600" y="4260850"/>
          <p14:tracePt t="187803" x="2654300" y="4286250"/>
          <p14:tracePt t="188100" x="2432050" y="4286250"/>
          <p14:tracePt t="188134" x="2139950" y="4305300"/>
          <p14:tracePt t="188167" x="1892300" y="4368800"/>
          <p14:tracePt t="188186" x="1784350" y="4400550"/>
          <p14:tracePt t="188217" x="1689100" y="4476750"/>
          <p14:tracePt t="188250" x="1676400" y="4527550"/>
          <p14:tracePt t="188271" x="1670050" y="4572000"/>
          <p14:tracePt t="188304" x="1682750" y="4654550"/>
          <p14:tracePt t="188335" x="1778000" y="4756150"/>
          <p14:tracePt t="188366" x="2032000" y="4908550"/>
          <p14:tracePt t="188385" x="2190750" y="5003800"/>
          <p14:tracePt t="188416" x="2330450" y="5080000"/>
          <p14:tracePt t="188449" x="2546350" y="5200650"/>
          <p14:tracePt t="188482" x="2609850" y="5219700"/>
          <p14:tracePt t="188549" x="2559050" y="5187950"/>
          <p14:tracePt t="188585" x="2482850" y="5130800"/>
          <p14:tracePt t="188618" x="2273300" y="4959350"/>
          <p14:tracePt t="188648" x="1943100" y="4711700"/>
          <p14:tracePt t="188682" x="1568450" y="4489450"/>
          <p14:tracePt t="188715" x="1416050" y="4425950"/>
          <p14:tracePt t="188748" x="1308100" y="4400550"/>
          <p14:tracePt t="188781" x="1225550" y="4375150"/>
          <p14:tracePt t="188815" x="1181100" y="4349750"/>
          <p14:tracePt t="188848" x="1143000" y="4292600"/>
          <p14:tracePt t="188881" x="1092200" y="4159250"/>
          <p14:tracePt t="188901" x="1054100" y="4051300"/>
          <p14:tracePt t="188948" x="939800" y="3771900"/>
          <p14:tracePt t="188981" x="920750" y="3708400"/>
          <p14:tracePt t="189014" x="908050" y="3651250"/>
          <p14:tracePt t="189047" x="908050" y="3632200"/>
          <p14:tracePt t="189097" x="920750" y="3625850"/>
          <p14:tracePt t="189130" x="933450" y="3657600"/>
          <p14:tracePt t="189180" x="933450" y="3727450"/>
          <p14:tracePt t="189213" x="933450" y="3803650"/>
          <p14:tracePt t="189246" x="977900" y="3962400"/>
          <p14:tracePt t="189279" x="1117600" y="4273550"/>
          <p14:tracePt t="189313" x="1314450" y="4508500"/>
          <p14:tracePt t="189346" x="1454150" y="4641850"/>
          <p14:tracePt t="189379" x="1670050" y="4775200"/>
          <p14:tracePt t="189398" x="1720850" y="4794250"/>
          <p14:tracePt t="189429" x="1784350" y="4813300"/>
          <p14:tracePt t="189462" x="1873250" y="4819650"/>
          <p14:tracePt t="189496" x="1936750" y="4832350"/>
          <p14:tracePt t="189529" x="2000250" y="4826000"/>
          <p14:tracePt t="189562" x="2063750" y="4813300"/>
          <p14:tracePt t="189595" x="2076450" y="4806950"/>
          <p14:tracePt t="189629" x="2082800" y="4787900"/>
          <p14:tracePt t="189662" x="2051050" y="4756150"/>
          <p14:tracePt t="189695" x="2012950" y="4724400"/>
          <p14:tracePt t="189728" x="1949450" y="4686300"/>
          <p14:tracePt t="189761" x="1879600" y="4610100"/>
          <p14:tracePt t="189780" x="1847850" y="4578350"/>
          <p14:tracePt t="189811" x="1733550" y="4457700"/>
          <p14:tracePt t="189844" x="1663700" y="4375150"/>
          <p14:tracePt t="189866" x="1631950" y="4337050"/>
          <p14:tracePt t="189896" x="1619250" y="4286250"/>
          <p14:tracePt t="189929" x="1619250" y="4273550"/>
          <p14:tracePt t="189960" x="1631950" y="4260850"/>
          <p14:tracePt t="189994" x="1701800" y="4241800"/>
          <p14:tracePt t="190027" x="1847850" y="4222750"/>
          <p14:tracePt t="190060" x="2063750" y="4197350"/>
          <p14:tracePt t="190094" x="2349500" y="4184650"/>
          <p14:tracePt t="190115" x="2463800" y="4184650"/>
          <p14:tracePt t="190148" x="2584450" y="4191000"/>
          <p14:tracePt t="190178" x="2622550" y="4191000"/>
          <p14:tracePt t="190210" x="2667000" y="4197350"/>
          <p14:tracePt t="190243" x="2736850" y="4203700"/>
          <p14:tracePt t="190276" x="2895600" y="4210050"/>
          <p14:tracePt t="190309" x="3124200" y="4210050"/>
          <p14:tracePt t="190343" x="3346450" y="4191000"/>
          <p14:tracePt t="190376" x="3486150" y="4127500"/>
          <p14:tracePt t="190395" x="3517900" y="4108450"/>
          <p14:tracePt t="190428" x="3568700" y="4070350"/>
          <p14:tracePt t="190461" x="3638550" y="4044950"/>
          <p14:tracePt t="190492" x="3841750" y="4006850"/>
          <p14:tracePt t="190525" x="3962400" y="3981450"/>
          <p14:tracePt t="190559" x="4133850" y="3962400"/>
          <p14:tracePt t="190592" x="4159250" y="3949700"/>
          <p14:tracePt t="190625" x="4140200" y="3949700"/>
          <p14:tracePt t="190646" x="4108450" y="3956050"/>
          <p14:tracePt t="190663" x="4089400" y="3962400"/>
          <p14:tracePt t="190693" x="4013200" y="3981450"/>
          <p14:tracePt t="190725" x="3638550" y="3987800"/>
          <p14:tracePt t="190758" x="3187700" y="3962400"/>
          <p14:tracePt t="190791" x="2692400" y="3937000"/>
          <p14:tracePt t="190824" x="2216150" y="3962400"/>
          <p14:tracePt t="190858" x="2006600" y="3994150"/>
          <p14:tracePt t="190891" x="1911350" y="4032250"/>
          <p14:tracePt t="190911" x="1892300" y="4038600"/>
          <p14:tracePt t="190945" x="1879600" y="4057650"/>
          <p14:tracePt t="190975" x="1879600" y="4070350"/>
          <p14:tracePt t="191007" x="1879600" y="4076700"/>
          <p14:tracePt t="191057" x="1898650" y="4095750"/>
          <p14:tracePt t="191090" x="1917700" y="4102100"/>
          <p14:tracePt t="191123" x="1943100" y="4121150"/>
          <p14:tracePt t="191156" x="1987550" y="4146550"/>
          <p14:tracePt t="191177" x="2032000" y="4171950"/>
          <p14:tracePt t="191211" x="2057400" y="4191000"/>
          <p14:tracePt t="191241" x="2063750" y="4191000"/>
          <p14:tracePt t="191273" x="2063750" y="4197350"/>
          <p14:tracePt t="191356" x="2051050" y="4216400"/>
          <p14:tracePt t="191374" x="2051050" y="4222750"/>
          <p14:tracePt t="191406" x="2044700" y="4241800"/>
          <p14:tracePt t="191425" x="2044700" y="4248150"/>
          <p14:tracePt t="191443" x="2044700" y="4267200"/>
          <p14:tracePt t="191474" x="2044700" y="4292600"/>
          <p14:tracePt t="191505" x="2044700" y="4305300"/>
          <p14:tracePt t="191539" x="2044700" y="4318000"/>
          <p14:tracePt t="191588" x="2044700" y="4324350"/>
          <p14:tracePt t="191638" x="2044700" y="4343400"/>
          <p14:tracePt t="191672" x="2044700" y="4387850"/>
          <p14:tracePt t="191693" x="2044700" y="4438650"/>
          <p14:tracePt t="191726" x="2044700" y="4483100"/>
          <p14:tracePt t="191757" x="2044700" y="4540250"/>
          <p14:tracePt t="191787" x="2044700" y="4565650"/>
          <p14:tracePt t="191821" x="2044700" y="4578350"/>
          <p14:tracePt t="191854" x="2051050" y="4584700"/>
          <p14:tracePt t="191887" x="2076450" y="4572000"/>
          <p14:tracePt t="191920" x="2108200" y="4508500"/>
          <p14:tracePt t="191940" x="2114550" y="4451350"/>
          <p14:tracePt t="191975" x="2114550" y="4305300"/>
          <p14:tracePt t="192005" x="2057400" y="4102100"/>
          <p14:tracePt t="192037" x="1936750" y="3841750"/>
          <p14:tracePt t="192055" x="1911350" y="3790950"/>
          <p14:tracePt t="192087" x="1784350" y="3663950"/>
          <p14:tracePt t="192120" x="1733550" y="3619500"/>
          <p14:tracePt t="192153" x="1670050" y="3594100"/>
          <p14:tracePt t="192186" x="1651000" y="3594100"/>
          <p14:tracePt t="192220" x="1631950" y="3594100"/>
          <p14:tracePt t="192241" x="1612900" y="3587750"/>
          <p14:tracePt t="192271" x="1606550" y="3587750"/>
          <p14:tracePt t="192369" x="1612900" y="3606800"/>
          <p14:tracePt t="192419" x="1625600" y="3619500"/>
          <p14:tracePt t="192452" x="1733550" y="3752850"/>
          <p14:tracePt t="192485" x="1898650" y="3987800"/>
          <p14:tracePt t="192506" x="2012950" y="4171950"/>
          <p14:tracePt t="192537" x="2095500" y="4349750"/>
          <p14:tracePt t="192568" x="2171700" y="4578350"/>
          <p14:tracePt t="192601" x="2184400" y="4743450"/>
          <p14:tracePt t="192635" x="2190750" y="4794250"/>
          <p14:tracePt t="192662" x="2190750" y="4806950"/>
          <p14:tracePt t="192718" x="2197100" y="4806950"/>
          <p14:tracePt t="192784" x="2203450" y="4787900"/>
          <p14:tracePt t="192803" x="2203450" y="4768850"/>
          <p14:tracePt t="192834" x="2209800" y="4718050"/>
          <p14:tracePt t="192867" x="2203450" y="4591050"/>
          <p14:tracePt t="192901" x="2108200" y="4343400"/>
          <p14:tracePt t="192933" x="1981200" y="4140200"/>
          <p14:tracePt t="192953" x="1892300" y="4000500"/>
          <p14:tracePt t="192985" x="1727200" y="3797300"/>
          <p14:tracePt t="193005" x="1638300" y="3714750"/>
          <p14:tracePt t="193038" x="1479550" y="3619500"/>
          <p14:tracePt t="193069" x="1403350" y="3587750"/>
          <p14:tracePt t="193085" x="1397000" y="3581400"/>
          <p14:tracePt t="193183" x="1397000" y="3594100"/>
          <p14:tracePt t="193249" x="1397000" y="3600450"/>
          <p14:tracePt t="193270" x="1403350" y="3600450"/>
          <p14:tracePt t="193303" x="1409700" y="3613150"/>
          <p14:tracePt t="193365" x="1416050" y="3625850"/>
          <p14:tracePt t="193415" x="1428750" y="3632200"/>
          <p14:tracePt t="193449" x="1435100" y="3638550"/>
          <p14:tracePt t="193482" x="1441450" y="3644900"/>
          <p14:tracePt t="193515" x="1485900" y="3702050"/>
          <p14:tracePt t="193536" x="1536700" y="3790950"/>
          <p14:tracePt t="193569" x="1682750" y="4019550"/>
          <p14:tracePt t="193600" x="1771650" y="4197350"/>
          <p14:tracePt t="193631" x="1860550" y="4413250"/>
          <p14:tracePt t="193670" x="1905000" y="4565650"/>
          <p14:tracePt t="193698" x="1917700" y="4635500"/>
          <p14:tracePt t="193731" x="1917700" y="4673600"/>
          <p14:tracePt t="193764" x="1917700" y="4692650"/>
          <p14:tracePt t="193814" x="1917700" y="4699000"/>
          <p14:tracePt t="193850" x="1917700" y="4705350"/>
          <p14:tracePt t="194913" x="1955800" y="4699000"/>
          <p14:tracePt t="194945" x="2070100" y="4654550"/>
          <p14:tracePt t="194962" x="2095500" y="4648200"/>
          <p14:tracePt t="194995" x="2254250" y="4584700"/>
          <p14:tracePt t="195026" x="2425700" y="4470400"/>
          <p14:tracePt t="195060" x="2679700" y="4292600"/>
          <p14:tracePt t="195093" x="2863850" y="4152900"/>
          <p14:tracePt t="195114" x="2908300" y="4108450"/>
          <p14:tracePt t="195147" x="3028950" y="3981450"/>
          <p14:tracePt t="195178" x="3168650" y="3683000"/>
          <p14:tracePt t="195209" x="3225800" y="3536950"/>
          <p14:tracePt t="195242" x="3289300" y="3175000"/>
          <p14:tracePt t="195275" x="3302000" y="2908300"/>
          <p14:tracePt t="195309" x="3276600" y="2730500"/>
          <p14:tracePt t="195342" x="3213100" y="2597150"/>
          <p14:tracePt t="195375" x="3187700" y="2546350"/>
          <p14:tracePt t="195396" x="3181350" y="2533650"/>
          <p14:tracePt t="195427" x="3168650" y="2508250"/>
          <p14:tracePt t="195458" x="3168650" y="2489200"/>
          <p14:tracePt t="195477" x="3175000" y="2489200"/>
          <p14:tracePt t="195508" x="3200400" y="2476500"/>
          <p14:tracePt t="195541" x="3232150" y="2470150"/>
          <p14:tracePt t="195574" x="3302000" y="2470150"/>
          <p14:tracePt t="195608" x="3409950" y="2444750"/>
          <p14:tracePt t="195630" x="3530600" y="2444750"/>
          <p14:tracePt t="195662" x="3898900" y="2387600"/>
          <p14:tracePt t="195693" x="4184650" y="2324100"/>
          <p14:tracePt t="195724" x="4413250" y="2247900"/>
          <p14:tracePt t="195757" x="4559300" y="2184400"/>
          <p14:tracePt t="195791" x="4654550" y="2133600"/>
          <p14:tracePt t="195824" x="4711700" y="2114550"/>
          <p14:tracePt t="195857" x="4730750" y="2101850"/>
          <p14:tracePt t="195890" x="4743450" y="2095500"/>
          <p14:tracePt t="195957" x="4718050" y="2095500"/>
          <p14:tracePt t="195990" x="4603750" y="2127250"/>
          <p14:tracePt t="196025" x="4279900" y="2209800"/>
          <p14:tracePt t="196057" x="3416300" y="2432050"/>
          <p14:tracePt t="196090" x="2654300" y="2616200"/>
          <p14:tracePt t="196108" x="2559050" y="2647950"/>
          <p14:tracePt t="196140" x="2330450" y="2692400"/>
          <p14:tracePt t="196172" x="2298700" y="2705100"/>
          <p14:tracePt t="196194" x="2292350" y="2711450"/>
          <p14:tracePt t="196224" x="2292350" y="2724150"/>
          <p14:tracePt t="196255" x="2298700" y="2724150"/>
          <p14:tracePt t="196289" x="2305050" y="2730500"/>
          <p14:tracePt t="196322" x="2305050" y="2736850"/>
          <p14:tracePt t="196372" x="2311400" y="2736850"/>
          <p14:tracePt t="196405" x="2324100" y="2736850"/>
          <p14:tracePt t="196438" x="2336800" y="2736850"/>
          <p14:tracePt t="196507" x="2362200" y="2730500"/>
          <p14:tracePt t="196540" x="2400300" y="2717800"/>
          <p14:tracePt t="196571" x="2514600" y="2698750"/>
          <p14:tracePt t="196604" x="2717800" y="2679700"/>
          <p14:tracePt t="196638" x="3003550" y="2660650"/>
          <p14:tracePt t="196656" x="3086100" y="2635250"/>
          <p14:tracePt t="196687" x="3130550" y="2571750"/>
          <p14:tracePt t="196723" x="3073400" y="2419350"/>
          <p14:tracePt t="196756" x="2825750" y="2070100"/>
          <p14:tracePt t="196787" x="2444750" y="1619250"/>
          <p14:tracePt t="196820" x="1936750" y="1123950"/>
          <p14:tracePt t="196839" x="1841500" y="1054100"/>
          <p14:tracePt t="196870" x="1625600" y="908050"/>
          <p14:tracePt t="196903" x="1574800" y="882650"/>
          <p14:tracePt t="196937" x="1543050" y="850900"/>
          <p14:tracePt t="196959" x="1536700" y="850900"/>
          <p14:tracePt t="197006" x="1543050" y="844550"/>
          <p14:tracePt t="197038" x="1568450" y="850900"/>
          <p14:tracePt t="197055" x="1587500" y="857250"/>
          <p14:tracePt t="197086" x="1625600" y="882650"/>
          <p14:tracePt t="197119" x="1797050" y="933450"/>
          <p14:tracePt t="197152" x="2171700" y="996950"/>
          <p14:tracePt t="197186" x="2901950" y="1098550"/>
          <p14:tracePt t="197204" x="3149600" y="1123950"/>
          <p14:tracePt t="197235" x="3987800" y="1219200"/>
          <p14:tracePt t="197271" x="4800600" y="1244600"/>
          <p14:tracePt t="197304" x="5105400" y="1231900"/>
          <p14:tracePt t="197335" x="5486400" y="1181100"/>
          <p14:tracePt t="197368" x="5753100" y="1130300"/>
          <p14:tracePt t="197401" x="5994400" y="1104900"/>
          <p14:tracePt t="197435" x="6254750" y="1079500"/>
          <p14:tracePt t="197468" x="6515100" y="1047750"/>
          <p14:tracePt t="197489" x="6578600" y="1047750"/>
          <p14:tracePt t="197507" x="6597650" y="1047750"/>
          <p14:tracePt t="197536" x="6616700" y="1041400"/>
          <p14:tracePt t="197584" x="6591300" y="1035050"/>
          <p14:tracePt t="197618" x="6553200" y="1028700"/>
          <p14:tracePt t="197651" x="6375400" y="1028700"/>
          <p14:tracePt t="197684" x="5886450" y="1028700"/>
          <p14:tracePt t="197708" x="5556250" y="1066800"/>
          <p14:tracePt t="197750" x="4806950" y="1143000"/>
          <p14:tracePt t="197772" x="4540250" y="1174750"/>
          <p14:tracePt t="197802" x="4210050" y="1206500"/>
          <p14:tracePt t="197833" x="4000500" y="1244600"/>
          <p14:tracePt t="197867" x="3898900" y="1270000"/>
          <p14:tracePt t="197885" x="3898900" y="1276350"/>
          <p14:tracePt t="197916" x="3892550" y="1276350"/>
          <p14:tracePt t="197949" x="3892550" y="1282700"/>
          <p14:tracePt t="197983" x="3905250" y="1295400"/>
          <p14:tracePt t="198016" x="4032250" y="1276350"/>
          <p14:tracePt t="198054" x="4279900" y="1257300"/>
          <p14:tracePt t="198084" x="4495800" y="1250950"/>
          <p14:tracePt t="198115" x="4787900" y="1250950"/>
          <p14:tracePt t="198149" x="4895850" y="1250950"/>
          <p14:tracePt t="198199" x="4857750" y="1250950"/>
          <p14:tracePt t="198232" x="4648200" y="1282700"/>
          <p14:tracePt t="198265" x="4286250" y="1358900"/>
          <p14:tracePt t="198287" x="3835400" y="1428750"/>
          <p14:tracePt t="198320" x="3295650" y="1504950"/>
          <p14:tracePt t="198350" x="3092450" y="1524000"/>
          <p14:tracePt t="198381" x="3009900" y="1536700"/>
          <p14:tracePt t="198415" x="3003550" y="1543050"/>
          <p14:tracePt t="198448" x="3003550" y="1555750"/>
          <p14:tracePt t="198481" x="3016250" y="1562100"/>
          <p14:tracePt t="198514" x="3035300" y="1568450"/>
          <p14:tracePt t="198533" x="3048000" y="1574800"/>
          <p14:tracePt t="198567" x="3111500" y="1562100"/>
          <p14:tracePt t="198599" x="3302000" y="1543050"/>
          <p14:tracePt t="198631" x="3581400" y="1511300"/>
          <p14:tracePt t="198664" x="4203700" y="1454150"/>
          <p14:tracePt t="198697" x="4641850" y="1390650"/>
          <p14:tracePt t="198730" x="4800600" y="1371600"/>
          <p14:tracePt t="198763" x="4864100" y="1371600"/>
          <p14:tracePt t="198797" x="4870450" y="1371600"/>
          <p14:tracePt t="198849" x="4864100" y="1371600"/>
          <p14:tracePt t="198882" x="4870450" y="1384300"/>
          <p14:tracePt t="198913" x="4883150" y="1397000"/>
          <p14:tracePt t="198946" x="5041900" y="1422400"/>
          <p14:tracePt t="198979" x="5372100" y="1473200"/>
          <p14:tracePt t="199013" x="5689600" y="1485900"/>
          <p14:tracePt t="199046" x="6102350" y="1454150"/>
          <p14:tracePt t="199064" x="6432550" y="1416050"/>
          <p14:tracePt t="199084" x="6604000" y="1390650"/>
          <p14:tracePt t="199117" x="6692900" y="1371600"/>
          <p14:tracePt t="199162" x="6692900" y="1365250"/>
          <p14:tracePt t="199195" x="6686550" y="1358900"/>
          <p14:tracePt t="199262" x="6673850" y="1358900"/>
          <p14:tracePt t="199295" x="6642100" y="1358900"/>
          <p14:tracePt t="199328" x="6496050" y="1358900"/>
          <p14:tracePt t="199350" x="6356350" y="1358900"/>
          <p14:tracePt t="199382" x="5861050" y="1358900"/>
          <p14:tracePt t="199413" x="5600700" y="1358900"/>
          <p14:tracePt t="199444" x="5391150" y="1371600"/>
          <p14:tracePt t="199478" x="5346700" y="1397000"/>
          <p14:tracePt t="199527" x="5461000" y="1403350"/>
          <p14:tracePt t="199561" x="5676900" y="1416050"/>
          <p14:tracePt t="199594" x="6089650" y="1441450"/>
          <p14:tracePt t="199615" x="6648450" y="1447800"/>
          <p14:tracePt t="199646" x="7042150" y="1403350"/>
          <p14:tracePt t="199677" x="7118350" y="1390650"/>
          <p14:tracePt t="199710" x="7124700" y="1390650"/>
          <p14:tracePt t="199744" x="7112000" y="1390650"/>
          <p14:tracePt t="199777" x="7099300" y="1390650"/>
          <p14:tracePt t="199809" x="7092950" y="1390650"/>
          <p14:tracePt t="199843" x="7124700" y="1390650"/>
          <p14:tracePt t="199864" x="7226300" y="1390650"/>
          <p14:tracePt t="199898" x="7531100" y="1377950"/>
          <p14:tracePt t="199928" x="7797800" y="1377950"/>
          <p14:tracePt t="199960" x="8178800" y="1371600"/>
          <p14:tracePt t="199993" x="8356600" y="1352550"/>
          <p14:tracePt t="200026" x="8470900" y="1339850"/>
          <p14:tracePt t="200059" x="8489950" y="1339850"/>
          <p14:tracePt t="200079" x="8489950" y="1346200"/>
          <p14:tracePt t="200110" x="8496300" y="1358900"/>
          <p14:tracePt t="200225" x="8464550" y="1365250"/>
          <p14:tracePt t="200258" x="8318500" y="1460500"/>
          <p14:tracePt t="200292" x="7797800" y="1727200"/>
          <p14:tracePt t="200325" x="7397750" y="1924050"/>
          <p14:tracePt t="200358" x="7131050" y="2095500"/>
          <p14:tracePt t="200391" x="6902450" y="2330450"/>
          <p14:tracePt t="200413" x="6800850" y="2495550"/>
          <p14:tracePt t="200443" x="6654800" y="2762250"/>
          <p14:tracePt t="200474" x="6464300" y="3067050"/>
          <p14:tracePt t="200508" x="6362700" y="3168650"/>
          <p14:tracePt t="200526" x="6324600" y="3194050"/>
          <p14:tracePt t="202351" x="6064250" y="3276600"/>
          <p14:tracePt t="202384" x="5530850" y="3371850"/>
          <p14:tracePt t="202418" x="5111750" y="3448050"/>
          <p14:tracePt t="202450" x="4622800" y="3536950"/>
          <p14:tracePt t="202484" x="4038600" y="3663950"/>
          <p14:tracePt t="202505" x="3810000" y="3727450"/>
          <p14:tracePt t="202538" x="3505200" y="3829050"/>
          <p14:tracePt t="202569" x="3289300" y="3930650"/>
          <p14:tracePt t="202600" x="3136900" y="3981450"/>
          <p14:tracePt t="202620" x="3092450" y="4000500"/>
          <p14:tracePt t="202652" x="2940050" y="4083050"/>
          <p14:tracePt t="202683" x="2863850" y="4146550"/>
          <p14:tracePt t="202717" x="2806700" y="4222750"/>
          <p14:tracePt t="202757" x="2749550" y="4337050"/>
          <p14:tracePt t="202800" x="2667000" y="4508500"/>
          <p14:tracePt t="202835" x="2527300" y="4705350"/>
          <p14:tracePt t="202868" x="2349500" y="4851400"/>
          <p14:tracePt t="202899" x="2146300" y="4933950"/>
          <p14:tracePt t="202932" x="1968500" y="4991100"/>
          <p14:tracePt t="202966" x="1911350" y="4991100"/>
          <p14:tracePt t="202984" x="1905000" y="4984750"/>
          <p14:tracePt t="203016" x="1898650" y="4978400"/>
          <p14:tracePt t="203037" x="1898650" y="4972050"/>
          <p14:tracePt t="203070" x="1898650" y="4965700"/>
          <p14:tracePt t="203100" x="1892300" y="4959350"/>
          <p14:tracePt t="203132" x="1892300" y="4953000"/>
          <p14:tracePt t="203165" x="1879600" y="4940300"/>
          <p14:tracePt t="203198" x="1866900" y="4927600"/>
          <p14:tracePt t="203231" x="1860550" y="4921250"/>
          <p14:tracePt t="203265" x="1847850" y="4921250"/>
          <p14:tracePt t="203298" x="1835150" y="4908550"/>
          <p14:tracePt t="203350" x="1828800" y="4902200"/>
          <p14:tracePt t="203397" x="1822450" y="4895850"/>
          <p14:tracePt t="203447" x="1835150" y="4883150"/>
          <p14:tracePt t="203480" x="1949450" y="4838700"/>
          <p14:tracePt t="203514" x="2508250" y="4705350"/>
          <p14:tracePt t="203532" x="2736850" y="4648200"/>
          <p14:tracePt t="203552" x="3251200" y="4527550"/>
          <p14:tracePt t="203585" x="4273550" y="4267200"/>
          <p14:tracePt t="203615" x="4641850" y="4165600"/>
          <p14:tracePt t="203647" x="5054600" y="4051300"/>
          <p14:tracePt t="203681" x="5378450" y="3968750"/>
          <p14:tracePt t="203713" x="5651500" y="3898900"/>
          <p14:tracePt t="203746" x="5861050" y="3848100"/>
          <p14:tracePt t="203771" x="5918200" y="3829050"/>
          <p14:tracePt t="203813" x="6070600" y="3784600"/>
          <p14:tracePt t="203834" x="6134100" y="3752850"/>
          <p14:tracePt t="203865" x="6324600" y="3695700"/>
          <p14:tracePt t="203896" x="6610350" y="3619500"/>
          <p14:tracePt t="203929" x="7061200" y="3530600"/>
          <p14:tracePt t="203962" x="7334250" y="3467100"/>
          <p14:tracePt t="203995" x="7505700" y="3397250"/>
          <p14:tracePt t="204029" x="7543800" y="3346450"/>
          <p14:tracePt t="204062" x="7537450" y="3333750"/>
          <p14:tracePt t="204083" x="7531100" y="3314700"/>
          <p14:tracePt t="204116" x="7524750" y="3295650"/>
          <p14:tracePt t="204147" x="7512050" y="3270250"/>
          <p14:tracePt t="204164" x="7512050" y="3263900"/>
          <p14:tracePt t="204294" x="7531100" y="3263900"/>
          <p14:tracePt t="204327" x="7588250" y="3263900"/>
          <p14:tracePt t="204349" x="7658100" y="3276600"/>
          <p14:tracePt t="204382" x="7874000" y="3295650"/>
          <p14:tracePt t="204413" x="8280400" y="3308350"/>
          <p14:tracePt t="204429" x="8356600" y="3308350"/>
          <p14:tracePt t="204460" x="8502650" y="3295650"/>
          <p14:tracePt t="204494" x="8553450" y="3276600"/>
          <p14:tracePt t="204527" x="8553450" y="3263900"/>
          <p14:tracePt t="204560" x="8534400" y="3263900"/>
          <p14:tracePt t="204579" x="8528050" y="3263900"/>
          <p14:tracePt t="204611" x="8521700" y="3257550"/>
          <p14:tracePt t="204646" x="8489950" y="3257550"/>
          <p14:tracePt t="204667" x="8362950" y="3276600"/>
          <p14:tracePt t="204710" x="7753350" y="3403600"/>
          <p14:tracePt t="204743" x="6864350" y="3606800"/>
          <p14:tracePt t="204777" x="5797550" y="3956050"/>
          <p14:tracePt t="204809" x="4445000" y="4400550"/>
          <p14:tracePt t="204843" x="3067050" y="4838700"/>
          <p14:tracePt t="204876" x="2616200" y="4959350"/>
          <p14:tracePt t="204897" x="2419350" y="5029200"/>
          <p14:tracePt t="204927" x="2197100" y="5092700"/>
          <p14:tracePt t="204959" x="2032000" y="5137150"/>
          <p14:tracePt t="204992" x="1847850" y="5187950"/>
          <p14:tracePt t="205026" x="1771650" y="5200650"/>
          <p14:tracePt t="205059" x="1733550" y="5200650"/>
          <p14:tracePt t="205077" x="1720850" y="5200650"/>
          <p14:tracePt t="205108" x="1714500" y="5200650"/>
          <p14:tracePt t="205224" x="1720850" y="5200650"/>
          <p14:tracePt t="205258" x="1733550" y="5207000"/>
          <p14:tracePt t="205291" x="1752600" y="5213350"/>
          <p14:tracePt t="205324" x="1771650" y="5213350"/>
          <p14:tracePt t="205358" x="1854200" y="5207000"/>
          <p14:tracePt t="205390" x="2019300" y="5187950"/>
          <p14:tracePt t="205412" x="2254250" y="5168900"/>
          <p14:tracePt t="205445" x="2393950" y="5168900"/>
          <p14:tracePt t="205462" x="2425700" y="5168900"/>
          <p14:tracePt t="205492" x="2457450" y="5168900"/>
          <p14:tracePt t="205523" x="2463800" y="5175250"/>
          <p14:tracePt t="205639" x="2457450" y="5175250"/>
          <p14:tracePt t="205673" x="2451100" y="5168900"/>
          <p14:tracePt t="205710" x="2444750" y="5168900"/>
          <p14:tracePt t="209626" x="2457450" y="5092700"/>
          <p14:tracePt t="209647" x="2489200" y="4940300"/>
          <p14:tracePt t="209678" x="2508250" y="4826000"/>
          <p14:tracePt t="209709" x="2527300" y="4489450"/>
          <p14:tracePt t="209729" x="2514600" y="4286250"/>
          <p14:tracePt t="209744" x="2495550" y="4197350"/>
          <p14:tracePt t="209775" x="2451100" y="4013200"/>
          <p14:tracePt t="209809" x="2393950" y="3721100"/>
          <p14:tracePt t="209842" x="2362200" y="3587750"/>
          <p14:tracePt t="209875" x="2292350" y="3454400"/>
          <p14:tracePt t="209896" x="2241550" y="3378200"/>
          <p14:tracePt t="209929" x="2120900" y="3206750"/>
          <p14:tracePt t="209960" x="2006600" y="3073400"/>
          <p14:tracePt t="209977" x="1968500" y="3022600"/>
          <p14:tracePt t="210008" x="1860550" y="2908300"/>
          <p14:tracePt t="210041" x="1758950" y="2806700"/>
          <p14:tracePt t="210074" x="1701800" y="2749550"/>
          <p14:tracePt t="210108" x="1670050" y="2717800"/>
          <p14:tracePt t="210174" x="1682750" y="2724150"/>
          <p14:tracePt t="210210" x="1695450" y="2743200"/>
          <p14:tracePt t="210242" x="1714500" y="2755900"/>
          <p14:tracePt t="210273" x="1720850" y="2768600"/>
          <p14:tracePt t="210307" x="1739900" y="2781300"/>
          <p14:tracePt t="210340" x="1758950" y="2800350"/>
          <p14:tracePt t="210390" x="1784350" y="2806700"/>
          <p14:tracePt t="210427" x="1790700" y="2819400"/>
          <p14:tracePt t="210458" x="1797050" y="2832100"/>
          <p14:tracePt t="210490" x="1828800" y="2876550"/>
          <p14:tracePt t="210523" x="1873250" y="2921000"/>
          <p14:tracePt t="210556" x="1911350" y="2965450"/>
          <p14:tracePt t="210589" x="1936750" y="2990850"/>
          <p14:tracePt t="210622" x="1949450" y="2990850"/>
          <p14:tracePt t="210672" x="1955800" y="2990850"/>
          <p14:tracePt t="210695" x="1962150" y="2997200"/>
          <p14:tracePt t="210741" x="1974850" y="3003550"/>
          <p14:tracePt t="210756" x="1981200" y="3003550"/>
          <p14:tracePt t="210790" x="2025650" y="3016250"/>
          <p14:tracePt t="210822" x="2082800" y="3028950"/>
          <p14:tracePt t="210855" x="2336800" y="3086100"/>
          <p14:tracePt t="210889" x="2546350" y="3124200"/>
          <p14:tracePt t="210921" x="2647950" y="3130550"/>
          <p14:tracePt t="210943" x="2673350" y="3136900"/>
          <p14:tracePt t="210990" x="2654300" y="3143250"/>
          <p14:tracePt t="211023" x="2622550" y="3143250"/>
          <p14:tracePt t="211054" x="2578100" y="3149600"/>
          <p14:tracePt t="211088" x="2470150" y="3155950"/>
          <p14:tracePt t="211121" x="2209800" y="3162300"/>
          <p14:tracePt t="211154" x="1930400" y="3149600"/>
          <p14:tracePt t="211173" x="1854200" y="3143250"/>
          <p14:tracePt t="211204" x="1568450" y="3105150"/>
          <p14:tracePt t="211225" x="1479550" y="3079750"/>
          <p14:tracePt t="211255" x="1409700" y="3054350"/>
          <p14:tracePt t="211287" x="1390650" y="3041650"/>
          <p14:tracePt t="211320" x="1390650" y="3028950"/>
          <p14:tracePt t="211353" x="1397000" y="2984500"/>
          <p14:tracePt t="211387" x="1416050" y="2914650"/>
          <p14:tracePt t="211420" x="1416050" y="2762250"/>
          <p14:tracePt t="211453" x="1377950" y="2546350"/>
          <p14:tracePt t="211475" x="1377950" y="2368550"/>
          <p14:tracePt t="211507" x="1390650" y="2279650"/>
          <p14:tracePt t="211538" x="1409700" y="2241550"/>
          <p14:tracePt t="211569" x="1416050" y="2222500"/>
          <p14:tracePt t="211602" x="1416050" y="2216150"/>
          <p14:tracePt t="211636" x="1422400" y="2247900"/>
          <p14:tracePt t="211669" x="1435100" y="2292350"/>
          <p14:tracePt t="211702" x="1517650" y="2457450"/>
          <p14:tracePt t="211721" x="1555750" y="2527300"/>
          <p14:tracePt t="211740" x="1638300" y="2686050"/>
          <p14:tracePt t="211757" x="1739900" y="2876550"/>
          <p14:tracePt t="211787" x="1917700" y="3155950"/>
          <p14:tracePt t="211818" x="2089150" y="3359150"/>
          <p14:tracePt t="211852" x="2197100" y="3448050"/>
          <p14:tracePt t="211885" x="2266950" y="3448050"/>
          <p14:tracePt t="211918" x="2286000" y="3409950"/>
          <p14:tracePt t="211951" x="2292350" y="3346450"/>
          <p14:tracePt t="211984" x="2260600" y="3187700"/>
          <p14:tracePt t="212006" x="2184400" y="2990850"/>
          <p14:tracePt t="212036" x="2038350" y="2635250"/>
          <p14:tracePt t="212071" x="1968500" y="2425700"/>
          <p14:tracePt t="212103" x="1968500" y="2374900"/>
          <p14:tracePt t="212134" x="1968500" y="2368550"/>
          <p14:tracePt t="212167" x="1974850" y="2425700"/>
          <p14:tracePt t="212200" x="2051050" y="2565400"/>
          <p14:tracePt t="212233" x="2190750" y="2800350"/>
          <p14:tracePt t="212267" x="2349500" y="3086100"/>
          <p14:tracePt t="212286" x="2381250" y="3155950"/>
          <p14:tracePt t="212319" x="2400300" y="3181350"/>
          <p14:tracePt t="212352" x="2413000" y="3187700"/>
          <p14:tracePt t="212383" x="2451100" y="3155950"/>
          <p14:tracePt t="212401" x="2457450" y="3143250"/>
          <p14:tracePt t="212433" x="2501900" y="3105150"/>
          <p14:tracePt t="212466" x="2597150" y="3022600"/>
          <p14:tracePt t="212499" x="2819400" y="2844800"/>
          <p14:tracePt t="212521" x="2959100" y="2749550"/>
          <p14:tracePt t="212553" x="3124200" y="2603500"/>
          <p14:tracePt t="212584" x="3168650" y="2527300"/>
          <p14:tracePt t="212616" x="3130550" y="2463800"/>
          <p14:tracePt t="212649" x="3098800" y="2463800"/>
          <p14:tracePt t="212682" x="3048000" y="2476500"/>
          <p14:tracePt t="212715" x="3009900" y="2495550"/>
          <p14:tracePt t="212749" x="2965450" y="2527300"/>
          <p14:tracePt t="212767" x="2952750" y="2533650"/>
          <p14:tracePt t="212800" x="2895600" y="2641600"/>
          <p14:tracePt t="212834" x="2870200" y="2654300"/>
          <p14:tracePt t="214609" x="2851150" y="2654300"/>
          <p14:tracePt t="214630" x="2819400" y="2660650"/>
          <p14:tracePt t="214663" x="2711450" y="2673350"/>
          <p14:tracePt t="214694" x="2641600" y="2692400"/>
          <p14:tracePt t="214725" x="2438400" y="2743200"/>
          <p14:tracePt t="214743" x="2400300" y="2749550"/>
          <p14:tracePt t="214775" x="2222500" y="2787650"/>
          <p14:tracePt t="214794" x="2171700" y="2787650"/>
          <p14:tracePt t="214826" x="2019300" y="2800350"/>
          <p14:tracePt t="214858" x="1930400" y="2806700"/>
          <p14:tracePt t="214891" x="1892300" y="2806700"/>
          <p14:tracePt t="214912" x="1879600" y="2806700"/>
          <p14:tracePt t="215008" x="1905000" y="2794000"/>
          <p14:tracePt t="215041" x="1943100" y="2781300"/>
          <p14:tracePt t="215074" x="2019300" y="2762250"/>
          <p14:tracePt t="215107" x="2235200" y="2717800"/>
          <p14:tracePt t="215140" x="2444750" y="2717800"/>
          <p14:tracePt t="215162" x="2540000" y="2736850"/>
          <p14:tracePt t="215195" x="2590800" y="2743200"/>
          <p14:tracePt t="215240" x="2565400" y="2749550"/>
          <p14:tracePt t="215273" x="2533650" y="2749550"/>
          <p14:tracePt t="215306" x="2501900" y="2749550"/>
          <p14:tracePt t="215340" x="2463800" y="2743200"/>
          <p14:tracePt t="215373" x="2273300" y="2679700"/>
          <p14:tracePt t="215771" x="2203450" y="2698750"/>
          <p14:tracePt t="215804" x="2019300" y="2768600"/>
          <p14:tracePt t="215839" x="1905000" y="2794000"/>
          <p14:tracePt t="215871" x="1828800" y="2800350"/>
          <p14:tracePt t="215904" x="1816100" y="2800350"/>
          <p14:tracePt t="216024" x="1854200" y="2794000"/>
          <p14:tracePt t="216056" x="1911350" y="2781300"/>
          <p14:tracePt t="216087" x="1962150" y="2762250"/>
          <p14:tracePt t="216120" x="1968500" y="2762250"/>
          <p14:tracePt t="216153" x="1930400" y="2774950"/>
          <p14:tracePt t="216187" x="1797050" y="2806700"/>
          <p14:tracePt t="216205" x="1758950" y="2813050"/>
          <p14:tracePt t="216224" x="1663700" y="2838450"/>
          <p14:tracePt t="216255" x="1631950" y="2844800"/>
          <p14:tracePt t="216287" x="1657350" y="2851150"/>
          <p14:tracePt t="216319" x="1828800" y="2832100"/>
          <p14:tracePt t="216352" x="2159000" y="2825750"/>
          <p14:tracePt t="216386" x="2362200" y="2825750"/>
          <p14:tracePt t="216419" x="2381250" y="2819400"/>
          <p14:tracePt t="216452" x="2330450" y="2819400"/>
          <p14:tracePt t="216474" x="2247900" y="2825750"/>
          <p14:tracePt t="216507" x="2076450" y="2825750"/>
          <p14:tracePt t="216537" x="2025650" y="2825750"/>
          <p14:tracePt t="216568" x="2012950" y="2825750"/>
          <p14:tracePt t="216602" x="2089150" y="2800350"/>
          <p14:tracePt t="216635" x="2247900" y="2781300"/>
          <p14:tracePt t="216669" x="2533650" y="2743200"/>
          <p14:tracePt t="216702" x="2628900" y="2730500"/>
          <p14:tracePt t="216751" x="2559050" y="2743200"/>
          <p14:tracePt t="216772" x="2336800" y="2781300"/>
          <p14:tracePt t="216803" x="2101850" y="2800350"/>
          <p14:tracePt t="216834" x="2051050" y="2813050"/>
          <p14:tracePt t="216884" x="2127250" y="2787650"/>
          <p14:tracePt t="216917" x="2419350" y="2755900"/>
          <p14:tracePt t="216936" x="2533650" y="2736850"/>
          <p14:tracePt t="216968" x="2755900" y="2711450"/>
          <p14:tracePt t="217000" x="2762250" y="2711450"/>
          <p14:tracePt t="217022" x="2698750" y="2717800"/>
          <p14:tracePt t="217052" x="2355850" y="2736850"/>
          <p14:tracePt t="217083" x="2127250" y="2755900"/>
          <p14:tracePt t="217117" x="1974850" y="2755900"/>
          <p14:tracePt t="217150" x="1993900" y="2749550"/>
          <p14:tracePt t="217183" x="2089150" y="2736850"/>
          <p14:tracePt t="217216" x="2222500" y="2736850"/>
          <p14:tracePt t="217250" x="2247900" y="2743200"/>
          <p14:tracePt t="217299" x="2203450" y="2749550"/>
          <p14:tracePt t="217335" x="2038350" y="2774950"/>
          <p14:tracePt t="217368" x="1949450" y="2787650"/>
          <p14:tracePt t="217399" x="1936750" y="2794000"/>
          <p14:tracePt t="217449" x="1949450" y="2794000"/>
          <p14:tracePt t="217499" x="1968500" y="2794000"/>
          <p14:tracePt t="217531" x="1974850" y="2800350"/>
          <p14:tracePt t="217833" x="1981200" y="2800350"/>
          <p14:tracePt t="217854" x="1987550" y="2800350"/>
          <p14:tracePt t="217898" x="1987550" y="2806700"/>
          <p14:tracePt t="217930" x="2006600" y="2819400"/>
          <p14:tracePt t="217964" x="2032000" y="2825750"/>
          <p14:tracePt t="217982" x="2044700" y="2832100"/>
          <p14:tracePt t="218014" x="2070100" y="2844800"/>
          <p14:tracePt t="218047" x="2108200" y="2851150"/>
          <p14:tracePt t="218068" x="2165350" y="2863850"/>
          <p14:tracePt t="218099" x="2381250" y="2901950"/>
          <p14:tracePt t="218133" x="2590800" y="2921000"/>
          <p14:tracePt t="218165" x="2794000" y="2927350"/>
          <p14:tracePt t="218196" x="2940050" y="2914650"/>
          <p14:tracePt t="218230" x="3054350" y="2876550"/>
          <p14:tracePt t="218263" x="3149600" y="2819400"/>
          <p14:tracePt t="218296" x="3200400" y="2781300"/>
          <p14:tracePt t="218318" x="3232150" y="2749550"/>
          <p14:tracePt t="218351" x="3282950" y="2705100"/>
          <p14:tracePt t="218368" x="3295650" y="2686050"/>
          <p14:tracePt t="218398" x="3314700" y="2673350"/>
          <p14:tracePt t="218429" x="3314700" y="2660650"/>
          <p14:tracePt t="218462" x="3314700" y="2647950"/>
          <p14:tracePt t="218495" x="3308350" y="2641600"/>
          <p14:tracePt t="218545" x="3302000" y="2628900"/>
          <p14:tracePt t="218578" x="3302000" y="2616200"/>
          <p14:tracePt t="218600" x="3302000" y="2609850"/>
          <p14:tracePt t="218647" x="3308350" y="2597150"/>
          <p14:tracePt t="218728" x="3314700" y="2597150"/>
          <p14:tracePt t="218777" x="3321050" y="2597150"/>
          <p14:tracePt t="218811" x="3333750" y="2597150"/>
          <p14:tracePt t="218861" x="3340100" y="2597150"/>
          <p14:tracePt t="218882" x="3346450" y="2603500"/>
          <p14:tracePt t="218944" x="3371850" y="2609850"/>
          <p14:tracePt t="218977" x="3409950" y="2609850"/>
          <p14:tracePt t="219010" x="3492500" y="2609850"/>
          <p14:tracePt t="219029" x="3543300" y="2609850"/>
          <p14:tracePt t="219060" x="3702050" y="2597150"/>
          <p14:tracePt t="219093" x="3816350" y="2584450"/>
          <p14:tracePt t="219115" x="3898900" y="2565400"/>
          <p14:tracePt t="219148" x="3924300" y="2552700"/>
          <p14:tracePt t="219178" x="3905250" y="2546350"/>
          <p14:tracePt t="219210" x="3860800" y="2546350"/>
          <p14:tracePt t="219243" x="3740150" y="2559050"/>
          <p14:tracePt t="219276" x="3606800" y="2559050"/>
          <p14:tracePt t="219310" x="3562350" y="2559050"/>
          <p14:tracePt t="219343" x="3524250" y="2559050"/>
          <p14:tracePt t="219376" x="3517900" y="2559050"/>
          <p14:tracePt t="219428" x="3562350" y="2540000"/>
          <p14:tracePt t="219461" x="3670300" y="2514600"/>
          <p14:tracePt t="219492" x="3765550" y="2482850"/>
          <p14:tracePt t="219525" x="3822700" y="2451100"/>
          <p14:tracePt t="219575" x="3790950" y="2457450"/>
          <p14:tracePt t="219608" x="3752850" y="2470150"/>
          <p14:tracePt t="219641" x="3600450" y="2495550"/>
          <p14:tracePt t="219663" x="3473450" y="2514600"/>
          <p14:tracePt t="219693" x="3365500" y="2527300"/>
          <p14:tracePt t="219724" x="3308350" y="2527300"/>
          <p14:tracePt t="219757" x="3302000" y="2527300"/>
          <p14:tracePt t="219791" x="3346450" y="2520950"/>
          <p14:tracePt t="219824" x="3479800" y="2495550"/>
          <p14:tracePt t="219858" x="3632200" y="2457450"/>
          <p14:tracePt t="219890" x="3727450" y="2419350"/>
          <p14:tracePt t="219960" x="3689350" y="2419350"/>
          <p14:tracePt t="219992" x="3651250" y="2425700"/>
          <p14:tracePt t="220024" x="3587750" y="2457450"/>
          <p14:tracePt t="220057" x="3517900" y="2476500"/>
          <p14:tracePt t="220075" x="3498850" y="2489200"/>
          <p14:tracePt t="220107" x="3460750" y="2508250"/>
          <p14:tracePt t="220125" x="3454400" y="2508250"/>
          <p14:tracePt t="220173" x="3467100" y="2514600"/>
          <p14:tracePt t="220194" x="3543300" y="2489200"/>
          <p14:tracePt t="220224" x="3689350" y="2457450"/>
          <p14:tracePt t="220256" x="3848100" y="2400300"/>
          <p14:tracePt t="220289" x="3886200" y="2387600"/>
          <p14:tracePt t="220339" x="3829050" y="2387600"/>
          <p14:tracePt t="220372" x="3759200" y="2406650"/>
          <p14:tracePt t="220405" x="3606800" y="2432050"/>
          <p14:tracePt t="220439" x="3448050" y="2451100"/>
          <p14:tracePt t="220460" x="3403600" y="2457450"/>
          <p14:tracePt t="220490" x="3384550" y="2463800"/>
          <p14:tracePt t="220522" x="3378200" y="2470150"/>
          <p14:tracePt t="220555" x="3390900" y="2476500"/>
          <p14:tracePt t="220588" x="3441700" y="2463800"/>
          <p14:tracePt t="220621" x="3460750" y="2463800"/>
          <p14:tracePt t="220655" x="3467100" y="2463800"/>
          <p14:tracePt t="220757" x="3454400" y="2463800"/>
          <p14:tracePt t="220790" x="3422650" y="2463800"/>
          <p14:tracePt t="220821" x="3378200" y="2482850"/>
          <p14:tracePt t="220854" x="3244850" y="2514600"/>
          <p14:tracePt t="220887" x="3079750" y="2559050"/>
          <p14:tracePt t="220920" x="2933700" y="2597150"/>
          <p14:tracePt t="220955" x="2838450" y="2616200"/>
          <p14:tracePt t="221003" x="2813050" y="2635250"/>
          <p14:tracePt t="221037" x="2794000" y="2647950"/>
          <p14:tracePt t="221070" x="2736850" y="2673350"/>
          <p14:tracePt t="221103" x="2686050" y="2686050"/>
          <p14:tracePt t="221136" x="2609850" y="2705100"/>
          <p14:tracePt t="221169" x="2578100" y="2711450"/>
          <p14:tracePt t="221203" x="2565400" y="2711450"/>
          <p14:tracePt t="221253" x="2552700" y="2711450"/>
          <p14:tracePt t="221288" x="2533650" y="2711450"/>
          <p14:tracePt t="221321" x="2482850" y="2698750"/>
          <p14:tracePt t="221352" x="2336800" y="2654300"/>
          <p14:tracePt t="221385" x="2241550" y="2635250"/>
          <p14:tracePt t="221418" x="2171700" y="2628900"/>
          <p14:tracePt t="221438" x="2146300" y="2628900"/>
          <p14:tracePt t="221468" x="2139950" y="2628900"/>
          <p14:tracePt t="221521" x="2152650" y="2622550"/>
          <p14:tracePt t="221553" x="2203450" y="2616200"/>
          <p14:tracePt t="221570" x="2235200" y="2616200"/>
          <p14:tracePt t="221601" x="2330450" y="2603500"/>
          <p14:tracePt t="221634" x="2406650" y="2609850"/>
          <p14:tracePt t="221701" x="2330450" y="2635250"/>
          <p14:tracePt t="221720" x="2292350" y="2635250"/>
          <p14:tracePt t="221739" x="2184400" y="2647950"/>
          <p14:tracePt t="221772" x="1981200" y="2705100"/>
          <p14:tracePt t="221803" x="1917700" y="2717800"/>
          <p14:tracePt t="221834" x="1892300" y="2736850"/>
          <p14:tracePt t="221867" x="1917700" y="2743200"/>
          <p14:tracePt t="221900" x="1981200" y="2730500"/>
          <p14:tracePt t="221934" x="2038350" y="2724150"/>
          <p14:tracePt t="221968" x="2044700" y="2724150"/>
          <p14:tracePt t="222000" x="2038350" y="2717800"/>
          <p14:tracePt t="222021" x="2025650" y="2717800"/>
          <p14:tracePt t="222054" x="2000250" y="2711450"/>
          <p14:tracePt t="222085" x="1987550" y="2711450"/>
          <p14:tracePt t="222116" x="1981200" y="2711450"/>
          <p14:tracePt t="222216" x="2012950" y="2711450"/>
          <p14:tracePt t="222249" x="2032000" y="2705100"/>
          <p14:tracePt t="222351" x="2012950" y="2705100"/>
          <p14:tracePt t="222384" x="1968500" y="2705100"/>
          <p14:tracePt t="222415" x="1943100" y="2711450"/>
          <p14:tracePt t="222448" x="1974850" y="2711450"/>
          <p14:tracePt t="222481" x="2063750" y="2717800"/>
          <p14:tracePt t="222515" x="2178050" y="2717800"/>
          <p14:tracePt t="222548" x="2222500" y="2736850"/>
          <p14:tracePt t="222584" x="2203450" y="2736850"/>
          <p14:tracePt t="222616" x="2165350" y="2736850"/>
          <p14:tracePt t="222647" x="2146300" y="2736850"/>
          <p14:tracePt t="222681" x="2139950" y="2730500"/>
          <p14:tracePt t="222714" x="2159000" y="2730500"/>
          <p14:tracePt t="222748" x="2260600" y="2717800"/>
          <p14:tracePt t="222780" x="2311400" y="2724150"/>
          <p14:tracePt t="222847" x="2247900" y="2724150"/>
          <p14:tracePt t="222883" x="2197100" y="2724150"/>
          <p14:tracePt t="222916" x="2178050" y="2724150"/>
          <p14:tracePt t="222963" x="2203450" y="2724150"/>
          <p14:tracePt t="222998" x="2222500" y="2724150"/>
          <p14:tracePt t="224959" x="2203450" y="2724150"/>
          <p14:tracePt t="224992" x="2070100" y="2724150"/>
          <p14:tracePt t="225025" x="1987550" y="2724150"/>
          <p14:tracePt t="225056" x="1816100" y="2730500"/>
          <p14:tracePt t="225089" x="1714500" y="2724150"/>
          <p14:tracePt t="225122" x="1670050" y="2724150"/>
          <p14:tracePt t="225156" x="1657350" y="2724150"/>
          <p14:tracePt t="225205" x="1651000" y="2724150"/>
          <p14:tracePt t="225455" x="1676400" y="2736850"/>
          <p14:tracePt t="225490" x="1752600" y="2749550"/>
          <p14:tracePt t="225507" x="1778000" y="2749550"/>
          <p14:tracePt t="225538" x="1917700" y="2749550"/>
          <p14:tracePt t="225571" x="2101850" y="2749550"/>
          <p14:tracePt t="225604" x="2298700" y="2736850"/>
          <p14:tracePt t="225637" x="2438400" y="2724150"/>
          <p14:tracePt t="225670" x="2495550" y="2711450"/>
          <p14:tracePt t="225693" x="2533650" y="2705100"/>
          <p14:tracePt t="225709" x="2546350" y="2698750"/>
          <p14:tracePt t="225742" x="2597150" y="2692400"/>
          <p14:tracePt t="225772" x="2647950" y="2686050"/>
          <p14:tracePt t="225803" x="2705100" y="2667000"/>
          <p14:tracePt t="225836" x="2768600" y="2641600"/>
          <p14:tracePt t="225870" x="2787650" y="2641600"/>
          <p14:tracePt t="225936" x="2794000" y="2641600"/>
          <p14:tracePt t="225986" x="2781300" y="2641600"/>
          <p14:tracePt t="226008" x="2774950" y="2641600"/>
          <p14:tracePt t="226038" x="2774950" y="2647950"/>
          <p14:tracePt t="226750" x="2736850" y="2654300"/>
          <p14:tracePt t="226772" x="2711450" y="2654300"/>
          <p14:tracePt t="226802" x="2641600" y="2667000"/>
          <p14:tracePt t="226833" x="2489200" y="2711450"/>
          <p14:tracePt t="226866" x="2228850" y="2794000"/>
          <p14:tracePt t="226900" x="1898650" y="2889250"/>
          <p14:tracePt t="226933" x="1581150" y="2921000"/>
          <p14:tracePt t="226966" x="1473200" y="2921000"/>
          <p14:tracePt t="226999" x="1435100" y="2908300"/>
          <p14:tracePt t="227021" x="1428750" y="2895600"/>
          <p14:tracePt t="227038" x="1428750" y="2870200"/>
          <p14:tracePt t="227068" x="1447800" y="2800350"/>
          <p14:tracePt t="227102" x="1517650" y="2705100"/>
          <p14:tracePt t="227134" x="1739900" y="2520950"/>
          <p14:tracePt t="227166" x="2190750" y="2330450"/>
          <p14:tracePt t="227199" x="2660650" y="2317750"/>
          <p14:tracePt t="227232" x="2813050" y="2381250"/>
          <p14:tracePt t="227265" x="2876550" y="2527300"/>
          <p14:tracePt t="227286" x="2876550" y="2622550"/>
          <p14:tracePt t="227319" x="2762250" y="2895600"/>
          <p14:tracePt t="227350" x="2495550" y="3130550"/>
          <p14:tracePt t="227381" x="2171700" y="3187700"/>
          <p14:tracePt t="227414" x="1968500" y="3092450"/>
          <p14:tracePt t="227447" x="1828800" y="2914650"/>
          <p14:tracePt t="227481" x="1816100" y="2724150"/>
          <p14:tracePt t="227514" x="1879600" y="2571750"/>
          <p14:tracePt t="227547" x="2019300" y="2438400"/>
          <p14:tracePt t="227569" x="2133600" y="2355850"/>
          <p14:tracePt t="227599" x="2349500" y="2273300"/>
          <p14:tracePt t="227630" x="2565400" y="2298700"/>
          <p14:tracePt t="227664" x="2730500" y="2400300"/>
          <p14:tracePt t="227697" x="2755900" y="2476500"/>
          <p14:tracePt t="227730" x="2730500" y="2520950"/>
          <p14:tracePt t="227763" x="2635250" y="2654300"/>
          <p14:tracePt t="227797" x="2419350" y="2825750"/>
          <p14:tracePt t="227818" x="2235200" y="2914650"/>
          <p14:tracePt t="227851" x="1835150" y="2933700"/>
          <p14:tracePt t="227881" x="1689100" y="2876550"/>
          <p14:tracePt t="227913" x="1593850" y="2781300"/>
          <p14:tracePt t="227946" x="1587500" y="2654300"/>
          <p14:tracePt t="227979" x="1651000" y="2501900"/>
          <p14:tracePt t="228013" x="1892300" y="2266950"/>
          <p14:tracePt t="228046" x="2095500" y="2178050"/>
          <p14:tracePt t="228080" x="2216150" y="2178050"/>
          <p14:tracePt t="228100" x="2279650" y="2197100"/>
          <p14:tracePt t="228131" x="2336800" y="2241550"/>
          <p14:tracePt t="228162" x="2387600" y="2317750"/>
          <p14:tracePt t="228195" x="2425700" y="2419350"/>
          <p14:tracePt t="228228" x="2419350" y="2520950"/>
          <p14:tracePt t="228261" x="2349500" y="2686050"/>
          <p14:tracePt t="228295" x="2127250" y="2959100"/>
          <p14:tracePt t="228328" x="2006600" y="2984500"/>
          <p14:tracePt t="230241" x="2057400" y="3136900"/>
          <p14:tracePt t="230273" x="2127250" y="3314700"/>
          <p14:tracePt t="230305" x="2216150" y="3524250"/>
          <p14:tracePt t="230338" x="2317750" y="3752850"/>
          <p14:tracePt t="230371" x="2451100" y="4000500"/>
          <p14:tracePt t="230404" x="2559050" y="4184650"/>
          <p14:tracePt t="230437" x="2679700" y="4413250"/>
          <p14:tracePt t="230459" x="2755900" y="4578350"/>
          <p14:tracePt t="230491" x="2882900" y="4851400"/>
          <p14:tracePt t="230522" x="2940050" y="4991100"/>
          <p14:tracePt t="230554" x="2978150" y="5105400"/>
          <p14:tracePt t="230587" x="2997200" y="5149850"/>
          <p14:tracePt t="230606" x="2997200" y="5168900"/>
          <p14:tracePt t="230638" x="3003550" y="5156200"/>
          <p14:tracePt t="230670" x="3003550" y="5143500"/>
          <p14:tracePt t="231236" x="2990850" y="5168900"/>
          <p14:tracePt t="231284" x="2940050" y="5232400"/>
          <p14:tracePt t="231318" x="2914650" y="5264150"/>
          <p14:tracePt t="231351" x="2901950" y="5289550"/>
          <p14:tracePt t="231384" x="2901950" y="5295900"/>
          <p14:tracePt t="231417" x="2895600" y="5302250"/>
          <p14:tracePt t="231484" x="2908300" y="5302250"/>
          <p14:tracePt t="231550" x="2921000" y="5302250"/>
          <p14:tracePt t="231583" x="2933700" y="5302250"/>
          <p14:tracePt t="231617" x="2946400" y="5302250"/>
          <p14:tracePt t="231683" x="2959100" y="5302250"/>
          <p14:tracePt t="231716" x="2984500" y="5295900"/>
          <p14:tracePt t="231750" x="3003550" y="5289550"/>
          <p14:tracePt t="231770" x="3048000" y="5283200"/>
          <p14:tracePt t="231804" x="3155950" y="5270500"/>
          <p14:tracePt t="231834" x="3213100" y="5245100"/>
          <p14:tracePt t="231866" x="3263900" y="5194300"/>
          <p14:tracePt t="231899" x="3263900" y="5124450"/>
          <p14:tracePt t="231932" x="3225800" y="5092700"/>
          <p14:tracePt t="231965" x="3181350" y="5086350"/>
          <p14:tracePt t="231998" x="3149600" y="5105400"/>
          <p14:tracePt t="232032" x="3073400" y="5149850"/>
          <p14:tracePt t="232053" x="3009900" y="5200650"/>
          <p14:tracePt t="232083" x="2895600" y="5314950"/>
          <p14:tracePt t="232115" x="2832100" y="5384800"/>
          <p14:tracePt t="232135" x="2825750" y="5422900"/>
          <p14:tracePt t="232164" x="2851150" y="5435600"/>
          <p14:tracePt t="232198" x="2965450" y="5429250"/>
          <p14:tracePt t="232231" x="3149600" y="5353050"/>
          <p14:tracePt t="232264" x="3257550" y="5283200"/>
          <p14:tracePt t="232286" x="3282950" y="5251450"/>
          <p14:tracePt t="232319" x="3276600" y="5207000"/>
          <p14:tracePt t="232349" x="3238500" y="5187950"/>
          <p14:tracePt t="232381" x="3187700" y="5156200"/>
          <p14:tracePt t="232413" x="3105150" y="5118100"/>
          <p14:tracePt t="232447" x="3041650" y="5118100"/>
          <p14:tracePt t="232480" x="2984500" y="5137150"/>
          <p14:tracePt t="232513" x="2965450" y="5168900"/>
          <p14:tracePt t="232547" x="2952750" y="5213350"/>
          <p14:tracePt t="232568" x="2946400" y="5238750"/>
          <p14:tracePt t="232601" x="2959100" y="5314950"/>
          <p14:tracePt t="232632" x="3009900" y="5346700"/>
          <p14:tracePt t="232650" x="3067050" y="5353050"/>
          <p14:tracePt t="232681" x="3187700" y="5314950"/>
          <p14:tracePt t="232698" x="3225800" y="5276850"/>
          <p14:tracePt t="232729" x="3257550" y="5238750"/>
          <p14:tracePt t="232763" x="3270250" y="5168900"/>
          <p14:tracePt t="232796" x="3257550" y="5124450"/>
          <p14:tracePt t="232829" x="3194050" y="5086350"/>
          <p14:tracePt t="232851" x="3155950" y="5073650"/>
          <p14:tracePt t="232881" x="3111500" y="5067300"/>
          <p14:tracePt t="232912" x="3054350" y="5073650"/>
          <p14:tracePt t="232945" x="2978150" y="5124450"/>
          <p14:tracePt t="232979" x="2895600" y="5213350"/>
          <p14:tracePt t="233012" x="2876550" y="5276850"/>
          <p14:tracePt t="233045" x="2876550" y="5340350"/>
          <p14:tracePt t="233078" x="2933700" y="5391150"/>
          <p14:tracePt t="233111" x="3060700" y="5410200"/>
          <p14:tracePt t="233145" x="3219450" y="5391150"/>
          <p14:tracePt t="233163" x="3308350" y="5346700"/>
          <p14:tracePt t="233197" x="3333750" y="5295900"/>
          <p14:tracePt t="233244" x="3308350" y="5232400"/>
          <p14:tracePt t="233266" x="3276600" y="5200650"/>
          <p14:tracePt t="233299" x="3232150" y="5143500"/>
          <p14:tracePt t="233330" x="3168650" y="5099050"/>
          <p14:tracePt t="233360" x="3136900" y="5092700"/>
          <p14:tracePt t="233394" x="3086100" y="5105400"/>
          <p14:tracePt t="233444" x="3035300" y="5149850"/>
          <p14:tracePt t="233477" x="3003550" y="5187950"/>
          <p14:tracePt t="233498" x="3003550" y="5207000"/>
          <p14:tracePt t="233543" x="3028950" y="5264150"/>
          <p14:tracePt t="233576" x="3067050" y="5276850"/>
          <p14:tracePt t="233610" x="3175000" y="5283200"/>
          <p14:tracePt t="233643" x="3244850" y="5276850"/>
          <p14:tracePt t="233676" x="3340100" y="5226050"/>
          <p14:tracePt t="233695" x="3359150" y="5187950"/>
          <p14:tracePt t="233728" x="3346450" y="5143500"/>
          <p14:tracePt t="233759" x="3302000" y="5111750"/>
          <p14:tracePt t="233793" x="3238500" y="5073650"/>
          <p14:tracePt t="233826" x="3213100" y="5073650"/>
          <p14:tracePt t="233859" x="3187700" y="5086350"/>
          <p14:tracePt t="233880" x="3168650" y="5099050"/>
          <p14:tracePt t="233913" x="3124200" y="5137150"/>
          <p14:tracePt t="233944" x="3117850" y="5156200"/>
          <p14:tracePt t="233975" x="3111500" y="5168900"/>
          <p14:tracePt t="234025" x="3105150" y="5181600"/>
          <p14:tracePt t="234424" x="3149600" y="5181600"/>
          <p14:tracePt t="234459" x="3213100" y="5181600"/>
          <p14:tracePt t="234492" x="3321050" y="5181600"/>
          <p14:tracePt t="234523" x="3492500" y="5181600"/>
          <p14:tracePt t="234557" x="3727450" y="5181600"/>
          <p14:tracePt t="234575" x="3860800" y="5194300"/>
          <p14:tracePt t="234606" x="4622800" y="5200650"/>
          <p14:tracePt t="234639" x="5105400" y="5187950"/>
          <p14:tracePt t="234673" x="5575300" y="5143500"/>
          <p14:tracePt t="234694" x="5835650" y="5086350"/>
          <p14:tracePt t="234712" x="6032500" y="5067300"/>
          <p14:tracePt t="234756" x="6254750" y="4997450"/>
          <p14:tracePt t="234789" x="6445250" y="4959350"/>
          <p14:tracePt t="234822" x="6527800" y="4946650"/>
          <p14:tracePt t="234855" x="6629400" y="4927600"/>
          <p14:tracePt t="234889" x="6699250" y="4927600"/>
          <p14:tracePt t="234922" x="6731000" y="4933950"/>
          <p14:tracePt t="234943" x="6743700" y="4933950"/>
          <p14:tracePt t="235022" x="6737350" y="4940300"/>
          <p14:tracePt t="235055" x="6724650" y="4946650"/>
          <p14:tracePt t="235088" x="6705600" y="4946650"/>
          <p14:tracePt t="235121" x="6692900" y="4953000"/>
          <p14:tracePt t="235154" x="6667500" y="4991100"/>
          <p14:tracePt t="235187" x="6661150" y="5029200"/>
          <p14:tracePt t="235209" x="6661150" y="5067300"/>
          <p14:tracePt t="235226" x="6686550" y="5124450"/>
          <p14:tracePt t="235256" x="6699250" y="5168900"/>
          <p14:tracePt t="235287" x="6743700" y="5200650"/>
          <p14:tracePt t="235306" x="6750050" y="5207000"/>
          <p14:tracePt t="235337" x="6781800" y="5194300"/>
          <p14:tracePt t="235370" x="6794500" y="5181600"/>
          <p14:tracePt t="235404" x="6794500" y="5149850"/>
          <p14:tracePt t="235437" x="6769100" y="5105400"/>
          <p14:tracePt t="235470" x="6737350" y="5086350"/>
          <p14:tracePt t="235491" x="6648450" y="5041900"/>
          <p14:tracePt t="235522" x="6515100" y="5016500"/>
          <p14:tracePt t="235553" x="6273800" y="5003800"/>
          <p14:tracePt t="235586" x="6096000" y="5035550"/>
          <p14:tracePt t="235619" x="6038850" y="5080000"/>
          <p14:tracePt t="235653" x="6032500" y="5118100"/>
          <p14:tracePt t="235686" x="6064250" y="5162550"/>
          <p14:tracePt t="235719" x="6146800" y="5194300"/>
          <p14:tracePt t="235757" x="6311900" y="5213350"/>
          <p14:tracePt t="235787" x="6623050" y="5219700"/>
          <p14:tracePt t="235819" x="6769100" y="5187950"/>
          <p14:tracePt t="235852" x="6870700" y="5118100"/>
          <p14:tracePt t="235885" x="6883400" y="5060950"/>
          <p14:tracePt t="235918" x="6851650" y="5016500"/>
          <p14:tracePt t="235951" x="6800850" y="4991100"/>
          <p14:tracePt t="235985" x="6788150" y="4991100"/>
          <p14:tracePt t="236006" x="6769100" y="4991100"/>
          <p14:tracePt t="236037" x="6711950" y="5016500"/>
          <p14:tracePt t="236068" x="6654800" y="5067300"/>
          <p14:tracePt t="236101" x="6629400" y="5092700"/>
          <p14:tracePt t="236134" x="6610350" y="5118100"/>
          <p14:tracePt t="236682" x="6527800" y="5130800"/>
          <p14:tracePt t="236715" x="6337300" y="5168900"/>
          <p14:tracePt t="236749" x="6178550" y="5187950"/>
          <p14:tracePt t="236784" x="5803900" y="5264150"/>
          <p14:tracePt t="236818" x="5492750" y="5346700"/>
          <p14:tracePt t="236851" x="5168900" y="5441950"/>
          <p14:tracePt t="236882" x="4718050" y="5505450"/>
          <p14:tracePt t="236915" x="4337050" y="5480050"/>
          <p14:tracePt t="236934" x="4178300" y="5429250"/>
          <p14:tracePt t="236964" x="4191000" y="5353050"/>
          <p14:tracePt t="237383" x="3994150" y="5353050"/>
          <p14:tracePt t="237415" x="3670300" y="5353050"/>
          <p14:tracePt t="237447" x="3556000" y="5334000"/>
          <p14:tracePt t="237480" x="3416300" y="5327650"/>
          <p14:tracePt t="237513" x="3346450" y="5321300"/>
          <p14:tracePt t="237546" x="3263900" y="5321300"/>
          <p14:tracePt t="237568" x="3225800" y="5327650"/>
          <p14:tracePt t="237600" x="3155950" y="5334000"/>
          <p14:tracePt t="237632" x="3086100" y="5340350"/>
          <p14:tracePt t="237662" x="3016250" y="5353050"/>
          <p14:tracePt t="237696" x="2946400" y="5359400"/>
          <p14:tracePt t="237729" x="2933700" y="5365750"/>
          <p14:tracePt t="237748" x="2927350" y="5365750"/>
          <p14:tracePt t="237795" x="2921000" y="5372100"/>
          <p14:tracePt t="237881" x="2914650" y="5372100"/>
          <p14:tracePt t="237978" x="2927350" y="5359400"/>
          <p14:tracePt t="238011" x="2933700" y="5359400"/>
          <p14:tracePt t="238061" x="2940050" y="5353050"/>
          <p14:tracePt t="238111" x="2946400" y="5353050"/>
          <p14:tracePt t="238132" x="2952750" y="5353050"/>
          <p14:tracePt t="238162" x="2959100" y="5353050"/>
          <p14:tracePt t="238194" x="2965450" y="5346700"/>
          <p14:tracePt t="238227" x="2971800" y="5340350"/>
          <p14:tracePt t="238293" x="2978150" y="5334000"/>
          <p14:tracePt t="238396" x="2984500" y="5340350"/>
          <p14:tracePt t="238460" x="2997200" y="5340350"/>
          <p14:tracePt t="238493" x="3003550" y="5346700"/>
          <p14:tracePt t="238526" x="3016250" y="5346700"/>
          <p14:tracePt t="238559" x="3041650" y="5346700"/>
          <p14:tracePt t="238593" x="3073400" y="5346700"/>
          <p14:tracePt t="238626" x="3143250" y="5346700"/>
          <p14:tracePt t="238647" x="3175000" y="5346700"/>
          <p14:tracePt t="238677" x="3225800" y="5346700"/>
          <p14:tracePt t="238709" x="3232150" y="5346700"/>
          <p14:tracePt t="238742" x="3238500" y="5346700"/>
          <p14:tracePt t="239024" x="3232150" y="5346700"/>
          <p14:tracePt t="239074" x="3213100" y="5353050"/>
          <p14:tracePt t="239107" x="3187700" y="5359400"/>
          <p14:tracePt t="239141" x="3124200" y="5359400"/>
          <p14:tracePt t="239162" x="3086100" y="5359400"/>
          <p14:tracePt t="239192" x="3048000" y="5359400"/>
          <p14:tracePt t="239224" x="3028950" y="5359400"/>
          <p14:tracePt t="239274" x="3022600" y="5359400"/>
          <p14:tracePt t="239307" x="3016250" y="5359400"/>
          <p14:tracePt t="239423" x="3035300" y="5353050"/>
          <p14:tracePt t="239459" x="3054350" y="5353050"/>
          <p14:tracePt t="239491" x="3124200" y="5340350"/>
          <p14:tracePt t="239523" x="3213100" y="5334000"/>
          <p14:tracePt t="239556" x="3308350" y="5321300"/>
          <p14:tracePt t="239589" x="3390900" y="5321300"/>
          <p14:tracePt t="239608" x="3403600" y="5321300"/>
          <p14:tracePt t="239639" x="3429000" y="5321300"/>
          <p14:tracePt t="239705" x="3435350" y="5321300"/>
          <p14:tracePt t="239823" x="3435350" y="5327650"/>
          <p14:tracePt t="239871" x="3441700" y="5340350"/>
          <p14:tracePt t="239905" x="3454400" y="5340350"/>
          <p14:tracePt t="239938" x="3473450" y="5340350"/>
          <p14:tracePt t="239959" x="3498850" y="5340350"/>
          <p14:tracePt t="239990" x="3568700" y="5340350"/>
          <p14:tracePt t="240021" x="3600450" y="5340350"/>
          <p14:tracePt t="240054" x="3644900" y="5340350"/>
          <p14:tracePt t="240087" x="3663950" y="5340350"/>
          <p14:tracePt t="240154" x="3670300" y="5340350"/>
          <p14:tracePt t="240204" x="3676650" y="5340350"/>
          <p14:tracePt t="240287" x="3683000" y="5340350"/>
          <p14:tracePt t="240353" x="3689350" y="5340350"/>
          <p14:tracePt t="240569" x="3695700" y="5340350"/>
          <p14:tracePt t="240951" x="3702050" y="5340350"/>
          <p14:tracePt t="241449" x="4076700" y="5340350"/>
          <p14:tracePt t="241483" x="4641850" y="5327650"/>
          <p14:tracePt t="241516" x="5435600" y="5314950"/>
          <p14:tracePt t="241537" x="5683250" y="5302250"/>
          <p14:tracePt t="241570" x="6013450" y="5308600"/>
          <p14:tracePt t="241587" x="6159500" y="5314950"/>
          <p14:tracePt t="241617" x="6235700" y="5302250"/>
          <p14:tracePt t="241649" x="6318250" y="5302250"/>
          <p14:tracePt t="241682" x="6356350" y="5295900"/>
          <p14:tracePt t="241715" x="6381750" y="5295900"/>
          <p14:tracePt t="241748" x="6394450" y="5289550"/>
          <p14:tracePt t="241832" x="6400800" y="5289550"/>
          <p14:tracePt t="241881" x="6413500" y="5283200"/>
          <p14:tracePt t="241914" x="6426200" y="5283200"/>
          <p14:tracePt t="241948" x="6432550" y="5283200"/>
          <p14:tracePt t="242180" x="6457950" y="5289550"/>
          <p14:tracePt t="242213" x="6565900" y="5289550"/>
          <p14:tracePt t="242247" x="6661150" y="5289550"/>
          <p14:tracePt t="242280" x="6692900" y="5289550"/>
          <p14:tracePt t="242298" x="6699250" y="5289550"/>
          <p14:tracePt t="242318" x="6705600" y="5289550"/>
          <p14:tracePt t="242382" x="6711950" y="5289550"/>
          <p14:tracePt t="242429" x="6718300" y="5289550"/>
          <p14:tracePt t="242462" x="6750050" y="5295900"/>
          <p14:tracePt t="242512" x="6826250" y="5295900"/>
          <p14:tracePt t="242545" x="6908800" y="5302250"/>
          <p14:tracePt t="242579" x="6997700" y="5314950"/>
          <p14:tracePt t="242600" x="7029450" y="5321300"/>
          <p14:tracePt t="242630" x="7124700" y="5327650"/>
          <p14:tracePt t="242662" x="7188200" y="5340350"/>
          <p14:tracePt t="242695" x="7239000" y="5340350"/>
          <p14:tracePt t="242728" x="7270750" y="5346700"/>
          <p14:tracePt t="242761" x="7321550" y="5346700"/>
          <p14:tracePt t="242795" x="7359650" y="5340350"/>
          <p14:tracePt t="242828" x="7378700" y="5340350"/>
          <p14:tracePt t="242882" x="7385050" y="5334000"/>
          <p14:tracePt t="242913" x="7385050" y="5321300"/>
          <p14:tracePt t="244705" x="7194550" y="5372100"/>
          <p14:tracePt t="244741" x="6946900" y="5441950"/>
          <p14:tracePt t="244773" x="6648450" y="5461000"/>
          <p14:tracePt t="244804" x="6305550" y="5473700"/>
          <p14:tracePt t="244838" x="5695950" y="5441950"/>
          <p14:tracePt t="244871" x="5156200" y="5416550"/>
          <p14:tracePt t="244891" x="4927600" y="5397500"/>
          <p14:tracePt t="244922" x="4559300" y="5365750"/>
          <p14:tracePt t="244954" x="4178300" y="5321300"/>
          <p14:tracePt t="244975" x="3924300" y="5314950"/>
          <p14:tracePt t="245006" x="3549650" y="5283200"/>
          <p14:tracePt t="245022" x="3486150" y="5270500"/>
          <p14:tracePt t="245053" x="3302000" y="5264150"/>
          <p14:tracePt t="245087" x="3206750" y="5264150"/>
          <p14:tracePt t="245120" x="3149600" y="5257800"/>
          <p14:tracePt t="245153" x="3111500" y="5257800"/>
          <p14:tracePt t="245186" x="3092450" y="5270500"/>
          <p14:tracePt t="245208" x="3079750" y="5270500"/>
          <p14:tracePt t="245241" x="3048000" y="5276850"/>
          <p14:tracePt t="245271" x="3009900" y="5283200"/>
          <p14:tracePt t="245303" x="2984500" y="5283200"/>
          <p14:tracePt t="245336" x="2978150" y="5283200"/>
          <p14:tracePt t="245618" x="2749550" y="5308600"/>
          <p14:tracePt t="245652" x="2584450" y="5308600"/>
          <p14:tracePt t="245670" x="2540000" y="5314950"/>
          <p14:tracePt t="245701" x="2368550" y="5334000"/>
          <p14:tracePt t="245734" x="2247900" y="5334000"/>
          <p14:tracePt t="245756" x="2178050" y="5327650"/>
          <p14:tracePt t="245786" x="2101850" y="5334000"/>
          <p14:tracePt t="245821" x="1993900" y="5334000"/>
          <p14:tracePt t="245853" x="1905000" y="5353050"/>
          <p14:tracePt t="245884" x="1828800" y="5365750"/>
          <p14:tracePt t="245904" x="1803400" y="5378450"/>
          <p14:tracePt t="245935" x="1778000" y="5391150"/>
          <p14:tracePt t="246000" x="1771650" y="5397500"/>
          <p14:tracePt t="246021" x="1778000" y="5403850"/>
          <p14:tracePt t="246052" x="1790700" y="5410200"/>
          <p14:tracePt t="246069" x="1803400" y="5410200"/>
          <p14:tracePt t="246100" x="1828800" y="5410200"/>
          <p14:tracePt t="246133" x="2051050" y="5435600"/>
          <p14:tracePt t="246166" x="2362200" y="5473700"/>
          <p14:tracePt t="246200" x="2705100" y="5505450"/>
          <p14:tracePt t="246233" x="2800350" y="5505450"/>
          <p14:tracePt t="246266" x="2870200" y="5486400"/>
          <p14:tracePt t="246287" x="2876550" y="5486400"/>
          <p14:tracePt t="246366" x="2889250" y="5486400"/>
          <p14:tracePt t="246399" x="2901950" y="5486400"/>
          <p14:tracePt t="246418" x="2908300" y="5486400"/>
          <p14:tracePt t="246449" x="2933700" y="5486400"/>
          <p14:tracePt t="246482" x="2990850" y="5486400"/>
          <p14:tracePt t="246515" x="3048000" y="5486400"/>
          <p14:tracePt t="246534" x="3073400" y="5486400"/>
          <p14:tracePt t="246568" x="3124200" y="5518150"/>
          <p14:tracePt t="246600" x="3155950" y="5530850"/>
          <p14:tracePt t="248428" x="3155950" y="5537200"/>
          <p14:tracePt t="248448" x="3155950" y="5549900"/>
          <p14:tracePt t="248477" x="3155950" y="5581650"/>
          <p14:tracePt t="248508" x="3155950" y="5607050"/>
          <p14:tracePt t="248541" x="3155950" y="5613400"/>
          <p14:tracePt t="248575" x="3149600" y="5632450"/>
          <p14:tracePt t="248608" x="3130550" y="5657850"/>
          <p14:tracePt t="248641" x="3117850" y="5670550"/>
          <p14:tracePt t="248662" x="3111500" y="5689600"/>
          <p14:tracePt t="248693" x="3111500" y="5695950"/>
          <p14:tracePt t="248724" x="3105150" y="5702300"/>
          <p14:tracePt t="248757" x="3105150" y="5708650"/>
          <p14:tracePt t="248857" x="3098800" y="5708650"/>
          <p14:tracePt t="248890" x="3092450" y="5708650"/>
          <p14:tracePt t="249239" x="3124200" y="5708650"/>
          <p14:tracePt t="249272" x="3327400" y="5727700"/>
          <p14:tracePt t="249305" x="3429000" y="5746750"/>
          <p14:tracePt t="249339" x="3657600" y="5778500"/>
          <p14:tracePt t="249372" x="3803650" y="5791200"/>
          <p14:tracePt t="249405" x="3892550" y="5791200"/>
          <p14:tracePt t="249424" x="3905250" y="5791200"/>
          <p14:tracePt t="249443" x="3930650" y="5791200"/>
          <p14:tracePt t="249460" x="3937000" y="5791200"/>
          <p14:tracePt t="249571" x="3937000" y="5784850"/>
          <p14:tracePt t="249621" x="3930650" y="5784850"/>
          <p14:tracePt t="249654" x="3917950" y="5772150"/>
          <p14:tracePt t="250521" x="3956050" y="5778500"/>
          <p14:tracePt t="250539" x="3994150" y="5778500"/>
          <p14:tracePt t="250570" x="4064000" y="5778500"/>
          <p14:tracePt t="250601" x="4356100" y="5778500"/>
          <p14:tracePt t="250634" x="4724400" y="5765800"/>
          <p14:tracePt t="250667" x="5232400" y="5740400"/>
          <p14:tracePt t="250701" x="5892800" y="5708650"/>
          <p14:tracePt t="250734" x="6191250" y="5676900"/>
          <p14:tracePt t="250767" x="6369050" y="5657850"/>
          <p14:tracePt t="250803" x="6394450" y="5657850"/>
          <p14:tracePt t="250867" x="6375400" y="5657850"/>
          <p14:tracePt t="250934" x="6356350" y="5664200"/>
          <p14:tracePt t="250967" x="6350000" y="5670550"/>
          <p14:tracePt t="251021" x="6343650" y="5676900"/>
          <p14:tracePt t="251068" x="6350000" y="5676900"/>
          <p14:tracePt t="251101" x="6362700" y="5683250"/>
          <p14:tracePt t="251132" x="6369050" y="5689600"/>
          <p14:tracePt t="251166" x="6388100" y="5702300"/>
          <p14:tracePt t="251199" x="6413500" y="5708650"/>
          <p14:tracePt t="251232" x="6470650" y="5715000"/>
          <p14:tracePt t="251266" x="6508750" y="5721350"/>
          <p14:tracePt t="251287" x="6534150" y="5727700"/>
          <p14:tracePt t="251320" x="6553200" y="5727700"/>
          <p14:tracePt t="251351" x="6565900" y="5727700"/>
          <p14:tracePt t="251399" x="6572250" y="5727700"/>
          <p14:tracePt t="251448" x="6584950" y="5727700"/>
          <p14:tracePt t="251498" x="6604000" y="5727700"/>
          <p14:tracePt t="251531" x="6610350" y="5727700"/>
          <p14:tracePt t="251553" x="6623050" y="5721350"/>
          <p14:tracePt t="251585" x="6686550" y="5715000"/>
          <p14:tracePt t="251616" x="6731000" y="5715000"/>
          <p14:tracePt t="251647" x="6762750" y="5715000"/>
          <p14:tracePt t="251681" x="6781800" y="5715000"/>
          <p14:tracePt t="251747" x="6788150" y="5715000"/>
          <p14:tracePt t="251797" x="6807200" y="5715000"/>
          <p14:tracePt t="251818" x="6819900" y="5715000"/>
          <p14:tracePt t="251849" x="6845300" y="5715000"/>
          <p14:tracePt t="251865" x="6870700" y="5715000"/>
          <p14:tracePt t="251896" x="6965950" y="5715000"/>
          <p14:tracePt t="251930" x="7029450" y="5708650"/>
          <p14:tracePt t="251963" x="7118350" y="5708650"/>
          <p14:tracePt t="251996" x="7162800" y="5708650"/>
          <p14:tracePt t="252015" x="7175500" y="5708650"/>
          <p14:tracePt t="252162" x="7162800" y="5708650"/>
          <p14:tracePt t="252195" x="7156450" y="5708650"/>
          <p14:tracePt t="253109" x="6788150" y="5683250"/>
          <p14:tracePt t="253127" x="6642100" y="5657850"/>
          <p14:tracePt t="253147" x="6203950" y="5581650"/>
          <p14:tracePt t="253177" x="5937250" y="5562600"/>
          <p14:tracePt t="253209" x="5568950" y="5511800"/>
          <p14:tracePt t="253242" x="5372100" y="5499100"/>
          <p14:tracePt t="253275" x="5257800" y="5499100"/>
          <p14:tracePt t="253308" x="5200650" y="5499100"/>
          <p14:tracePt t="253342" x="5162550" y="5505450"/>
          <p14:tracePt t="253375" x="5137150" y="5518150"/>
          <p14:tracePt t="253396" x="5111750" y="5524500"/>
          <p14:tracePt t="253429" x="5060950" y="5537200"/>
          <p14:tracePt t="253460" x="4991100" y="5556250"/>
          <p14:tracePt t="253476" x="4908550" y="5562600"/>
          <p14:tracePt t="253508" x="4800600" y="5581650"/>
          <p14:tracePt t="253541" x="4508500" y="5645150"/>
          <p14:tracePt t="253574" x="4445000" y="5664200"/>
          <p14:tracePt t="255617" x="4114800" y="5759450"/>
          <p14:tracePt t="255650" x="3790950" y="5829300"/>
          <p14:tracePt t="255683" x="3498850" y="5861050"/>
          <p14:tracePt t="255717" x="3238500" y="5880100"/>
          <p14:tracePt t="255750" x="3149600" y="5886450"/>
          <p14:tracePt t="255771" x="3124200" y="5886450"/>
          <p14:tracePt t="255804" x="3105150" y="5886450"/>
          <p14:tracePt t="255835" x="3054350" y="5880100"/>
          <p14:tracePt t="255866" x="3022600" y="5880100"/>
          <p14:tracePt t="255900" x="2952750" y="5880100"/>
          <p14:tracePt t="255932" x="2921000" y="5873750"/>
          <p14:tracePt t="255982" x="2914650" y="5867400"/>
          <p14:tracePt t="256015" x="2914650" y="5861050"/>
          <p14:tracePt t="256037" x="2914650" y="5854700"/>
          <p14:tracePt t="256084" x="2921000" y="5854700"/>
          <p14:tracePt t="256116" x="2933700" y="5848350"/>
          <p14:tracePt t="256182" x="2946400" y="5848350"/>
          <p14:tracePt t="256215" x="2952750" y="5848350"/>
          <p14:tracePt t="256248" x="2959100" y="5848350"/>
          <p14:tracePt t="256281" x="2965450" y="5848350"/>
          <p14:tracePt t="256303" x="2971800" y="5848350"/>
          <p14:tracePt t="256336" x="2990850" y="5848350"/>
          <p14:tracePt t="256398" x="2997200" y="5848350"/>
          <p14:tracePt t="256464" x="3009900" y="5842000"/>
          <p14:tracePt t="256497" x="3022600" y="5842000"/>
          <p14:tracePt t="256530" x="3035300" y="5842000"/>
          <p14:tracePt t="256550" x="3035300" y="5835650"/>
          <p14:tracePt t="256600" x="3041650" y="5829300"/>
          <p14:tracePt t="256647" x="3048000" y="5829300"/>
          <p14:tracePt t="256680" x="3054350" y="5822950"/>
          <p14:tracePt t="256713" x="3067050" y="5822950"/>
          <p14:tracePt t="256747" x="3079750" y="5816600"/>
          <p14:tracePt t="256796" x="3117850" y="5816600"/>
          <p14:tracePt t="256818" x="3162300" y="5816600"/>
          <p14:tracePt t="256851" x="3232150" y="5810250"/>
          <p14:tracePt t="256881" x="3460750" y="5810250"/>
          <p14:tracePt t="256913" x="3632200" y="5810250"/>
          <p14:tracePt t="256946" x="3740150" y="5810250"/>
          <p14:tracePt t="256979" x="3797300" y="5816600"/>
          <p14:tracePt t="257012" x="3816350" y="5816600"/>
          <p14:tracePt t="257096" x="3822700" y="5816600"/>
          <p14:tracePt t="257131" x="3829050" y="5822950"/>
          <p14:tracePt t="257228" x="3835400" y="5822950"/>
          <p14:tracePt t="257278" x="3848100" y="5829300"/>
          <p14:tracePt t="257311" x="3867150" y="5835650"/>
          <p14:tracePt t="257345" x="3905250" y="5835650"/>
          <p14:tracePt t="257366" x="3943350" y="5835650"/>
          <p14:tracePt t="257396" x="4032250" y="5835650"/>
          <p14:tracePt t="257427" x="4108450" y="5835650"/>
          <p14:tracePt t="257461" x="4152900" y="5842000"/>
          <p14:tracePt t="257494" x="4165600" y="5848350"/>
          <p14:tracePt t="258740" x="4279900" y="5873750"/>
          <p14:tracePt t="258773" x="4705350" y="5899150"/>
          <p14:tracePt t="258806" x="4940300" y="5899150"/>
          <p14:tracePt t="258839" x="5435600" y="5861050"/>
          <p14:tracePt t="258872" x="5632450" y="5861050"/>
          <p14:tracePt t="258905" x="5721350" y="5861050"/>
          <p14:tracePt t="258924" x="5740400" y="5861050"/>
          <p14:tracePt t="258943" x="5765800" y="5861050"/>
          <p14:tracePt t="258974" x="5778500" y="5861050"/>
          <p14:tracePt t="259022" x="5791200" y="5861050"/>
          <p14:tracePt t="259055" x="5816600" y="5861050"/>
          <p14:tracePt t="259090" x="5848350" y="5854700"/>
          <p14:tracePt t="259121" x="5924550" y="5829300"/>
          <p14:tracePt t="259155" x="6007100" y="5816600"/>
          <p14:tracePt t="259188" x="6165850" y="5797550"/>
          <p14:tracePt t="259209" x="6305550" y="5778500"/>
          <p14:tracePt t="259240" x="6464300" y="5759450"/>
          <p14:tracePt t="259271" x="6597650" y="5727700"/>
          <p14:tracePt t="259304" x="6642100" y="5715000"/>
          <p14:tracePt t="259337" x="6648450" y="5715000"/>
          <p14:tracePt t="259454" x="6648450" y="5721350"/>
          <p14:tracePt t="259952" x="6680200" y="5721350"/>
          <p14:tracePt t="259988" x="6718300" y="5721350"/>
          <p14:tracePt t="260021" x="6788150" y="5721350"/>
          <p14:tracePt t="260052" x="6985000" y="5740400"/>
          <p14:tracePt t="260073" x="7137400" y="5753100"/>
          <p14:tracePt t="260106" x="7308850" y="5772150"/>
          <p14:tracePt t="260123" x="7334250" y="5778500"/>
          <p14:tracePt t="260153" x="7378700" y="5784850"/>
          <p14:tracePt t="260201" x="7404100" y="5797550"/>
          <p14:tracePt t="260268" x="7404100" y="5803900"/>
          <p14:tracePt t="260417" x="7397750" y="5803900"/>
          <p14:tracePt t="260799" x="7391400" y="5803900"/>
          <p14:tracePt t="260868" x="7391400" y="5797550"/>
          <p14:tracePt t="260948" x="7385050" y="5791200"/>
          <p14:tracePt t="260970" x="7378700" y="5784850"/>
          <p14:tracePt t="261015" x="7372350" y="5784850"/>
          <p14:tracePt t="261048" x="7366000" y="5772150"/>
          <p14:tracePt t="261098" x="7353300" y="5765800"/>
          <p14:tracePt t="261131" x="7264400" y="5715000"/>
          <p14:tracePt t="261164" x="6858000" y="5492750"/>
          <p14:tracePt t="261198" x="6242050" y="5175250"/>
          <p14:tracePt t="261231" x="5441950" y="4826000"/>
          <p14:tracePt t="261264" x="5181600" y="4724400"/>
          <p14:tracePt t="261297" x="4838700" y="4622800"/>
          <p14:tracePt t="261331" x="4705350" y="4584700"/>
          <p14:tracePt t="261364" x="4629150" y="4572000"/>
          <p14:tracePt t="261397" x="4597400" y="4572000"/>
          <p14:tracePt t="261430" x="4584700" y="4572000"/>
          <p14:tracePt t="261563" x="4584700" y="4578350"/>
          <p14:tracePt t="261663" x="4591050" y="4584700"/>
          <p14:tracePt t="261696" x="4603750" y="4591050"/>
          <p14:tracePt t="261729" x="4610100" y="4597400"/>
          <p14:tracePt t="261762" x="4616450" y="4597400"/>
          <p14:tracePt t="261796" x="4622800" y="4597400"/>
          <p14:tracePt t="261845" x="4635500" y="4597400"/>
          <p14:tracePt t="261879" x="4654550" y="4597400"/>
          <p14:tracePt t="261912" x="4724400" y="4597400"/>
          <p14:tracePt t="261945" x="4902200" y="4591050"/>
          <p14:tracePt t="261978" x="5251450" y="4572000"/>
          <p14:tracePt t="262012" x="5429250" y="4565650"/>
          <p14:tracePt t="262045" x="5499100" y="4565650"/>
          <p14:tracePt t="262063" x="5505450" y="4565650"/>
          <p14:tracePt t="262112" x="5486400" y="4565650"/>
          <p14:tracePt t="262144" x="5454650" y="4565650"/>
          <p14:tracePt t="262178" x="5429250" y="4565650"/>
          <p14:tracePt t="262211" x="5327650" y="4559300"/>
          <p14:tracePt t="262244" x="5168900" y="4552950"/>
          <p14:tracePt t="262277" x="4933950" y="4546600"/>
          <p14:tracePt t="262310" x="4819650" y="4552950"/>
          <p14:tracePt t="262343" x="4737100" y="4565650"/>
          <p14:tracePt t="262377" x="4686300" y="4572000"/>
          <p14:tracePt t="262427" x="4667250" y="4578350"/>
          <p14:tracePt t="262942" x="4292600" y="4591050"/>
          <p14:tracePt t="262975" x="3867150" y="4610100"/>
          <p14:tracePt t="263008" x="3378200" y="4641850"/>
          <p14:tracePt t="263041" x="3181350" y="4660900"/>
          <p14:tracePt t="263075" x="2952750" y="4718050"/>
          <p14:tracePt t="263110" x="2870200" y="4730750"/>
          <p14:tracePt t="263143" x="2800350" y="4749800"/>
          <p14:tracePt t="263174" x="2755900" y="4756150"/>
          <p14:tracePt t="263210" x="2692400" y="4762500"/>
          <p14:tracePt t="263243" x="2603500" y="4762500"/>
          <p14:tracePt t="263274" x="2514600" y="4749800"/>
          <p14:tracePt t="263310" x="2362200" y="4718050"/>
          <p14:tracePt t="263342" x="2241550" y="4699000"/>
          <p14:tracePt t="263374" x="2089150" y="4660900"/>
          <p14:tracePt t="263409" x="1987550" y="4635500"/>
          <p14:tracePt t="263442" x="1974850" y="4635500"/>
          <p14:tracePt t="263506" x="1993900" y="4635500"/>
          <p14:tracePt t="263542" x="2063750" y="4635500"/>
          <p14:tracePt t="263575" x="2139950" y="4635500"/>
          <p14:tracePt t="263622" x="2247900" y="4635500"/>
          <p14:tracePt t="263658" x="2266950" y="4635500"/>
          <p14:tracePt t="263689" x="2279650" y="4635500"/>
          <p14:tracePt t="263773" x="2279650" y="4616450"/>
          <p14:tracePt t="263805" x="2273300" y="4603750"/>
          <p14:tracePt t="263827" x="2266950" y="4603750"/>
          <p14:tracePt t="263857" x="2247900" y="4572000"/>
          <p14:tracePt t="263905" x="2108200" y="4432300"/>
          <p14:tracePt t="263926" x="2019300" y="4349750"/>
          <p14:tracePt t="263957" x="1892300" y="4229100"/>
          <p14:tracePt t="263988" x="1784350" y="4133850"/>
          <p14:tracePt t="264021" x="1714500" y="4038600"/>
          <p14:tracePt t="264043" x="1695450" y="4006850"/>
          <p14:tracePt t="264073" x="1695450" y="3987800"/>
          <p14:tracePt t="264121" x="1695450" y="3956050"/>
          <p14:tracePt t="264142" x="1701800" y="3949700"/>
          <p14:tracePt t="264175" x="1720850" y="3924300"/>
          <p14:tracePt t="264206" x="1733550" y="3911600"/>
          <p14:tracePt t="264237" x="1752600" y="3905250"/>
          <p14:tracePt t="264259" x="1771650" y="3905250"/>
          <p14:tracePt t="264303" x="1835150" y="3911600"/>
          <p14:tracePt t="264337" x="1892300" y="3930650"/>
          <p14:tracePt t="264358" x="1905000" y="3930650"/>
          <p14:tracePt t="264388" x="1917700" y="3937000"/>
          <p14:tracePt t="264420" x="1943100" y="3937000"/>
          <p14:tracePt t="264453" x="2019300" y="3917950"/>
          <p14:tracePt t="264475" x="2279650" y="3879850"/>
          <p14:tracePt t="264520" x="2901950" y="3810000"/>
          <p14:tracePt t="264553" x="3575050" y="3816350"/>
          <p14:tracePt t="264575" x="3810000" y="3829050"/>
          <p14:tracePt t="264620" x="4159250" y="3848100"/>
          <p14:tracePt t="264655" x="4305300" y="3860800"/>
          <p14:tracePt t="264686" x="4343400" y="3873500"/>
          <p14:tracePt t="264719" x="4330700" y="3879850"/>
          <p14:tracePt t="264752" x="4305300" y="3879850"/>
          <p14:tracePt t="264786" x="4114800" y="3822700"/>
          <p14:tracePt t="264818" x="3771900" y="3695700"/>
          <p14:tracePt t="264852" x="3390900" y="3556000"/>
          <p14:tracePt t="264885" x="3003550" y="3409950"/>
          <p14:tracePt t="264918" x="2863850" y="3352800"/>
          <p14:tracePt t="264951" x="2832100" y="3340100"/>
          <p14:tracePt t="265001" x="2857500" y="3352800"/>
          <p14:tracePt t="265034" x="2927350" y="3359150"/>
          <p14:tracePt t="265068" x="3092450" y="3384550"/>
          <p14:tracePt t="265101" x="3467100" y="3517900"/>
          <p14:tracePt t="265120" x="3956050" y="3714750"/>
          <p14:tracePt t="265151" x="4679950" y="4006850"/>
          <p14:tracePt t="265184" x="5213350" y="4222750"/>
          <p14:tracePt t="265202" x="5314950" y="4267200"/>
          <p14:tracePt t="265234" x="5568950" y="4400550"/>
          <p14:tracePt t="265267" x="5638800" y="4438650"/>
          <p14:tracePt t="265300" x="5727700" y="4489450"/>
          <p14:tracePt t="265333" x="5765800" y="4508500"/>
          <p14:tracePt t="265367" x="5791200" y="4514850"/>
          <p14:tracePt t="265417" x="5765800" y="4489450"/>
          <p14:tracePt t="265450" x="5695950" y="4432300"/>
          <p14:tracePt t="265483" x="5441950" y="4286250"/>
          <p14:tracePt t="265517" x="4933950" y="3962400"/>
          <p14:tracePt t="265549" x="4610100" y="3771900"/>
          <p14:tracePt t="265568" x="4508500" y="3702050"/>
          <p14:tracePt t="265599" x="4216400" y="3556000"/>
          <p14:tracePt t="265619" x="4184650" y="3530600"/>
          <p14:tracePt t="265651" x="4133850" y="3505200"/>
          <p14:tracePt t="265682" x="4121150" y="3498850"/>
          <p14:tracePt t="265748" x="4114800" y="3498850"/>
          <p14:tracePt t="265782" x="4114800" y="3505200"/>
          <p14:tracePt t="265865" x="4108450" y="3505200"/>
          <p14:tracePt t="265898" x="4095750" y="3505200"/>
          <p14:tracePt t="265948" x="4108450" y="3492500"/>
          <p14:tracePt t="265981" x="4171950" y="3479800"/>
          <p14:tracePt t="266014" x="4356100" y="3467100"/>
          <p14:tracePt t="266048" x="4711700" y="3416300"/>
          <p14:tracePt t="266066" x="4768850" y="3403600"/>
          <p14:tracePt t="266098" x="4838700" y="3403600"/>
          <p14:tracePt t="266132" x="4826000" y="3403600"/>
          <p14:tracePt t="266164" x="4673600" y="3403600"/>
          <p14:tracePt t="266197" x="4432300" y="3429000"/>
          <p14:tracePt t="266231" x="4108450" y="3460750"/>
          <p14:tracePt t="266249" x="4044950" y="3460750"/>
          <p14:tracePt t="266280" x="3898900" y="3460750"/>
          <p14:tracePt t="266313" x="3886200" y="3460750"/>
          <p14:tracePt t="266347" x="3911600" y="3467100"/>
          <p14:tracePt t="266380" x="4038600" y="3441700"/>
          <p14:tracePt t="266413" x="4178300" y="3416300"/>
          <p14:tracePt t="266432" x="4248150" y="3403600"/>
          <p14:tracePt t="266463" x="4311650" y="3390900"/>
          <p14:tracePt t="266513" x="4279900" y="3397250"/>
          <p14:tracePt t="266546" x="4235450" y="3409950"/>
          <p14:tracePt t="266579" x="4108450" y="3448050"/>
          <p14:tracePt t="266615" x="3695700" y="3517900"/>
          <p14:tracePt t="266630" x="3581400" y="3530600"/>
          <p14:tracePt t="266664" x="3175000" y="3568700"/>
          <p14:tracePt t="266684" x="2978150" y="3600450"/>
          <p14:tracePt t="266714" x="2755900" y="3644900"/>
          <p14:tracePt t="266745" x="2609850" y="3676650"/>
          <p14:tracePt t="266779" x="2457450" y="3689350"/>
          <p14:tracePt t="266800" x="2400300" y="3689350"/>
          <p14:tracePt t="266816" x="2381250" y="3689350"/>
          <p14:tracePt t="266847" x="2298700" y="3695700"/>
          <p14:tracePt t="266878" x="2222500" y="3695700"/>
          <p14:tracePt t="266900" x="2146300" y="3695700"/>
          <p14:tracePt t="266930" x="2095500" y="3695700"/>
          <p14:tracePt t="266961" x="2019300" y="3702050"/>
          <p14:tracePt t="266980" x="2006600" y="3714750"/>
          <p14:tracePt t="267027" x="1974850" y="3714750"/>
          <p14:tracePt t="267061" x="1968500" y="3727450"/>
          <p14:tracePt t="267127" x="1968500" y="3733800"/>
          <p14:tracePt t="267163" x="1968500" y="3740150"/>
          <p14:tracePt t="267243" x="1974850" y="3740150"/>
          <p14:tracePt t="267310" x="1981200" y="3746500"/>
          <p14:tracePt t="267362" x="1987550" y="3746500"/>
          <p14:tracePt t="267426" x="1993900" y="3746500"/>
          <p14:tracePt t="267479" x="2000250" y="3746500"/>
          <p14:tracePt t="267542" x="2000250" y="3752850"/>
          <p14:tracePt t="267564" x="2006600" y="3752850"/>
          <p14:tracePt t="267609" x="2012950" y="3759200"/>
          <p14:tracePt t="267642" x="2019300" y="3765550"/>
          <p14:tracePt t="267662" x="2025650" y="3765550"/>
          <p14:tracePt t="267680" x="2032000" y="3765550"/>
          <p14:tracePt t="267725" x="2038350" y="3765550"/>
          <p14:tracePt t="267775" x="2051050" y="3765550"/>
          <p14:tracePt t="267825" x="2057400" y="3765550"/>
          <p14:tracePt t="267858" x="2063750" y="3765550"/>
          <p14:tracePt t="268107" x="2095500" y="3765550"/>
          <p14:tracePt t="268140" x="2139950" y="3765550"/>
          <p14:tracePt t="268173" x="2368550" y="3816350"/>
          <p14:tracePt t="268207" x="3219450" y="3949700"/>
          <p14:tracePt t="268240" x="4216400" y="4095750"/>
          <p14:tracePt t="268273" x="5264150" y="4248150"/>
          <p14:tracePt t="268306" x="6045200" y="4400550"/>
          <p14:tracePt t="268340" x="6673850" y="4483100"/>
          <p14:tracePt t="268373" x="6921500" y="4521200"/>
          <p14:tracePt t="268406" x="7042150" y="4527550"/>
          <p14:tracePt t="268439" x="7112000" y="4546600"/>
          <p14:tracePt t="268473" x="7143750" y="4546600"/>
          <p14:tracePt t="268507" x="7175500" y="4533900"/>
          <p14:tracePt t="268524" x="7181850" y="4533900"/>
          <p14:tracePt t="268556" x="7219950" y="4527550"/>
          <p14:tracePt t="268574" x="7232650" y="4521200"/>
          <p14:tracePt t="268606" x="7264400" y="4508500"/>
          <p14:tracePt t="268639" x="7270750" y="4502150"/>
          <p14:tracePt t="268672" x="7277100" y="4470400"/>
          <p14:tracePt t="268691" x="7270750" y="4464050"/>
          <p14:tracePt t="268723" x="7264400" y="4438650"/>
          <p14:tracePt t="268755" x="7251700" y="4413250"/>
          <p14:tracePt t="268788" x="7245350" y="4387850"/>
          <p14:tracePt t="268821" x="7232650" y="4368800"/>
          <p14:tracePt t="268855" x="7226300" y="4349750"/>
          <p14:tracePt t="268888" x="7219950" y="4343400"/>
          <p14:tracePt t="268954" x="7213600" y="4349750"/>
          <p14:tracePt t="268987" x="7213600" y="4362450"/>
          <p14:tracePt t="269021" x="7194550" y="4368800"/>
          <p14:tracePt t="269054" x="7156450" y="4387850"/>
          <p14:tracePt t="269087" x="7073900" y="4432300"/>
          <p14:tracePt t="269120" x="6934200" y="4489450"/>
          <p14:tracePt t="269154" x="6877050" y="4533900"/>
          <p14:tracePt t="269187" x="6851650" y="4565650"/>
          <p14:tracePt t="269206" x="6851650" y="4578350"/>
          <p14:tracePt t="269237" x="6851650" y="4610100"/>
          <p14:tracePt t="269255" x="6858000" y="4616450"/>
          <p14:tracePt t="269286" x="6883400" y="4629150"/>
          <p14:tracePt t="269320" x="6896100" y="4641850"/>
          <p14:tracePt t="269353" x="6908800" y="4660900"/>
          <p14:tracePt t="269386" x="6915150" y="4660900"/>
          <p14:tracePt t="269436" x="6921500" y="4660900"/>
          <p14:tracePt t="269536" x="6940550" y="4660900"/>
          <p14:tracePt t="269569" x="6965950" y="4660900"/>
          <p14:tracePt t="269604" x="7067550" y="4641850"/>
          <p14:tracePt t="269637" x="7213600" y="4622800"/>
          <p14:tracePt t="269668" x="7397750" y="4597400"/>
          <p14:tracePt t="269702" x="7569200" y="4578350"/>
          <p14:tracePt t="269722" x="7594600" y="4578350"/>
          <p14:tracePt t="269753" x="7626350" y="4572000"/>
          <p14:tracePt t="269788" x="7607300" y="4572000"/>
          <p14:tracePt t="269820" x="7575550" y="4572000"/>
          <p14:tracePt t="269851" x="7499350" y="4572000"/>
          <p14:tracePt t="269884" x="7131050" y="4552950"/>
          <p14:tracePt t="269920" x="6705600" y="4527550"/>
          <p14:tracePt t="269952" x="6286500" y="4495800"/>
          <p14:tracePt t="269984" x="5867400" y="4476750"/>
          <p14:tracePt t="270021" x="5619750" y="4489450"/>
          <p14:tracePt t="270052" x="5454650" y="4502150"/>
          <p14:tracePt t="270069" x="5435600" y="4514850"/>
          <p14:tracePt t="270089" x="5391150" y="4521200"/>
          <p14:tracePt t="270119" x="5321300" y="4527550"/>
          <p14:tracePt t="270150" x="5245100" y="4533900"/>
          <p14:tracePt t="270169" x="5194300" y="4540250"/>
          <p14:tracePt t="270217" x="5111750" y="4559300"/>
          <p14:tracePt t="270250" x="5073650" y="4559300"/>
          <p14:tracePt t="270283" x="5067300" y="4559300"/>
          <p14:tracePt t="270304" x="5060950" y="4565650"/>
          <p14:tracePt t="270352" x="5099050" y="4565650"/>
          <p14:tracePt t="270385" x="5213350" y="4552950"/>
          <p14:tracePt t="270433" x="5302250" y="4540250"/>
          <p14:tracePt t="270483" x="5245100" y="4540250"/>
          <p14:tracePt t="270532" x="4984750" y="4565650"/>
          <p14:tracePt t="270569" x="4686300" y="4572000"/>
          <p14:tracePt t="270600" x="4483100" y="4578350"/>
          <p14:tracePt t="270648" x="4305300" y="4578350"/>
          <p14:tracePt t="270684" x="4267200" y="4578350"/>
          <p14:tracePt t="270717" x="4241800" y="4578350"/>
          <p14:tracePt t="270738" x="4229100" y="4578350"/>
          <p14:tracePt t="270767" x="4178300" y="4591050"/>
          <p14:tracePt t="270798" x="4159250" y="4591050"/>
          <p14:tracePt t="271114" x="3511550" y="4616450"/>
          <p14:tracePt t="271147" x="2851150" y="4660900"/>
          <p14:tracePt t="271168" x="2584450" y="4660900"/>
          <p14:tracePt t="271213" x="2139950" y="4673600"/>
          <p14:tracePt t="271246" x="1873250" y="4660900"/>
          <p14:tracePt t="271280" x="1720850" y="4648200"/>
          <p14:tracePt t="271313" x="1676400" y="4641850"/>
          <p14:tracePt t="271346" x="1663700" y="4635500"/>
          <p14:tracePt t="271396" x="1670050" y="4635500"/>
          <p14:tracePt t="271429" x="1689100" y="4629150"/>
          <p14:tracePt t="271479" x="1695450" y="4616450"/>
          <p14:tracePt t="271512" x="1701800" y="4616450"/>
          <p14:tracePt t="271562" x="1708150" y="4616450"/>
          <p14:tracePt t="271628" x="1708150" y="4622800"/>
          <p14:tracePt t="271678" x="1701800" y="4629150"/>
          <p14:tracePt t="271746" x="1695450" y="4629150"/>
          <p14:tracePt t="271828" x="1689100" y="4622800"/>
          <p14:tracePt t="271861" x="1682750" y="4610100"/>
          <p14:tracePt t="271894" x="1676400" y="4591050"/>
          <p14:tracePt t="271994" x="1727200" y="4610100"/>
          <p14:tracePt t="272028" x="1841500" y="4679950"/>
          <p14:tracePt t="272060" x="2012950" y="4813300"/>
          <p14:tracePt t="272093" x="2082800" y="4876800"/>
          <p14:tracePt t="272112" x="2101850" y="4895850"/>
          <p14:tracePt t="272144" x="2108200" y="4914900"/>
          <p14:tracePt t="272326" x="2114550" y="4908550"/>
          <p14:tracePt t="272376" x="2120900" y="4902200"/>
          <p14:tracePt t="272409" x="2139950" y="4889500"/>
          <p14:tracePt t="272428" x="2139950" y="4876800"/>
          <p14:tracePt t="272459" x="2203450" y="4768850"/>
          <p14:tracePt t="272492" x="2228850" y="4660900"/>
          <p14:tracePt t="272511" x="2254250" y="4540250"/>
          <p14:tracePt t="272542" x="2286000" y="4330700"/>
          <p14:tracePt t="272576" x="2247900" y="4070350"/>
          <p14:tracePt t="272611" x="2190750" y="3892550"/>
          <p14:tracePt t="272645" x="2133600" y="3765550"/>
          <p14:tracePt t="272675" x="2101850" y="3714750"/>
          <p14:tracePt t="272696" x="2089150" y="3683000"/>
          <p14:tracePt t="272726" x="2063750" y="3644900"/>
          <p14:tracePt t="272758" x="2051050" y="3619500"/>
          <p14:tracePt t="272793" x="2044700" y="3594100"/>
          <p14:tracePt t="272827" x="2038350" y="3575050"/>
          <p14:tracePt t="272874" x="2038350" y="3562350"/>
          <p14:tracePt t="272943" x="2038350" y="3556000"/>
          <p14:tracePt t="272990" x="2038350" y="3562350"/>
          <p14:tracePt t="273011" x="2044700" y="3568700"/>
          <p14:tracePt t="273057" x="2051050" y="3581400"/>
          <p14:tracePt t="273090" x="2057400" y="3587750"/>
          <p14:tracePt t="273140" x="2254250" y="3619500"/>
          <p14:tracePt t="273173" x="2482850" y="3638550"/>
          <p14:tracePt t="273206" x="3041650" y="3676650"/>
          <p14:tracePt t="273228" x="3467100" y="3689350"/>
          <p14:tracePt t="273258" x="3803650" y="3689350"/>
          <p14:tracePt t="273275" x="4032250" y="3670300"/>
          <p14:tracePt t="273323" x="4260850" y="3625850"/>
          <p14:tracePt t="273360" x="4311650" y="3594100"/>
          <p14:tracePt t="273391" x="4318000" y="3581400"/>
          <p14:tracePt t="273439" x="4311650" y="3575050"/>
          <p14:tracePt t="273474" x="4279900" y="3575050"/>
          <p14:tracePt t="273522" x="4216400" y="3587750"/>
          <p14:tracePt t="273543" x="4070350" y="3606800"/>
          <p14:tracePt t="273573" x="3784600" y="3651250"/>
          <p14:tracePt t="273621" x="2698750" y="3797300"/>
          <p14:tracePt t="273643" x="2438400" y="3841750"/>
          <p14:tracePt t="273676" x="2165350" y="3879850"/>
          <p14:tracePt t="273706" x="2101850" y="3879850"/>
          <p14:tracePt t="273738" x="2044700" y="3886200"/>
          <p14:tracePt t="273788" x="2032000" y="3886200"/>
          <p14:tracePt t="273838" x="2006600" y="3886200"/>
          <p14:tracePt t="273891" x="1987550" y="3886200"/>
          <p14:tracePt t="273922" x="1968500" y="3886200"/>
          <p14:tracePt t="274003" x="1962150" y="3886200"/>
          <p14:tracePt t="274053" x="1962150" y="3879850"/>
          <p14:tracePt t="274075" x="1962150" y="3867150"/>
          <p14:tracePt t="274120" x="1962150" y="3860800"/>
          <p14:tracePt t="274153" x="1962150" y="3854450"/>
          <p14:tracePt t="274186" x="1962150" y="3848100"/>
          <p14:tracePt t="274236" x="1974850" y="3841750"/>
          <p14:tracePt t="274286" x="1981200" y="3841750"/>
          <p14:tracePt t="274305" x="1987550" y="3841750"/>
          <p14:tracePt t="274335" x="1987550" y="3848100"/>
          <p14:tracePt t="274369" x="1993900" y="3860800"/>
          <p14:tracePt t="274402" x="1993900" y="3873500"/>
          <p14:tracePt t="274435" x="1993900" y="3879850"/>
          <p14:tracePt t="274502" x="2000250" y="3879850"/>
          <p14:tracePt t="274551" x="2000250" y="3886200"/>
          <p14:tracePt t="274585" x="2000250" y="3892550"/>
          <p14:tracePt t="274618" x="2000250" y="3917950"/>
          <p14:tracePt t="274651" x="2025650" y="4006850"/>
          <p14:tracePt t="274684" x="2070100" y="4197350"/>
          <p14:tracePt t="274718" x="2139950" y="4432300"/>
          <p14:tracePt t="274751" x="2197100" y="4711700"/>
          <p14:tracePt t="274784" x="2209800" y="4800600"/>
          <p14:tracePt t="274817" x="2209800" y="4838700"/>
          <p14:tracePt t="274852" x="2209800" y="4857750"/>
          <p14:tracePt t="275498" x="2216150" y="4864100"/>
          <p14:tracePt t="275581" x="2222500" y="4864100"/>
          <p14:tracePt t="275631" x="2222500" y="4870450"/>
          <p14:tracePt t="275681" x="2228850" y="4876800"/>
          <p14:tracePt t="275714" x="2235200" y="4876800"/>
          <p14:tracePt t="275748" x="2241550" y="4883150"/>
          <p14:tracePt t="275781" x="2266950" y="4895850"/>
          <p14:tracePt t="275799" x="2279650" y="4902200"/>
          <p14:tracePt t="275831" x="2387600" y="4953000"/>
          <p14:tracePt t="275865" x="2774950" y="5162550"/>
          <p14:tracePt t="275897" x="3289300" y="5416550"/>
          <p14:tracePt t="275930" x="3905250" y="5638800"/>
          <p14:tracePt t="275963" x="4629150" y="5886450"/>
          <p14:tracePt t="275982" x="4762500" y="5930900"/>
          <p14:tracePt t="276016" x="5200650" y="6070600"/>
          <p14:tracePt t="276049" x="5403850" y="6127750"/>
          <p14:tracePt t="276080" x="5467350" y="6165850"/>
          <p14:tracePt t="276115" x="5499100" y="6184900"/>
          <p14:tracePt t="276148" x="5499100" y="6191250"/>
          <p14:tracePt t="276179" x="5492750" y="6191250"/>
          <p14:tracePt t="276215" x="5480050" y="6191250"/>
          <p14:tracePt t="276262" x="5473700" y="6191250"/>
          <p14:tracePt t="276296" x="5473700" y="6184900"/>
          <p14:tracePt t="276346" x="5473700" y="6178550"/>
          <p14:tracePt t="276396" x="5467350" y="6159500"/>
          <p14:tracePt t="277990" x="5270500" y="6108700"/>
          <p14:tracePt t="278023" x="4997450" y="6038850"/>
          <p14:tracePt t="278056" x="4730750" y="5962650"/>
          <p14:tracePt t="278089" x="4419600" y="5861050"/>
          <p14:tracePt t="278123" x="3956050" y="5727700"/>
          <p14:tracePt t="278156" x="3575050" y="5638800"/>
          <p14:tracePt t="278189" x="2908300" y="5467350"/>
          <p14:tracePt t="278222" x="2152650" y="5295900"/>
          <p14:tracePt t="278255" x="1930400" y="5283200"/>
          <p14:tracePt t="278289" x="1625600" y="5264150"/>
          <p14:tracePt t="278322" x="1333500" y="5276850"/>
          <p14:tracePt t="278342" x="1212850" y="5302250"/>
          <p14:tracePt t="278372" x="1098550" y="5340350"/>
          <p14:tracePt t="278405" x="939800" y="5378450"/>
          <p14:tracePt t="278438" x="844550" y="5403850"/>
          <p14:tracePt t="278471" x="768350" y="5435600"/>
          <p14:tracePt t="278505" x="730250" y="5454650"/>
          <p14:tracePt t="278538" x="730250" y="5473700"/>
          <p14:tracePt t="278571" x="730250" y="5480050"/>
          <p14:tracePt t="278604" x="730250" y="5499100"/>
          <p14:tracePt t="278637" x="749300" y="5549900"/>
          <p14:tracePt t="278671" x="831850" y="5695950"/>
          <p14:tracePt t="278704" x="889000" y="5778500"/>
          <p14:tracePt t="278737" x="958850" y="5854700"/>
          <p14:tracePt t="278770" x="990600" y="5867400"/>
          <p14:tracePt t="278804" x="1047750" y="5867400"/>
          <p14:tracePt t="278822" x="1073150" y="5867400"/>
          <p14:tracePt t="278854" x="1270000" y="5848350"/>
          <p14:tracePt t="278888" x="1466850" y="5835650"/>
          <p14:tracePt t="278920" x="1676400" y="5803900"/>
          <p14:tracePt t="278953" x="1854200" y="5784850"/>
          <p14:tracePt t="278986" x="1898650" y="5778500"/>
          <p14:tracePt t="279005" x="1905000" y="5778500"/>
          <p14:tracePt t="279036" x="1917700" y="5778500"/>
          <p14:tracePt t="279070" x="1924050" y="5791200"/>
          <p14:tracePt t="279102" x="1943100" y="5803900"/>
          <p14:tracePt t="279136" x="1981200" y="5816600"/>
          <p14:tracePt t="279169" x="2019300" y="5816600"/>
          <p14:tracePt t="279202" x="2114550" y="5835650"/>
          <p14:tracePt t="279235" x="2400300" y="5854700"/>
          <p14:tracePt t="279269" x="2768600" y="5854700"/>
          <p14:tracePt t="279302" x="3155950" y="5854700"/>
          <p14:tracePt t="279320" x="3397250" y="5861050"/>
          <p14:tracePt t="279352" x="3683000" y="5873750"/>
          <p14:tracePt t="279371" x="3721100" y="5873750"/>
          <p14:tracePt t="279401" x="3797300" y="5873750"/>
          <p14:tracePt t="279437" x="3854450" y="5873750"/>
          <p14:tracePt t="279470" x="3892550" y="5873750"/>
          <p14:tracePt t="279501" x="3937000" y="5861050"/>
          <p14:tracePt t="279537" x="4038600" y="5822950"/>
          <p14:tracePt t="279569" x="4121150" y="5765800"/>
          <p14:tracePt t="279601" x="4178300" y="5727700"/>
          <p14:tracePt t="279637" x="4248150" y="5657850"/>
          <p14:tracePt t="279669" x="4279900" y="5600700"/>
          <p14:tracePt t="279701" x="4292600" y="5562600"/>
          <p14:tracePt t="279736" x="4298950" y="5549900"/>
          <p14:tracePt t="279769" x="4298950" y="5537200"/>
          <p14:tracePt t="279817" x="4273550" y="5511800"/>
          <p14:tracePt t="282391" x="4095750" y="5600700"/>
          <p14:tracePt t="282425" x="3867150" y="5734050"/>
          <p14:tracePt t="282458" x="3702050" y="5854700"/>
          <p14:tracePt t="282491" x="3562350" y="5988050"/>
          <p14:tracePt t="282524" x="3397250" y="6184900"/>
          <p14:tracePt t="282557" x="3308350" y="6292850"/>
          <p14:tracePt t="282590" x="3232150" y="6407150"/>
          <p14:tracePt t="282624" x="3168650" y="6502400"/>
          <p14:tracePt t="282657" x="3149600" y="6534150"/>
          <p14:tracePt t="282690" x="3143250" y="6534150"/>
          <p14:tracePt t="282740" x="3155950" y="6534150"/>
          <p14:tracePt t="282773" x="3162300" y="6521450"/>
          <p14:tracePt t="282806" x="3181350" y="6502400"/>
          <p14:tracePt t="282840" x="3187700" y="6483350"/>
          <p14:tracePt t="282873" x="3187700" y="6470650"/>
          <p14:tracePt t="282906" x="3194050" y="6464300"/>
          <p14:tracePt t="282926" x="3194050" y="6457950"/>
          <p14:tracePt t="282973" x="3194050" y="6445250"/>
          <p14:tracePt t="283006" x="3194050" y="6432550"/>
          <p14:tracePt t="283072" x="3194050" y="6426200"/>
          <p14:tracePt t="283125" x="3194050" y="6413500"/>
          <p14:tracePt t="283157" x="3194050" y="6407150"/>
          <p14:tracePt t="283189" x="3194050" y="6400800"/>
          <p14:tracePt t="283271" x="3200400" y="6400800"/>
          <p14:tracePt t="283338" x="3213100" y="6400800"/>
          <p14:tracePt t="283374" x="3225800" y="6407150"/>
          <p14:tracePt t="283438" x="3282950" y="6407150"/>
          <p14:tracePt t="283473" x="3359150" y="6419850"/>
          <p14:tracePt t="283506" x="3517900" y="6432550"/>
          <p14:tracePt t="283554" x="3657600" y="6438900"/>
          <p14:tracePt t="283572" x="3714750" y="6445250"/>
          <p14:tracePt t="283604" x="3771900" y="6457950"/>
          <p14:tracePt t="283654" x="3803650" y="6470650"/>
          <p14:tracePt t="283836" x="3790950" y="6470650"/>
          <p14:tracePt t="284667" x="3829050" y="6464300"/>
          <p14:tracePt t="284700" x="3879850" y="6451600"/>
          <p14:tracePt t="284733" x="3943350" y="6426200"/>
          <p14:tracePt t="284766" x="4032250" y="6381750"/>
          <p14:tracePt t="284799" x="4152900" y="6337300"/>
          <p14:tracePt t="284833" x="4375150" y="6261100"/>
          <p14:tracePt t="284866" x="4565650" y="6184900"/>
          <p14:tracePt t="284899" x="4864100" y="6102350"/>
          <p14:tracePt t="284932" x="5073650" y="6057900"/>
          <p14:tracePt t="284952" x="5124450" y="6045200"/>
          <p14:tracePt t="284984" x="5213350" y="6045200"/>
          <p14:tracePt t="285015" x="5276850" y="6070600"/>
          <p14:tracePt t="285049" x="5340350" y="6083300"/>
          <p14:tracePt t="285082" x="5372100" y="6102350"/>
          <p14:tracePt t="285115" x="5429250" y="6127750"/>
          <p14:tracePt t="285149" x="5499100" y="6146800"/>
          <p14:tracePt t="285182" x="5537200" y="6165850"/>
          <p14:tracePt t="285200" x="5543550" y="6172200"/>
          <p14:tracePt t="285231" x="5549900" y="6178550"/>
          <p14:tracePt t="285298" x="5543550" y="6184900"/>
          <p14:tracePt t="285680" x="5575300" y="6184900"/>
          <p14:tracePt t="285713" x="5676900" y="6191250"/>
          <p14:tracePt t="285746" x="5753100" y="6197600"/>
          <p14:tracePt t="285779" x="5949950" y="6197600"/>
          <p14:tracePt t="285813" x="6229350" y="6197600"/>
          <p14:tracePt t="285846" x="6483350" y="6210300"/>
          <p14:tracePt t="285879" x="6597650" y="6216650"/>
          <p14:tracePt t="285912" x="6705600" y="6223000"/>
          <p14:tracePt t="285946" x="6762750" y="6229350"/>
          <p14:tracePt t="285966" x="6794500" y="6229350"/>
          <p14:tracePt t="285997" x="6819900" y="6235700"/>
          <p14:tracePt t="286032" x="6864350" y="6242050"/>
          <p14:tracePt t="286064" x="6908800" y="6248400"/>
          <p14:tracePt t="286095" x="6927850" y="6254750"/>
          <p14:tracePt t="286131" x="6946900" y="6261100"/>
          <p14:tracePt t="286163" x="6959600" y="6261100"/>
          <p14:tracePt t="286214" x="6965950" y="6267450"/>
          <p14:tracePt t="286394" x="6959600" y="6267450"/>
          <p14:tracePt t="286463" x="6953250" y="6267450"/>
          <p14:tracePt t="286510" x="6953250" y="6261100"/>
          <p14:tracePt t="286546" x="6965950" y="6248400"/>
          <p14:tracePt t="286579" x="6997700" y="6242050"/>
          <p14:tracePt t="286610" x="7099300" y="6223000"/>
          <p14:tracePt t="286632" x="7162800" y="6216650"/>
          <p14:tracePt t="286648" x="7283450" y="6197600"/>
          <p14:tracePt t="286678" x="7397750" y="6197600"/>
          <p14:tracePt t="286710" x="7505700" y="6197600"/>
          <p14:tracePt t="286759" x="7550150" y="6197600"/>
          <p14:tracePt t="286878" x="7537450" y="6191250"/>
          <p14:tracePt t="286911" x="7518400" y="6191250"/>
          <p14:tracePt t="286942" x="7505700" y="6184900"/>
          <p14:tracePt t="286964" x="7480300" y="6172200"/>
          <p14:tracePt t="286994" x="7340600" y="6108700"/>
          <p14:tracePt t="287042" x="6781800" y="5873750"/>
          <p14:tracePt t="287063" x="6489700" y="5740400"/>
          <p14:tracePt t="287096" x="6045200" y="5568950"/>
          <p14:tracePt t="287127" x="5791200" y="5480050"/>
          <p14:tracePt t="287158" x="5746750" y="5448300"/>
        </p14:tracePtLst>
      </p14:laserTrace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="(pattern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flags=0)\n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"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print(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.__doc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__[:37])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Support for regular expressions (RE).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search"+params+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re.search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search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Scan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through string looking for a match to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Match object, or None if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no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match was found.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"+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.__doc__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all non-overlapping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matches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in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or more capturing groups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are in the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groups; this will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be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tuples if the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has more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than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group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Empty matches are included in the result.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nditer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2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ndite</a:t>
            </a:r>
            <a:r>
              <a:rPr lang="en-US" sz="2400" spc="-4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_doc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35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70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])</a:t>
            </a:r>
            <a:endParaRPr lang="en-US" sz="240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finditer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100" dirty="0">
              <a:solidFill>
                <a:schemeClr val="accent2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smtClean="0">
                <a:latin typeface="Elephant" panose="02020904090505020303" pitchFamily="18" charset="0"/>
              </a:rPr>
              <a:t>Useful functions </a:t>
            </a:r>
            <a:r>
              <a:rPr lang="en-US" altLang="en-US" sz="4000" dirty="0" smtClean="0">
                <a:latin typeface="Elephant" panose="02020904090505020303" pitchFamily="18" charset="0"/>
              </a:rPr>
              <a:t>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52400" y="838200"/>
            <a:ext cx="7620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endParaRPr lang="en-US" sz="2400" kern="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endParaRPr lang="en-US" sz="2400" kern="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 smtClean="0">
              <a:solidFill>
                <a:schemeClr val="accent2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endParaRPr lang="en-US" sz="2400" kern="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 smtClean="0">
              <a:solidFill>
                <a:schemeClr val="accent2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endParaRPr lang="en-US" sz="2400" kern="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 smtClean="0">
              <a:solidFill>
                <a:schemeClr val="accent2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endParaRPr lang="en-US" sz="2400" kern="0" spc="-2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81470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6340"/>
    </mc:Choice>
    <mc:Fallback xmlns="">
      <p:transition spd="slow" advTm="2163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500"/>
                            </p:stCondLst>
                            <p:childTnLst>
                              <p:par>
                                <p:cTn id="8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000"/>
                            </p:stCondLst>
                            <p:childTnLst>
                              <p:par>
                                <p:cTn id="9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500"/>
                            </p:stCondLst>
                            <p:childTnLst>
                              <p:par>
                                <p:cTn id="9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4000"/>
                            </p:stCondLst>
                            <p:childTnLst>
                              <p:par>
                                <p:cTn id="9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3383" x="5962650" y="5029200"/>
          <p14:tracePt t="43416" x="6159500" y="4648200"/>
          <p14:tracePt t="43437" x="6280150" y="4413250"/>
          <p14:tracePt t="43468" x="6464300" y="4025900"/>
          <p14:tracePt t="43499" x="6559550" y="3740150"/>
          <p14:tracePt t="43549" x="6731000" y="3308350"/>
          <p14:tracePt t="43570" x="6800850" y="3117850"/>
          <p14:tracePt t="43601" x="6877050" y="2794000"/>
          <p14:tracePt t="43617" x="6908800" y="2698750"/>
          <p14:tracePt t="43637" x="6953250" y="2520950"/>
          <p14:tracePt t="43670" x="6985000" y="2381250"/>
          <p14:tracePt t="43700" x="6985000" y="2235200"/>
          <p14:tracePt t="43749" x="6946900" y="1974850"/>
          <p14:tracePt t="43770" x="6921500" y="1854200"/>
          <p14:tracePt t="43800" x="6908800" y="1727200"/>
          <p14:tracePt t="43848" x="6883400" y="1638300"/>
          <p14:tracePt t="43869" x="6870700" y="1606550"/>
          <p14:tracePt t="43887" x="6858000" y="1593850"/>
          <p14:tracePt t="43916" x="6838950" y="1568450"/>
          <p14:tracePt t="43947" x="6807200" y="1549400"/>
          <p14:tracePt t="43969" x="6800850" y="1543050"/>
          <p14:tracePt t="44030" x="6800850" y="1536700"/>
          <p14:tracePt t="44164" x="6737350" y="1504950"/>
          <p14:tracePt t="56189" x="6616700" y="1498600"/>
          <p14:tracePt t="56210" x="6413500" y="1498600"/>
          <p14:tracePt t="56240" x="6038850" y="1536700"/>
          <p14:tracePt t="56272" x="5530850" y="1587500"/>
          <p14:tracePt t="56305" x="5213350" y="1600200"/>
          <p14:tracePt t="56338" x="5003800" y="1568450"/>
          <p14:tracePt t="56371" x="4667250" y="1530350"/>
          <p14:tracePt t="56405" x="4413250" y="1492250"/>
          <p14:tracePt t="56438" x="4159250" y="1454150"/>
          <p14:tracePt t="56471" x="3956050" y="1428750"/>
          <p14:tracePt t="56504" x="3797300" y="1428750"/>
          <p14:tracePt t="56537" x="3651250" y="1422400"/>
          <p14:tracePt t="56570" x="3600450" y="1435100"/>
          <p14:tracePt t="56604" x="3568700" y="1447800"/>
          <p14:tracePt t="56623" x="3543300" y="1454150"/>
          <p14:tracePt t="56654" x="3460750" y="1479550"/>
          <p14:tracePt t="56687" x="3302000" y="1498600"/>
          <p14:tracePt t="56720" x="3187700" y="1492250"/>
          <p14:tracePt t="56753" x="3155950" y="1473200"/>
          <p14:tracePt t="57102" x="2965450" y="1492250"/>
          <p14:tracePt t="57136" x="2851150" y="1517650"/>
          <p14:tracePt t="57170" x="2819400" y="1524000"/>
          <p14:tracePt t="57202" x="2794000" y="1530350"/>
          <p14:tracePt t="57235" x="2755900" y="1530350"/>
          <p14:tracePt t="57269" x="2698750" y="1530350"/>
          <p14:tracePt t="57301" x="2641600" y="1536700"/>
          <p14:tracePt t="57335" x="2520950" y="1562100"/>
          <p14:tracePt t="57368" x="2425700" y="1574800"/>
          <p14:tracePt t="57401" x="2393950" y="1587500"/>
          <p14:tracePt t="57420" x="2381250" y="1587500"/>
          <p14:tracePt t="57467" x="2355850" y="1587500"/>
          <p14:tracePt t="57501" x="2330450" y="1587500"/>
          <p14:tracePt t="57534" x="2305050" y="1587500"/>
          <p14:tracePt t="57567" x="2279650" y="1581150"/>
          <p14:tracePt t="57600" x="2266950" y="1574800"/>
          <p14:tracePt t="57635" x="2260600" y="1574800"/>
          <p14:tracePt t="57719" x="2273300" y="1574800"/>
          <p14:tracePt t="57767" x="2336800" y="1581150"/>
          <p14:tracePt t="57785" x="2400300" y="1612900"/>
          <p14:tracePt t="57816" x="2660650" y="1720850"/>
          <p14:tracePt t="57835" x="2774950" y="1758950"/>
          <p14:tracePt t="57866" x="2927350" y="1803400"/>
          <p14:tracePt t="57900" x="2971800" y="1816100"/>
          <p14:tracePt t="57935" x="2984500" y="1816100"/>
          <p14:tracePt t="57968" x="2990850" y="1816100"/>
          <p14:tracePt t="58035" x="2971800" y="1809750"/>
          <p14:tracePt t="58067" x="2952750" y="1809750"/>
          <p14:tracePt t="58099" x="2914650" y="1803400"/>
          <p14:tracePt t="58134" x="2794000" y="1803400"/>
          <p14:tracePt t="58167" x="2571750" y="1797050"/>
          <p14:tracePt t="58184" x="2470150" y="1797050"/>
          <p14:tracePt t="58215" x="2171700" y="1771650"/>
          <p14:tracePt t="58236" x="2000250" y="1746250"/>
          <p14:tracePt t="58267" x="1835150" y="1714500"/>
          <p14:tracePt t="58298" x="1752600" y="1708150"/>
          <p14:tracePt t="58348" x="1689100" y="1695450"/>
          <p14:tracePt t="58398" x="1682750" y="1695450"/>
          <p14:tracePt t="58450" x="1689100" y="1695450"/>
          <p14:tracePt t="58482" x="1701800" y="1695450"/>
          <p14:tracePt t="58514" x="1720850" y="1695450"/>
          <p14:tracePt t="58564" x="1797050" y="1676400"/>
          <p14:tracePt t="58599" x="1993900" y="1625600"/>
          <p14:tracePt t="58647" x="2457450" y="1530350"/>
          <p14:tracePt t="58668" x="2616200" y="1485900"/>
          <p14:tracePt t="58699" x="2794000" y="1447800"/>
          <p14:tracePt t="58730" x="2978150" y="1409700"/>
          <p14:tracePt t="58751" x="3048000" y="1409700"/>
          <p14:tracePt t="58784" x="3105150" y="1409700"/>
          <p14:tracePt t="58815" x="3168650" y="1409700"/>
          <p14:tracePt t="58863" x="3282950" y="1428750"/>
          <p14:tracePt t="58881" x="3327400" y="1435100"/>
          <p14:tracePt t="58900" x="3473450" y="1454150"/>
          <p14:tracePt t="58931" x="3606800" y="1479550"/>
          <p14:tracePt t="58962" x="3803650" y="1543050"/>
          <p14:tracePt t="58984" x="3975100" y="1581150"/>
          <p14:tracePt t="59014" x="4133850" y="1619250"/>
          <p14:tracePt t="59062" x="4438650" y="1701800"/>
          <p14:tracePt t="59083" x="4546600" y="1720850"/>
          <p14:tracePt t="59116" x="4762500" y="1758950"/>
          <p14:tracePt t="59147" x="4845050" y="1752600"/>
          <p14:tracePt t="59180" x="4908550" y="1733550"/>
          <p14:tracePt t="59200" x="4953000" y="1727200"/>
          <p14:tracePt t="59244" x="5060950" y="1720850"/>
          <p14:tracePt t="59278" x="5156200" y="1714500"/>
          <p14:tracePt t="59311" x="5302250" y="1733550"/>
          <p14:tracePt t="59344" x="5461000" y="1746250"/>
          <p14:tracePt t="59378" x="5632450" y="1758950"/>
          <p14:tracePt t="59411" x="5695950" y="1771650"/>
          <p14:tracePt t="59444" x="5734050" y="1784350"/>
          <p14:tracePt t="59477" x="5784850" y="1797050"/>
          <p14:tracePt t="59510" x="5822950" y="1803400"/>
          <p14:tracePt t="59543" x="5873750" y="1809750"/>
          <p14:tracePt t="59577" x="5949950" y="1809750"/>
          <p14:tracePt t="59610" x="6045200" y="1803400"/>
          <p14:tracePt t="59643" x="6083300" y="1790700"/>
          <p14:tracePt t="59662" x="6115050" y="1790700"/>
          <p14:tracePt t="59693" x="6153150" y="1790700"/>
          <p14:tracePt t="59727" x="6216650" y="1803400"/>
          <p14:tracePt t="59745" x="6235700" y="1803400"/>
          <p14:tracePt t="59776" x="6280150" y="1816100"/>
          <p14:tracePt t="59809" x="6299200" y="1816100"/>
          <p14:tracePt t="59843" x="6311900" y="1816100"/>
          <p14:tracePt t="59909" x="6318250" y="1816100"/>
          <p14:tracePt t="59992" x="6324600" y="1816100"/>
          <p14:tracePt t="60042" x="6324600" y="1809750"/>
          <p14:tracePt t="60108" x="6305550" y="1803400"/>
          <p14:tracePt t="60158" x="6299200" y="1797050"/>
          <p14:tracePt t="60191" x="6292850" y="1797050"/>
          <p14:tracePt t="60241" x="6280150" y="1797050"/>
          <p14:tracePt t="60275" x="6273800" y="1797050"/>
          <p14:tracePt t="60307" x="6267450" y="1797050"/>
          <p14:tracePt t="60341" x="6261100" y="1797050"/>
          <p14:tracePt t="60374" x="6261100" y="1809750"/>
          <p14:tracePt t="60407" x="6261100" y="1816100"/>
          <p14:tracePt t="60441" x="6292850" y="1822450"/>
          <p14:tracePt t="60474" x="6318250" y="1835150"/>
          <p14:tracePt t="60507" x="6432550" y="1885950"/>
          <p14:tracePt t="60540" x="6502400" y="1905000"/>
          <p14:tracePt t="60574" x="6635750" y="1936750"/>
          <p14:tracePt t="60607" x="6680200" y="1936750"/>
          <p14:tracePt t="60640" x="6692900" y="1936750"/>
          <p14:tracePt t="60673" x="6711950" y="1936750"/>
          <p14:tracePt t="60692" x="6718300" y="1930400"/>
          <p14:tracePt t="62583" x="6451600" y="1968500"/>
          <p14:tracePt t="62604" x="6191250" y="2032000"/>
          <p14:tracePt t="62635" x="5530850" y="2165350"/>
          <p14:tracePt t="62652" x="5384800" y="2203450"/>
          <p14:tracePt t="62683" x="4972050" y="2305050"/>
          <p14:tracePt t="62704" x="4768850" y="2311400"/>
          <p14:tracePt t="62749" x="4235450" y="2330450"/>
          <p14:tracePt t="62783" x="4019550" y="2330450"/>
          <p14:tracePt t="62816" x="3797300" y="2381250"/>
          <p14:tracePt t="62849" x="3606800" y="2419350"/>
          <p14:tracePt t="62882" x="3511550" y="2419350"/>
          <p14:tracePt t="62916" x="3225800" y="2387600"/>
          <p14:tracePt t="62934" x="3117850" y="2362200"/>
          <p14:tracePt t="62966" x="2730500" y="2247900"/>
          <p14:tracePt t="62998" x="2571750" y="2222500"/>
          <p14:tracePt t="63032" x="2387600" y="2222500"/>
          <p14:tracePt t="63065" x="2343150" y="2222500"/>
          <p14:tracePt t="63098" x="2336800" y="2222500"/>
          <p14:tracePt t="63164" x="2336800" y="2216150"/>
          <p14:tracePt t="63198" x="2336800" y="2209800"/>
          <p14:tracePt t="63248" x="2355850" y="2203450"/>
          <p14:tracePt t="63283" x="2374900" y="2197100"/>
          <p14:tracePt t="63314" x="2381250" y="2197100"/>
          <p14:tracePt t="63347" x="2400300" y="2197100"/>
          <p14:tracePt t="63381" x="2413000" y="2197100"/>
          <p14:tracePt t="63413" x="2419350" y="2197100"/>
          <p14:tracePt t="63513" x="2419350" y="2203450"/>
          <p14:tracePt t="64161" x="2438400" y="2209800"/>
          <p14:tracePt t="64194" x="2457450" y="2209800"/>
          <p14:tracePt t="64227" x="2457450" y="2216150"/>
          <p14:tracePt t="64247" x="2463800" y="2222500"/>
          <p14:tracePt t="64294" x="2470150" y="2235200"/>
          <p14:tracePt t="64327" x="2482850" y="2235200"/>
          <p14:tracePt t="64361" x="2489200" y="2241550"/>
          <p14:tracePt t="64394" x="2495550" y="2241550"/>
          <p14:tracePt t="64427" x="2501900" y="2241550"/>
          <p14:tracePt t="64593" x="2501900" y="2228850"/>
          <p14:tracePt t="64662" x="2495550" y="2222500"/>
          <p14:tracePt t="64709" x="2476500" y="2216150"/>
          <p14:tracePt t="64745" x="2470150" y="2216150"/>
          <p14:tracePt t="64777" x="2432050" y="2216150"/>
          <p14:tracePt t="64809" x="2381250" y="2190750"/>
          <p14:tracePt t="64830" x="2330450" y="2184400"/>
          <p14:tracePt t="64861" x="2273300" y="2165350"/>
          <p14:tracePt t="64892" x="2235200" y="2159000"/>
          <p14:tracePt t="64925" x="2228850" y="2152650"/>
          <p14:tracePt t="65258" x="2235200" y="2152650"/>
          <p14:tracePt t="65292" x="2241550" y="2152650"/>
          <p14:tracePt t="65324" x="2254250" y="2152650"/>
          <p14:tracePt t="65376" x="2260600" y="2152650"/>
          <p14:tracePt t="65408" x="2266950" y="2152650"/>
          <p14:tracePt t="65457" x="2286000" y="2146300"/>
          <p14:tracePt t="65509" x="2298700" y="2146300"/>
          <p14:tracePt t="65609" x="2311400" y="2146300"/>
          <p14:tracePt t="65656" x="2317750" y="2146300"/>
          <p14:tracePt t="65677" x="2330450" y="2146300"/>
          <p14:tracePt t="65755" x="2343150" y="2146300"/>
          <p14:tracePt t="65789" x="2362200" y="2146300"/>
          <p14:tracePt t="65824" x="2368550" y="2146300"/>
          <p14:tracePt t="65872" x="2381250" y="2146300"/>
          <p14:tracePt t="65893" x="2393950" y="2146300"/>
          <p14:tracePt t="65926" x="2406650" y="2146300"/>
          <p14:tracePt t="65972" x="2438400" y="2146300"/>
          <p14:tracePt t="66005" x="2482850" y="2139950"/>
          <p14:tracePt t="66038" x="2533650" y="2133600"/>
          <p14:tracePt t="66062" x="2578100" y="2133600"/>
          <p14:tracePt t="66090" x="2603500" y="2127250"/>
          <p14:tracePt t="66123" x="2641600" y="2114550"/>
          <p14:tracePt t="66156" x="2679700" y="2108200"/>
          <p14:tracePt t="66187" x="2724150" y="2089150"/>
          <p14:tracePt t="66220" x="2755900" y="2070100"/>
          <p14:tracePt t="66254" x="2762250" y="2063750"/>
          <p14:tracePt t="66321" x="2755900" y="2063750"/>
          <p14:tracePt t="66341" x="2743200" y="2063750"/>
          <p14:tracePt t="66389" x="2724150" y="2063750"/>
          <p14:tracePt t="66437" x="2660650" y="2082800"/>
          <p14:tracePt t="66470" x="2495550" y="2095500"/>
          <p14:tracePt t="66503" x="2406650" y="2108200"/>
          <p14:tracePt t="66536" x="2260600" y="2114550"/>
          <p14:tracePt t="66569" x="2222500" y="2127250"/>
          <p14:tracePt t="66590" x="2209800" y="2127250"/>
          <p14:tracePt t="66769" x="2222500" y="2127250"/>
          <p14:tracePt t="66802" x="2241550" y="2127250"/>
          <p14:tracePt t="66835" x="2286000" y="2120900"/>
          <p14:tracePt t="66856" x="2349500" y="2120900"/>
          <p14:tracePt t="66889" x="2520950" y="2120900"/>
          <p14:tracePt t="66920" x="2686050" y="2133600"/>
          <p14:tracePt t="66968" x="2851150" y="2146300"/>
          <p14:tracePt t="67001" x="2882900" y="2146300"/>
          <p14:tracePt t="67051" x="2889250" y="2146300"/>
          <p14:tracePt t="67101" x="2895600" y="2139950"/>
          <p14:tracePt t="68164" x="2940050" y="2139950"/>
          <p14:tracePt t="68197" x="3079750" y="2139950"/>
          <p14:tracePt t="68230" x="3175000" y="2139950"/>
          <p14:tracePt t="68263" x="3263900" y="2146300"/>
          <p14:tracePt t="68297" x="3333750" y="2152650"/>
          <p14:tracePt t="68331" x="3403600" y="2152650"/>
          <p14:tracePt t="68366" x="3460750" y="2146300"/>
          <p14:tracePt t="68399" x="3498850" y="2139950"/>
          <p14:tracePt t="68430" x="3505200" y="2133600"/>
          <p14:tracePt t="68513" x="3505200" y="2127250"/>
          <p14:tracePt t="68612" x="3505200" y="2120900"/>
          <p14:tracePt t="68781" x="3524250" y="2120900"/>
          <p14:tracePt t="68814" x="3536950" y="2120900"/>
          <p14:tracePt t="68862" x="3556000" y="2114550"/>
          <p14:tracePt t="68897" x="3594100" y="2101850"/>
          <p14:tracePt t="68930" x="3625850" y="2095500"/>
          <p14:tracePt t="68978" x="3727450" y="2076450"/>
          <p14:tracePt t="68996" x="3771900" y="2070100"/>
          <p14:tracePt t="69028" x="3797300" y="2063750"/>
          <p14:tracePt t="69049" x="3810000" y="2057400"/>
          <p14:tracePt t="69097" x="3778250" y="2057400"/>
          <p14:tracePt t="69129" x="3727450" y="2063750"/>
          <p14:tracePt t="69177" x="3606800" y="2070100"/>
          <p14:tracePt t="69196" x="3524250" y="2070100"/>
          <p14:tracePt t="69230" x="3416300" y="2070100"/>
          <p14:tracePt t="69262" x="3308350" y="2070100"/>
          <p14:tracePt t="69310" x="3225800" y="2070100"/>
          <p14:tracePt t="69314" x="3213100" y="2070100"/>
          <p14:tracePt t="69360" x="3143250" y="2070100"/>
          <p14:tracePt t="69381" x="3111500" y="2063750"/>
          <p14:tracePt t="69397" x="3105150" y="2063750"/>
          <p14:tracePt t="69428" x="3098800" y="2063750"/>
          <p14:tracePt t="69476" x="3098800" y="2057400"/>
          <p14:tracePt t="69576" x="3098800" y="2051050"/>
          <p14:tracePt t="69609" x="3098800" y="2044700"/>
          <p14:tracePt t="69692" x="3098800" y="2025650"/>
          <p14:tracePt t="69713" x="3092450" y="2006600"/>
          <p14:tracePt t="69743" x="3048000" y="1905000"/>
          <p14:tracePt t="69775" x="2940050" y="1720850"/>
          <p14:tracePt t="69808" x="2806700" y="1485900"/>
          <p14:tracePt t="69829" x="2730500" y="1339850"/>
          <p14:tracePt t="69875" x="2571750" y="1066800"/>
          <p14:tracePt t="69908" x="2527300" y="990600"/>
          <p14:tracePt t="69941" x="2482850" y="946150"/>
          <p14:tracePt t="69974" x="2463800" y="908050"/>
          <p14:tracePt t="70008" x="2457450" y="895350"/>
          <p14:tracePt t="70041" x="2444750" y="895350"/>
          <p14:tracePt t="70074" x="2425700" y="882650"/>
          <p14:tracePt t="70107" x="2413000" y="863600"/>
          <p14:tracePt t="70157" x="2406650" y="857250"/>
          <p14:tracePt t="70257" x="2400300" y="869950"/>
          <p14:tracePt t="70290" x="2400300" y="876300"/>
          <p14:tracePt t="70323" x="2400300" y="889000"/>
          <p14:tracePt t="70356" x="2393950" y="901700"/>
          <p14:tracePt t="70391" x="2387600" y="920750"/>
          <p14:tracePt t="70423" x="2387600" y="927100"/>
          <p14:tracePt t="70473" x="2381250" y="933450"/>
          <p14:tracePt t="70506" x="2374900" y="939800"/>
          <p14:tracePt t="70539" x="2368550" y="939800"/>
          <p14:tracePt t="70572" x="2362200" y="946150"/>
          <p14:tracePt t="70622" x="2368550" y="952500"/>
          <p14:tracePt t="70655" x="2400300" y="952500"/>
          <p14:tracePt t="70705" x="2571750" y="952500"/>
          <p14:tracePt t="70738" x="2978150" y="952500"/>
          <p14:tracePt t="70771" x="3403600" y="977900"/>
          <p14:tracePt t="70805" x="3943350" y="1016000"/>
          <p14:tracePt t="70838" x="4578350" y="1060450"/>
          <p14:tracePt t="70871" x="4921250" y="1079500"/>
          <p14:tracePt t="70906" x="5327650" y="1066800"/>
          <p14:tracePt t="70938" x="5594350" y="1035050"/>
          <p14:tracePt t="70971" x="5835650" y="1028700"/>
          <p14:tracePt t="71004" x="6102350" y="990600"/>
          <p14:tracePt t="71023" x="6153150" y="977900"/>
          <p14:tracePt t="71054" x="6229350" y="977900"/>
          <p14:tracePt t="71087" x="6292850" y="971550"/>
          <p14:tracePt t="71120" x="6356350" y="971550"/>
          <p14:tracePt t="71154" x="6400800" y="971550"/>
          <p14:tracePt t="71187" x="6432550" y="977900"/>
          <p14:tracePt t="71220" x="6445250" y="984250"/>
          <p14:tracePt t="71253" x="6457950" y="990600"/>
          <p14:tracePt t="71287" x="6483350" y="990600"/>
          <p14:tracePt t="71320" x="6502400" y="990600"/>
          <p14:tracePt t="71355" x="6534150" y="990600"/>
          <p14:tracePt t="71388" x="6559550" y="996950"/>
          <p14:tracePt t="71419" x="6635750" y="1003300"/>
          <p14:tracePt t="71455" x="6705600" y="996950"/>
          <p14:tracePt t="71488" x="6781800" y="996950"/>
          <p14:tracePt t="71519" x="6877050" y="996950"/>
          <p14:tracePt t="71555" x="6959600" y="984250"/>
          <p14:tracePt t="71587" x="7029450" y="984250"/>
          <p14:tracePt t="71619" x="7124700" y="984250"/>
          <p14:tracePt t="71654" x="7245350" y="971550"/>
          <p14:tracePt t="71687" x="7346950" y="946150"/>
          <p14:tracePt t="71718" x="7372350" y="939800"/>
          <p14:tracePt t="71754" x="7378700" y="939800"/>
          <p14:tracePt t="71818" x="7372350" y="933450"/>
          <p14:tracePt t="71870" x="7366000" y="927100"/>
          <p14:tracePt t="71885" x="7359650" y="927100"/>
          <p14:tracePt t="71970" x="7340600" y="927100"/>
          <p14:tracePt t="72017" x="7289800" y="927100"/>
          <p14:tracePt t="72053" x="7029450" y="971550"/>
          <p14:tracePt t="72086" x="6654800" y="1073150"/>
          <p14:tracePt t="72117" x="6102350" y="1244600"/>
          <p14:tracePt t="72138" x="5721350" y="1390650"/>
          <p14:tracePt t="72169" x="5219700" y="1612900"/>
          <p14:tracePt t="72200" x="4787900" y="1797050"/>
          <p14:tracePt t="72233" x="4629150" y="1879600"/>
          <p14:tracePt t="72254" x="4578350" y="1898650"/>
          <p14:tracePt t="72272" x="4546600" y="1911350"/>
          <p14:tracePt t="72302" x="4527550" y="1911350"/>
          <p14:tracePt t="72333" x="4514850" y="1917700"/>
          <p14:tracePt t="72383" x="4489450" y="1924050"/>
          <p14:tracePt t="72433" x="4483100" y="1924050"/>
          <p14:tracePt t="72582" x="4476750" y="1943100"/>
          <p14:tracePt t="72634" x="4470400" y="1949450"/>
          <p14:tracePt t="72667" x="4470400" y="1962150"/>
          <p14:tracePt t="72715" x="4476750" y="1974850"/>
          <p14:tracePt t="72781" x="4483100" y="1981200"/>
          <p14:tracePt t="72834" x="4495800" y="1981200"/>
          <p14:tracePt t="72881" x="4508500" y="1987550"/>
          <p14:tracePt t="73014" x="4514850" y="1987550"/>
          <p14:tracePt t="73080" x="4533900" y="1987550"/>
          <p14:tracePt t="73113" x="4572000" y="1987550"/>
          <p14:tracePt t="73135" x="4610100" y="1987550"/>
          <p14:tracePt t="73180" x="4673600" y="1987550"/>
          <p14:tracePt t="73213" x="4711700" y="1987550"/>
          <p14:tracePt t="73246" x="4737100" y="1987550"/>
          <p14:tracePt t="73279" x="4749800" y="1987550"/>
          <p14:tracePt t="73313" x="4775200" y="1981200"/>
          <p14:tracePt t="73346" x="4857750" y="1974850"/>
          <p14:tracePt t="73379" x="4927600" y="1974850"/>
          <p14:tracePt t="73399" x="4959350" y="1974850"/>
          <p14:tracePt t="73429" x="4978400" y="1974850"/>
          <p14:tracePt t="73495" x="4965700" y="1974850"/>
          <p14:tracePt t="73545" x="4946650" y="1974850"/>
          <p14:tracePt t="74093" x="4914900" y="1974850"/>
          <p14:tracePt t="74143" x="4800600" y="1981200"/>
          <p14:tracePt t="74177" x="4756150" y="1981200"/>
          <p14:tracePt t="74210" x="4737100" y="1981200"/>
          <p14:tracePt t="74243" x="4718050" y="1981200"/>
          <p14:tracePt t="74276" x="4718050" y="1987550"/>
          <p14:tracePt t="74326" x="4711700" y="1987550"/>
          <p14:tracePt t="74426" x="4711700" y="1993900"/>
          <p14:tracePt t="74476" x="4737100" y="1993900"/>
          <p14:tracePt t="74509" x="4762500" y="1993900"/>
          <p14:tracePt t="74542" x="4889500" y="1993900"/>
          <p14:tracePt t="74575" x="5130800" y="1987550"/>
          <p14:tracePt t="74608" x="5473700" y="1987550"/>
          <p14:tracePt t="74642" x="5918200" y="1987550"/>
          <p14:tracePt t="74675" x="6159500" y="1974850"/>
          <p14:tracePt t="74708" x="6324600" y="1974850"/>
          <p14:tracePt t="74726" x="6394450" y="1974850"/>
          <p14:tracePt t="74760" x="6457950" y="1968500"/>
          <p14:tracePt t="74793" x="6489700" y="1962150"/>
          <p14:tracePt t="74824" x="6515100" y="1955800"/>
          <p14:tracePt t="74861" x="6540500" y="1949450"/>
          <p14:tracePt t="74893" x="6584950" y="1943100"/>
          <p14:tracePt t="74924" x="6610350" y="1943100"/>
          <p14:tracePt t="74959" x="6635750" y="1943100"/>
          <p14:tracePt t="74991" x="6648450" y="1943100"/>
          <p14:tracePt t="75090" x="6642100" y="1943100"/>
          <p14:tracePt t="75124" x="6623050" y="1949450"/>
          <p14:tracePt t="75159" x="6591300" y="1955800"/>
          <p14:tracePt t="75192" x="6445250" y="1962150"/>
          <p14:tracePt t="75224" x="6089650" y="1993900"/>
          <p14:tracePt t="75259" x="5759450" y="2012950"/>
          <p14:tracePt t="75292" x="5384800" y="2044700"/>
          <p14:tracePt t="75308" x="5321300" y="2044700"/>
          <p14:tracePt t="75340" x="5194300" y="2044700"/>
          <p14:tracePt t="75360" x="5130800" y="2051050"/>
          <p14:tracePt t="75391" x="5054600" y="2070100"/>
          <p14:tracePt t="75422" x="5035550" y="2070100"/>
          <p14:tracePt t="75459" x="5022850" y="2076450"/>
          <p14:tracePt t="75491" x="5016500" y="2076450"/>
          <p14:tracePt t="75608" x="5029200" y="2076450"/>
          <p14:tracePt t="75688" x="5054600" y="2076450"/>
          <p14:tracePt t="75724" x="5073650" y="2076450"/>
          <p14:tracePt t="75771" x="5232400" y="2070100"/>
          <p14:tracePt t="75792" x="5334000" y="2070100"/>
          <p14:tracePt t="75823" x="5422900" y="2070100"/>
          <p14:tracePt t="75854" x="5556250" y="2070100"/>
          <p14:tracePt t="75876" x="5575300" y="2070100"/>
          <p14:tracePt t="75924" x="5568950" y="2038350"/>
          <p14:tracePt t="78760" x="5549900" y="2038350"/>
          <p14:tracePt t="78766" x="5543550" y="2044700"/>
          <p14:tracePt t="78811" x="5524500" y="2057400"/>
          <p14:tracePt t="78861" x="5511800" y="2057400"/>
          <p14:tracePt t="78927" x="5467350" y="2082800"/>
          <p14:tracePt t="78960" x="5397500" y="2101850"/>
          <p14:tracePt t="78976" x="5276850" y="2127250"/>
          <p14:tracePt t="79027" x="4889500" y="2209800"/>
          <p14:tracePt t="79032" x="4768850" y="2235200"/>
          <p14:tracePt t="79081" x="4133850" y="2374900"/>
          <p14:tracePt t="79126" x="3746500" y="2463800"/>
          <p14:tracePt t="79159" x="3524250" y="2514600"/>
          <p14:tracePt t="79177" x="3479800" y="2520950"/>
          <p14:tracePt t="79193" x="3429000" y="2527300"/>
          <p14:tracePt t="79226" x="3346450" y="2559050"/>
          <p14:tracePt t="79232" x="3327400" y="2559050"/>
          <p14:tracePt t="79276" x="3251200" y="2571750"/>
          <p14:tracePt t="79293" x="3232150" y="2578100"/>
          <p14:tracePt t="79308" x="3175000" y="2584450"/>
          <p14:tracePt t="79347" x="3035300" y="2578100"/>
          <p14:tracePt t="79392" x="2984500" y="2578100"/>
          <p14:tracePt t="79758" x="2794000" y="2578100"/>
          <p14:tracePt t="79791" x="2628900" y="2597150"/>
          <p14:tracePt t="79824" x="2368550" y="2622550"/>
          <p14:tracePt t="79857" x="2235200" y="2622550"/>
          <p14:tracePt t="79890" x="2120900" y="2628900"/>
          <p14:tracePt t="79925" x="2038350" y="2647950"/>
          <p14:tracePt t="79943" x="2000250" y="2647950"/>
          <p14:tracePt t="79958" x="1987550" y="2647950"/>
          <p14:tracePt t="79990" x="1917700" y="2647950"/>
          <p14:tracePt t="80023" x="1854200" y="2647950"/>
          <p14:tracePt t="80056" x="1790700" y="2628900"/>
          <p14:tracePt t="80089" x="1708150" y="2622550"/>
          <p14:tracePt t="80123" x="1625600" y="2622550"/>
          <p14:tracePt t="80156" x="1536700" y="2641600"/>
          <p14:tracePt t="80189" x="1460500" y="2641600"/>
          <p14:tracePt t="80222" x="1403350" y="2635250"/>
          <p14:tracePt t="80256" x="1384300" y="2628900"/>
          <p14:tracePt t="80289" x="1377950" y="2628900"/>
          <p14:tracePt t="80322" x="1409700" y="2609850"/>
          <p14:tracePt t="80355" x="1568450" y="2571750"/>
          <p14:tracePt t="80389" x="2349500" y="2432050"/>
          <p14:tracePt t="80422" x="2965450" y="2349500"/>
          <p14:tracePt t="80441" x="3873500" y="2273300"/>
          <p14:tracePt t="80472" x="4298950" y="2247900"/>
          <p14:tracePt t="80505" x="4787900" y="2247900"/>
          <p14:tracePt t="80538" x="4933950" y="2247900"/>
          <p14:tracePt t="80571" x="5010150" y="2222500"/>
          <p14:tracePt t="80604" x="5029200" y="2216150"/>
          <p14:tracePt t="80638" x="5041900" y="2203450"/>
          <p14:tracePt t="80671" x="5041900" y="2184400"/>
          <p14:tracePt t="80704" x="5035550" y="2171700"/>
          <p14:tracePt t="80737" x="5035550" y="2159000"/>
          <p14:tracePt t="80771" x="5016500" y="2152650"/>
          <p14:tracePt t="80804" x="5003800" y="2146300"/>
          <p14:tracePt t="80854" x="4984750" y="2146300"/>
          <p14:tracePt t="80887" x="4972050" y="2146300"/>
          <p14:tracePt t="80937" x="4959350" y="2146300"/>
          <p14:tracePt t="80972" x="4946650" y="2146300"/>
          <p14:tracePt t="81020" x="4933950" y="2146300"/>
          <p14:tracePt t="81053" x="4927600" y="2146300"/>
          <p14:tracePt t="81103" x="4940300" y="2146300"/>
          <p14:tracePt t="81136" x="4984750" y="2133600"/>
          <p14:tracePt t="81172" x="5105400" y="2108200"/>
          <p14:tracePt t="81204" x="5416550" y="2057400"/>
          <p14:tracePt t="81236" x="5664200" y="2019300"/>
          <p14:tracePt t="81272" x="5905500" y="1981200"/>
          <p14:tracePt t="81304" x="5975350" y="1968500"/>
          <p14:tracePt t="81336" x="6000750" y="1968500"/>
          <p14:tracePt t="81436" x="6007100" y="1968500"/>
          <p14:tracePt t="81570" x="6013450" y="1962150"/>
          <p14:tracePt t="81717" x="6007100" y="1968500"/>
          <p14:tracePt t="81787" x="6000750" y="1974850"/>
          <p14:tracePt t="81834" x="5988050" y="1981200"/>
          <p14:tracePt t="82298" x="5251450" y="2216150"/>
          <p14:tracePt t="82320" x="4699000" y="2406650"/>
          <p14:tracePt t="82351" x="3302000" y="2832100"/>
          <p14:tracePt t="82367" x="2990850" y="2914650"/>
          <p14:tracePt t="82398" x="2298700" y="3086100"/>
          <p14:tracePt t="82420" x="1974850" y="3149600"/>
          <p14:tracePt t="82437" x="1778000" y="3168650"/>
          <p14:tracePt t="82481" x="1568450" y="3187700"/>
          <p14:tracePt t="82515" x="1492250" y="3168650"/>
          <p14:tracePt t="82536" x="1473200" y="3168650"/>
          <p14:tracePt t="82598" x="1454150" y="3143250"/>
          <p14:tracePt t="82631" x="1441450" y="3105150"/>
          <p14:tracePt t="82652" x="1428750" y="3067050"/>
          <p14:tracePt t="82682" x="1390650" y="2965450"/>
          <p14:tracePt t="82714" x="1339850" y="2857500"/>
          <p14:tracePt t="82736" x="1308100" y="2806700"/>
          <p14:tracePt t="82780" x="1231900" y="2686050"/>
          <p14:tracePt t="82813" x="1162050" y="2628900"/>
          <p14:tracePt t="82847" x="1085850" y="2590800"/>
          <p14:tracePt t="82880" x="1060450" y="2590800"/>
          <p14:tracePt t="82913" x="1041400" y="2590800"/>
          <p14:tracePt t="82948" x="1035050" y="2590800"/>
          <p14:tracePt t="82981" x="1022350" y="2590800"/>
          <p14:tracePt t="83079" x="1041400" y="2590800"/>
          <p14:tracePt t="83112" x="1066800" y="2590800"/>
          <p14:tracePt t="83146" x="1123950" y="2597150"/>
          <p14:tracePt t="83179" x="1143000" y="2603500"/>
          <p14:tracePt t="83212" x="1143000" y="2628900"/>
          <p14:tracePt t="83279" x="1130300" y="2641600"/>
          <p14:tracePt t="83312" x="1123950" y="2654300"/>
          <p14:tracePt t="83345" x="1117600" y="2660650"/>
          <p14:tracePt t="83378" x="1111250" y="2673350"/>
          <p14:tracePt t="83445" x="1104900" y="2673350"/>
          <p14:tracePt t="83494" x="1098550" y="2673350"/>
          <p14:tracePt t="83528" x="1085850" y="2647950"/>
          <p14:tracePt t="83561" x="958850" y="2400300"/>
          <p14:tracePt t="83594" x="838200" y="2095500"/>
          <p14:tracePt t="83627" x="749300" y="1892300"/>
          <p14:tracePt t="83661" x="698500" y="1816100"/>
          <p14:tracePt t="83694" x="685800" y="1809750"/>
          <p14:tracePt t="83744" x="679450" y="1816100"/>
          <p14:tracePt t="83777" x="679450" y="1860550"/>
          <p14:tracePt t="83810" x="679450" y="1879600"/>
          <p14:tracePt t="83843" x="698500" y="1968500"/>
          <p14:tracePt t="83877" x="717550" y="2063750"/>
          <p14:tracePt t="83910" x="762000" y="2184400"/>
          <p14:tracePt t="83943" x="793750" y="2260600"/>
          <p14:tracePt t="83978" x="812800" y="2292350"/>
          <p14:tracePt t="84009" x="825500" y="2298700"/>
          <p14:tracePt t="84059" x="831850" y="2298700"/>
          <p14:tracePt t="84093" x="838200" y="2298700"/>
          <p14:tracePt t="84175" x="844550" y="2298700"/>
          <p14:tracePt t="84226" x="857250" y="2292350"/>
          <p14:tracePt t="84258" x="876300" y="2286000"/>
          <p14:tracePt t="84292" x="1047750" y="2273300"/>
          <p14:tracePt t="84326" x="1403350" y="2266950"/>
          <p14:tracePt t="84358" x="2082800" y="2305050"/>
          <p14:tracePt t="84377" x="2686050" y="2336800"/>
          <p14:tracePt t="84408" x="3708400" y="2368550"/>
          <p14:tracePt t="84441" x="4591050" y="2387600"/>
          <p14:tracePt t="84460" x="5130800" y="2368550"/>
          <p14:tracePt t="84494" x="5384800" y="2343150"/>
          <p14:tracePt t="84526" x="5473700" y="2336800"/>
          <p14:tracePt t="84557" x="5486400" y="2336800"/>
          <p14:tracePt t="84594" x="5467350" y="2336800"/>
          <p14:tracePt t="84626" x="5454650" y="2336800"/>
          <p14:tracePt t="84657" x="5435600" y="2336800"/>
          <p14:tracePt t="84693" x="5410200" y="2355850"/>
          <p14:tracePt t="84726" x="5403850" y="2368550"/>
          <p14:tracePt t="84757" x="5403850" y="2381250"/>
          <p14:tracePt t="85358" x="5391150" y="2374900"/>
          <p14:tracePt t="85405" x="5353050" y="2247900"/>
          <p14:tracePt t="85426" x="5353050" y="2190750"/>
          <p14:tracePt t="85459" x="5359400" y="2120900"/>
          <p14:tracePt t="85504" x="5378450" y="2025650"/>
          <p14:tracePt t="85538" x="5365750" y="1968500"/>
          <p14:tracePt t="85559" x="5346700" y="1924050"/>
          <p14:tracePt t="85589" x="5302250" y="1860550"/>
          <p14:tracePt t="85620" x="5257800" y="1803400"/>
          <p14:tracePt t="85653" x="5245100" y="1784350"/>
          <p14:tracePt t="85687" x="5219700" y="1778000"/>
          <p14:tracePt t="85737" x="5213350" y="1784350"/>
          <p14:tracePt t="85787" x="5207000" y="1790700"/>
          <p14:tracePt t="85853" x="5207000" y="1803400"/>
          <p14:tracePt t="87996" x="5200650" y="1784350"/>
          <p14:tracePt t="88030" x="5194300" y="1784350"/>
          <p14:tracePt t="88062" x="4978400" y="1809750"/>
          <p14:tracePt t="88095" x="4851400" y="1816100"/>
          <p14:tracePt t="88128" x="4476750" y="1854200"/>
          <p14:tracePt t="88162" x="4210050" y="1854200"/>
          <p14:tracePt t="88195" x="4025900" y="1835150"/>
          <p14:tracePt t="88228" x="3962400" y="1835150"/>
          <p14:tracePt t="88262" x="3924300" y="1841500"/>
          <p14:tracePt t="88280" x="3905250" y="1847850"/>
          <p14:tracePt t="88311" x="3873500" y="1866900"/>
          <p14:tracePt t="88345" x="3816350" y="1892300"/>
          <p14:tracePt t="88380" x="3790950" y="1905000"/>
          <p14:tracePt t="88413" x="3778250" y="1911350"/>
          <p14:tracePt t="88461" x="3771900" y="1924050"/>
          <p14:tracePt t="88580" x="3771900" y="1930400"/>
          <p14:tracePt t="88612" x="3784600" y="1930400"/>
          <p14:tracePt t="88644" x="3841750" y="1930400"/>
          <p14:tracePt t="88693" x="4165600" y="1930400"/>
          <p14:tracePt t="88726" x="4356100" y="1949450"/>
          <p14:tracePt t="88760" x="4673600" y="1968500"/>
          <p14:tracePt t="88781" x="4781550" y="1974850"/>
          <p14:tracePt t="88811" x="4857750" y="1974850"/>
          <p14:tracePt t="88843" x="4895850" y="1974850"/>
          <p14:tracePt t="88892" x="4902200" y="1974850"/>
          <p14:tracePt t="88929" x="4908550" y="1968500"/>
          <p14:tracePt t="89261" x="4914900" y="1968500"/>
          <p14:tracePt t="89341" x="4908550" y="1974850"/>
          <p14:tracePt t="89407" x="4889500" y="1987550"/>
          <p14:tracePt t="89429" x="4883150" y="1993900"/>
          <p14:tracePt t="89462" x="4870450" y="2012950"/>
          <p14:tracePt t="89492" x="4826000" y="2063750"/>
          <p14:tracePt t="89509" x="4768850" y="2114550"/>
          <p14:tracePt t="89557" x="4559300" y="2254250"/>
          <p14:tracePt t="89607" x="4279900" y="2343150"/>
          <p14:tracePt t="89640" x="4076700" y="2393950"/>
          <p14:tracePt t="89661" x="3784600" y="2451100"/>
          <p14:tracePt t="89706" x="3117850" y="2559050"/>
          <p14:tracePt t="89740" x="2876550" y="2609850"/>
          <p14:tracePt t="89761" x="2794000" y="2622550"/>
          <p14:tracePt t="89791" x="2717800" y="2609850"/>
          <p14:tracePt t="89822" x="2616200" y="2590800"/>
          <p14:tracePt t="89856" x="2501900" y="2565400"/>
          <p14:tracePt t="89889" x="2374900" y="2533650"/>
          <p14:tracePt t="89922" x="2273300" y="2501900"/>
          <p14:tracePt t="89955" x="2171700" y="2482850"/>
          <p14:tracePt t="89989" x="2082800" y="2470150"/>
          <p14:tracePt t="90008" x="2032000" y="2463800"/>
          <p14:tracePt t="90040" x="1974850" y="2463800"/>
          <p14:tracePt t="90072" x="1917700" y="2463800"/>
          <p14:tracePt t="90105" x="1885950" y="2457450"/>
          <p14:tracePt t="90138" x="1866900" y="2457450"/>
          <p14:tracePt t="90172" x="1835150" y="2451100"/>
          <p14:tracePt t="90205" x="1822450" y="2451100"/>
          <p14:tracePt t="90254" x="1816100" y="2451100"/>
          <p14:tracePt t="90288" x="1809750" y="2457450"/>
          <p14:tracePt t="90321" x="1809750" y="2470150"/>
          <p14:tracePt t="90354" x="1822450" y="2514600"/>
          <p14:tracePt t="90387" x="1885950" y="2622550"/>
          <p14:tracePt t="90421" x="2082800" y="2838450"/>
          <p14:tracePt t="90439" x="2152650" y="2889250"/>
          <p14:tracePt t="90470" x="2393950" y="3048000"/>
          <p14:tracePt t="90504" x="2463800" y="3073400"/>
          <p14:tracePt t="90537" x="2533650" y="3060700"/>
          <p14:tracePt t="90570" x="2540000" y="3016250"/>
          <p14:tracePt t="90604" x="2514600" y="2946400"/>
          <p14:tracePt t="90636" x="2463800" y="2863850"/>
          <p14:tracePt t="90670" x="2393950" y="2787650"/>
          <p14:tracePt t="90703" x="2254250" y="2686050"/>
          <p14:tracePt t="90736" x="2133600" y="2622550"/>
          <p14:tracePt t="90769" x="2032000" y="2609850"/>
          <p14:tracePt t="90803" x="1949450" y="2635250"/>
          <p14:tracePt t="90836" x="1892300" y="2673350"/>
          <p14:tracePt t="90869" x="1854200" y="2705100"/>
          <p14:tracePt t="90902" x="1841500" y="2749550"/>
          <p14:tracePt t="90935" x="1847850" y="2844800"/>
          <p14:tracePt t="90969" x="1905000" y="2927350"/>
          <p14:tracePt t="91002" x="2006600" y="3022600"/>
          <p14:tracePt t="91037" x="2260600" y="3086100"/>
          <p14:tracePt t="91068" x="2476500" y="3048000"/>
          <p14:tracePt t="91102" x="2616200" y="2882900"/>
          <p14:tracePt t="91120" x="2635250" y="2832100"/>
          <p14:tracePt t="91151" x="2654300" y="2628900"/>
          <p14:tracePt t="91185" x="2654300" y="2489200"/>
          <p14:tracePt t="91218" x="2584450" y="2260600"/>
          <p14:tracePt t="91251" x="2501900" y="2159000"/>
          <p14:tracePt t="91287" x="2400300" y="2120900"/>
          <p14:tracePt t="91320" x="2336800" y="2133600"/>
          <p14:tracePt t="91351" x="2266950" y="2171700"/>
          <p14:tracePt t="91386" x="2159000" y="2292350"/>
          <p14:tracePt t="91419" x="2095500" y="2470150"/>
          <p14:tracePt t="91450" x="2076450" y="2641600"/>
          <p14:tracePt t="91486" x="2114550" y="2768600"/>
          <p14:tracePt t="91504" x="2203450" y="2882900"/>
          <p14:tracePt t="91535" x="2241550" y="2921000"/>
          <p14:tracePt t="91567" x="2305050" y="2940050"/>
          <p14:tracePt t="91603" x="2355850" y="2933700"/>
          <p14:tracePt t="91635" x="2470150" y="2882900"/>
          <p14:tracePt t="91666" x="2514600" y="2857500"/>
          <p14:tracePt t="93792" x="2489200" y="2838450"/>
          <p14:tracePt t="93826" x="2368550" y="2749550"/>
          <p14:tracePt t="93859" x="2095500" y="2571750"/>
          <p14:tracePt t="93892" x="1727200" y="2438400"/>
          <p14:tracePt t="93925" x="1428750" y="2413000"/>
          <p14:tracePt t="93958" x="1333500" y="2463800"/>
          <p14:tracePt t="93992" x="1282700" y="2520950"/>
          <p14:tracePt t="94010" x="1276350" y="2533650"/>
          <p14:tracePt t="94041" x="1270000" y="2590800"/>
          <p14:tracePt t="94076" x="1384300" y="2679700"/>
          <p14:tracePt t="94108" x="1549400" y="2762250"/>
          <p14:tracePt t="94141" x="1778000" y="2819400"/>
          <p14:tracePt t="94174" x="2051050" y="2768600"/>
          <p14:tracePt t="94193" x="2120900" y="2762250"/>
          <p14:tracePt t="94224" x="2222500" y="2679700"/>
          <p14:tracePt t="94257" x="2260600" y="2584450"/>
          <p14:tracePt t="94291" x="2222500" y="2432050"/>
          <p14:tracePt t="94324" x="2114550" y="2305050"/>
          <p14:tracePt t="94357" x="1860550" y="2139950"/>
          <p14:tracePt t="94375" x="1797050" y="2120900"/>
          <p14:tracePt t="94407" x="1593850" y="2095500"/>
          <p14:tracePt t="94440" x="1485900" y="2146300"/>
          <p14:tracePt t="94473" x="1384300" y="2266950"/>
          <p14:tracePt t="94507" x="1282700" y="2590800"/>
          <p14:tracePt t="94540" x="1282700" y="2794000"/>
          <p14:tracePt t="94573" x="1365250" y="2921000"/>
          <p14:tracePt t="94606" x="1536700" y="3054350"/>
          <p14:tracePt t="94640" x="1943100" y="3175000"/>
          <p14:tracePt t="94673" x="2209800" y="3175000"/>
          <p14:tracePt t="94706" x="2330450" y="3136900"/>
          <p14:tracePt t="94739" x="2349500" y="3048000"/>
          <p14:tracePt t="94772" x="2317750" y="2971800"/>
          <p14:tracePt t="94806" x="2190750" y="2863850"/>
          <p14:tracePt t="94839" x="1993900" y="2711450"/>
          <p14:tracePt t="94872" x="1739900" y="2609850"/>
          <p14:tracePt t="94905" x="1562100" y="2603500"/>
          <p14:tracePt t="94939" x="1301750" y="2654300"/>
          <p14:tracePt t="94972" x="1085850" y="2774950"/>
          <p14:tracePt t="95005" x="1047750" y="2844800"/>
          <p14:tracePt t="95038" x="1041400" y="2940050"/>
          <p14:tracePt t="95057" x="1060450" y="2959100"/>
          <p14:tracePt t="95089" x="1168400" y="3016250"/>
          <p14:tracePt t="95121" x="1339850" y="3048000"/>
          <p14:tracePt t="95155" x="1568450" y="3022600"/>
          <p14:tracePt t="95190" x="1879600" y="2870200"/>
          <p14:tracePt t="95223" x="2000250" y="2755900"/>
          <p14:tracePt t="95254" x="2025650" y="2660650"/>
          <p14:tracePt t="95290" x="1962150" y="2476500"/>
          <p14:tracePt t="95322" x="1816100" y="2305050"/>
          <p14:tracePt t="95354" x="1758950" y="2286000"/>
          <p14:tracePt t="95375" x="1733550" y="2286000"/>
          <p14:tracePt t="95405" x="1689100" y="2298700"/>
          <p14:tracePt t="95437" x="1612900" y="2349500"/>
          <p14:tracePt t="95470" x="1536700" y="2432050"/>
          <p14:tracePt t="95506" x="1511300" y="2546350"/>
          <p14:tracePt t="95538" x="1587500" y="2667000"/>
          <p14:tracePt t="95556" x="1612900" y="2679700"/>
          <p14:tracePt t="95586" x="1695450" y="2686050"/>
          <p14:tracePt t="95608" x="1835150" y="2660650"/>
          <p14:tracePt t="95638" x="2025650" y="2622550"/>
          <p14:tracePt t="95669" x="2292350" y="2597150"/>
          <p14:tracePt t="95719" x="2882900" y="2520950"/>
          <p14:tracePt t="95737" x="3003550" y="2489200"/>
          <p14:tracePt t="95769" x="3041650" y="2463800"/>
          <p14:tracePt t="95802" x="3016250" y="2425700"/>
          <p14:tracePt t="95823" x="2984500" y="2374900"/>
          <p14:tracePt t="96433" x="3422650" y="2362200"/>
          <p14:tracePt t="96467" x="3924300" y="2349500"/>
          <p14:tracePt t="96485" x="4178300" y="2343150"/>
          <p14:tracePt t="96516" x="4451350" y="2305050"/>
          <p14:tracePt t="96549" x="4629150" y="2254250"/>
          <p14:tracePt t="96568" x="4699000" y="2228850"/>
          <p14:tracePt t="96599" x="4768850" y="2216150"/>
          <p14:tracePt t="96632" x="4832350" y="2190750"/>
          <p14:tracePt t="96666" x="4883150" y="2159000"/>
          <p14:tracePt t="96699" x="4895850" y="2139950"/>
          <p14:tracePt t="96732" x="4895850" y="2133600"/>
          <p14:tracePt t="96765" x="4895850" y="2120900"/>
          <p14:tracePt t="96799" x="4883150" y="2114550"/>
          <p14:tracePt t="96832" x="4864100" y="2108200"/>
          <p14:tracePt t="96850" x="4857750" y="2108200"/>
          <p14:tracePt t="96882" x="4845050" y="2108200"/>
          <p14:tracePt t="96964" x="4838700" y="2114550"/>
          <p14:tracePt t="96998" x="4826000" y="2120900"/>
          <p14:tracePt t="98343" x="4902200" y="2120900"/>
          <p14:tracePt t="98376" x="5073650" y="2133600"/>
          <p14:tracePt t="98410" x="5238750" y="2127250"/>
          <p14:tracePt t="98443" x="5422900" y="2127250"/>
          <p14:tracePt t="98462" x="5473700" y="2108200"/>
          <p14:tracePt t="98495" x="5568950" y="2089150"/>
          <p14:tracePt t="98528" x="5632450" y="2076450"/>
          <p14:tracePt t="98559" x="5664200" y="2070100"/>
          <p14:tracePt t="98580" x="5670550" y="2063750"/>
          <p14:tracePt t="98611" x="5676900" y="2057400"/>
          <p14:tracePt t="98659" x="5683250" y="2051050"/>
          <p14:tracePt t="98742" x="5676900" y="2051050"/>
          <p14:tracePt t="98775" x="5670550" y="2051050"/>
          <p14:tracePt t="100353" x="5372100" y="2063750"/>
          <p14:tracePt t="100386" x="5099050" y="2133600"/>
          <p14:tracePt t="100419" x="4940300" y="2209800"/>
          <p14:tracePt t="100452" x="4921250" y="2222500"/>
          <p14:tracePt t="100486" x="4914900" y="2222500"/>
          <p14:tracePt t="100519" x="4908550" y="2222500"/>
          <p14:tracePt t="100552" x="4902200" y="2222500"/>
          <p14:tracePt t="100586" x="4895850" y="2222500"/>
          <p14:tracePt t="100735" x="4895850" y="2216150"/>
          <p14:tracePt t="102080" x="4914900" y="2171700"/>
          <p14:tracePt t="102114" x="4965700" y="2139950"/>
          <p14:tracePt t="102148" x="4991100" y="2127250"/>
          <p14:tracePt t="102180" x="5003800" y="2114550"/>
          <p14:tracePt t="102216" x="5003800" y="2108200"/>
          <p14:tracePt t="102263" x="4997450" y="2108200"/>
          <p14:tracePt t="103479" x="4965700" y="2095500"/>
          <p14:tracePt t="103511" x="4921250" y="2082800"/>
          <p14:tracePt t="103527" x="4914900" y="2082800"/>
          <p14:tracePt t="103558" x="4889500" y="2082800"/>
          <p14:tracePt t="103580" x="4883150" y="2082800"/>
          <p14:tracePt t="103625" x="4864100" y="2076450"/>
          <p14:tracePt t="103724" x="4857750" y="2063750"/>
          <p14:tracePt t="103758" x="4883150" y="2057400"/>
          <p14:tracePt t="103791" x="4908550" y="2051050"/>
          <p14:tracePt t="103824" x="5137150" y="2051050"/>
          <p14:tracePt t="103857" x="5441950" y="2057400"/>
          <p14:tracePt t="103891" x="5664200" y="2063750"/>
          <p14:tracePt t="103924" x="5721350" y="2063750"/>
          <p14:tracePt t="103957" x="5740400" y="2063750"/>
          <p14:tracePt t="104007" x="5727700" y="2063750"/>
          <p14:tracePt t="104040" x="5708650" y="2063750"/>
          <p14:tracePt t="104073" x="5708650" y="2051050"/>
          <p14:tracePt t="104538" x="5613400" y="2038350"/>
          <p14:tracePt t="104572" x="5530850" y="2025650"/>
          <p14:tracePt t="104605" x="5492750" y="2025650"/>
          <p14:tracePt t="104624" x="5486400" y="2025650"/>
          <p14:tracePt t="104655" x="5429250" y="2012950"/>
          <p14:tracePt t="104688" x="5391150" y="2006600"/>
          <p14:tracePt t="104721" x="5365750" y="2000250"/>
          <p14:tracePt t="104754" x="5334000" y="1987550"/>
          <p14:tracePt t="105186" x="5187950" y="2000250"/>
          <p14:tracePt t="105220" x="4940300" y="2012950"/>
          <p14:tracePt t="105253" x="4895850" y="2019300"/>
          <p14:tracePt t="105286" x="4883150" y="2025650"/>
          <p14:tracePt t="105319" x="4876800" y="2025650"/>
          <p14:tracePt t="105369" x="4870450" y="2025650"/>
          <p14:tracePt t="105452" x="4870450" y="2032000"/>
          <p14:tracePt t="105485" x="4902200" y="2032000"/>
          <p14:tracePt t="105519" x="4997450" y="2032000"/>
          <p14:tracePt t="105552" x="5346700" y="1993900"/>
          <p14:tracePt t="105585" x="5581650" y="1974850"/>
          <p14:tracePt t="105621" x="5753100" y="1968500"/>
          <p14:tracePt t="105635" x="5765800" y="1968500"/>
          <p14:tracePt t="105668" x="5803900" y="1962150"/>
          <p14:tracePt t="105704" x="5810250" y="1962150"/>
          <p14:tracePt t="105736" x="5816600" y="1962150"/>
          <p14:tracePt t="105820" x="5816600" y="1968500"/>
          <p14:tracePt t="105867" x="5810250" y="1968500"/>
          <p14:tracePt t="106183" x="5365750" y="2025650"/>
          <p14:tracePt t="106205" x="5130800" y="2108200"/>
          <p14:tracePt t="106237" x="4629150" y="2355850"/>
          <p14:tracePt t="106268" x="4305300" y="2597150"/>
          <p14:tracePt t="106316" x="4083050" y="2743200"/>
          <p14:tracePt t="106337" x="4057650" y="2768600"/>
          <p14:tracePt t="106367" x="4057650" y="2806700"/>
          <p14:tracePt t="106399" x="4057650" y="2838450"/>
          <p14:tracePt t="106432" x="4064000" y="2857500"/>
          <p14:tracePt t="106453" x="4070350" y="2876550"/>
          <p14:tracePt t="106483" x="4089400" y="2927350"/>
          <p14:tracePt t="106531" x="4159250" y="3079750"/>
          <p14:tracePt t="106553" x="4171950" y="3111500"/>
          <p14:tracePt t="106584" x="4178300" y="3136900"/>
          <p14:tracePt t="110485" x="4159250" y="3028950"/>
          <p14:tracePt t="110518" x="4089400" y="2851150"/>
          <p14:tracePt t="110551" x="4006850" y="2603500"/>
          <p14:tracePt t="110584" x="3981450" y="2482850"/>
          <p14:tracePt t="110617" x="3968750" y="2400300"/>
          <p14:tracePt t="110650" x="3968750" y="2381250"/>
          <p14:tracePt t="110684" x="3968750" y="2355850"/>
          <p14:tracePt t="110718" x="3968750" y="2336800"/>
          <p14:tracePt t="110750" x="3975100" y="2311400"/>
          <p14:tracePt t="110769" x="3975100" y="2305050"/>
          <p14:tracePt t="110800" x="3987800" y="2286000"/>
          <p14:tracePt t="110850" x="3987800" y="2279650"/>
          <p14:tracePt t="110883" x="3994150" y="2279650"/>
          <p14:tracePt t="110916" x="4000500" y="2279650"/>
          <p14:tracePt t="110999" x="4000500" y="2286000"/>
          <p14:tracePt t="111033" x="4000500" y="2298700"/>
          <p14:tracePt t="111365" x="3917950" y="2286000"/>
          <p14:tracePt t="111398" x="3632200" y="2228850"/>
          <p14:tracePt t="111431" x="3232150" y="2203450"/>
          <p14:tracePt t="111465" x="2978150" y="2203450"/>
          <p14:tracePt t="111483" x="2927350" y="2203450"/>
          <p14:tracePt t="111514" x="2838450" y="2209800"/>
          <p14:tracePt t="111548" x="2819400" y="2222500"/>
          <p14:tracePt t="111581" x="2813050" y="2241550"/>
          <p14:tracePt t="111614" x="2806700" y="2260600"/>
          <p14:tracePt t="111680" x="2838450" y="2254250"/>
          <p14:tracePt t="111716" x="2908300" y="2209800"/>
          <p14:tracePt t="111749" x="3003550" y="2203450"/>
          <p14:tracePt t="111781" x="3397250" y="2203450"/>
          <p14:tracePt t="111799" x="3536950" y="2209800"/>
          <p14:tracePt t="111830" x="3911600" y="2216150"/>
          <p14:tracePt t="111863" x="4191000" y="2216150"/>
          <p14:tracePt t="111896" x="4419600" y="2171700"/>
          <p14:tracePt t="111932" x="4489450" y="2146300"/>
          <p14:tracePt t="111965" x="4502150" y="2120900"/>
          <p14:tracePt t="111999" x="4502150" y="2114550"/>
          <p14:tracePt t="112031" x="4489450" y="2108200"/>
          <p14:tracePt t="112062" x="4470400" y="2108200"/>
          <p14:tracePt t="112096" x="4464050" y="2108200"/>
          <p14:tracePt t="112132" x="4438650" y="2108200"/>
          <p14:tracePt t="112164" x="4419600" y="2108200"/>
          <p14:tracePt t="112182" x="4381500" y="2120900"/>
          <p14:tracePt t="112200" x="4305300" y="2127250"/>
          <p14:tracePt t="112234" x="4095750" y="2165350"/>
          <p14:tracePt t="112264" x="3784600" y="2203450"/>
          <p14:tracePt t="112295" x="3384550" y="2266950"/>
          <p14:tracePt t="112345" x="3086100" y="2298700"/>
          <p14:tracePt t="112378" x="3009900" y="2298700"/>
          <p14:tracePt t="112428" x="2571750" y="2305050"/>
          <p14:tracePt t="112464" x="2343150" y="2292350"/>
          <p14:tracePt t="112496" x="2133600" y="2273300"/>
          <p14:tracePt t="112527" x="1778000" y="2254250"/>
          <p14:tracePt t="112563" x="1568450" y="2241550"/>
          <p14:tracePt t="112596" x="1371600" y="2247900"/>
          <p14:tracePt t="112627" x="1263650" y="2254250"/>
          <p14:tracePt t="112663" x="1174750" y="2260600"/>
          <p14:tracePt t="112683" x="1136650" y="2266950"/>
          <p14:tracePt t="112700" x="1111250" y="2273300"/>
          <p14:tracePt t="112731" x="1073150" y="2286000"/>
          <p14:tracePt t="112762" x="1035050" y="2292350"/>
          <p14:tracePt t="112793" x="984250" y="2298700"/>
          <p14:tracePt t="112843" x="946150" y="2298700"/>
          <p14:tracePt t="112879" x="927100" y="2305050"/>
          <p14:tracePt t="112926" x="920750" y="2305050"/>
          <p14:tracePt t="112979" x="920750" y="2311400"/>
          <p14:tracePt t="113011" x="933450" y="2311400"/>
          <p14:tracePt t="113075" x="946150" y="2317750"/>
          <p14:tracePt t="113142" x="965200" y="2317750"/>
          <p14:tracePt t="113175" x="977900" y="2324100"/>
          <p14:tracePt t="113210" x="990600" y="2324100"/>
          <p14:tracePt t="113258" x="1041400" y="2330450"/>
          <p14:tracePt t="113279" x="1060450" y="2330450"/>
          <p14:tracePt t="113325" x="1187450" y="2317750"/>
          <p14:tracePt t="113358" x="1422400" y="2311400"/>
          <p14:tracePt t="113391" x="1797050" y="2298700"/>
          <p14:tracePt t="113424" x="2108200" y="2298700"/>
          <p14:tracePt t="113457" x="2641600" y="2286000"/>
          <p14:tracePt t="113491" x="3098800" y="2273300"/>
          <p14:tracePt t="113524" x="3505200" y="2254250"/>
          <p14:tracePt t="113557" x="3708400" y="2222500"/>
          <p14:tracePt t="113590" x="3956050" y="2171700"/>
          <p14:tracePt t="113624" x="4203700" y="2178050"/>
          <p14:tracePt t="113657" x="4457700" y="2197100"/>
          <p14:tracePt t="113675" x="4533900" y="2209800"/>
          <p14:tracePt t="113693" x="4756150" y="2247900"/>
          <p14:tracePt t="113724" x="5022850" y="2279650"/>
          <p14:tracePt t="113757" x="5384800" y="2324100"/>
          <p14:tracePt t="113789" x="5638800" y="2330450"/>
          <p14:tracePt t="113823" x="5727700" y="2330450"/>
          <p14:tracePt t="113856" x="5810250" y="2330450"/>
          <p14:tracePt t="113889" x="5829300" y="2330450"/>
          <p14:tracePt t="113922" x="5835650" y="2330450"/>
          <p14:tracePt t="113956" x="5842000" y="2330450"/>
          <p14:tracePt t="114039" x="5816600" y="2336800"/>
          <p14:tracePt t="114072" x="5740400" y="2330450"/>
          <p14:tracePt t="114105" x="5607050" y="2324100"/>
          <p14:tracePt t="114138" x="5353050" y="2324100"/>
          <p14:tracePt t="114172" x="4311650" y="2330450"/>
          <p14:tracePt t="114192" x="3028950" y="2419350"/>
          <p14:tracePt t="114207" x="2660650" y="2438400"/>
          <p14:tracePt t="114239" x="1993900" y="2476500"/>
          <p14:tracePt t="114271" x="1555750" y="2476500"/>
          <p14:tracePt t="114305" x="1206500" y="2527300"/>
          <p14:tracePt t="114338" x="1104900" y="2552700"/>
          <p14:tracePt t="114372" x="1022350" y="2559050"/>
          <p14:tracePt t="114404" x="920750" y="2559050"/>
          <p14:tracePt t="114438" x="863600" y="2552700"/>
          <p14:tracePt t="114471" x="850900" y="2552700"/>
          <p14:tracePt t="114538" x="844550" y="2540000"/>
          <p14:tracePt t="114587" x="876300" y="2520950"/>
          <p14:tracePt t="114620" x="946150" y="2508250"/>
          <p14:tracePt t="114654" x="1130300" y="2482850"/>
          <p14:tracePt t="114687" x="1670050" y="2482850"/>
          <p14:tracePt t="114720" x="2768600" y="2432050"/>
          <p14:tracePt t="114753" x="4298950" y="2393950"/>
          <p14:tracePt t="114772" x="4787900" y="2393950"/>
          <p14:tracePt t="114803" x="5880100" y="2362200"/>
          <p14:tracePt t="114836" x="6184900" y="2349500"/>
          <p14:tracePt t="114870" x="6343650" y="2336800"/>
          <p14:tracePt t="114903" x="6369050" y="2343150"/>
          <p14:tracePt t="114953" x="6369050" y="2349500"/>
          <p14:tracePt t="115002" x="6337300" y="2343150"/>
          <p14:tracePt t="115036" x="6299200" y="2336800"/>
          <p14:tracePt t="115069" x="6286500" y="2324100"/>
          <p14:tracePt t="115102" x="6248400" y="2317750"/>
          <p14:tracePt t="115136" x="6223000" y="2305050"/>
          <p14:tracePt t="115168" x="6178550" y="2279650"/>
          <p14:tracePt t="115337" x="6007100" y="2228850"/>
          <p14:tracePt t="115653" x="5905500" y="2241550"/>
          <p14:tracePt t="115685" x="5803900" y="2260600"/>
          <p14:tracePt t="115705" x="5734050" y="2266950"/>
          <p14:tracePt t="115735" x="5600700" y="2266950"/>
          <p14:tracePt t="115766" x="5473700" y="2266950"/>
          <p14:tracePt t="115800" x="5365750" y="2235200"/>
          <p14:tracePt t="115835" x="5308600" y="2216150"/>
          <p14:tracePt t="115868" x="5257800" y="2159000"/>
          <p14:tracePt t="115885" x="5251450" y="2146300"/>
          <p14:tracePt t="115916" x="5194300" y="2095500"/>
          <p14:tracePt t="115938" x="5162550" y="2063750"/>
          <p14:tracePt t="115968" x="5143500" y="2057400"/>
          <p14:tracePt t="115999" x="5111750" y="2032000"/>
          <p14:tracePt t="116049" x="5048250" y="2006600"/>
          <p14:tracePt t="116067" x="5022850" y="2000250"/>
          <p14:tracePt t="116098" x="5003800" y="2000250"/>
          <p14:tracePt t="116201" x="5022850" y="2012950"/>
          <p14:tracePt t="116233" x="5041900" y="2019300"/>
          <p14:tracePt t="116269" x="5099050" y="2051050"/>
          <p14:tracePt t="116300" x="5124450" y="2063750"/>
          <p14:tracePt t="116347" x="5143500" y="2082800"/>
          <p14:tracePt t="116369" x="5137150" y="2082800"/>
          <p14:tracePt t="116399" x="5124450" y="2082800"/>
          <p14:tracePt t="116431" x="5105400" y="2082800"/>
          <p14:tracePt t="116452" x="5086350" y="2082800"/>
          <p14:tracePt t="116485" x="5016500" y="2076450"/>
          <p14:tracePt t="116530" x="4699000" y="2089150"/>
          <p14:tracePt t="116564" x="4343400" y="2120900"/>
          <p14:tracePt t="116582" x="4203700" y="2127250"/>
          <p14:tracePt t="116601" x="3886200" y="2152650"/>
          <p14:tracePt t="116632" x="3352800" y="2178050"/>
          <p14:tracePt t="116663" x="2698750" y="2235200"/>
          <p14:tracePt t="116685" x="2470150" y="2254250"/>
          <p14:tracePt t="116729" x="2089150" y="2286000"/>
          <p14:tracePt t="116763" x="1822450" y="2324100"/>
          <p14:tracePt t="116796" x="1676400" y="2343150"/>
          <p14:tracePt t="116829" x="1530350" y="2368550"/>
          <p14:tracePt t="116862" x="1377950" y="2400300"/>
          <p14:tracePt t="116896" x="1295400" y="2406650"/>
          <p14:tracePt t="116929" x="1212850" y="2400300"/>
          <p14:tracePt t="116947" x="1200150" y="2400300"/>
          <p14:tracePt t="116979" x="1187450" y="2387600"/>
          <p14:tracePt t="117012" x="1174750" y="2387600"/>
          <p14:tracePt t="117045" x="1168400" y="2381250"/>
          <p14:tracePt t="117078" x="1168400" y="2374900"/>
          <p14:tracePt t="117161" x="1187450" y="2374900"/>
          <p14:tracePt t="117211" x="1193800" y="2374900"/>
          <p14:tracePt t="117231" x="1206500" y="2381250"/>
          <p14:tracePt t="117277" x="1231900" y="2387600"/>
          <p14:tracePt t="117311" x="1333500" y="2393950"/>
          <p14:tracePt t="117344" x="1625600" y="2413000"/>
          <p14:tracePt t="117377" x="1854200" y="2438400"/>
          <p14:tracePt t="117411" x="2647950" y="2463800"/>
          <p14:tracePt t="117444" x="3409950" y="2470150"/>
          <p14:tracePt t="117477" x="4222750" y="2451100"/>
          <p14:tracePt t="117495" x="4464050" y="2438400"/>
          <p14:tracePt t="117527" x="4927600" y="2438400"/>
          <p14:tracePt t="117560" x="5105400" y="2438400"/>
          <p14:tracePt t="117593" x="5207000" y="2432050"/>
          <p14:tracePt t="117627" x="5219700" y="2425700"/>
          <p14:tracePt t="117676" x="5207000" y="2419350"/>
          <p14:tracePt t="117710" x="5194300" y="2419350"/>
          <p14:tracePt t="117759" x="5181600" y="2419350"/>
          <p14:tracePt t="117792" x="5162550" y="2419350"/>
          <p14:tracePt t="117826" x="5137150" y="2400300"/>
          <p14:tracePt t="118391" x="4997450" y="2432050"/>
          <p14:tracePt t="118426" x="4883150" y="2463800"/>
          <p14:tracePt t="118459" x="4730750" y="2527300"/>
          <p14:tracePt t="118491" x="4419600" y="2647950"/>
          <p14:tracePt t="118526" x="4229100" y="2730500"/>
          <p14:tracePt t="118559" x="4108450" y="2787650"/>
          <p14:tracePt t="118575" x="4102100" y="2787650"/>
          <p14:tracePt t="118606" x="4089400" y="2794000"/>
          <p14:tracePt t="118642" x="4076700" y="2781300"/>
          <p14:tracePt t="119058" x="3930650" y="2819400"/>
          <p14:tracePt t="119072" x="3892550" y="2825750"/>
          <p14:tracePt t="119090" x="3867150" y="2832100"/>
          <p14:tracePt t="119109" x="3803650" y="2857500"/>
          <p14:tracePt t="119143" x="3676650" y="2882900"/>
          <p14:tracePt t="119159" x="3644900" y="2895600"/>
          <p14:tracePt t="119190" x="3517900" y="2927350"/>
          <p14:tracePt t="119238" x="3365500" y="2965450"/>
          <p14:tracePt t="119256" x="3333750" y="2971800"/>
          <p14:tracePt t="119287" x="3289300" y="2984500"/>
          <p14:tracePt t="119321" x="3251200" y="2990850"/>
          <p14:tracePt t="119342" x="3232150" y="3003550"/>
          <p14:tracePt t="119372" x="3200400" y="3009900"/>
          <p14:tracePt t="119885" x="3016250" y="3003550"/>
          <p14:tracePt t="119907" x="2882900" y="3003550"/>
          <p14:tracePt t="119952" x="2571750" y="3016250"/>
          <p14:tracePt t="119985" x="2368550" y="3016250"/>
          <p14:tracePt t="120007" x="2311400" y="3016250"/>
          <p14:tracePt t="120037" x="2228850" y="3035300"/>
          <p14:tracePt t="120068" x="2197100" y="3035300"/>
          <p14:tracePt t="120101" x="2127250" y="3048000"/>
          <p14:tracePt t="120135" x="2089150" y="3048000"/>
          <p14:tracePt t="120168" x="2063750" y="3035300"/>
          <p14:tracePt t="120201" x="2051050" y="3035300"/>
          <p14:tracePt t="120234" x="2038350" y="3035300"/>
          <p14:tracePt t="120269" x="2006600" y="3035300"/>
          <p14:tracePt t="120301" x="1974850" y="3035300"/>
          <p14:tracePt t="120334" x="1949450" y="3035300"/>
          <p14:tracePt t="120367" x="1930400" y="3028950"/>
          <p14:tracePt t="120400" x="1905000" y="3022600"/>
          <p14:tracePt t="120766" x="1879600" y="3003550"/>
          <p14:tracePt t="120799" x="1816100" y="2959100"/>
          <p14:tracePt t="120832" x="1758950" y="2921000"/>
          <p14:tracePt t="120865" x="1695450" y="2889250"/>
          <p14:tracePt t="120898" x="1651000" y="2876550"/>
          <p14:tracePt t="120932" x="1619250" y="2857500"/>
          <p14:tracePt t="120965" x="1612900" y="2851150"/>
          <p14:tracePt t="121015" x="1606550" y="2851150"/>
          <p14:tracePt t="121098" x="1606550" y="2844800"/>
          <p14:tracePt t="121164" x="1612900" y="2844800"/>
          <p14:tracePt t="121214" x="1631950" y="2844800"/>
          <p14:tracePt t="121234" x="1638300" y="2844800"/>
          <p14:tracePt t="121266" x="1676400" y="2851150"/>
          <p14:tracePt t="121283" x="1689100" y="2851150"/>
          <p14:tracePt t="121314" x="1765300" y="2851150"/>
          <p14:tracePt t="121347" x="1892300" y="2844800"/>
          <p14:tracePt t="121380" x="2038350" y="2838450"/>
          <p14:tracePt t="121413" x="2114550" y="2825750"/>
          <p14:tracePt t="121447" x="2254250" y="2813050"/>
          <p14:tracePt t="121480" x="2336800" y="2800350"/>
          <p14:tracePt t="121513" x="2393950" y="2787650"/>
          <p14:tracePt t="121546" x="2406650" y="2781300"/>
          <p14:tracePt t="121579" x="2425700" y="2781300"/>
          <p14:tracePt t="121663" x="2413000" y="2781300"/>
          <p14:tracePt t="121712" x="2413000" y="2774950"/>
          <p14:tracePt t="122031" x="2419350" y="2768600"/>
          <p14:tracePt t="122063" x="2470150" y="2762250"/>
          <p14:tracePt t="122095" x="2565400" y="2755900"/>
          <p14:tracePt t="122145" x="2730500" y="2743200"/>
          <p14:tracePt t="122178" x="2813050" y="2743200"/>
          <p14:tracePt t="122211" x="2876550" y="2743200"/>
          <p14:tracePt t="122229" x="2882900" y="2743200"/>
          <p14:tracePt t="122249" x="2901950" y="2743200"/>
          <p14:tracePt t="122279" x="2927350" y="2743200"/>
          <p14:tracePt t="122310" x="2946400" y="2743200"/>
          <p14:tracePt t="122360" x="2971800" y="2743200"/>
          <p14:tracePt t="122396" x="2990850" y="2743200"/>
          <p14:tracePt t="122460" x="3003550" y="2743200"/>
          <p14:tracePt t="122510" x="3009900" y="2743200"/>
          <p14:tracePt t="122543" x="3022600" y="2743200"/>
          <p14:tracePt t="122564" x="3048000" y="2743200"/>
          <p14:tracePt t="122595" x="3079750" y="2743200"/>
          <p14:tracePt t="122642" x="3232150" y="2724150"/>
          <p14:tracePt t="122664" x="3314700" y="2717800"/>
          <p14:tracePt t="122697" x="3422650" y="2698750"/>
          <p14:tracePt t="122727" x="3473450" y="2692400"/>
          <p14:tracePt t="122759" x="3492500" y="2692400"/>
          <p14:tracePt t="122778" x="3498850" y="2692400"/>
          <p14:tracePt t="122842" x="3505200" y="2686050"/>
          <p14:tracePt t="122975" x="3492500" y="2686050"/>
          <p14:tracePt t="123024" x="3486150" y="2679700"/>
          <p14:tracePt t="123324" x="3835400" y="2692400"/>
          <p14:tracePt t="123357" x="4241800" y="2736850"/>
          <p14:tracePt t="123390" x="4699000" y="2768600"/>
          <p14:tracePt t="123423" x="4921250" y="2768600"/>
          <p14:tracePt t="123457" x="5067300" y="2762250"/>
          <p14:tracePt t="123489" x="5099050" y="2755900"/>
          <p14:tracePt t="123523" x="5149850" y="2736850"/>
          <p14:tracePt t="123556" x="5181600" y="2730500"/>
          <p14:tracePt t="123589" x="5213350" y="2724150"/>
          <p14:tracePt t="123608" x="5226050" y="2724150"/>
          <p14:tracePt t="123639" x="5308600" y="2724150"/>
          <p14:tracePt t="123672" x="5441950" y="2736850"/>
          <p14:tracePt t="123706" x="5607050" y="2774950"/>
          <p14:tracePt t="123739" x="5803900" y="2800350"/>
          <p14:tracePt t="123772" x="5911850" y="2806700"/>
          <p14:tracePt t="123790" x="5943600" y="2806700"/>
          <p14:tracePt t="123822" x="6076950" y="2806700"/>
          <p14:tracePt t="123855" x="6172200" y="2806700"/>
          <p14:tracePt t="123888" x="6292850" y="2800350"/>
          <p14:tracePt t="123921" x="6451600" y="2787650"/>
          <p14:tracePt t="123955" x="6591300" y="2787650"/>
          <p14:tracePt t="123988" x="6750050" y="2781300"/>
          <p14:tracePt t="124021" x="6946900" y="2755900"/>
          <p14:tracePt t="124055" x="7067550" y="2755900"/>
          <p14:tracePt t="124087" x="7150100" y="2755900"/>
          <p14:tracePt t="124121" x="7232650" y="2749550"/>
          <p14:tracePt t="124154" x="7270750" y="2736850"/>
          <p14:tracePt t="124187" x="7270750" y="2724150"/>
          <p14:tracePt t="124220" x="7232650" y="2724150"/>
          <p14:tracePt t="124254" x="7067550" y="2724150"/>
          <p14:tracePt t="124287" x="6661150" y="2736850"/>
          <p14:tracePt t="124322" x="5613400" y="2768600"/>
          <p14:tracePt t="124353" x="5035550" y="2755900"/>
          <p14:tracePt t="124386" x="4064000" y="2730500"/>
          <p14:tracePt t="124420" x="3670300" y="2743200"/>
          <p14:tracePt t="124454" x="3276600" y="2774950"/>
          <p14:tracePt t="124471" x="3200400" y="2787650"/>
          <p14:tracePt t="124504" x="2933700" y="2844800"/>
          <p14:tracePt t="124539" x="2762250" y="2857500"/>
          <p14:tracePt t="124571" x="2641600" y="2882900"/>
          <p14:tracePt t="124603" x="2482850" y="2921000"/>
          <p14:tracePt t="124638" x="2438400" y="2933700"/>
          <p14:tracePt t="124671" x="2406650" y="2933700"/>
          <p14:tracePt t="124703" x="2393950" y="2933700"/>
          <p14:tracePt t="124738" x="2362200" y="2946400"/>
          <p14:tracePt t="124771" x="2336800" y="2952750"/>
          <p14:tracePt t="124788" x="2317750" y="2952750"/>
          <p14:tracePt t="124818" x="2292350" y="2952750"/>
          <p14:tracePt t="124854" x="2254250" y="2952750"/>
          <p14:tracePt t="124868" x="2241550" y="2952750"/>
          <p14:tracePt t="124902" x="2197100" y="2952750"/>
          <p14:tracePt t="124922" x="2171700" y="2946400"/>
          <p14:tracePt t="124953" x="2139950" y="2933700"/>
          <p14:tracePt t="124984" x="2133600" y="2933700"/>
          <p14:tracePt t="125018" x="2127250" y="2927350"/>
          <p14:tracePt t="126014" x="2152650" y="2895600"/>
          <p14:tracePt t="126047" x="2171700" y="2857500"/>
          <p14:tracePt t="126081" x="2171700" y="2787650"/>
          <p14:tracePt t="126114" x="2165350" y="2711450"/>
          <p14:tracePt t="126147" x="2139950" y="2628900"/>
          <p14:tracePt t="126168" x="2114550" y="2590800"/>
          <p14:tracePt t="126201" x="2082800" y="2533650"/>
          <p14:tracePt t="126232" x="2063750" y="2514600"/>
          <p14:tracePt t="126263" x="2032000" y="2495550"/>
          <p14:tracePt t="126297" x="2019300" y="2489200"/>
          <p14:tracePt t="126332" x="2000250" y="2482850"/>
          <p14:tracePt t="126363" x="1981200" y="2482850"/>
          <p14:tracePt t="126396" x="1974850" y="2482850"/>
          <p14:tracePt t="126465" x="1962150" y="2482850"/>
          <p14:tracePt t="126512" x="1955800" y="2482850"/>
          <p14:tracePt t="126562" x="1949450" y="2482850"/>
          <p14:tracePt t="126595" x="1949450" y="2470150"/>
          <p14:tracePt t="126629" x="1949450" y="2457450"/>
          <p14:tracePt t="126679" x="1949450" y="2432050"/>
          <p14:tracePt t="126700" x="1949450" y="2419350"/>
          <p14:tracePt t="126748" x="1936750" y="2381250"/>
          <p14:tracePt t="126781" x="1898650" y="2336800"/>
          <p14:tracePt t="126812" x="1771650" y="2298700"/>
          <p14:tracePt t="126844" x="1631950" y="2273300"/>
          <p14:tracePt t="126878" x="1492250" y="2266950"/>
          <p14:tracePt t="126911" x="1365250" y="2266950"/>
          <p14:tracePt t="126945" x="1301750" y="2266950"/>
          <p14:tracePt t="126966" x="1276350" y="2266950"/>
          <p14:tracePt t="126996" x="1250950" y="2266950"/>
          <p14:tracePt t="127030" x="1231900" y="2266950"/>
          <p14:tracePt t="127062" x="1225550" y="2266950"/>
          <p14:tracePt t="127094" x="1257300" y="2254250"/>
          <p14:tracePt t="127127" x="1301750" y="2247900"/>
          <p14:tracePt t="127160" x="1397000" y="2222500"/>
          <p14:tracePt t="127193" x="1676400" y="2209800"/>
          <p14:tracePt t="127215" x="1879600" y="2209800"/>
          <p14:tracePt t="127248" x="2184400" y="2222500"/>
          <p14:tracePt t="127279" x="2527300" y="2216150"/>
          <p14:tracePt t="127310" x="2774950" y="2209800"/>
          <p14:tracePt t="127329" x="2889250" y="2190750"/>
          <p14:tracePt t="127361" x="2984500" y="2184400"/>
          <p14:tracePt t="127393" x="3009900" y="2171700"/>
          <p14:tracePt t="127443" x="3003550" y="2159000"/>
          <p14:tracePt t="127493" x="2978150" y="2159000"/>
          <p14:tracePt t="127528" x="2959100" y="2159000"/>
          <p14:tracePt t="127561" x="2940050" y="2159000"/>
          <p14:tracePt t="127892" x="3308350" y="2241550"/>
          <p14:tracePt t="127924" x="3898900" y="2336800"/>
          <p14:tracePt t="127946" x="4191000" y="2355850"/>
          <p14:tracePt t="127976" x="4330700" y="2355850"/>
          <p14:tracePt t="128008" x="4356100" y="2349500"/>
          <p14:tracePt t="128060" x="4343400" y="2349500"/>
          <p14:tracePt t="128092" x="4324350" y="2355850"/>
          <p14:tracePt t="128124" x="4286250" y="2362200"/>
          <p14:tracePt t="128173" x="4260850" y="2355850"/>
          <p14:tracePt t="128207" x="4229100" y="2349500"/>
          <p14:tracePt t="128257" x="4127500" y="2317750"/>
          <p14:tracePt t="128292" x="3962400" y="2286000"/>
          <p14:tracePt t="128325" x="3638550" y="2247900"/>
          <p14:tracePt t="128341" x="3562350" y="2241550"/>
          <p14:tracePt t="128377" x="3327400" y="2254250"/>
          <p14:tracePt t="128408" x="3244850" y="2260600"/>
          <p14:tracePt t="128456" x="3124200" y="2266950"/>
          <p14:tracePt t="128477" x="3111500" y="2279650"/>
          <p14:tracePt t="128507" x="3098800" y="2279650"/>
          <p14:tracePt t="128539" x="3098800" y="2292350"/>
          <p14:tracePt t="128572" x="3124200" y="2292350"/>
          <p14:tracePt t="128594" x="3155950" y="2292350"/>
          <p14:tracePt t="128624" x="3270250" y="2279650"/>
          <p14:tracePt t="128672" x="3600450" y="2273300"/>
          <p14:tracePt t="128693" x="3790950" y="2273300"/>
          <p14:tracePt t="128726" x="4013200" y="2298700"/>
          <p14:tracePt t="128771" x="4064000" y="2311400"/>
          <p14:tracePt t="128854" x="4044950" y="2311400"/>
          <p14:tracePt t="128889" x="4019550" y="2311400"/>
          <p14:tracePt t="128909" x="4006850" y="2311400"/>
          <p14:tracePt t="128954" x="3981450" y="2311400"/>
          <p14:tracePt t="128987" x="3956050" y="2311400"/>
          <p14:tracePt t="129020" x="3930650" y="2305050"/>
          <p14:tracePt t="129054" x="3816350" y="2286000"/>
          <p14:tracePt t="129087" x="3644900" y="2266950"/>
          <p14:tracePt t="129120" x="3371850" y="2241550"/>
          <p14:tracePt t="129153" x="3206750" y="2241550"/>
          <p14:tracePt t="129186" x="3098800" y="2241550"/>
          <p14:tracePt t="129220" x="3041650" y="2247900"/>
          <p14:tracePt t="129253" x="3022600" y="2254250"/>
          <p14:tracePt t="129271" x="3016250" y="2260600"/>
          <p14:tracePt t="129353" x="3016250" y="2266950"/>
          <p14:tracePt t="129402" x="3041650" y="2266950"/>
          <p14:tracePt t="129436" x="3098800" y="2266950"/>
          <p14:tracePt t="129469" x="3270250" y="2254250"/>
          <p14:tracePt t="129502" x="3613150" y="2279650"/>
          <p14:tracePt t="129535" x="3911600" y="2317750"/>
          <p14:tracePt t="129569" x="4095750" y="2336800"/>
          <p14:tracePt t="129587" x="4133850" y="2343150"/>
          <p14:tracePt t="129619" x="4165600" y="2349500"/>
          <p14:tracePt t="129984" x="4159250" y="2349500"/>
          <p14:tracePt t="130017" x="4152900" y="2349500"/>
          <p14:tracePt t="130050" x="4140200" y="2349500"/>
          <p14:tracePt t="130084" x="4114800" y="2349500"/>
          <p14:tracePt t="130116" x="4070350" y="2343150"/>
          <p14:tracePt t="130150" x="3854450" y="2336800"/>
          <p14:tracePt t="130184" x="3581400" y="2330450"/>
          <p14:tracePt t="130216" x="3200400" y="2330450"/>
          <p14:tracePt t="130252" x="2971800" y="2349500"/>
          <p14:tracePt t="130285" x="2825750" y="2368550"/>
          <p14:tracePt t="130316" x="2686050" y="2406650"/>
          <p14:tracePt t="130352" x="2635250" y="2425700"/>
          <p14:tracePt t="130385" x="2590800" y="2438400"/>
          <p14:tracePt t="130416" x="2571750" y="2451100"/>
          <p14:tracePt t="130452" x="2559050" y="2451100"/>
          <p14:tracePt t="130484" x="2546350" y="2451100"/>
          <p14:tracePt t="130568" x="2559050" y="2451100"/>
          <p14:tracePt t="131329" x="2559050" y="2508250"/>
          <p14:tracePt t="131363" x="2514600" y="2667000"/>
          <p14:tracePt t="131384" x="2489200" y="2736850"/>
          <p14:tracePt t="131414" x="2406650" y="2882900"/>
          <p14:tracePt t="131445" x="2324100" y="3028950"/>
          <p14:tracePt t="131479" x="2254250" y="3162300"/>
          <p14:tracePt t="131500" x="2235200" y="3213100"/>
          <p14:tracePt t="131530" x="2190750" y="3289300"/>
          <p14:tracePt t="131578" x="2184400" y="3327400"/>
          <p14:tracePt t="131600" x="2184400" y="3333750"/>
          <p14:tracePt t="132724" x="1314450" y="2870200"/>
          <p14:tracePt t="132758" x="374650" y="2432050"/>
          <p14:tracePt t="135021" x="4565650" y="3708400"/>
          <p14:tracePt t="135054" x="4406900" y="3708400"/>
          <p14:tracePt t="135088" x="4254500" y="3708400"/>
          <p14:tracePt t="135107" x="4133850" y="3714750"/>
          <p14:tracePt t="135154" x="3790950" y="3708400"/>
          <p14:tracePt t="135187" x="3575050" y="3708400"/>
          <p14:tracePt t="135220" x="3416300" y="3708400"/>
          <p14:tracePt t="135254" x="3333750" y="3714750"/>
          <p14:tracePt t="135287" x="3282950" y="3721100"/>
          <p14:tracePt t="135320" x="3257550" y="3721100"/>
          <p14:tracePt t="135353" x="3238500" y="3721100"/>
          <p14:tracePt t="138243" x="3168650" y="3708400"/>
          <p14:tracePt t="138277" x="2927350" y="3670300"/>
          <p14:tracePt t="138310" x="2717800" y="3651250"/>
          <p14:tracePt t="138331" x="2603500" y="3644900"/>
          <p14:tracePt t="138376" x="2444750" y="3632200"/>
          <p14:tracePt t="138409" x="2432050" y="3638550"/>
          <p14:tracePt t="138443" x="2419350" y="3651250"/>
          <p14:tracePt t="138509" x="2419350" y="3657600"/>
          <p14:tracePt t="138542" x="2419350" y="3663950"/>
          <p14:tracePt t="138575" x="2419350" y="3670300"/>
          <p14:tracePt t="138609" x="2425700" y="3670300"/>
          <p14:tracePt t="138659" x="2444750" y="3676650"/>
          <p14:tracePt t="138725" x="2457450" y="3676650"/>
          <p14:tracePt t="138791" x="2470150" y="3676650"/>
          <p14:tracePt t="138825" x="2482850" y="3683000"/>
          <p14:tracePt t="138874" x="2495550" y="3683000"/>
          <p14:tracePt t="138908" x="2514600" y="3683000"/>
          <p14:tracePt t="138941" x="2540000" y="3683000"/>
          <p14:tracePt t="138974" x="2584450" y="3683000"/>
          <p14:tracePt t="139008" x="2654300" y="3683000"/>
          <p14:tracePt t="139041" x="2679700" y="3683000"/>
          <p14:tracePt t="139074" x="2705100" y="3683000"/>
          <p14:tracePt t="139107" x="2717800" y="3683000"/>
          <p14:tracePt t="139140" x="2736850" y="3683000"/>
          <p14:tracePt t="139190" x="2743200" y="3683000"/>
          <p14:tracePt t="139225" x="2755900" y="3683000"/>
          <p14:tracePt t="139273" x="2768600" y="3683000"/>
          <p14:tracePt t="139306" x="2787650" y="3695700"/>
          <p14:tracePt t="139339" x="2889250" y="3721100"/>
          <p14:tracePt t="139373" x="3048000" y="3752850"/>
          <p14:tracePt t="139406" x="3263900" y="3797300"/>
          <p14:tracePt t="139457" x="3378200" y="3822700"/>
          <p14:tracePt t="139489" x="3397250" y="3829050"/>
          <p14:tracePt t="139539" x="3390900" y="3835400"/>
          <p14:tracePt t="139558" x="3384550" y="3835400"/>
          <p14:tracePt t="139590" x="3371850" y="3841750"/>
          <p14:tracePt t="139622" x="3365500" y="3841750"/>
          <p14:tracePt t="140221" x="3378200" y="3778250"/>
          <p14:tracePt t="140255" x="3403600" y="3683000"/>
          <p14:tracePt t="140286" x="3435350" y="3581400"/>
          <p14:tracePt t="140320" x="3448050" y="3454400"/>
          <p14:tracePt t="140356" x="3460750" y="3187700"/>
          <p14:tracePt t="140388" x="3460750" y="2971800"/>
          <p14:tracePt t="140419" x="3460750" y="2800350"/>
          <p14:tracePt t="140441" x="3448050" y="2743200"/>
          <p14:tracePt t="140471" x="3441700" y="2686050"/>
          <p14:tracePt t="140502" x="3441700" y="2660650"/>
          <p14:tracePt t="140535" x="3479800" y="2597150"/>
          <p14:tracePt t="140572" x="3549650" y="2540000"/>
          <p14:tracePt t="140604" x="3740150" y="2419350"/>
          <p14:tracePt t="140620" x="3797300" y="2393950"/>
          <p14:tracePt t="140640" x="3930650" y="2336800"/>
          <p14:tracePt t="140670" x="4133850" y="2247900"/>
          <p14:tracePt t="140702" x="4362450" y="2159000"/>
          <p14:tracePt t="140735" x="4667250" y="2089150"/>
          <p14:tracePt t="140771" x="4851400" y="2051050"/>
          <p14:tracePt t="140803" x="5067300" y="2006600"/>
          <p14:tracePt t="140834" x="5137150" y="2000250"/>
          <p14:tracePt t="140856" x="5194300" y="1987550"/>
          <p14:tracePt t="140886" x="5283200" y="1987550"/>
          <p14:tracePt t="140920" x="5346700" y="1974850"/>
          <p14:tracePt t="140967" x="5416550" y="1974850"/>
          <p14:tracePt t="140988" x="5435600" y="1974850"/>
          <p14:tracePt t="141019" x="5461000" y="1987550"/>
          <p14:tracePt t="141067" x="5492750" y="2006600"/>
          <p14:tracePt t="141088" x="5505450" y="2012950"/>
          <p14:tracePt t="141119" x="5511800" y="2019300"/>
          <p14:tracePt t="141150" x="5518150" y="2019300"/>
          <p14:tracePt t="141183" x="5524500" y="2019300"/>
          <p14:tracePt t="141267" x="5518150" y="2025650"/>
          <p14:tracePt t="141304" x="5511800" y="2025650"/>
          <p14:tracePt t="141349" x="5505450" y="2025650"/>
          <p14:tracePt t="141382" x="5499100" y="2025650"/>
          <p14:tracePt t="142097" x="5588000" y="2120900"/>
          <p14:tracePt t="142130" x="5651500" y="2197100"/>
          <p14:tracePt t="142163" x="5676900" y="2235200"/>
          <p14:tracePt t="142196" x="5689600" y="2273300"/>
          <p14:tracePt t="142230" x="5695950" y="2286000"/>
          <p14:tracePt t="142263" x="5695950" y="2292350"/>
          <p14:tracePt t="142312" x="5695950" y="2305050"/>
          <p14:tracePt t="142529" x="5676900" y="2305050"/>
          <p14:tracePt t="142562" x="5657850" y="2324100"/>
          <p14:tracePt t="142595" x="5530850" y="2476500"/>
          <p14:tracePt t="142628" x="5353050" y="2743200"/>
          <p14:tracePt t="142662" x="5130800" y="3092450"/>
          <p14:tracePt t="142695" x="4921250" y="3397250"/>
          <p14:tracePt t="142728" x="4699000" y="3638550"/>
          <p14:tracePt t="142761" x="4495800" y="3810000"/>
          <p14:tracePt t="142795" x="4425950" y="3835400"/>
          <p14:tracePt t="142828" x="4413250" y="3848100"/>
          <p14:tracePt t="142877" x="4413250" y="3854450"/>
          <p14:tracePt t="142944" x="4413250" y="3860800"/>
          <p14:tracePt t="142977" x="4425950" y="3860800"/>
          <p14:tracePt t="143011" x="4445000" y="3860800"/>
          <p14:tracePt t="143046" x="4451350" y="3860800"/>
          <p14:tracePt t="143079" x="4476750" y="3860800"/>
          <p14:tracePt t="143110" x="4591050" y="3848100"/>
          <p14:tracePt t="143143" x="4775200" y="3822700"/>
          <p14:tracePt t="143176" x="5035550" y="3784600"/>
          <p14:tracePt t="143210" x="5365750" y="3702050"/>
          <p14:tracePt t="143243" x="5524500" y="3663950"/>
          <p14:tracePt t="143263" x="5588000" y="3644900"/>
          <p14:tracePt t="143294" x="5645150" y="3632200"/>
          <p14:tracePt t="143326" x="5657850" y="3625850"/>
          <p14:tracePt t="143347" x="5676900" y="3619500"/>
          <p14:tracePt t="143378" x="5689600" y="3613150"/>
          <p14:tracePt t="143409" x="5695950" y="3606800"/>
          <p14:tracePt t="143442" x="5715000" y="3606800"/>
          <p14:tracePt t="143492" x="5721350" y="3606800"/>
          <p14:tracePt t="143525" x="5727700" y="3600450"/>
          <p14:tracePt t="143609" x="5708650" y="3600450"/>
          <p14:tracePt t="144007" x="5372100" y="3270250"/>
          <p14:tracePt t="144043" x="4781550" y="2673350"/>
          <p14:tracePt t="144057" x="4641850" y="2559050"/>
          <p14:tracePt t="144078" x="4464050" y="2425700"/>
          <p14:tracePt t="144111" x="4140200" y="2222500"/>
          <p14:tracePt t="144142" x="3600450" y="1816100"/>
          <p14:tracePt t="144190" x="3175000" y="1466850"/>
          <p14:tracePt t="144211" x="2978150" y="1320800"/>
          <p14:tracePt t="144228" x="2914650" y="1282700"/>
          <p14:tracePt t="144258" x="2844800" y="1238250"/>
          <p14:tracePt t="144276" x="2819400" y="1219200"/>
          <p14:tracePt t="144310" x="2800350" y="1206500"/>
          <p14:tracePt t="144341" x="2794000" y="1206500"/>
          <p14:tracePt t="144405" x="2787650" y="1200150"/>
          <p14:tracePt t="144427" x="2768600" y="1193800"/>
          <p14:tracePt t="144472" x="2584450" y="1111250"/>
          <p14:tracePt t="144505" x="2508250" y="1066800"/>
          <p14:tracePt t="144526" x="2432050" y="1035050"/>
          <p14:tracePt t="144557" x="2273300" y="946150"/>
          <p14:tracePt t="144588" x="2120900" y="838200"/>
          <p14:tracePt t="144621" x="2012950" y="749300"/>
          <p14:tracePt t="144643" x="1974850" y="723900"/>
          <p14:tracePt t="144688" x="1930400" y="711200"/>
          <p14:tracePt t="144904" x="1943100" y="711200"/>
          <p14:tracePt t="144937" x="1968500" y="711200"/>
          <p14:tracePt t="144970" x="2025650" y="704850"/>
          <p14:tracePt t="145003" x="2133600" y="685800"/>
          <p14:tracePt t="145036" x="2311400" y="660400"/>
          <p14:tracePt t="145070" x="2419350" y="654050"/>
          <p14:tracePt t="145103" x="2451100" y="654050"/>
          <p14:tracePt t="145153" x="2419350" y="654050"/>
          <p14:tracePt t="145186" x="2381250" y="660400"/>
          <p14:tracePt t="145219" x="2279650" y="666750"/>
          <p14:tracePt t="145253" x="2171700" y="673100"/>
          <p14:tracePt t="145286" x="2095500" y="673100"/>
          <p14:tracePt t="145306" x="2076450" y="679450"/>
          <p14:tracePt t="145337" x="2089150" y="679450"/>
          <p14:tracePt t="145369" x="2139950" y="660400"/>
          <p14:tracePt t="145402" x="2470150" y="641350"/>
          <p14:tracePt t="145435" x="3086100" y="641350"/>
          <p14:tracePt t="145469" x="4013200" y="647700"/>
          <p14:tracePt t="145487" x="4140200" y="647700"/>
          <p14:tracePt t="145518" x="4521200" y="635000"/>
          <p14:tracePt t="145537" x="4565650" y="615950"/>
          <p14:tracePt t="145569" x="4616450" y="596900"/>
          <p14:tracePt t="145618" x="4629150" y="596900"/>
          <p14:tracePt t="145651" x="4641850" y="596900"/>
          <p14:tracePt t="145684" x="4699000" y="609600"/>
          <p14:tracePt t="145718" x="4787900" y="622300"/>
          <p14:tracePt t="145751" x="5010150" y="641350"/>
          <p14:tracePt t="145784" x="5264150" y="654050"/>
          <p14:tracePt t="145817" x="5530850" y="673100"/>
          <p14:tracePt t="145850" x="5937250" y="704850"/>
          <p14:tracePt t="145884" x="6229350" y="704850"/>
          <p14:tracePt t="145917" x="6445250" y="704850"/>
          <p14:tracePt t="145950" x="6604000" y="692150"/>
          <p14:tracePt t="145983" x="6769100" y="666750"/>
          <p14:tracePt t="146016" x="6889750" y="654050"/>
          <p14:tracePt t="146050" x="7016750" y="628650"/>
          <p14:tracePt t="146083" x="7156450" y="603250"/>
          <p14:tracePt t="146116" x="7251700" y="590550"/>
          <p14:tracePt t="146149" x="7346950" y="590550"/>
          <p14:tracePt t="146183" x="7442200" y="590550"/>
          <p14:tracePt t="146216" x="7512050" y="577850"/>
          <p14:tracePt t="146249" x="7562850" y="577850"/>
          <p14:tracePt t="146268" x="7569200" y="577850"/>
          <p14:tracePt t="146299" x="7581900" y="577850"/>
          <p14:tracePt t="146382" x="7569200" y="577850"/>
          <p14:tracePt t="146415" x="7556500" y="577850"/>
          <p14:tracePt t="146448" x="7543800" y="577850"/>
          <p14:tracePt t="146482" x="7505700" y="577850"/>
          <p14:tracePt t="146515" x="7391400" y="628650"/>
          <p14:tracePt t="146548" x="7251700" y="698500"/>
          <p14:tracePt t="146582" x="6870700" y="984250"/>
          <p14:tracePt t="146615" x="6489700" y="1441450"/>
          <p14:tracePt t="146647" x="6267450" y="1765300"/>
          <p14:tracePt t="146683" x="6083300" y="2051050"/>
          <p14:tracePt t="146716" x="5829300" y="2438400"/>
          <p14:tracePt t="146747" x="5651500" y="2628900"/>
          <p14:tracePt t="146783" x="5537200" y="2813050"/>
          <p14:tracePt t="148908" x="5353050" y="2876550"/>
          <p14:tracePt t="148940" x="4762500" y="3060700"/>
          <p14:tracePt t="148974" x="4445000" y="3162300"/>
          <p14:tracePt t="149024" x="3733800" y="3327400"/>
          <p14:tracePt t="149073" x="3479800" y="3397250"/>
          <p14:tracePt t="149106" x="3308350" y="3473450"/>
          <p14:tracePt t="149139" x="3200400" y="3524250"/>
          <p14:tracePt t="149173" x="3060700" y="3613150"/>
          <p14:tracePt t="149206" x="2965450" y="3670300"/>
          <p14:tracePt t="149238" x="2889250" y="3702050"/>
          <p14:tracePt t="149273" x="2717800" y="3733800"/>
          <p14:tracePt t="149306" x="2647950" y="3746500"/>
          <p14:tracePt t="149338" x="2501900" y="3778250"/>
          <p14:tracePt t="149371" x="2419350" y="3797300"/>
          <p14:tracePt t="149406" x="2273300" y="3822700"/>
          <p14:tracePt t="149455" x="2120900" y="3848100"/>
          <p14:tracePt t="149488" x="2095500" y="3860800"/>
          <p14:tracePt t="149522" x="2089150" y="3867150"/>
          <p14:tracePt t="149589" x="2089150" y="3873500"/>
          <p14:tracePt t="149654" x="2089150" y="3886200"/>
          <p14:tracePt t="149688" x="2095500" y="3892550"/>
          <p14:tracePt t="149739" x="2120900" y="3898900"/>
          <p14:tracePt t="149771" x="2127250" y="3898900"/>
          <p14:tracePt t="149820" x="2139950" y="3905250"/>
          <p14:tracePt t="149870" x="2159000" y="3911600"/>
          <p14:tracePt t="149905" x="2165350" y="3917950"/>
          <p14:tracePt t="149954" x="2171700" y="3930650"/>
          <p14:tracePt t="150037" x="2165350" y="3949700"/>
          <p14:tracePt t="150070" x="2159000" y="3949700"/>
          <p14:tracePt t="150121" x="2152650" y="3949700"/>
          <p14:tracePt t="150170" x="2152650" y="3962400"/>
          <p14:tracePt t="150202" x="2152650" y="3968750"/>
          <p14:tracePt t="150235" x="2159000" y="3975100"/>
          <p14:tracePt t="150290" x="2165350" y="3987800"/>
          <p14:tracePt t="150335" x="2165350" y="4000500"/>
          <p14:tracePt t="150385" x="2165350" y="4006850"/>
          <p14:tracePt t="150419" x="2165350" y="4019550"/>
          <p14:tracePt t="150468" x="2184400" y="4025900"/>
          <p14:tracePt t="150485" x="2190750" y="4025900"/>
          <p14:tracePt t="150502" x="2209800" y="4025900"/>
          <p14:tracePt t="150507" x="2216150" y="4025900"/>
          <p14:tracePt t="150551" x="2317750" y="4032250"/>
          <p14:tracePt t="150556" x="2336800" y="4038600"/>
          <p14:tracePt t="150601" x="2451100" y="4038600"/>
          <p14:tracePt t="150617" x="2470150" y="4038600"/>
          <p14:tracePt t="150650" x="2571750" y="4044950"/>
          <p14:tracePt t="150705" x="2667000" y="4044950"/>
          <p14:tracePt t="150750" x="2774950" y="4038600"/>
          <p14:tracePt t="150800" x="2876550" y="4038600"/>
          <p14:tracePt t="150838" x="3003550" y="4044950"/>
          <p14:tracePt t="150868" x="3041650" y="4044950"/>
          <p14:tracePt t="150901" x="3111500" y="4032250"/>
          <p14:tracePt t="150933" x="3194050" y="4025900"/>
          <p14:tracePt t="150988" x="3308350" y="4013200"/>
          <p14:tracePt t="151032" x="3409950" y="3987800"/>
          <p14:tracePt t="151051" x="3435350" y="3975100"/>
          <p14:tracePt t="151066" x="3441700" y="3975100"/>
          <p14:tracePt t="151100" x="3454400" y="3975100"/>
          <p14:tracePt t="151133" x="3454400" y="3968750"/>
          <p14:tracePt t="151253" x="3448050" y="3968750"/>
          <p14:tracePt t="151298" x="3435350" y="3968750"/>
          <p14:tracePt t="151348" x="3397250" y="3968750"/>
          <p14:tracePt t="151367" x="3346450" y="3968750"/>
          <p14:tracePt t="151398" x="3238500" y="3956050"/>
          <p14:tracePt t="151431" x="3111500" y="3956050"/>
          <p14:tracePt t="151481" x="2971800" y="3943350"/>
          <p14:tracePt t="151514" x="2921000" y="3937000"/>
          <p14:tracePt t="151550" x="2914650" y="3930650"/>
          <p14:tracePt t="151664" x="2927350" y="3930650"/>
          <p14:tracePt t="151697" x="2933700" y="3930650"/>
          <p14:tracePt t="151747" x="2959100" y="3924300"/>
          <p14:tracePt t="151797" x="3206750" y="3917950"/>
          <p14:tracePt t="151830" x="3562350" y="3917950"/>
          <p14:tracePt t="151863" x="3905250" y="3898900"/>
          <p14:tracePt t="151897" x="4133850" y="3898900"/>
          <p14:tracePt t="151931" x="4184650" y="3898900"/>
          <p14:tracePt t="151964" x="4191000" y="3898900"/>
          <p14:tracePt t="152147" x="4241800" y="3898900"/>
          <p14:tracePt t="152180" x="4362450" y="3898900"/>
          <p14:tracePt t="152211" x="4565650" y="3886200"/>
          <p14:tracePt t="152245" x="4946650" y="3867150"/>
          <p14:tracePt t="152280" x="5245100" y="3829050"/>
          <p14:tracePt t="152285" x="5308600" y="3829050"/>
          <p14:tracePt t="152331" x="5486400" y="3784600"/>
          <p14:tracePt t="152361" x="5549900" y="3778250"/>
          <p14:tracePt t="152394" x="5575300" y="3771900"/>
          <p14:tracePt t="152445" x="5613400" y="3765550"/>
          <p14:tracePt t="152477" x="5645150" y="3759200"/>
          <p14:tracePt t="152514" x="5683250" y="3752850"/>
          <p14:tracePt t="152546" x="5734050" y="3746500"/>
          <p14:tracePt t="152594" x="5829300" y="3740150"/>
          <p14:tracePt t="152615" x="5842000" y="3740150"/>
          <p14:tracePt t="152645" x="5854700" y="3740150"/>
          <p14:tracePt t="152694" x="5848350" y="3746500"/>
          <p14:tracePt t="152715" x="5842000" y="3752850"/>
          <p14:tracePt t="152763" x="5829300" y="3765550"/>
          <p14:tracePt t="152843" x="5822950" y="3771900"/>
          <p14:tracePt t="152893" x="5822950" y="3784600"/>
          <p14:tracePt t="152926" x="5810250" y="3784600"/>
          <p14:tracePt t="152947" x="5803900" y="3784600"/>
          <p14:tracePt t="152992" x="5791200" y="3778250"/>
          <p14:tracePt t="153025" x="5784850" y="3771900"/>
          <p14:tracePt t="153341" x="5861050" y="3810000"/>
          <p14:tracePt t="153363" x="5943600" y="3822700"/>
          <p14:tracePt t="153408" x="6108700" y="3803650"/>
          <p14:tracePt t="153441" x="6127750" y="3714750"/>
          <p14:tracePt t="153460" x="6121400" y="3619500"/>
          <p14:tracePt t="153491" x="6057900" y="3448050"/>
          <p14:tracePt t="153524" x="5899150" y="2965450"/>
          <p14:tracePt t="153557" x="5803900" y="2673350"/>
          <p14:tracePt t="153590" x="5676900" y="2400300"/>
          <p14:tracePt t="153623" x="5626100" y="2305050"/>
          <p14:tracePt t="153657" x="5619750" y="2260600"/>
          <p14:tracePt t="153706" x="5632450" y="2266950"/>
          <p14:tracePt t="153740" x="5657850" y="2349500"/>
          <p14:tracePt t="153773" x="5664200" y="2425700"/>
          <p14:tracePt t="153806" x="5721350" y="2590800"/>
          <p14:tracePt t="153840" x="5803900" y="2927350"/>
          <p14:tracePt t="153873" x="5924550" y="3568700"/>
          <p14:tracePt t="153906" x="5943600" y="3943350"/>
          <p14:tracePt t="153939" x="5943600" y="4178300"/>
          <p14:tracePt t="153959" x="5943600" y="4216400"/>
          <p14:tracePt t="153991" x="5943600" y="4229100"/>
          <p14:tracePt t="154022" x="5937250" y="4210050"/>
          <p14:tracePt t="154055" x="5930900" y="4178300"/>
          <p14:tracePt t="154438" x="5461000" y="4178300"/>
          <p14:tracePt t="154456" x="5276850" y="4178300"/>
          <p14:tracePt t="154488" x="4413250" y="4216400"/>
          <p14:tracePt t="154521" x="3949700" y="4298950"/>
          <p14:tracePt t="154554" x="3530600" y="4438650"/>
          <p14:tracePt t="154587" x="3289300" y="4527550"/>
          <p14:tracePt t="154621" x="3155950" y="4572000"/>
          <p14:tracePt t="154653" x="3136900" y="4578350"/>
          <p14:tracePt t="154703" x="3136900" y="4584700"/>
          <p14:tracePt t="154736" x="3136900" y="4591050"/>
          <p14:tracePt t="160118" x="3213100" y="4457700"/>
          <p14:tracePt t="160151" x="3282950" y="4184650"/>
          <p14:tracePt t="160172" x="3314700" y="3879850"/>
          <p14:tracePt t="160217" x="3289300" y="3206750"/>
          <p14:tracePt t="160251" x="3302000" y="2724150"/>
          <p14:tracePt t="160284" x="3365500" y="2393950"/>
          <p14:tracePt t="160302" x="3378200" y="2260600"/>
          <p14:tracePt t="160334" x="3384550" y="1987550"/>
          <p14:tracePt t="160367" x="3365500" y="1828800"/>
          <p14:tracePt t="160400" x="3327400" y="1739900"/>
          <p14:tracePt t="160433" x="3263900" y="1708150"/>
          <p14:tracePt t="160467" x="3181350" y="1708150"/>
          <p14:tracePt t="160500" x="3136900" y="1701800"/>
          <p14:tracePt t="160533" x="3086100" y="1739900"/>
          <p14:tracePt t="160552" x="3060700" y="1765300"/>
          <p14:tracePt t="160583" x="3022600" y="1822450"/>
          <p14:tracePt t="160616" x="2940050" y="1943100"/>
          <p14:tracePt t="160649" x="2832100" y="2082800"/>
          <p14:tracePt t="160668" x="2806700" y="2120900"/>
          <p14:tracePt t="160700" x="2781300" y="2159000"/>
          <p14:tracePt t="160732" x="2768600" y="2171700"/>
          <p14:tracePt t="160782" x="2768600" y="2184400"/>
          <p14:tracePt t="160815" x="2768600" y="2190750"/>
          <p14:tracePt t="160849" x="2749550" y="2203450"/>
          <p14:tracePt t="160899" x="2736850" y="2216150"/>
          <p14:tracePt t="160948" x="2736850" y="2222500"/>
          <p14:tracePt t="160981" x="2730500" y="2222500"/>
          <p14:tracePt t="161015" x="2730500" y="2228850"/>
          <p14:tracePt t="161099" x="2730500" y="2235200"/>
          <p14:tracePt t="161147" x="2755900" y="2235200"/>
          <p14:tracePt t="161181" x="2863850" y="2235200"/>
          <p14:tracePt t="161214" x="3155950" y="2222500"/>
          <p14:tracePt t="161247" x="3562350" y="2209800"/>
          <p14:tracePt t="161280" x="3924300" y="2190750"/>
          <p14:tracePt t="161314" x="4159250" y="2190750"/>
          <p14:tracePt t="161347" x="4260850" y="2178050"/>
          <p14:tracePt t="161380" x="4292600" y="2171700"/>
          <p14:tracePt t="161447" x="4292600" y="2178050"/>
          <p14:tracePt t="161480" x="4279900" y="2184400"/>
          <p14:tracePt t="161547" x="4273550" y="2190750"/>
          <p14:tracePt t="161579" x="4260850" y="2190750"/>
          <p14:tracePt t="161629" x="4254500" y="2190750"/>
          <p14:tracePt t="161662" x="4248150" y="2190750"/>
          <p14:tracePt t="161698" x="4229100" y="2190750"/>
          <p14:tracePt t="161731" x="4222750" y="2190750"/>
          <p14:tracePt t="161762" x="4121150" y="2190750"/>
          <p14:tracePt t="161798" x="3790950" y="2197100"/>
          <p14:tracePt t="161831" x="2819400" y="2197100"/>
          <p14:tracePt t="161862" x="2070100" y="2146300"/>
          <p14:tracePt t="161898" x="1682750" y="2101850"/>
          <p14:tracePt t="161930" x="1504950" y="2095500"/>
          <p14:tracePt t="161961" x="1485900" y="2095500"/>
          <p14:tracePt t="161983" x="1454150" y="2095500"/>
          <p14:tracePt t="162013" x="1416050" y="2108200"/>
          <p14:tracePt t="162045" x="1339850" y="2127250"/>
          <p14:tracePt t="162078" x="1206500" y="2171700"/>
          <p14:tracePt t="162100" x="1092200" y="2209800"/>
          <p14:tracePt t="162129" x="1028700" y="2235200"/>
          <p14:tracePt t="162161" x="933450" y="2279650"/>
          <p14:tracePt t="162211" x="895350" y="2292350"/>
          <p14:tracePt t="162277" x="895350" y="2298700"/>
          <p14:tracePt t="162299" x="895350" y="2305050"/>
          <p14:tracePt t="162331" x="901700" y="2311400"/>
          <p14:tracePt t="162377" x="914400" y="2311400"/>
          <p14:tracePt t="162426" x="920750" y="2317750"/>
          <p14:tracePt t="162462" x="927100" y="2317750"/>
          <p14:tracePt t="162495" x="933450" y="2317750"/>
          <p14:tracePt t="162543" x="946150" y="2311400"/>
          <p14:tracePt t="162579" x="952500" y="2311400"/>
          <p14:tracePt t="162612" x="965200" y="2305050"/>
          <p14:tracePt t="162692" x="977900" y="2305050"/>
          <p14:tracePt t="162726" x="990600" y="2305050"/>
          <p14:tracePt t="162747" x="996950" y="2298700"/>
          <p14:tracePt t="162809" x="1009650" y="2298700"/>
          <p14:tracePt t="162842" x="1022350" y="2298700"/>
          <p14:tracePt t="162863" x="1035050" y="2298700"/>
          <p14:tracePt t="162908" x="1111250" y="2330450"/>
          <p14:tracePt t="162941" x="1289050" y="2444750"/>
          <p14:tracePt t="162963" x="1587500" y="2660650"/>
          <p14:tracePt t="162993" x="1816100" y="2863850"/>
          <p14:tracePt t="163025" x="2127250" y="3225800"/>
          <p14:tracePt t="163043" x="2178050" y="3302000"/>
          <p14:tracePt t="163074" x="2260600" y="3562350"/>
          <p14:tracePt t="163107" x="2273300" y="3683000"/>
          <p14:tracePt t="163142" x="2260600" y="3752850"/>
          <p14:tracePt t="163174" x="2235200" y="3810000"/>
          <p14:tracePt t="163207" x="2228850" y="3835400"/>
          <p14:tracePt t="163226" x="2222500" y="3841750"/>
          <p14:tracePt t="163257" x="2209800" y="3860800"/>
          <p14:tracePt t="163290" x="2197100" y="3879850"/>
          <p14:tracePt t="163323" x="2184400" y="3892550"/>
          <p14:tracePt t="163357" x="2165350" y="3911600"/>
          <p14:tracePt t="163390" x="2127250" y="3917950"/>
          <p14:tracePt t="163423" x="2070100" y="3924300"/>
          <p14:tracePt t="163456" x="1987550" y="3949700"/>
          <p14:tracePt t="163490" x="1924050" y="3968750"/>
          <p14:tracePt t="163523" x="1885950" y="3968750"/>
          <p14:tracePt t="163556" x="1854200" y="3968750"/>
          <p14:tracePt t="163590" x="1816100" y="3956050"/>
          <p14:tracePt t="163609" x="1797050" y="3949700"/>
          <p14:tracePt t="163639" x="1752600" y="3937000"/>
          <p14:tracePt t="163672" x="1689100" y="3917950"/>
          <p14:tracePt t="163705" x="1638300" y="3917950"/>
          <p14:tracePt t="163739" x="1593850" y="3924300"/>
          <p14:tracePt t="163772" x="1587500" y="3924300"/>
          <p14:tracePt t="163806" x="1574800" y="3924300"/>
          <p14:tracePt t="163872" x="1555750" y="3924300"/>
          <p14:tracePt t="163906" x="1549400" y="3924300"/>
          <p14:tracePt t="163938" x="1530350" y="3924300"/>
          <p14:tracePt t="163988" x="1511300" y="3924300"/>
          <p14:tracePt t="164021" x="1498600" y="3924300"/>
          <p14:tracePt t="164087" x="1485900" y="3924300"/>
          <p14:tracePt t="164139" x="1479550" y="3924300"/>
          <p14:tracePt t="164270" x="1492250" y="3924300"/>
          <p14:tracePt t="164320" x="1511300" y="3924300"/>
          <p14:tracePt t="164353" x="1536700" y="3924300"/>
          <p14:tracePt t="164386" x="1625600" y="3949700"/>
          <p14:tracePt t="164420" x="1778000" y="3994150"/>
          <p14:tracePt t="164453" x="2000250" y="4064000"/>
          <p14:tracePt t="164486" x="2266950" y="4146550"/>
          <p14:tracePt t="164519" x="2520950" y="4235450"/>
          <p14:tracePt t="164553" x="2647950" y="4279900"/>
          <p14:tracePt t="164586" x="2698750" y="4298950"/>
          <p14:tracePt t="164619" x="2717800" y="4305300"/>
          <p14:tracePt t="164652" x="2730500" y="4318000"/>
          <p14:tracePt t="164685" x="2749550" y="4318000"/>
          <p14:tracePt t="164719" x="2806700" y="4318000"/>
          <p14:tracePt t="164752" x="2895600" y="4318000"/>
          <p14:tracePt t="164785" x="3124200" y="4318000"/>
          <p14:tracePt t="164818" x="3390900" y="4298950"/>
          <p14:tracePt t="164852" x="3638550" y="4254500"/>
          <p14:tracePt t="164885" x="3733800" y="4241800"/>
          <p14:tracePt t="164903" x="3778250" y="4216400"/>
          <p14:tracePt t="164935" x="3790950" y="4203700"/>
          <p14:tracePt t="164968" x="3797300" y="4184650"/>
          <p14:tracePt t="165017" x="3790950" y="4178300"/>
          <p14:tracePt t="165051" x="3778250" y="4165600"/>
          <p14:tracePt t="165084" x="3746500" y="4159250"/>
          <p14:tracePt t="165119" x="3740150" y="4159250"/>
          <p14:tracePt t="165152" x="3727450" y="4159250"/>
          <p14:tracePt t="165186" x="3721100" y="4159250"/>
          <p14:tracePt t="165219" x="3708400" y="4159250"/>
          <p14:tracePt t="165267" x="3663950" y="4159250"/>
          <p14:tracePt t="165303" x="3435350" y="4133850"/>
          <p14:tracePt t="165335" x="3257550" y="4108450"/>
          <p14:tracePt t="165366" x="2908300" y="4064000"/>
          <p14:tracePt t="165388" x="2787650" y="4044950"/>
          <p14:tracePt t="165418" x="2711450" y="4038600"/>
          <p14:tracePt t="165466" x="2686050" y="4038600"/>
          <p14:tracePt t="165487" x="2698750" y="4038600"/>
          <p14:tracePt t="165517" x="2755900" y="4019550"/>
          <p14:tracePt t="165549" x="2832100" y="4006850"/>
          <p14:tracePt t="165583" x="3028950" y="3987800"/>
          <p14:tracePt t="165618" x="3130550" y="3956050"/>
          <p14:tracePt t="165651" x="3168650" y="3943350"/>
          <p14:tracePt t="165682" x="3175000" y="3937000"/>
          <p14:tracePt t="165734" x="3187700" y="3937000"/>
          <p14:tracePt t="165767" x="3200400" y="3937000"/>
          <p14:tracePt t="165815" x="3263900" y="3956050"/>
          <p14:tracePt t="165851" x="3378200" y="4000500"/>
          <p14:tracePt t="165883" x="3568700" y="4038600"/>
          <p14:tracePt t="165902" x="3702050" y="4064000"/>
          <p14:tracePt t="165935" x="3898900" y="4102100"/>
          <p14:tracePt t="165966" x="4032250" y="4127500"/>
          <p14:tracePt t="166014" x="4165600" y="4152900"/>
          <p14:tracePt t="166050" x="4184650" y="4152900"/>
          <p14:tracePt t="166133" x="4171950" y="4140200"/>
          <p14:tracePt t="166166" x="4159250" y="4140200"/>
          <p14:tracePt t="166213" x="4146550" y="4133850"/>
          <p14:tracePt t="166235" x="4133850" y="4127500"/>
          <p14:tracePt t="166265" x="4121150" y="4114800"/>
          <p14:tracePt t="166330" x="4108450" y="4095750"/>
          <p14:tracePt t="166351" x="4102100" y="4083050"/>
          <p14:tracePt t="166382" x="4108450" y="4070350"/>
          <p14:tracePt t="166413" x="4127500" y="4044950"/>
          <p14:tracePt t="166434" x="4152900" y="4025900"/>
          <p14:tracePt t="166467" x="4210050" y="3975100"/>
          <p14:tracePt t="166484" x="4229100" y="3962400"/>
          <p14:tracePt t="166529" x="4254500" y="3943350"/>
          <p14:tracePt t="166562" x="4260850" y="3943350"/>
          <p14:tracePt t="166629" x="4254500" y="3937000"/>
          <p14:tracePt t="166647" x="4248150" y="3937000"/>
          <p14:tracePt t="166695" x="4235450" y="3949700"/>
          <p14:tracePt t="167044" x="3937000" y="4032250"/>
          <p14:tracePt t="167077" x="3695700" y="4114800"/>
          <p14:tracePt t="167110" x="3378200" y="4222750"/>
          <p14:tracePt t="167143" x="3200400" y="4286250"/>
          <p14:tracePt t="167179" x="3041650" y="4318000"/>
          <p14:tracePt t="167210" x="2806700" y="4324350"/>
          <p14:tracePt t="167243" x="2635250" y="4248150"/>
          <p14:tracePt t="167263" x="2514600" y="4178300"/>
          <p14:tracePt t="167309" x="2171700" y="4032250"/>
          <p14:tracePt t="167343" x="2063750" y="4000500"/>
          <p14:tracePt t="167376" x="2012950" y="3981450"/>
          <p14:tracePt t="167409" x="1974850" y="3975100"/>
          <p14:tracePt t="167443" x="1949450" y="3968750"/>
          <p14:tracePt t="167476" x="1930400" y="3962400"/>
          <p14:tracePt t="167509" x="1917700" y="3956050"/>
          <p14:tracePt t="167542" x="1905000" y="3943350"/>
          <p14:tracePt t="167575" x="1905000" y="3956050"/>
          <p14:tracePt t="167609" x="1905000" y="3987800"/>
          <p14:tracePt t="167642" x="1905000" y="4006850"/>
          <p14:tracePt t="167661" x="1911350" y="4032250"/>
          <p14:tracePt t="167691" x="1924050" y="4102100"/>
          <p14:tracePt t="167725" x="1981200" y="4400550"/>
          <p14:tracePt t="167758" x="2032000" y="4711700"/>
          <p14:tracePt t="167792" x="2089150" y="5086350"/>
          <p14:tracePt t="167810" x="2101850" y="5137150"/>
          <p14:tracePt t="167841" x="2120900" y="5264150"/>
          <p14:tracePt t="167874" x="2133600" y="5289550"/>
          <p14:tracePt t="167908" x="2146300" y="5308600"/>
          <p14:tracePt t="167941" x="2165350" y="5308600"/>
          <p14:tracePt t="167974" x="2190750" y="5308600"/>
          <p14:tracePt t="167992" x="2209800" y="5308600"/>
          <p14:tracePt t="168024" x="2343150" y="5327650"/>
          <p14:tracePt t="168057" x="2552700" y="5346700"/>
          <p14:tracePt t="168090" x="2819400" y="5378450"/>
          <p14:tracePt t="168124" x="3155950" y="5353050"/>
          <p14:tracePt t="168157" x="3282950" y="5270500"/>
          <p14:tracePt t="168175" x="3308350" y="5162550"/>
          <p14:tracePt t="168209" x="3282950" y="4914900"/>
          <p14:tracePt t="168240" x="3187700" y="4730750"/>
          <p14:tracePt t="168273" x="2908300" y="4514850"/>
          <p14:tracePt t="168306" x="2641600" y="4476750"/>
          <p14:tracePt t="168340" x="2470150" y="4527550"/>
          <p14:tracePt t="168358" x="2400300" y="4546600"/>
          <p14:tracePt t="168389" x="2266950" y="4654550"/>
          <p14:tracePt t="168422" x="2260600" y="4692650"/>
          <p14:tracePt t="168456" x="2387600" y="4768850"/>
          <p14:tracePt t="168489" x="2647950" y="4826000"/>
          <p14:tracePt t="168522" x="3086100" y="4845050"/>
          <p14:tracePt t="168541" x="3155950" y="4819650"/>
          <p14:tracePt t="168573" x="3257550" y="4724400"/>
          <p14:tracePt t="168608" x="3251200" y="4552950"/>
          <p14:tracePt t="168640" x="3098800" y="4343400"/>
          <p14:tracePt t="168672" x="2857500" y="4127500"/>
          <p14:tracePt t="168690" x="2711450" y="4051300"/>
          <p14:tracePt t="168721" x="2527300" y="4032250"/>
          <p14:tracePt t="168755" x="2254250" y="4184650"/>
          <p14:tracePt t="168788" x="2082800" y="4394200"/>
          <p14:tracePt t="168823" x="2038350" y="4667250"/>
          <p14:tracePt t="168856" x="2095500" y="4768850"/>
          <p14:tracePt t="171395" x="2451100" y="4895850"/>
          <p14:tracePt t="171429" x="3067050" y="5118100"/>
          <p14:tracePt t="171447" x="3308350" y="5213350"/>
          <p14:tracePt t="171479" x="3981450" y="5473700"/>
          <p14:tracePt t="171512" x="4178300" y="5556250"/>
          <p14:tracePt t="171545" x="4267200" y="5575300"/>
          <p14:tracePt t="171612" x="4235450" y="5568950"/>
          <p14:tracePt t="171644" x="4203700" y="5556250"/>
          <p14:tracePt t="171678" x="4140200" y="5524500"/>
          <p14:tracePt t="171711" x="4019550" y="5461000"/>
          <p14:tracePt t="171744" x="3657600" y="5321300"/>
          <p14:tracePt t="171777" x="3194050" y="5162550"/>
          <p14:tracePt t="171811" x="2946400" y="5105400"/>
          <p14:tracePt t="171844" x="2901950" y="5086350"/>
          <p14:tracePt t="171894" x="2940050" y="5092700"/>
          <p14:tracePt t="171927" x="3028950" y="5099050"/>
          <p14:tracePt t="171960" x="3321050" y="5099050"/>
          <p14:tracePt t="171994" x="3676650" y="5118100"/>
          <p14:tracePt t="172027" x="3994150" y="5149850"/>
          <p14:tracePt t="172060" x="4140200" y="5162550"/>
          <p14:tracePt t="172093" x="4165600" y="5168900"/>
          <p14:tracePt t="172143" x="4133850" y="5162550"/>
          <p14:tracePt t="172176" x="4108450" y="5156200"/>
          <p14:tracePt t="172212" x="4070350" y="5130800"/>
          <p14:tracePt t="172244" x="4064000" y="5124450"/>
          <p14:tracePt t="172976" x="4025900" y="5073650"/>
          <p14:tracePt t="173009" x="3975100" y="5029200"/>
          <p14:tracePt t="173056" x="3943350" y="4978400"/>
          <p14:tracePt t="173092" x="3943350" y="4965700"/>
          <p14:tracePt t="173139" x="3981450" y="4959350"/>
          <p14:tracePt t="173161" x="4000500" y="4965700"/>
          <p14:tracePt t="173191" x="4032250" y="4978400"/>
          <p14:tracePt t="178089" x="4178300" y="4978400"/>
          <p14:tracePt t="178122" x="4610100" y="4984750"/>
          <p14:tracePt t="178156" x="4781550" y="4984750"/>
          <p14:tracePt t="178189" x="4921250" y="4984750"/>
          <p14:tracePt t="178222" x="4953000" y="4972050"/>
          <p14:tracePt t="178255" x="5003800" y="4953000"/>
          <p14:tracePt t="178288" x="5016500" y="4946650"/>
          <p14:tracePt t="178308" x="5022850" y="4940300"/>
          <p14:tracePt t="178355" x="5003800" y="4927600"/>
          <p14:tracePt t="178388" x="4984750" y="4940300"/>
          <p14:tracePt t="180450" x="4857750" y="4997450"/>
          <p14:tracePt t="180483" x="4629150" y="5073650"/>
          <p14:tracePt t="180531" x="4191000" y="5143500"/>
          <p14:tracePt t="180567" x="3968750" y="5162550"/>
          <p14:tracePt t="180601" x="3848100" y="5168900"/>
          <p14:tracePt t="180646" x="3810000" y="5175250"/>
          <p14:tracePt t="180668" x="3803650" y="5175250"/>
          <p14:tracePt t="180702" x="3790950" y="5175250"/>
          <p14:tracePt t="180732" x="3765550" y="5187950"/>
          <p14:tracePt t="180763" x="3708400" y="5187950"/>
          <p14:tracePt t="180796" x="3625850" y="5187950"/>
          <p14:tracePt t="180830" x="3467100" y="5143500"/>
          <p14:tracePt t="180863" x="3155950" y="4984750"/>
          <p14:tracePt t="180896" x="2813050" y="4832350"/>
          <p14:tracePt t="180917" x="2616200" y="4737100"/>
          <p14:tracePt t="180950" x="2406650" y="4622800"/>
          <p14:tracePt t="180981" x="2311400" y="4552950"/>
          <p14:tracePt t="181012" x="2305050" y="4533900"/>
          <p14:tracePt t="181161" x="2305050" y="4527550"/>
          <p14:tracePt t="181183" x="2298700" y="4527550"/>
          <p14:tracePt t="181217" x="2273300" y="4521200"/>
          <p14:tracePt t="181247" x="2260600" y="4508500"/>
          <p14:tracePt t="181278" x="2235200" y="4502150"/>
          <p14:tracePt t="181311" x="2216150" y="4489450"/>
          <p14:tracePt t="181394" x="2209800" y="4483100"/>
          <p14:tracePt t="181427" x="2209800" y="4464050"/>
          <p14:tracePt t="181449" x="2209800" y="4457700"/>
          <p14:tracePt t="181482" x="2228850" y="4438650"/>
          <p14:tracePt t="181512" x="2273300" y="4400550"/>
          <p14:tracePt t="181544" x="2355850" y="4337050"/>
          <p14:tracePt t="181577" x="2419350" y="4298950"/>
          <p14:tracePt t="181610" x="2470150" y="4273550"/>
          <p14:tracePt t="181644" x="2495550" y="4254500"/>
          <p14:tracePt t="181710" x="2501900" y="4254500"/>
          <p14:tracePt t="181731" x="2501900" y="4248150"/>
          <p14:tracePt t="181762" x="2514600" y="4248150"/>
          <p14:tracePt t="181793" x="2520950" y="4248150"/>
          <p14:tracePt t="181826" x="2533650" y="4241800"/>
          <p14:tracePt t="181860" x="2546350" y="4235450"/>
          <p14:tracePt t="181894" x="2590800" y="4210050"/>
          <p14:tracePt t="181926" x="2635250" y="4178300"/>
          <p14:tracePt t="181959" x="2667000" y="4146550"/>
          <p14:tracePt t="181981" x="2686050" y="4127500"/>
          <p14:tracePt t="182011" x="2698750" y="4095750"/>
          <p14:tracePt t="182042" x="2705100" y="4076700"/>
          <p14:tracePt t="182075" x="2705100" y="4064000"/>
          <p14:tracePt t="182108" x="2711450" y="4038600"/>
          <p14:tracePt t="182142" x="2717800" y="4006850"/>
          <p14:tracePt t="182175" x="2736850" y="3987800"/>
          <p14:tracePt t="182193" x="2736850" y="3981450"/>
          <p14:tracePt t="182225" x="2787650" y="3949700"/>
          <p14:tracePt t="182247" x="2825750" y="3930650"/>
          <p14:tracePt t="182279" x="2908300" y="3924300"/>
          <p14:tracePt t="182310" x="3009900" y="3924300"/>
          <p14:tracePt t="182341" x="3105150" y="3924300"/>
          <p14:tracePt t="182360" x="3155950" y="3924300"/>
          <p14:tracePt t="182391" x="3225800" y="3937000"/>
          <p14:tracePt t="182424" x="3314700" y="3956050"/>
          <p14:tracePt t="182457" x="3587750" y="4000500"/>
          <p14:tracePt t="182490" x="3886200" y="4032250"/>
          <p14:tracePt t="182512" x="4025900" y="4032250"/>
          <p14:tracePt t="182542" x="4133850" y="4032250"/>
          <p14:tracePt t="182573" x="4159250" y="4025900"/>
          <p14:tracePt t="182606" x="4159250" y="4019550"/>
          <p14:tracePt t="182640" x="4140200" y="4019550"/>
          <p14:tracePt t="182673" x="4102100" y="4019550"/>
          <p14:tracePt t="182706" x="4057650" y="4019550"/>
          <p14:tracePt t="182740" x="3905250" y="4019550"/>
          <p14:tracePt t="182761" x="3727450" y="4019550"/>
          <p14:tracePt t="182794" x="3409950" y="4019550"/>
          <p14:tracePt t="182825" x="3067050" y="4025900"/>
          <p14:tracePt t="182856" x="2800350" y="4051300"/>
          <p14:tracePt t="182890" x="2673350" y="4070350"/>
          <p14:tracePt t="182922" x="2628900" y="4089400"/>
          <p14:tracePt t="182955" x="2622550" y="4102100"/>
          <p14:tracePt t="182989" x="2622550" y="4114800"/>
          <p14:tracePt t="183022" x="2635250" y="4127500"/>
          <p14:tracePt t="183043" x="2641600" y="4127500"/>
          <p14:tracePt t="183091" x="2641600" y="4165600"/>
          <p14:tracePt t="183124" x="2641600" y="4203700"/>
          <p14:tracePt t="183155" x="2635250" y="4248150"/>
          <p14:tracePt t="183188" x="2647950" y="4273550"/>
          <p14:tracePt t="183221" x="2679700" y="4273550"/>
          <p14:tracePt t="183254" x="2901950" y="4260850"/>
          <p14:tracePt t="183288" x="3130550" y="4203700"/>
          <p14:tracePt t="183337" x="3213100" y="4171950"/>
          <p14:tracePt t="183371" x="3143250" y="4178300"/>
          <p14:tracePt t="183405" x="2946400" y="4216400"/>
          <p14:tracePt t="183438" x="2647950" y="4298950"/>
          <p14:tracePt t="183471" x="2292350" y="4400550"/>
          <p14:tracePt t="183504" x="2171700" y="4438650"/>
          <p14:tracePt t="183537" x="2146300" y="4457700"/>
          <p14:tracePt t="183558" x="2152650" y="4464050"/>
          <p14:tracePt t="183603" x="2324100" y="4419600"/>
          <p14:tracePt t="183637" x="2501900" y="4362450"/>
          <p14:tracePt t="183670" x="2724150" y="4298950"/>
          <p14:tracePt t="183703" x="2876550" y="4248150"/>
          <p14:tracePt t="183736" x="2876550" y="4241800"/>
          <p14:tracePt t="183769" x="2819400" y="4248150"/>
          <p14:tracePt t="183802" x="2698750" y="4279900"/>
          <p14:tracePt t="183836" x="2451100" y="4356100"/>
          <p14:tracePt t="183869" x="2355850" y="4387850"/>
          <p14:tracePt t="183890" x="2336800" y="4406900"/>
          <p14:tracePt t="183938" x="2381250" y="4413250"/>
          <p14:tracePt t="183971" x="2520950" y="4368800"/>
          <p14:tracePt t="184002" x="2800350" y="4286250"/>
          <p14:tracePt t="184038" x="3073400" y="4171950"/>
          <p14:tracePt t="184070" x="3086100" y="4152900"/>
          <p14:tracePt t="184102" x="3041650" y="4152900"/>
          <p14:tracePt t="184138" x="3022600" y="4159250"/>
          <p14:tracePt t="184170" x="3009900" y="4159250"/>
          <p14:tracePt t="184202" x="3003550" y="4171950"/>
          <p14:tracePt t="184237" x="3003550" y="4184650"/>
          <p14:tracePt t="184633" x="2984500" y="4076700"/>
          <p14:tracePt t="184654" x="2908300" y="3797300"/>
          <p14:tracePt t="184685" x="2692400" y="3136900"/>
          <p14:tracePt t="184733" x="2381250" y="2368550"/>
          <p14:tracePt t="184754" x="2305050" y="2228850"/>
          <p14:tracePt t="184785" x="2171700" y="2057400"/>
          <p14:tracePt t="184801" x="2146300" y="2038350"/>
          <p14:tracePt t="184849" x="2082800" y="1962150"/>
          <p14:tracePt t="184870" x="2063750" y="1930400"/>
          <p14:tracePt t="184888" x="2057400" y="1930400"/>
          <p14:tracePt t="184917" x="2051050" y="1911350"/>
          <p14:tracePt t="184949" x="2044700" y="1905000"/>
          <p14:tracePt t="185001" x="2038350" y="1892300"/>
          <p14:tracePt t="185048" x="2038350" y="1885950"/>
          <p14:tracePt t="185101" x="2038350" y="1936750"/>
          <p14:tracePt t="185148" x="1987550" y="2012950"/>
          <p14:tracePt t="185181" x="1892300" y="2076450"/>
          <p14:tracePt t="185202" x="1847850" y="2095500"/>
          <p14:tracePt t="185248" x="1790700" y="2095500"/>
          <p14:tracePt t="185347" x="1797050" y="2108200"/>
          <p14:tracePt t="185381" x="1809750" y="2108200"/>
          <p14:tracePt t="185400" x="1822450" y="2114550"/>
          <p14:tracePt t="185447" x="1847850" y="2120900"/>
          <p14:tracePt t="185480" x="1885950" y="2133600"/>
          <p14:tracePt t="185499" x="1892300" y="2139950"/>
          <p14:tracePt t="185530" x="1905000" y="2139950"/>
          <p14:tracePt t="185580" x="1879600" y="2152650"/>
          <p14:tracePt t="185613" x="1797050" y="2178050"/>
          <p14:tracePt t="185646" x="1676400" y="2203450"/>
          <p14:tracePt t="185680" x="1568450" y="2241550"/>
          <p14:tracePt t="185713" x="1549400" y="2254250"/>
          <p14:tracePt t="185763" x="1612900" y="2260600"/>
          <p14:tracePt t="185796" x="1765300" y="2260600"/>
          <p14:tracePt t="185829" x="1917700" y="2260600"/>
          <p14:tracePt t="185862" x="1987550" y="2260600"/>
          <p14:tracePt t="185896" x="1955800" y="2260600"/>
          <p14:tracePt t="185930" x="1771650" y="2286000"/>
          <p14:tracePt t="185962" x="1504950" y="2305050"/>
          <p14:tracePt t="185995" x="1314450" y="2305050"/>
          <p14:tracePt t="186028" x="1263650" y="2292350"/>
          <p14:tracePt t="186047" x="1270000" y="2292350"/>
          <p14:tracePt t="186078" x="1339850" y="2273300"/>
          <p14:tracePt t="186111" x="1485900" y="2273300"/>
          <p14:tracePt t="186145" x="1758950" y="2286000"/>
          <p14:tracePt t="186178" x="1822450" y="2279650"/>
          <p14:tracePt t="186211" x="1778000" y="2260600"/>
          <p14:tracePt t="186230" x="1752600" y="2254250"/>
          <p14:tracePt t="186261" x="1543050" y="2235200"/>
          <p14:tracePt t="186294" x="1454150" y="2222500"/>
          <p14:tracePt t="186328" x="1390650" y="2216150"/>
          <p14:tracePt t="186360" x="1422400" y="2203450"/>
          <p14:tracePt t="186394" x="1771650" y="2165350"/>
          <p14:tracePt t="186412" x="1930400" y="2152650"/>
          <p14:tracePt t="186444" x="2571750" y="2120900"/>
          <p14:tracePt t="186477" x="2755900" y="2120900"/>
          <p14:tracePt t="186510" x="2806700" y="2133600"/>
          <p14:tracePt t="186543" x="2838450" y="2139950"/>
          <p14:tracePt t="186576" x="2844800" y="2139950"/>
          <p14:tracePt t="186610" x="2857500" y="2139950"/>
          <p14:tracePt t="186643" x="2882900" y="2139950"/>
          <p14:tracePt t="186676" x="2940050" y="2146300"/>
          <p14:tracePt t="186709" x="3016250" y="2165350"/>
          <p14:tracePt t="186743" x="3149600" y="2165350"/>
          <p14:tracePt t="186776" x="3384550" y="2152650"/>
          <p14:tracePt t="186809" x="3638550" y="2120900"/>
          <p14:tracePt t="186842" x="3911600" y="2082800"/>
          <p14:tracePt t="186875" x="4133850" y="2032000"/>
          <p14:tracePt t="186908" x="4305300" y="2006600"/>
          <p14:tracePt t="186929" x="4387850" y="1987550"/>
          <p14:tracePt t="186960" x="4483100" y="1962150"/>
          <p14:tracePt t="186992" x="4667250" y="1943100"/>
          <p14:tracePt t="187027" x="4870450" y="1898650"/>
          <p14:tracePt t="187060" x="4953000" y="1873250"/>
          <p14:tracePt t="187091" x="5035550" y="1841500"/>
          <p14:tracePt t="187127" x="5067300" y="1835150"/>
          <p14:tracePt t="187160" x="5086350" y="1835150"/>
          <p14:tracePt t="187207" x="5048250" y="1835150"/>
          <p14:tracePt t="187241" x="4933950" y="1885950"/>
          <p14:tracePt t="187274" x="4730750" y="1962150"/>
          <p14:tracePt t="187307" x="4584700" y="2044700"/>
          <p14:tracePt t="187326" x="4546600" y="2070100"/>
          <p14:tracePt t="187357" x="4572000" y="2095500"/>
          <p14:tracePt t="187376" x="4597400" y="2095500"/>
          <p14:tracePt t="187407" x="4800600" y="2076450"/>
          <p14:tracePt t="187443" x="4997450" y="2044700"/>
          <p14:tracePt t="187475" x="5200650" y="2019300"/>
          <p14:tracePt t="187507" x="5283200" y="2006600"/>
          <p14:tracePt t="187542" x="5327650" y="2000250"/>
          <p14:tracePt t="187606" x="5302250" y="1987550"/>
          <p14:tracePt t="187642" x="5283200" y="1981200"/>
          <p14:tracePt t="187674" x="5276850" y="1981200"/>
          <p14:tracePt t="187742" x="5314950" y="1981200"/>
          <p14:tracePt t="187774" x="5441950" y="1981200"/>
          <p14:tracePt t="187806" x="5581650" y="1974850"/>
          <p14:tracePt t="187827" x="5670550" y="1974850"/>
          <p14:tracePt t="187857" x="5721350" y="1974850"/>
          <p14:tracePt t="187938" x="5702300" y="1974850"/>
          <p14:tracePt t="187942" x="5695950" y="1974850"/>
          <p14:tracePt t="188137" x="5689600" y="1974850"/>
          <p14:tracePt t="188159" x="5689600" y="1981200"/>
          <p14:tracePt t="188190" x="5670550" y="1993900"/>
          <p14:tracePt t="188237" x="5632450" y="2082800"/>
          <p14:tracePt t="188259" x="5568950" y="2216150"/>
          <p14:tracePt t="188292" x="5435600" y="2673350"/>
          <p14:tracePt t="188308" x="5410200" y="2794000"/>
          <p14:tracePt t="188339" x="5378450" y="3098800"/>
          <p14:tracePt t="188370" x="5397500" y="3308350"/>
          <p14:tracePt t="188392" x="5429250" y="3352800"/>
          <p14:tracePt t="188436" x="5454650" y="3384550"/>
          <p14:tracePt t="188470" x="5461000" y="3384550"/>
          <p14:tracePt t="188492" x="5448300" y="3390900"/>
          <p14:tracePt t="188521" x="5435600" y="3390900"/>
          <p14:tracePt t="188553" x="5416550" y="3390900"/>
          <p14:tracePt t="188586" x="5391150" y="3409950"/>
          <p14:tracePt t="188607" x="5372100" y="3429000"/>
          <p14:tracePt t="188653" x="5340350" y="3473450"/>
          <p14:tracePt t="188687" x="5340350" y="3479800"/>
          <p14:tracePt t="188737" x="5467350" y="3473450"/>
          <p14:tracePt t="188768" x="5670550" y="3454400"/>
          <p14:tracePt t="188802" x="5892800" y="3435350"/>
          <p14:tracePt t="188835" x="6038850" y="3429000"/>
          <p14:tracePt t="188869" x="6038850" y="3422650"/>
          <p14:tracePt t="188902" x="5988050" y="3422650"/>
          <p14:tracePt t="188935" x="5797550" y="3435350"/>
          <p14:tracePt t="188968" x="5632450" y="3479800"/>
          <p14:tracePt t="189003" x="5575300" y="3492500"/>
          <p14:tracePt t="189051" x="5683250" y="3486150"/>
          <p14:tracePt t="189084" x="5810250" y="3486150"/>
          <p14:tracePt t="189118" x="6064250" y="3479800"/>
          <p14:tracePt t="189151" x="6096000" y="3467100"/>
          <p14:tracePt t="189184" x="6038850" y="3448050"/>
          <p14:tracePt t="189202" x="6026150" y="3448050"/>
          <p14:tracePt t="189234" x="5949950" y="3448050"/>
          <p14:tracePt t="189267" x="5905500" y="3454400"/>
          <p14:tracePt t="191958" x="5613400" y="3638550"/>
          <p14:tracePt t="191977" x="5473700" y="3708400"/>
          <p14:tracePt t="191995" x="5099050" y="3975100"/>
          <p14:tracePt t="192026" x="4870450" y="4159250"/>
          <p14:tracePt t="192058" x="4381500" y="4495800"/>
          <p14:tracePt t="192091" x="4121150" y="4730750"/>
          <p14:tracePt t="192112" x="3873500" y="4914900"/>
          <p14:tracePt t="192157" x="3651250" y="5105400"/>
          <p14:tracePt t="192190" x="3536950" y="5264150"/>
          <p14:tracePt t="192212" x="3448050" y="5372100"/>
          <p14:tracePt t="192242" x="3365500" y="5480050"/>
          <p14:tracePt t="192273" x="3232150" y="5632450"/>
          <p14:tracePt t="192292" x="3194050" y="5676900"/>
          <p14:tracePt t="192323" x="3067050" y="5867400"/>
          <p14:tracePt t="192356" x="3028950" y="5930900"/>
          <p14:tracePt t="192390" x="2978150" y="5988050"/>
          <p14:tracePt t="192423" x="2965450" y="6013450"/>
          <p14:tracePt t="192456" x="2965450" y="6019800"/>
          <p14:tracePt t="192475" x="2952750" y="6032500"/>
          <p14:tracePt t="192506" x="2946400" y="6051550"/>
          <p14:tracePt t="192556" x="2940050" y="6064250"/>
          <p14:tracePt t="192606" x="2933700" y="6083300"/>
          <p14:tracePt t="192639" x="2927350" y="6089650"/>
          <p14:tracePt t="192705" x="2927350" y="6102350"/>
          <p14:tracePt t="192755" x="2927350" y="6108700"/>
          <p14:tracePt t="192805" x="2927350" y="6121400"/>
          <p14:tracePt t="192838" x="2921000" y="6127750"/>
          <p14:tracePt t="193835" x="2959100" y="6115050"/>
          <p14:tracePt t="193868" x="3073400" y="6032500"/>
          <p14:tracePt t="193886" x="3117850" y="6007100"/>
          <p14:tracePt t="193918" x="3213100" y="5905500"/>
          <p14:tracePt t="193951" x="3327400" y="5753100"/>
          <p14:tracePt t="193984" x="3492500" y="5480050"/>
          <p14:tracePt t="194004" x="3594100" y="5314950"/>
          <p14:tracePt t="194035" x="3790950" y="5054600"/>
          <p14:tracePt t="194067" x="3962400" y="4838700"/>
          <p14:tracePt t="194101" x="4203700" y="4502150"/>
          <p14:tracePt t="194136" x="4381500" y="4191000"/>
          <p14:tracePt t="194169" x="4495800" y="3962400"/>
          <p14:tracePt t="194200" x="4502150" y="3816350"/>
          <p14:tracePt t="194236" x="4400550" y="3740150"/>
          <p14:tracePt t="194268" x="4298950" y="3695700"/>
          <p14:tracePt t="194300" x="4152900" y="3632200"/>
          <p14:tracePt t="194336" x="3930650" y="3594100"/>
          <p14:tracePt t="194368" x="3778250" y="3562350"/>
          <p14:tracePt t="194400" x="3657600" y="3556000"/>
          <p14:tracePt t="194420" x="3606800" y="3543300"/>
          <p14:tracePt t="194451" x="3568700" y="3543300"/>
          <p14:tracePt t="194499" x="3562350" y="3543300"/>
          <p14:tracePt t="194552" x="3587750" y="3549650"/>
          <p14:tracePt t="194584" x="3638550" y="3549650"/>
          <p14:tracePt t="194615" x="3784600" y="3549650"/>
          <p14:tracePt t="194651" x="3943350" y="3530600"/>
          <p14:tracePt t="194684" x="4165600" y="3517900"/>
          <p14:tracePt t="194700" x="4241800" y="3517900"/>
          <p14:tracePt t="194721" x="4381500" y="3517900"/>
          <p14:tracePt t="194753" x="4641850" y="3486150"/>
          <p14:tracePt t="194783" x="4965700" y="3448050"/>
          <p14:tracePt t="194814" x="5143500" y="3435350"/>
          <p14:tracePt t="194850" x="5391150" y="3409950"/>
          <p14:tracePt t="194883" x="5505450" y="3384550"/>
          <p14:tracePt t="194915" x="5600700" y="3371850"/>
          <p14:tracePt t="194936" x="5657850" y="3371850"/>
          <p14:tracePt t="194969" x="5765800" y="3352800"/>
          <p14:tracePt t="194999" x="5867400" y="3340100"/>
          <p14:tracePt t="195017" x="5924550" y="3333750"/>
          <p14:tracePt t="195052" x="6007100" y="3333750"/>
          <p14:tracePt t="195082" x="6127750" y="3340100"/>
          <p14:tracePt t="195114" x="6248400" y="3352800"/>
          <p14:tracePt t="195163" x="6394450" y="3365500"/>
          <p14:tracePt t="195199" x="6489700" y="3365500"/>
          <p14:tracePt t="195232" x="6610350" y="3390900"/>
          <p14:tracePt t="195248" x="6629400" y="3403600"/>
          <p14:tracePt t="195296" x="6673850" y="3416300"/>
          <p14:tracePt t="195362" x="6635750" y="3409950"/>
          <p14:tracePt t="195384" x="6623050" y="3409950"/>
          <p14:tracePt t="195415" x="6483350" y="3409950"/>
          <p14:tracePt t="195446" x="6178550" y="3390900"/>
          <p14:tracePt t="195479" x="5613400" y="3403600"/>
          <p14:tracePt t="195500" x="5346700" y="3435350"/>
          <p14:tracePt t="195545" x="4978400" y="3517900"/>
          <p14:tracePt t="195579" x="4876800" y="3536950"/>
          <p14:tracePt t="195600" x="4864100" y="3536950"/>
          <p14:tracePt t="195630" x="4864100" y="3549650"/>
          <p14:tracePt t="195662" x="4902200" y="3556000"/>
          <p14:tracePt t="195695" x="5054600" y="3556000"/>
          <p14:tracePt t="195713" x="5130800" y="3556000"/>
          <p14:tracePt t="195745" x="5486400" y="3575050"/>
          <p14:tracePt t="195778" x="5918200" y="3575050"/>
          <p14:tracePt t="195811" x="6248400" y="3587750"/>
          <p14:tracePt t="195844" x="6413500" y="3587750"/>
          <p14:tracePt t="195878" x="6470650" y="3587750"/>
          <p14:tracePt t="195977" x="6457950" y="3587750"/>
          <p14:tracePt t="196027" x="6445250" y="3587750"/>
          <p14:tracePt t="196342" x="6438900" y="3587750"/>
          <p14:tracePt t="196409" x="6432550" y="3587750"/>
          <p14:tracePt t="196459" x="6426200" y="3587750"/>
          <p14:tracePt t="196492" x="6413500" y="3606800"/>
          <p14:tracePt t="196525" x="6381750" y="3632200"/>
          <p14:tracePt t="196544" x="6318250" y="3689350"/>
          <p14:tracePt t="196575" x="6140450" y="3835400"/>
          <p14:tracePt t="196608" x="5918200" y="4025900"/>
          <p14:tracePt t="196642" x="5702300" y="4222750"/>
          <p14:tracePt t="196675" x="5486400" y="4400550"/>
          <p14:tracePt t="196708" x="5448300" y="4425950"/>
          <p14:tracePt t="198903" x="5340350" y="4476750"/>
          <p14:tracePt t="198950" x="4953000" y="4775200"/>
          <p14:tracePt t="198983" x="4730750" y="4946650"/>
          <p14:tracePt t="199005" x="4603750" y="5035550"/>
          <p14:tracePt t="199050" x="4254500" y="5276850"/>
          <p14:tracePt t="199083" x="4140200" y="5359400"/>
          <p14:tracePt t="199121" x="4057650" y="5403850"/>
          <p14:tracePt t="199151" x="4013200" y="5422900"/>
          <p14:tracePt t="199183" x="3917950" y="5473700"/>
          <p14:tracePt t="199216" x="3829050" y="5511800"/>
          <p14:tracePt t="199266" x="3632200" y="5549900"/>
          <p14:tracePt t="199299" x="3549650" y="5568950"/>
          <p14:tracePt t="199320" x="3276600" y="5607050"/>
          <p14:tracePt t="199351" x="2819400" y="5683250"/>
          <p14:tracePt t="199382" x="2622550" y="5715000"/>
          <p14:tracePt t="199415" x="2254250" y="5753100"/>
          <p14:tracePt t="199449" x="2032000" y="5803900"/>
          <p14:tracePt t="199482" x="1873250" y="5854700"/>
          <p14:tracePt t="199515" x="1809750" y="5905500"/>
          <p14:tracePt t="199548" x="1809750" y="5918200"/>
          <p14:tracePt t="199614" x="1809750" y="5924550"/>
          <p14:tracePt t="199648" x="1816100" y="5937250"/>
          <p14:tracePt t="199681" x="1822450" y="5949950"/>
          <p14:tracePt t="199731" x="1828800" y="5962650"/>
          <p14:tracePt t="199764" x="1841500" y="5994400"/>
          <p14:tracePt t="199797" x="1879600" y="6064250"/>
          <p14:tracePt t="199830" x="1905000" y="6146800"/>
          <p14:tracePt t="199864" x="1949450" y="6223000"/>
          <p14:tracePt t="199897" x="1968500" y="6267450"/>
          <p14:tracePt t="199930" x="2000250" y="6318250"/>
          <p14:tracePt t="199964" x="2025650" y="6350000"/>
          <p14:tracePt t="199997" x="2038350" y="6350000"/>
          <p14:tracePt t="200030" x="2044700" y="6362700"/>
          <p14:tracePt t="200063" x="2044700" y="6369050"/>
          <p14:tracePt t="200114" x="2057400" y="6369050"/>
          <p14:tracePt t="200146" x="2076450" y="6369050"/>
          <p14:tracePt t="200179" x="2095500" y="6362700"/>
          <p14:tracePt t="200212" x="2197100" y="6356350"/>
          <p14:tracePt t="200246" x="2540000" y="6350000"/>
          <p14:tracePt t="200279" x="3041650" y="6324600"/>
          <p14:tracePt t="200312" x="3816350" y="6280150"/>
          <p14:tracePt t="200345" x="4591050" y="6223000"/>
          <p14:tracePt t="200379" x="5346700" y="6172200"/>
          <p14:tracePt t="200412" x="5715000" y="6127750"/>
          <p14:tracePt t="200445" x="5956300" y="6108700"/>
          <p14:tracePt t="200478" x="6140450" y="6108700"/>
          <p14:tracePt t="200511" x="6248400" y="6108700"/>
          <p14:tracePt t="200545" x="6470650" y="6140450"/>
          <p14:tracePt t="200564" x="6540500" y="6146800"/>
          <p14:tracePt t="200595" x="6724650" y="6178550"/>
          <p14:tracePt t="200628" x="6858000" y="6172200"/>
          <p14:tracePt t="200661" x="7124700" y="6178550"/>
          <p14:tracePt t="200694" x="7226300" y="6172200"/>
          <p14:tracePt t="200727" x="7264400" y="6178550"/>
          <p14:tracePt t="200778" x="7219950" y="6178550"/>
          <p14:tracePt t="200810" x="7175500" y="6191250"/>
          <p14:tracePt t="200847" x="7099300" y="6210300"/>
          <p14:tracePt t="200863" x="7067550" y="6210300"/>
          <p14:tracePt t="200881" x="6953250" y="6216650"/>
          <p14:tracePt t="200913" x="6737350" y="6216650"/>
          <p14:tracePt t="200946" x="6292850" y="6229350"/>
          <p14:tracePt t="200978" x="6089650" y="6235700"/>
          <p14:tracePt t="201010" x="5772150" y="6223000"/>
          <p14:tracePt t="201031" x="5619750" y="6229350"/>
          <p14:tracePt t="201062" x="5492750" y="6242050"/>
          <p14:tracePt t="201093" x="5467350" y="6242050"/>
          <p14:tracePt t="201113" x="5461000" y="6242050"/>
          <p14:tracePt t="201176" x="5461000" y="6235700"/>
          <p14:tracePt t="201209" x="5454650" y="6229350"/>
          <p14:tracePt t="201245" x="5410200" y="6210300"/>
          <p14:tracePt t="201277" x="5308600" y="6184900"/>
          <p14:tracePt t="201309" x="5130800" y="6178550"/>
          <p14:tracePt t="201330" x="4933950" y="6172200"/>
          <p14:tracePt t="201361" x="4489450" y="6191250"/>
          <p14:tracePt t="201392" x="4171950" y="6203950"/>
          <p14:tracePt t="201425" x="3917950" y="6203950"/>
          <p14:tracePt t="201461" x="3663950" y="6203950"/>
          <p14:tracePt t="201494" x="3562350" y="6210300"/>
          <p14:tracePt t="201525" x="3517900" y="6210300"/>
          <p14:tracePt t="201546" x="3498850" y="6210300"/>
          <p14:tracePt t="201579" x="3460750" y="6203950"/>
          <p14:tracePt t="201610" x="3429000" y="6197600"/>
          <p14:tracePt t="201627" x="3384550" y="6197600"/>
          <p14:tracePt t="201674" x="3238500" y="6210300"/>
          <p14:tracePt t="201710" x="3155950" y="6216650"/>
          <p14:tracePt t="201743" x="3035300" y="6235700"/>
          <p14:tracePt t="201790" x="2895600" y="6267450"/>
          <p14:tracePt t="201826" x="2806700" y="6280150"/>
          <p14:tracePt t="201873" x="2762250" y="6286500"/>
          <p14:tracePt t="202239" x="2660650" y="6292850"/>
          <p14:tracePt t="202272" x="2476500" y="6318250"/>
          <p14:tracePt t="202305" x="2286000" y="6356350"/>
          <p14:tracePt t="202327" x="2241550" y="6369050"/>
          <p14:tracePt t="202372" x="2165350" y="6388100"/>
          <p14:tracePt t="202405" x="2139950" y="6407150"/>
          <p14:tracePt t="202455" x="2127250" y="6413500"/>
          <p14:tracePt t="202504" x="2120900" y="6419850"/>
          <p14:tracePt t="202754" x="2133600" y="6419850"/>
          <p14:tracePt t="202787" x="2139950" y="6407150"/>
          <p14:tracePt t="202820" x="2146300" y="6407150"/>
          <p14:tracePt t="202853" x="2159000" y="6394450"/>
          <p14:tracePt t="202920" x="2171700" y="6388100"/>
          <p14:tracePt t="202969" x="2178050" y="6381750"/>
          <p14:tracePt t="203003" x="2184400" y="6381750"/>
          <p14:tracePt t="203037" x="2197100" y="6369050"/>
          <p14:tracePt t="203086" x="2216150" y="6362700"/>
          <p14:tracePt t="203152" x="2228850" y="6362700"/>
          <p14:tracePt t="203202" x="2241550" y="6362700"/>
          <p14:tracePt t="203235" x="2247900" y="6362700"/>
          <p14:tracePt t="203319" x="2228850" y="6375400"/>
          <p14:tracePt t="203352" x="2184400" y="6394450"/>
          <p14:tracePt t="203385" x="2108200" y="6413500"/>
          <p14:tracePt t="203418" x="2006600" y="6445250"/>
          <p14:tracePt t="203452" x="1955800" y="6457950"/>
          <p14:tracePt t="203485" x="1949450" y="6464300"/>
          <p14:tracePt t="203551" x="1974850" y="6464300"/>
          <p14:tracePt t="203584" x="1993900" y="6464300"/>
          <p14:tracePt t="203617" x="2038350" y="6457950"/>
          <p14:tracePt t="203651" x="2139950" y="6451600"/>
          <p14:tracePt t="203684" x="2247900" y="6438900"/>
          <p14:tracePt t="203717" x="2419350" y="6432550"/>
          <p14:tracePt t="203736" x="2457450" y="6432550"/>
          <p14:tracePt t="203767" x="2571750" y="6432550"/>
          <p14:tracePt t="203800" x="2616200" y="6432550"/>
          <p14:tracePt t="203833" x="2667000" y="6438900"/>
          <p14:tracePt t="203867" x="2686050" y="6445250"/>
          <p14:tracePt t="203900" x="2692400" y="6445250"/>
          <p14:tracePt t="203969" x="2679700" y="6451600"/>
          <p14:tracePt t="204001" x="2647950" y="6457950"/>
          <p14:tracePt t="204033" x="2622550" y="6457950"/>
          <p14:tracePt t="204069" x="2349500" y="6477000"/>
          <p14:tracePt t="204116" x="2057400" y="6477000"/>
          <p14:tracePt t="204152" x="1924050" y="6464300"/>
          <p14:tracePt t="204184" x="1873250" y="6464300"/>
          <p14:tracePt t="204252" x="1879600" y="6464300"/>
          <p14:tracePt t="204284" x="1905000" y="6464300"/>
          <p14:tracePt t="204315" x="1917700" y="6464300"/>
          <p14:tracePt t="204431" x="1917700" y="6457950"/>
          <p14:tracePt t="204484" x="1898650" y="6457950"/>
          <p14:tracePt t="204516" x="1885950" y="6457950"/>
          <p14:tracePt t="204564" x="1860550" y="6457950"/>
          <p14:tracePt t="204600" x="1854200" y="6457950"/>
          <p14:tracePt t="204632" x="1841500" y="6457950"/>
          <p14:tracePt t="204680" x="1828800" y="6464300"/>
          <p14:tracePt t="204730" x="1816100" y="6464300"/>
          <p14:tracePt t="204780" x="1809750" y="6470650"/>
          <p14:tracePt t="204830" x="1797050" y="6477000"/>
          <p14:tracePt t="204896" x="1797050" y="6483350"/>
          <p14:tracePt t="204963" x="1816100" y="6483350"/>
          <p14:tracePt t="204984" x="1835150" y="6477000"/>
          <p14:tracePt t="205017" x="1898650" y="6464300"/>
          <p14:tracePt t="205062" x="2019300" y="6445250"/>
          <p14:tracePt t="205084" x="2101850" y="6438900"/>
          <p14:tracePt t="205118" x="2286000" y="6419850"/>
          <p14:tracePt t="205147" x="2432050" y="6413500"/>
          <p14:tracePt t="205165" x="2514600" y="6407150"/>
          <p14:tracePt t="205200" x="2597150" y="6388100"/>
          <p14:tracePt t="205233" x="2673350" y="6388100"/>
          <p14:tracePt t="205279" x="2749550" y="6388100"/>
          <p14:tracePt t="205311" x="2768600" y="6388100"/>
          <p14:tracePt t="205378" x="2698750" y="6400800"/>
          <p14:tracePt t="205411" x="2686050" y="6407150"/>
          <p14:tracePt t="205727" x="2794000" y="6407150"/>
          <p14:tracePt t="205760" x="3244850" y="6388100"/>
          <p14:tracePt t="205793" x="3613150" y="6362700"/>
          <p14:tracePt t="205826" x="3930650" y="6362700"/>
          <p14:tracePt t="205860" x="4191000" y="6330950"/>
          <p14:tracePt t="205893" x="4248150" y="6318250"/>
          <p14:tracePt t="205926" x="4254500" y="6318250"/>
          <p14:tracePt t="205959" x="4203700" y="6330950"/>
          <p14:tracePt t="205993" x="4146550" y="6356350"/>
          <p14:tracePt t="206026" x="3956050" y="6356350"/>
          <p14:tracePt t="206059" x="3790950" y="6337300"/>
          <p14:tracePt t="206092" x="3435350" y="6311900"/>
          <p14:tracePt t="206126" x="3187700" y="6311900"/>
          <p14:tracePt t="206159" x="2933700" y="6311900"/>
          <p14:tracePt t="206178" x="2876550" y="6318250"/>
          <p14:tracePt t="206210" x="2730500" y="6343650"/>
          <p14:tracePt t="206242" x="2609850" y="6343650"/>
          <p14:tracePt t="206275" x="2501900" y="6343650"/>
          <p14:tracePt t="206308" x="2393950" y="6330950"/>
          <p14:tracePt t="206341" x="2330450" y="6318250"/>
          <p14:tracePt t="206375" x="2254250" y="6318250"/>
          <p14:tracePt t="206408" x="2216150" y="6318250"/>
          <p14:tracePt t="206441" x="2190750" y="6318250"/>
          <p14:tracePt t="206507" x="2184400" y="6318250"/>
          <p14:tracePt t="206540" x="2184400" y="6324600"/>
          <p14:tracePt t="206574" x="2184400" y="6330950"/>
          <p14:tracePt t="206607" x="2190750" y="6337300"/>
          <p14:tracePt t="206640" x="2216150" y="6337300"/>
          <p14:tracePt t="206674" x="2305050" y="6330950"/>
          <p14:tracePt t="206693" x="2432050" y="6330950"/>
          <p14:tracePt t="206723" x="2673350" y="6330950"/>
          <p14:tracePt t="206757" x="2844800" y="6330950"/>
          <p14:tracePt t="206790" x="2889250" y="6337300"/>
          <p14:tracePt t="206823" x="2863850" y="6350000"/>
          <p14:tracePt t="206857" x="2800350" y="6356350"/>
          <p14:tracePt t="206890" x="2616200" y="6362700"/>
          <p14:tracePt t="206923" x="2495550" y="6369050"/>
          <p14:tracePt t="206956" x="2444750" y="6375400"/>
          <p14:tracePt t="206989" x="2413000" y="6375400"/>
          <p14:tracePt t="207188" x="2419350" y="6375400"/>
          <p14:tracePt t="207258" x="2400300" y="6381750"/>
          <p14:tracePt t="207290" x="2317750" y="6400800"/>
          <p14:tracePt t="207307" x="2279650" y="6407150"/>
          <p14:tracePt t="207338" x="2178050" y="6413500"/>
          <p14:tracePt t="207371" x="2108200" y="6419850"/>
          <p14:tracePt t="207405" x="2082800" y="6426200"/>
          <p14:tracePt t="207473" x="2095500" y="6432550"/>
          <p14:tracePt t="207506" x="2133600" y="6432550"/>
          <p14:tracePt t="207538" x="2241550" y="6419850"/>
          <p14:tracePt t="207574" x="2552700" y="6394450"/>
          <p14:tracePt t="207606" x="2781300" y="6369050"/>
          <p14:tracePt t="207637" x="3175000" y="6362700"/>
          <p14:tracePt t="207673" x="3390900" y="6343650"/>
          <p14:tracePt t="207705" x="3460750" y="6343650"/>
          <p14:tracePt t="207770" x="3441700" y="6343650"/>
          <p14:tracePt t="209082" x="3422650" y="6343650"/>
          <p14:tracePt t="209115" x="3390900" y="6362700"/>
          <p14:tracePt t="209148" x="3365500" y="6375400"/>
          <p14:tracePt t="209182" x="3346450" y="6388100"/>
          <p14:tracePt t="209215" x="3333750" y="6394450"/>
          <p14:tracePt t="209248" x="3333750" y="6400800"/>
          <p14:tracePt t="209364" x="3333750" y="6413500"/>
          <p14:tracePt t="209414" x="3346450" y="6413500"/>
          <p14:tracePt t="209447" x="3352800" y="6413500"/>
          <p14:tracePt t="209480" x="3359150" y="6413500"/>
          <p14:tracePt t="209613" x="3340100" y="6426200"/>
          <p14:tracePt t="209647" x="3327400" y="6426200"/>
          <p14:tracePt t="209681" x="3308350" y="6438900"/>
          <p14:tracePt t="209713" x="3295650" y="6445250"/>
          <p14:tracePt t="209746" x="3282950" y="6445250"/>
          <p14:tracePt t="209780" x="3270250" y="6451600"/>
          <p14:tracePt t="209829" x="3263900" y="6457950"/>
          <p14:tracePt t="209863" x="3257550" y="6457950"/>
          <p14:tracePt t="209896" x="3257550" y="6464300"/>
          <p14:tracePt t="209996" x="3270250" y="6464300"/>
          <p14:tracePt t="210028" x="3282950" y="6457950"/>
          <p14:tracePt t="210062" x="3314700" y="6451600"/>
          <p14:tracePt t="210095" x="3365500" y="6438900"/>
          <p14:tracePt t="210128" x="3441700" y="6432550"/>
          <p14:tracePt t="210161" x="3587750" y="6432550"/>
          <p14:tracePt t="210195" x="3733800" y="6438900"/>
          <p14:tracePt t="210228" x="3917950" y="6457950"/>
          <p14:tracePt t="210247" x="3949700" y="6464300"/>
          <p14:tracePt t="210280" x="4038600" y="6470650"/>
          <p14:tracePt t="210311" x="4095750" y="6483350"/>
          <p14:tracePt t="210344" x="4165600" y="6489700"/>
          <p14:tracePt t="210378" x="4203700" y="6502400"/>
          <p14:tracePt t="210411" x="4267200" y="6508750"/>
          <p14:tracePt t="210444" x="4337050" y="6521450"/>
          <p14:tracePt t="210477" x="4400550" y="6540500"/>
          <p14:tracePt t="210510" x="4432300" y="6559550"/>
          <p14:tracePt t="210563" x="4445000" y="6559550"/>
          <p14:tracePt t="210595" x="4445000" y="6565900"/>
          <p14:tracePt t="210663" x="4451350" y="6565900"/>
          <p14:tracePt t="210743" x="4438650" y="6565900"/>
          <p14:tracePt t="210779" x="4425950" y="6565900"/>
          <p14:tracePt t="210811" x="4419600" y="6565900"/>
          <p14:tracePt t="211125" x="4476750" y="6553200"/>
          <p14:tracePt t="211174" x="4908550" y="6464300"/>
          <p14:tracePt t="211196" x="5137150" y="6426200"/>
          <p14:tracePt t="211227" x="5461000" y="6381750"/>
          <p14:tracePt t="211258" x="5632450" y="6362700"/>
          <p14:tracePt t="211279" x="5689600" y="6356350"/>
          <p14:tracePt t="211310" x="5740400" y="6356350"/>
          <p14:tracePt t="211341" x="5759450" y="6350000"/>
          <p14:tracePt t="211390" x="5765800" y="6350000"/>
          <p14:tracePt t="211510" x="5759450" y="6350000"/>
          <p14:tracePt t="211557" x="5753100" y="6350000"/>
          <p14:tracePt t="211590" x="5740400" y="6350000"/>
          <p14:tracePt t="211611" x="5727700" y="6337300"/>
          <p14:tracePt t="211642" x="5708650" y="6324600"/>
          <p14:tracePt t="211690" x="5518150" y="6083300"/>
          <p14:tracePt t="211711" x="5314950" y="5835650"/>
          <p14:tracePt t="211744" x="4826000" y="5238750"/>
          <p14:tracePt t="211775" x="4165600" y="4489450"/>
          <p14:tracePt t="211806" x="3905250" y="4254500"/>
          <p14:tracePt t="211827" x="3727450" y="4095750"/>
          <p14:tracePt t="211872" x="3435350" y="3854450"/>
          <p14:tracePt t="211905" x="3352800" y="3797300"/>
          <p14:tracePt t="211927" x="3302000" y="3778250"/>
          <p14:tracePt t="211957" x="3194050" y="3727450"/>
          <p14:tracePt t="211988" x="3130550" y="3702050"/>
          <p14:tracePt t="212022" x="3086100" y="3683000"/>
          <p14:tracePt t="212043" x="3041650" y="3676650"/>
          <p14:tracePt t="212088" x="2959100" y="3657600"/>
          <p14:tracePt t="212121" x="2876550" y="3644900"/>
          <p14:tracePt t="212155" x="2800350" y="3644900"/>
          <p14:tracePt t="212188" x="2711450" y="3644900"/>
          <p14:tracePt t="212221" x="2628900" y="3644900"/>
          <p14:tracePt t="212254" x="2609850" y="3644900"/>
          <p14:tracePt t="212288" x="2635250" y="3632200"/>
          <p14:tracePt t="212307" x="2673350" y="3632200"/>
          <p14:tracePt t="212323" x="2698750" y="3625850"/>
          <p14:tracePt t="212354" x="2794000" y="3625850"/>
          <p14:tracePt t="212387" x="3009900" y="3625850"/>
          <p14:tracePt t="212420" x="3657600" y="3651250"/>
          <p14:tracePt t="212453" x="4178300" y="3689350"/>
          <p14:tracePt t="212487" x="4533900" y="3721100"/>
          <p14:tracePt t="212520" x="4927600" y="3695700"/>
          <p14:tracePt t="212553" x="5054600" y="3683000"/>
          <p14:tracePt t="212587" x="5067300" y="3683000"/>
          <p14:tracePt t="212620" x="5016500" y="3683000"/>
          <p14:tracePt t="212653" x="4946650" y="3695700"/>
          <p14:tracePt t="212686" x="4864100" y="3708400"/>
          <p14:tracePt t="212719" x="4660900" y="3708400"/>
          <p14:tracePt t="212753" x="4191000" y="3708400"/>
          <p14:tracePt t="212786" x="3841750" y="3708400"/>
          <p14:tracePt t="212805" x="3638550" y="3708400"/>
          <p14:tracePt t="212836" x="3365500" y="3695700"/>
          <p14:tracePt t="212869" x="3219450" y="3670300"/>
          <p14:tracePt t="212902" x="3162300" y="3663950"/>
          <p14:tracePt t="212985" x="3225800" y="3657600"/>
          <p14:tracePt t="213018" x="3352800" y="3632200"/>
          <p14:tracePt t="213051" x="3632200" y="3613150"/>
          <p14:tracePt t="213085" x="4470400" y="3587750"/>
          <p14:tracePt t="213118" x="5010150" y="3562350"/>
          <p14:tracePt t="213151" x="5378450" y="3549650"/>
          <p14:tracePt t="213184" x="5422900" y="3549650"/>
          <p14:tracePt t="213217" x="5410200" y="3562350"/>
          <p14:tracePt t="213251" x="5264150" y="3581400"/>
          <p14:tracePt t="213284" x="5003800" y="3600450"/>
          <p14:tracePt t="213303" x="4876800" y="3606800"/>
          <p14:tracePt t="213321" x="4381500" y="3657600"/>
          <p14:tracePt t="213352" x="4057650" y="3676650"/>
          <p14:tracePt t="213384" x="3549650" y="3721100"/>
          <p14:tracePt t="213417" x="3378200" y="3708400"/>
          <p14:tracePt t="213450" x="3295650" y="3695700"/>
          <p14:tracePt t="213469" x="3276600" y="3695700"/>
          <p14:tracePt t="213533" x="3321050" y="3695700"/>
          <p14:tracePt t="213567" x="3409950" y="3683000"/>
          <p14:tracePt t="213600" x="3606800" y="3663950"/>
          <p14:tracePt t="213633" x="3994150" y="3689350"/>
          <p14:tracePt t="213666" x="4724400" y="3740150"/>
          <p14:tracePt t="213699" x="5086350" y="3784600"/>
          <p14:tracePt t="213733" x="5270500" y="3803650"/>
          <p14:tracePt t="213768" x="5295900" y="3816350"/>
          <p14:tracePt t="213801" x="5187950" y="3816350"/>
          <p14:tracePt t="213832" x="4832350" y="3816350"/>
          <p14:tracePt t="213867" x="4489450" y="3803650"/>
          <p14:tracePt t="213899" x="3797300" y="3778250"/>
          <p14:tracePt t="213932" x="3365500" y="3765550"/>
          <p14:tracePt t="213968" x="2927350" y="3771900"/>
          <p14:tracePt t="214000" x="2781300" y="3778250"/>
          <p14:tracePt t="214032" x="2749550" y="3784600"/>
          <p14:tracePt t="214084" x="2749550" y="3797300"/>
          <p14:tracePt t="214131" x="2749550" y="3803650"/>
          <p14:tracePt t="214248" x="2654300" y="3816350"/>
          <p14:tracePt t="214283" x="2451100" y="3854450"/>
          <p14:tracePt t="214316" x="2247900" y="3873500"/>
          <p14:tracePt t="214347" x="2076450" y="3879850"/>
          <p14:tracePt t="214383" x="2032000" y="3879850"/>
          <p14:tracePt t="214416" x="2006600" y="3879850"/>
          <p14:tracePt t="214463" x="2000250" y="3879850"/>
          <p14:tracePt t="214530" x="2006600" y="3892550"/>
          <p14:tracePt t="214596" x="2006600" y="3905250"/>
          <p14:tracePt t="214646" x="2012950" y="3905250"/>
          <p14:tracePt t="214667" x="2012950" y="3911600"/>
          <p14:tracePt t="214700" x="2025650" y="3917950"/>
          <p14:tracePt t="214746" x="2044700" y="3930650"/>
          <p14:tracePt t="214779" x="2051050" y="3943350"/>
          <p14:tracePt t="214800" x="2070100" y="3975100"/>
          <p14:tracePt t="214831" x="2089150" y="4032250"/>
          <p14:tracePt t="214848" x="2095500" y="4051300"/>
          <p14:tracePt t="214895" x="2095500" y="4171950"/>
          <p14:tracePt t="214916" x="2095500" y="4222750"/>
          <p14:tracePt t="214947" x="2082800" y="4330700"/>
          <p14:tracePt t="214978" x="2057400" y="4540250"/>
          <p14:tracePt t="215000" x="2051050" y="4660900"/>
          <p14:tracePt t="215032" x="2038350" y="4851400"/>
          <p14:tracePt t="215078" x="2038350" y="5067300"/>
          <p14:tracePt t="215111" x="2051050" y="5143500"/>
          <p14:tracePt t="215130" x="2051050" y="5168900"/>
          <p14:tracePt t="215149" x="2057400" y="5251450"/>
          <p14:tracePt t="215179" x="2057400" y="5321300"/>
          <p14:tracePt t="215211" x="2070100" y="5454650"/>
          <p14:tracePt t="215232" x="2070100" y="5511800"/>
          <p14:tracePt t="215277" x="2076450" y="5619750"/>
          <p14:tracePt t="215310" x="2076450" y="5727700"/>
          <p14:tracePt t="215332" x="2076450" y="5784850"/>
          <p14:tracePt t="215349" x="2076450" y="5803900"/>
          <p14:tracePt t="215394" x="2095500" y="5924550"/>
          <p14:tracePt t="215427" x="2095500" y="5949950"/>
          <p14:tracePt t="215448" x="2101850" y="5981700"/>
          <p14:tracePt t="215479" x="2101850" y="6045200"/>
          <p14:tracePt t="215509" x="2101850" y="6121400"/>
          <p14:tracePt t="215543" x="2101850" y="6229350"/>
          <p14:tracePt t="215576" x="2114550" y="6318250"/>
          <p14:tracePt t="215609" x="2165350" y="6419850"/>
          <p14:tracePt t="215642" x="2336800" y="6553200"/>
          <p14:tracePt t="215676" x="2622550" y="6629400"/>
          <p14:tracePt t="215709" x="3079750" y="6502400"/>
        </p14:tracePtLst>
      </p14:laserTraceLst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print(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.__doc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__[:37])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Support for regular expressions (RE).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search"+params+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re.search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search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Scan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through string looking for a match to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Match object, or None if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no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match was found.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"+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.__doc__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all non-overlapping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matches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in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or more capturing groups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are in the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groups; this will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be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tuples if the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has more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than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group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Empty matches are included in the result.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nditer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2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ndite</a:t>
            </a:r>
            <a:r>
              <a:rPr lang="en-US" sz="2400" spc="-4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_doc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35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70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])</a:t>
            </a:r>
            <a:endParaRPr lang="en-US" sz="240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finditer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an iterator over all non-overlapping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849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8"/>
    </mc:Choice>
    <mc:Fallback xmlns="">
      <p:transition spd="slow" advTm="5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Support 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for regular expressions (RE).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search"+params+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re.search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search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Scan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through string looking for a match to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Match object, or None if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no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match was found.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"+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.__doc__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all non-overlapping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matches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in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or more capturing groups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are in the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groups; this will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be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tuples if the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has more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than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group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Empty matches are included in the result.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nditer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2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ndite</a:t>
            </a:r>
            <a:r>
              <a:rPr lang="en-US" sz="2400" spc="-4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_doc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35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70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])</a:t>
            </a:r>
            <a:endParaRPr lang="en-US" sz="240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finditer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an iterator over all non-overlapping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matches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85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4"/>
    </mc:Choice>
    <mc:Fallback xmlns="">
      <p:transition spd="slow" advTm="7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search"+params+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re.search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search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Scan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through string looking for a match to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Match object, or None if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no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match was found.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"+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.__doc__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all non-overlapping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matches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in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or more capturing groups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are in the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groups; this will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be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tuples if the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has more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than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group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Empty matches are included in the result.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nditer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2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ndite</a:t>
            </a:r>
            <a:r>
              <a:rPr lang="en-US" sz="2400" spc="-4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_doc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35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70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])</a:t>
            </a:r>
            <a:endParaRPr lang="en-US" sz="240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finditer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an iterator over all non-overlapping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matches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("split"+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[:18]+"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=0,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"+\ </a:t>
            </a:r>
            <a:b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</a:b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sp>
        <p:nvSpPr>
          <p:cNvPr id="2" name="Rectangle 1"/>
          <p:cNvSpPr/>
          <p:nvPr/>
        </p:nvSpPr>
        <p:spPr>
          <a:xfrm>
            <a:off x="152400" y="6448365"/>
            <a:ext cx="5886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endParaRPr lang="en-US" sz="2400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28154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252"/>
    </mc:Choice>
    <mc:Fallback xmlns="">
      <p:transition spd="slow" advTm="332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864" x="2851150" y="6496050"/>
          <p14:tracePt t="897" x="2559050" y="6445250"/>
          <p14:tracePt t="919" x="2324100" y="6388100"/>
          <p14:tracePt t="951" x="2051050" y="6311900"/>
          <p14:tracePt t="997" x="1682750" y="6223000"/>
          <p14:tracePt t="1030" x="1517650" y="6197600"/>
          <p14:tracePt t="1051" x="1492250" y="6191250"/>
          <p14:tracePt t="1096" x="1466850" y="6184900"/>
          <p14:tracePt t="1130" x="1447800" y="6172200"/>
          <p14:tracePt t="1151" x="1435100" y="6172200"/>
          <p14:tracePt t="1196" x="1422400" y="6172200"/>
          <p14:tracePt t="1229" x="1416050" y="6159500"/>
          <p14:tracePt t="1250" x="1409700" y="6146800"/>
          <p14:tracePt t="1296" x="1352550" y="6108700"/>
          <p14:tracePt t="1329" x="1308100" y="6096000"/>
          <p14:tracePt t="1362" x="1263650" y="6083300"/>
          <p14:tracePt t="1395" x="1257300" y="6083300"/>
          <p14:tracePt t="1495" x="1263650" y="6089650"/>
          <p14:tracePt t="1528" x="1282700" y="6089650"/>
          <p14:tracePt t="1561" x="1320800" y="6089650"/>
          <p14:tracePt t="1595" x="1416050" y="6096000"/>
          <p14:tracePt t="1628" x="1543050" y="6115050"/>
          <p14:tracePt t="1661" x="1682750" y="6115050"/>
          <p14:tracePt t="1694" x="1841500" y="6121400"/>
          <p14:tracePt t="1727" x="2006600" y="6121400"/>
          <p14:tracePt t="1761" x="2114550" y="6121400"/>
          <p14:tracePt t="1794" x="2209800" y="6121400"/>
          <p14:tracePt t="1827" x="2432050" y="6102350"/>
          <p14:tracePt t="1861" x="2616200" y="6096000"/>
          <p14:tracePt t="1894" x="2838450" y="6096000"/>
          <p14:tracePt t="1927" x="3117850" y="6083300"/>
          <p14:tracePt t="1960" x="3282950" y="6083300"/>
          <p14:tracePt t="1993" x="3441700" y="6076950"/>
          <p14:tracePt t="2026" x="3505200" y="6070600"/>
          <p14:tracePt t="2059" x="3556000" y="6064250"/>
          <p14:tracePt t="2109" x="3530600" y="6070600"/>
          <p14:tracePt t="2143" x="3524250" y="6076950"/>
          <p14:tracePt t="2491" x="3670300" y="6076950"/>
          <p14:tracePt t="2525" x="4000500" y="6076950"/>
          <p14:tracePt t="2558" x="4470400" y="6083300"/>
          <p14:tracePt t="2591" x="4724400" y="6083300"/>
          <p14:tracePt t="2625" x="4940300" y="6089650"/>
          <p14:tracePt t="2658" x="5060950" y="6096000"/>
          <p14:tracePt t="2691" x="5099050" y="6096000"/>
          <p14:tracePt t="2709" x="5118100" y="6089650"/>
          <p14:tracePt t="2741" x="5143500" y="6089650"/>
          <p14:tracePt t="2774" x="5168900" y="6083300"/>
          <p14:tracePt t="2807" x="5213350" y="6076950"/>
          <p14:tracePt t="2840" x="5257800" y="6070600"/>
          <p14:tracePt t="2877" x="5302250" y="6057900"/>
          <p14:tracePt t="2909" x="5378450" y="6045200"/>
          <p14:tracePt t="2926" x="5397500" y="6045200"/>
          <p14:tracePt t="2956" x="5486400" y="6038850"/>
          <p14:tracePt t="2990" x="5575300" y="6032500"/>
          <p14:tracePt t="3023" x="5607050" y="6032500"/>
          <p14:tracePt t="3092" x="5568950" y="6051550"/>
          <p14:tracePt t="3125" x="5530850" y="6064250"/>
          <p14:tracePt t="3156" x="5480050" y="6070600"/>
          <p14:tracePt t="3191" x="5276850" y="6096000"/>
          <p14:tracePt t="3224" x="5080000" y="6121400"/>
          <p14:tracePt t="3256" x="4978400" y="6146800"/>
          <p14:tracePt t="3290" x="4959350" y="6153150"/>
          <p14:tracePt t="3322" x="4991100" y="6153150"/>
          <p14:tracePt t="3356" x="5187950" y="6146800"/>
          <p14:tracePt t="3376" x="5391150" y="6146800"/>
          <p14:tracePt t="3407" x="5721350" y="6146800"/>
          <p14:tracePt t="3438" x="6000750" y="6115050"/>
          <p14:tracePt t="3488" x="6261100" y="6096000"/>
          <p14:tracePt t="3522" x="6356350" y="6089650"/>
          <p14:tracePt t="3555" x="6400800" y="6089650"/>
          <p14:tracePt t="3576" x="6432550" y="6089650"/>
          <p14:tracePt t="3606" x="6470650" y="6083300"/>
          <p14:tracePt t="3637" x="6496050" y="6076950"/>
          <p14:tracePt t="3687" x="6534150" y="6064250"/>
          <p14:tracePt t="3723" x="6546850" y="6057900"/>
          <p14:tracePt t="3756" x="6553200" y="6057900"/>
          <p14:tracePt t="3788" x="6546850" y="6051550"/>
          <p14:tracePt t="3823" x="6502400" y="6057900"/>
          <p14:tracePt t="3856" x="6292850" y="6076950"/>
          <p14:tracePt t="3875" x="6032500" y="6083300"/>
          <p14:tracePt t="3908" x="5365750" y="6096000"/>
          <p14:tracePt t="3938" x="4578350" y="6115050"/>
          <p14:tracePt t="3986" x="3524250" y="6140450"/>
          <p14:tracePt t="4008" x="3257550" y="6172200"/>
          <p14:tracePt t="4039" x="2933700" y="6242050"/>
          <p14:tracePt t="4069" x="2736850" y="6280150"/>
          <p14:tracePt t="4102" x="2609850" y="6324600"/>
          <p14:tracePt t="4124" x="2546350" y="6343650"/>
          <p14:tracePt t="4154" x="2457450" y="6356350"/>
          <p14:tracePt t="4202" x="2311400" y="6356350"/>
          <p14:tracePt t="4224" x="2241550" y="6343650"/>
          <p14:tracePt t="4254" x="2165350" y="6343650"/>
          <p14:tracePt t="4287" x="2101850" y="6330950"/>
          <p14:tracePt t="4320" x="2063750" y="6324600"/>
          <p14:tracePt t="4340" x="2044700" y="6324600"/>
          <p14:tracePt t="4370" x="2032000" y="6318250"/>
          <p14:tracePt t="4501" x="2038350" y="6318250"/>
          <p14:tracePt t="4535" x="2057400" y="6318250"/>
          <p14:tracePt t="4568" x="2063750" y="6311900"/>
          <p14:tracePt t="4601" x="2070100" y="6311900"/>
          <p14:tracePt t="4634" x="2082800" y="6311900"/>
          <p14:tracePt t="4701" x="2101850" y="6311900"/>
          <p14:tracePt t="4734" x="2108200" y="6311900"/>
          <p14:tracePt t="4755" x="2139950" y="6311900"/>
          <p14:tracePt t="4786" x="2311400" y="6311900"/>
          <p14:tracePt t="4817" x="2559050" y="6292850"/>
          <p14:tracePt t="4867" x="2921000" y="6242050"/>
          <p14:tracePt t="4900" x="3219450" y="6178550"/>
          <p14:tracePt t="4933" x="3365500" y="6153150"/>
          <p14:tracePt t="4966" x="3441700" y="6140450"/>
          <p14:tracePt t="5000" x="3467100" y="6127750"/>
          <p14:tracePt t="5033" x="3511550" y="6115050"/>
          <p14:tracePt t="8039" x="3384550" y="5988050"/>
          <p14:tracePt t="8072" x="3111500" y="5715000"/>
          <p14:tracePt t="8105" x="2838450" y="5461000"/>
          <p14:tracePt t="8127" x="2717800" y="5340350"/>
          <p14:tracePt t="8160" x="2520950" y="5200650"/>
          <p14:tracePt t="8205" x="2298700" y="5099050"/>
          <p14:tracePt t="8227" x="2247900" y="5067300"/>
          <p14:tracePt t="8259" x="2209800" y="5060950"/>
          <p14:tracePt t="8305" x="2209800" y="5073650"/>
          <p14:tracePt t="8325" x="2209800" y="5080000"/>
          <p14:tracePt t="8356" x="2209800" y="5086350"/>
          <p14:tracePt t="8405" x="2222500" y="5022850"/>
          <p14:tracePt t="8438" x="2197100" y="4826000"/>
          <p14:tracePt t="8459" x="2120900" y="4572000"/>
          <p14:tracePt t="8489" x="1917700" y="3987800"/>
          <p14:tracePt t="8521" x="1676400" y="3575050"/>
          <p14:tracePt t="8554" x="1524000" y="3359150"/>
          <p14:tracePt t="8587" x="1466850" y="3302000"/>
          <p14:tracePt t="8620" x="1435100" y="3251200"/>
          <p14:tracePt t="8653" x="1397000" y="3213100"/>
          <p14:tracePt t="8687" x="1377950" y="3200400"/>
          <p14:tracePt t="8720" x="1346200" y="3181350"/>
          <p14:tracePt t="8753" x="1320800" y="3162300"/>
          <p14:tracePt t="8786" x="1295400" y="3136900"/>
          <p14:tracePt t="8820" x="1250950" y="3111500"/>
          <p14:tracePt t="8853" x="1225550" y="3105150"/>
          <p14:tracePt t="8887" x="1181100" y="3105150"/>
          <p14:tracePt t="8919" x="1098550" y="3105150"/>
          <p14:tracePt t="8953" x="958850" y="3105150"/>
          <p14:tracePt t="8986" x="869950" y="3092450"/>
          <p14:tracePt t="9019" x="831850" y="3067050"/>
          <p14:tracePt t="9052" x="806450" y="3035300"/>
          <p14:tracePt t="9086" x="787400" y="3016250"/>
          <p14:tracePt t="9118" x="781050" y="2997200"/>
          <p14:tracePt t="9152" x="774700" y="2990850"/>
          <p14:tracePt t="9185" x="774700" y="2971800"/>
          <p14:tracePt t="9218" x="768350" y="2952750"/>
          <p14:tracePt t="9268" x="768350" y="2940050"/>
          <p14:tracePt t="9301" x="762000" y="2921000"/>
          <p14:tracePt t="9335" x="755650" y="2901950"/>
          <p14:tracePt t="9369" x="742950" y="2889250"/>
          <p14:tracePt t="9401" x="742950" y="2882900"/>
          <p14:tracePt t="9434" x="736600" y="2882900"/>
          <p14:tracePt t="9467" x="730250" y="2889250"/>
          <p14:tracePt t="9501" x="723900" y="2908300"/>
          <p14:tracePt t="9534" x="711200" y="2927350"/>
          <p14:tracePt t="9567" x="666750" y="3022600"/>
          <p14:tracePt t="9600" x="622300" y="3098800"/>
          <p14:tracePt t="9633" x="603250" y="3130550"/>
          <p14:tracePt t="9684" x="609600" y="3079750"/>
          <p14:tracePt t="9717" x="609600" y="3028950"/>
          <p14:tracePt t="9750" x="622300" y="2946400"/>
          <p14:tracePt t="9784" x="635000" y="2927350"/>
          <p14:tracePt t="9816" x="698500" y="2946400"/>
          <p14:tracePt t="9849" x="787400" y="2971800"/>
          <p14:tracePt t="9883" x="889000" y="2997200"/>
          <p14:tracePt t="9916" x="939800" y="2997200"/>
          <p14:tracePt t="9949" x="939800" y="2984500"/>
          <p14:tracePt t="9982" x="908050" y="2971800"/>
          <p14:tracePt t="10016" x="869950" y="2959100"/>
          <p14:tracePt t="10049" x="850900" y="2952750"/>
          <p14:tracePt t="10085" x="844550" y="2933700"/>
          <p14:tracePt t="10117" x="844550" y="2927350"/>
          <p14:tracePt t="10148" x="857250" y="2921000"/>
          <p14:tracePt t="10184" x="863600" y="2895600"/>
          <p14:tracePt t="10217" x="908050" y="2844800"/>
          <p14:tracePt t="10248" x="933450" y="2794000"/>
          <p14:tracePt t="10285" x="933450" y="2768600"/>
          <p14:tracePt t="10316" x="920750" y="2774950"/>
          <p14:tracePt t="10348" x="920750" y="2794000"/>
          <p14:tracePt t="10367" x="908050" y="2838450"/>
          <p14:tracePt t="10399" x="882650" y="2952750"/>
          <p14:tracePt t="10416" x="882650" y="3003550"/>
          <p14:tracePt t="10447" x="901700" y="3149600"/>
          <p14:tracePt t="10468" x="977900" y="3232150"/>
          <p14:tracePt t="10499" x="1200150" y="3333750"/>
          <p14:tracePt t="10531" x="1403350" y="3340100"/>
          <p14:tracePt t="10564" x="1600200" y="3308350"/>
          <p14:tracePt t="10599" x="2082800" y="3181350"/>
          <p14:tracePt t="10632" x="2749550" y="3086100"/>
          <p14:tracePt t="10664" x="3873500" y="3054350"/>
          <p14:tracePt t="10700" x="5194300" y="3079750"/>
          <p14:tracePt t="10733" x="6534150" y="3124200"/>
          <p14:tracePt t="10764" x="7137400" y="3124200"/>
          <p14:tracePt t="10800" x="7715250" y="3079750"/>
          <p14:tracePt t="10833" x="8026400" y="3035300"/>
          <p14:tracePt t="10863" x="8204200" y="2965450"/>
          <p14:tracePt t="10886" x="8280400" y="2908300"/>
          <p14:tracePt t="10916" x="8324850" y="2870200"/>
          <p14:tracePt t="10947" x="8324850" y="2857500"/>
          <p14:tracePt t="10970" x="8286750" y="2851150"/>
          <p14:tracePt t="11002" x="8255000" y="2851150"/>
          <p14:tracePt t="11032" x="8223250" y="2857500"/>
          <p14:tracePt t="11048" x="8210550" y="2857500"/>
          <p14:tracePt t="11095" x="8159750" y="2857500"/>
          <p14:tracePt t="11133" x="8147050" y="2863850"/>
          <p14:tracePt t="11164" x="8128000" y="2921000"/>
          <p14:tracePt t="11212" x="7816850" y="3276600"/>
          <p14:tracePt t="11246" x="7175500" y="3575050"/>
          <p14:tracePt t="11269" x="6591300" y="3689350"/>
          <p14:tracePt t="11301" x="5765800" y="3568700"/>
          <p14:tracePt t="11331" x="5626100" y="3486150"/>
          <p14:tracePt t="11362" x="5594350" y="3454400"/>
          <p14:tracePt t="11384" x="5613400" y="3454400"/>
          <p14:tracePt t="15081" x="5257800" y="3625850"/>
          <p14:tracePt t="15115" x="5092700" y="3746500"/>
          <p14:tracePt t="15148" x="4857750" y="3943350"/>
          <p14:tracePt t="15166" x="4813300" y="3987800"/>
          <p14:tracePt t="15198" x="4629150" y="4133850"/>
          <p14:tracePt t="15231" x="4540250" y="4229100"/>
          <p14:tracePt t="15264" x="4464050" y="4337050"/>
          <p14:tracePt t="15297" x="4362450" y="4552950"/>
          <p14:tracePt t="15331" x="4267200" y="4718050"/>
          <p14:tracePt t="15349" x="4191000" y="4832350"/>
          <p14:tracePt t="15380" x="4051300" y="5054600"/>
          <p14:tracePt t="15413" x="3898900" y="5314950"/>
          <p14:tracePt t="15433" x="3771900" y="5492750"/>
          <p14:tracePt t="15465" x="3568700" y="5765800"/>
          <p14:tracePt t="15496" x="3384550" y="6026150"/>
          <p14:tracePt t="15530" x="3244850" y="6191250"/>
          <p14:tracePt t="15563" x="3206750" y="6299200"/>
          <p14:tracePt t="15613" x="3175000" y="6445250"/>
          <p14:tracePt t="15646" x="3162300" y="6527800"/>
          <p14:tracePt t="15665" x="3162300" y="6540500"/>
          <p14:tracePt t="15712" x="3162300" y="6546850"/>
          <p14:tracePt t="15779" x="3168650" y="6534150"/>
          <p14:tracePt t="16310" x="3175000" y="6534150"/>
          <p14:tracePt t="16427" x="3194050" y="6534150"/>
          <p14:tracePt t="16446" x="3213100" y="6534150"/>
          <p14:tracePt t="16478" x="3251200" y="6527800"/>
          <p14:tracePt t="16510" x="3302000" y="6521450"/>
          <p14:tracePt t="16546" x="3429000" y="6515100"/>
          <p14:tracePt t="16578" x="3498850" y="6515100"/>
          <p14:tracePt t="16610" x="3517900" y="6515100"/>
          <p14:tracePt t="16645" x="3486150" y="6515100"/>
          <p14:tracePt t="16659" x="3473450" y="6515100"/>
          <p14:tracePt t="16692" x="3441700" y="6515100"/>
          <p14:tracePt t="16726" x="3359150" y="6527800"/>
          <p14:tracePt t="16759" x="3251200" y="6527800"/>
          <p14:tracePt t="16792" x="3067050" y="6534150"/>
          <p14:tracePt t="16811" x="3016250" y="6534150"/>
          <p14:tracePt t="16830" x="2927350" y="6534150"/>
          <p14:tracePt t="16860" x="2819400" y="6534150"/>
          <p14:tracePt t="16892" x="2743200" y="6534150"/>
          <p14:tracePt t="16925" x="2717800" y="6534150"/>
          <p14:tracePt t="16944" x="2698750" y="6534150"/>
          <p14:tracePt t="16977" x="2679700" y="6534150"/>
          <p14:tracePt t="17041" x="2673350" y="6534150"/>
          <p14:tracePt t="17157" x="2667000" y="6534150"/>
          <p14:tracePt t="17193" x="2667000" y="6540500"/>
          <p14:tracePt t="17274" x="2679700" y="6546850"/>
          <p14:tracePt t="17307" x="2698750" y="6546850"/>
          <p14:tracePt t="17357" x="2743200" y="6559550"/>
          <p14:tracePt t="17393" x="2794000" y="6572250"/>
          <p14:tracePt t="17425" x="2870200" y="6597650"/>
          <p14:tracePt t="17444" x="2882900" y="6604000"/>
          <p14:tracePt t="17478" x="2914650" y="6604000"/>
          <p14:tracePt t="17523" x="2921000" y="6604000"/>
          <p14:tracePt t="17589" x="2927350" y="6604000"/>
          <p14:tracePt t="17623" x="2940050" y="6604000"/>
          <p14:tracePt t="17672" x="2959100" y="6604000"/>
          <p14:tracePt t="17772" x="2984500" y="6604000"/>
          <p14:tracePt t="17794" x="2997200" y="6604000"/>
          <p14:tracePt t="17824" x="3048000" y="6597650"/>
          <p14:tracePt t="17855" x="3117850" y="6578600"/>
          <p14:tracePt t="17888" x="3244850" y="6572250"/>
          <p14:tracePt t="17907" x="3270250" y="6565900"/>
          <p14:tracePt t="17926" x="3314700" y="6559550"/>
          <p14:tracePt t="17971" x="3378200" y="6540500"/>
          <p14:tracePt t="17993" x="3403600" y="6527800"/>
          <p14:tracePt t="18026" x="3467100" y="6496050"/>
          <p14:tracePt t="18056" x="3549650" y="6464300"/>
          <p14:tracePt t="18088" x="3670300" y="6400800"/>
          <p14:tracePt t="18109" x="3708400" y="6375400"/>
          <p14:tracePt t="18154" x="3752850" y="6337300"/>
          <p14:tracePt t="18187" x="3771900" y="6330950"/>
          <p14:tracePt t="18220" x="3778250" y="6324600"/>
          <p14:tracePt t="18254" x="3784600" y="6318250"/>
          <p14:tracePt t="18320" x="3790950" y="6324600"/>
          <p14:tracePt t="18353" x="3784600" y="6330950"/>
          <p14:tracePt t="21296" x="3784600" y="6356350"/>
          <p14:tracePt t="21328" x="3771900" y="6483350"/>
          <p14:tracePt t="21376" x="3797300" y="6667500"/>
          <p14:tracePt t="21397" x="3816350" y="6699250"/>
          <p14:tracePt t="21428" x="3848100" y="6724650"/>
          <p14:tracePt t="21476" x="3867150" y="6724650"/>
          <p14:tracePt t="21497" x="3873500" y="6724650"/>
          <p14:tracePt t="21542" x="3879850" y="6724650"/>
          <p14:tracePt t="21609" x="3892550" y="6718300"/>
          <p14:tracePt t="21659" x="3898900" y="6699250"/>
          <p14:tracePt t="21692" x="3911600" y="6680200"/>
          <p14:tracePt t="21728" x="3917950" y="6642100"/>
          <p14:tracePt t="21760" x="3937000" y="6527800"/>
          <p14:tracePt t="21792" x="3930650" y="6134100"/>
          <p14:tracePt t="21813" x="3860800" y="5727700"/>
          <p14:tracePt t="21858" x="3562350" y="4356100"/>
          <p14:tracePt t="21891" x="3276600" y="3321050"/>
          <p14:tracePt t="21924" x="2971800" y="2444750"/>
          <p14:tracePt t="21958" x="2838450" y="2051050"/>
          <p14:tracePt t="21991" x="2743200" y="1714500"/>
          <p14:tracePt t="22010" x="2698750" y="1492250"/>
          <p14:tracePt t="22040" x="2654300" y="1257300"/>
          <p14:tracePt t="22074" x="2635250" y="1200150"/>
          <p14:tracePt t="22107" x="2647950" y="1225550"/>
          <p14:tracePt t="22140" x="2654300" y="1250950"/>
          <p14:tracePt t="22173" x="2667000" y="1295400"/>
          <p14:tracePt t="22523" x="2705100" y="1289050"/>
          <p14:tracePt t="22541" x="2717800" y="1289050"/>
          <p14:tracePt t="22572" x="2800350" y="1257300"/>
          <p14:tracePt t="22591" x="2825750" y="1250950"/>
          <p14:tracePt t="22622" x="2940050" y="1219200"/>
          <p14:tracePt t="22655" x="3092450" y="1193800"/>
          <p14:tracePt t="22688" x="3333750" y="1181100"/>
          <p14:tracePt t="22722" x="3517900" y="1181100"/>
          <p14:tracePt t="22756" x="3702050" y="1174750"/>
          <p14:tracePt t="22788" x="3810000" y="1174750"/>
          <p14:tracePt t="22821" x="3867150" y="1174750"/>
          <p14:tracePt t="22855" x="3886200" y="1174750"/>
          <p14:tracePt t="22922" x="3854450" y="1193800"/>
          <p14:tracePt t="22955" x="3835400" y="1200150"/>
          <p14:tracePt t="22987" x="3790950" y="1219200"/>
          <p14:tracePt t="23020" x="3759200" y="1250950"/>
          <p14:tracePt t="23040" x="3689350" y="1289050"/>
          <p14:tracePt t="23060" x="3575050" y="1371600"/>
          <p14:tracePt t="23092" x="3359150" y="1485900"/>
          <p14:tracePt t="23122" x="3105150" y="1549400"/>
          <p14:tracePt t="23153" x="3016250" y="1555750"/>
          <p14:tracePt t="23187" x="2965450" y="1549400"/>
          <p14:tracePt t="23220" x="2952750" y="1543050"/>
          <p14:tracePt t="23270" x="2952750" y="1536700"/>
          <p14:tracePt t="23336" x="2952750" y="1530350"/>
          <p14:tracePt t="23357" x="2971800" y="1524000"/>
          <p14:tracePt t="23388" x="3035300" y="1517650"/>
          <p14:tracePt t="23419" x="3149600" y="1504950"/>
          <p14:tracePt t="23452" x="3454400" y="1479550"/>
          <p14:tracePt t="23486" x="3759200" y="1447800"/>
          <p14:tracePt t="23519" x="3968750" y="1435100"/>
          <p14:tracePt t="23538" x="3994150" y="1435100"/>
          <p14:tracePt t="23570" x="4025900" y="1435100"/>
          <p14:tracePt t="23635" x="4006850" y="1441450"/>
          <p14:tracePt t="23669" x="3981450" y="1441450"/>
          <p14:tracePt t="23701" x="3975100" y="1447800"/>
          <p14:tracePt t="23752" x="3968750" y="1447800"/>
          <p14:tracePt t="23785" x="3956050" y="1447800"/>
          <p14:tracePt t="23818" x="3943350" y="1435100"/>
          <p14:tracePt t="23868" x="3911600" y="1416050"/>
          <p14:tracePt t="23901" x="3784600" y="1333500"/>
          <p14:tracePt t="23934" x="3606800" y="1257300"/>
          <p14:tracePt t="23967" x="3435350" y="1174750"/>
          <p14:tracePt t="23988" x="3340100" y="1143000"/>
          <p14:tracePt t="24019" x="3276600" y="1111250"/>
          <p14:tracePt t="24036" x="3263900" y="1104900"/>
          <p14:tracePt t="24084" x="3270250" y="1098550"/>
          <p14:tracePt t="24105" x="3289300" y="1104900"/>
          <p14:tracePt t="24135" x="3333750" y="1104900"/>
          <p14:tracePt t="24166" x="3384550" y="1111250"/>
          <p14:tracePt t="24188" x="3422650" y="1117600"/>
          <p14:tracePt t="24221" x="3473450" y="1130300"/>
          <p14:tracePt t="24266" x="3562350" y="1174750"/>
          <p14:tracePt t="24299" x="3638550" y="1231900"/>
          <p14:tracePt t="24321" x="3670300" y="1257300"/>
          <p14:tracePt t="24351" x="3892550" y="1454150"/>
          <p14:tracePt t="24382" x="4038600" y="1606550"/>
          <p14:tracePt t="24416" x="4305300" y="1930400"/>
          <p14:tracePt t="24437" x="4432300" y="2114550"/>
          <p14:tracePt t="24482" x="4629150" y="2489200"/>
          <p14:tracePt t="24516" x="4711700" y="2806700"/>
          <p14:tracePt t="24537" x="4711700" y="2908300"/>
          <p14:tracePt t="24582" x="4711700" y="3016250"/>
          <p14:tracePt t="24615" x="4711700" y="3092450"/>
          <p14:tracePt t="24636" x="4692650" y="3155950"/>
          <p14:tracePt t="24667" x="4660900" y="3302000"/>
          <p14:tracePt t="24683" x="4641850" y="3397250"/>
          <p14:tracePt t="24715" x="4616450" y="3517900"/>
          <p14:tracePt t="24748" x="4584700" y="3638550"/>
          <p14:tracePt t="24781" x="4559300" y="3657600"/>
          <p14:tracePt t="24964" x="4565650" y="3556000"/>
          <p14:tracePt t="24997" x="4641850" y="3143250"/>
          <p14:tracePt t="25030" x="4679950" y="2844800"/>
          <p14:tracePt t="25049" x="4686300" y="2794000"/>
          <p14:tracePt t="25080" x="4686300" y="2838450"/>
          <p14:tracePt t="25113" x="4679950" y="3079750"/>
          <p14:tracePt t="25132" x="4679950" y="3194050"/>
          <p14:tracePt t="25163" x="4806950" y="4406900"/>
          <p14:tracePt t="25196" x="4851400" y="5067300"/>
          <p14:tracePt t="25230" x="4845050" y="5753100"/>
          <p14:tracePt t="25263" x="4838700" y="6134100"/>
          <p14:tracePt t="25296" x="4857750" y="6178550"/>
          <p14:tracePt t="25329" x="4895850" y="6146800"/>
          <p14:tracePt t="25363" x="4914900" y="5981700"/>
          <p14:tracePt t="25396" x="4883150" y="5441950"/>
          <p14:tracePt t="25429" x="4730750" y="4679950"/>
          <p14:tracePt t="25462" x="4222750" y="3054350"/>
          <p14:tracePt t="25495" x="3644900" y="844550"/>
          <p14:tracePt t="25529" x="3562350" y="368300"/>
          <p14:tracePt t="25548" x="3562350" y="330200"/>
          <p14:tracePt t="25580" x="3505200" y="190500"/>
          <p14:tracePt t="25611" x="3422650" y="82550"/>
          <p14:tracePt t="25645" x="3302000" y="0"/>
          <p14:tracePt t="25678" x="3079750" y="0"/>
          <p14:tracePt t="25711" x="2933700" y="0"/>
          <p14:tracePt t="25745" x="2819400" y="25400"/>
          <p14:tracePt t="25778" x="2743200" y="76200"/>
          <p14:tracePt t="25811" x="2692400" y="158750"/>
          <p14:tracePt t="25844" x="2686050" y="196850"/>
          <p14:tracePt t="25878" x="2717800" y="215900"/>
          <p14:tracePt t="25911" x="2863850" y="241300"/>
          <p14:tracePt t="25944" x="2952750" y="241300"/>
          <p14:tracePt t="25977" x="2971800" y="228600"/>
          <p14:tracePt t="26010" x="2952750" y="215900"/>
          <p14:tracePt t="26044" x="2895600" y="222250"/>
          <p14:tracePt t="26063" x="2806700" y="241300"/>
          <p14:tracePt t="26093" x="2590800" y="298450"/>
          <p14:tracePt t="26127" x="2387600" y="374650"/>
          <p14:tracePt t="26160" x="2266950" y="438150"/>
          <p14:tracePt t="26193" x="2235200" y="457200"/>
          <p14:tracePt t="26226" x="2266950" y="463550"/>
          <p14:tracePt t="26262" x="2463800" y="450850"/>
          <p14:tracePt t="26295" x="2857500" y="431800"/>
          <p14:tracePt t="26326" x="3238500" y="381000"/>
          <p14:tracePt t="26362" x="3397250" y="285750"/>
          <p14:tracePt t="26394" x="3390900" y="260350"/>
          <p14:tracePt t="26425" x="3333750" y="254000"/>
          <p14:tracePt t="26461" x="3225800" y="241300"/>
          <p14:tracePt t="26494" x="3079750" y="222250"/>
          <p14:tracePt t="26526" x="3028950" y="222250"/>
          <p14:tracePt t="26577" x="3054350" y="228600"/>
          <p14:tracePt t="26610" x="3200400" y="222250"/>
          <p14:tracePt t="26627" x="3263900" y="222250"/>
          <p14:tracePt t="26661" x="3479800" y="177800"/>
          <p14:tracePt t="26693" x="3498850" y="152400"/>
          <p14:tracePt t="26725" x="3467100" y="152400"/>
          <p14:tracePt t="26760" x="3384550" y="152400"/>
          <p14:tracePt t="26793" x="3136900" y="196850"/>
          <p14:tracePt t="26810" x="3067050" y="215900"/>
          <p14:tracePt t="26841" x="2978150" y="247650"/>
          <p14:tracePt t="26862" x="2971800" y="260350"/>
          <p14:tracePt t="26892" x="3086100" y="247650"/>
          <p14:tracePt t="26924" x="3321050" y="241300"/>
          <p14:tracePt t="26989" x="3619500" y="260350"/>
          <p14:tracePt t="27009" x="3606800" y="273050"/>
          <p14:tracePt t="27040" x="3549650" y="311150"/>
          <p14:tracePt t="27062" x="3441700" y="444500"/>
          <p14:tracePt t="27092" x="3365500" y="558800"/>
          <p14:tracePt t="27123" x="3295650" y="800100"/>
          <p14:tracePt t="27173" x="3352800" y="1390650"/>
          <p14:tracePt t="27209" x="3422650" y="1485900"/>
          <p14:tracePt t="27241" x="3517900" y="1428750"/>
          <p14:tracePt t="27289" x="3670300" y="1282700"/>
          <p14:tracePt t="27308" x="3759200" y="1085850"/>
          <p14:tracePt t="27339" x="3784600" y="863600"/>
          <p14:tracePt t="27372" x="3721100" y="615950"/>
          <p14:tracePt t="27393" x="3613150" y="476250"/>
          <p14:tracePt t="27424" x="3359150" y="247650"/>
          <p14:tracePt t="27472" x="2952750" y="107950"/>
          <p14:tracePt t="27493" x="2819400" y="120650"/>
          <p14:tracePt t="27526" x="2692400" y="146050"/>
          <p14:tracePt t="27557" x="2686050" y="158750"/>
          <p14:tracePt t="27588" x="2787650" y="146050"/>
          <p14:tracePt t="27608" x="2838450" y="133350"/>
          <p14:tracePt t="27626" x="3187700" y="114300"/>
          <p14:tracePt t="27671" x="3917950" y="114300"/>
          <p14:tracePt t="27704" x="4089400" y="107950"/>
          <p14:tracePt t="27754" x="4057650" y="107950"/>
          <p14:tracePt t="27787" x="3905250" y="146050"/>
          <p14:tracePt t="27809" x="3689350" y="184150"/>
          <p14:tracePt t="27842" x="3340100" y="260350"/>
          <p14:tracePt t="27887" x="3079750" y="361950"/>
          <p14:tracePt t="27920" x="3054350" y="387350"/>
          <p14:tracePt t="27942" x="3098800" y="387350"/>
          <p14:tracePt t="27987" x="3276600" y="342900"/>
          <p14:tracePt t="28020" x="3524250" y="298450"/>
          <p14:tracePt t="28041" x="3625850" y="273050"/>
          <p14:tracePt t="28072" x="3670300" y="241300"/>
          <p14:tracePt t="28103" x="3638550" y="234950"/>
          <p14:tracePt t="28136" x="3517900" y="254000"/>
          <p14:tracePt t="28169" x="3333750" y="285750"/>
          <p14:tracePt t="28203" x="2819400" y="361950"/>
          <p14:tracePt t="28236" x="2540000" y="400050"/>
          <p14:tracePt t="28269" x="2425700" y="419100"/>
          <p14:tracePt t="28319" x="2508250" y="393700"/>
          <p14:tracePt t="28352" x="2698750" y="368300"/>
          <p14:tracePt t="28385" x="3105150" y="330200"/>
          <p14:tracePt t="28419" x="3575050" y="279400"/>
          <p14:tracePt t="28452" x="3651250" y="260350"/>
          <p14:tracePt t="28502" x="3619500" y="285750"/>
          <p14:tracePt t="28535" x="3606800" y="298450"/>
          <p14:tracePt t="28850" x="3752850" y="1123950"/>
          <p14:tracePt t="28885" x="4121150" y="2438400"/>
          <p14:tracePt t="28917" x="4514850" y="3492500"/>
          <p14:tracePt t="28950" x="4699000" y="4229100"/>
          <p14:tracePt t="28983" x="4749800" y="4641850"/>
          <p14:tracePt t="29017" x="4768850" y="4972050"/>
          <p14:tracePt t="29050" x="4768850" y="5314950"/>
          <p14:tracePt t="29083" x="4781550" y="5429250"/>
          <p14:tracePt t="29116" x="4787900" y="5626100"/>
          <p14:tracePt t="29149" x="4787900" y="5759450"/>
          <p14:tracePt t="29183" x="4787900" y="5880100"/>
          <p14:tracePt t="29202" x="4794250" y="5899150"/>
          <p14:tracePt t="29232" x="4819650" y="5969000"/>
          <p14:tracePt t="29266" x="4857750" y="6045200"/>
          <p14:tracePt t="29299" x="4870450" y="6134100"/>
          <p14:tracePt t="29332" x="4857750" y="6184900"/>
          <p14:tracePt t="29366" x="4819650" y="6203950"/>
          <p14:tracePt t="29399" x="4768850" y="6210300"/>
          <p14:tracePt t="29432" x="4679950" y="6229350"/>
          <p14:tracePt t="29465" x="4565650" y="6235700"/>
          <p14:tracePt t="29498" x="4521200" y="6242050"/>
          <p14:tracePt t="29531" x="4495800" y="6248400"/>
          <p14:tracePt t="29565" x="4489450" y="6248400"/>
          <p14:tracePt t="29598" x="4508500" y="6254750"/>
          <p14:tracePt t="29618" x="4546600" y="6254750"/>
          <p14:tracePt t="29649" x="4648200" y="6248400"/>
          <p14:tracePt t="29681" x="4851400" y="6229350"/>
          <p14:tracePt t="29714" x="5048250" y="6203950"/>
          <p14:tracePt t="29747" x="5143500" y="6184900"/>
          <p14:tracePt t="29831" x="5099050" y="6184900"/>
          <p14:tracePt t="29866" x="5060950" y="6191250"/>
          <p14:tracePt t="29914" x="5041900" y="6197600"/>
          <p14:tracePt t="29932" x="5035550" y="6203950"/>
          <p14:tracePt t="29966" x="5010150" y="6216650"/>
          <p14:tracePt t="29998" x="4978400" y="6223000"/>
          <p14:tracePt t="30030" x="4933950" y="6223000"/>
          <p14:tracePt t="30051" x="4883150" y="6203950"/>
          <p14:tracePt t="30082" x="4838700" y="6197600"/>
          <p14:tracePt t="30381" x="4546600" y="6197600"/>
          <p14:tracePt t="30414" x="4178300" y="6197600"/>
          <p14:tracePt t="30445" x="3683000" y="6191250"/>
          <p14:tracePt t="30467" x="3505200" y="6203950"/>
          <p14:tracePt t="30499" x="3295650" y="6242050"/>
          <p14:tracePt t="30530" x="3130550" y="6311900"/>
          <p14:tracePt t="30578" x="2978150" y="6388100"/>
          <p14:tracePt t="30613" x="2959100" y="6407150"/>
          <p14:tracePt t="30646" x="2940050" y="6432550"/>
          <p14:tracePt t="30694" x="2927350" y="6451600"/>
          <p14:tracePt t="30730" x="2927350" y="6457950"/>
          <p14:tracePt t="30810" x="2940050" y="6457950"/>
          <p14:tracePt t="30846" x="2984500" y="6445250"/>
          <p14:tracePt t="30893" x="3251200" y="6432550"/>
          <p14:tracePt t="30915" x="3746500" y="6413500"/>
          <p14:tracePt t="30931" x="3994150" y="6381750"/>
          <p14:tracePt t="30962" x="4648200" y="6311900"/>
          <p14:tracePt t="30993" x="5054600" y="6299200"/>
          <p14:tracePt t="31015" x="5219700" y="6305550"/>
          <p14:tracePt t="31045" x="5403850" y="6330950"/>
          <p14:tracePt t="31093" x="5537200" y="6375400"/>
          <p14:tracePt t="31114" x="5562600" y="6388100"/>
          <p14:tracePt t="31148" x="5588000" y="6419850"/>
          <p14:tracePt t="31192" x="5626100" y="6438900"/>
          <p14:tracePt t="31226" x="5664200" y="6451600"/>
          <p14:tracePt t="31247" x="5689600" y="6464300"/>
          <p14:tracePt t="31277" x="5715000" y="6483350"/>
          <p14:tracePt t="31309" x="5753100" y="6508750"/>
          <p14:tracePt t="31327" x="5765800" y="6515100"/>
          <p14:tracePt t="31346" x="5810250" y="6534150"/>
          <p14:tracePt t="31392" x="5911850" y="6553200"/>
          <p14:tracePt t="31425" x="6007100" y="6553200"/>
          <p14:tracePt t="31446" x="6038850" y="6553200"/>
          <p14:tracePt t="31476" x="6070600" y="6546850"/>
          <p14:tracePt t="31508" x="6089650" y="6546850"/>
          <p14:tracePt t="31541" x="6127750" y="6553200"/>
          <p14:tracePt t="31574" x="6165850" y="6553200"/>
          <p14:tracePt t="31608" x="6261100" y="6553200"/>
          <p14:tracePt t="31627" x="6362700" y="6553200"/>
          <p14:tracePt t="31659" x="6483350" y="6540500"/>
          <p14:tracePt t="31691" x="6527800" y="6534150"/>
          <p14:tracePt t="31724" x="6477000" y="6534150"/>
          <p14:tracePt t="31757" x="6375400" y="6553200"/>
          <p14:tracePt t="31790" x="6165850" y="6578600"/>
          <p14:tracePt t="31824" x="5867400" y="6578600"/>
          <p14:tracePt t="31857" x="5759450" y="6578600"/>
          <p14:tracePt t="31890" x="5740400" y="6559550"/>
          <p14:tracePt t="31923" x="5867400" y="6527800"/>
          <p14:tracePt t="31957" x="6057900" y="6502400"/>
          <p14:tracePt t="31989" x="6311900" y="6489700"/>
          <p14:tracePt t="32023" x="6508750" y="6470650"/>
          <p14:tracePt t="32056" x="6553200" y="6470650"/>
          <p14:tracePt t="32089" x="6515100" y="6477000"/>
          <p14:tracePt t="32122" x="6445250" y="6483350"/>
          <p14:tracePt t="32156" x="6197600" y="6496050"/>
          <p14:tracePt t="32189" x="6038850" y="6502400"/>
          <p14:tracePt t="32222" x="6000750" y="6496050"/>
          <p14:tracePt t="32255" x="6070600" y="6489700"/>
          <p14:tracePt t="32289" x="6273800" y="6489700"/>
          <p14:tracePt t="32322" x="6604000" y="6515100"/>
          <p14:tracePt t="32355" x="6940550" y="6508750"/>
          <p14:tracePt t="32388" x="7143750" y="6451600"/>
          <p14:tracePt t="32421" x="7156450" y="6445250"/>
          <p14:tracePt t="32455" x="7105650" y="6483350"/>
          <p14:tracePt t="32488" x="7105650" y="6489700"/>
        </p14:tracePtLst>
      </p14:laserTrace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search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Scan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through string looking for a match to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Match object, or None if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no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match was found.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"+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.__doc__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all non-overlapping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matches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in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or more capturing groups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are in the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groups; this will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be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tuples if the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has more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than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group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Empty matches are included in the result.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nditer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2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ndite</a:t>
            </a:r>
            <a:r>
              <a:rPr lang="en-US" sz="2400" spc="-4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_doc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35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70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])</a:t>
            </a:r>
            <a:endParaRPr lang="en-US" sz="240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finditer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an iterator over all non-overlapping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matches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("split"+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[:18]+"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=0,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"+\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[18:]+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re.split.__doc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sp>
        <p:nvSpPr>
          <p:cNvPr id="4" name="Rectangle 3"/>
          <p:cNvSpPr/>
          <p:nvPr/>
        </p:nvSpPr>
        <p:spPr>
          <a:xfrm>
            <a:off x="152400" y="6448365"/>
            <a:ext cx="5886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</a:t>
            </a:r>
            <a:endParaRPr lang="en-US" sz="24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2304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68"/>
    </mc:Choice>
    <mc:Fallback xmlns="">
      <p:transition spd="slow" advTm="92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491" x="6534150" y="6375400"/>
          <p14:tracePt t="2524" x="5842000" y="6280150"/>
          <p14:tracePt t="2558" x="5092700" y="6242050"/>
          <p14:tracePt t="2591" x="4686300" y="6210300"/>
          <p14:tracePt t="2625" x="4356100" y="6210300"/>
          <p14:tracePt t="2657" x="4102100" y="6210300"/>
          <p14:tracePt t="2691" x="3994150" y="6210300"/>
          <p14:tracePt t="2724" x="3911600" y="6216650"/>
          <p14:tracePt t="2742" x="3905250" y="6216650"/>
          <p14:tracePt t="2774" x="3892550" y="6223000"/>
          <p14:tracePt t="2824" x="3873500" y="6235700"/>
          <p14:tracePt t="2856" x="3867150" y="6242050"/>
          <p14:tracePt t="2890" x="3854450" y="6248400"/>
          <p14:tracePt t="2909" x="3848100" y="6254750"/>
          <p14:tracePt t="2941" x="3797300" y="6286500"/>
          <p14:tracePt t="2973" x="3695700" y="6337300"/>
          <p14:tracePt t="3006" x="3340100" y="6426200"/>
          <p14:tracePt t="3039" x="3009900" y="6489700"/>
          <p14:tracePt t="3073" x="2711450" y="6540500"/>
          <p14:tracePt t="3106" x="2432050" y="6597650"/>
          <p14:tracePt t="3139" x="2349500" y="6616700"/>
          <p14:tracePt t="3158" x="2343150" y="6616700"/>
          <p14:tracePt t="3189" x="2336800" y="6616700"/>
          <p14:tracePt t="3239" x="2330450" y="6623050"/>
          <p14:tracePt t="3272" x="2330450" y="6629400"/>
          <p14:tracePt t="3305" x="2330450" y="6635750"/>
          <p14:tracePt t="3338" x="2343150" y="6635750"/>
          <p14:tracePt t="3372" x="2381250" y="6635750"/>
          <p14:tracePt t="3405" x="2432050" y="6616700"/>
          <p14:tracePt t="3423" x="2565400" y="6584950"/>
          <p14:tracePt t="3455" x="3105150" y="6489700"/>
          <p14:tracePt t="3473" x="3302000" y="6445250"/>
          <p14:tracePt t="3504" x="3860800" y="6330950"/>
          <p14:tracePt t="3538" x="4203700" y="6286500"/>
          <p14:tracePt t="3571" x="4394200" y="6261100"/>
          <p14:tracePt t="3604" x="4425950" y="6261100"/>
          <p14:tracePt t="3704" x="4425950" y="6273800"/>
          <p14:tracePt t="3754" x="4464050" y="6286500"/>
          <p14:tracePt t="3787" x="4546600" y="6299200"/>
          <p14:tracePt t="3823" x="4845050" y="6356350"/>
          <p14:tracePt t="3856" x="5137150" y="6388100"/>
          <p14:tracePt t="3886" x="5448300" y="6419850"/>
          <p14:tracePt t="3906" x="5600700" y="6426200"/>
          <p14:tracePt t="3938" x="5727700" y="6407150"/>
          <p14:tracePt t="3970" x="5822950" y="6388100"/>
          <p14:tracePt t="4003" x="5911850" y="6362700"/>
          <p14:tracePt t="4021" x="5994400" y="6337300"/>
          <p14:tracePt t="4053" x="6121400" y="6318250"/>
          <p14:tracePt t="4086" x="6229350" y="6305550"/>
          <p14:tracePt t="4123" x="6362700" y="6305550"/>
          <p14:tracePt t="4140" x="6381750" y="6305550"/>
          <p14:tracePt t="4171" x="6394450" y="6305550"/>
          <p14:tracePt t="4202" x="6343650" y="6318250"/>
          <p14:tracePt t="4238" x="6184900" y="6369050"/>
          <p14:tracePt t="4271" x="5962650" y="6432550"/>
          <p14:tracePt t="4287" x="5943600" y="6438900"/>
          <p14:tracePt t="4335" x="6038850" y="6413500"/>
          <p14:tracePt t="4371" x="6457950" y="6394450"/>
          <p14:tracePt t="4403" x="6724650" y="6375400"/>
          <p14:tracePt t="4407" x="6826250" y="6362700"/>
          <p14:tracePt t="4451" x="7016750" y="6324600"/>
          <p14:tracePt t="4501" x="6965950" y="6311900"/>
          <p14:tracePt t="4551" x="6819900" y="6324600"/>
          <p14:tracePt t="4569" x="6724650" y="6324600"/>
          <p14:tracePt t="4601" x="6489700" y="6311900"/>
          <p14:tracePt t="4634" x="6337300" y="6311900"/>
          <p14:tracePt t="4655" x="6032500" y="6311900"/>
          <p14:tracePt t="4686" x="5689600" y="6324600"/>
          <p14:tracePt t="4733" x="5194300" y="6388100"/>
          <p14:tracePt t="4755" x="4883150" y="6426200"/>
          <p14:tracePt t="4772" x="4794250" y="6438900"/>
          <p14:tracePt t="4802" x="4610100" y="6457950"/>
          <p14:tracePt t="4833" x="4521200" y="6457950"/>
          <p14:tracePt t="4855" x="4502150" y="6457950"/>
          <p14:tracePt t="4887" x="4483100" y="6445250"/>
          <p14:tracePt t="4905" x="4476750" y="6445250"/>
          <p14:tracePt t="4949" x="4470400" y="6438900"/>
          <p14:tracePt t="4971" x="4451350" y="6432550"/>
          <p14:tracePt t="5004" x="4406900" y="6419850"/>
          <p14:tracePt t="5049" x="4286250" y="6419850"/>
          <p14:tracePt t="5082" x="4102100" y="6432550"/>
          <p14:tracePt t="5104" x="3949700" y="6432550"/>
          <p14:tracePt t="5134" x="3714750" y="6432550"/>
          <p14:tracePt t="5166" x="3308350" y="6457950"/>
          <p14:tracePt t="5198" x="3054350" y="6477000"/>
          <p14:tracePt t="5232" x="2844800" y="6521450"/>
          <p14:tracePt t="5265" x="2679700" y="6546850"/>
          <p14:tracePt t="5298" x="2597150" y="6578600"/>
          <p14:tracePt t="5332" x="2565400" y="6578600"/>
          <p14:tracePt t="5365" x="2552700" y="6578600"/>
          <p14:tracePt t="5398" x="2546350" y="6578600"/>
          <p14:tracePt t="5497" x="2559050" y="6578600"/>
          <p14:tracePt t="5531" x="2578100" y="6578600"/>
          <p14:tracePt t="5564" x="2660650" y="6578600"/>
          <p14:tracePt t="5597" x="2787650" y="6565900"/>
          <p14:tracePt t="5631" x="3213100" y="6483350"/>
          <p14:tracePt t="5664" x="3562350" y="6413500"/>
          <p14:tracePt t="5697" x="3854450" y="6343650"/>
          <p14:tracePt t="5715" x="3886200" y="6324600"/>
          <p14:tracePt t="5747" x="3930650" y="6311900"/>
          <p14:tracePt t="5780" x="3937000" y="6311900"/>
          <p14:tracePt t="5830" x="3930650" y="6311900"/>
          <p14:tracePt t="5863" x="3924300" y="6311900"/>
          <p14:tracePt t="5913" x="3911600" y="6311900"/>
          <p14:tracePt t="5933" x="3898900" y="6311900"/>
          <p14:tracePt t="5965" x="3879850" y="6318250"/>
          <p14:tracePt t="5996" x="3848100" y="6324600"/>
          <p14:tracePt t="6029" x="3771900" y="6343650"/>
          <p14:tracePt t="6063" x="3778250" y="6343650"/>
          <p14:tracePt t="6095" x="3937000" y="6343650"/>
          <p14:tracePt t="6129" x="4883150" y="6369050"/>
          <p14:tracePt t="6162" x="5822950" y="6400800"/>
          <p14:tracePt t="6196" x="6515100" y="6413500"/>
          <p14:tracePt t="6214" x="6591300" y="6413500"/>
          <p14:tracePt t="6245" x="6673850" y="6413500"/>
          <p14:tracePt t="6278" x="6692900" y="6413500"/>
          <p14:tracePt t="6361" x="6699250" y="6413500"/>
          <p14:tracePt t="6431" x="6718300" y="6413500"/>
          <p14:tracePt t="6514" x="6705600" y="6413500"/>
          <p14:tracePt t="6546" x="6629400" y="6413500"/>
          <p14:tracePt t="6577" x="6299200" y="6400800"/>
          <p14:tracePt t="6611" x="5537200" y="6362700"/>
          <p14:tracePt t="6646" x="5054600" y="6369050"/>
          <p14:tracePt t="6679" x="4699000" y="6388100"/>
          <p14:tracePt t="6710" x="4489450" y="6407150"/>
          <p14:tracePt t="6746" x="4451350" y="6419850"/>
          <p14:tracePt t="6778" x="4438650" y="6419850"/>
          <p14:tracePt t="6810" x="4438650" y="6426200"/>
          <p14:tracePt t="6944" x="4419600" y="6426200"/>
          <p14:tracePt t="6977" x="4375150" y="6426200"/>
          <p14:tracePt t="7009" x="4210050" y="6426200"/>
          <p14:tracePt t="7030" x="3994150" y="6426200"/>
          <p14:tracePt t="7061" x="3384550" y="6438900"/>
          <p14:tracePt t="7092" x="2882900" y="6489700"/>
          <p14:tracePt t="7142" x="2355850" y="6546850"/>
          <p14:tracePt t="7542" x="2825750" y="6483350"/>
          <p14:tracePt t="7574" x="3721100" y="6273800"/>
          <p14:tracePt t="7595" x="3987800" y="6203950"/>
          <p14:tracePt t="7640" x="4210050" y="6146800"/>
          <p14:tracePt t="7673" x="4241800" y="6134100"/>
          <p14:tracePt t="7756" x="4241800" y="6127750"/>
          <p14:tracePt t="7840" x="4229100" y="6140450"/>
          <p14:tracePt t="7873" x="4210050" y="6146800"/>
          <p14:tracePt t="7906" x="4171950" y="6210300"/>
          <p14:tracePt t="7939" x="4127500" y="6305550"/>
          <p14:tracePt t="7974" x="4095750" y="6413500"/>
          <p14:tracePt t="8005" x="4108450" y="6445250"/>
          <p14:tracePt t="8039" x="4216400" y="6502400"/>
          <p14:tracePt t="8072" x="4324350" y="6521450"/>
          <p14:tracePt t="8105" x="4406900" y="6540500"/>
          <p14:tracePt t="8138" x="4470400" y="6540500"/>
          <p14:tracePt t="8172" x="4495800" y="6534150"/>
          <p14:tracePt t="8255" x="4489450" y="6527800"/>
          <p14:tracePt t="8305" x="4540250" y="6515100"/>
          <p14:tracePt t="8338" x="4597400" y="6508750"/>
          <p14:tracePt t="8371" x="4724400" y="6502400"/>
          <p14:tracePt t="8404" x="4743450" y="6502400"/>
          <p14:tracePt t="8437" x="4660900" y="6521450"/>
          <p14:tracePt t="8470" x="4438650" y="6546850"/>
          <p14:tracePt t="8504" x="4229100" y="6565900"/>
          <p14:tracePt t="8537" x="4184650" y="6565900"/>
          <p14:tracePt t="8570" x="4229100" y="6553200"/>
          <p14:tracePt t="8603" x="4629150" y="6534150"/>
          <p14:tracePt t="8637" x="5365750" y="6527800"/>
          <p14:tracePt t="8670" x="6381750" y="6400800"/>
          <p14:tracePt t="8703" x="6584950" y="6324600"/>
        </p14:tracePtLst>
      </p14:laserTraceLst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Scan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through string looking for a match to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Match object, or None if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no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match was found.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"+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.__doc__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all non-overlapping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matches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in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or more capturing groups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are in the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groups; this will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be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tuples if the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has more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than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group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Empty matches are included in the result.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nditer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2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ndite</a:t>
            </a:r>
            <a:r>
              <a:rPr lang="en-US" sz="2400" spc="-4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_doc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35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70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])</a:t>
            </a:r>
            <a:endParaRPr lang="en-US" sz="240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finditer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an iterator over all non-overlapping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matches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("split"+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[:18]+"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=0,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"+\ </a:t>
            </a:r>
            <a:b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</a:b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[18:]+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re.split.__doc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split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=0, flags=0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100" dirty="0">
              <a:solidFill>
                <a:schemeClr val="accent2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19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1"/>
    </mc:Choice>
    <mc:Fallback xmlns="">
      <p:transition spd="slow" advTm="5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pattern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Match object, or None if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no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match was found.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"+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.__doc__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all non-overlapping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matches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in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or more capturing groups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are in the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groups; this will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be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tuples if the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has more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than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group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Empty matches are included in the result.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nditer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2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ndite</a:t>
            </a:r>
            <a:r>
              <a:rPr lang="en-US" sz="2400" spc="-4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_doc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35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70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])</a:t>
            </a:r>
            <a:endParaRPr lang="en-US" sz="240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finditer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an iterator over all non-overlapping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matches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("split"+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[:18]+"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=0,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"+\ </a:t>
            </a:r>
            <a:b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</a:b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[18:]+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re.split.__doc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split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Split the source string by the occurrences of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178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9"/>
    </mc:Choice>
    <mc:Fallback xmlns="">
      <p:transition spd="slow" advTm="3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no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match was found.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"+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.__doc__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all non-overlapping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matches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in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or more capturing groups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are in the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groups; this will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be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tuples if the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has more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than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group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Empty matches are included in the result.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nditer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2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ndite</a:t>
            </a:r>
            <a:r>
              <a:rPr lang="en-US" sz="2400" spc="-4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_doc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35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70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])</a:t>
            </a:r>
            <a:endParaRPr lang="en-US" sz="240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finditer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an iterator over all non-overlapping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matches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("split"+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[:18]+"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=0,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"+\ </a:t>
            </a:r>
            <a:b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</a:b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[18:]+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re.split.__doc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split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Split the source string by the occurrences of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list containing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580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5"/>
    </mc:Choice>
    <mc:Fallback xmlns="">
      <p:transition spd="slow" advTm="2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"+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.__doc__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all non-overlapping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matches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in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or more capturing groups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are in the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groups; this will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be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tuples if the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has more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than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group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Empty matches are included in the result.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nditer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2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ndite</a:t>
            </a:r>
            <a:r>
              <a:rPr lang="en-US" sz="2400" spc="-4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_doc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35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70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])</a:t>
            </a:r>
            <a:endParaRPr lang="en-US" sz="240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finditer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an iterator over all non-overlapping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matches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("split"+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[:18]+"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=0,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"+\ </a:t>
            </a:r>
            <a:b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</a:b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[18:]+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re.split.__doc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split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Split the source string by the occurrences of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list containing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resulting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substrings.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capturing parentheses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26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3"/>
    </mc:Choice>
    <mc:Fallback xmlns="">
      <p:transition spd="slow" advTm="2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all non-overlapping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matches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in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or more capturing groups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are in the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groups; this will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be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tuples if the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has more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than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group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Empty matches are included in the result.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nditer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2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ndite</a:t>
            </a:r>
            <a:r>
              <a:rPr lang="en-US" sz="2400" spc="-4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_doc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35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70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])</a:t>
            </a:r>
            <a:endParaRPr lang="en-US" sz="240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finditer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an iterator over all non-overlapping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matches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("split"+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[:18]+"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=0,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"+\ </a:t>
            </a:r>
            <a:b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</a:b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[18:]+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re.split.__doc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split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Split the source string by the occurrences of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list containing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resulting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substrings.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capturing parentheses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are in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pattern, then the text of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all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groups in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38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9"/>
    </mc:Choice>
    <mc:Fallback xmlns="">
      <p:transition spd="slow" advTm="2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all non-overlapping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matches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in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or more capturing groups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are in the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groups; this will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be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tuples if the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has more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than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group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Empty matches are included in the result.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nditer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2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ndite</a:t>
            </a:r>
            <a:r>
              <a:rPr lang="en-US" sz="2400" spc="-4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_doc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35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70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])</a:t>
            </a:r>
            <a:endParaRPr lang="en-US" sz="240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finditer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an iterator over all non-overlapping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matches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("split"+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[:18]+"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=0,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"+\ </a:t>
            </a:r>
            <a:b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</a:b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[18:]+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re.split.__doc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split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Split the source string by the occurrences of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list containing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resulting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substrings.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capturing parentheses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are in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pattern, then the text of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all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groups in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are also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returned. 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06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"/>
    </mc:Choice>
    <mc:Fallback xmlns="">
      <p:transition spd="slow" advTm="2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in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or more capturing groups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are in the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groups; this will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be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tuples if the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has more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than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group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Empty matches are included in the result.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nditer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2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ndite</a:t>
            </a:r>
            <a:r>
              <a:rPr lang="en-US" sz="2400" spc="-4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_doc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35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70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])</a:t>
            </a:r>
            <a:endParaRPr lang="en-US" sz="240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finditer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an iterator over all non-overlapping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matches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("split"+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[:18]+"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=0,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"+\ </a:t>
            </a:r>
            <a:b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</a:b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[18:]+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re.split.__doc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split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Split the source string by the occurrences of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list containing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resulting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substrings.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capturing parentheses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are in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pattern, then the text of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all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groups in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are also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returned.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&gt; 0,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at most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splits occur, 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811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6"/>
    </mc:Choice>
    <mc:Fallback xmlns="">
      <p:transition spd="slow" advTm="2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or more capturing groups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are in the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groups; this will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be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tuples if the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has more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than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group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Empty matches are included in the result.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nditer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2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ndite</a:t>
            </a:r>
            <a:r>
              <a:rPr lang="en-US" sz="2400" spc="-4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_doc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35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70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])</a:t>
            </a:r>
            <a:endParaRPr lang="en-US" sz="240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finditer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an iterator over all non-overlapping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matches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("split"+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[:18]+"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=0,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"+\ </a:t>
            </a:r>
            <a:b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</a:b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[18:]+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re.split.__doc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split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Split the source string by the occurrences of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list containing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resulting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substrings.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capturing parentheses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are in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pattern, then the text of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all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groups in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are also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returned.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&gt; 0,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at most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splits occur,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and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the remainder of the string is returned as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262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6"/>
    </mc:Choice>
    <mc:Fallback xmlns="">
      <p:transition spd="slow" advTm="2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pattern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groups; this will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be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tuples if the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has more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than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group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Empty matches are included in the result.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nditer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2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ndite</a:t>
            </a:r>
            <a:r>
              <a:rPr lang="en-US" sz="2400" spc="-4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_doc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35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70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])</a:t>
            </a:r>
            <a:endParaRPr lang="en-US" sz="240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finditer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an iterator over all non-overlapping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matches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("split"+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[:18]+"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=0,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"+\ </a:t>
            </a:r>
            <a:b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</a:b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[18:]+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re.split.__doc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split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Split the source string by the occurrences of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list containing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resulting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substrings.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capturing parentheses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are in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pattern, then the text of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all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groups in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are also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returned.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&gt; 0,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at most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splits occur,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and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the remainder of the string is returned as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final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element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of the list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15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5"/>
    </mc:Choice>
    <mc:Fallback xmlns="">
      <p:transition spd="slow" advTm="2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be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list of tuples if the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has more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than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group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Empty matches are included in the result.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nditer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2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ndite</a:t>
            </a:r>
            <a:r>
              <a:rPr lang="en-US" sz="2400" spc="-4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_doc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35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70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])</a:t>
            </a:r>
            <a:endParaRPr lang="en-US" sz="240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finditer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an iterator over all non-overlapping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matches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("split"+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[:18]+"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=0,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"+\ </a:t>
            </a:r>
            <a:b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</a:b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[18:]+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re.split.__doc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split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Split the source string by the occurrences of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list containing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resulting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substrings.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capturing parentheses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are in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pattern, then the text of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all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groups in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are also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returned.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&gt; 0,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at most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splits occur,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and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the remainder of the string is returned as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final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element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of the list.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rint("sub"+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g,","g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count=0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,",\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sp>
        <p:nvSpPr>
          <p:cNvPr id="4" name="Rectangle 3"/>
          <p:cNvSpPr/>
          <p:nvPr/>
        </p:nvSpPr>
        <p:spPr>
          <a:xfrm>
            <a:off x="152400" y="6448365"/>
            <a:ext cx="5886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endParaRPr lang="en-US" sz="24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90021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070"/>
    </mc:Choice>
    <mc:Fallback xmlns="">
      <p:transition spd="slow" advTm="810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229" x="6477000" y="6305550"/>
          <p14:tracePt t="1266" x="6076950" y="6223000"/>
          <p14:tracePt t="1297" x="5556250" y="6115050"/>
          <p14:tracePt t="1345" x="4521200" y="5905500"/>
          <p14:tracePt t="1381" x="3835400" y="5791200"/>
          <p14:tracePt t="1413" x="3403600" y="5772150"/>
          <p14:tracePt t="1445" x="3060700" y="5746750"/>
          <p14:tracePt t="1481" x="2813050" y="5740400"/>
          <p14:tracePt t="1513" x="2673350" y="5702300"/>
          <p14:tracePt t="1545" x="2609850" y="5676900"/>
          <p14:tracePt t="1566" x="2590800" y="5657850"/>
          <p14:tracePt t="1599" x="2559050" y="5626100"/>
          <p14:tracePt t="1629" x="2527300" y="5600700"/>
          <p14:tracePt t="1677" x="2444750" y="5530850"/>
          <p14:tracePt t="1699" x="2387600" y="5480050"/>
          <p14:tracePt t="2126" x="2171700" y="5353050"/>
          <p14:tracePt t="2147" x="2032000" y="5251450"/>
          <p14:tracePt t="2192" x="1803400" y="5029200"/>
          <p14:tracePt t="2226" x="1600200" y="4768850"/>
          <p14:tracePt t="2247" x="1498600" y="4616450"/>
          <p14:tracePt t="2277" x="1377950" y="4419600"/>
          <p14:tracePt t="2309" x="1346200" y="4330700"/>
          <p14:tracePt t="2342" x="1320800" y="4254500"/>
          <p14:tracePt t="2375" x="1314450" y="4216400"/>
          <p14:tracePt t="2408" x="1295400" y="4159250"/>
          <p14:tracePt t="2441" x="1289050" y="4133850"/>
          <p14:tracePt t="2475" x="1276350" y="4127500"/>
          <p14:tracePt t="2508" x="1270000" y="4108450"/>
          <p14:tracePt t="2541" x="1257300" y="4102100"/>
          <p14:tracePt t="2607" x="1257300" y="4133850"/>
          <p14:tracePt t="2640" x="1257300" y="4197350"/>
          <p14:tracePt t="2674" x="1250950" y="4349750"/>
          <p14:tracePt t="2707" x="1231900" y="4508500"/>
          <p14:tracePt t="2740" x="1231900" y="4622800"/>
          <p14:tracePt t="2760" x="1231900" y="4673600"/>
          <p14:tracePt t="2790" x="1225550" y="4718050"/>
          <p14:tracePt t="2823" x="1219200" y="4743450"/>
          <p14:tracePt t="2857" x="1206500" y="4749800"/>
          <p14:tracePt t="2923" x="1206500" y="4730750"/>
          <p14:tracePt t="2956" x="1200150" y="4705350"/>
          <p14:tracePt t="2990" x="1193800" y="4660900"/>
          <p14:tracePt t="3023" x="1181100" y="4533900"/>
          <p14:tracePt t="3041" x="1162050" y="4476750"/>
          <p14:tracePt t="3073" x="1130300" y="4337050"/>
          <p14:tracePt t="3106" x="1098550" y="4235450"/>
          <p14:tracePt t="3139" x="1073150" y="4171950"/>
          <p14:tracePt t="3173" x="1073150" y="4165600"/>
          <p14:tracePt t="3438" x="1073150" y="4178300"/>
          <p14:tracePt t="3488" x="1073150" y="4197350"/>
          <p14:tracePt t="3521" x="1066800" y="4210050"/>
          <p14:tracePt t="3555" x="1047750" y="4241800"/>
          <p14:tracePt t="3588" x="1028700" y="4311650"/>
          <p14:tracePt t="3622" x="1022350" y="4349750"/>
          <p14:tracePt t="3654" x="1041400" y="4381500"/>
          <p14:tracePt t="3687" x="1104900" y="4394200"/>
          <p14:tracePt t="3720" x="1301750" y="4413250"/>
          <p14:tracePt t="3753" x="1517650" y="4419600"/>
          <p14:tracePt t="3787" x="1790700" y="4413250"/>
          <p14:tracePt t="3820" x="2082800" y="4387850"/>
          <p14:tracePt t="3853" x="2209800" y="4381500"/>
          <p14:tracePt t="3887" x="2254250" y="4381500"/>
          <p14:tracePt t="3919" x="2266950" y="4381500"/>
          <p14:tracePt t="4019" x="2260600" y="4381500"/>
          <p14:tracePt t="4052" x="2235200" y="4375150"/>
          <p14:tracePt t="4086" x="2228850" y="4368800"/>
          <p14:tracePt t="17789" x="2774950" y="4318000"/>
          <p14:tracePt t="17822" x="4057650" y="4419600"/>
          <p14:tracePt t="17855" x="5530850" y="4737100"/>
          <p14:tracePt t="17888" x="6699250" y="5016500"/>
          <p14:tracePt t="17906" x="6934200" y="5048250"/>
          <p14:tracePt t="17938" x="7340600" y="5054600"/>
          <p14:tracePt t="17957" x="7448550" y="5035550"/>
          <p14:tracePt t="17988" x="7639050" y="4978400"/>
          <p14:tracePt t="18021" x="7677150" y="4965700"/>
          <p14:tracePt t="18054" x="7702550" y="4959350"/>
          <p14:tracePt t="18088" x="7708900" y="4965700"/>
          <p14:tracePt t="18121" x="7689850" y="4984750"/>
          <p14:tracePt t="18139" x="7683500" y="4984750"/>
          <p14:tracePt t="18170" x="7620000" y="4984750"/>
          <p14:tracePt t="18203" x="7385050" y="5067300"/>
          <p14:tracePt t="18237" x="6864350" y="5200650"/>
          <p14:tracePt t="18270" x="6350000" y="5226050"/>
          <p14:tracePt t="18304" x="6102350" y="5219700"/>
          <p14:tracePt t="18336" x="6051550" y="5238750"/>
          <p14:tracePt t="18370" x="6038850" y="5238750"/>
          <p14:tracePt t="18419" x="6051550" y="5213350"/>
          <p14:tracePt t="18453" x="6064250" y="5207000"/>
          <p14:tracePt t="18536" x="6045200" y="5207000"/>
          <p14:tracePt t="19034" x="5784850" y="5168900"/>
          <p14:tracePt t="19067" x="5238750" y="5035550"/>
          <p14:tracePt t="19101" x="4552950" y="4826000"/>
          <p14:tracePt t="19134" x="4019550" y="4673600"/>
          <p14:tracePt t="19152" x="3835400" y="4610100"/>
          <p14:tracePt t="19187" x="3511550" y="4527550"/>
          <p14:tracePt t="19219" x="3397250" y="4489450"/>
          <p14:tracePt t="19250" x="3359150" y="4476750"/>
          <p14:tracePt t="19286" x="3308350" y="4470400"/>
          <p14:tracePt t="19318" x="3276600" y="4470400"/>
          <p14:tracePt t="19350" x="3257550" y="4470400"/>
          <p14:tracePt t="19386" x="3213100" y="4527550"/>
          <p14:tracePt t="19418" x="3086100" y="4673600"/>
          <p14:tracePt t="19449" x="2978150" y="4800600"/>
          <p14:tracePt t="19469" x="2889250" y="4883150"/>
          <p14:tracePt t="19501" x="2724150" y="4997450"/>
          <p14:tracePt t="19532" x="2641600" y="5016500"/>
          <p14:tracePt t="19566" x="2571750" y="5003800"/>
          <p14:tracePt t="19601" x="2540000" y="4965700"/>
          <p14:tracePt t="19634" x="2533650" y="4946650"/>
          <p14:tracePt t="19665" x="2533650" y="4933950"/>
          <p14:tracePt t="19701" x="2527300" y="4902200"/>
          <p14:tracePt t="19734" x="2514600" y="4864100"/>
          <p14:tracePt t="19765" x="2495550" y="4794250"/>
          <p14:tracePt t="19786" x="2476500" y="4743450"/>
          <p14:tracePt t="19817" x="2406650" y="4629150"/>
          <p14:tracePt t="19848" x="2387600" y="4610100"/>
          <p14:tracePt t="20249" x="2298700" y="4495800"/>
          <p14:tracePt t="20281" x="2165350" y="4368800"/>
          <p14:tracePt t="20313" x="2051050" y="4286250"/>
          <p14:tracePt t="20335" x="2019300" y="4279900"/>
          <p14:tracePt t="20367" x="1987550" y="4260850"/>
          <p14:tracePt t="20413" x="1981200" y="4260850"/>
          <p14:tracePt t="20434" x="1981200" y="4267200"/>
          <p14:tracePt t="20479" x="1981200" y="4273550"/>
          <p14:tracePt t="20546" x="1993900" y="4286250"/>
          <p14:tracePt t="20567" x="2000250" y="4292600"/>
          <p14:tracePt t="20612" x="2025650" y="4311650"/>
          <p14:tracePt t="20645" x="2076450" y="4318000"/>
          <p14:tracePt t="20666" x="2146300" y="4318000"/>
          <p14:tracePt t="20697" x="2317750" y="4318000"/>
          <p14:tracePt t="20713" x="2368550" y="4318000"/>
          <p14:tracePt t="20745" x="2565400" y="4292600"/>
          <p14:tracePt t="20778" x="2724150" y="4260850"/>
          <p14:tracePt t="20811" x="2857500" y="4235450"/>
          <p14:tracePt t="20845" x="2895600" y="4222750"/>
          <p14:tracePt t="20878" x="2921000" y="4222750"/>
          <p14:tracePt t="20911" x="2952750" y="4222750"/>
          <p14:tracePt t="20944" x="2978150" y="4222750"/>
          <p14:tracePt t="20994" x="3048000" y="4235450"/>
          <p14:tracePt t="21027" x="3155950" y="4254500"/>
          <p14:tracePt t="21060" x="3302000" y="4273550"/>
          <p14:tracePt t="21094" x="3486150" y="4298950"/>
          <p14:tracePt t="21127" x="3733800" y="4330700"/>
          <p14:tracePt t="21160" x="4013200" y="4356100"/>
          <p14:tracePt t="21194" x="4197350" y="4381500"/>
          <p14:tracePt t="21226" x="4546600" y="4381500"/>
          <p14:tracePt t="21260" x="4914900" y="4362450"/>
          <p14:tracePt t="21293" x="5194300" y="4330700"/>
          <p14:tracePt t="21326" x="5314950" y="4318000"/>
          <p14:tracePt t="21359" x="5403850" y="4305300"/>
          <p14:tracePt t="21393" x="5461000" y="4305300"/>
          <p14:tracePt t="21426" x="5530850" y="4305300"/>
          <p14:tracePt t="21459" x="5613400" y="4318000"/>
          <p14:tracePt t="21493" x="5683250" y="4324350"/>
          <p14:tracePt t="21527" x="5791200" y="4311650"/>
          <p14:tracePt t="21559" x="5886450" y="4286250"/>
          <p14:tracePt t="21592" x="5930900" y="4254500"/>
          <p14:tracePt t="21625" x="5956300" y="4241800"/>
          <p14:tracePt t="21692" x="5956300" y="4222750"/>
          <p14:tracePt t="21725" x="5956300" y="4216400"/>
          <p14:tracePt t="21941" x="5143500" y="4216400"/>
          <p14:tracePt t="21974" x="4127500" y="4102100"/>
          <p14:tracePt t="21993" x="3644900" y="4057650"/>
          <p14:tracePt t="22024" x="3194050" y="4057650"/>
          <p14:tracePt t="22057" x="2774950" y="4102100"/>
          <p14:tracePt t="22090" x="2622550" y="4146550"/>
          <p14:tracePt t="22124" x="2444750" y="4235450"/>
          <p14:tracePt t="22157" x="2362200" y="4279900"/>
          <p14:tracePt t="22190" x="2197100" y="4368800"/>
          <p14:tracePt t="22223" x="2127250" y="4394200"/>
          <p14:tracePt t="22257" x="2089150" y="4419600"/>
          <p14:tracePt t="22323" x="2089150" y="4438650"/>
          <p14:tracePt t="22356" x="2133600" y="4451350"/>
          <p14:tracePt t="22389" x="2159000" y="4457700"/>
          <p14:tracePt t="22423" x="2266950" y="4457700"/>
          <p14:tracePt t="22456" x="2432050" y="4457700"/>
          <p14:tracePt t="22491" x="2774950" y="4457700"/>
          <p14:tracePt t="22524" x="3028950" y="4457700"/>
          <p14:tracePt t="22555" x="3143250" y="4457700"/>
          <p14:tracePt t="22591" x="3187700" y="4451350"/>
          <p14:tracePt t="22639" x="3187700" y="4445000"/>
          <p14:tracePt t="22672" x="3175000" y="4438650"/>
          <p14:tracePt t="22707" x="3155950" y="4438650"/>
          <p14:tracePt t="22740" x="3130550" y="4432300"/>
          <p14:tracePt t="22771" x="3124200" y="4425950"/>
          <p14:tracePt t="23206" x="3162300" y="4400550"/>
          <p14:tracePt t="23238" x="3219450" y="4349750"/>
          <p14:tracePt t="23269" x="3270250" y="4292600"/>
          <p14:tracePt t="23319" x="3321050" y="4191000"/>
          <p14:tracePt t="23338" x="3333750" y="4159250"/>
          <p14:tracePt t="23369" x="3333750" y="4114800"/>
          <p14:tracePt t="23391" x="3333750" y="4083050"/>
          <p14:tracePt t="23437" x="3327400" y="4064000"/>
          <p14:tracePt t="23469" x="3321050" y="4044950"/>
          <p14:tracePt t="23751" x="3340100" y="4044950"/>
          <p14:tracePt t="23801" x="3352800" y="4044950"/>
          <p14:tracePt t="23834" x="3365500" y="4044950"/>
          <p14:tracePt t="23856" x="3371850" y="4044950"/>
          <p14:tracePt t="23886" x="3378200" y="4044950"/>
          <p14:tracePt t="23917" x="3378200" y="4051300"/>
          <p14:tracePt t="23950" x="3378200" y="4057650"/>
          <p14:tracePt t="23971" x="3371850" y="4064000"/>
          <p14:tracePt t="24017" x="3359150" y="4076700"/>
          <p14:tracePt t="24050" x="3346450" y="4095750"/>
          <p14:tracePt t="24071" x="3333750" y="4114800"/>
          <p14:tracePt t="24117" x="3232150" y="4241800"/>
          <p14:tracePt t="24150" x="3143250" y="4337050"/>
          <p14:tracePt t="24171" x="3067050" y="4432300"/>
          <p14:tracePt t="24216" x="2990850" y="4552950"/>
          <p14:tracePt t="24249" x="2959100" y="4654550"/>
          <p14:tracePt t="24283" x="2940050" y="4724400"/>
          <p14:tracePt t="24316" x="2933700" y="4775200"/>
          <p14:tracePt t="24349" x="2940050" y="4787900"/>
          <p14:tracePt t="24399" x="2940050" y="4800600"/>
          <p14:tracePt t="24499" x="2940050" y="4806950"/>
          <p14:tracePt t="24549" x="2940050" y="4813300"/>
          <p14:tracePt t="24648" x="2933700" y="4819650"/>
          <p14:tracePt t="24666" x="2933700" y="4826000"/>
          <p14:tracePt t="24698" x="2927350" y="4832350"/>
          <p14:tracePt t="24731" x="2914650" y="4838700"/>
          <p14:tracePt t="24764" x="2901950" y="4870450"/>
          <p14:tracePt t="25097" x="2851150" y="4908550"/>
          <p14:tracePt t="25129" x="2832100" y="4921250"/>
          <p14:tracePt t="25163" x="2806700" y="4940300"/>
          <p14:tracePt t="25196" x="2794000" y="4946650"/>
          <p14:tracePt t="25229" x="2774950" y="4953000"/>
          <p14:tracePt t="25262" x="2762250" y="4953000"/>
          <p14:tracePt t="25296" x="2749550" y="4946650"/>
          <p14:tracePt t="25329" x="2730500" y="4933950"/>
          <p14:tracePt t="25362" x="2717800" y="4927600"/>
          <p14:tracePt t="25396" x="2667000" y="4876800"/>
          <p14:tracePt t="25429" x="2635250" y="4806950"/>
          <p14:tracePt t="25462" x="2584450" y="4660900"/>
          <p14:tracePt t="25496" x="2552700" y="4533900"/>
          <p14:tracePt t="25515" x="2533650" y="4464050"/>
          <p14:tracePt t="25548" x="2501900" y="4400550"/>
          <p14:tracePt t="25578" x="2463800" y="4324350"/>
          <p14:tracePt t="25611" x="2444750" y="4292600"/>
          <p14:tracePt t="25645" x="2381250" y="4210050"/>
          <p14:tracePt t="25678" x="2336800" y="4191000"/>
          <p14:tracePt t="25711" x="2286000" y="4191000"/>
          <p14:tracePt t="25745" x="2235200" y="4210050"/>
          <p14:tracePt t="25777" x="2190750" y="4229100"/>
          <p14:tracePt t="25811" x="2095500" y="4260850"/>
          <p14:tracePt t="25845" x="2025650" y="4279900"/>
          <p14:tracePt t="25877" x="1987550" y="4292600"/>
          <p14:tracePt t="25896" x="1981200" y="4298950"/>
          <p14:tracePt t="25960" x="1993900" y="4305300"/>
          <p14:tracePt t="25996" x="2057400" y="4305300"/>
          <p14:tracePt t="26028" x="2171700" y="4273550"/>
          <p14:tracePt t="26060" x="2444750" y="4222750"/>
          <p14:tracePt t="26096" x="2933700" y="4146550"/>
          <p14:tracePt t="26128" x="3225800" y="4108450"/>
          <p14:tracePt t="26159" x="3365500" y="4089400"/>
          <p14:tracePt t="26196" x="3397250" y="4089400"/>
          <p14:tracePt t="26228" x="3371850" y="4095750"/>
          <p14:tracePt t="26259" x="3308350" y="4108450"/>
          <p14:tracePt t="26295" x="3257550" y="4133850"/>
          <p14:tracePt t="26328" x="3130550" y="4184650"/>
          <p14:tracePt t="26359" x="2921000" y="4273550"/>
          <p14:tracePt t="26395" x="2590800" y="4413250"/>
          <p14:tracePt t="26427" x="2419350" y="4495800"/>
          <p14:tracePt t="26459" x="2362200" y="4546600"/>
          <p14:tracePt t="26508" x="2349500" y="4584700"/>
          <p14:tracePt t="26528" x="2349500" y="4591050"/>
          <p14:tracePt t="26575" x="2362200" y="4597400"/>
          <p14:tracePt t="26874" x="2279650" y="4629150"/>
          <p14:tracePt t="26907" x="2222500" y="4660900"/>
          <p14:tracePt t="26925" x="2190750" y="4699000"/>
          <p14:tracePt t="26959" x="2146300" y="4724400"/>
          <p14:tracePt t="27006" x="2101850" y="4730750"/>
          <p14:tracePt t="28468" x="2222500" y="4730750"/>
          <p14:tracePt t="28501" x="2743200" y="4641850"/>
          <p14:tracePt t="28535" x="3619500" y="4533900"/>
          <p14:tracePt t="28569" x="4178300" y="4470400"/>
          <p14:tracePt t="28601" x="4654550" y="4457700"/>
          <p14:tracePt t="28634" x="5099050" y="4445000"/>
          <p14:tracePt t="28668" x="5245100" y="4438650"/>
          <p14:tracePt t="28701" x="5302250" y="4432300"/>
          <p14:tracePt t="28734" x="5314950" y="4432300"/>
          <p14:tracePt t="28767" x="5353050" y="4425950"/>
          <p14:tracePt t="28801" x="5372100" y="4419600"/>
          <p14:tracePt t="28867" x="5372100" y="4438650"/>
          <p14:tracePt t="28900" x="5353050" y="4451350"/>
          <p14:tracePt t="28933" x="5314950" y="4464050"/>
          <p14:tracePt t="28966" x="5289550" y="4476750"/>
          <p14:tracePt t="29000" x="5283200" y="4483100"/>
          <p14:tracePt t="29033" x="5308600" y="4483100"/>
          <p14:tracePt t="29066" x="5511800" y="4445000"/>
          <p14:tracePt t="29085" x="5689600" y="4425950"/>
          <p14:tracePt t="29116" x="5924550" y="4387850"/>
          <p14:tracePt t="29149" x="5988050" y="4381500"/>
          <p14:tracePt t="29182" x="5962650" y="4381500"/>
          <p14:tracePt t="29216" x="5822950" y="4394200"/>
          <p14:tracePt t="29249" x="5441950" y="4438650"/>
          <p14:tracePt t="29267" x="5321300" y="4457700"/>
          <p14:tracePt t="29301" x="5264150" y="4470400"/>
          <p14:tracePt t="29334" x="5276850" y="4483100"/>
          <p14:tracePt t="29365" x="5365750" y="4483100"/>
          <p14:tracePt t="29401" x="5492750" y="4451350"/>
          <p14:tracePt t="29434" x="5524500" y="4438650"/>
          <p14:tracePt t="29465" x="5518150" y="4432300"/>
          <p14:tracePt t="29500" x="5435600" y="4445000"/>
          <p14:tracePt t="29533" x="5232400" y="4502150"/>
          <p14:tracePt t="29551" x="5187950" y="4521200"/>
          <p14:tracePt t="29600" x="5219700" y="4552950"/>
          <p14:tracePt t="29619" x="5359400" y="4565650"/>
          <p14:tracePt t="29649" x="5708650" y="4610100"/>
          <p14:tracePt t="29681" x="5905500" y="4616450"/>
          <p14:tracePt t="29717" x="5880100" y="4603750"/>
          <p14:tracePt t="29749" x="5797550" y="4616450"/>
          <p14:tracePt t="29781" x="5695950" y="4616450"/>
          <p14:tracePt t="29801" x="5626100" y="4622800"/>
          <p14:tracePt t="29832" x="5594350" y="4629150"/>
          <p14:tracePt t="29880" x="5626100" y="4667250"/>
          <p14:tracePt t="29916" x="5746750" y="4654550"/>
          <p14:tracePt t="29949" x="5784850" y="4603750"/>
          <p14:tracePt t="29980" x="5734050" y="4565650"/>
          <p14:tracePt t="30002" x="5689600" y="4565650"/>
          <p14:tracePt t="30034" x="5473700" y="4578350"/>
          <p14:tracePt t="30052" x="5276850" y="4610100"/>
          <p14:tracePt t="30081" x="5054600" y="4679950"/>
          <p14:tracePt t="30129" x="5022850" y="4705350"/>
          <p14:tracePt t="30165" x="5111750" y="4699000"/>
          <p14:tracePt t="30213" x="5359400" y="4591050"/>
          <p14:tracePt t="30251" x="5492750" y="4483100"/>
          <p14:tracePt t="30282" x="5505450" y="4451350"/>
          <p14:tracePt t="30329" x="5461000" y="4445000"/>
          <p14:tracePt t="30348" x="5454650" y="4451350"/>
          <p14:tracePt t="30382" x="5435600" y="4457700"/>
          <p14:tracePt t="30429" x="5429250" y="4476750"/>
          <p14:tracePt t="30447" x="5429250" y="4489450"/>
          <p14:tracePt t="30480" x="5422900" y="4495800"/>
          <p14:tracePt t="30777" x="5251450" y="4483100"/>
          <p14:tracePt t="30810" x="5207000" y="4476750"/>
          <p14:tracePt t="30843" x="5168900" y="4470400"/>
          <p14:tracePt t="30910" x="5187950" y="4476750"/>
          <p14:tracePt t="30943" x="5251450" y="4489450"/>
          <p14:tracePt t="30976" x="5403850" y="4502150"/>
          <p14:tracePt t="31009" x="5753100" y="4565650"/>
          <p14:tracePt t="31042" x="5905500" y="4603750"/>
          <p14:tracePt t="31076" x="6057900" y="4622800"/>
          <p14:tracePt t="31109" x="6064250" y="4622800"/>
          <p14:tracePt t="31159" x="6051550" y="4629150"/>
          <p14:tracePt t="33103" x="6000750" y="4616450"/>
          <p14:tracePt t="33138" x="5664200" y="4489450"/>
          <p14:tracePt t="33170" x="5378450" y="4394200"/>
          <p14:tracePt t="33190" x="5194300" y="4330700"/>
          <p14:tracePt t="33223" x="4737100" y="4203700"/>
          <p14:tracePt t="33254" x="4413250" y="4140200"/>
          <p14:tracePt t="33301" x="4051300" y="4095750"/>
          <p14:tracePt t="33323" x="3886200" y="4083050"/>
          <p14:tracePt t="33353" x="3759200" y="4083050"/>
          <p14:tracePt t="33401" x="3498850" y="4076700"/>
          <p14:tracePt t="33422" x="3416300" y="4076700"/>
          <p14:tracePt t="33453" x="3333750" y="4076700"/>
          <p14:tracePt t="33484" x="3295650" y="4076700"/>
          <p14:tracePt t="33617" x="3308350" y="4076700"/>
          <p14:tracePt t="33654" x="3308350" y="4089400"/>
          <p14:tracePt t="33700" x="3308350" y="4108450"/>
          <p14:tracePt t="33733" x="3314700" y="4178300"/>
          <p14:tracePt t="33755" x="3314700" y="4273550"/>
          <p14:tracePt t="33800" x="3263900" y="4648200"/>
          <p14:tracePt t="33833" x="3200400" y="4940300"/>
          <p14:tracePt t="33852" x="3187700" y="5003800"/>
          <p14:tracePt t="33868" x="3162300" y="5111750"/>
          <p14:tracePt t="33899" x="3136900" y="5226050"/>
          <p14:tracePt t="33933" x="3117850" y="5308600"/>
          <p14:tracePt t="33954" x="3111500" y="5346700"/>
          <p14:tracePt t="33999" x="3098800" y="5410200"/>
          <p14:tracePt t="34032" x="3086100" y="5454650"/>
          <p14:tracePt t="34448" x="3022600" y="5486400"/>
          <p14:tracePt t="34481" x="2959100" y="5505450"/>
          <p14:tracePt t="34514" x="2921000" y="5524500"/>
          <p14:tracePt t="34547" x="2889250" y="5537200"/>
          <p14:tracePt t="34580" x="2870200" y="5543550"/>
          <p14:tracePt t="34614" x="2870200" y="5549900"/>
          <p14:tracePt t="34647" x="2863850" y="5549900"/>
          <p14:tracePt t="34746" x="2870200" y="5556250"/>
          <p14:tracePt t="34780" x="2876550" y="5556250"/>
          <p14:tracePt t="34813" x="2895600" y="5556250"/>
          <p14:tracePt t="34846" x="2908300" y="5556250"/>
          <p14:tracePt t="34880" x="2914650" y="5556250"/>
          <p14:tracePt t="34913" x="2933700" y="5556250"/>
          <p14:tracePt t="34946" x="2946400" y="5562600"/>
          <p14:tracePt t="34979" x="2959100" y="5562600"/>
          <p14:tracePt t="34999" x="2965450" y="5568950"/>
          <p14:tracePt t="35029" x="2971800" y="5575300"/>
          <p14:tracePt t="35065" x="2978150" y="5575300"/>
          <p14:tracePt t="35112" x="2984500" y="5581650"/>
          <p14:tracePt t="35147" x="2997200" y="5581650"/>
          <p14:tracePt t="35182" x="3009900" y="5588000"/>
          <p14:tracePt t="35213" x="3041650" y="5607050"/>
          <p14:tracePt t="35245" x="3092450" y="5632450"/>
          <p14:tracePt t="35280" x="3130550" y="5651500"/>
          <p14:tracePt t="35313" x="3143250" y="5670550"/>
          <p14:tracePt t="35361" x="3149600" y="5676900"/>
          <p14:tracePt t="35394" x="3149600" y="5683250"/>
          <p14:tracePt t="35480" x="3149600" y="5689600"/>
          <p14:tracePt t="35560" x="3168650" y="5695950"/>
          <p14:tracePt t="35596" x="3187700" y="5702300"/>
          <p14:tracePt t="35629" x="3225800" y="5708650"/>
          <p14:tracePt t="35660" x="3276600" y="5721350"/>
          <p14:tracePt t="35696" x="3333750" y="5727700"/>
          <p14:tracePt t="35728" x="3352800" y="5734050"/>
          <p14:tracePt t="35793" x="3365500" y="5734050"/>
          <p14:tracePt t="35811" x="3365500" y="5740400"/>
          <p14:tracePt t="35876" x="3378200" y="5746750"/>
          <p14:tracePt t="35897" x="3384550" y="5753100"/>
          <p14:tracePt t="35928" x="3397250" y="5753100"/>
          <p14:tracePt t="35959" x="3403600" y="5753100"/>
          <p14:tracePt t="36011" x="3409950" y="5753100"/>
          <p14:tracePt t="36044" x="3429000" y="5759450"/>
          <p14:tracePt t="36075" x="3441700" y="5759450"/>
          <p14:tracePt t="36097" x="3448050" y="5765800"/>
          <p14:tracePt t="36129" x="3473450" y="5765800"/>
          <p14:tracePt t="36160" x="3517900" y="5772150"/>
          <p14:tracePt t="36208" x="3651250" y="5784850"/>
          <p14:tracePt t="36229" x="3702050" y="5784850"/>
          <p14:tracePt t="36260" x="3759200" y="5797550"/>
          <p14:tracePt t="36291" x="3784600" y="5797550"/>
          <p14:tracePt t="36312" x="3803650" y="5797550"/>
          <p14:tracePt t="36346" x="3822700" y="5797550"/>
          <p14:tracePt t="36391" x="3854450" y="5797550"/>
          <p14:tracePt t="36424" x="3867150" y="5797550"/>
          <p14:tracePt t="36445" x="3892550" y="5797550"/>
          <p14:tracePt t="36490" x="4044950" y="5791200"/>
          <p14:tracePt t="36523" x="4222750" y="5791200"/>
          <p14:tracePt t="36545" x="4362450" y="5791200"/>
          <p14:tracePt t="36575" x="4616450" y="5791200"/>
          <p14:tracePt t="36607" x="4749800" y="5791200"/>
          <p14:tracePt t="36640" x="4806950" y="5784850"/>
          <p14:tracePt t="36659" x="4819650" y="5778500"/>
          <p14:tracePt t="36706" x="4826000" y="5778500"/>
          <p14:tracePt t="36740" x="4832350" y="5772150"/>
          <p14:tracePt t="36761" x="4845050" y="5772150"/>
          <p14:tracePt t="36791" x="4864100" y="5765800"/>
          <p14:tracePt t="36823" x="4908550" y="5765800"/>
          <p14:tracePt t="36856" x="5086350" y="5765800"/>
          <p14:tracePt t="36889" x="5314950" y="5765800"/>
          <p14:tracePt t="36922" x="5568950" y="5765800"/>
          <p14:tracePt t="36955" x="5867400" y="5734050"/>
          <p14:tracePt t="36989" x="6038850" y="5708650"/>
          <p14:tracePt t="37007" x="6076950" y="5702300"/>
          <p14:tracePt t="37055" x="6210300" y="5676900"/>
          <p14:tracePt t="37088" x="6248400" y="5670550"/>
          <p14:tracePt t="37121" x="6267450" y="5676900"/>
          <p14:tracePt t="37155" x="6273800" y="5676900"/>
          <p14:tracePt t="37190" x="6280150" y="5689600"/>
          <p14:tracePt t="37254" x="6273800" y="5689600"/>
          <p14:tracePt t="37288" x="6261100" y="5689600"/>
          <p14:tracePt t="37636" x="6134100" y="5708650"/>
          <p14:tracePt t="37670" x="5918200" y="5753100"/>
          <p14:tracePt t="37703" x="5822950" y="5759450"/>
          <p14:tracePt t="37736" x="5759450" y="5765800"/>
          <p14:tracePt t="37769" x="5727700" y="5765800"/>
          <p14:tracePt t="37803" x="5721350" y="5772150"/>
          <p14:tracePt t="37853" x="5734050" y="5778500"/>
          <p14:tracePt t="37876" x="5765800" y="5778500"/>
          <p14:tracePt t="37907" x="5854700" y="5778500"/>
          <p14:tracePt t="37938" x="6096000" y="5778500"/>
          <p14:tracePt t="37972" x="6546850" y="5746750"/>
          <p14:tracePt t="38005" x="6813550" y="5727700"/>
          <p14:tracePt t="38036" x="6902450" y="5727700"/>
          <p14:tracePt t="38069" x="6915150" y="5727700"/>
          <p14:tracePt t="38101" x="6915150" y="5721350"/>
          <p14:tracePt t="38134" x="6908800" y="5721350"/>
          <p14:tracePt t="38185" x="6902450" y="5721350"/>
          <p14:tracePt t="38251" x="6896100" y="5721350"/>
          <p14:tracePt t="38301" x="6896100" y="5715000"/>
          <p14:tracePt t="38719" x="6826250" y="5638800"/>
          <p14:tracePt t="38751" x="6527800" y="5232400"/>
          <p14:tracePt t="38783" x="6223000" y="4724400"/>
          <p14:tracePt t="38816" x="5975350" y="4337050"/>
          <p14:tracePt t="38849" x="5778500" y="4083050"/>
          <p14:tracePt t="38882" x="5715000" y="3981450"/>
          <p14:tracePt t="38915" x="5670550" y="3911600"/>
          <p14:tracePt t="38965" x="5708650" y="3879850"/>
          <p14:tracePt t="39001" x="5778500" y="3848100"/>
          <p14:tracePt t="39034" x="5892800" y="3829050"/>
          <p14:tracePt t="39065" x="6070600" y="3784600"/>
          <p14:tracePt t="39098" x="6223000" y="3759200"/>
          <p14:tracePt t="39116" x="6324600" y="3759200"/>
          <p14:tracePt t="39148" x="6394450" y="3759200"/>
          <p14:tracePt t="39181" x="6394450" y="3765550"/>
          <p14:tracePt t="39201" x="6369050" y="3771900"/>
          <p14:tracePt t="39235" x="6318250" y="3784600"/>
          <p14:tracePt t="39266" x="6203950" y="3810000"/>
          <p14:tracePt t="39297" x="5829300" y="3841750"/>
          <p14:tracePt t="39331" x="5651500" y="3841750"/>
          <p14:tracePt t="39364" x="5613400" y="3841750"/>
          <p14:tracePt t="39397" x="5715000" y="3810000"/>
          <p14:tracePt t="39430" x="5842000" y="3803650"/>
          <p14:tracePt t="39464" x="6064250" y="3784600"/>
          <p14:tracePt t="39482" x="6115050" y="3784600"/>
          <p14:tracePt t="39501" x="6159500" y="3771900"/>
          <p14:tracePt t="39531" x="6172200" y="3771900"/>
          <p14:tracePt t="39563" x="6134100" y="3771900"/>
          <p14:tracePt t="39596" x="6076950" y="3778250"/>
          <p14:tracePt t="39629" x="5886450" y="3822700"/>
          <p14:tracePt t="39663" x="5803900" y="3829050"/>
          <p14:tracePt t="39682" x="5791200" y="3829050"/>
          <p14:tracePt t="39713" x="5867400" y="3822700"/>
          <p14:tracePt t="39734" x="6013450" y="3803650"/>
          <p14:tracePt t="39767" x="6369050" y="3759200"/>
          <p14:tracePt t="39797" x="6426200" y="3752850"/>
          <p14:tracePt t="39829" x="6381750" y="3752850"/>
          <p14:tracePt t="39848" x="6350000" y="3759200"/>
          <p14:tracePt t="39879" x="6153150" y="3778250"/>
          <p14:tracePt t="39912" x="5949950" y="3790950"/>
          <p14:tracePt t="39945" x="5854700" y="3797300"/>
          <p14:tracePt t="39978" x="5842000" y="3803650"/>
          <p14:tracePt t="40012" x="5924550" y="3803650"/>
          <p14:tracePt t="40030" x="6007100" y="3797300"/>
          <p14:tracePt t="40062" x="6057900" y="3790950"/>
          <p14:tracePt t="40112" x="6007100" y="3784600"/>
          <p14:tracePt t="40144" x="5867400" y="3784600"/>
          <p14:tracePt t="40178" x="5600700" y="3797300"/>
          <p14:tracePt t="40198" x="5454650" y="3816350"/>
          <p14:tracePt t="40229" x="5353050" y="3829050"/>
          <p14:tracePt t="40246" x="5346700" y="3829050"/>
          <p14:tracePt t="40277" x="5353050" y="3841750"/>
          <p14:tracePt t="40311" x="5403850" y="3841750"/>
          <p14:tracePt t="40343" x="5422900" y="3841750"/>
          <p14:tracePt t="40410" x="5410200" y="3841750"/>
          <p14:tracePt t="40443" x="5372100" y="3848100"/>
          <p14:tracePt t="40477" x="5289550" y="3892550"/>
          <p14:tracePt t="40510" x="5143500" y="3994150"/>
          <p14:tracePt t="40543" x="4775200" y="4248150"/>
          <p14:tracePt t="40576" x="4273550" y="4603750"/>
          <p14:tracePt t="40610" x="3727450" y="5029200"/>
          <p14:tracePt t="41008" x="3562350" y="5251450"/>
          <p14:tracePt t="41041" x="3340100" y="5499100"/>
          <p14:tracePt t="41075" x="3257550" y="5581650"/>
          <p14:tracePt t="41093" x="3244850" y="5588000"/>
          <p14:tracePt t="41124" x="3232150" y="5613400"/>
          <p14:tracePt t="41158" x="3232150" y="5632450"/>
          <p14:tracePt t="41193" x="3251200" y="5632450"/>
          <p14:tracePt t="41209" x="3276600" y="5632450"/>
          <p14:tracePt t="41242" x="3333750" y="5619750"/>
          <p14:tracePt t="41274" x="3416300" y="5594350"/>
          <p14:tracePt t="41307" x="3556000" y="5562600"/>
          <p14:tracePt t="41340" x="3740150" y="5505450"/>
          <p14:tracePt t="41373" x="3930650" y="5429250"/>
          <p14:tracePt t="41407" x="4019550" y="5384800"/>
          <p14:tracePt t="41440" x="4025900" y="5378450"/>
          <p14:tracePt t="41473" x="4000500" y="5391150"/>
          <p14:tracePt t="41509" x="3867150" y="5448300"/>
          <p14:tracePt t="41542" x="3600450" y="5581650"/>
          <p14:tracePt t="41573" x="3276600" y="5721350"/>
          <p14:tracePt t="41609" x="3041650" y="5810250"/>
          <p14:tracePt t="41641" x="3009900" y="5822950"/>
          <p14:tracePt t="41689" x="3035300" y="5784850"/>
          <p14:tracePt t="41708" x="3054350" y="5765800"/>
          <p14:tracePt t="41739" x="3060700" y="5753100"/>
          <p14:tracePt t="42174" x="3067050" y="5715000"/>
          <p14:tracePt t="42209" x="3092450" y="5613400"/>
          <p14:tracePt t="42242" x="3117850" y="5499100"/>
          <p14:tracePt t="42272" x="3136900" y="5365750"/>
          <p14:tracePt t="42320" x="3155950" y="4959350"/>
          <p14:tracePt t="42342" x="3149600" y="4813300"/>
          <p14:tracePt t="42372" x="3124200" y="4654550"/>
          <p14:tracePt t="42403" x="3086100" y="4584700"/>
          <p14:tracePt t="42436" x="3054350" y="4540250"/>
          <p14:tracePt t="42458" x="3016250" y="4521200"/>
          <p14:tracePt t="42503" x="2971800" y="4483100"/>
          <p14:tracePt t="42536" x="2927350" y="4457700"/>
          <p14:tracePt t="42555" x="2914650" y="4451350"/>
          <p14:tracePt t="42574" x="2863850" y="4425950"/>
          <p14:tracePt t="42605" x="2736850" y="4337050"/>
          <p14:tracePt t="42636" x="2597150" y="4273550"/>
          <p14:tracePt t="42657" x="2393950" y="4216400"/>
          <p14:tracePt t="42702" x="2108200" y="4171950"/>
          <p14:tracePt t="42721" x="2012950" y="4140200"/>
          <p14:tracePt t="42752" x="1943100" y="4133850"/>
          <p14:tracePt t="42785" x="1898650" y="4127500"/>
          <p14:tracePt t="42819" x="1816100" y="4114800"/>
          <p14:tracePt t="42852" x="1771650" y="4102100"/>
          <p14:tracePt t="42885" x="1720850" y="4095750"/>
          <p14:tracePt t="42918" x="1701800" y="4095750"/>
          <p14:tracePt t="42968" x="1701800" y="4114800"/>
          <p14:tracePt t="43001" x="1701800" y="4133850"/>
          <p14:tracePt t="43450" x="1771650" y="4133850"/>
          <p14:tracePt t="43468" x="1809750" y="4133850"/>
          <p14:tracePt t="43500" x="2057400" y="4133850"/>
          <p14:tracePt t="43533" x="2197100" y="4114800"/>
          <p14:tracePt t="43566" x="2349500" y="4076700"/>
          <p14:tracePt t="43599" x="2381250" y="4070350"/>
          <p14:tracePt t="43682" x="2374900" y="4076700"/>
          <p14:tracePt t="43732" x="2368550" y="4076700"/>
          <p14:tracePt t="43799" x="2362200" y="4076700"/>
          <p14:tracePt t="44214" x="2463800" y="4070350"/>
          <p14:tracePt t="44247" x="2692400" y="4070350"/>
          <p14:tracePt t="44282" x="2946400" y="4070350"/>
          <p14:tracePt t="44314" x="3365500" y="4089400"/>
          <p14:tracePt t="44332" x="3473450" y="4114800"/>
          <p14:tracePt t="44363" x="3759200" y="4152900"/>
          <p14:tracePt t="44396" x="3835400" y="4159250"/>
          <p14:tracePt t="44430" x="3905250" y="4159250"/>
          <p14:tracePt t="44463" x="3917950" y="4152900"/>
          <p14:tracePt t="44499" x="3917950" y="4121150"/>
          <p14:tracePt t="44531" x="3911600" y="4095750"/>
          <p14:tracePt t="44563" x="3879850" y="4070350"/>
          <p14:tracePt t="44598" x="3810000" y="4057650"/>
          <p14:tracePt t="44631" x="3759200" y="4044950"/>
          <p14:tracePt t="44663" x="3683000" y="4032250"/>
          <p14:tracePt t="44698" x="3613150" y="4019550"/>
          <p14:tracePt t="44730" x="3562350" y="4006850"/>
          <p14:tracePt t="44762" x="3549650" y="4006850"/>
          <p14:tracePt t="44814" x="3568700" y="3994150"/>
          <p14:tracePt t="44847" x="3676650" y="3987800"/>
          <p14:tracePt t="44863" x="3733800" y="3987800"/>
          <p14:tracePt t="44897" x="4013200" y="3975100"/>
          <p14:tracePt t="44930" x="4222750" y="3956050"/>
          <p14:tracePt t="44961" x="4324350" y="3937000"/>
          <p14:tracePt t="44997" x="4337050" y="3937000"/>
          <p14:tracePt t="45061" x="4318000" y="3943350"/>
          <p14:tracePt t="45097" x="4305300" y="3943350"/>
          <p14:tracePt t="45129" x="4292600" y="3949700"/>
          <p14:tracePt t="45210" x="4279900" y="3962400"/>
          <p14:tracePt t="45576" x="4114800" y="3975100"/>
          <p14:tracePt t="45609" x="3898900" y="3994150"/>
          <p14:tracePt t="45630" x="3714750" y="3981450"/>
          <p14:tracePt t="45661" x="3371850" y="3949700"/>
          <p14:tracePt t="45709" x="3181350" y="3911600"/>
          <p14:tracePt t="45727" x="3111500" y="3898900"/>
          <p14:tracePt t="45761" x="2997200" y="3892550"/>
          <p14:tracePt t="45793" x="2921000" y="3911600"/>
          <p14:tracePt t="45825" x="2870200" y="3911600"/>
          <p14:tracePt t="45847" x="2851150" y="3917950"/>
          <p14:tracePt t="45879" x="2813050" y="3924300"/>
          <p14:tracePt t="45924" x="2743200" y="3937000"/>
          <p14:tracePt t="45946" x="2705100" y="3943350"/>
          <p14:tracePt t="45979" x="2616200" y="3943350"/>
          <p14:tracePt t="46041" x="2362200" y="3994150"/>
          <p14:tracePt t="46091" x="2266950" y="4006850"/>
          <p14:tracePt t="46140" x="2247900" y="4013200"/>
          <p14:tracePt t="46257" x="2241550" y="4019550"/>
          <p14:tracePt t="46373" x="2235200" y="4025900"/>
          <p14:tracePt t="46406" x="2228850" y="4032250"/>
          <p14:tracePt t="46439" x="2216150" y="4038600"/>
          <p14:tracePt t="46472" x="2203450" y="4051300"/>
          <p14:tracePt t="46506" x="2159000" y="4057650"/>
          <p14:tracePt t="46539" x="2095500" y="4064000"/>
          <p14:tracePt t="46572" x="2019300" y="4064000"/>
          <p14:tracePt t="46605" x="1943100" y="4057650"/>
          <p14:tracePt t="46639" x="1905000" y="4051300"/>
          <p14:tracePt t="46672" x="1879600" y="4044950"/>
          <p14:tracePt t="46722" x="1873250" y="4038600"/>
          <p14:tracePt t="46755" x="1860550" y="4032250"/>
          <p14:tracePt t="46788" x="1847850" y="4032250"/>
          <p14:tracePt t="46838" x="1841500" y="4025900"/>
          <p14:tracePt t="46921" x="1841500" y="4019550"/>
          <p14:tracePt t="46954" x="1860550" y="4019550"/>
          <p14:tracePt t="47004" x="1873250" y="4013200"/>
          <p14:tracePt t="47038" x="1898650" y="4013200"/>
          <p14:tracePt t="47070" x="1936750" y="4006850"/>
          <p14:tracePt t="47104" x="1962150" y="4000500"/>
          <p14:tracePt t="47137" x="1981200" y="4000500"/>
          <p14:tracePt t="47187" x="1987550" y="4000500"/>
          <p14:tracePt t="47386" x="1993900" y="4000500"/>
          <p14:tracePt t="47420" x="2019300" y="4000500"/>
          <p14:tracePt t="47453" x="2063750" y="4006850"/>
          <p14:tracePt t="47486" x="2159000" y="4013200"/>
          <p14:tracePt t="47519" x="2406650" y="4038600"/>
          <p14:tracePt t="47552" x="2590800" y="4038600"/>
          <p14:tracePt t="47586" x="2698750" y="4051300"/>
          <p14:tracePt t="47618" x="2717800" y="4057650"/>
          <p14:tracePt t="47652" x="2724150" y="4057650"/>
          <p14:tracePt t="47787" x="2724150" y="4064000"/>
          <p14:tracePt t="47805" x="2724150" y="4070350"/>
          <p14:tracePt t="47837" x="2724150" y="4083050"/>
          <p14:tracePt t="47884" x="2730500" y="4095750"/>
          <p14:tracePt t="47918" x="2755900" y="4133850"/>
          <p14:tracePt t="47951" x="2787650" y="4203700"/>
          <p14:tracePt t="47984" x="2806700" y="4241800"/>
          <p14:tracePt t="48017" x="2813050" y="4254500"/>
          <p14:tracePt t="48051" x="2813050" y="4260850"/>
          <p14:tracePt t="48167" x="2813050" y="4267200"/>
          <p14:tracePt t="48518" x="2762250" y="4267200"/>
          <p14:tracePt t="48551" x="2571750" y="4267200"/>
          <p14:tracePt t="48582" x="2463800" y="4273550"/>
          <p14:tracePt t="48618" x="2159000" y="4286250"/>
          <p14:tracePt t="48650" x="1866900" y="4273550"/>
          <p14:tracePt t="48681" x="1651000" y="4210050"/>
          <p14:tracePt t="48732" x="1441450" y="4133850"/>
          <p14:tracePt t="48767" x="1390650" y="4102100"/>
          <p14:tracePt t="48800" x="1333500" y="4064000"/>
          <p14:tracePt t="48819" x="1282700" y="4038600"/>
          <p14:tracePt t="48836" x="1219200" y="4006850"/>
          <p14:tracePt t="48866" x="1123950" y="3943350"/>
          <p14:tracePt t="48914" x="965200" y="3860800"/>
          <p14:tracePt t="48936" x="889000" y="3835400"/>
          <p14:tracePt t="48952" x="869950" y="3835400"/>
          <p14:tracePt t="48983" x="844550" y="3822700"/>
          <p14:tracePt t="49014" x="831850" y="3822700"/>
          <p14:tracePt t="49246" x="850900" y="3822700"/>
          <p14:tracePt t="49267" x="857250" y="3822700"/>
          <p14:tracePt t="49313" x="895350" y="3810000"/>
          <p14:tracePt t="49346" x="965200" y="3790950"/>
          <p14:tracePt t="49366" x="996950" y="3784600"/>
          <p14:tracePt t="49412" x="1041400" y="3778250"/>
          <p14:tracePt t="49446" x="1054100" y="3771900"/>
          <p14:tracePt t="49467" x="1060450" y="3765550"/>
          <p14:tracePt t="49512" x="1060450" y="3752850"/>
          <p14:tracePt t="49545" x="1060450" y="3746500"/>
          <p14:tracePt t="49578" x="1066800" y="3733800"/>
          <p14:tracePt t="49628" x="1073150" y="3727450"/>
          <p14:tracePt t="49678" x="1073150" y="3714750"/>
          <p14:tracePt t="49728" x="1073150" y="3708400"/>
          <p14:tracePt t="49761" x="1066800" y="3702050"/>
          <p14:tracePt t="49828" x="1054100" y="3695700"/>
          <p14:tracePt t="49861" x="1041400" y="3689350"/>
          <p14:tracePt t="49894" x="1028700" y="3683000"/>
          <p14:tracePt t="49927" x="1009650" y="3670300"/>
          <p14:tracePt t="49960" x="996950" y="3663950"/>
          <p14:tracePt t="49994" x="984250" y="3663950"/>
          <p14:tracePt t="50027" x="965200" y="3663950"/>
          <p14:tracePt t="50060" x="952500" y="3663950"/>
          <p14:tracePt t="50093" x="939800" y="3657600"/>
          <p14:tracePt t="50127" x="920750" y="3657600"/>
          <p14:tracePt t="50160" x="908050" y="3657600"/>
          <p14:tracePt t="50211" x="889000" y="3651250"/>
          <p14:tracePt t="50259" x="869950" y="3651250"/>
          <p14:tracePt t="50310" x="857250" y="3644900"/>
          <p14:tracePt t="50343" x="844550" y="3644900"/>
          <p14:tracePt t="50411" x="838200" y="3644900"/>
          <p14:tracePt t="50442" x="831850" y="3632200"/>
          <p14:tracePt t="50475" x="844550" y="3625850"/>
          <p14:tracePt t="50509" x="850900" y="3625850"/>
          <p14:tracePt t="50542" x="869950" y="3625850"/>
          <p14:tracePt t="50575" x="882650" y="3625850"/>
          <p14:tracePt t="50609" x="939800" y="3619500"/>
          <p14:tracePt t="50627" x="958850" y="3619500"/>
          <p14:tracePt t="50658" x="1060450" y="3606800"/>
          <p14:tracePt t="50691" x="1117600" y="3600450"/>
          <p14:tracePt t="50725" x="1225550" y="3594100"/>
          <p14:tracePt t="50758" x="1308100" y="3594100"/>
          <p14:tracePt t="50791" x="1428750" y="3587750"/>
          <p14:tracePt t="50810" x="1447800" y="3587750"/>
          <p14:tracePt t="50841" x="1517650" y="3587750"/>
          <p14:tracePt t="50874" x="1568450" y="3594100"/>
          <p14:tracePt t="50908" x="1600200" y="3594100"/>
          <p14:tracePt t="50940" x="1638300" y="3594100"/>
          <p14:tracePt t="50974" x="1651000" y="3594100"/>
          <p14:tracePt t="51007" x="1663700" y="3594100"/>
          <p14:tracePt t="51057" x="1670050" y="3594100"/>
          <p14:tracePt t="51090" x="1682750" y="3594100"/>
          <p14:tracePt t="51140" x="1689100" y="3587750"/>
          <p14:tracePt t="51273" x="1701800" y="3587750"/>
          <p14:tracePt t="51309" x="1714500" y="3587750"/>
          <p14:tracePt t="51341" x="1733550" y="3587750"/>
          <p14:tracePt t="51389" x="1746250" y="3581400"/>
          <p14:tracePt t="51424" x="1758950" y="3581400"/>
          <p14:tracePt t="51472" x="1771650" y="3581400"/>
          <p14:tracePt t="51525" x="1784350" y="3581400"/>
          <p14:tracePt t="51588" x="1790700" y="3581400"/>
          <p14:tracePt t="51624" x="1803400" y="3581400"/>
          <p14:tracePt t="51787" x="1797050" y="3581400"/>
          <p14:tracePt t="51873" x="1790700" y="3587750"/>
          <p14:tracePt t="51989" x="1790700" y="3600450"/>
          <p14:tracePt t="52053" x="1790700" y="3613150"/>
          <p14:tracePt t="52089" x="1784350" y="3613150"/>
          <p14:tracePt t="52169" x="1784350" y="3619500"/>
          <p14:tracePt t="52219" x="1784350" y="3632200"/>
          <p14:tracePt t="52253" x="1797050" y="3644900"/>
          <p14:tracePt t="52274" x="1828800" y="3657600"/>
          <p14:tracePt t="52290" x="1847850" y="3663950"/>
          <p14:tracePt t="52336" x="2000250" y="3721100"/>
          <p14:tracePt t="52369" x="2197100" y="3771900"/>
          <p14:tracePt t="52390" x="2254250" y="3778250"/>
          <p14:tracePt t="52421" x="2298700" y="3790950"/>
          <p14:tracePt t="52452" x="2317750" y="3797300"/>
          <p14:tracePt t="52518" x="2298700" y="3803650"/>
          <p14:tracePt t="52552" x="2266950" y="3790950"/>
          <p14:tracePt t="52574" x="2241550" y="3790950"/>
          <p14:tracePt t="52603" x="2127250" y="3778250"/>
          <p14:tracePt t="52635" x="1930400" y="3740150"/>
          <p14:tracePt t="52668" x="1657350" y="3702050"/>
          <p14:tracePt t="52686" x="1606550" y="3702050"/>
          <p14:tracePt t="52718" x="1492250" y="3695700"/>
          <p14:tracePt t="52751" x="1460500" y="3695700"/>
          <p14:tracePt t="52784" x="1422400" y="3689350"/>
          <p14:tracePt t="52817" x="1397000" y="3689350"/>
          <p14:tracePt t="52851" x="1365250" y="3689350"/>
          <p14:tracePt t="52884" x="1327150" y="3683000"/>
          <p14:tracePt t="52903" x="1301750" y="3683000"/>
          <p14:tracePt t="52933" x="1263650" y="3676650"/>
          <p14:tracePt t="52966" x="1219200" y="3663950"/>
          <p14:tracePt t="53000" x="1168400" y="3657600"/>
          <p14:tracePt t="53033" x="1149350" y="3657600"/>
          <p14:tracePt t="53066" x="1130300" y="3651250"/>
          <p14:tracePt t="53100" x="1111250" y="3644900"/>
          <p14:tracePt t="53166" x="1098550" y="3638550"/>
          <p14:tracePt t="53199" x="1085850" y="3638550"/>
          <p14:tracePt t="53233" x="1066800" y="3638550"/>
          <p14:tracePt t="53282" x="1054100" y="3632200"/>
          <p14:tracePt t="53316" x="1047750" y="3632200"/>
          <p14:tracePt t="53349" x="1035050" y="3632200"/>
          <p14:tracePt t="53382" x="1035050" y="3625850"/>
          <p14:tracePt t="53416" x="1028700" y="3625850"/>
          <p14:tracePt t="53465" x="1016000" y="3625850"/>
          <p14:tracePt t="53531" x="1009650" y="3625850"/>
          <p14:tracePt t="53632" x="1009650" y="3632200"/>
          <p14:tracePt t="53864" x="1009650" y="3638550"/>
          <p14:tracePt t="54163" x="1016000" y="3638550"/>
          <p14:tracePt t="54196" x="1022350" y="3638550"/>
          <p14:tracePt t="54644" x="1003300" y="3638550"/>
          <p14:tracePt t="54678" x="984250" y="3638550"/>
          <p14:tracePt t="54714" x="977900" y="3638550"/>
          <p14:tracePt t="54746" x="965200" y="3638550"/>
          <p14:tracePt t="54797" x="952500" y="3632200"/>
          <p14:tracePt t="54829" x="952500" y="3625850"/>
          <p14:tracePt t="54861" x="939800" y="3619500"/>
          <p14:tracePt t="54894" x="933450" y="3613150"/>
          <p14:tracePt t="54929" x="927100" y="3613150"/>
          <p14:tracePt t="54962" x="914400" y="3606800"/>
          <p14:tracePt t="54993" x="908050" y="3600450"/>
          <p14:tracePt t="55047" x="901700" y="3587750"/>
          <p14:tracePt t="55093" x="895350" y="3581400"/>
          <p14:tracePt t="55145" x="889000" y="3575050"/>
          <p14:tracePt t="55178" x="882650" y="3575050"/>
          <p14:tracePt t="55226" x="869950" y="3575050"/>
          <p14:tracePt t="55325" x="863600" y="3575050"/>
          <p14:tracePt t="55392" x="857250" y="3575050"/>
          <p14:tracePt t="55541" x="857250" y="3587750"/>
          <p14:tracePt t="55562" x="857250" y="3594100"/>
          <p14:tracePt t="55641" x="857250" y="3600450"/>
          <p14:tracePt t="55662" x="857250" y="3606800"/>
          <p14:tracePt t="55741" x="857250" y="3619500"/>
          <p14:tracePt t="55823" x="857250" y="3625850"/>
          <p14:tracePt t="55873" x="857250" y="3632200"/>
          <p14:tracePt t="55940" x="857250" y="3638550"/>
          <p14:tracePt t="56106" x="857250" y="3644900"/>
          <p14:tracePt t="56172" x="857250" y="3651250"/>
          <p14:tracePt t="56206" x="857250" y="3657600"/>
          <p14:tracePt t="56239" x="857250" y="3663950"/>
          <p14:tracePt t="56272" x="857250" y="3670300"/>
          <p14:tracePt t="56305" x="857250" y="3676650"/>
          <p14:tracePt t="56338" x="850900" y="3676650"/>
          <p14:tracePt t="56371" x="850900" y="3683000"/>
          <p14:tracePt t="56405" x="844550" y="3689350"/>
          <p14:tracePt t="56440" x="844550" y="3695700"/>
          <p14:tracePt t="56505" x="838200" y="3702050"/>
          <p14:tracePt t="56554" x="838200" y="3708400"/>
          <p14:tracePt t="56604" x="838200" y="3714750"/>
          <p14:tracePt t="57335" x="844550" y="3714750"/>
          <p14:tracePt t="57368" x="857250" y="3721100"/>
          <p14:tracePt t="57401" x="869950" y="3727450"/>
          <p14:tracePt t="57435" x="901700" y="3733800"/>
          <p14:tracePt t="57454" x="977900" y="3733800"/>
          <p14:tracePt t="57484" x="1054100" y="3727450"/>
          <p14:tracePt t="57518" x="1149350" y="3702050"/>
          <p14:tracePt t="57551" x="1225550" y="3676650"/>
          <p14:tracePt t="57584" x="1244600" y="3657600"/>
          <p14:tracePt t="57617" x="1250950" y="3651250"/>
          <p14:tracePt t="57651" x="1250950" y="3638550"/>
          <p14:tracePt t="57684" x="1250950" y="3632200"/>
          <p14:tracePt t="57720" x="1250950" y="3625850"/>
          <p14:tracePt t="57784" x="1244600" y="3625850"/>
          <p14:tracePt t="57833" x="1231900" y="3625850"/>
          <p14:tracePt t="57883" x="1219200" y="3632200"/>
          <p14:tracePt t="57935" x="1219200" y="3638550"/>
          <p14:tracePt t="57968" x="1212850" y="3644900"/>
          <p14:tracePt t="58002" x="1212850" y="3651250"/>
          <p14:tracePt t="58066" x="1212850" y="3657600"/>
          <p14:tracePt t="58099" x="1212850" y="3663950"/>
          <p14:tracePt t="58135" x="1206500" y="3670300"/>
          <p14:tracePt t="58167" x="1206500" y="3676650"/>
          <p14:tracePt t="58830" x="1206500" y="3670300"/>
          <p14:tracePt t="59594" x="1206500" y="3676650"/>
          <p14:tracePt t="59627" x="1206500" y="3689350"/>
          <p14:tracePt t="59677" x="1200150" y="3695700"/>
          <p14:tracePt t="59760" x="1193800" y="3702050"/>
          <p14:tracePt t="59843" x="1174750" y="3702050"/>
          <p14:tracePt t="59876" x="1174750" y="3689350"/>
          <p14:tracePt t="59909" x="1168400" y="3676650"/>
          <p14:tracePt t="59943" x="1168400" y="3670300"/>
          <p14:tracePt t="60009" x="1168400" y="3657600"/>
          <p14:tracePt t="60042" x="1168400" y="3651250"/>
          <p14:tracePt t="60076" x="1168400" y="3644900"/>
          <p14:tracePt t="60109" x="1168400" y="3638550"/>
          <p14:tracePt t="60159" x="1168400" y="3632200"/>
          <p14:tracePt t="60225" x="1174750" y="3632200"/>
          <p14:tracePt t="60258" x="1181100" y="3632200"/>
          <p14:tracePt t="60291" x="1187450" y="3632200"/>
          <p14:tracePt t="60325" x="1187450" y="3638550"/>
          <p14:tracePt t="60424" x="1187450" y="3644900"/>
          <p14:tracePt t="60524" x="1187450" y="3651250"/>
          <p14:tracePt t="60590" x="1187450" y="3663950"/>
          <p14:tracePt t="60624" x="1187450" y="3670300"/>
          <p14:tracePt t="60657" x="1187450" y="3676650"/>
          <p14:tracePt t="60740" x="1200150" y="3676650"/>
          <p14:tracePt t="60790" x="1200150" y="3670300"/>
          <p14:tracePt t="60840" x="1200150" y="3663950"/>
          <p14:tracePt t="60873" x="1200150" y="3651250"/>
          <p14:tracePt t="60906" x="1200150" y="3644900"/>
          <p14:tracePt t="60973" x="1200150" y="3638550"/>
          <p14:tracePt t="61155" x="1200150" y="3644900"/>
          <p14:tracePt t="61189" x="1200150" y="3663950"/>
          <p14:tracePt t="61238" x="1200150" y="3676650"/>
          <p14:tracePt t="61272" x="1200150" y="3689350"/>
          <p14:tracePt t="61305" x="1219200" y="3721100"/>
          <p14:tracePt t="61338" x="1263650" y="3752850"/>
          <p14:tracePt t="61371" x="1327150" y="3778250"/>
          <p14:tracePt t="61404" x="1416050" y="3803650"/>
          <p14:tracePt t="61437" x="1454150" y="3803650"/>
          <p14:tracePt t="61471" x="1530350" y="3778250"/>
          <p14:tracePt t="61491" x="1549400" y="3765550"/>
          <p14:tracePt t="61523" x="1568450" y="3740150"/>
          <p14:tracePt t="61554" x="1581150" y="3721100"/>
          <p14:tracePt t="61587" x="1593850" y="3702050"/>
          <p14:tracePt t="61623" x="1600200" y="3689350"/>
          <p14:tracePt t="61655" x="1600200" y="3683000"/>
          <p14:tracePt t="61703" x="1600200" y="3676650"/>
          <p14:tracePt t="61770" x="1593850" y="3676650"/>
          <p14:tracePt t="61803" x="1587500" y="3676650"/>
          <p14:tracePt t="61855" x="1581150" y="3676650"/>
          <p14:tracePt t="61956" x="1574800" y="3676650"/>
          <p14:tracePt t="62002" x="1574800" y="3689350"/>
          <p14:tracePt t="62434" x="1581150" y="3676650"/>
          <p14:tracePt t="62467" x="1593850" y="3651250"/>
          <p14:tracePt t="62504" x="1593850" y="3632200"/>
          <p14:tracePt t="62550" x="1600200" y="3613150"/>
          <p14:tracePt t="62583" x="1600200" y="3600450"/>
          <p14:tracePt t="62750" x="1600200" y="3606800"/>
          <p14:tracePt t="62816" x="1593850" y="3613150"/>
          <p14:tracePt t="62849" x="1593850" y="3625850"/>
          <p14:tracePt t="62882" x="1587500" y="3632200"/>
          <p14:tracePt t="62916" x="1574800" y="3644900"/>
          <p14:tracePt t="62966" x="1568450" y="3651250"/>
          <p14:tracePt t="62999" x="1562100" y="3657600"/>
          <p14:tracePt t="63032" x="1549400" y="3663950"/>
          <p14:tracePt t="63065" x="1536700" y="3663950"/>
          <p14:tracePt t="63099" x="1524000" y="3663950"/>
          <p14:tracePt t="63131" x="1517650" y="3663950"/>
          <p14:tracePt t="63165" x="1511300" y="3663950"/>
          <p14:tracePt t="63248" x="1536700" y="3663950"/>
          <p14:tracePt t="63281" x="1574800" y="3663950"/>
          <p14:tracePt t="63314" x="1663700" y="3663950"/>
          <p14:tracePt t="63348" x="1720850" y="3663950"/>
          <p14:tracePt t="63381" x="1758950" y="3670300"/>
          <p14:tracePt t="63447" x="1758950" y="3676650"/>
          <p14:tracePt t="63481" x="1746250" y="3676650"/>
          <p14:tracePt t="63531" x="1733550" y="3670300"/>
          <p14:tracePt t="63565" x="1714500" y="3663950"/>
          <p14:tracePt t="63596" x="1701800" y="3657600"/>
          <p14:tracePt t="63630" x="1676400" y="3657600"/>
          <p14:tracePt t="63663" x="1638300" y="3644900"/>
          <p14:tracePt t="63713" x="1619250" y="3638550"/>
          <p14:tracePt t="63812" x="1638300" y="3638550"/>
          <p14:tracePt t="63846" x="1670050" y="3638550"/>
          <p14:tracePt t="63879" x="1708150" y="3638550"/>
          <p14:tracePt t="63912" x="1746250" y="3638550"/>
          <p14:tracePt t="63946" x="1765300" y="3632200"/>
          <p14:tracePt t="64012" x="1765300" y="3625850"/>
          <p14:tracePt t="64031" x="1758950" y="3625850"/>
          <p14:tracePt t="64062" x="1733550" y="3619500"/>
          <p14:tracePt t="64095" x="1714500" y="3619500"/>
          <p14:tracePt t="64128" x="1651000" y="3613150"/>
          <p14:tracePt t="64161" x="1606550" y="3606800"/>
          <p14:tracePt t="64195" x="1593850" y="3606800"/>
          <p14:tracePt t="64245" x="1593850" y="3613150"/>
          <p14:tracePt t="64294" x="1600200" y="3625850"/>
          <p14:tracePt t="64330" x="1625600" y="3632200"/>
          <p14:tracePt t="64363" x="1663700" y="3638550"/>
          <p14:tracePt t="64409" x="1739900" y="3651250"/>
          <p14:tracePt t="64444" x="1758950" y="3657600"/>
          <p14:tracePt t="64494" x="1746250" y="3657600"/>
          <p14:tracePt t="64530" x="1714500" y="3651250"/>
          <p14:tracePt t="64547" x="1689100" y="3644900"/>
          <p14:tracePt t="64564" x="1676400" y="3644900"/>
          <p14:tracePt t="64595" x="1625600" y="3638550"/>
          <p14:tracePt t="64614" x="1606550" y="3638550"/>
          <p14:tracePt t="64660" x="1593850" y="3638550"/>
          <p14:tracePt t="64729" x="1600200" y="3651250"/>
          <p14:tracePt t="64779" x="1638300" y="3657600"/>
          <p14:tracePt t="64810" x="1663700" y="3663950"/>
          <p14:tracePt t="64846" x="1733550" y="3670300"/>
          <p14:tracePt t="64878" x="1758950" y="3670300"/>
          <p14:tracePt t="64944" x="1746250" y="3670300"/>
          <p14:tracePt t="64977" x="1733550" y="3683000"/>
          <p14:tracePt t="65009" x="1708150" y="3689350"/>
          <p14:tracePt t="65044" x="1663700" y="3721100"/>
          <p14:tracePt t="65077" x="1593850" y="3752850"/>
          <p14:tracePt t="65109" x="1543050" y="3759200"/>
          <p14:tracePt t="65127" x="1524000" y="3752850"/>
          <p14:tracePt t="65146" x="1498600" y="3727450"/>
          <p14:tracePt t="65176" x="1492250" y="3695700"/>
          <p14:tracePt t="65208" x="1492250" y="3632200"/>
          <p14:tracePt t="65258" x="1498600" y="3562350"/>
          <p14:tracePt t="65293" x="1511300" y="3543300"/>
          <p14:tracePt t="65326" x="1517650" y="3536950"/>
          <p14:tracePt t="65377" x="1524000" y="3536950"/>
          <p14:tracePt t="65409" x="1530350" y="3536950"/>
          <p14:tracePt t="65457" x="1536700" y="3536950"/>
          <p14:tracePt t="65478" x="1543050" y="3536950"/>
          <p14:tracePt t="65540" x="1555750" y="3543300"/>
          <p14:tracePt t="65562" x="1555750" y="3549650"/>
          <p14:tracePt t="65594" x="1562100" y="3562350"/>
          <p14:tracePt t="65625" x="1562100" y="3575050"/>
          <p14:tracePt t="65673" x="1562100" y="3594100"/>
          <p14:tracePt t="65694" x="1562100" y="3600450"/>
          <p14:tracePt t="65739" x="1562100" y="3619500"/>
          <p14:tracePt t="65789" x="1574800" y="3625850"/>
          <p14:tracePt t="65810" x="1581150" y="3625850"/>
          <p14:tracePt t="65841" x="1619250" y="3625850"/>
          <p14:tracePt t="65872" x="1670050" y="3625850"/>
          <p14:tracePt t="65905" x="1746250" y="3625850"/>
          <p14:tracePt t="65939" x="1784350" y="3632200"/>
          <p14:tracePt t="65972" x="1797050" y="3638550"/>
          <p14:tracePt t="66038" x="1790700" y="3644900"/>
          <p14:tracePt t="66088" x="1784350" y="3644900"/>
          <p14:tracePt t="66155" x="1778000" y="3644900"/>
          <p14:tracePt t="66188" x="1771650" y="3644900"/>
          <p14:tracePt t="66237" x="1765300" y="3644900"/>
          <p14:tracePt t="66337" x="1765300" y="3657600"/>
          <p14:tracePt t="66370" x="1771650" y="3676650"/>
          <p14:tracePt t="66404" x="1797050" y="3721100"/>
          <p14:tracePt t="66437" x="1873250" y="3810000"/>
          <p14:tracePt t="66455" x="1917700" y="3841750"/>
          <p14:tracePt t="66487" x="2139950" y="3981450"/>
          <p14:tracePt t="66520" x="2387600" y="4083050"/>
          <p14:tracePt t="66553" x="2908300" y="4222750"/>
          <p14:tracePt t="66573" x="3048000" y="4229100"/>
          <p14:tracePt t="66605" x="3314700" y="4254500"/>
          <p14:tracePt t="66636" x="3517900" y="4241800"/>
          <p14:tracePt t="66670" x="3695700" y="4191000"/>
          <p14:tracePt t="66703" x="3727450" y="4171950"/>
          <p14:tracePt t="66736" x="3746500" y="4152900"/>
          <p14:tracePt t="66769" x="3759200" y="4133850"/>
          <p14:tracePt t="66819" x="3759200" y="4114800"/>
          <p14:tracePt t="66853" x="3746500" y="4108450"/>
          <p14:tracePt t="66885" x="3714750" y="4089400"/>
          <p14:tracePt t="66935" x="3657600" y="4083050"/>
          <p14:tracePt t="66968" x="3416300" y="4089400"/>
          <p14:tracePt t="67002" x="3143250" y="4064000"/>
          <p14:tracePt t="67035" x="2882900" y="4032250"/>
          <p14:tracePt t="67068" x="2800350" y="4025900"/>
          <p14:tracePt t="67087" x="2794000" y="4025900"/>
          <p14:tracePt t="67118" x="2787650" y="4025900"/>
          <p14:tracePt t="67151" x="2781300" y="4032250"/>
          <p14:tracePt t="67218" x="2774950" y="4038600"/>
          <p14:tracePt t="67251" x="2762250" y="4038600"/>
          <p14:tracePt t="67284" x="2749550" y="4038600"/>
          <p14:tracePt t="67317" x="2724150" y="4032250"/>
          <p14:tracePt t="67351" x="2673350" y="4025900"/>
          <p14:tracePt t="67384" x="2584450" y="4000500"/>
          <p14:tracePt t="67417" x="2419350" y="3968750"/>
          <p14:tracePt t="67450" x="2324100" y="3937000"/>
          <p14:tracePt t="67484" x="2279650" y="3924300"/>
          <p14:tracePt t="67516" x="2260600" y="3924300"/>
          <p14:tracePt t="67566" x="2273300" y="3911600"/>
          <p14:tracePt t="67599" x="2317750" y="3905250"/>
          <p14:tracePt t="67635" x="2368550" y="3905250"/>
          <p14:tracePt t="67666" x="2482850" y="3924300"/>
          <p14:tracePt t="67699" x="2806700" y="3994150"/>
          <p14:tracePt t="67735" x="3092450" y="4038600"/>
          <p14:tracePt t="67768" x="3384550" y="4044950"/>
          <p14:tracePt t="67799" x="3460750" y="4044950"/>
          <p14:tracePt t="67820" x="3498850" y="4032250"/>
          <p14:tracePt t="67850" x="3511550" y="4019550"/>
          <p14:tracePt t="67882" x="3530600" y="4000500"/>
          <p14:tracePt t="67915" x="3543300" y="3968750"/>
          <p14:tracePt t="67951" x="3562350" y="3924300"/>
          <p14:tracePt t="67984" x="3568700" y="3879850"/>
          <p14:tracePt t="68031" x="3568700" y="3854450"/>
          <p14:tracePt t="68050" x="3575050" y="3829050"/>
          <p14:tracePt t="68082" x="3575050" y="3790950"/>
          <p14:tracePt t="68100" x="3575050" y="3778250"/>
          <p14:tracePt t="68118" x="3575050" y="3771900"/>
          <p14:tracePt t="68152" x="3575050" y="3765550"/>
          <p14:tracePt t="68267" x="3575050" y="3784600"/>
          <p14:tracePt t="68299" x="3568700" y="3822700"/>
          <p14:tracePt t="68347" x="3562350" y="3937000"/>
          <p14:tracePt t="68365" x="3562350" y="3994150"/>
          <p14:tracePt t="68397" x="3562350" y="4095750"/>
          <p14:tracePt t="68446" x="3562350" y="4203700"/>
          <p14:tracePt t="68468" x="3587750" y="4235450"/>
          <p14:tracePt t="68498" x="3702050" y="4216400"/>
          <p14:tracePt t="68530" x="3854450" y="4159250"/>
          <p14:tracePt t="68551" x="3924300" y="4152900"/>
          <p14:tracePt t="68581" x="3981450" y="4146550"/>
          <p14:tracePt t="68613" x="4000500" y="4140200"/>
          <p14:tracePt t="68663" x="4044950" y="4140200"/>
          <p14:tracePt t="68684" x="4146550" y="4152900"/>
          <p14:tracePt t="68714" x="4311650" y="4152900"/>
          <p14:tracePt t="68731" x="4356100" y="4146550"/>
          <p14:tracePt t="68750" x="4451350" y="4108450"/>
          <p14:tracePt t="68783" x="4470400" y="4076700"/>
          <p14:tracePt t="68814" x="4464050" y="4019550"/>
          <p14:tracePt t="68862" x="4445000" y="3930650"/>
          <p14:tracePt t="68880" x="4445000" y="3917950"/>
          <p14:tracePt t="68899" x="4432300" y="3879850"/>
          <p14:tracePt t="68945" x="4445000" y="3778250"/>
          <p14:tracePt t="68978" x="4464050" y="3708400"/>
          <p14:tracePt t="68999" x="4470400" y="3702050"/>
          <p14:tracePt t="69078" x="4470400" y="3727450"/>
          <p14:tracePt t="69099" x="4470400" y="3752850"/>
          <p14:tracePt t="69117" x="4464050" y="3784600"/>
          <p14:tracePt t="69161" x="4438650" y="3898900"/>
          <p14:tracePt t="69194" x="4406900" y="4038600"/>
          <p14:tracePt t="69215" x="4387850" y="4095750"/>
          <p14:tracePt t="69261" x="4368800" y="4133850"/>
          <p14:tracePt t="69294" x="4356100" y="4133850"/>
          <p14:tracePt t="69315" x="4349750" y="4133850"/>
          <p14:tracePt t="69360" x="4343400" y="4121150"/>
          <p14:tracePt t="69393" x="4337050" y="4114800"/>
          <p14:tracePt t="69426" x="4330700" y="4108450"/>
          <p14:tracePt t="69460" x="4330700" y="4095750"/>
          <p14:tracePt t="69493" x="4324350" y="4089400"/>
          <p14:tracePt t="69526" x="4318000" y="4089400"/>
          <p14:tracePt t="69559" x="4216400" y="4051300"/>
          <p14:tracePt t="69593" x="3917950" y="3956050"/>
          <p14:tracePt t="69626" x="3403600" y="3873500"/>
          <p14:tracePt t="69659" x="2755900" y="3822700"/>
          <p14:tracePt t="69692" x="2463800" y="3829050"/>
          <p14:tracePt t="69726" x="2330450" y="3854450"/>
          <p14:tracePt t="69759" x="2266950" y="3873500"/>
          <p14:tracePt t="69792" x="2254250" y="3873500"/>
          <p14:tracePt t="69892" x="2241550" y="3873500"/>
          <p14:tracePt t="69925" x="2222500" y="3867150"/>
          <p14:tracePt t="69958" x="2159000" y="3835400"/>
          <p14:tracePt t="69977" x="2133600" y="3822700"/>
          <p14:tracePt t="70008" x="2032000" y="3784600"/>
          <p14:tracePt t="70041" x="1987550" y="3765550"/>
          <p14:tracePt t="70074" x="1968500" y="3759200"/>
          <p14:tracePt t="70107" x="1962150" y="3759200"/>
          <p14:tracePt t="70159" x="1962150" y="3746500"/>
          <p14:tracePt t="70207" x="1962150" y="3740150"/>
          <p14:tracePt t="70241" x="1968500" y="3727450"/>
          <p14:tracePt t="70307" x="1981200" y="3727450"/>
          <p14:tracePt t="70340" x="1993900" y="3771900"/>
          <p14:tracePt t="70373" x="2000250" y="3860800"/>
          <p14:tracePt t="70406" x="2019300" y="3994150"/>
          <p14:tracePt t="70440" x="2025650" y="4076700"/>
          <p14:tracePt t="70473" x="2038350" y="4165600"/>
          <p14:tracePt t="70506" x="2095500" y="4152900"/>
          <p14:tracePt t="70525" x="2114550" y="4140200"/>
          <p14:tracePt t="70556" x="2171700" y="4095750"/>
          <p14:tracePt t="70589" x="2241550" y="4032250"/>
          <p14:tracePt t="70623" x="2292350" y="3975100"/>
          <p14:tracePt t="70656" x="2292350" y="3962400"/>
          <p14:tracePt t="70689" x="2254250" y="3956050"/>
          <p14:tracePt t="70707" x="2254250" y="3962400"/>
          <p14:tracePt t="70741" x="2241550" y="3987800"/>
          <p14:tracePt t="70774" x="2241550" y="4000500"/>
          <p14:tracePt t="70805" x="2247900" y="4006850"/>
          <p14:tracePt t="70841" x="2273300" y="4019550"/>
          <p14:tracePt t="70874" x="2355850" y="4032250"/>
          <p14:tracePt t="70905" x="2425700" y="4019550"/>
          <p14:tracePt t="70926" x="2457450" y="3987800"/>
          <p14:tracePt t="70957" x="2463800" y="3924300"/>
          <p14:tracePt t="70988" x="2425700" y="3886200"/>
          <p14:tracePt t="71021" x="2381250" y="3873500"/>
          <p14:tracePt t="71057" x="2349500" y="3892550"/>
          <p14:tracePt t="71090" x="2317750" y="3937000"/>
          <p14:tracePt t="71106" x="2311400" y="3956050"/>
          <p14:tracePt t="71125" x="2305050" y="4006850"/>
          <p14:tracePt t="71140" x="2305050" y="4044950"/>
          <p14:tracePt t="71156" x="2317750" y="4064000"/>
          <p14:tracePt t="71187" x="2381250" y="4089400"/>
          <p14:tracePt t="71220" x="2457450" y="4064000"/>
          <p14:tracePt t="71241" x="2514600" y="4013200"/>
          <p14:tracePt t="71272" x="2559050" y="3937000"/>
          <p14:tracePt t="71303" x="2559050" y="3854450"/>
          <p14:tracePt t="71339" x="2527300" y="3835400"/>
          <p14:tracePt t="71373" x="2495550" y="3835400"/>
          <p14:tracePt t="71420" x="2489200" y="3835400"/>
          <p14:tracePt t="71553" x="2508250" y="3835400"/>
          <p14:tracePt t="71571" x="2514600" y="3835400"/>
          <p14:tracePt t="71603" x="2527300" y="3822700"/>
          <p14:tracePt t="71621" x="2527300" y="3816350"/>
          <p14:tracePt t="71626" x="2527300" y="3810000"/>
          <p14:tracePt t="71656" x="2559050" y="3765550"/>
          <p14:tracePt t="71688" x="2584450" y="3733800"/>
          <p14:tracePt t="71719" x="2603500" y="3714750"/>
          <p14:tracePt t="71768" x="2616200" y="3740150"/>
          <p14:tracePt t="71805" x="2628900" y="3765550"/>
          <p14:tracePt t="71852" x="2641600" y="3790950"/>
          <p14:tracePt t="71873" x="2654300" y="3797300"/>
          <p14:tracePt t="71904" x="2673350" y="3797300"/>
          <p14:tracePt t="71935" x="2686050" y="3771900"/>
          <p14:tracePt t="71968" x="2686050" y="3765550"/>
          <p14:tracePt t="72021" x="2673350" y="3765550"/>
          <p14:tracePt t="72068" x="2622550" y="3778250"/>
          <p14:tracePt t="72090" x="2552700" y="3797300"/>
          <p14:tracePt t="72120" x="2381250" y="3816350"/>
          <p14:tracePt t="72151" x="2222500" y="3829050"/>
          <p14:tracePt t="72173" x="2139950" y="3835400"/>
          <p14:tracePt t="72205" x="2089150" y="3841750"/>
          <p14:tracePt t="72250" x="2095500" y="3873500"/>
          <p14:tracePt t="72283" x="2197100" y="3879850"/>
          <p14:tracePt t="72306" x="2400300" y="3879850"/>
          <p14:tracePt t="72322" x="2489200" y="3879850"/>
          <p14:tracePt t="72367" x="2692400" y="3841750"/>
          <p14:tracePt t="72401" x="2705100" y="3829050"/>
          <p14:tracePt t="72433" x="2686050" y="3822700"/>
          <p14:tracePt t="72466" x="2667000" y="3822700"/>
          <p14:tracePt t="72499" x="2647950" y="3822700"/>
          <p14:tracePt t="72521" x="2641600" y="3829050"/>
          <p14:tracePt t="72566" x="2660650" y="3854450"/>
          <p14:tracePt t="72599" x="2749550" y="3860800"/>
          <p14:tracePt t="72621" x="2901950" y="3860800"/>
          <p14:tracePt t="72651" x="3136900" y="3848100"/>
          <p14:tracePt t="72682" x="3238500" y="3841750"/>
          <p14:tracePt t="72715" x="3308350" y="3829050"/>
          <p14:tracePt t="72749" x="3327400" y="3829050"/>
          <p14:tracePt t="72782" x="3333750" y="3829050"/>
          <p14:tracePt t="72881" x="3327400" y="3829050"/>
          <p14:tracePt t="72914" x="3321050" y="3829050"/>
          <p14:tracePt t="72948" x="3314700" y="3829050"/>
          <p14:tracePt t="72998" x="3302000" y="3829050"/>
          <p14:tracePt t="75605" x="3282950" y="3949700"/>
          <p14:tracePt t="75629" x="3257550" y="4127500"/>
          <p14:tracePt t="75672" x="3232150" y="4298950"/>
          <p14:tracePt t="75705" x="3232150" y="4445000"/>
          <p14:tracePt t="75738" x="3270250" y="4597400"/>
          <p14:tracePt t="75771" x="3314700" y="4768850"/>
          <p14:tracePt t="75805" x="3378200" y="4984750"/>
          <p14:tracePt t="75838" x="3416300" y="5137150"/>
          <p14:tracePt t="75871" x="3435350" y="5334000"/>
          <p14:tracePt t="75904" x="3454400" y="5581650"/>
          <p14:tracePt t="75938" x="3486150" y="5695950"/>
          <p14:tracePt t="75971" x="3524250" y="5784850"/>
          <p14:tracePt t="76004" x="3562350" y="5880100"/>
          <p14:tracePt t="76037" x="3575050" y="5911850"/>
          <p14:tracePt t="76071" x="3600450" y="5962650"/>
          <p14:tracePt t="76089" x="3606800" y="5975350"/>
          <p14:tracePt t="76120" x="3619500" y="6026150"/>
          <p14:tracePt t="76154" x="3632200" y="6045200"/>
          <p14:tracePt t="76187" x="3638550" y="6064250"/>
          <p14:tracePt t="76286" x="3644900" y="6070600"/>
          <p14:tracePt t="76369" x="3638550" y="6070600"/>
          <p14:tracePt t="76735" x="3670300" y="6076950"/>
          <p14:tracePt t="76769" x="3733800" y="6108700"/>
          <p14:tracePt t="76801" x="3784600" y="6127750"/>
          <p14:tracePt t="76835" x="3854450" y="6140450"/>
          <p14:tracePt t="76871" x="3892550" y="6159500"/>
          <p14:tracePt t="76903" x="3924300" y="6184900"/>
          <p14:tracePt t="76934" x="3924300" y="6191250"/>
          <p14:tracePt t="76956" x="3930650" y="6203950"/>
          <p14:tracePt t="77000" x="3930650" y="6210300"/>
          <p14:tracePt t="77070" x="3930650" y="6223000"/>
          <p14:tracePt t="77102" x="3930650" y="6235700"/>
          <p14:tracePt t="77133" x="3930650" y="6242050"/>
          <p14:tracePt t="77186" x="3943350" y="6248400"/>
          <p14:tracePt t="77207" x="3956050" y="6248400"/>
          <p14:tracePt t="77239" x="3962400" y="6248400"/>
          <p14:tracePt t="77271" x="3975100" y="6248400"/>
          <p14:tracePt t="77302" x="3994150" y="6248400"/>
          <p14:tracePt t="77333" x="4013200" y="6248400"/>
          <p14:tracePt t="77383" x="4102100" y="6235700"/>
          <p14:tracePt t="77419" x="4159250" y="6210300"/>
          <p14:tracePt t="77451" x="4203700" y="6159500"/>
          <p14:tracePt t="77499" x="4273550" y="5899150"/>
          <p14:tracePt t="77517" x="4286250" y="5695950"/>
          <p14:tracePt t="77565" x="4191000" y="4718050"/>
          <p14:tracePt t="77587" x="3962400" y="3721100"/>
          <p14:tracePt t="77618" x="3848100" y="3067050"/>
          <p14:tracePt t="77665" x="3822700" y="2190750"/>
          <p14:tracePt t="77687" x="3860800" y="1987550"/>
          <p14:tracePt t="77704" x="3898900" y="1816100"/>
          <p14:tracePt t="77733" x="3943350" y="1568450"/>
          <p14:tracePt t="77765" x="3962400" y="1333500"/>
          <p14:tracePt t="77798" x="3943350" y="1009650"/>
          <p14:tracePt t="77820" x="3873500" y="825500"/>
          <p14:tracePt t="77864" x="3702050" y="584200"/>
          <p14:tracePt t="77898" x="3606800" y="488950"/>
          <p14:tracePt t="77919" x="3543300" y="450850"/>
          <p14:tracePt t="77949" x="3486150" y="406400"/>
          <p14:tracePt t="77981" x="3460750" y="393700"/>
          <p14:tracePt t="78030" x="3454400" y="393700"/>
          <p14:tracePt t="78097" x="3473450" y="412750"/>
          <p14:tracePt t="78119" x="3524250" y="444500"/>
          <p14:tracePt t="78149" x="3644900" y="476250"/>
          <p14:tracePt t="78180" x="3835400" y="508000"/>
          <p14:tracePt t="78213" x="4533900" y="590550"/>
          <p14:tracePt t="78235" x="5511800" y="654050"/>
          <p14:tracePt t="78279" x="6305550" y="666750"/>
          <p14:tracePt t="78313" x="6642100" y="635000"/>
          <p14:tracePt t="78335" x="6731000" y="628650"/>
          <p14:tracePt t="78379" x="6896100" y="603250"/>
          <p14:tracePt t="78412" x="6927850" y="596900"/>
          <p14:tracePt t="78446" x="6972300" y="596900"/>
          <p14:tracePt t="78479" x="6978650" y="596900"/>
          <p14:tracePt t="78578" x="6972300" y="603250"/>
          <p14:tracePt t="78612" x="6959600" y="590550"/>
          <p14:tracePt t="78662" x="6946900" y="577850"/>
          <p14:tracePt t="78695" x="6934200" y="596900"/>
          <p14:tracePt t="78728" x="6851650" y="730250"/>
          <p14:tracePt t="78761" x="6559550" y="1187450"/>
          <p14:tracePt t="78794" x="5867400" y="2082800"/>
          <p14:tracePt t="78828" x="4445000" y="3676650"/>
          <p14:tracePt t="78846" x="3790950" y="4419600"/>
          <p14:tracePt t="78878" x="3168650" y="5283200"/>
          <p14:tracePt t="78911" x="2819400" y="5822950"/>
          <p14:tracePt t="78944" x="2654300" y="6172200"/>
          <p14:tracePt t="78977" x="2647950" y="6267450"/>
          <p14:tracePt t="79010" x="2692400" y="6324600"/>
          <p14:tracePt t="79029" x="2711450" y="6330950"/>
          <p14:tracePt t="79060" x="2724150" y="6362700"/>
          <p14:tracePt t="79093" x="2730500" y="6388100"/>
          <p14:tracePt t="79127" x="2736850" y="6489700"/>
          <p14:tracePt t="79160" x="2743200" y="6559550"/>
          <p14:tracePt t="79193" x="2755900" y="6610350"/>
          <p14:tracePt t="79212" x="2762250" y="6616700"/>
          <p14:tracePt t="79243" x="2794000" y="6623050"/>
          <p14:tracePt t="79293" x="2838450" y="6591300"/>
          <p14:tracePt t="79326" x="2876550" y="6559550"/>
          <p14:tracePt t="79363" x="3009900" y="6432550"/>
          <p14:tracePt t="79409" x="3105150" y="6362700"/>
          <p14:tracePt t="79442" x="3155950" y="6337300"/>
          <p14:tracePt t="79475" x="3181350" y="6330950"/>
          <p14:tracePt t="79525" x="3194050" y="6343650"/>
          <p14:tracePt t="79578" x="3213100" y="6350000"/>
          <p14:tracePt t="79610" x="3244850" y="6350000"/>
          <p14:tracePt t="79642" x="3352800" y="6324600"/>
          <p14:tracePt t="79663" x="3536950" y="6261100"/>
          <p14:tracePt t="79693" x="4127500" y="5994400"/>
          <p14:tracePt t="79725" x="4464050" y="5842000"/>
          <p14:tracePt t="79744" x="4743450" y="5683250"/>
          <p14:tracePt t="79777" x="5016500" y="5518150"/>
          <p14:tracePt t="79810" x="5067300" y="5480050"/>
          <p14:tracePt t="79841" x="5073650" y="5480050"/>
          <p14:tracePt t="79877" x="5073650" y="5524500"/>
        </p14:tracePtLst>
      </p14:laserTraceLst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than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one group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Empty matches are included in the result.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nditer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2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ndite</a:t>
            </a:r>
            <a:r>
              <a:rPr lang="en-US" sz="2400" spc="-4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_doc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35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70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])</a:t>
            </a:r>
            <a:endParaRPr lang="en-US" sz="240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finditer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an iterator over all non-overlapping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matches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("split"+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[:18]+"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=0,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"+\ </a:t>
            </a:r>
            <a:b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</a:b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[18:]+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re.split.__doc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split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Split the source string by the occurrences of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list containing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resulting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substrings.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capturing parentheses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are in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pattern, then the text of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all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groups in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are also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returned.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&gt; 0,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at most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splits occur,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and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the remainder of the string is returned as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final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element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of the list.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rint("sub"+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g,","g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count=0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,",\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n,","n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,",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))+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re.sub.__doc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sp>
        <p:nvSpPr>
          <p:cNvPr id="4" name="Rectangle 3"/>
          <p:cNvSpPr/>
          <p:nvPr/>
        </p:nvSpPr>
        <p:spPr>
          <a:xfrm>
            <a:off x="152400" y="6448365"/>
            <a:ext cx="5886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</a:t>
            </a:r>
            <a:endParaRPr lang="en-US" sz="24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23429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716"/>
    </mc:Choice>
    <mc:Fallback xmlns="">
      <p:transition spd="slow" advTm="337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478" x="4870450" y="5715000"/>
          <p14:tracePt t="1515" x="4514850" y="5988050"/>
          <p14:tracePt t="1546" x="4292600" y="6172200"/>
          <p14:tracePt t="1563" x="4165600" y="6248400"/>
          <p14:tracePt t="1611" x="4013200" y="6330950"/>
          <p14:tracePt t="1646" x="3892550" y="6388100"/>
          <p14:tracePt t="1679" x="3816350" y="6432550"/>
          <p14:tracePt t="1727" x="3759200" y="6477000"/>
          <p14:tracePt t="1764" x="3721100" y="6489700"/>
          <p14:tracePt t="1777" x="3708400" y="6489700"/>
          <p14:tracePt t="1827" x="3702050" y="6489700"/>
          <p14:tracePt t="1877" x="3727450" y="6477000"/>
          <p14:tracePt t="1910" x="3771900" y="6451600"/>
          <p14:tracePt t="1931" x="3816350" y="6438900"/>
          <p14:tracePt t="1962" x="3879850" y="6413500"/>
          <p14:tracePt t="2010" x="3975100" y="6381750"/>
          <p14:tracePt t="2031" x="4000500" y="6362700"/>
          <p14:tracePt t="2064" x="4025900" y="6343650"/>
          <p14:tracePt t="2109" x="4038600" y="6330950"/>
          <p14:tracePt t="2242" x="4013200" y="6337300"/>
          <p14:tracePt t="2263" x="4006850" y="6343650"/>
          <p14:tracePt t="2308" x="3968750" y="6350000"/>
          <p14:tracePt t="2342" x="3892550" y="6350000"/>
          <p14:tracePt t="2363" x="3822700" y="6350000"/>
          <p14:tracePt t="2393" x="3727450" y="6350000"/>
          <p14:tracePt t="2425" x="3619500" y="6343650"/>
          <p14:tracePt t="2458" x="3587750" y="6343650"/>
          <p14:tracePt t="2479" x="3549650" y="6337300"/>
          <p14:tracePt t="2524" x="3511550" y="6330950"/>
          <p14:tracePt t="2558" x="3403600" y="6324600"/>
          <p14:tracePt t="2576" x="3346450" y="6324600"/>
          <p14:tracePt t="2607" x="3175000" y="6324600"/>
          <p14:tracePt t="2641" x="3092450" y="6330950"/>
          <p14:tracePt t="2674" x="3022600" y="6330950"/>
          <p14:tracePt t="2693" x="2984500" y="6337300"/>
          <p14:tracePt t="2723" x="2933700" y="6337300"/>
          <p14:tracePt t="2757" x="2882900" y="6343650"/>
          <p14:tracePt t="2790" x="2844800" y="6350000"/>
          <p14:tracePt t="2809" x="2838450" y="6350000"/>
          <p14:tracePt t="2840" x="2825750" y="6350000"/>
          <p14:tracePt t="2873" x="2813050" y="6350000"/>
          <p14:tracePt t="2906" x="2806700" y="6350000"/>
          <p14:tracePt t="2940" x="2794000" y="6350000"/>
          <p14:tracePt t="2989" x="2755900" y="6350000"/>
          <p14:tracePt t="3022" x="2711450" y="6350000"/>
          <p14:tracePt t="3056" x="2647950" y="6356350"/>
          <p14:tracePt t="3089" x="2597150" y="6362700"/>
          <p14:tracePt t="3122" x="2565400" y="6369050"/>
          <p14:tracePt t="3223" x="2571750" y="6369050"/>
          <p14:tracePt t="3255" x="2584450" y="6369050"/>
          <p14:tracePt t="3305" x="2603500" y="6369050"/>
          <p14:tracePt t="3338" x="2654300" y="6369050"/>
          <p14:tracePt t="3357" x="2673350" y="6369050"/>
          <p14:tracePt t="3388" x="2832100" y="6362700"/>
          <p14:tracePt t="3421" x="2933700" y="6356350"/>
          <p14:tracePt t="3454" x="3130550" y="6356350"/>
          <p14:tracePt t="3488" x="3263900" y="6350000"/>
          <p14:tracePt t="3521" x="3365500" y="6350000"/>
          <p14:tracePt t="3554" x="3384550" y="6350000"/>
          <p14:tracePt t="3587" x="3390900" y="6350000"/>
          <p14:tracePt t="3637" x="3397250" y="6350000"/>
          <p14:tracePt t="3670" x="3429000" y="6350000"/>
          <p14:tracePt t="3704" x="3486150" y="6337300"/>
          <p14:tracePt t="3737" x="3619500" y="6330950"/>
          <p14:tracePt t="3770" x="3860800" y="6324600"/>
          <p14:tracePt t="3803" x="4165600" y="6311900"/>
          <p14:tracePt t="3836" x="4324350" y="6292850"/>
          <p14:tracePt t="3870" x="4406900" y="6273800"/>
          <p14:tracePt t="3903" x="4438650" y="6261100"/>
          <p14:tracePt t="3953" x="4400550" y="6254750"/>
          <p14:tracePt t="3986" x="4362450" y="6267450"/>
          <p14:tracePt t="4020" x="4216400" y="6292850"/>
          <p14:tracePt t="4038" x="4165600" y="6292850"/>
          <p14:tracePt t="4069" x="4019550" y="6311900"/>
          <p14:tracePt t="4106" x="3924300" y="6324600"/>
          <p14:tracePt t="4137" x="3873500" y="6330950"/>
          <p14:tracePt t="4169" x="3867150" y="6337300"/>
          <p14:tracePt t="4205" x="3873500" y="6343650"/>
          <p14:tracePt t="4237" x="3937000" y="6330950"/>
          <p14:tracePt t="4268" x="4064000" y="6324600"/>
          <p14:tracePt t="4304" x="4337050" y="6299200"/>
          <p14:tracePt t="4337" x="4559300" y="6267450"/>
          <p14:tracePt t="4368" x="4718050" y="6261100"/>
          <p14:tracePt t="4404" x="4794250" y="6242050"/>
          <p14:tracePt t="4436" x="4819650" y="6242050"/>
          <p14:tracePt t="4503" x="4787900" y="6248400"/>
          <p14:tracePt t="4536" x="4762500" y="6254750"/>
          <p14:tracePt t="4567" x="4743450" y="6261100"/>
          <p14:tracePt t="4589" x="4737100" y="6261100"/>
          <p14:tracePt t="4619" x="4730750" y="6261100"/>
          <p14:tracePt t="4684" x="4737100" y="6267450"/>
          <p14:tracePt t="4705" x="4762500" y="6267450"/>
          <p14:tracePt t="4735" x="4870450" y="6261100"/>
          <p14:tracePt t="4767" x="5213350" y="6248400"/>
          <p14:tracePt t="4816" x="5632450" y="6242050"/>
          <p14:tracePt t="4852" x="5829300" y="6242050"/>
          <p14:tracePt t="4885" x="5937250" y="6242050"/>
          <p14:tracePt t="4919" x="5943600" y="6242050"/>
          <p14:tracePt t="5016" x="5924550" y="6242050"/>
          <p14:tracePt t="5037" x="5918200" y="6242050"/>
          <p14:tracePt t="5068" x="5905500" y="6242050"/>
          <p14:tracePt t="5099" x="5892800" y="6242050"/>
          <p14:tracePt t="5120" x="5873750" y="6242050"/>
          <p14:tracePt t="5153" x="5791200" y="6242050"/>
          <p14:tracePt t="5184" x="5600700" y="6248400"/>
          <p14:tracePt t="5232" x="5213350" y="6248400"/>
          <p14:tracePt t="5253" x="5086350" y="6248400"/>
          <p14:tracePt t="5283" x="4953000" y="6254750"/>
          <p14:tracePt t="5315" x="4857750" y="6254750"/>
          <p14:tracePt t="5348" x="4768850" y="6261100"/>
          <p14:tracePt t="5385" x="4699000" y="6267450"/>
          <p14:tracePt t="5431" x="4591050" y="6280150"/>
          <p14:tracePt t="5452" x="4546600" y="6280150"/>
          <p14:tracePt t="5485" x="4476750" y="6280150"/>
          <p14:tracePt t="5531" x="4381500" y="6267450"/>
          <p14:tracePt t="5549" x="4375150" y="6267450"/>
          <p14:tracePt t="5568" x="4356100" y="6267450"/>
          <p14:tracePt t="5599" x="4349750" y="6267450"/>
          <p14:tracePt t="5647" x="4337050" y="6267450"/>
          <p14:tracePt t="5680" x="4305300" y="6267450"/>
          <p14:tracePt t="5713" x="4241800" y="6280150"/>
          <p14:tracePt t="5732" x="4171950" y="6286500"/>
          <p14:tracePt t="5763" x="4038600" y="6311900"/>
          <p14:tracePt t="5784" x="3943350" y="6324600"/>
          <p14:tracePt t="5815" x="3848100" y="6343650"/>
          <p14:tracePt t="5846" x="3810000" y="6350000"/>
          <p14:tracePt t="5879" x="3803650" y="6350000"/>
          <p14:tracePt t="6012" x="3816350" y="6343650"/>
          <p14:tracePt t="6045" x="3867150" y="6318250"/>
          <p14:tracePt t="6079" x="3975100" y="6305550"/>
          <p14:tracePt t="6112" x="4121150" y="6280150"/>
          <p14:tracePt t="6145" x="4311650" y="6254750"/>
          <p14:tracePt t="6178" x="4387850" y="6248400"/>
          <p14:tracePt t="6212" x="4406900" y="6248400"/>
          <p14:tracePt t="6231" x="4400550" y="6242050"/>
          <p14:tracePt t="6263" x="4362450" y="6248400"/>
          <p14:tracePt t="6294" x="4330700" y="6254750"/>
          <p14:tracePt t="6328" x="4298950" y="6267450"/>
          <p14:tracePt t="6361" x="4273550" y="6292850"/>
          <p14:tracePt t="6394" x="4267200" y="6299200"/>
          <p14:tracePt t="6427" x="4260850" y="6305550"/>
          <p14:tracePt t="6461" x="4267200" y="6318250"/>
          <p14:tracePt t="6494" x="4305300" y="6318250"/>
          <p14:tracePt t="6513" x="4337050" y="6318250"/>
          <p14:tracePt t="6544" x="4464050" y="6305550"/>
          <p14:tracePt t="6594" x="4648200" y="6235700"/>
          <p14:tracePt t="6627" x="4692650" y="6210300"/>
          <p14:tracePt t="6693" x="4648200" y="6223000"/>
          <p14:tracePt t="6727" x="4584700" y="6235700"/>
          <p14:tracePt t="6745" x="4546600" y="6242050"/>
          <p14:tracePt t="6776" x="4305300" y="6292850"/>
          <p14:tracePt t="6809" x="4165600" y="6324600"/>
          <p14:tracePt t="6843" x="4114800" y="6330950"/>
          <p14:tracePt t="6876" x="4108450" y="6330950"/>
          <p14:tracePt t="6909" x="4152900" y="6324600"/>
          <p14:tracePt t="6942" x="4241800" y="6305550"/>
          <p14:tracePt t="6976" x="4470400" y="6273800"/>
          <p14:tracePt t="7009" x="4616450" y="6248400"/>
          <p14:tracePt t="7042" x="4692650" y="6229350"/>
          <p14:tracePt t="7060" x="4699000" y="6229350"/>
          <p14:tracePt t="7092" x="4705350" y="6229350"/>
          <p14:tracePt t="7142" x="4705350" y="6223000"/>
          <p14:tracePt t="7175" x="4718050" y="6216650"/>
          <p14:tracePt t="7211" x="4724400" y="6216650"/>
          <p14:tracePt t="7325" x="4711700" y="6223000"/>
          <p14:tracePt t="7357" x="4699000" y="6223000"/>
          <p14:tracePt t="7391" x="4679950" y="6223000"/>
          <p14:tracePt t="7424" x="4635500" y="6229350"/>
          <p14:tracePt t="7457" x="4476750" y="6235700"/>
          <p14:tracePt t="7490" x="4337050" y="6242050"/>
          <p14:tracePt t="7526" x="4235450" y="6242050"/>
          <p14:tracePt t="7559" x="4191000" y="6248400"/>
          <p14:tracePt t="7590" x="4184650" y="6248400"/>
          <p14:tracePt t="7626" x="4178300" y="6254750"/>
          <p14:tracePt t="7826" x="4178300" y="6261100"/>
          <p14:tracePt t="7858" x="4152900" y="6280150"/>
          <p14:tracePt t="7889" x="4121150" y="6311900"/>
          <p14:tracePt t="7925" x="4083050" y="6350000"/>
          <p14:tracePt t="7957" x="4038600" y="6394450"/>
          <p14:tracePt t="7989" x="4025900" y="6400800"/>
          <p14:tracePt t="8088" x="4019550" y="6400800"/>
          <p14:tracePt t="8138" x="4032250" y="6388100"/>
          <p14:tracePt t="8157" x="4051300" y="6375400"/>
          <p14:tracePt t="8188" x="4114800" y="6350000"/>
          <p14:tracePt t="8221" x="4159250" y="6330950"/>
          <p14:tracePt t="8242" x="4210050" y="6311900"/>
          <p14:tracePt t="8273" x="4248150" y="6299200"/>
          <p14:tracePt t="8304" x="4286250" y="6286500"/>
          <p14:tracePt t="8337" x="4318000" y="6273800"/>
          <p14:tracePt t="8359" x="4337050" y="6273800"/>
          <p14:tracePt t="8389" x="4368800" y="6261100"/>
          <p14:tracePt t="8437" x="4381500" y="6261100"/>
          <p14:tracePt t="8490" x="4394200" y="6261100"/>
          <p14:tracePt t="8537" x="4400550" y="6261100"/>
          <p14:tracePt t="8558" x="4413250" y="6261100"/>
          <p14:tracePt t="8591" x="4425950" y="6261100"/>
          <p14:tracePt t="8636" x="4438650" y="6261100"/>
          <p14:tracePt t="8686" x="4438650" y="6267450"/>
          <p14:tracePt t="8719" x="4438650" y="6273800"/>
          <p14:tracePt t="8753" x="4419600" y="6292850"/>
          <p14:tracePt t="8802" x="4400550" y="6311900"/>
          <p14:tracePt t="8836" x="4394200" y="6330950"/>
          <p14:tracePt t="8886" x="4432300" y="6330950"/>
          <p14:tracePt t="8919" x="4502150" y="6343650"/>
          <p14:tracePt t="8952" x="4597400" y="6343650"/>
          <p14:tracePt t="8985" x="4699000" y="6343650"/>
          <p14:tracePt t="9018" x="4718050" y="6350000"/>
          <p14:tracePt t="9052" x="4711700" y="6362700"/>
          <p14:tracePt t="9071" x="4699000" y="6369050"/>
          <p14:tracePt t="9102" x="4660900" y="6369050"/>
          <p14:tracePt t="9151" x="4616450" y="6375400"/>
          <p14:tracePt t="9184" x="4584700" y="6381750"/>
          <p14:tracePt t="9218" x="4533900" y="6400800"/>
          <p14:tracePt t="9251" x="4521200" y="6400800"/>
          <p14:tracePt t="9271" x="4514850" y="6400800"/>
          <p14:tracePt t="9302" x="4495800" y="6394450"/>
          <p14:tracePt t="9334" x="4413250" y="6362700"/>
          <p14:tracePt t="9367" x="4292600" y="6318250"/>
          <p14:tracePt t="9401" x="4197350" y="6299200"/>
          <p14:tracePt t="9434" x="4114800" y="6286500"/>
          <p14:tracePt t="9483" x="4083050" y="6286500"/>
          <p14:tracePt t="9517" x="4070350" y="6292850"/>
          <p14:tracePt t="9567" x="4070350" y="6299200"/>
          <p14:tracePt t="9600" x="4095750" y="6299200"/>
          <p14:tracePt t="9633" x="4127500" y="6292850"/>
          <p14:tracePt t="9666" x="4292600" y="6273800"/>
          <p14:tracePt t="9700" x="4502150" y="6242050"/>
          <p14:tracePt t="9733" x="4711700" y="6203950"/>
          <p14:tracePt t="9766" x="4851400" y="6178550"/>
          <p14:tracePt t="9799" x="4876800" y="6178550"/>
          <p14:tracePt t="9849" x="4838700" y="6191250"/>
          <p14:tracePt t="9882" x="4806950" y="6210300"/>
          <p14:tracePt t="9915" x="4743450" y="6242050"/>
          <p14:tracePt t="9949" x="4533900" y="6318250"/>
          <p14:tracePt t="9982" x="4387850" y="6350000"/>
          <p14:tracePt t="10015" x="4298950" y="6356350"/>
          <p14:tracePt t="10034" x="4286250" y="6356350"/>
          <p14:tracePt t="10081" x="4273550" y="6356350"/>
          <p14:tracePt t="10115" x="4254500" y="6343650"/>
          <p14:tracePt t="10149" x="4248150" y="6330950"/>
          <p14:tracePt t="10181" x="4248150" y="6324600"/>
          <p14:tracePt t="10232" x="4248150" y="6311900"/>
          <p14:tracePt t="10264" x="4267200" y="6311900"/>
          <p14:tracePt t="10284" x="4292600" y="6299200"/>
          <p14:tracePt t="10316" x="4387850" y="6292850"/>
          <p14:tracePt t="10347" x="4610100" y="6273800"/>
          <p14:tracePt t="10381" x="4781550" y="6267450"/>
          <p14:tracePt t="10399" x="4832350" y="6267450"/>
          <p14:tracePt t="10431" x="4978400" y="6267450"/>
          <p14:tracePt t="10463" x="5048250" y="6267450"/>
          <p14:tracePt t="10497" x="5099050" y="6267450"/>
          <p14:tracePt t="10530" x="5124450" y="6261100"/>
          <p14:tracePt t="10563" x="5124450" y="6254750"/>
          <p14:tracePt t="12375" x="5130800" y="6223000"/>
          <p14:tracePt t="12408" x="5143500" y="6210300"/>
          <p14:tracePt t="12441" x="5194300" y="6153150"/>
          <p14:tracePt t="12474" x="5219700" y="6127750"/>
          <p14:tracePt t="12507" x="5257800" y="6083300"/>
          <p14:tracePt t="12540" x="5270500" y="6064250"/>
          <p14:tracePt t="12573" x="5276850" y="6038850"/>
          <p14:tracePt t="12640" x="5264150" y="6051550"/>
          <p14:tracePt t="12673" x="5251450" y="6064250"/>
          <p14:tracePt t="12707" x="5219700" y="6102350"/>
          <p14:tracePt t="12741" x="5181600" y="6140450"/>
          <p14:tracePt t="12773" x="5130800" y="6191250"/>
          <p14:tracePt t="12807" x="5092700" y="6242050"/>
          <p14:tracePt t="12824" x="5060950" y="6267450"/>
          <p14:tracePt t="12855" x="5029200" y="6299200"/>
          <p14:tracePt t="12888" x="5016500" y="6324600"/>
          <p14:tracePt t="13204" x="5010150" y="6318250"/>
          <p14:tracePt t="13254" x="4997450" y="6311900"/>
          <p14:tracePt t="13287" x="4959350" y="6305550"/>
          <p14:tracePt t="13320" x="4902200" y="6305550"/>
          <p14:tracePt t="13355" x="4686300" y="6299200"/>
          <p14:tracePt t="13387" x="4502150" y="6286500"/>
          <p14:tracePt t="13420" x="4318000" y="6280150"/>
          <p14:tracePt t="13453" x="4248150" y="6273800"/>
          <p14:tracePt t="13487" x="4203700" y="6273800"/>
          <p14:tracePt t="13520" x="4140200" y="6273800"/>
          <p14:tracePt t="13553" x="4057650" y="6273800"/>
          <p14:tracePt t="13586" x="3975100" y="6273800"/>
          <p14:tracePt t="13619" x="3854450" y="6273800"/>
          <p14:tracePt t="13653" x="3784600" y="6273800"/>
          <p14:tracePt t="13686" x="3740150" y="6273800"/>
          <p14:tracePt t="13719" x="3714750" y="6273800"/>
          <p14:tracePt t="13752" x="3695700" y="6280150"/>
          <p14:tracePt t="13805" x="3657600" y="6305550"/>
          <p14:tracePt t="13837" x="3600450" y="6324600"/>
          <p14:tracePt t="13868" x="3530600" y="6356350"/>
          <p14:tracePt t="13904" x="3454400" y="6375400"/>
          <p14:tracePt t="14403" x="3479800" y="6375400"/>
          <p14:tracePt t="14435" x="3536950" y="6375400"/>
          <p14:tracePt t="14466" x="3575050" y="6375400"/>
          <p14:tracePt t="14516" x="3625850" y="6369050"/>
          <p14:tracePt t="14550" x="3657600" y="6369050"/>
          <p14:tracePt t="14583" x="3670300" y="6369050"/>
          <p14:tracePt t="14604" x="3676650" y="6369050"/>
          <p14:tracePt t="14634" x="3683000" y="6369050"/>
          <p14:tracePt t="14898" x="3670300" y="6369050"/>
          <p14:tracePt t="14919" x="3663950" y="6369050"/>
          <p14:tracePt t="14953" x="3644900" y="6369050"/>
          <p14:tracePt t="14983" x="3619500" y="6362700"/>
          <p14:tracePt t="15031" x="3511550" y="6318250"/>
          <p14:tracePt t="15052" x="3467100" y="6305550"/>
          <p14:tracePt t="15083" x="3378200" y="6280150"/>
          <p14:tracePt t="15099" x="3352800" y="6280150"/>
          <p14:tracePt t="15131" x="3308350" y="6273800"/>
          <p14:tracePt t="15152" x="3282950" y="6273800"/>
          <p14:tracePt t="15183" x="3244850" y="6273800"/>
          <p14:tracePt t="15231" x="3232150" y="6292850"/>
          <p14:tracePt t="15346" x="3225800" y="6299200"/>
          <p14:tracePt t="15430" x="3225800" y="6305550"/>
          <p14:tracePt t="15463" x="3238500" y="6305550"/>
          <p14:tracePt t="15484" x="3251200" y="6305550"/>
          <p14:tracePt t="15529" x="3276600" y="6305550"/>
          <p14:tracePt t="15562" x="3346450" y="6299200"/>
          <p14:tracePt t="15584" x="3390900" y="6292850"/>
          <p14:tracePt t="15629" x="3486150" y="6292850"/>
          <p14:tracePt t="15662" x="3543300" y="6305550"/>
          <p14:tracePt t="15695" x="3600450" y="6318250"/>
          <p14:tracePt t="15729" x="3613150" y="6324600"/>
          <p14:tracePt t="15762" x="3619500" y="6324600"/>
          <p14:tracePt t="15795" x="3625850" y="6330950"/>
          <p14:tracePt t="15828" x="3638550" y="6330950"/>
          <p14:tracePt t="16027" x="3638550" y="6337300"/>
          <p14:tracePt t="16144" x="3632200" y="6337300"/>
          <p14:tracePt t="16194" x="3632200" y="6343650"/>
          <p14:tracePt t="16260" x="3632200" y="6350000"/>
          <p14:tracePt t="16592" x="3632200" y="6343650"/>
          <p14:tracePt t="16626" x="3632200" y="6337300"/>
          <p14:tracePt t="16709" x="3625850" y="6330950"/>
          <p14:tracePt t="16758" x="3613150" y="6318250"/>
          <p14:tracePt t="16793" x="3606800" y="6311900"/>
          <p14:tracePt t="16825" x="3594100" y="6299200"/>
          <p14:tracePt t="16858" x="3568700" y="6292850"/>
          <p14:tracePt t="16877" x="3536950" y="6280150"/>
          <p14:tracePt t="16908" x="3467100" y="6261100"/>
          <p14:tracePt t="16941" x="3289300" y="6229350"/>
          <p14:tracePt t="16962" x="3187700" y="6216650"/>
          <p14:tracePt t="16993" x="3041650" y="6210300"/>
          <p14:tracePt t="17024" x="2921000" y="6210300"/>
          <p14:tracePt t="17058" x="2832100" y="6223000"/>
          <p14:tracePt t="17076" x="2806700" y="6223000"/>
          <p14:tracePt t="17107" x="2724150" y="6248400"/>
          <p14:tracePt t="17140" x="2698750" y="6261100"/>
          <p14:tracePt t="17174" x="2660650" y="6273800"/>
          <p14:tracePt t="17195" x="2647950" y="6273800"/>
          <p14:tracePt t="17240" x="2622550" y="6286500"/>
          <p14:tracePt t="17273" x="2609850" y="6292850"/>
          <p14:tracePt t="17294" x="2597150" y="6292850"/>
          <p14:tracePt t="17373" x="2584450" y="6299200"/>
          <p14:tracePt t="17391" x="2584450" y="6305550"/>
          <p14:tracePt t="17439" x="2571750" y="6311900"/>
          <p14:tracePt t="17489" x="2559050" y="6311900"/>
          <p14:tracePt t="17522" x="2552700" y="6311900"/>
          <p14:tracePt t="17544" x="2552700" y="6318250"/>
          <p14:tracePt t="17574" x="2546350" y="6318250"/>
          <p14:tracePt t="17622" x="2533650" y="6324600"/>
          <p14:tracePt t="17643" x="2527300" y="6330950"/>
          <p14:tracePt t="17692" x="2514600" y="6337300"/>
          <p14:tracePt t="18552" x="2565400" y="6337300"/>
          <p14:tracePt t="18585" x="2673350" y="6311900"/>
          <p14:tracePt t="18604" x="2698750" y="6311900"/>
          <p14:tracePt t="18635" x="2863850" y="6286500"/>
          <p14:tracePt t="18668" x="2984500" y="6273800"/>
          <p14:tracePt t="18702" x="3263900" y="6248400"/>
          <p14:tracePt t="18735" x="3435350" y="6242050"/>
          <p14:tracePt t="18768" x="3683000" y="6261100"/>
          <p14:tracePt t="18787" x="3727450" y="6273800"/>
          <p14:tracePt t="18818" x="3848100" y="6299200"/>
          <p14:tracePt t="18851" x="3905250" y="6324600"/>
          <p14:tracePt t="18884" x="3924300" y="6324600"/>
          <p14:tracePt t="18904" x="3937000" y="6337300"/>
          <p14:tracePt t="18934" x="3937000" y="6350000"/>
          <p14:tracePt t="18967" x="3937000" y="6356350"/>
          <p14:tracePt t="19018" x="3937000" y="6362700"/>
          <p14:tracePt t="19150" x="3943350" y="6356350"/>
          <p14:tracePt t="19183" x="3956050" y="6350000"/>
          <p14:tracePt t="19217" x="3987800" y="6350000"/>
          <p14:tracePt t="19250" x="4114800" y="6356350"/>
          <p14:tracePt t="19283" x="4273550" y="6375400"/>
          <p14:tracePt t="19317" x="4438650" y="6394450"/>
          <p14:tracePt t="19349" x="4489450" y="6394450"/>
          <p14:tracePt t="19383" x="4546600" y="6394450"/>
          <p14:tracePt t="19403" x="4578350" y="6394450"/>
          <p14:tracePt t="19450" x="4654550" y="6400800"/>
          <p14:tracePt t="19468" x="4673600" y="6400800"/>
          <p14:tracePt t="19499" x="4781550" y="6419850"/>
          <p14:tracePt t="19518" x="4813300" y="6426200"/>
          <p14:tracePt t="19549" x="4876800" y="6464300"/>
          <p14:tracePt t="19582" x="4914900" y="6483350"/>
          <p14:tracePt t="19615" x="4991100" y="6534150"/>
          <p14:tracePt t="19649" x="5035550" y="6572250"/>
          <p14:tracePt t="19682" x="5073650" y="6623050"/>
          <p14:tracePt t="19700" x="5086350" y="6629400"/>
          <p14:tracePt t="19732" x="5118100" y="6654800"/>
          <p14:tracePt t="19765" x="5137150" y="6667500"/>
          <p14:tracePt t="19798" x="5156200" y="6667500"/>
          <p14:tracePt t="19847" x="5162550" y="6667500"/>
          <p14:tracePt t="19881" x="5181600" y="6667500"/>
          <p14:tracePt t="19933" x="5194300" y="6667500"/>
          <p14:tracePt t="19966" x="5213350" y="6667500"/>
          <p14:tracePt t="19997" x="5245100" y="6667500"/>
          <p14:tracePt t="20033" x="5276850" y="6667500"/>
          <p14:tracePt t="20047" x="5276850" y="6661150"/>
          <p14:tracePt t="20117" x="5257800" y="6667500"/>
          <p14:tracePt t="20149" x="5181600" y="6686550"/>
          <p14:tracePt t="20180" x="5111750" y="6711950"/>
          <p14:tracePt t="20201" x="5041900" y="6731000"/>
          <p14:tracePt t="20232" x="4984750" y="6750050"/>
          <p14:tracePt t="20263" x="4991100" y="6750050"/>
          <p14:tracePt t="20296" x="5111750" y="6731000"/>
          <p14:tracePt t="20332" x="5334000" y="6718300"/>
          <p14:tracePt t="20365" x="5626100" y="6705600"/>
          <p14:tracePt t="20396" x="5740400" y="6705600"/>
          <p14:tracePt t="20433" x="5765800" y="6692900"/>
          <p14:tracePt t="20464" x="5759450" y="6680200"/>
          <p14:tracePt t="20496" x="5753100" y="6673850"/>
          <p14:tracePt t="20531" x="5727700" y="6673850"/>
          <p14:tracePt t="20564" x="5702300" y="6673850"/>
          <p14:tracePt t="20595" x="5676900" y="6673850"/>
          <p14:tracePt t="20645" x="5530850" y="6686550"/>
          <p14:tracePt t="20681" x="5467350" y="6699250"/>
          <p14:tracePt t="20713" x="5435600" y="6705600"/>
          <p14:tracePt t="20732" x="5429250" y="6705600"/>
          <p14:tracePt t="20766" x="5422900" y="6705600"/>
          <p14:tracePt t="20844" x="5435600" y="6705600"/>
          <p14:tracePt t="20866" x="5448300" y="6705600"/>
          <p14:tracePt t="20896" x="5480050" y="6699250"/>
          <p14:tracePt t="20927" x="5486400" y="6686550"/>
          <p14:tracePt t="20980" x="5480050" y="6680200"/>
          <p14:tracePt t="21027" x="5359400" y="6680200"/>
          <p14:tracePt t="21060" x="5162550" y="6692900"/>
          <p14:tracePt t="21082" x="5010150" y="6705600"/>
          <p14:tracePt t="21112" x="4838700" y="6711950"/>
          <p14:tracePt t="21143" x="4775200" y="6718300"/>
          <p14:tracePt t="21196" x="4813300" y="6705600"/>
          <p14:tracePt t="21243" x="5022850" y="6654800"/>
          <p14:tracePt t="21276" x="5143500" y="6642100"/>
          <p14:tracePt t="21297" x="5187950" y="6635750"/>
          <p14:tracePt t="21342" x="5232400" y="6629400"/>
          <p14:tracePt t="21409" x="5219700" y="6629400"/>
          <p14:tracePt t="21444" x="5213350" y="6629400"/>
          <p14:tracePt t="21476" x="5200650" y="6629400"/>
          <p14:tracePt t="21508" x="5200650" y="6635750"/>
          <p14:tracePt t="21891" x="5149850" y="6591300"/>
          <p14:tracePt t="21910" x="5105400" y="6565900"/>
          <p14:tracePt t="21926" x="5073650" y="6546850"/>
          <p14:tracePt t="21957" x="4978400" y="6502400"/>
          <p14:tracePt t="21990" x="4864100" y="6457950"/>
          <p14:tracePt t="22024" x="4711700" y="6438900"/>
          <p14:tracePt t="22057" x="4629150" y="6438900"/>
          <p14:tracePt t="22090" x="4559300" y="6426200"/>
          <p14:tracePt t="22124" x="4476750" y="6432550"/>
          <p14:tracePt t="22156" x="4438650" y="6438900"/>
          <p14:tracePt t="22190" x="4413250" y="6445250"/>
          <p14:tracePt t="22223" x="4400550" y="6451600"/>
          <p14:tracePt t="22256" x="4394200" y="6451600"/>
          <p14:tracePt t="22289" x="4394200" y="6457950"/>
          <p14:tracePt t="22339" x="4381500" y="6457950"/>
          <p14:tracePt t="22372" x="4368800" y="6457950"/>
          <p14:tracePt t="22406" x="4356100" y="6457950"/>
          <p14:tracePt t="22440" x="4343400" y="6457950"/>
          <p14:tracePt t="22472" x="4330700" y="6457950"/>
          <p14:tracePt t="22505" x="4324350" y="6457950"/>
          <p14:tracePt t="22538" x="4318000" y="6457950"/>
          <p14:tracePt t="22572" x="4305300" y="6464300"/>
          <p14:tracePt t="22622" x="4292600" y="6464300"/>
          <p14:tracePt t="22688" x="4286250" y="6464300"/>
          <p14:tracePt t="22721" x="4279900" y="6457950"/>
          <p14:tracePt t="22755" x="4267200" y="6451600"/>
          <p14:tracePt t="22821" x="4254500" y="6445250"/>
          <p14:tracePt t="22871" x="4254500" y="6438900"/>
          <p14:tracePt t="22904" x="4248150" y="6419850"/>
          <p14:tracePt t="22937" x="4248150" y="6413500"/>
          <p14:tracePt t="22970" x="4248150" y="6400800"/>
          <p14:tracePt t="23020" x="4248150" y="6388100"/>
          <p14:tracePt t="23053" x="4248150" y="6375400"/>
          <p14:tracePt t="23086" x="4248150" y="6362700"/>
          <p14:tracePt t="23136" x="4248150" y="6350000"/>
          <p14:tracePt t="23186" x="4260850" y="6350000"/>
          <p14:tracePt t="23253" x="4273550" y="6356350"/>
          <p14:tracePt t="23303" x="4273550" y="6369050"/>
          <p14:tracePt t="23336" x="4273550" y="6381750"/>
          <p14:tracePt t="23369" x="4273550" y="6394450"/>
          <p14:tracePt t="23405" x="4273550" y="6400800"/>
          <p14:tracePt t="23424" x="4273550" y="6407150"/>
          <p14:tracePt t="23454" x="4286250" y="6419850"/>
          <p14:tracePt t="23485" x="4318000" y="6432550"/>
          <p14:tracePt t="23521" x="4413250" y="6451600"/>
          <p14:tracePt t="23554" x="4521200" y="6470650"/>
          <p14:tracePt t="23585" x="4781550" y="6470650"/>
          <p14:tracePt t="23606" x="4870450" y="6457950"/>
          <p14:tracePt t="23637" x="4959350" y="6438900"/>
          <p14:tracePt t="23668" x="4965700" y="6426200"/>
          <p14:tracePt t="23753" x="4946650" y="6426200"/>
          <p14:tracePt t="23801" x="4927600" y="6426200"/>
          <p14:tracePt t="23822" x="4921250" y="6426200"/>
          <p14:tracePt t="23852" x="4908550" y="6426200"/>
          <p14:tracePt t="23884" x="4889500" y="6426200"/>
          <p14:tracePt t="23933" x="4800600" y="6426200"/>
          <p14:tracePt t="23970" x="4654550" y="6426200"/>
          <p14:tracePt t="23984" x="4622800" y="6426200"/>
          <p14:tracePt t="24033" x="4514850" y="6419850"/>
          <p14:tracePt t="24069" x="4464050" y="6419850"/>
          <p14:tracePt t="24102" x="4451350" y="6419850"/>
          <p14:tracePt t="24149" x="4432300" y="6407150"/>
          <p14:tracePt t="24171" x="4413250" y="6400800"/>
          <p14:tracePt t="24249" x="4406900" y="6400800"/>
          <p14:tracePt t="24271" x="4400550" y="6400800"/>
          <p14:tracePt t="24301" x="4381500" y="6400800"/>
          <p14:tracePt t="24332" x="4375150" y="6400800"/>
          <p14:tracePt t="24353" x="4368800" y="6400800"/>
          <p14:tracePt t="24401" x="4356100" y="6407150"/>
          <p14:tracePt t="24448" x="4356100" y="6413500"/>
          <p14:tracePt t="24486" x="4362450" y="6413500"/>
          <p14:tracePt t="24532" x="4375150" y="6419850"/>
          <p14:tracePt t="24565" x="4387850" y="6419850"/>
          <p14:tracePt t="24614" x="4400550" y="6419850"/>
          <p14:tracePt t="24681" x="4406900" y="6419850"/>
          <p14:tracePt t="24731" x="4413250" y="6419850"/>
          <p14:tracePt t="24764" x="4425950" y="6419850"/>
          <p14:tracePt t="24786" x="4438650" y="6419850"/>
          <p14:tracePt t="24816" x="4457700" y="6419850"/>
          <p14:tracePt t="24847" x="4540250" y="6419850"/>
          <p14:tracePt t="24880" x="4654550" y="6419850"/>
          <p14:tracePt t="24902" x="4883150" y="6413500"/>
          <p14:tracePt t="24947" x="5149850" y="6388100"/>
          <p14:tracePt t="24980" x="5187950" y="6381750"/>
          <p14:tracePt t="25013" x="5194300" y="6375400"/>
          <p14:tracePt t="25130" x="5187950" y="6375400"/>
          <p14:tracePt t="25262" x="5194300" y="6375400"/>
          <p14:tracePt t="25345" x="5181600" y="6381750"/>
          <p14:tracePt t="25395" x="5175250" y="6381750"/>
          <p14:tracePt t="25428" x="5175250" y="6394450"/>
          <p14:tracePt t="25448" x="5187950" y="6400800"/>
          <p14:tracePt t="25480" x="5213350" y="6407150"/>
          <p14:tracePt t="25511" x="5314950" y="6419850"/>
          <p14:tracePt t="25545" x="5422900" y="6419850"/>
          <p14:tracePt t="25578" x="5448300" y="6419850"/>
          <p14:tracePt t="25611" x="5454650" y="6419850"/>
          <p14:tracePt t="25694" x="5454650" y="6426200"/>
          <p14:tracePt t="25794" x="5467350" y="6426200"/>
          <p14:tracePt t="25827" x="5499100" y="6419850"/>
          <p14:tracePt t="25860" x="5524500" y="6407150"/>
          <p14:tracePt t="25893" x="5562600" y="6388100"/>
          <p14:tracePt t="25927" x="5594350" y="6388100"/>
          <p14:tracePt t="25946" x="5607050" y="6388100"/>
          <p14:tracePt t="25993" x="5613400" y="6381750"/>
          <p14:tracePt t="26026" x="5626100" y="6375400"/>
          <p14:tracePt t="26060" x="5670550" y="6362700"/>
          <p14:tracePt t="26093" x="5727700" y="6343650"/>
          <p14:tracePt t="26126" x="5772150" y="6318250"/>
          <p14:tracePt t="26160" x="5810250" y="6318250"/>
          <p14:tracePt t="26292" x="5816600" y="6318250"/>
          <p14:tracePt t="26326" x="5848350" y="6318250"/>
          <p14:tracePt t="26359" x="5918200" y="6318250"/>
          <p14:tracePt t="26391" x="6165850" y="6292850"/>
          <p14:tracePt t="26428" x="6369050" y="6273800"/>
          <p14:tracePt t="26460" x="6553200" y="6267450"/>
          <p14:tracePt t="26493" x="6604000" y="6267450"/>
          <p14:tracePt t="26510" x="6610350" y="6267450"/>
          <p14:tracePt t="26541" x="6616700" y="6267450"/>
          <p14:tracePt t="26575" x="6629400" y="6267450"/>
          <p14:tracePt t="26608" x="6648450" y="6267450"/>
          <p14:tracePt t="26641" x="6680200" y="6267450"/>
          <p14:tracePt t="26674" x="6711950" y="6267450"/>
          <p14:tracePt t="26707" x="6769100" y="6267450"/>
          <p14:tracePt t="26744" x="6813550" y="6261100"/>
          <p14:tracePt t="26776" x="6832600" y="6261100"/>
          <p14:tracePt t="26843" x="6838950" y="6261100"/>
          <p14:tracePt t="27172" x="6838950" y="6254750"/>
          <p14:tracePt t="27289" x="6845300" y="6248400"/>
          <p14:tracePt t="27322" x="6838950" y="6242050"/>
          <p14:tracePt t="27391" x="6826250" y="6235700"/>
          <p14:tracePt t="27438" x="6807200" y="6235700"/>
          <p14:tracePt t="27459" x="6800850" y="6235700"/>
          <p14:tracePt t="27506" x="6756400" y="6235700"/>
          <p14:tracePt t="27538" x="6591300" y="6235700"/>
          <p14:tracePt t="27559" x="6362700" y="6216650"/>
          <p14:tracePt t="27589" x="5784850" y="6191250"/>
          <p14:tracePt t="27637" x="4692650" y="6172200"/>
          <p14:tracePt t="27659" x="4248150" y="6172200"/>
          <p14:tracePt t="27692" x="3663950" y="6203950"/>
          <p14:tracePt t="27722" x="3378200" y="6223000"/>
          <p14:tracePt t="27754" x="3155950" y="6248400"/>
          <p14:tracePt t="27776" x="3060700" y="6267450"/>
          <p14:tracePt t="27806" x="2952750" y="6292850"/>
          <p14:tracePt t="27853" x="2660650" y="6337300"/>
          <p14:tracePt t="27875" x="2597150" y="6356350"/>
          <p14:tracePt t="27908" x="2546350" y="6369050"/>
          <p14:tracePt t="27953" x="2527300" y="6381750"/>
          <p14:tracePt t="27986" x="2514600" y="6388100"/>
          <p14:tracePt t="28007" x="2514600" y="6394450"/>
          <p14:tracePt t="28052" x="2514600" y="6400800"/>
          <p14:tracePt t="28285" x="2501900" y="6407150"/>
          <p14:tracePt t="28304" x="2495550" y="6407150"/>
          <p14:tracePt t="28352" x="2489200" y="6413500"/>
          <p14:tracePt t="28385" x="2470150" y="6419850"/>
          <p14:tracePt t="28435" x="2451100" y="6426200"/>
          <p14:tracePt t="28468" x="2444750" y="6426200"/>
          <p14:tracePt t="28488" x="2438400" y="6426200"/>
          <p14:tracePt t="28519" x="2425700" y="6432550"/>
          <p14:tracePt t="28568" x="2413000" y="6438900"/>
          <p14:tracePt t="28617" x="2406650" y="6445250"/>
          <p14:tracePt t="28684" x="2400300" y="6457950"/>
          <p14:tracePt t="28717" x="2387600" y="6457950"/>
          <p14:tracePt t="28983" x="2400300" y="6457950"/>
          <p14:tracePt t="29016" x="2425700" y="6445250"/>
          <p14:tracePt t="29035" x="2438400" y="6445250"/>
          <p14:tracePt t="29066" x="2489200" y="6432550"/>
          <p14:tracePt t="29099" x="2609850" y="6426200"/>
          <p14:tracePt t="29133" x="2781300" y="6426200"/>
          <p14:tracePt t="29165" x="2857500" y="6438900"/>
          <p14:tracePt t="29199" x="2889250" y="6451600"/>
          <p14:tracePt t="29249" x="2889250" y="6464300"/>
          <p14:tracePt t="29298" x="2870200" y="6464300"/>
          <p14:tracePt t="29332" x="2870200" y="6470650"/>
          <p14:tracePt t="29365" x="2870200" y="6477000"/>
          <p14:tracePt t="29398" x="2870200" y="6483350"/>
          <p14:tracePt t="29597" x="2882900" y="6483350"/>
          <p14:tracePt t="29633" x="2895600" y="6483350"/>
          <p14:tracePt t="29666" x="2940050" y="6489700"/>
          <p14:tracePt t="29697" x="3022600" y="6489700"/>
          <p14:tracePt t="29734" x="3149600" y="6515100"/>
          <p14:tracePt t="29765" x="3200400" y="6534150"/>
          <p14:tracePt t="29797" x="3225800" y="6546850"/>
          <p14:tracePt t="29913" x="3225800" y="6553200"/>
          <p14:tracePt t="29949" x="3238500" y="6553200"/>
          <p14:tracePt t="29981" x="3257550" y="6553200"/>
          <p14:tracePt t="30012" x="3263900" y="6553200"/>
          <p14:tracePt t="30048" x="3276600" y="6553200"/>
          <p14:tracePt t="30081" x="3282950" y="6553200"/>
          <p14:tracePt t="30113" x="3289300" y="6565900"/>
          <p14:tracePt t="30179" x="3295650" y="6572250"/>
          <p14:tracePt t="30212" x="3302000" y="6584950"/>
          <p14:tracePt t="30295" x="3302000" y="6591300"/>
          <p14:tracePt t="30345" x="3289300" y="6597650"/>
          <p14:tracePt t="30395" x="3282950" y="6604000"/>
          <p14:tracePt t="30461" x="3282950" y="6610350"/>
          <p14:tracePt t="30545" x="3295650" y="6610350"/>
          <p14:tracePt t="30582" x="3302000" y="6604000"/>
          <p14:tracePt t="30612" x="3333750" y="6597650"/>
          <p14:tracePt t="30644" x="3409950" y="6591300"/>
          <p14:tracePt t="30665" x="3492500" y="6578600"/>
          <p14:tracePt t="30698" x="3651250" y="6565900"/>
          <p14:tracePt t="30743" x="3765550" y="6559550"/>
          <p14:tracePt t="30765" x="3790950" y="6559550"/>
          <p14:tracePt t="30798" x="3816350" y="6559550"/>
          <p14:tracePt t="30860" x="3822700" y="6553200"/>
          <p14:tracePt t="30909" x="3829050" y="6553200"/>
          <p14:tracePt t="31077" x="3810000" y="6546850"/>
          <p14:tracePt t="31125" x="3797300" y="6546850"/>
          <p14:tracePt t="31175" x="3721100" y="6546850"/>
          <p14:tracePt t="31208" x="3632200" y="6559550"/>
          <p14:tracePt t="31242" x="3562350" y="6572250"/>
          <p14:tracePt t="31275" x="3543300" y="6578600"/>
          <p14:tracePt t="31308" x="3575050" y="6578600"/>
          <p14:tracePt t="31341" x="3619500" y="6578600"/>
          <p14:tracePt t="31375" x="3676650" y="6572250"/>
          <p14:tracePt t="31408" x="3771900" y="6565900"/>
          <p14:tracePt t="31441" x="3848100" y="6565900"/>
          <p14:tracePt t="31474" x="3898900" y="6565900"/>
          <p14:tracePt t="31507" x="3905250" y="6565900"/>
          <p14:tracePt t="31657" x="3937000" y="6565900"/>
          <p14:tracePt t="31690" x="3962400" y="6565900"/>
          <p14:tracePt t="31723" x="4051300" y="6572250"/>
          <p14:tracePt t="31756" x="4114800" y="6578600"/>
          <p14:tracePt t="31790" x="4159250" y="6584950"/>
          <p14:tracePt t="31823" x="4178300" y="6584950"/>
          <p14:tracePt t="31873" x="4191000" y="6584950"/>
          <p14:tracePt t="31923" x="4197350" y="6584950"/>
          <p14:tracePt t="31956" x="4203700" y="6584950"/>
          <p14:tracePt t="32089" x="4210050" y="6578600"/>
          <p14:tracePt t="32122" x="4222750" y="6578600"/>
          <p14:tracePt t="32172" x="4229100" y="6572250"/>
          <p14:tracePt t="32205" x="4248150" y="6559550"/>
          <p14:tracePt t="32238" x="4279900" y="6546850"/>
          <p14:tracePt t="32272" x="4362450" y="6502400"/>
          <p14:tracePt t="32305" x="4406900" y="6489700"/>
          <p14:tracePt t="32338" x="4483100" y="6445250"/>
          <p14:tracePt t="32371" x="4521200" y="6419850"/>
          <p14:tracePt t="32405" x="4552950" y="6400800"/>
          <p14:tracePt t="32423" x="4552950" y="6394450"/>
          <p14:tracePt t="32454" x="4578350" y="6362700"/>
          <p14:tracePt t="32488" x="4591050" y="6350000"/>
          <p14:tracePt t="32521" x="4603750" y="6330950"/>
          <p14:tracePt t="32540" x="4622800" y="6324600"/>
          <p14:tracePt t="32570" x="4635500" y="6324600"/>
        </p14:tracePtLst>
      </p14:laserTraceLst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Empty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matches are included in the result.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nditer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2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ndite</a:t>
            </a:r>
            <a:r>
              <a:rPr lang="en-US" sz="2400" spc="-4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_doc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35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70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])</a:t>
            </a:r>
            <a:endParaRPr lang="en-US" sz="240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finditer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an iterator over all non-overlapping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matches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("split"+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[:18]+"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=0,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"+\ </a:t>
            </a:r>
            <a:b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</a:b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[18:]+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re.split.__doc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split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Split the source string by the occurrences of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list containing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resulting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substrings.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capturing parentheses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are in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pattern, then the text of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all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groups in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are also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returned.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&gt; 0,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at most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splits occur,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and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the remainder of the string is returned as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final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element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of the list.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rint("sub"+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g,","g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count=0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,",\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n,","n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,",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))+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re.sub.__doc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sub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count=0, flags=0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100" dirty="0">
              <a:solidFill>
                <a:schemeClr val="accent2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191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45"/>
    </mc:Choice>
    <mc:Fallback xmlns="">
      <p:transition spd="slow" advTm="14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nditer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"+params+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2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e.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</a:t>
            </a:r>
            <a:r>
              <a:rPr lang="en-US" sz="2400" spc="-3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i</a:t>
            </a:r>
            <a:r>
              <a:rPr lang="en-US" sz="2400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ndite</a:t>
            </a:r>
            <a:r>
              <a:rPr lang="en-US" sz="2400" spc="-4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_doc</a:t>
            </a:r>
            <a:r>
              <a:rPr lang="en-US" sz="2400" spc="-35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100" dirty="0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</a:t>
            </a:r>
            <a:r>
              <a:rPr lang="en-US" sz="2400" spc="-35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70</a:t>
            </a:r>
            <a:r>
              <a:rPr lang="en-US" sz="2400" spc="-2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])</a:t>
            </a:r>
            <a:endParaRPr lang="en-US" sz="2400" spc="-2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finditer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an iterator over all non-overlapping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matches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("split"+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[:18]+"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=0,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"+\ </a:t>
            </a:r>
            <a:b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</a:b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[18:]+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re.split.__doc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split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Split the source string by the occurrences of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list containing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resulting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substrings.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capturing parentheses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are in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pattern, then the text of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all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groups in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are also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returned.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&gt; 0,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at most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splits occur,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and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the remainder of the string is returned as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final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element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of the list.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rint("sub"+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g,","g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count=0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,",\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n,","n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,",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))+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re.sub.__doc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sub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count=0,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the string obtained by replacing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111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2"/>
    </mc:Choice>
    <mc:Fallback xmlns="">
      <p:transition spd="slow" advTm="3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err="1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finditer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an iterator over all non-overlapping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matches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("split"+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[:18]+"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=0,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"+\ </a:t>
            </a:r>
            <a:b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</a:b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[18:]+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re.split.__doc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split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Split the source string by the occurrences of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list containing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resulting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substrings.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capturing parentheses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are in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pattern, then the text of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all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groups in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are also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returned.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&gt; 0,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at most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splits occur,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and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the remainder of the string is returned as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final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element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of the list.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rint("sub"+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g,","g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count=0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,",\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n,","n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,",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))+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re.sub.__doc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sub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count=0,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the string obtained by replacing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leftmost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non-overlapping occurrences of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522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"/>
    </mc:Choice>
    <mc:Fallback xmlns="">
      <p:transition spd="slow" advTm="2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an iterator over all non-overlapping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matches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("split"+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[:18]+"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=0,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"+\ </a:t>
            </a:r>
            <a:b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</a:b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[18:]+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re.split.__doc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split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Split the source string by the occurrences of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list containing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resulting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substrings.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capturing parentheses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are in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pattern, then the text of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all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groups in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are also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returned.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&gt; 0,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at most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splits occur,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and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the remainder of the string is returned as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final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element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of the list.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rint("sub"+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g,","g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count=0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,",\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n,","n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,",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))+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re.sub.__doc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sub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count=0,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the string obtained by replacing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leftmost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non-overlapping occurrences of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string by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replacement repl.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178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9"/>
    </mc:Choice>
    <mc:Fallback xmlns="">
      <p:transition spd="slow" advTm="2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matches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("split"+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[:18]+"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=0,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"+\ </a:t>
            </a:r>
            <a:b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</a:b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[18:]+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re.split.__doc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split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Split the source string by the occurrences of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list containing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resulting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substrings.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capturing parentheses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are in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pattern, then the text of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all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groups in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are also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returned.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&gt; 0,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at most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splits occur,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and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the remainder of the string is returned as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final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element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of the list.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rint("sub"+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g,","g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count=0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,",\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n,","n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,",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))+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re.sub.__doc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sub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count=0,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the string obtained by replacing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leftmost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non-overlapping occurrences of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string by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replacement repl.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This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can be either a string or a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callable: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386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8"/>
    </mc:Choice>
    <mc:Fallback xmlns="">
      <p:transition spd="slow" advTm="3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("split"+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[:18]+"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=0,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"+\ </a:t>
            </a:r>
            <a:b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</a:b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[18:]+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re.split.__doc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split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Split the source string by the occurrences of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list containing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resulting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substrings.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capturing parentheses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are in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pattern, then the text of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all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groups in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are also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returned.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&gt; 0,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at most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splits occur,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and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the remainder of the string is returned as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final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element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of the list.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rint("sub"+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g,","g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count=0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,",\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n,","n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,",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))+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re.sub.__doc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sub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count=0,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the string obtained by replacing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leftmost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non-overlapping occurrences of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string by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replacement repl.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This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can be either a string or a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callable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string,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backslashes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it are processed.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678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6"/>
    </mc:Choice>
    <mc:Fallback xmlns="">
      <p:transition spd="slow" advTm="2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[18:]+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re.split.__doc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split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Split the source string by the occurrences of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list containing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resulting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substrings.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capturing parentheses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are in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pattern, then the text of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all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groups in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are also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returned.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&gt; 0,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at most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splits occur,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and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the remainder of the string is returned as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final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element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of the list.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rint("sub"+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g,","g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count=0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,",\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n,","n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,",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))+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re.sub.__doc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sub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count=0,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the string obtained by replacing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leftmost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non-overlapping occurrences of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string by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replacement repl.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This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can be either a string or a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callable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string,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backslashes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it are processed.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callable, it's passed the Match object and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95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4"/>
    </mc:Choice>
    <mc:Fallback xmlns="">
      <p:transition spd="slow" advTm="3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split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Split the source string by the occurrences of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list containing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resulting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substrings.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capturing parentheses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are in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pattern, then the text of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all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groups in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are also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returned.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&gt; 0,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at most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splits occur,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and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the remainder of the string is returned as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final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element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of the list.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rint("sub"+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g,","g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count=0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,",\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n,","n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,",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))+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re.sub.__doc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sub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count=0,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the string obtained by replacing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leftmost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non-overlapping occurrences of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string by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replacement repl.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This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can be either a string or a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callable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string,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backslashes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it are processed.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callable, it's passed the Match object and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must 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replacement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03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5"/>
    </mc:Choice>
    <mc:Fallback xmlns="">
      <p:transition spd="slow" advTm="4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Split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the source string by the occurrences of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list containing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resulting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substrings.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capturing parentheses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are in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pattern, then the text of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all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groups in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are also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returned.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&gt; 0,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at most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splits occur,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and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the remainder of the string is returned as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final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element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of the list.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rint("sub"+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g,","g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count=0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,",\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n,","n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,",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))+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re.sub.__doc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sub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count=0,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the string obtained by replacing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leftmost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non-overlapping occurrences of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string by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replacement repl.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This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can be either a string or a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callable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string,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backslashes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it are processed.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callable, it's passed the Match object and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must 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replacement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print(re.</a:t>
            </a:r>
            <a:r>
              <a:rPr lang="en-US" sz="2400" b="1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subn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.__doc__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[:49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]+</a:t>
            </a:r>
            <a:r>
              <a:rPr lang="en-US" sz="2400" spc="-3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"..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")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sp>
        <p:nvSpPr>
          <p:cNvPr id="4" name="Rectangle 3"/>
          <p:cNvSpPr/>
          <p:nvPr/>
        </p:nvSpPr>
        <p:spPr>
          <a:xfrm>
            <a:off x="152400" y="6448365"/>
            <a:ext cx="5886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endParaRPr lang="en-US" sz="24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10707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186"/>
    </mc:Choice>
    <mc:Fallback xmlns="">
      <p:transition spd="slow" advTm="671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229" x="4489450" y="6261100"/>
          <p14:tracePt t="1263" x="4121150" y="6051550"/>
          <p14:tracePt t="1296" x="3765550" y="5829300"/>
          <p14:tracePt t="1329" x="3479800" y="5670550"/>
          <p14:tracePt t="1347" x="3384550" y="5632450"/>
          <p14:tracePt t="1379" x="3168650" y="5568950"/>
          <p14:tracePt t="1412" x="3067050" y="5549900"/>
          <p14:tracePt t="1445" x="2952750" y="5505450"/>
          <p14:tracePt t="1478" x="2889250" y="5486400"/>
          <p14:tracePt t="1512" x="2857500" y="5473700"/>
          <p14:tracePt t="1530" x="2838450" y="5473700"/>
          <p14:tracePt t="1562" x="2762250" y="5454650"/>
          <p14:tracePt t="1595" x="2641600" y="5441950"/>
          <p14:tracePt t="1628" x="2451100" y="5403850"/>
          <p14:tracePt t="1661" x="2089150" y="5283200"/>
          <p14:tracePt t="2076" x="2127250" y="5219700"/>
          <p14:tracePt t="2110" x="2190750" y="5111750"/>
          <p14:tracePt t="2143" x="2241550" y="4978400"/>
          <p14:tracePt t="2176" x="2298700" y="4838700"/>
          <p14:tracePt t="2194" x="2311400" y="4794250"/>
          <p14:tracePt t="2226" x="2305050" y="4686300"/>
          <p14:tracePt t="2244" x="2292350" y="4641850"/>
          <p14:tracePt t="2276" x="2228850" y="4540250"/>
          <p14:tracePt t="2309" x="2171700" y="4495800"/>
          <p14:tracePt t="2342" x="2127250" y="4470400"/>
          <p14:tracePt t="2375" x="2070100" y="4470400"/>
          <p14:tracePt t="2409" x="1955800" y="4445000"/>
          <p14:tracePt t="2442" x="1828800" y="4419600"/>
          <p14:tracePt t="2477" x="1670050" y="4387850"/>
          <p14:tracePt t="2510" x="1517650" y="4343400"/>
          <p14:tracePt t="2541" x="1441450" y="4324350"/>
          <p14:tracePt t="2560" x="1416050" y="4318000"/>
          <p14:tracePt t="2591" x="1384300" y="4318000"/>
          <p14:tracePt t="2624" x="1358900" y="4318000"/>
          <p14:tracePt t="2660" x="1352550" y="4305300"/>
          <p14:tracePt t="2693" x="1346200" y="4298950"/>
          <p14:tracePt t="2760" x="1346200" y="4286250"/>
          <p14:tracePt t="2824" x="1358900" y="4273550"/>
          <p14:tracePt t="2846" x="1371600" y="4267200"/>
          <p14:tracePt t="2875" x="1384300" y="4260850"/>
          <p14:tracePt t="2907" x="1403350" y="4254500"/>
          <p14:tracePt t="2940" x="1479550" y="4248150"/>
          <p14:tracePt t="2976" x="1549400" y="4241800"/>
          <p14:tracePt t="3008" x="1638300" y="4241800"/>
          <p14:tracePt t="3039" x="1670050" y="4241800"/>
          <p14:tracePt t="3061" x="1708150" y="4248150"/>
          <p14:tracePt t="3091" x="1720850" y="4248150"/>
          <p14:tracePt t="3139" x="1733550" y="4248150"/>
          <p14:tracePt t="3189" x="1752600" y="4248150"/>
          <p14:tracePt t="3272" x="1765300" y="4248150"/>
          <p14:tracePt t="3308" x="1778000" y="4248150"/>
          <p14:tracePt t="3355" x="1784350" y="4248150"/>
          <p14:tracePt t="3376" x="1790700" y="4248150"/>
          <p14:tracePt t="3410" x="1809750" y="4248150"/>
          <p14:tracePt t="3440" x="1835150" y="4248150"/>
          <p14:tracePt t="3488" x="2006600" y="4241800"/>
          <p14:tracePt t="3509" x="2108200" y="4229100"/>
          <p14:tracePt t="3540" x="2317750" y="4210050"/>
          <p14:tracePt t="3571" x="2540000" y="4184650"/>
          <p14:tracePt t="3593" x="2609850" y="4178300"/>
          <p14:tracePt t="3626" x="2647950" y="4171950"/>
          <p14:tracePt t="3671" x="2654300" y="4171950"/>
          <p14:tracePt t="3704" x="2660650" y="4178300"/>
          <p14:tracePt t="3726" x="2667000" y="4191000"/>
          <p14:tracePt t="3756" x="2698750" y="4216400"/>
          <p14:tracePt t="3773" x="2755900" y="4254500"/>
          <p14:tracePt t="3805" x="2997200" y="4343400"/>
          <p14:tracePt t="3853" x="3676650" y="4476750"/>
          <p14:tracePt t="3887" x="4070350" y="4495800"/>
          <p14:tracePt t="3920" x="4445000" y="4413250"/>
          <p14:tracePt t="3942" x="4559300" y="4375150"/>
          <p14:tracePt t="3986" x="4699000" y="4279900"/>
          <p14:tracePt t="4020" x="4756150" y="4241800"/>
          <p14:tracePt t="4041" x="4775200" y="4203700"/>
          <p14:tracePt t="4071" x="4794250" y="4178300"/>
          <p14:tracePt t="4103" x="4819650" y="4140200"/>
          <p14:tracePt t="4136" x="4826000" y="4121150"/>
          <p14:tracePt t="4169" x="4832350" y="4121150"/>
          <p14:tracePt t="4202" x="4838700" y="4114800"/>
          <p14:tracePt t="4352" x="4845050" y="4121150"/>
          <p14:tracePt t="4385" x="4845050" y="4140200"/>
          <p14:tracePt t="4418" x="4851400" y="4152900"/>
          <p14:tracePt t="4451" x="4870450" y="4184650"/>
          <p14:tracePt t="4485" x="5016500" y="4286250"/>
          <p14:tracePt t="4518" x="5308600" y="4406900"/>
          <p14:tracePt t="4551" x="5791200" y="4527550"/>
          <p14:tracePt t="4584" x="6419850" y="4597400"/>
          <p14:tracePt t="4617" x="7118350" y="4552950"/>
          <p14:tracePt t="4651" x="7493000" y="4432300"/>
          <p14:tracePt t="4684" x="7708900" y="4324350"/>
          <p14:tracePt t="4718" x="7810500" y="4222750"/>
          <p14:tracePt t="4751" x="7867650" y="4146550"/>
          <p14:tracePt t="4783" x="7874000" y="4121150"/>
          <p14:tracePt t="4802" x="7874000" y="4102100"/>
          <p14:tracePt t="4834" x="7874000" y="4089400"/>
          <p14:tracePt t="4900" x="7874000" y="4083050"/>
          <p14:tracePt t="4967" x="7867650" y="4083050"/>
          <p14:tracePt t="4999" x="7861300" y="4089400"/>
          <p14:tracePt t="5033" x="7861300" y="4095750"/>
          <p14:tracePt t="5066" x="7861300" y="4102100"/>
          <p14:tracePt t="5099" x="7854950" y="4108450"/>
          <p14:tracePt t="5132" x="7835900" y="4121150"/>
          <p14:tracePt t="5166" x="7759700" y="4152900"/>
          <p14:tracePt t="5199" x="7448550" y="4203700"/>
          <p14:tracePt t="5217" x="7264400" y="4241800"/>
          <p14:tracePt t="5249" x="5930900" y="4286250"/>
          <p14:tracePt t="5282" x="4813300" y="4279900"/>
          <p14:tracePt t="5301" x="4260850" y="4248150"/>
          <p14:tracePt t="5332" x="3771900" y="4197350"/>
          <p14:tracePt t="5365" x="3536950" y="4152900"/>
          <p14:tracePt t="5399" x="3422650" y="4102100"/>
          <p14:tracePt t="5432" x="3365500" y="4076700"/>
          <p14:tracePt t="5465" x="3333750" y="4051300"/>
          <p14:tracePt t="5498" x="3295650" y="4025900"/>
          <p14:tracePt t="5531" x="3251200" y="4000500"/>
          <p14:tracePt t="5565" x="3219450" y="3987800"/>
          <p14:tracePt t="5598" x="3194050" y="3987800"/>
          <p14:tracePt t="5631" x="3143250" y="4006850"/>
          <p14:tracePt t="5667" x="3117850" y="4032250"/>
          <p14:tracePt t="5699" x="3130550" y="4064000"/>
          <p14:tracePt t="5730" x="3219450" y="4076700"/>
          <p14:tracePt t="5766" x="3384550" y="4076700"/>
          <p14:tracePt t="5798" x="3556000" y="4089400"/>
          <p14:tracePt t="5832" x="3587750" y="4102100"/>
          <p14:tracePt t="5882" x="3549650" y="4114800"/>
          <p14:tracePt t="5915" x="3505200" y="4114800"/>
          <p14:tracePt t="5947" x="3371850" y="4140200"/>
          <p14:tracePt t="5982" x="3136900" y="4159250"/>
          <p14:tracePt t="6015" x="3016250" y="4159250"/>
          <p14:tracePt t="6046" x="2984500" y="4159250"/>
          <p14:tracePt t="6113" x="3054350" y="4159250"/>
          <p14:tracePt t="6131" x="3086100" y="4152900"/>
          <p14:tracePt t="6165" x="3289300" y="4127500"/>
          <p14:tracePt t="6197" x="3340100" y="4127500"/>
          <p14:tracePt t="6246" x="3295650" y="4127500"/>
          <p14:tracePt t="6281" x="3232150" y="4133850"/>
          <p14:tracePt t="6314" x="3009900" y="4140200"/>
          <p14:tracePt t="6345" x="2895600" y="4140200"/>
          <p14:tracePt t="6381" x="2838450" y="4146550"/>
          <p14:tracePt t="6428" x="2832100" y="4146550"/>
          <p14:tracePt t="6450" x="2857500" y="4152900"/>
          <p14:tracePt t="6467" x="2889250" y="4152900"/>
          <p14:tracePt t="6498" x="3009900" y="4127500"/>
          <p14:tracePt t="6529" x="3194050" y="4121150"/>
          <p14:tracePt t="6577" x="3371850" y="4102100"/>
          <p14:tracePt t="6599" x="3384550" y="4102100"/>
          <p14:tracePt t="6647" x="3359150" y="4102100"/>
          <p14:tracePt t="6682" x="3302000" y="4108450"/>
          <p14:tracePt t="6698" x="3270250" y="4108450"/>
          <p14:tracePt t="6732" x="3086100" y="4127500"/>
          <p14:tracePt t="6748" x="3035300" y="4133850"/>
          <p14:tracePt t="6779" x="2940050" y="4146550"/>
          <p14:tracePt t="6798" x="2914650" y="4152900"/>
          <p14:tracePt t="6832" x="2914650" y="4165600"/>
          <p14:tracePt t="6876" x="3054350" y="4178300"/>
          <p14:tracePt t="6910" x="3232150" y="4178300"/>
          <p14:tracePt t="6931" x="3308350" y="4178300"/>
          <p14:tracePt t="6961" x="3333750" y="4178300"/>
          <p14:tracePt t="7010" x="3308350" y="4184650"/>
          <p14:tracePt t="7031" x="3289300" y="4184650"/>
          <p14:tracePt t="7076" x="3276600" y="4184650"/>
          <p14:tracePt t="7142" x="3270250" y="4178300"/>
          <p14:tracePt t="7175" x="3276600" y="4165600"/>
          <p14:tracePt t="7208" x="3276600" y="4146550"/>
          <p14:tracePt t="7242" x="3270250" y="4108450"/>
          <p14:tracePt t="7275" x="3257550" y="4025900"/>
          <p14:tracePt t="7308" x="3270250" y="3981450"/>
          <p14:tracePt t="7341" x="3340100" y="3937000"/>
          <p14:tracePt t="7375" x="3460750" y="3911600"/>
          <p14:tracePt t="7408" x="3670300" y="3898900"/>
          <p14:tracePt t="7441" x="3790950" y="3892550"/>
          <p14:tracePt t="7474" x="3854450" y="3886200"/>
          <p14:tracePt t="7508" x="3886200" y="3873500"/>
          <p14:tracePt t="7557" x="3886200" y="3854450"/>
          <p14:tracePt t="7590" x="3879850" y="3854450"/>
          <p14:tracePt t="7624" x="3860800" y="3854450"/>
          <p14:tracePt t="7674" x="3854450" y="3854450"/>
          <p14:tracePt t="7707" x="3841750" y="3854450"/>
          <p14:tracePt t="7740" x="3829050" y="3854450"/>
          <p14:tracePt t="7773" x="3803650" y="3854450"/>
          <p14:tracePt t="7807" x="3638550" y="3873500"/>
          <p14:tracePt t="7825" x="3587750" y="3873500"/>
          <p14:tracePt t="7843" x="3429000" y="3879850"/>
          <p14:tracePt t="7875" x="3225800" y="3898900"/>
          <p14:tracePt t="7906" x="3054350" y="3917950"/>
          <p14:tracePt t="7939" x="3016250" y="3924300"/>
          <p14:tracePt t="7973" x="2984500" y="3924300"/>
          <p14:tracePt t="8056" x="2965450" y="3924300"/>
          <p14:tracePt t="8089" x="2908300" y="3930650"/>
          <p14:tracePt t="8122" x="2819400" y="3937000"/>
          <p14:tracePt t="8155" x="2686050" y="3949700"/>
          <p14:tracePt t="8189" x="2527300" y="3962400"/>
          <p14:tracePt t="8222" x="2432050" y="3962400"/>
          <p14:tracePt t="8240" x="2419350" y="3962400"/>
          <p14:tracePt t="8272" x="2368550" y="3956050"/>
          <p14:tracePt t="8305" x="2349500" y="3949700"/>
          <p14:tracePt t="8338" x="2336800" y="3949700"/>
          <p14:tracePt t="8405" x="2330450" y="3949700"/>
          <p14:tracePt t="8721" x="2336800" y="3962400"/>
          <p14:tracePt t="8773" x="2355850" y="3968750"/>
          <p14:tracePt t="8805" x="2387600" y="3975100"/>
          <p14:tracePt t="8822" x="2425700" y="3994150"/>
          <p14:tracePt t="8853" x="2495550" y="4006850"/>
          <p14:tracePt t="8888" x="2825750" y="4076700"/>
          <p14:tracePt t="8920" x="3168650" y="4152900"/>
          <p14:tracePt t="8953" x="3606800" y="4235450"/>
          <p14:tracePt t="8988" x="3803650" y="4260850"/>
          <p14:tracePt t="9021" x="3873500" y="4267200"/>
          <p14:tracePt t="9053" x="3886200" y="4267200"/>
          <p14:tracePt t="9152" x="3886200" y="4260850"/>
          <p14:tracePt t="9202" x="3892550" y="4260850"/>
          <p14:tracePt t="9251" x="3898900" y="4248150"/>
          <p14:tracePt t="9287" x="3930650" y="4241800"/>
          <p14:tracePt t="9320" x="4025900" y="4241800"/>
          <p14:tracePt t="9351" x="4267200" y="4254500"/>
          <p14:tracePt t="9387" x="4819650" y="4279900"/>
          <p14:tracePt t="9420" x="5346700" y="4292600"/>
          <p14:tracePt t="9451" x="5753100" y="4292600"/>
          <p14:tracePt t="9472" x="5943600" y="4286250"/>
          <p14:tracePt t="9502" x="6064250" y="4267200"/>
          <p14:tracePt t="9534" x="6083300" y="4254500"/>
          <p14:tracePt t="9584" x="6076950" y="4229100"/>
          <p14:tracePt t="9605" x="6070600" y="4222750"/>
          <p14:tracePt t="9635" x="6070600" y="4210050"/>
          <p14:tracePt t="9736" x="6064250" y="4203700"/>
          <p14:tracePt t="9799" x="6064250" y="4197350"/>
          <p14:tracePt t="9835" x="6051550" y="4197350"/>
          <p14:tracePt t="9855" x="6045200" y="4197350"/>
          <p14:tracePt t="9873" x="6032500" y="4197350"/>
          <p14:tracePt t="9904" x="6000750" y="4197350"/>
          <p14:tracePt t="9935" x="5918200" y="4191000"/>
          <p14:tracePt t="9982" x="5753100" y="4191000"/>
          <p14:tracePt t="10003" x="5708650" y="4197350"/>
          <p14:tracePt t="10036" x="5702300" y="4216400"/>
          <p14:tracePt t="10082" x="5753100" y="4216400"/>
          <p14:tracePt t="10104" x="5803900" y="4216400"/>
          <p14:tracePt t="10136" x="5943600" y="4216400"/>
          <p14:tracePt t="10167" x="6102350" y="4210050"/>
          <p14:tracePt t="10198" x="6248400" y="4191000"/>
          <p14:tracePt t="10231" x="6280150" y="4171950"/>
          <p14:tracePt t="10253" x="6292850" y="4152900"/>
          <p14:tracePt t="10298" x="6267450" y="4133850"/>
          <p14:tracePt t="10331" x="6235700" y="4133850"/>
          <p14:tracePt t="10353" x="6203950" y="4133850"/>
          <p14:tracePt t="10365" x="6178550" y="4133850"/>
          <p14:tracePt t="10397" x="6076950" y="4133850"/>
          <p14:tracePt t="10431" x="5911850" y="4152900"/>
          <p14:tracePt t="10452" x="5861050" y="4159250"/>
          <p14:tracePt t="10497" x="5822950" y="4171950"/>
          <p14:tracePt t="10530" x="5822950" y="4178300"/>
          <p14:tracePt t="10564" x="5816600" y="4178300"/>
          <p14:tracePt t="10597" x="5810250" y="4184650"/>
          <p14:tracePt t="10630" x="5791200" y="4191000"/>
          <p14:tracePt t="10663" x="5727700" y="4197350"/>
          <p14:tracePt t="10697" x="5543550" y="4216400"/>
          <p14:tracePt t="10729" x="5251450" y="4267200"/>
          <p14:tracePt t="10763" x="4876800" y="4318000"/>
          <p14:tracePt t="10796" x="4718050" y="4330700"/>
          <p14:tracePt t="10829" x="4635500" y="4343400"/>
          <p14:tracePt t="10879" x="4622800" y="4343400"/>
          <p14:tracePt t="10946" x="4622800" y="4337050"/>
          <p14:tracePt t="11012" x="4616450" y="4337050"/>
          <p14:tracePt t="11095" x="4629150" y="4330700"/>
          <p14:tracePt t="11128" x="4660900" y="4330700"/>
          <p14:tracePt t="11161" x="4781550" y="4318000"/>
          <p14:tracePt t="11195" x="4895850" y="4292600"/>
          <p14:tracePt t="11213" x="4921250" y="4292600"/>
          <p14:tracePt t="11245" x="4959350" y="4279900"/>
          <p14:tracePt t="11278" x="4965700" y="4273550"/>
          <p14:tracePt t="11328" x="4972050" y="4260850"/>
          <p14:tracePt t="11361" x="4972050" y="4254500"/>
          <p14:tracePt t="11395" x="4978400" y="4248150"/>
          <p14:tracePt t="11543" x="4978400" y="4254500"/>
          <p14:tracePt t="11593" x="4978400" y="4260850"/>
          <p14:tracePt t="11660" x="4984750" y="4267200"/>
          <p14:tracePt t="11693" x="4984750" y="4273550"/>
          <p14:tracePt t="11727" x="5003800" y="4279900"/>
          <p14:tracePt t="11759" x="5054600" y="4298950"/>
          <p14:tracePt t="11793" x="5162550" y="4324350"/>
          <p14:tracePt t="11826" x="5219700" y="4330700"/>
          <p14:tracePt t="11859" x="5276850" y="4292600"/>
          <p14:tracePt t="11895" x="5264150" y="4241800"/>
          <p14:tracePt t="11910" x="5238750" y="4216400"/>
          <p14:tracePt t="11944" x="5175250" y="4159250"/>
          <p14:tracePt t="11978" x="5111750" y="4083050"/>
          <p14:tracePt t="12011" x="5105400" y="4025900"/>
          <p14:tracePt t="12042" x="5124450" y="3981450"/>
          <p14:tracePt t="12063" x="5124450" y="3949700"/>
          <p14:tracePt t="12093" x="5092700" y="3873500"/>
          <p14:tracePt t="12125" x="4940300" y="3733800"/>
          <p14:tracePt t="12158" x="4787900" y="3619500"/>
          <p14:tracePt t="12195" x="4559300" y="3486150"/>
          <p14:tracePt t="12227" x="4483100" y="3467100"/>
          <p14:tracePt t="12258" x="4445000" y="3467100"/>
          <p14:tracePt t="12279" x="4438650" y="3467100"/>
          <p14:tracePt t="12309" x="4413250" y="3479800"/>
          <p14:tracePt t="12341" x="4337050" y="3505200"/>
          <p14:tracePt t="12390" x="4184650" y="3524250"/>
          <p14:tracePt t="12410" x="4146550" y="3536950"/>
          <p14:tracePt t="12443" x="4083050" y="3536950"/>
          <p14:tracePt t="12507" x="4114800" y="3517900"/>
          <p14:tracePt t="12542" x="4165600" y="3511550"/>
          <p14:tracePt t="12575" x="4235450" y="3505200"/>
          <p14:tracePt t="12623" x="4248150" y="3492500"/>
          <p14:tracePt t="12706" x="4241800" y="3492500"/>
          <p14:tracePt t="12728" x="4241800" y="3498850"/>
          <p14:tracePt t="12789" x="4248150" y="3511550"/>
          <p14:tracePt t="12811" x="4260850" y="3517900"/>
          <p14:tracePt t="12858" x="4279900" y="3517900"/>
          <p14:tracePt t="12905" x="4311650" y="3524250"/>
          <p14:tracePt t="12925" x="4324350" y="3524250"/>
          <p14:tracePt t="12960" x="4343400" y="3524250"/>
          <p14:tracePt t="12990" x="4349750" y="3524250"/>
          <p14:tracePt t="13038" x="4356100" y="3517900"/>
          <p14:tracePt t="13060" x="4394200" y="3517900"/>
          <p14:tracePt t="13105" x="4565650" y="3505200"/>
          <p14:tracePt t="13138" x="4845050" y="3492500"/>
          <p14:tracePt t="13159" x="5035550" y="3479800"/>
          <p14:tracePt t="13204" x="5200650" y="3479800"/>
          <p14:tracePt t="13238" x="5257800" y="3479800"/>
          <p14:tracePt t="13259" x="5270500" y="3473450"/>
          <p14:tracePt t="13354" x="5245100" y="3460750"/>
          <p14:tracePt t="13388" x="5213350" y="3454400"/>
          <p14:tracePt t="13420" x="5137150" y="3454400"/>
          <p14:tracePt t="13454" x="4991100" y="3467100"/>
          <p14:tracePt t="13487" x="4660900" y="3486150"/>
          <p14:tracePt t="13520" x="4451350" y="3486150"/>
          <p14:tracePt t="13553" x="4279900" y="3505200"/>
          <p14:tracePt t="13586" x="4235450" y="3511550"/>
          <p14:tracePt t="13636" x="4267200" y="3524250"/>
          <p14:tracePt t="13670" x="4305300" y="3524250"/>
          <p14:tracePt t="13703" x="4337050" y="3524250"/>
          <p14:tracePt t="13736" x="4432300" y="3505200"/>
          <p14:tracePt t="13769" x="4610100" y="3479800"/>
          <p14:tracePt t="13802" x="4673600" y="3473450"/>
          <p14:tracePt t="13835" x="4749800" y="3454400"/>
          <p14:tracePt t="13869" x="4800600" y="3448050"/>
          <p14:tracePt t="13902" x="4864100" y="3441700"/>
          <p14:tracePt t="13921" x="4883150" y="3441700"/>
          <p14:tracePt t="13953" x="4946650" y="3441700"/>
          <p14:tracePt t="13986" x="5016500" y="3441700"/>
          <p14:tracePt t="14004" x="5035550" y="3441700"/>
          <p14:tracePt t="14035" x="5124450" y="3454400"/>
          <p14:tracePt t="14053" x="5162550" y="3460750"/>
          <p14:tracePt t="14085" x="5213350" y="3460750"/>
          <p14:tracePt t="14118" x="5232400" y="3460750"/>
          <p14:tracePt t="14151" x="5238750" y="3460750"/>
          <p14:tracePt t="14218" x="5207000" y="3454400"/>
          <p14:tracePt t="14236" x="5187950" y="3454400"/>
          <p14:tracePt t="14268" x="4984750" y="3467100"/>
          <p14:tracePt t="14301" x="4756150" y="3473450"/>
          <p14:tracePt t="14334" x="4387850" y="3498850"/>
          <p14:tracePt t="14367" x="3727450" y="3568700"/>
          <p14:tracePt t="14401" x="3257550" y="3651250"/>
          <p14:tracePt t="14420" x="3060700" y="3702050"/>
          <p14:tracePt t="14450" x="2908300" y="3746500"/>
          <p14:tracePt t="14484" x="2838450" y="3778250"/>
          <p14:tracePt t="14517" x="2768600" y="3803650"/>
          <p14:tracePt t="14550" x="2749550" y="3810000"/>
          <p14:tracePt t="14633" x="2768600" y="3784600"/>
          <p14:tracePt t="14666" x="2813050" y="3759200"/>
          <p14:tracePt t="14699" x="2990850" y="3702050"/>
          <p14:tracePt t="14733" x="3390900" y="3657600"/>
          <p14:tracePt t="14768" x="3810000" y="3644900"/>
          <p14:tracePt t="14801" x="4413250" y="3644900"/>
          <p14:tracePt t="14818" x="4540250" y="3632200"/>
          <p14:tracePt t="14849" x="4781550" y="3613150"/>
          <p14:tracePt t="14885" x="4845050" y="3600450"/>
          <p14:tracePt t="14917" x="4857750" y="3600450"/>
          <p14:tracePt t="14968" x="4857750" y="3606800"/>
          <p14:tracePt t="15000" x="4857750" y="3613150"/>
          <p14:tracePt t="15048" x="4864100" y="3625850"/>
          <p14:tracePt t="15084" x="4940300" y="3638550"/>
          <p14:tracePt t="15116" x="5035550" y="3657600"/>
          <p14:tracePt t="15148" x="5080000" y="3657600"/>
          <p14:tracePt t="15200" x="5016500" y="3644900"/>
          <p14:tracePt t="15233" x="4838700" y="3651250"/>
          <p14:tracePt t="15264" x="4235450" y="3714750"/>
          <p14:tracePt t="15282" x="3695700" y="3778250"/>
          <p14:tracePt t="15314" x="3098800" y="3835400"/>
          <p14:tracePt t="15332" x="2927350" y="3867150"/>
          <p14:tracePt t="15364" x="2800350" y="3898900"/>
          <p14:tracePt t="15400" x="2768600" y="3911600"/>
          <p14:tracePt t="15417" x="2762250" y="3911600"/>
          <p14:tracePt t="15449" x="2762250" y="3917950"/>
          <p14:tracePt t="15468" x="2762250" y="3924300"/>
          <p14:tracePt t="15516" x="2762250" y="3930650"/>
          <p14:tracePt t="16161" x="2622550" y="3860800"/>
          <p14:tracePt t="16179" x="2451100" y="3765550"/>
          <p14:tracePt t="16211" x="2266950" y="3670300"/>
          <p14:tracePt t="16232" x="2203450" y="3651250"/>
          <p14:tracePt t="16265" x="2159000" y="3625850"/>
          <p14:tracePt t="16310" x="2139950" y="3619500"/>
          <p14:tracePt t="16393" x="2152650" y="3638550"/>
          <p14:tracePt t="16427" x="2197100" y="3657600"/>
          <p14:tracePt t="16477" x="2343150" y="3708400"/>
          <p14:tracePt t="16510" x="2571750" y="3854450"/>
          <p14:tracePt t="16543" x="2844800" y="4095750"/>
          <p14:tracePt t="16561" x="2908300" y="4152900"/>
          <p14:tracePt t="16593" x="3098800" y="4445000"/>
          <p14:tracePt t="16626" x="3155950" y="4572000"/>
          <p14:tracePt t="16659" x="3187700" y="4660900"/>
          <p14:tracePt t="16692" x="3200400" y="4679950"/>
          <p14:tracePt t="16726" x="3263900" y="4730750"/>
          <p14:tracePt t="16744" x="3295650" y="4749800"/>
          <p14:tracePt t="16776" x="3467100" y="4908550"/>
          <p14:tracePt t="16809" x="3651250" y="5060950"/>
          <p14:tracePt t="16842" x="3854450" y="5232400"/>
          <p14:tracePt t="16875" x="4051300" y="5403850"/>
          <p14:tracePt t="16908" x="4095750" y="5448300"/>
          <p14:tracePt t="16927" x="4102100" y="5454650"/>
          <p14:tracePt t="16945" x="4121150" y="5454650"/>
          <p14:tracePt t="16976" x="4133850" y="5435600"/>
          <p14:tracePt t="17008" x="4146550" y="5403850"/>
          <p14:tracePt t="17041" x="4146550" y="5365750"/>
          <p14:tracePt t="17074" x="4102100" y="5302250"/>
          <p14:tracePt t="17108" x="3924300" y="5029200"/>
          <p14:tracePt t="17141" x="3575050" y="4533900"/>
          <p14:tracePt t="17174" x="2863850" y="3702050"/>
          <p14:tracePt t="17207" x="2286000" y="3105150"/>
          <p14:tracePt t="17240" x="2235200" y="3060700"/>
          <p14:tracePt t="17274" x="2330450" y="3168650"/>
          <p14:tracePt t="17293" x="2387600" y="3206750"/>
          <p14:tracePt t="17324" x="2749550" y="3435350"/>
          <p14:tracePt t="17357" x="3416300" y="3943350"/>
          <p14:tracePt t="17391" x="4013200" y="4457700"/>
          <p14:tracePt t="17423" x="4673600" y="5003800"/>
          <p14:tracePt t="17457" x="4927600" y="5264150"/>
          <p14:tracePt t="17490" x="4953000" y="5353050"/>
          <p14:tracePt t="17523" x="4953000" y="5359400"/>
          <p14:tracePt t="17556" x="4914900" y="5346700"/>
          <p14:tracePt t="17590" x="4902200" y="5321300"/>
          <p14:tracePt t="17622" x="4762500" y="5181600"/>
          <p14:tracePt t="17656" x="4311650" y="4762500"/>
          <p14:tracePt t="17689" x="3530600" y="4146550"/>
          <p14:tracePt t="17723" x="3295650" y="4000500"/>
          <p14:tracePt t="17756" x="3232150" y="3975100"/>
          <p14:tracePt t="17789" x="3244850" y="4032250"/>
          <p14:tracePt t="17822" x="3397250" y="4165600"/>
          <p14:tracePt t="17841" x="3492500" y="4248150"/>
          <p14:tracePt t="17872" x="4222750" y="4889500"/>
          <p14:tracePt t="17905" x="4578350" y="5143500"/>
          <p14:tracePt t="17938" x="4686300" y="5219700"/>
          <p14:tracePt t="17958" x="4686300" y="5226050"/>
          <p14:tracePt t="18005" x="4660900" y="5213350"/>
          <p14:tracePt t="18038" x="4648200" y="5213350"/>
          <p14:tracePt t="18071" x="4629150" y="5181600"/>
          <p14:tracePt t="18104" x="4622800" y="5175250"/>
          <p14:tracePt t="18505" x="4083050" y="5092700"/>
          <p14:tracePt t="18538" x="3644900" y="5035550"/>
          <p14:tracePt t="18569" x="3143250" y="4940300"/>
          <p14:tracePt t="18591" x="2946400" y="4908550"/>
          <p14:tracePt t="18607" x="2870200" y="4876800"/>
          <p14:tracePt t="18638" x="2628900" y="4806950"/>
          <p14:tracePt t="18669" x="2482850" y="4762500"/>
          <p14:tracePt t="18690" x="2387600" y="4749800"/>
          <p14:tracePt t="18721" x="2305050" y="4718050"/>
          <p14:tracePt t="18752" x="2209800" y="4679950"/>
          <p14:tracePt t="18770" x="2190750" y="4667250"/>
          <p14:tracePt t="18804" x="2089150" y="4629150"/>
          <p14:tracePt t="18837" x="2019300" y="4616450"/>
          <p14:tracePt t="18868" x="1943100" y="4616450"/>
          <p14:tracePt t="18890" x="1898650" y="4616450"/>
          <p14:tracePt t="18922" x="1847850" y="4660900"/>
          <p14:tracePt t="18953" x="1835150" y="4679950"/>
          <p14:tracePt t="19001" x="1803400" y="4749800"/>
          <p14:tracePt t="19039" x="1803400" y="4768850"/>
          <p14:tracePt t="19069" x="1797050" y="4781550"/>
          <p14:tracePt t="19117" x="1797050" y="4787900"/>
          <p14:tracePt t="19153" x="1803400" y="4794250"/>
          <p14:tracePt t="19200" x="1809750" y="4794250"/>
          <p14:tracePt t="19253" x="1816100" y="4781550"/>
          <p14:tracePt t="19317" x="1816100" y="4756150"/>
          <p14:tracePt t="19338" x="1828800" y="4756150"/>
          <p14:tracePt t="19368" x="1847850" y="4737100"/>
          <p14:tracePt t="19400" x="1911350" y="4699000"/>
          <p14:tracePt t="19421" x="1993900" y="4667250"/>
          <p14:tracePt t="19455" x="2222500" y="4610100"/>
          <p14:tracePt t="19471" x="2292350" y="4603750"/>
          <p14:tracePt t="19502" x="2470150" y="4584700"/>
          <p14:tracePt t="19533" x="2571750" y="4584700"/>
          <p14:tracePt t="19554" x="2628900" y="4591050"/>
          <p14:tracePt t="19584" x="2673350" y="4591050"/>
          <p14:tracePt t="19616" x="2743200" y="4622800"/>
          <p14:tracePt t="19649" x="2832100" y="4667250"/>
          <p14:tracePt t="19670" x="2870200" y="4692650"/>
          <p14:tracePt t="19716" x="2952750" y="4724400"/>
          <p14:tracePt t="19748" x="2984500" y="4730750"/>
          <p14:tracePt t="19770" x="3028950" y="4737100"/>
          <p14:tracePt t="19815" x="3073400" y="4743450"/>
          <p14:tracePt t="19848" x="3098800" y="4743450"/>
          <p14:tracePt t="19881" x="3111500" y="4737100"/>
          <p14:tracePt t="19914" x="3117850" y="4730750"/>
          <p14:tracePt t="19948" x="3124200" y="4724400"/>
          <p14:tracePt t="19981" x="3124200" y="4718050"/>
          <p14:tracePt t="20001" x="3124200" y="4711700"/>
          <p14:tracePt t="20147" x="3130550" y="4711700"/>
          <p14:tracePt t="20180" x="3143250" y="4711700"/>
          <p14:tracePt t="20230" x="3181350" y="4711700"/>
          <p14:tracePt t="20263" x="3251200" y="4718050"/>
          <p14:tracePt t="20297" x="3359150" y="4737100"/>
          <p14:tracePt t="20330" x="3536950" y="4762500"/>
          <p14:tracePt t="20363" x="3657600" y="4781550"/>
          <p14:tracePt t="20397" x="3740150" y="4787900"/>
          <p14:tracePt t="20430" x="3816350" y="4787900"/>
          <p14:tracePt t="20464" x="3867150" y="4781550"/>
          <p14:tracePt t="20497" x="3924300" y="4775200"/>
          <p14:tracePt t="20529" x="3943350" y="4775200"/>
          <p14:tracePt t="20562" x="3962400" y="4775200"/>
          <p14:tracePt t="20596" x="3968750" y="4775200"/>
          <p14:tracePt t="20629" x="3981450" y="4781550"/>
          <p14:tracePt t="20647" x="3987800" y="4781550"/>
          <p14:tracePt t="20679" x="4019550" y="4781550"/>
          <p14:tracePt t="20712" x="4070350" y="4800600"/>
          <p14:tracePt t="20745" x="4318000" y="4826000"/>
          <p14:tracePt t="20778" x="4552950" y="4845050"/>
          <p14:tracePt t="20812" x="4838700" y="4864100"/>
          <p14:tracePt t="20830" x="4889500" y="4864100"/>
          <p14:tracePt t="20862" x="5060950" y="4864100"/>
          <p14:tracePt t="20895" x="5124450" y="4845050"/>
          <p14:tracePt t="20928" x="5232400" y="4826000"/>
          <p14:tracePt t="20961" x="5314950" y="4781550"/>
          <p14:tracePt t="20995" x="5372100" y="4749800"/>
          <p14:tracePt t="21029" x="5416550" y="4730750"/>
          <p14:tracePt t="21060" x="5473700" y="4705350"/>
          <p14:tracePt t="21094" x="5600700" y="4679950"/>
          <p14:tracePt t="21127" x="5708650" y="4679950"/>
          <p14:tracePt t="21160" x="5829300" y="4667250"/>
          <p14:tracePt t="21194" x="5975350" y="4654550"/>
          <p14:tracePt t="21227" x="6146800" y="4641850"/>
          <p14:tracePt t="21260" x="6286500" y="4641850"/>
          <p14:tracePt t="21296" x="6343650" y="4641850"/>
          <p14:tracePt t="21328" x="6369050" y="4641850"/>
          <p14:tracePt t="21360" x="6400800" y="4641850"/>
          <p14:tracePt t="21396" x="6451600" y="4641850"/>
          <p14:tracePt t="21428" x="6496050" y="4641850"/>
          <p14:tracePt t="21460" x="6565900" y="4641850"/>
          <p14:tracePt t="21495" x="6648450" y="4629150"/>
          <p14:tracePt t="21510" x="6667500" y="4622800"/>
          <p14:tracePt t="21543" x="6699250" y="4610100"/>
          <p14:tracePt t="21578" x="6699250" y="4597400"/>
          <p14:tracePt t="21625" x="6680200" y="4591050"/>
          <p14:tracePt t="21659" x="6642100" y="4584700"/>
          <p14:tracePt t="21695" x="6527800" y="4603750"/>
          <p14:tracePt t="21727" x="6121400" y="4622800"/>
          <p14:tracePt t="21758" x="5594350" y="4635500"/>
          <p14:tracePt t="21780" x="5207000" y="4635500"/>
          <p14:tracePt t="21810" x="4654550" y="4635500"/>
          <p14:tracePt t="21841" x="4210050" y="4629150"/>
          <p14:tracePt t="21875" x="3676650" y="4578350"/>
          <p14:tracePt t="21910" x="3308350" y="4546600"/>
          <p14:tracePt t="21943" x="2876550" y="4514850"/>
          <p14:tracePt t="21960" x="2813050" y="4514850"/>
          <p14:tracePt t="22007" x="2654300" y="4514850"/>
          <p14:tracePt t="22042" x="2603500" y="4533900"/>
          <p14:tracePt t="22074" x="2578100" y="4540250"/>
          <p14:tracePt t="22095" x="2559050" y="4546600"/>
          <p14:tracePt t="22128" x="2527300" y="4559300"/>
          <p14:tracePt t="22159" x="2501900" y="4565650"/>
          <p14:tracePt t="22207" x="2463800" y="4591050"/>
          <p14:tracePt t="22228" x="2457450" y="4610100"/>
          <p14:tracePt t="22259" x="2457450" y="4635500"/>
          <p14:tracePt t="22290" x="2457450" y="4641850"/>
          <p14:tracePt t="22575" x="2724150" y="4749800"/>
          <p14:tracePt t="22622" x="3600450" y="4946650"/>
          <p14:tracePt t="22655" x="3879850" y="4978400"/>
          <p14:tracePt t="22676" x="3987800" y="4965700"/>
          <p14:tracePt t="22721" x="4095750" y="4876800"/>
          <p14:tracePt t="22755" x="4114800" y="4832350"/>
          <p14:tracePt t="22776" x="4114800" y="4800600"/>
          <p14:tracePt t="22807" x="4108450" y="4781550"/>
          <p14:tracePt t="22838" x="4095750" y="4768850"/>
          <p14:tracePt t="22871" x="4076700" y="4749800"/>
          <p14:tracePt t="22889" x="4070350" y="4743450"/>
          <p14:tracePt t="22921" x="4051300" y="4737100"/>
          <p14:tracePt t="22954" x="4038600" y="4730750"/>
          <p14:tracePt t="22987" x="4025900" y="4730750"/>
          <p14:tracePt t="23020" x="3994150" y="4730750"/>
          <p14:tracePt t="23040" x="3981450" y="4718050"/>
          <p14:tracePt t="23087" x="3949700" y="4699000"/>
          <p14:tracePt t="23120" x="3841750" y="4578350"/>
          <p14:tracePt t="23154" x="3683000" y="4400550"/>
          <p14:tracePt t="23187" x="3505200" y="4210050"/>
          <p14:tracePt t="23220" x="3308350" y="4070350"/>
          <p14:tracePt t="23253" x="3155950" y="3987800"/>
          <p14:tracePt t="23286" x="3130550" y="3981450"/>
          <p14:tracePt t="23319" x="3136900" y="4013200"/>
          <p14:tracePt t="23353" x="3251200" y="4146550"/>
          <p14:tracePt t="23386" x="3517900" y="4419600"/>
          <p14:tracePt t="23419" x="4140200" y="4889500"/>
          <p14:tracePt t="23438" x="4292600" y="4978400"/>
          <p14:tracePt t="23469" x="4654550" y="5124450"/>
          <p14:tracePt t="23503" x="4864100" y="5130800"/>
          <p14:tracePt t="23536" x="4933950" y="5022850"/>
          <p14:tracePt t="23569" x="4908550" y="4921250"/>
          <p14:tracePt t="23602" x="4864100" y="4832350"/>
          <p14:tracePt t="23621" x="4851400" y="4806950"/>
          <p14:tracePt t="23652" x="4851400" y="4730750"/>
          <p14:tracePt t="23685" x="4870450" y="4730750"/>
          <p14:tracePt t="23719" x="4946650" y="4762500"/>
          <p14:tracePt t="23751" x="5111750" y="4838700"/>
          <p14:tracePt t="23785" x="5461000" y="4921250"/>
          <p14:tracePt t="23803" x="5715000" y="4940300"/>
          <p14:tracePt t="23835" x="6127750" y="4908550"/>
          <p14:tracePt t="23868" x="6248400" y="4845050"/>
          <p14:tracePt t="23901" x="6261100" y="4800600"/>
          <p14:tracePt t="23934" x="6210300" y="4781550"/>
          <p14:tracePt t="23968" x="6184900" y="4781550"/>
          <p14:tracePt t="23986" x="6165850" y="4781550"/>
          <p14:tracePt t="24017" x="6108700" y="4806950"/>
          <p14:tracePt t="24036" x="6070600" y="4813300"/>
          <p14:tracePt t="24054" x="5740400" y="4908550"/>
          <p14:tracePt t="24085" x="5264150" y="4997450"/>
          <p14:tracePt t="24117" x="4070350" y="5073650"/>
          <p14:tracePt t="24151" x="3460750" y="4997450"/>
          <p14:tracePt t="24183" x="3206750" y="4908550"/>
          <p14:tracePt t="24202" x="3155950" y="4870450"/>
          <p14:tracePt t="24233" x="3136900" y="4845050"/>
          <p14:tracePt t="24283" x="3136900" y="4832350"/>
          <p14:tracePt t="24316" x="3155950" y="4838700"/>
          <p14:tracePt t="24349" x="3168650" y="4838700"/>
          <p14:tracePt t="24881" x="3168650" y="4743450"/>
          <p14:tracePt t="24917" x="3155950" y="4610100"/>
          <p14:tracePt t="24949" x="3124200" y="4432300"/>
          <p14:tracePt t="24981" x="3098800" y="4305300"/>
          <p14:tracePt t="25002" x="3073400" y="4197350"/>
          <p14:tracePt t="25035" x="3035300" y="4064000"/>
          <p14:tracePt t="25065" x="3009900" y="3987800"/>
          <p14:tracePt t="25083" x="2990850" y="3943350"/>
          <p14:tracePt t="25118" x="2959100" y="3860800"/>
          <p14:tracePt t="25148" x="2952750" y="3810000"/>
          <p14:tracePt t="25180" x="2946400" y="3759200"/>
          <p14:tracePt t="25213" x="2946400" y="3752850"/>
          <p14:tracePt t="25234" x="2946400" y="3746500"/>
          <p14:tracePt t="25280" x="2965450" y="3746500"/>
          <p14:tracePt t="25329" x="2984500" y="3740150"/>
          <p14:tracePt t="25351" x="2997200" y="3733800"/>
          <p14:tracePt t="25395" x="3041650" y="3708400"/>
          <p14:tracePt t="25429" x="3124200" y="3663950"/>
          <p14:tracePt t="25450" x="3187700" y="3632200"/>
          <p14:tracePt t="25480" x="3251200" y="3594100"/>
          <p14:tracePt t="25528" x="3359150" y="3549650"/>
          <p14:tracePt t="25550" x="3384550" y="3543300"/>
          <p14:tracePt t="25583" x="3397250" y="3536950"/>
          <p14:tracePt t="25628" x="3390900" y="3536950"/>
          <p14:tracePt t="25650" x="3378200" y="3543300"/>
          <p14:tracePt t="25682" x="3365500" y="3543300"/>
          <p14:tracePt t="25744" x="3359150" y="3543300"/>
          <p14:tracePt t="25794" x="3346450" y="3556000"/>
          <p14:tracePt t="25827" x="3340100" y="3562350"/>
          <p14:tracePt t="25877" x="3333750" y="3575050"/>
          <p14:tracePt t="25910" x="3321050" y="3581400"/>
          <p14:tracePt t="25960" x="3308350" y="3594100"/>
          <p14:tracePt t="25982" x="3289300" y="3606800"/>
          <p14:tracePt t="26027" x="3257550" y="3638550"/>
          <p14:tracePt t="26060" x="3225800" y="3651250"/>
          <p14:tracePt t="26093" x="3200400" y="3651250"/>
          <p14:tracePt t="26193" x="3213100" y="3651250"/>
          <p14:tracePt t="26243" x="3232150" y="3651250"/>
          <p14:tracePt t="26309" x="3251200" y="3644900"/>
          <p14:tracePt t="26342" x="3263900" y="3638550"/>
          <p14:tracePt t="26376" x="3276600" y="3638550"/>
          <p14:tracePt t="26525" x="3206750" y="3651250"/>
          <p14:tracePt t="26558" x="3060700" y="3670300"/>
          <p14:tracePt t="26591" x="2749550" y="3695700"/>
          <p14:tracePt t="26625" x="2432050" y="3721100"/>
          <p14:tracePt t="26658" x="2114550" y="3727450"/>
          <p14:tracePt t="26691" x="1968500" y="3740150"/>
          <p14:tracePt t="26725" x="1847850" y="3752850"/>
          <p14:tracePt t="26758" x="1727200" y="3771900"/>
          <p14:tracePt t="26791" x="1676400" y="3771900"/>
          <p14:tracePt t="26824" x="1625600" y="3771900"/>
          <p14:tracePt t="26857" x="1574800" y="3778250"/>
          <p14:tracePt t="26890" x="1530350" y="3778250"/>
          <p14:tracePt t="26924" x="1492250" y="3790950"/>
          <p14:tracePt t="26957" x="1435100" y="3810000"/>
          <p14:tracePt t="26990" x="1358900" y="3835400"/>
          <p14:tracePt t="27023" x="1314450" y="3848100"/>
          <p14:tracePt t="27057" x="1270000" y="3860800"/>
          <p14:tracePt t="27090" x="1257300" y="3867150"/>
          <p14:tracePt t="27125" x="1238250" y="3867150"/>
          <p14:tracePt t="27156" x="1219200" y="3886200"/>
          <p14:tracePt t="27190" x="1206500" y="3892550"/>
          <p14:tracePt t="27208" x="1193800" y="3892550"/>
          <p14:tracePt t="27239" x="1174750" y="3905250"/>
          <p14:tracePt t="27272" x="1162050" y="3917950"/>
          <p14:tracePt t="27306" x="1149350" y="3924300"/>
          <p14:tracePt t="27389" x="1168400" y="3924300"/>
          <p14:tracePt t="27422" x="1219200" y="3924300"/>
          <p14:tracePt t="27455" x="1365250" y="3924300"/>
          <p14:tracePt t="27488" x="1593850" y="3924300"/>
          <p14:tracePt t="27522" x="1962150" y="3924300"/>
          <p14:tracePt t="27555" x="2228850" y="3924300"/>
          <p14:tracePt t="27588" x="2470150" y="3930650"/>
          <p14:tracePt t="27592" x="2546350" y="3930650"/>
          <p14:tracePt t="27621" x="2724150" y="3937000"/>
          <p14:tracePt t="27655" x="2882900" y="3937000"/>
          <p14:tracePt t="27688" x="3041650" y="3924300"/>
          <p14:tracePt t="27721" x="3333750" y="3924300"/>
          <p14:tracePt t="27755" x="3581400" y="3924300"/>
          <p14:tracePt t="27788" x="3873500" y="3930650"/>
          <p14:tracePt t="27823" x="4070350" y="3937000"/>
          <p14:tracePt t="27856" x="4222750" y="3930650"/>
          <p14:tracePt t="27887" x="4368800" y="3911600"/>
          <p14:tracePt t="27923" x="4552950" y="3911600"/>
          <p14:tracePt t="27956" x="4648200" y="3905250"/>
          <p14:tracePt t="27987" x="4730750" y="3886200"/>
          <p14:tracePt t="28023" x="4819650" y="3879850"/>
          <p14:tracePt t="28055" x="4870450" y="3879850"/>
          <p14:tracePt t="28086" x="4908550" y="3879850"/>
          <p14:tracePt t="28108" x="4940300" y="3879850"/>
          <p14:tracePt t="28138" x="4965700" y="3879850"/>
          <p14:tracePt t="28169" x="4978400" y="3879850"/>
          <p14:tracePt t="28219" x="5003800" y="3879850"/>
          <p14:tracePt t="28252" x="5010150" y="3879850"/>
          <p14:tracePt t="28318" x="5022850" y="3879850"/>
          <p14:tracePt t="28355" x="5029200" y="3879850"/>
          <p14:tracePt t="28387" x="5035550" y="3873500"/>
          <p14:tracePt t="28438" x="5016500" y="3873500"/>
          <p14:tracePt t="28485" x="4933950" y="3879850"/>
          <p14:tracePt t="28535" x="4394200" y="3911600"/>
          <p14:tracePt t="28570" x="3657600" y="3937000"/>
          <p14:tracePt t="28603" x="2698750" y="3937000"/>
          <p14:tracePt t="28651" x="2139950" y="3937000"/>
          <p14:tracePt t="28670" x="1962150" y="3937000"/>
          <p14:tracePt t="28718" x="1651000" y="3917950"/>
          <p14:tracePt t="28739" x="1543050" y="3898900"/>
          <p14:tracePt t="28772" x="1339850" y="3822700"/>
          <p14:tracePt t="28817" x="1073150" y="3765550"/>
          <p14:tracePt t="28839" x="952500" y="3740150"/>
          <p14:tracePt t="28871" x="838200" y="3714750"/>
          <p14:tracePt t="28902" x="736600" y="3714750"/>
          <p14:tracePt t="28934" x="628650" y="3727450"/>
          <p14:tracePt t="28955" x="596900" y="3740150"/>
          <p14:tracePt t="28988" x="584200" y="3759200"/>
          <p14:tracePt t="29033" x="609600" y="3816350"/>
          <p14:tracePt t="29067" x="774700" y="3905250"/>
          <p14:tracePt t="29085" x="844550" y="3937000"/>
          <p14:tracePt t="29101" x="1041400" y="4006850"/>
          <p14:tracePt t="29133" x="1422400" y="4140200"/>
          <p14:tracePt t="29168" x="1835150" y="4191000"/>
          <p14:tracePt t="29216" x="2082800" y="4133850"/>
          <p14:tracePt t="29249" x="2101850" y="4076700"/>
          <p14:tracePt t="29267" x="2082800" y="4044950"/>
          <p14:tracePt t="29287" x="2038350" y="3987800"/>
          <p14:tracePt t="29317" x="1981200" y="3937000"/>
          <p14:tracePt t="29349" x="1854200" y="3886200"/>
          <p14:tracePt t="29382" x="1778000" y="3879850"/>
          <p14:tracePt t="29415" x="1714500" y="3911600"/>
          <p14:tracePt t="29448" x="1612900" y="4076700"/>
          <p14:tracePt t="29482" x="1555750" y="4254500"/>
          <p14:tracePt t="29515" x="1555750" y="4400550"/>
          <p14:tracePt t="29548" x="1746250" y="4546600"/>
          <p14:tracePt t="29581" x="1987550" y="4552950"/>
          <p14:tracePt t="29614" x="2190750" y="4451350"/>
          <p14:tracePt t="29633" x="2286000" y="4298950"/>
          <p14:tracePt t="29664" x="2292350" y="4216400"/>
          <p14:tracePt t="29698" x="2222500" y="4114800"/>
          <p14:tracePt t="29731" x="2095500" y="4044950"/>
          <p14:tracePt t="29764" x="1943100" y="3994150"/>
          <p14:tracePt t="29797" x="1778000" y="3949700"/>
          <p14:tracePt t="29830" x="1708150" y="3956050"/>
          <p14:tracePt t="29864" x="1657350" y="4006850"/>
          <p14:tracePt t="29897" x="1644650" y="4032250"/>
          <p14:tracePt t="29930" x="1638300" y="4083050"/>
          <p14:tracePt t="29963" x="1657350" y="4102100"/>
          <p14:tracePt t="29997" x="1727200" y="4108450"/>
          <p14:tracePt t="30016" x="1758950" y="4102100"/>
          <p14:tracePt t="30046" x="1854200" y="4019550"/>
          <p14:tracePt t="30079" x="1879600" y="3943350"/>
          <p14:tracePt t="30113" x="1873250" y="3886200"/>
          <p14:tracePt t="30146" x="1835150" y="3860800"/>
          <p14:tracePt t="30181" x="1809750" y="3860800"/>
          <p14:tracePt t="30212" x="1803400" y="3879850"/>
          <p14:tracePt t="30245" x="1816100" y="3937000"/>
          <p14:tracePt t="30279" x="2038350" y="4133850"/>
          <p14:tracePt t="30312" x="2451100" y="4413250"/>
          <p14:tracePt t="30345" x="2940050" y="4660900"/>
          <p14:tracePt t="30379" x="3270250" y="4781550"/>
          <p14:tracePt t="30412" x="3327400" y="4794250"/>
          <p14:tracePt t="30478" x="3270250" y="4794250"/>
          <p14:tracePt t="30511" x="3200400" y="4775200"/>
          <p14:tracePt t="30545" x="2978150" y="4743450"/>
          <p14:tracePt t="30578" x="2819400" y="4711700"/>
          <p14:tracePt t="30614" x="2444750" y="4660900"/>
          <p14:tracePt t="30646" x="2178050" y="4610100"/>
          <p14:tracePt t="30677" x="1993900" y="4584700"/>
          <p14:tracePt t="30715" x="1835150" y="4584700"/>
          <p14:tracePt t="30746" x="1803400" y="4591050"/>
          <p14:tracePt t="30777" x="1797050" y="4597400"/>
          <p14:tracePt t="30844" x="1860550" y="4603750"/>
          <p14:tracePt t="30877" x="1993900" y="4578350"/>
          <p14:tracePt t="30913" x="2317750" y="4572000"/>
          <p14:tracePt t="30945" x="2635250" y="4572000"/>
          <p14:tracePt t="30976" x="2965450" y="4591050"/>
          <p14:tracePt t="31013" x="3321050" y="4591050"/>
          <p14:tracePt t="31045" x="3422650" y="4578350"/>
          <p14:tracePt t="31076" x="3448050" y="4565650"/>
          <p14:tracePt t="31097" x="3441700" y="4565650"/>
          <p14:tracePt t="31128" x="3416300" y="4565650"/>
          <p14:tracePt t="31159" x="3378200" y="4565650"/>
          <p14:tracePt t="31194" x="3346450" y="4565650"/>
          <p14:tracePt t="31228" x="3308350" y="4559300"/>
          <p14:tracePt t="31261" x="3181350" y="4508500"/>
          <p14:tracePt t="31292" x="2781300" y="4305300"/>
          <p14:tracePt t="31328" x="2419350" y="4133850"/>
          <p14:tracePt t="31361" x="2051050" y="3956050"/>
          <p14:tracePt t="31392" x="1879600" y="3886200"/>
          <p14:tracePt t="31428" x="1809750" y="3848100"/>
          <p14:tracePt t="31460" x="1758950" y="3829050"/>
          <p14:tracePt t="31491" x="1739900" y="3829050"/>
          <p14:tracePt t="31513" x="1727200" y="3822700"/>
          <p14:tracePt t="31543" x="1708150" y="3822700"/>
          <p14:tracePt t="31560" x="1701800" y="3822700"/>
          <p14:tracePt t="31591" x="1695450" y="3822700"/>
          <p14:tracePt t="31641" x="1689100" y="3835400"/>
          <p14:tracePt t="31659" x="1689100" y="3848100"/>
          <p14:tracePt t="31692" x="1670050" y="3867150"/>
          <p14:tracePt t="31740" x="1644650" y="3892550"/>
          <p14:tracePt t="31776" x="1638300" y="3911600"/>
          <p14:tracePt t="31823" x="1638300" y="3917950"/>
          <p14:tracePt t="31845" x="1689100" y="3905250"/>
          <p14:tracePt t="31861" x="1720850" y="3879850"/>
          <p14:tracePt t="31892" x="1784350" y="3822700"/>
          <p14:tracePt t="31940" x="1828800" y="3721100"/>
          <p14:tracePt t="31962" x="1816100" y="3714750"/>
          <p14:tracePt t="31991" x="1778000" y="3708400"/>
          <p14:tracePt t="32023" x="1689100" y="3733800"/>
          <p14:tracePt t="32056" x="1581150" y="3752850"/>
          <p14:tracePt t="32074" x="1536700" y="3765550"/>
          <p14:tracePt t="32094" x="1422400" y="3784600"/>
          <p14:tracePt t="32139" x="1346200" y="3816350"/>
          <p14:tracePt t="32160" x="1333500" y="3822700"/>
          <p14:tracePt t="32177" x="1327150" y="3829050"/>
          <p14:tracePt t="32222" x="1371600" y="3848100"/>
          <p14:tracePt t="32255" x="1524000" y="3860800"/>
          <p14:tracePt t="32277" x="1676400" y="3879850"/>
          <p14:tracePt t="32307" x="2006600" y="3905250"/>
          <p14:tracePt t="32338" x="2298700" y="3886200"/>
          <p14:tracePt t="32371" x="2463800" y="3854450"/>
          <p14:tracePt t="32393" x="2501900" y="3841750"/>
          <p14:tracePt t="32423" x="2508250" y="3835400"/>
          <p14:tracePt t="32471" x="2495550" y="3835400"/>
          <p14:tracePt t="32493" x="2489200" y="3835400"/>
          <p14:tracePt t="32538" x="2476500" y="3835400"/>
          <p14:tracePt t="32571" x="2470150" y="3835400"/>
          <p14:tracePt t="32604" x="2457450" y="3829050"/>
          <p14:tracePt t="32623" x="2457450" y="3816350"/>
          <p14:tracePt t="32903" x="2813050" y="3835400"/>
          <p14:tracePt t="32936" x="3225800" y="3930650"/>
          <p14:tracePt t="32969" x="3924300" y="4070350"/>
          <p14:tracePt t="33003" x="4381500" y="4083050"/>
          <p14:tracePt t="33036" x="4845050" y="4064000"/>
          <p14:tracePt t="33069" x="5588000" y="3987800"/>
          <p14:tracePt t="33102" x="6007100" y="3911600"/>
          <p14:tracePt t="33135" x="6356350" y="3848100"/>
          <p14:tracePt t="33169" x="6629400" y="3784600"/>
          <p14:tracePt t="33188" x="6819900" y="3721100"/>
          <p14:tracePt t="33219" x="6915150" y="3676650"/>
          <p14:tracePt t="33252" x="7067550" y="3619500"/>
          <p14:tracePt t="33285" x="7143750" y="3581400"/>
          <p14:tracePt t="33319" x="7207250" y="3562350"/>
          <p14:tracePt t="33351" x="7258050" y="3536950"/>
          <p14:tracePt t="33385" x="7283450" y="3524250"/>
          <p14:tracePt t="33418" x="7289800" y="3524250"/>
          <p14:tracePt t="33484" x="7283450" y="3524250"/>
          <p14:tracePt t="33518" x="7283450" y="3530600"/>
          <p14:tracePt t="33551" x="7296150" y="3536950"/>
          <p14:tracePt t="33584" x="7308850" y="3536950"/>
          <p14:tracePt t="33618" x="7327900" y="3536950"/>
          <p14:tracePt t="33651" x="7385050" y="3524250"/>
          <p14:tracePt t="33684" x="7435850" y="3505200"/>
          <p14:tracePt t="33703" x="7493000" y="3479800"/>
          <p14:tracePt t="33736" x="7562850" y="3441700"/>
          <p14:tracePt t="33766" x="7575550" y="3435350"/>
          <p14:tracePt t="33850" x="7569200" y="3441700"/>
          <p14:tracePt t="33883" x="7550150" y="3460750"/>
          <p14:tracePt t="33917" x="7537450" y="3473450"/>
          <p14:tracePt t="33935" x="7537450" y="3479800"/>
          <p14:tracePt t="33983" x="7537450" y="3498850"/>
          <p14:tracePt t="34019" x="7531100" y="3511550"/>
          <p14:tracePt t="34051" x="7531100" y="3524250"/>
          <p14:tracePt t="34099" x="7531100" y="3530600"/>
          <p14:tracePt t="34132" x="7531100" y="3536950"/>
          <p14:tracePt t="34165" x="7524750" y="3543300"/>
          <p14:tracePt t="34198" x="7524750" y="3549650"/>
          <p14:tracePt t="34318" x="7518400" y="3556000"/>
          <p14:tracePt t="34630" x="7512050" y="3556000"/>
          <p14:tracePt t="34666" x="7499350" y="3556000"/>
          <p14:tracePt t="34699" x="7473950" y="3556000"/>
          <p14:tracePt t="34719" x="7416800" y="3543300"/>
          <p14:tracePt t="34751" x="7181850" y="3524250"/>
          <p14:tracePt t="34782" x="6813550" y="3492500"/>
          <p14:tracePt t="34830" x="5943600" y="3492500"/>
          <p14:tracePt t="34851" x="5594350" y="3505200"/>
          <p14:tracePt t="34882" x="5181600" y="3536950"/>
          <p14:tracePt t="34913" x="4864100" y="3556000"/>
          <p14:tracePt t="34934" x="4705350" y="3562350"/>
          <p14:tracePt t="34967" x="4495800" y="3581400"/>
          <p14:tracePt t="34998" x="4425950" y="3587750"/>
          <p14:tracePt t="35046" x="4260850" y="3613150"/>
          <p14:tracePt t="35067" x="4216400" y="3619500"/>
          <p14:tracePt t="35098" x="4127500" y="3632200"/>
          <p14:tracePt t="35129" x="4051300" y="3632200"/>
          <p14:tracePt t="35162" x="3962400" y="3625850"/>
          <p14:tracePt t="35183" x="3905250" y="3625850"/>
          <p14:tracePt t="35213" x="3797300" y="3625850"/>
          <p14:tracePt t="35245" x="3676650" y="3619500"/>
          <p14:tracePt t="35267" x="3619500" y="3619500"/>
          <p14:tracePt t="35283" x="3594100" y="3619500"/>
          <p14:tracePt t="35328" x="3524250" y="3632200"/>
          <p14:tracePt t="35361" x="3486150" y="3638550"/>
          <p14:tracePt t="35383" x="3479800" y="3638550"/>
          <p14:tracePt t="35413" x="3473450" y="3638550"/>
          <p14:tracePt t="35444" x="3517900" y="3638550"/>
          <p14:tracePt t="35478" x="3721100" y="3638550"/>
          <p14:tracePt t="35499" x="3962400" y="3651250"/>
          <p14:tracePt t="35544" x="4711700" y="3702050"/>
          <p14:tracePt t="35577" x="5619750" y="3759200"/>
          <p14:tracePt t="35598" x="6000750" y="3784600"/>
          <p14:tracePt t="35643" x="6565900" y="3829050"/>
          <p14:tracePt t="35677" x="6838950" y="3835400"/>
          <p14:tracePt t="35710" x="7048500" y="3816350"/>
          <p14:tracePt t="35743" x="7099300" y="3784600"/>
          <p14:tracePt t="35763" x="7131050" y="3765550"/>
          <p14:tracePt t="35795" x="7150100" y="3759200"/>
          <p14:tracePt t="35826" x="7169150" y="3740150"/>
          <p14:tracePt t="35859" x="7194550" y="3727450"/>
          <p14:tracePt t="35893" x="7232650" y="3714750"/>
          <p14:tracePt t="35926" x="7258050" y="3702050"/>
          <p14:tracePt t="35959" x="7270750" y="3695700"/>
          <p14:tracePt t="35992" x="7283450" y="3689350"/>
          <p14:tracePt t="36059" x="7289800" y="3683000"/>
          <p14:tracePt t="36092" x="7302500" y="3683000"/>
          <p14:tracePt t="36126" x="7308850" y="3683000"/>
          <p14:tracePt t="36158" x="7315200" y="3683000"/>
          <p14:tracePt t="36191" x="7334250" y="3676650"/>
          <p14:tracePt t="36225" x="7359650" y="3676650"/>
          <p14:tracePt t="36258" x="7416800" y="3670300"/>
          <p14:tracePt t="36277" x="7461250" y="3670300"/>
          <p14:tracePt t="36308" x="7543800" y="3657600"/>
          <p14:tracePt t="36341" x="7581900" y="3644900"/>
          <p14:tracePt t="36374" x="7607300" y="3625850"/>
          <p14:tracePt t="36408" x="7588250" y="3613150"/>
          <p14:tracePt t="36441" x="7518400" y="3594100"/>
          <p14:tracePt t="36474" x="7397750" y="3562350"/>
          <p14:tracePt t="36507" x="6858000" y="3460750"/>
          <p14:tracePt t="36541" x="6153150" y="3333750"/>
          <p14:tracePt t="36574" x="5461000" y="3219450"/>
          <p14:tracePt t="36607" x="4806950" y="3162300"/>
          <p14:tracePt t="36640" x="4241800" y="3162300"/>
          <p14:tracePt t="36673" x="3886200" y="3175000"/>
          <p14:tracePt t="36706" x="3714750" y="3187700"/>
          <p14:tracePt t="36740" x="3562350" y="3194050"/>
          <p14:tracePt t="36773" x="3346450" y="3213100"/>
          <p14:tracePt t="36808" x="3257550" y="3232150"/>
          <p14:tracePt t="36839" x="3225800" y="3270250"/>
          <p14:tracePt t="36873" x="3213100" y="3282950"/>
          <p14:tracePt t="36906" x="3200400" y="3314700"/>
          <p14:tracePt t="36939" x="3200400" y="3327400"/>
          <p14:tracePt t="36972" x="3213100" y="3346450"/>
          <p14:tracePt t="37005" x="3238500" y="3371850"/>
          <p14:tracePt t="37039" x="3263900" y="3403600"/>
          <p14:tracePt t="37072" x="3295650" y="3441700"/>
          <p14:tracePt t="37105" x="3302000" y="3467100"/>
          <p14:tracePt t="37124" x="3302000" y="3473450"/>
          <p14:tracePt t="37172" x="3282950" y="3473450"/>
          <p14:tracePt t="37205" x="3263900" y="3473450"/>
          <p14:tracePt t="37238" x="3175000" y="3473450"/>
          <p14:tracePt t="37272" x="3067050" y="3486150"/>
          <p14:tracePt t="37291" x="2997200" y="3505200"/>
          <p14:tracePt t="37324" x="2933700" y="3524250"/>
          <p14:tracePt t="37356" x="2895600" y="3556000"/>
          <p14:tracePt t="37405" x="2895600" y="3575050"/>
          <p14:tracePt t="37454" x="2901950" y="3575050"/>
          <p14:tracePt t="37488" x="2914650" y="3575050"/>
          <p14:tracePt t="37523" x="2927350" y="3575050"/>
          <p14:tracePt t="37570" x="2933700" y="3575050"/>
          <p14:tracePt t="37604" x="2940050" y="3575050"/>
          <p14:tracePt t="37639" x="2946400" y="3575050"/>
          <p14:tracePt t="38052" x="2774950" y="3530600"/>
          <p14:tracePt t="38088" x="2705100" y="3530600"/>
          <p14:tracePt t="38120" x="2622550" y="3524250"/>
          <p14:tracePt t="38156" x="2546350" y="3524250"/>
          <p14:tracePt t="38187" x="2482850" y="3530600"/>
          <p14:tracePt t="38235" x="2355850" y="3524250"/>
          <p14:tracePt t="38257" x="2298700" y="3524250"/>
          <p14:tracePt t="38289" x="2228850" y="3524250"/>
          <p14:tracePt t="38306" x="2216150" y="3536950"/>
          <p14:tracePt t="38336" x="2197100" y="3536950"/>
          <p14:tracePt t="38368" x="2190750" y="3536950"/>
          <p14:tracePt t="38603" x="2216150" y="3536950"/>
          <p14:tracePt t="38635" x="2292350" y="3530600"/>
          <p14:tracePt t="38666" x="2393950" y="3511550"/>
          <p14:tracePt t="38700" x="2482850" y="3486150"/>
          <p14:tracePt t="38733" x="2508250" y="3473450"/>
          <p14:tracePt t="38783" x="2482850" y="3473450"/>
          <p14:tracePt t="38804" x="2463800" y="3479800"/>
          <p14:tracePt t="38834" x="2419350" y="3479800"/>
          <p14:tracePt t="38866" x="2349500" y="3486150"/>
          <p14:tracePt t="38884" x="2298700" y="3492500"/>
          <p14:tracePt t="38916" x="2254250" y="3505200"/>
          <p14:tracePt t="38949" x="2241550" y="3511550"/>
          <p14:tracePt t="38982" x="2247900" y="3517900"/>
          <p14:tracePt t="39015" x="2305050" y="3517900"/>
          <p14:tracePt t="39049" x="2381250" y="3517900"/>
          <p14:tracePt t="39082" x="2470150" y="3492500"/>
          <p14:tracePt t="39115" x="2540000" y="3467100"/>
          <p14:tracePt t="39148" x="2546350" y="3454400"/>
          <p14:tracePt t="39181" x="2533650" y="3448050"/>
          <p14:tracePt t="39214" x="2508250" y="3454400"/>
          <p14:tracePt t="39248" x="2501900" y="3460750"/>
          <p14:tracePt t="39281" x="2495550" y="3460750"/>
          <p14:tracePt t="39314" x="2489200" y="3467100"/>
          <p14:tracePt t="39398" x="2489200" y="3473450"/>
          <p14:tracePt t="39450" x="2476500" y="3473450"/>
          <p14:tracePt t="39514" x="2470150" y="3473450"/>
          <p14:tracePt t="39580" x="2457450" y="3473450"/>
          <p14:tracePt t="39613" x="2432050" y="3473450"/>
          <p14:tracePt t="39647" x="2317750" y="3517900"/>
          <p14:tracePt t="39668" x="2184400" y="3556000"/>
          <p14:tracePt t="39701" x="1892300" y="3695700"/>
          <p14:tracePt t="39731" x="1562100" y="3829050"/>
          <p14:tracePt t="39763" x="1225550" y="3981450"/>
          <p14:tracePt t="39796" x="850900" y="4191000"/>
          <p14:tracePt t="39829" x="711200" y="4298950"/>
          <p14:tracePt t="39864" x="622300" y="4387850"/>
          <p14:tracePt t="39896" x="609600" y="4400550"/>
          <p14:tracePt t="39929" x="603250" y="4406900"/>
          <p14:tracePt t="39963" x="596900" y="4419600"/>
          <p14:tracePt t="40095" x="615950" y="4406900"/>
          <p14:tracePt t="40131" x="641350" y="4387850"/>
          <p14:tracePt t="40145" x="673100" y="4375150"/>
          <p14:tracePt t="40163" x="692150" y="4362450"/>
          <p14:tracePt t="40195" x="825500" y="4305300"/>
          <p14:tracePt t="40230" x="1073150" y="4178300"/>
          <p14:tracePt t="40263" x="1193800" y="4127500"/>
          <p14:tracePt t="40294" x="1231900" y="4102100"/>
          <p14:tracePt t="40331" x="1244600" y="4095750"/>
          <p14:tracePt t="40378" x="1231900" y="4102100"/>
          <p14:tracePt t="40430" x="1225550" y="4108450"/>
          <p14:tracePt t="40477" x="1231900" y="4114800"/>
          <p14:tracePt t="40510" x="1263650" y="4127500"/>
          <p14:tracePt t="40546" x="1371600" y="4152900"/>
          <p14:tracePt t="40579" x="1555750" y="4203700"/>
          <p14:tracePt t="40610" x="1778000" y="4267200"/>
          <p14:tracePt t="40646" x="1860550" y="4298950"/>
          <p14:tracePt t="40678" x="1879600" y="4311650"/>
          <p14:tracePt t="40709" x="1866900" y="4324350"/>
          <p14:tracePt t="40745" x="1841500" y="4337050"/>
          <p14:tracePt t="40778" x="1841500" y="4368800"/>
          <p14:tracePt t="40809" x="1841500" y="4394200"/>
          <p14:tracePt t="40830" x="1847850" y="4451350"/>
          <p14:tracePt t="40849" x="1949450" y="4591050"/>
          <p14:tracePt t="40892" x="2152650" y="4749800"/>
          <p14:tracePt t="40942" x="2336800" y="4794250"/>
          <p14:tracePt t="45593" x="2343150" y="4718050"/>
          <p14:tracePt t="45614" x="2343150" y="4648200"/>
          <p14:tracePt t="45659" x="2330450" y="4425950"/>
          <p14:tracePt t="45709" x="2305050" y="4210050"/>
          <p14:tracePt t="45742" x="2292350" y="4095750"/>
          <p14:tracePt t="45775" x="2286000" y="4032250"/>
          <p14:tracePt t="45808" x="2273300" y="3981450"/>
          <p14:tracePt t="45842" x="2247900" y="3911600"/>
          <p14:tracePt t="45875" x="2228850" y="3860800"/>
          <p14:tracePt t="45908" x="2222500" y="3841750"/>
          <p14:tracePt t="45927" x="2216150" y="3835400"/>
          <p14:tracePt t="45959" x="2209800" y="3829050"/>
          <p14:tracePt t="45991" x="2203450" y="3829050"/>
          <p14:tracePt t="46024" x="2190750" y="3822700"/>
          <p14:tracePt t="46091" x="2178050" y="3835400"/>
          <p14:tracePt t="46109" x="2171700" y="3835400"/>
          <p14:tracePt t="46141" x="2171700" y="3848100"/>
          <p14:tracePt t="46174" x="2171700" y="3854450"/>
          <p14:tracePt t="46207" x="2171700" y="3860800"/>
          <p14:tracePt t="46257" x="2165350" y="3873500"/>
          <p14:tracePt t="46307" x="2159000" y="3873500"/>
          <p14:tracePt t="46755" x="2203450" y="3879850"/>
          <p14:tracePt t="46789" x="2317750" y="3879850"/>
          <p14:tracePt t="46822" x="2463800" y="3879850"/>
          <p14:tracePt t="46855" x="2647950" y="3867150"/>
          <p14:tracePt t="46888" x="3079750" y="3829050"/>
          <p14:tracePt t="46921" x="3486150" y="3784600"/>
          <p14:tracePt t="46956" x="3943350" y="3765550"/>
          <p14:tracePt t="46989" x="4095750" y="3765550"/>
          <p14:tracePt t="47021" x="4292600" y="3759200"/>
          <p14:tracePt t="47055" x="4406900" y="3721100"/>
          <p14:tracePt t="47087" x="4476750" y="3708400"/>
          <p14:tracePt t="47121" x="4540250" y="3695700"/>
          <p14:tracePt t="47154" x="4559300" y="3676650"/>
          <p14:tracePt t="47187" x="4572000" y="3644900"/>
          <p14:tracePt t="47205" x="4572000" y="3638550"/>
          <p14:tracePt t="47240" x="4572000" y="3625850"/>
          <p14:tracePt t="47287" x="4559300" y="3625850"/>
          <p14:tracePt t="47356" x="4546600" y="3619500"/>
          <p14:tracePt t="47420" x="4540250" y="3613150"/>
          <p14:tracePt t="47502" x="4540250" y="3606800"/>
          <p14:tracePt t="47538" x="4533900" y="3606800"/>
          <p14:tracePt t="47571" x="4527550" y="3606800"/>
          <p14:tracePt t="47602" x="4521200" y="3606800"/>
          <p14:tracePt t="47655" x="4508500" y="3594100"/>
          <p14:tracePt t="47702" x="4502150" y="3587750"/>
          <p14:tracePt t="47752" x="4495800" y="3568700"/>
          <p14:tracePt t="47788" x="4495800" y="3556000"/>
          <p14:tracePt t="47820" x="4489450" y="3543300"/>
          <p14:tracePt t="47871" x="4483100" y="3530600"/>
          <p14:tracePt t="47919" x="4483100" y="3517900"/>
          <p14:tracePt t="47987" x="4464050" y="3511550"/>
          <p14:tracePt t="48051" x="4451350" y="3511550"/>
          <p14:tracePt t="48072" x="4438650" y="3511550"/>
          <p14:tracePt t="48102" x="4425950" y="3511550"/>
          <p14:tracePt t="48134" x="4413250" y="3511550"/>
          <p14:tracePt t="48167" x="4406900" y="3511550"/>
          <p14:tracePt t="48188" x="4400550" y="3511550"/>
          <p14:tracePt t="48266" x="4419600" y="3511550"/>
          <p14:tracePt t="48288" x="4438650" y="3511550"/>
          <p14:tracePt t="48318" x="4489450" y="3498850"/>
          <p14:tracePt t="48350" x="4540250" y="3486150"/>
          <p14:tracePt t="48383" x="4572000" y="3479800"/>
          <p14:tracePt t="48466" x="4565650" y="3473450"/>
          <p14:tracePt t="48499" x="4559300" y="3473450"/>
          <p14:tracePt t="48520" x="4552950" y="3473450"/>
          <p14:tracePt t="48566" x="4533900" y="3473450"/>
          <p14:tracePt t="48599" x="4495800" y="3473450"/>
          <p14:tracePt t="48621" x="4457700" y="3486150"/>
          <p14:tracePt t="48650" x="4394200" y="3492500"/>
          <p14:tracePt t="48682" x="4343400" y="3492500"/>
          <p14:tracePt t="48748" x="4406900" y="3492500"/>
          <p14:tracePt t="48781" x="4495800" y="3492500"/>
          <p14:tracePt t="48815" x="4572000" y="3486150"/>
          <p14:tracePt t="48848" x="4591050" y="3473450"/>
          <p14:tracePt t="48881" x="4578350" y="3467100"/>
          <p14:tracePt t="48914" x="4552950" y="3467100"/>
          <p14:tracePt t="48934" x="4533900" y="3467100"/>
          <p14:tracePt t="48966" x="4470400" y="3467100"/>
          <p14:tracePt t="48997" x="4400550" y="3467100"/>
          <p14:tracePt t="49031" x="4337050" y="3454400"/>
          <p14:tracePt t="49064" x="4311650" y="3448050"/>
          <p14:tracePt t="49097" x="4311650" y="3441700"/>
          <p14:tracePt t="49130" x="4349750" y="3435350"/>
          <p14:tracePt t="49164" x="4432300" y="3435350"/>
          <p14:tracePt t="49197" x="4527550" y="3429000"/>
          <p14:tracePt t="49215" x="4533900" y="3429000"/>
          <p14:tracePt t="49247" x="4527550" y="3409950"/>
          <p14:tracePt t="49280" x="4508500" y="3397250"/>
          <p14:tracePt t="49313" x="4476750" y="3397250"/>
          <p14:tracePt t="49347" x="4457700" y="3397250"/>
          <p14:tracePt t="49380" x="4438650" y="3397250"/>
          <p14:tracePt t="49398" x="4419600" y="3403600"/>
          <p14:tracePt t="49429" x="4413250" y="3403600"/>
          <p14:tracePt t="49496" x="4406900" y="3403600"/>
          <p14:tracePt t="49546" x="4419600" y="3403600"/>
          <p14:tracePt t="49579" x="4495800" y="3378200"/>
          <p14:tracePt t="49612" x="4559300" y="3359150"/>
          <p14:tracePt t="49646" x="4584700" y="3340100"/>
          <p14:tracePt t="49678" x="4565650" y="3340100"/>
          <p14:tracePt t="49712" x="4533900" y="3340100"/>
          <p14:tracePt t="49745" x="4445000" y="3346450"/>
          <p14:tracePt t="49778" x="4387850" y="3359150"/>
          <p14:tracePt t="49811" x="4311650" y="3378200"/>
          <p14:tracePt t="49845" x="4279900" y="3384550"/>
          <p14:tracePt t="49878" x="4286250" y="3397250"/>
          <p14:tracePt t="49911" x="4368800" y="3397250"/>
          <p14:tracePt t="49945" x="4432300" y="3397250"/>
          <p14:tracePt t="49979" x="4457700" y="3384550"/>
          <p14:tracePt t="50010" x="4457700" y="3371850"/>
          <p14:tracePt t="50044" x="4432300" y="3365500"/>
          <p14:tracePt t="50077" x="4413250" y="3365500"/>
          <p14:tracePt t="50110" x="4387850" y="3371850"/>
          <p14:tracePt t="50129" x="4381500" y="3371850"/>
          <p14:tracePt t="50160" x="4356100" y="3384550"/>
          <p14:tracePt t="50193" x="4349750" y="3390900"/>
          <p14:tracePt t="50227" x="4349750" y="3397250"/>
          <p14:tracePt t="50260" x="4362450" y="3397250"/>
          <p14:tracePt t="50293" x="4394200" y="3397250"/>
          <p14:tracePt t="50311" x="4406900" y="3397250"/>
          <p14:tracePt t="50345" x="4419600" y="3390900"/>
          <p14:tracePt t="50378" x="4419600" y="3378200"/>
          <p14:tracePt t="50445" x="4413250" y="3378200"/>
          <p14:tracePt t="50478" x="4400550" y="3378200"/>
          <p14:tracePt t="50509" x="4394200" y="3384550"/>
          <p14:tracePt t="50530" x="4387850" y="3384550"/>
          <p14:tracePt t="50561" x="4381500" y="3397250"/>
          <p14:tracePt t="50608" x="4375150" y="3403600"/>
          <p14:tracePt t="50644" x="4375150" y="3409950"/>
          <p14:tracePt t="64278" x="4406900" y="3479800"/>
          <p14:tracePt t="64311" x="4476750" y="3632200"/>
          <p14:tracePt t="64344" x="4565650" y="3841750"/>
          <p14:tracePt t="64377" x="4679950" y="4165600"/>
          <p14:tracePt t="64411" x="4787900" y="4387850"/>
          <p14:tracePt t="64444" x="4851400" y="4552950"/>
          <p14:tracePt t="64478" x="4895850" y="4641850"/>
          <p14:tracePt t="64511" x="4940300" y="4724400"/>
          <p14:tracePt t="64544" x="4965700" y="4762500"/>
          <p14:tracePt t="64577" x="4984750" y="4800600"/>
          <p14:tracePt t="64595" x="4991100" y="4826000"/>
          <p14:tracePt t="64613" x="5010150" y="4864100"/>
          <p14:tracePt t="64643" x="5029200" y="4959350"/>
          <p14:tracePt t="64677" x="5035550" y="5143500"/>
          <p14:tracePt t="64710" x="5029200" y="5340350"/>
          <p14:tracePt t="64743" x="4959350" y="5581650"/>
          <p14:tracePt t="64776" x="4940300" y="5664200"/>
          <p14:tracePt t="64809" x="4927600" y="5676900"/>
          <p14:tracePt t="64876" x="4921250" y="5695950"/>
          <p14:tracePt t="64942" x="4933950" y="5708650"/>
          <p14:tracePt t="64976" x="4933950" y="5721350"/>
          <p14:tracePt t="65009" x="4946650" y="5740400"/>
          <p14:tracePt t="65042" x="4965700" y="5753100"/>
          <p14:tracePt t="65075" x="4978400" y="5772150"/>
          <p14:tracePt t="65108" x="5029200" y="5822950"/>
          <p14:tracePt t="65143" x="5086350" y="5886450"/>
          <p14:tracePt t="65176" x="5181600" y="5969000"/>
          <p14:tracePt t="65208" x="5219700" y="6007100"/>
          <p14:tracePt t="65241" x="5257800" y="6057900"/>
          <p14:tracePt t="65275" x="5270500" y="6076950"/>
          <p14:tracePt t="65308" x="5283200" y="6083300"/>
          <p14:tracePt t="65344" x="5289550" y="6083300"/>
          <p14:tracePt t="65408" x="5295900" y="6096000"/>
          <p14:tracePt t="65457" x="5308600" y="6108700"/>
          <p14:tracePt t="65507" x="5308600" y="6121400"/>
          <p14:tracePt t="65574" x="5327650" y="6134100"/>
          <p14:tracePt t="65608" x="5327650" y="6140450"/>
          <p14:tracePt t="65640" x="5340350" y="6159500"/>
          <p14:tracePt t="65690" x="5353050" y="6165850"/>
          <p14:tracePt t="65739" x="5372100" y="6172200"/>
          <p14:tracePt t="65773" x="5372100" y="6178550"/>
          <p14:tracePt t="65806" x="5384800" y="6184900"/>
          <p14:tracePt t="65839" x="5391150" y="6184900"/>
        </p14:tracePtLst>
      </p14:laserTraceLst>
    </p:ext>
  </p:extLs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returning a list containing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resulting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substrings.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capturing parentheses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are in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pattern, then the text of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all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groups in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are also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returned.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&gt; 0,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at most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splits occur,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and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the remainder of the string is returned as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final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element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of the list.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rint("sub"+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g,","g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count=0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,",\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n,","n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,",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))+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re.sub.__doc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sub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count=0,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the string obtained by replacing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leftmost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non-overlapping occurrences of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string by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replacement repl.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This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can be either a string or a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callable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string,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backslashes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it are processed.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callable, it's passed the Match object and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must 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replacement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string.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print(re.</a:t>
            </a:r>
            <a:r>
              <a:rPr lang="en-US" sz="2400" b="1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subn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.__doc__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[:49]+</a:t>
            </a:r>
            <a:r>
              <a:rPr lang="en-US" sz="2400" spc="-3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"..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")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Return a 2-tuple containing (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new_string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number</a:t>
            </a:r>
            <a:r>
              <a:rPr lang="en-US" sz="2400" spc="-3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)..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endParaRPr lang="en-US" sz="2400" spc="-100" dirty="0">
              <a:solidFill>
                <a:schemeClr val="accent2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13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3"/>
    </mc:Choice>
    <mc:Fallback xmlns="">
      <p:transition spd="slow" advTm="4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resulting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substrings.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capturing parentheses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are in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pattern, then the text of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all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groups in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are also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returned.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&gt; 0,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at most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splits occur,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and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the remainder of the string is returned as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final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element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of the list.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rint("sub"+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g,","g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count=0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,",\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n,","n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,",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))+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re.sub.__doc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sub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count=0,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the string obtained by replacing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leftmost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non-overlapping occurrences of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string by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replacement repl.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This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can be either a string or a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callable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string,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backslashes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it are processed.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callable, it's passed the Match object and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must 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replacement string.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print(re.</a:t>
            </a:r>
            <a:r>
              <a:rPr lang="en-US" sz="2400" b="1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subn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.__doc__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[:49]+</a:t>
            </a:r>
            <a:r>
              <a:rPr lang="en-US" sz="2400" spc="-3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"..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")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Return a 2-tuple containing (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new_string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number</a:t>
            </a:r>
            <a:r>
              <a:rPr lang="en-US" sz="2400" spc="-3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)..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</a:p>
          <a:p>
            <a:pPr marL="0" lv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print(*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x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for x in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dir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(re) \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sp>
        <p:nvSpPr>
          <p:cNvPr id="4" name="Rectangle 3"/>
          <p:cNvSpPr/>
          <p:nvPr/>
        </p:nvSpPr>
        <p:spPr>
          <a:xfrm>
            <a:off x="152400" y="6448365"/>
            <a:ext cx="5886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endParaRPr lang="en-US" sz="2400" dirty="0"/>
          </a:p>
        </p:txBody>
      </p:sp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1055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238"/>
    </mc:Choice>
    <mc:Fallback xmlns="">
      <p:transition spd="slow" advTm="1232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97" x="4838700" y="5556250"/>
          <p14:tracePt t="703" x="4826000" y="5556250"/>
          <p14:tracePt t="712" x="4813300" y="5556250"/>
          <p14:tracePt t="728" x="4800600" y="5556250"/>
          <p14:tracePt t="746" x="4775200" y="5556250"/>
          <p14:tracePt t="761" x="4762500" y="5556250"/>
          <p14:tracePt t="778" x="4749800" y="5556250"/>
          <p14:tracePt t="795" x="4737100" y="5562600"/>
          <p14:tracePt t="811" x="4724400" y="5568950"/>
          <p14:tracePt t="828" x="4699000" y="5594350"/>
          <p14:tracePt t="845" x="4660900" y="5626100"/>
          <p14:tracePt t="861" x="4641850" y="5645150"/>
          <p14:tracePt t="878" x="4603750" y="5670550"/>
          <p14:tracePt t="894" x="4559300" y="5702300"/>
          <p14:tracePt t="911" x="4546600" y="5708650"/>
          <p14:tracePt t="928" x="4514850" y="5721350"/>
          <p14:tracePt t="944" x="4495800" y="5727700"/>
          <p14:tracePt t="960" x="4489450" y="5727700"/>
          <p14:tracePt t="978" x="4476750" y="5727700"/>
          <p14:tracePt t="994" x="4451350" y="5734050"/>
          <p14:tracePt t="1011" x="4445000" y="5740400"/>
          <p14:tracePt t="1027" x="4419600" y="5746750"/>
          <p14:tracePt t="1044" x="4394200" y="5753100"/>
          <p14:tracePt t="1062" x="4368800" y="5759450"/>
          <p14:tracePt t="1077" x="4356100" y="5765800"/>
          <p14:tracePt t="1093" x="4337050" y="5772150"/>
          <p14:tracePt t="1112" x="4292600" y="5791200"/>
          <p14:tracePt t="1127" x="4241800" y="5816600"/>
          <p14:tracePt t="1143" x="4222750" y="5822950"/>
          <p14:tracePt t="1161" x="4171950" y="5842000"/>
          <p14:tracePt t="1177" x="4127500" y="5861050"/>
          <p14:tracePt t="1193" x="4108450" y="5873750"/>
          <p14:tracePt t="1210" x="4057650" y="5886450"/>
          <p14:tracePt t="1226" x="4006850" y="5892800"/>
          <p14:tracePt t="1243" x="3981450" y="5892800"/>
          <p14:tracePt t="1260" x="3930650" y="5892800"/>
          <p14:tracePt t="1276" x="3905250" y="5892800"/>
          <p14:tracePt t="1294" x="3879850" y="5899150"/>
          <p14:tracePt t="1309" x="3873500" y="5899150"/>
          <p14:tracePt t="1326" x="3867150" y="5899150"/>
          <p14:tracePt t="1379" x="3860800" y="5899150"/>
          <p14:tracePt t="1484" x="3854450" y="5899150"/>
          <p14:tracePt t="1519" x="3848100" y="5905500"/>
          <p14:tracePt t="1540" x="3841750" y="5911850"/>
          <p14:tracePt t="1575" x="3835400" y="5911850"/>
          <p14:tracePt t="1618" x="3829050" y="5911850"/>
          <p14:tracePt t="1716" x="3822700" y="5911850"/>
          <p14:tracePt t="1800" x="3822700" y="5918200"/>
          <p14:tracePt t="1828" x="3816350" y="5924550"/>
          <p14:tracePt t="1878" x="3803650" y="5930900"/>
          <p14:tracePt t="1892" x="3797300" y="5930900"/>
          <p14:tracePt t="1905" x="3790950" y="5937250"/>
          <p14:tracePt t="1920" x="3778250" y="5943600"/>
          <p14:tracePt t="1927" x="3765550" y="5943600"/>
          <p14:tracePt t="1943" x="3746500" y="5949950"/>
          <p14:tracePt t="1957" x="3721100" y="5956300"/>
          <p14:tracePt t="1974" x="3651250" y="5969000"/>
          <p14:tracePt t="1991" x="3581400" y="5981700"/>
          <p14:tracePt t="2007" x="3536950" y="5988050"/>
          <p14:tracePt t="2024" x="3467100" y="6000750"/>
          <p14:tracePt t="2040" x="3429000" y="6007100"/>
          <p14:tracePt t="2057" x="3416300" y="6007100"/>
          <p14:tracePt t="2074" x="3390900" y="6013450"/>
          <p14:tracePt t="2090" x="3378200" y="6019800"/>
          <p14:tracePt t="2108" x="3371850" y="6019800"/>
          <p14:tracePt t="2139" x="3365500" y="6019800"/>
          <p14:tracePt t="2157" x="3359150" y="6019800"/>
          <p14:tracePt t="2174" x="3352800" y="6019800"/>
          <p14:tracePt t="2190" x="3346450" y="6019800"/>
          <p14:tracePt t="2210" x="3333750" y="6019800"/>
          <p14:tracePt t="2250" x="3327400" y="6019800"/>
          <p14:tracePt t="2258" x="3321050" y="6019800"/>
          <p14:tracePt t="2271" x="3314700" y="6019800"/>
          <p14:tracePt t="2278" x="3308350" y="6019800"/>
          <p14:tracePt t="2293" x="3295650" y="6019800"/>
          <p14:tracePt t="2307" x="3282950" y="6019800"/>
          <p14:tracePt t="2323" x="3244850" y="6007100"/>
          <p14:tracePt t="2339" x="3225800" y="6007100"/>
          <p14:tracePt t="2356" x="3181350" y="6007100"/>
          <p14:tracePt t="2373" x="3143250" y="6000750"/>
          <p14:tracePt t="2390" x="3117850" y="6000750"/>
          <p14:tracePt t="2406" x="3105150" y="6000750"/>
          <p14:tracePt t="2423" x="3092450" y="6000750"/>
          <p14:tracePt t="2439" x="3086100" y="6000750"/>
          <p14:tracePt t="2472" x="3079750" y="6000750"/>
          <p14:tracePt t="2559" x="3073400" y="6000750"/>
          <p14:tracePt t="2580" x="3067050" y="6000750"/>
          <p14:tracePt t="2601" x="3060700" y="6000750"/>
          <p14:tracePt t="2623" x="3054350" y="6000750"/>
          <p14:tracePt t="2629" x="3048000" y="6000750"/>
          <p14:tracePt t="2643" x="3048000" y="5994400"/>
          <p14:tracePt t="2654" x="3041650" y="5994400"/>
          <p14:tracePt t="2672" x="3022600" y="5988050"/>
          <p14:tracePt t="2688" x="3009900" y="5981700"/>
          <p14:tracePt t="2705" x="2984500" y="5969000"/>
          <p14:tracePt t="2722" x="2959100" y="5949950"/>
          <p14:tracePt t="2739" x="2946400" y="5943600"/>
          <p14:tracePt t="2755" x="2927350" y="5924550"/>
          <p14:tracePt t="2771" x="2914650" y="5899150"/>
          <p14:tracePt t="2788" x="2914650" y="5886450"/>
          <p14:tracePt t="2805" x="2908300" y="5873750"/>
          <p14:tracePt t="2821" x="2908300" y="5772150"/>
          <p14:tracePt t="2838" x="2908300" y="5708650"/>
          <p14:tracePt t="2854" x="2876550" y="5518150"/>
          <p14:tracePt t="2871" x="2844800" y="5416550"/>
          <p14:tracePt t="2888" x="2724150" y="5099050"/>
          <p14:tracePt t="2904" x="2546350" y="4730750"/>
          <p14:tracePt t="2920" x="2451100" y="4552950"/>
          <p14:tracePt t="2938" x="2343150" y="4375150"/>
          <p14:tracePt t="2954" x="2190750" y="4121150"/>
          <p14:tracePt t="2971" x="2127250" y="4019550"/>
          <p14:tracePt t="2988" x="2032000" y="3879850"/>
          <p14:tracePt t="3004" x="1968500" y="3784600"/>
          <p14:tracePt t="3020" x="1943100" y="3752850"/>
          <p14:tracePt t="3037" x="1898650" y="3727450"/>
          <p14:tracePt t="3055" x="1866900" y="3695700"/>
          <p14:tracePt t="3070" x="1841500" y="3689350"/>
          <p14:tracePt t="3087" x="1797050" y="3657600"/>
          <p14:tracePt t="3103" x="1746250" y="3606800"/>
          <p14:tracePt t="3122" x="1701800" y="3587750"/>
          <p14:tracePt t="3136" x="1670050" y="3568700"/>
          <p14:tracePt t="3153" x="1657350" y="3556000"/>
          <p14:tracePt t="3171" x="1612900" y="3536950"/>
          <p14:tracePt t="3187" x="1606550" y="3536950"/>
          <p14:tracePt t="3203" x="1600200" y="3536950"/>
          <p14:tracePt t="3220" x="1593850" y="3536950"/>
          <p14:tracePt t="3236" x="1587500" y="3536950"/>
          <p14:tracePt t="3262" x="1581150" y="3543300"/>
          <p14:tracePt t="3283" x="1581150" y="3549650"/>
          <p14:tracePt t="3297" x="1581150" y="3556000"/>
          <p14:tracePt t="3306" x="1581150" y="3562350"/>
          <p14:tracePt t="3332" x="1581150" y="3568700"/>
          <p14:tracePt t="3354" x="1581150" y="3575050"/>
          <p14:tracePt t="3375" x="1581150" y="3581400"/>
          <p14:tracePt t="3395" x="1587500" y="3587750"/>
          <p14:tracePt t="3409" x="1587500" y="3594100"/>
          <p14:tracePt t="3416" x="1600200" y="3606800"/>
          <p14:tracePt t="3430" x="1625600" y="3625850"/>
          <p14:tracePt t="3439" x="1657350" y="3663950"/>
          <p14:tracePt t="3453" x="1701800" y="3708400"/>
          <p14:tracePt t="3469" x="1860550" y="3873500"/>
          <p14:tracePt t="3487" x="2095500" y="4146550"/>
          <p14:tracePt t="3502" x="2235200" y="4311650"/>
          <p14:tracePt t="3519" x="2520950" y="4686300"/>
          <p14:tracePt t="3536" x="2768600" y="5029200"/>
          <p14:tracePt t="3552" x="2876550" y="5187950"/>
          <p14:tracePt t="3569" x="3003550" y="5403850"/>
          <p14:tracePt t="3585" x="3092450" y="5575300"/>
          <p14:tracePt t="3602" x="3124200" y="5632450"/>
          <p14:tracePt t="3605" x="3143250" y="5676900"/>
          <p14:tracePt t="3618" x="3155950" y="5721350"/>
          <p14:tracePt t="3635" x="3162300" y="5753100"/>
          <p14:tracePt t="3651" x="3168650" y="5765800"/>
          <p14:tracePt t="3669" x="3168650" y="5772150"/>
          <p14:tracePt t="3775" x="3175000" y="5772150"/>
          <p14:tracePt t="3817" x="3181350" y="5772150"/>
          <p14:tracePt t="3844" x="3187700" y="5772150"/>
          <p14:tracePt t="3887" x="3194050" y="5772150"/>
          <p14:tracePt t="3936" x="3206750" y="5772150"/>
          <p14:tracePt t="3957" x="3213100" y="5772150"/>
          <p14:tracePt t="3964" x="3219450" y="5772150"/>
          <p14:tracePt t="3978" x="3238500" y="5772150"/>
          <p14:tracePt t="3987" x="3257550" y="5772150"/>
          <p14:tracePt t="4000" x="3289300" y="5772150"/>
          <p14:tracePt t="4017" x="3378200" y="5772150"/>
          <p14:tracePt t="4034" x="3517900" y="5772150"/>
          <p14:tracePt t="4050" x="3594100" y="5772150"/>
          <p14:tracePt t="4067" x="3670300" y="5772150"/>
          <p14:tracePt t="4084" x="3924300" y="5772150"/>
          <p14:tracePt t="4100" x="4006850" y="5772150"/>
          <p14:tracePt t="4103" x="4083050" y="5772150"/>
          <p14:tracePt t="4133" x="4184650" y="5759450"/>
          <p14:tracePt t="4150" x="4279900" y="5753100"/>
          <p14:tracePt t="4166" x="4318000" y="5753100"/>
          <p14:tracePt t="4183" x="4368800" y="5753100"/>
          <p14:tracePt t="4199" x="4419600" y="5753100"/>
          <p14:tracePt t="4218" x="4457700" y="5753100"/>
          <p14:tracePt t="4233" x="4476750" y="5753100"/>
          <p14:tracePt t="4249" x="4521200" y="5753100"/>
          <p14:tracePt t="4267" x="4552950" y="5759450"/>
          <p14:tracePt t="4282" x="4565650" y="5759450"/>
          <p14:tracePt t="4299" x="4584700" y="5765800"/>
          <p14:tracePt t="4316" x="4610100" y="5778500"/>
          <p14:tracePt t="4349" x="4616450" y="5784850"/>
          <p14:tracePt t="4366" x="4629150" y="5784850"/>
          <p14:tracePt t="4399" x="4629150" y="5803900"/>
          <p14:tracePt t="4802" x="4622800" y="5803900"/>
          <p14:tracePt t="4810" x="4591050" y="5791200"/>
          <p14:tracePt t="4817" x="4521200" y="5740400"/>
          <p14:tracePt t="4834" x="4425950" y="5676900"/>
          <p14:tracePt t="4847" x="4298950" y="5588000"/>
          <p14:tracePt t="4865" x="3968750" y="5391150"/>
          <p14:tracePt t="4881" x="3606800" y="5149850"/>
          <p14:tracePt t="4898" x="3403600" y="5016500"/>
          <p14:tracePt t="4914" x="2978150" y="4781550"/>
          <p14:tracePt t="4930" x="2565400" y="4533900"/>
          <p14:tracePt t="4947" x="2419350" y="4464050"/>
          <p14:tracePt t="4964" x="2228850" y="4311650"/>
          <p14:tracePt t="4980" x="2070100" y="4203700"/>
          <p14:tracePt t="4997" x="2006600" y="4152900"/>
          <p14:tracePt t="5014" x="1943100" y="4102100"/>
          <p14:tracePt t="5030" x="1898650" y="4057650"/>
          <p14:tracePt t="5047" x="1879600" y="4044950"/>
          <p14:tracePt t="5064" x="1873250" y="4025900"/>
          <p14:tracePt t="5080" x="1866900" y="4019550"/>
          <p14:tracePt t="5097" x="1866900" y="4013200"/>
          <p14:tracePt t="5113" x="1860550" y="4000500"/>
          <p14:tracePt t="5130" x="1854200" y="4000500"/>
          <p14:tracePt t="5147" x="1828800" y="3962400"/>
          <p14:tracePt t="5163" x="1790700" y="3917950"/>
          <p14:tracePt t="5180" x="1765300" y="3898900"/>
          <p14:tracePt t="5196" x="1746250" y="3854450"/>
          <p14:tracePt t="5213" x="1733550" y="3835400"/>
          <p14:tracePt t="5259" x="1739900" y="3835400"/>
          <p14:tracePt t="5273" x="1746250" y="3835400"/>
          <p14:tracePt t="5283" x="1758950" y="3835400"/>
          <p14:tracePt t="5296" x="1765300" y="3835400"/>
          <p14:tracePt t="5312" x="1778000" y="3848100"/>
          <p14:tracePt t="5330" x="1803400" y="3854450"/>
          <p14:tracePt t="5346" x="1822450" y="3860800"/>
          <p14:tracePt t="5363" x="1835150" y="3860800"/>
          <p14:tracePt t="5379" x="1917700" y="3879850"/>
          <p14:tracePt t="5396" x="1968500" y="3879850"/>
          <p14:tracePt t="5412" x="2019300" y="3886200"/>
          <p14:tracePt t="5428" x="2165350" y="3892550"/>
          <p14:tracePt t="5445" x="2317750" y="3892550"/>
          <p14:tracePt t="5464" x="2470150" y="3892550"/>
          <p14:tracePt t="5479" x="2546350" y="3892550"/>
          <p14:tracePt t="5495" x="2686050" y="3905250"/>
          <p14:tracePt t="5512" x="2800350" y="3905250"/>
          <p14:tracePt t="5528" x="2857500" y="3905250"/>
          <p14:tracePt t="5545" x="2946400" y="3905250"/>
          <p14:tracePt t="5562" x="3003550" y="3911600"/>
          <p14:tracePt t="5579" x="3028950" y="3911600"/>
          <p14:tracePt t="5595" x="3067050" y="3911600"/>
          <p14:tracePt t="5611" x="3079750" y="3911600"/>
          <p14:tracePt t="5628" x="3086100" y="3911600"/>
          <p14:tracePt t="5716" x="3079750" y="3911600"/>
          <p14:tracePt t="5723" x="3079750" y="3917950"/>
          <p14:tracePt t="5751" x="3073400" y="3917950"/>
          <p14:tracePt t="5772" x="3067050" y="3917950"/>
          <p14:tracePt t="5793" x="3060700" y="3917950"/>
          <p14:tracePt t="5835" x="3054350" y="3917950"/>
          <p14:tracePt t="5864" x="3048000" y="3917950"/>
          <p14:tracePt t="5870" x="3048000" y="3924300"/>
          <p14:tracePt t="5891" x="3041650" y="3924300"/>
          <p14:tracePt t="5912" x="3035300" y="3930650"/>
          <p14:tracePt t="5941" x="3028950" y="3930650"/>
          <p14:tracePt t="6246" x="3086100" y="3968750"/>
          <p14:tracePt t="6253" x="3175000" y="4032250"/>
          <p14:tracePt t="6267" x="3302000" y="4108450"/>
          <p14:tracePt t="6275" x="3422650" y="4178300"/>
          <p14:tracePt t="6292" x="3556000" y="4260850"/>
          <p14:tracePt t="6309" x="3816350" y="4438650"/>
          <p14:tracePt t="6326" x="4095750" y="4610100"/>
          <p14:tracePt t="6343" x="4229100" y="4692650"/>
          <p14:tracePt t="6359" x="4464050" y="4838700"/>
          <p14:tracePt t="6375" x="4572000" y="4914900"/>
          <p14:tracePt t="6393" x="4768850" y="5048250"/>
          <p14:tracePt t="6408" x="4921250" y="5149850"/>
          <p14:tracePt t="6425" x="4978400" y="5200650"/>
          <p14:tracePt t="6443" x="5149850" y="5314950"/>
          <p14:tracePt t="6458" x="5194300" y="5340350"/>
          <p14:tracePt t="6475" x="5232400" y="5384800"/>
          <p14:tracePt t="6492" x="5314950" y="5461000"/>
          <p14:tracePt t="6508" x="5372100" y="5518150"/>
          <p14:tracePt t="6525" x="5397500" y="5562600"/>
          <p14:tracePt t="6542" x="5454650" y="5619750"/>
          <p14:tracePt t="6558" x="5486400" y="5664200"/>
          <p14:tracePt t="6575" x="5492750" y="5683250"/>
          <p14:tracePt t="6591" x="5505450" y="5708650"/>
          <p14:tracePt t="6608" x="5524500" y="5727700"/>
          <p14:tracePt t="6625" x="5530850" y="5746750"/>
          <p14:tracePt t="6641" x="5530850" y="5753100"/>
          <p14:tracePt t="6658" x="5537200" y="5759450"/>
          <p14:tracePt t="6674" x="5543550" y="5772150"/>
          <p14:tracePt t="6691" x="5549900" y="5778500"/>
          <p14:tracePt t="6708" x="5556250" y="5791200"/>
          <p14:tracePt t="6724" x="5568950" y="5822950"/>
          <p14:tracePt t="6741" x="5568950" y="5835650"/>
          <p14:tracePt t="6759" x="5568950" y="5861050"/>
          <p14:tracePt t="6774" x="5568950" y="5867400"/>
          <p14:tracePt t="6791" x="5568950" y="5911850"/>
          <p14:tracePt t="6808" x="5556250" y="5930900"/>
          <p14:tracePt t="6824" x="5543550" y="5956300"/>
          <p14:tracePt t="6841" x="5524500" y="6013450"/>
          <p14:tracePt t="6857" x="5505450" y="6057900"/>
          <p14:tracePt t="6874" x="5499100" y="6083300"/>
          <p14:tracePt t="6890" x="5499100" y="6121400"/>
          <p14:tracePt t="6907" x="5499100" y="6134100"/>
          <p14:tracePt t="6924" x="5499100" y="6140450"/>
          <p14:tracePt t="6941" x="5499100" y="6159500"/>
          <p14:tracePt t="6957" x="5511800" y="6165850"/>
          <p14:tracePt t="6973" x="5518150" y="6165850"/>
          <p14:tracePt t="6991" x="5524500" y="6172200"/>
          <p14:tracePt t="7006" x="5530850" y="6172200"/>
          <p14:tracePt t="7023" x="5543550" y="6178550"/>
          <p14:tracePt t="7040" x="5556250" y="6178550"/>
          <p14:tracePt t="7056" x="5568950" y="6178550"/>
          <p14:tracePt t="7073" x="5594350" y="6172200"/>
          <p14:tracePt t="7089" x="5607050" y="6165850"/>
          <p14:tracePt t="7106" x="5626100" y="6153150"/>
          <p14:tracePt t="7123" x="5676900" y="6121400"/>
          <p14:tracePt t="7139" x="5702300" y="6108700"/>
          <p14:tracePt t="7156" x="5721350" y="6076950"/>
          <p14:tracePt t="7173" x="5721350" y="6038850"/>
          <p14:tracePt t="7189" x="5715000" y="6019800"/>
          <p14:tracePt t="7206" x="5676900" y="5994400"/>
          <p14:tracePt t="7223" x="5632450" y="5962650"/>
          <p14:tracePt t="7239" x="5613400" y="5949950"/>
          <p14:tracePt t="7256" x="5562600" y="5930900"/>
          <p14:tracePt t="7272" x="5499100" y="5899150"/>
          <p14:tracePt t="7289" x="5422900" y="5861050"/>
          <p14:tracePt t="7307" x="5372100" y="5835650"/>
          <p14:tracePt t="7322" x="5346700" y="5829300"/>
          <p14:tracePt t="7339" x="5327650" y="5810250"/>
          <p14:tracePt t="7356" x="5308600" y="5810250"/>
          <p14:tracePt t="7412" x="5308600" y="5816600"/>
          <p14:tracePt t="7419" x="5314950" y="5822950"/>
          <p14:tracePt t="7426" x="5314950" y="5829300"/>
          <p14:tracePt t="7442" x="5321300" y="5835650"/>
          <p14:tracePt t="7455" x="5327650" y="5842000"/>
          <p14:tracePt t="7472" x="5340350" y="5848350"/>
          <p14:tracePt t="7488" x="5346700" y="5848350"/>
          <p14:tracePt t="7504" x="5353050" y="5861050"/>
          <p14:tracePt t="7521" x="5353050" y="5867400"/>
          <p14:tracePt t="7553" x="5353050" y="5873750"/>
          <p14:tracePt t="7588" x="5359400" y="5880100"/>
          <p14:tracePt t="7630" x="5365750" y="5880100"/>
          <p14:tracePt t="7658" x="5378450" y="5880100"/>
          <p14:tracePt t="7665" x="5384800" y="5886450"/>
          <p14:tracePt t="7679" x="5397500" y="5892800"/>
          <p14:tracePt t="7693" x="5422900" y="5892800"/>
          <p14:tracePt t="7704" x="5454650" y="5899150"/>
          <p14:tracePt t="7721" x="5492750" y="5911850"/>
          <p14:tracePt t="7738" x="5549900" y="5918200"/>
          <p14:tracePt t="7754" x="5645150" y="5937250"/>
          <p14:tracePt t="7771" x="5683250" y="5943600"/>
          <p14:tracePt t="7787" x="5734050" y="5949950"/>
          <p14:tracePt t="7804" x="5746750" y="5956300"/>
          <p14:tracePt t="7820" x="5759450" y="5962650"/>
          <p14:tracePt t="7837" x="5759450" y="5969000"/>
          <p14:tracePt t="7854" x="5746750" y="5975350"/>
          <p14:tracePt t="7870" x="5676900" y="5988050"/>
          <p14:tracePt t="7887" x="5613400" y="6007100"/>
          <p14:tracePt t="7904" x="5505450" y="6032500"/>
          <p14:tracePt t="7920" x="5264150" y="6064250"/>
          <p14:tracePt t="7937" x="5124450" y="6083300"/>
          <p14:tracePt t="7953" x="4984750" y="6096000"/>
          <p14:tracePt t="7970" x="4857750" y="6096000"/>
          <p14:tracePt t="7988" x="4584700" y="6127750"/>
          <p14:tracePt t="8003" x="4464050" y="6127750"/>
          <p14:tracePt t="8020" x="4349750" y="6140450"/>
          <p14:tracePt t="8037" x="4159250" y="6140450"/>
          <p14:tracePt t="8053" x="4019550" y="6140450"/>
          <p14:tracePt t="8070" x="3949700" y="6140450"/>
          <p14:tracePt t="8088" x="3873500" y="6140450"/>
          <p14:tracePt t="8103" x="3848100" y="6140450"/>
          <p14:tracePt t="8120" x="3790950" y="6134100"/>
          <p14:tracePt t="8136" x="3746500" y="6134100"/>
          <p14:tracePt t="8153" x="3714750" y="6134100"/>
          <p14:tracePt t="8169" x="3695700" y="6134100"/>
          <p14:tracePt t="8173" x="3676650" y="6134100"/>
          <p14:tracePt t="8186" x="3663950" y="6134100"/>
          <p14:tracePt t="8202" x="3619500" y="6134100"/>
          <p14:tracePt t="8221" x="3587750" y="6127750"/>
          <p14:tracePt t="8236" x="3568700" y="6127750"/>
          <p14:tracePt t="8252" x="3556000" y="6121400"/>
          <p14:tracePt t="8270" x="3498850" y="6121400"/>
          <p14:tracePt t="8285" x="3492500" y="6121400"/>
          <p14:tracePt t="8302" x="3486150" y="6121400"/>
          <p14:tracePt t="8319" x="3473450" y="6121400"/>
          <p14:tracePt t="8355" x="3473450" y="6127750"/>
          <p14:tracePt t="8369" x="3486150" y="6127750"/>
          <p14:tracePt t="8386" x="3498850" y="6127750"/>
          <p14:tracePt t="8403" x="3530600" y="6127750"/>
          <p14:tracePt t="8418" x="3568700" y="6127750"/>
          <p14:tracePt t="8435" x="3619500" y="6127750"/>
          <p14:tracePt t="8452" x="3886200" y="6134100"/>
          <p14:tracePt t="8468" x="4000500" y="6140450"/>
          <p14:tracePt t="8485" x="4267200" y="6153150"/>
          <p14:tracePt t="8501" x="4508500" y="6184900"/>
          <p14:tracePt t="8518" x="4610100" y="6197600"/>
          <p14:tracePt t="8535" x="4724400" y="6203950"/>
          <p14:tracePt t="8551" x="4965700" y="6216650"/>
          <p14:tracePt t="8568" x="5022850" y="6223000"/>
          <p14:tracePt t="8587" x="5080000" y="6223000"/>
          <p14:tracePt t="8601" x="5092700" y="6223000"/>
          <p14:tracePt t="8618" x="5099050" y="6235700"/>
          <p14:tracePt t="8651" x="5105400" y="6235700"/>
          <p14:tracePt t="8668" x="5118100" y="6242050"/>
          <p14:tracePt t="8685" x="5143500" y="6254750"/>
          <p14:tracePt t="8701" x="5162550" y="6261100"/>
          <p14:tracePt t="8717" x="5226050" y="6280150"/>
          <p14:tracePt t="8733" x="5346700" y="6311900"/>
          <p14:tracePt t="8750" x="5422900" y="6318250"/>
          <p14:tracePt t="8768" x="5588000" y="6330950"/>
          <p14:tracePt t="8784" x="5746750" y="6337300"/>
          <p14:tracePt t="8800" x="5810250" y="6337300"/>
          <p14:tracePt t="8818" x="5911850" y="6337300"/>
          <p14:tracePt t="8833" x="5943600" y="6330950"/>
          <p14:tracePt t="8850" x="5981700" y="6330950"/>
          <p14:tracePt t="8867" x="6007100" y="6330950"/>
          <p14:tracePt t="8883" x="6013450" y="6330950"/>
          <p14:tracePt t="8917" x="6019800" y="6330950"/>
          <p14:tracePt t="8933" x="6026150" y="6330950"/>
          <p14:tracePt t="8958" x="6026150" y="6337300"/>
          <p14:tracePt t="9057" x="6032500" y="6337300"/>
          <p14:tracePt t="9141" x="6032500" y="6330950"/>
          <p14:tracePt t="9197" x="6032500" y="6324600"/>
          <p14:tracePt t="9281" x="6038850" y="6318250"/>
          <p14:tracePt t="9287" x="6045200" y="6318250"/>
          <p14:tracePt t="9309" x="6057900" y="6318250"/>
          <p14:tracePt t="9319" x="6064250" y="6318250"/>
          <p14:tracePt t="9332" x="6070600" y="6318250"/>
          <p14:tracePt t="9348" x="6102350" y="6318250"/>
          <p14:tracePt t="9366" x="6140450" y="6318250"/>
          <p14:tracePt t="9382" x="6305550" y="6318250"/>
          <p14:tracePt t="9398" x="6419850" y="6318250"/>
          <p14:tracePt t="9415" x="6699250" y="6318250"/>
          <p14:tracePt t="9432" x="6858000" y="6318250"/>
          <p14:tracePt t="9448" x="7023100" y="6305550"/>
          <p14:tracePt t="9465" x="7156450" y="6299200"/>
          <p14:tracePt t="9481" x="7296150" y="6286500"/>
          <p14:tracePt t="9498" x="7423150" y="6273800"/>
          <p14:tracePt t="9514" x="7524750" y="6267450"/>
          <p14:tracePt t="9531" x="7600950" y="6267450"/>
          <p14:tracePt t="9548" x="7670800" y="6254750"/>
          <p14:tracePt t="9564" x="7708900" y="6254750"/>
          <p14:tracePt t="9581" x="7727950" y="6254750"/>
          <p14:tracePt t="9598" x="7753350" y="6254750"/>
          <p14:tracePt t="9614" x="7759700" y="6254750"/>
          <p14:tracePt t="9647" x="7766050" y="6254750"/>
          <p14:tracePt t="9682" x="7766050" y="6248400"/>
          <p14:tracePt t="9731" x="7766050" y="6235700"/>
          <p14:tracePt t="9737" x="7766050" y="6229350"/>
          <p14:tracePt t="9747" x="7759700" y="6223000"/>
          <p14:tracePt t="25121" x="7734300" y="6223000"/>
          <p14:tracePt t="25129" x="7696200" y="6223000"/>
          <p14:tracePt t="25135" x="7639050" y="6216650"/>
          <p14:tracePt t="25144" x="7588250" y="6197600"/>
          <p14:tracePt t="25161" x="7473950" y="6159500"/>
          <p14:tracePt t="25178" x="7232650" y="6045200"/>
          <p14:tracePt t="25194" x="7092950" y="5943600"/>
          <p14:tracePt t="25210" x="6953250" y="5822950"/>
          <p14:tracePt t="25227" x="6705600" y="5607050"/>
          <p14:tracePt t="25243" x="6502400" y="5416550"/>
          <p14:tracePt t="25260" x="6324600" y="5238750"/>
          <p14:tracePt t="25277" x="6121400" y="5054600"/>
          <p14:tracePt t="25293" x="5994400" y="4927600"/>
          <p14:tracePt t="25311" x="5886450" y="4832350"/>
          <p14:tracePt t="25327" x="5734050" y="4686300"/>
          <p14:tracePt t="25343" x="5632450" y="4603750"/>
          <p14:tracePt t="25361" x="5537200" y="4502150"/>
          <p14:tracePt t="25376" x="5480050" y="4464050"/>
          <p14:tracePt t="25393" x="5441950" y="4438650"/>
          <p14:tracePt t="25410" x="5416550" y="4419600"/>
          <p14:tracePt t="25426" x="5403850" y="4406900"/>
          <p14:tracePt t="25443" x="5397500" y="4394200"/>
          <p14:tracePt t="25475" x="5397500" y="4381500"/>
          <p14:tracePt t="25496" x="5397500" y="4375150"/>
          <p14:tracePt t="25509" x="5397500" y="4368800"/>
          <p14:tracePt t="25526" x="5397500" y="4356100"/>
          <p14:tracePt t="25544" x="5391150" y="4343400"/>
          <p14:tracePt t="25560" x="5391150" y="4337050"/>
          <p14:tracePt t="25575" x="5384800" y="4324350"/>
          <p14:tracePt t="25592" x="5384800" y="4318000"/>
          <p14:tracePt t="25609" x="5372100" y="4311650"/>
          <p14:tracePt t="25626" x="5365750" y="4311650"/>
          <p14:tracePt t="25658" x="5359400" y="4311650"/>
          <p14:tracePt t="25675" x="5353050" y="4311650"/>
          <p14:tracePt t="25692" x="5346700" y="4311650"/>
          <p14:tracePt t="25708" x="5327650" y="4305300"/>
          <p14:tracePt t="25726" x="5308600" y="4292600"/>
          <p14:tracePt t="25742" x="5264150" y="4279900"/>
          <p14:tracePt t="25758" x="5251450" y="4273550"/>
          <p14:tracePt t="26160" x="5257800" y="4273550"/>
          <p14:tracePt t="26166" x="5270500" y="4273550"/>
          <p14:tracePt t="26177" x="5283200" y="4267200"/>
          <p14:tracePt t="26190" x="5302250" y="4260850"/>
          <p14:tracePt t="26207" x="5321300" y="4241800"/>
          <p14:tracePt t="26223" x="5334000" y="4235450"/>
          <p14:tracePt t="26240" x="5346700" y="4222750"/>
          <p14:tracePt t="26257" x="5365750" y="4222750"/>
          <p14:tracePt t="26274" x="5391150" y="4216400"/>
          <p14:tracePt t="26290" x="5410200" y="4210050"/>
          <p14:tracePt t="26307" x="5454650" y="4210050"/>
          <p14:tracePt t="26323" x="5486400" y="4210050"/>
          <p14:tracePt t="26340" x="5530850" y="4216400"/>
          <p14:tracePt t="26357" x="5575300" y="4222750"/>
          <p14:tracePt t="26373" x="5600700" y="4241800"/>
          <p14:tracePt t="26377" x="5613400" y="4248150"/>
          <p14:tracePt t="26390" x="5626100" y="4248150"/>
          <p14:tracePt t="26407" x="5645150" y="4254500"/>
          <p14:tracePt t="26423" x="5657850" y="4260850"/>
          <p14:tracePt t="26440" x="5689600" y="4267200"/>
          <p14:tracePt t="26456" x="5702300" y="4273550"/>
          <p14:tracePt t="26473" x="5727700" y="4273550"/>
          <p14:tracePt t="26490" x="5753100" y="4279900"/>
          <p14:tracePt t="26506" x="5759450" y="4286250"/>
          <p14:tracePt t="26522" x="5778500" y="4298950"/>
          <p14:tracePt t="26539" x="5784850" y="4298950"/>
          <p14:tracePt t="26556" x="5791200" y="4305300"/>
          <p14:tracePt t="26572" x="5803900" y="4305300"/>
          <p14:tracePt t="26589" x="5816600" y="4305300"/>
          <p14:tracePt t="26631" x="5822950" y="4305300"/>
          <p14:tracePt t="26673" x="5829300" y="4305300"/>
          <p14:tracePt t="26680" x="5835650" y="4305300"/>
          <p14:tracePt t="26701" x="5835650" y="4298950"/>
          <p14:tracePt t="26729" x="5842000" y="4292600"/>
          <p14:tracePt t="26750" x="5842000" y="4286250"/>
          <p14:tracePt t="26771" x="5842000" y="4279900"/>
          <p14:tracePt t="26799" x="5848350" y="4273550"/>
          <p14:tracePt t="26841" x="5854700" y="4273550"/>
          <p14:tracePt t="26848" x="5854700" y="4267200"/>
          <p14:tracePt t="26890" x="5854700" y="4260850"/>
          <p14:tracePt t="26912" x="5861050" y="4254500"/>
          <p14:tracePt t="26919" x="5867400" y="4248150"/>
          <p14:tracePt t="26940" x="5873750" y="4241800"/>
          <p14:tracePt t="26961" x="5880100" y="4241800"/>
          <p14:tracePt t="26975" x="5886450" y="4241800"/>
          <p14:tracePt t="26989" x="5892800" y="4235450"/>
          <p14:tracePt t="27003" x="5899150" y="4235450"/>
          <p14:tracePt t="27010" x="5905500" y="4229100"/>
          <p14:tracePt t="27025" x="5924550" y="4222750"/>
          <p14:tracePt t="27038" x="5937250" y="4216400"/>
          <p14:tracePt t="27055" x="5975350" y="4184650"/>
          <p14:tracePt t="27070" x="5994400" y="4165600"/>
          <p14:tracePt t="27087" x="6038850" y="4121150"/>
          <p14:tracePt t="27104" x="6064250" y="4076700"/>
          <p14:tracePt t="27120" x="6089650" y="4044950"/>
          <p14:tracePt t="27137" x="6134100" y="3867150"/>
          <p14:tracePt t="27154" x="6153150" y="3816350"/>
          <p14:tracePt t="27171" x="6172200" y="3708400"/>
          <p14:tracePt t="27187" x="6184900" y="3638550"/>
          <p14:tracePt t="27203" x="6184900" y="3613150"/>
          <p14:tracePt t="27221" x="6178550" y="3562350"/>
          <p14:tracePt t="27237" x="6172200" y="3549650"/>
          <p14:tracePt t="27254" x="6159500" y="3536950"/>
          <p14:tracePt t="27270" x="6115050" y="3498850"/>
          <p14:tracePt t="27287" x="6089650" y="3492500"/>
          <p14:tracePt t="27303" x="6064250" y="3486150"/>
          <p14:tracePt t="27320" x="6013450" y="3486150"/>
          <p14:tracePt t="27336" x="5943600" y="3479800"/>
          <p14:tracePt t="27355" x="5880100" y="3479800"/>
          <p14:tracePt t="27369" x="5842000" y="3479800"/>
          <p14:tracePt t="27386" x="5784850" y="3479800"/>
          <p14:tracePt t="27403" x="5715000" y="3479800"/>
          <p14:tracePt t="27419" x="5683250" y="3473450"/>
          <p14:tracePt t="27436" x="5619750" y="3467100"/>
          <p14:tracePt t="27453" x="5562600" y="3454400"/>
          <p14:tracePt t="27469" x="5530850" y="3454400"/>
          <p14:tracePt t="27486" x="5492750" y="3454400"/>
          <p14:tracePt t="27502" x="5467350" y="3441700"/>
          <p14:tracePt t="27519" x="5461000" y="3441700"/>
          <p14:tracePt t="27536" x="5448300" y="3435350"/>
          <p14:tracePt t="27552" x="5435600" y="3429000"/>
          <p14:tracePt t="27569" x="5429250" y="3422650"/>
          <p14:tracePt t="27586" x="5422900" y="3403600"/>
          <p14:tracePt t="27602" x="5416550" y="3397250"/>
          <p14:tracePt t="27619" x="5403850" y="3378200"/>
          <p14:tracePt t="27636" x="5378450" y="3346450"/>
          <p14:tracePt t="27652" x="5359400" y="3327400"/>
          <p14:tracePt t="27668" x="5321300" y="3270250"/>
          <p14:tracePt t="27685" x="5283200" y="3238500"/>
          <p14:tracePt t="27702" x="5270500" y="3213100"/>
          <p14:tracePt t="27719" x="5257800" y="3206750"/>
          <p14:tracePt t="27735" x="5257800" y="3200400"/>
          <p14:tracePt t="27769" x="5245100" y="3206750"/>
          <p14:tracePt t="27804" x="5245100" y="3213100"/>
          <p14:tracePt t="27824" x="5238750" y="3219450"/>
          <p14:tracePt t="27845" x="5232400" y="3219450"/>
          <p14:tracePt t="27874" x="5226050" y="3219450"/>
          <p14:tracePt t="27901" x="5219700" y="3219450"/>
          <p14:tracePt t="27923" x="5207000" y="3219450"/>
          <p14:tracePt t="27938" x="5194300" y="3219450"/>
          <p14:tracePt t="27944" x="5181600" y="3219450"/>
          <p14:tracePt t="27959" x="5143500" y="3219450"/>
          <p14:tracePt t="27967" x="5099050" y="3213100"/>
          <p14:tracePt t="27984" x="5022850" y="3213100"/>
          <p14:tracePt t="28001" x="4794250" y="3187700"/>
          <p14:tracePt t="28017" x="4464050" y="3143250"/>
          <p14:tracePt t="28034" x="4216400" y="3111500"/>
          <p14:tracePt t="28050" x="3727450" y="3054350"/>
          <p14:tracePt t="28067" x="3270250" y="3016250"/>
          <p14:tracePt t="28083" x="3060700" y="3016250"/>
          <p14:tracePt t="28100" x="2736850" y="3003550"/>
          <p14:tracePt t="28117" x="2470150" y="3003550"/>
          <p14:tracePt t="28134" x="2279650" y="3016250"/>
          <p14:tracePt t="28150" x="2216150" y="3016250"/>
          <p14:tracePt t="28167" x="2165350" y="3016250"/>
          <p14:tracePt t="28183" x="2076450" y="3022600"/>
          <p14:tracePt t="28200" x="2057400" y="3028950"/>
          <p14:tracePt t="28217" x="2038350" y="3035300"/>
          <p14:tracePt t="28233" x="2019300" y="3041650"/>
          <p14:tracePt t="28250" x="1993900" y="3060700"/>
          <p14:tracePt t="28268" x="1974850" y="3079750"/>
          <p14:tracePt t="28283" x="1949450" y="3092450"/>
          <p14:tracePt t="28300" x="1917700" y="3105150"/>
          <p14:tracePt t="28317" x="1885950" y="3111500"/>
          <p14:tracePt t="28333" x="1873250" y="3117850"/>
          <p14:tracePt t="28349" x="1828800" y="3130550"/>
          <p14:tracePt t="28366" x="1803400" y="3136900"/>
          <p14:tracePt t="28383" x="1790700" y="3143250"/>
          <p14:tracePt t="28399" x="1778000" y="3155950"/>
          <p14:tracePt t="28416" x="1778000" y="3162300"/>
          <p14:tracePt t="28432" x="1778000" y="3168650"/>
          <p14:tracePt t="28450" x="1771650" y="3175000"/>
          <p14:tracePt t="28465" x="1771650" y="3187700"/>
          <p14:tracePt t="28499" x="1771650" y="3194050"/>
          <p14:tracePt t="28515" x="1771650" y="3200400"/>
          <p14:tracePt t="28550" x="1771650" y="3206750"/>
          <p14:tracePt t="28577" x="1778000" y="3206750"/>
          <p14:tracePt t="28605" x="1784350" y="3213100"/>
          <p14:tracePt t="28626" x="1790700" y="3219450"/>
          <p14:tracePt t="28640" x="1797050" y="3219450"/>
          <p14:tracePt t="28675" x="1803400" y="3219450"/>
          <p14:tracePt t="28710" x="1803400" y="3225800"/>
          <p14:tracePt t="28759" x="1809750" y="3232150"/>
          <p14:tracePt t="29041" x="1816100" y="3232150"/>
          <p14:tracePt t="29048" x="1822450" y="3232150"/>
          <p14:tracePt t="29090" x="1828800" y="3232150"/>
          <p14:tracePt t="29118" x="1835150" y="3232150"/>
          <p14:tracePt t="29139" x="1841500" y="3232150"/>
          <p14:tracePt t="29160" x="1847850" y="3232150"/>
          <p14:tracePt t="29167" x="1854200" y="3232150"/>
          <p14:tracePt t="29183" x="1866900" y="3232150"/>
          <p14:tracePt t="29197" x="1879600" y="3225800"/>
          <p14:tracePt t="29213" x="1949450" y="3219450"/>
          <p14:tracePt t="29231" x="2063750" y="3200400"/>
          <p14:tracePt t="29246" x="2133600" y="3187700"/>
          <p14:tracePt t="29263" x="2298700" y="3168650"/>
          <p14:tracePt t="29280" x="2457450" y="3149600"/>
          <p14:tracePt t="29297" x="2533650" y="3130550"/>
          <p14:tracePt t="29313" x="2667000" y="3105150"/>
          <p14:tracePt t="29329" x="2762250" y="3086100"/>
          <p14:tracePt t="29346" x="2800350" y="3079750"/>
          <p14:tracePt t="29363" x="2857500" y="3054350"/>
          <p14:tracePt t="29379" x="2882900" y="3035300"/>
          <p14:tracePt t="29396" x="2889250" y="3028950"/>
          <p14:tracePt t="29400" x="2889250" y="3022600"/>
          <p14:tracePt t="29415" x="2895600" y="3016250"/>
          <p14:tracePt t="29434" x="2895600" y="3009900"/>
          <p14:tracePt t="29449" x="2895600" y="3003550"/>
          <p14:tracePt t="29465" x="2895600" y="2997200"/>
          <p14:tracePt t="29483" x="2895600" y="2990850"/>
          <p14:tracePt t="29511" x="2889250" y="2984500"/>
          <p14:tracePt t="29533" x="2882900" y="2978150"/>
          <p14:tracePt t="29539" x="2876550" y="2971800"/>
          <p14:tracePt t="29554" x="2870200" y="2971800"/>
          <p14:tracePt t="29562" x="2863850" y="2971800"/>
          <p14:tracePt t="29582" x="2857500" y="2965450"/>
          <p14:tracePt t="29596" x="2844800" y="2965450"/>
          <p14:tracePt t="29612" x="2800350" y="2946400"/>
          <p14:tracePt t="29631" x="2711450" y="2921000"/>
          <p14:tracePt t="29645" x="2641600" y="2901950"/>
          <p14:tracePt t="29662" x="2495550" y="2863850"/>
          <p14:tracePt t="29679" x="2419350" y="2844800"/>
          <p14:tracePt t="29696" x="2286000" y="2819400"/>
          <p14:tracePt t="29712" x="2228850" y="2806700"/>
          <p14:tracePt t="29730" x="2120900" y="2806700"/>
          <p14:tracePt t="29745" x="2101850" y="2806700"/>
          <p14:tracePt t="29761" x="2089150" y="2806700"/>
          <p14:tracePt t="29779" x="2070100" y="2813050"/>
          <p14:tracePt t="29794" x="2063750" y="2819400"/>
          <p14:tracePt t="29811" x="2063750" y="2825750"/>
          <p14:tracePt t="29828" x="2063750" y="2838450"/>
          <p14:tracePt t="29844" x="2070100" y="2838450"/>
          <p14:tracePt t="29861" x="2076450" y="2838450"/>
          <p14:tracePt t="29878" x="2095500" y="2844800"/>
          <p14:tracePt t="29894" x="2108200" y="2844800"/>
          <p14:tracePt t="29911" x="2120900" y="2844800"/>
          <p14:tracePt t="29927" x="2165350" y="2844800"/>
          <p14:tracePt t="29944" x="2228850" y="2851150"/>
          <p14:tracePt t="29961" x="2336800" y="2863850"/>
          <p14:tracePt t="29977" x="2387600" y="2870200"/>
          <p14:tracePt t="29994" x="2457450" y="2882900"/>
          <p14:tracePt t="30011" x="2628900" y="2908300"/>
          <p14:tracePt t="30027" x="2667000" y="2914650"/>
          <p14:tracePt t="30046" x="2743200" y="2940050"/>
          <p14:tracePt t="30061" x="2768600" y="2946400"/>
          <p14:tracePt t="30077" x="2819400" y="2952750"/>
          <p14:tracePt t="30094" x="2870200" y="2952750"/>
          <p14:tracePt t="30110" x="2889250" y="2952750"/>
          <p14:tracePt t="30129" x="2927350" y="2965450"/>
          <p14:tracePt t="30144" x="2952750" y="2965450"/>
          <p14:tracePt t="30160" x="2965450" y="2952750"/>
          <p14:tracePt t="30177" x="2984500" y="2952750"/>
          <p14:tracePt t="30193" x="3003550" y="2952750"/>
          <p14:tracePt t="30210" x="3009900" y="2946400"/>
          <p14:tracePt t="30226" x="3022600" y="2946400"/>
          <p14:tracePt t="30243" x="3041650" y="2946400"/>
          <p14:tracePt t="30260" x="3048000" y="2946400"/>
          <p14:tracePt t="30277" x="3060700" y="2946400"/>
          <p14:tracePt t="30292" x="3067050" y="2946400"/>
          <p14:tracePt t="30309" x="3073400" y="2946400"/>
          <p14:tracePt t="30326" x="3086100" y="2946400"/>
          <p14:tracePt t="30342" x="3092450" y="2946400"/>
          <p14:tracePt t="30359" x="3098800" y="2940050"/>
          <p14:tracePt t="30376" x="3117850" y="2933700"/>
          <p14:tracePt t="30392" x="3124200" y="2933700"/>
          <p14:tracePt t="30409" x="3136900" y="2921000"/>
          <p14:tracePt t="30426" x="3143250" y="2914650"/>
          <p14:tracePt t="30442" x="3143250" y="2908300"/>
          <p14:tracePt t="30459" x="3149600" y="2895600"/>
          <p14:tracePt t="30475" x="3149600" y="2876550"/>
          <p14:tracePt t="30509" x="3155950" y="2857500"/>
          <p14:tracePt t="30525" x="3155950" y="2844800"/>
          <p14:tracePt t="30542" x="3155950" y="2832100"/>
          <p14:tracePt t="30558" x="3162300" y="2825750"/>
          <p14:tracePt t="30575" x="3175000" y="2813050"/>
          <p14:tracePt t="30592" x="3187700" y="2813050"/>
          <p14:tracePt t="30608" x="3244850" y="2800350"/>
          <p14:tracePt t="30625" x="3295650" y="2787650"/>
          <p14:tracePt t="30642" x="3454400" y="2787650"/>
          <p14:tracePt t="30658" x="3644900" y="2800350"/>
          <p14:tracePt t="30675" x="3733800" y="2825750"/>
          <p14:tracePt t="30692" x="3930650" y="2851150"/>
          <p14:tracePt t="30708" x="4095750" y="2895600"/>
          <p14:tracePt t="30725" x="4165600" y="2914650"/>
          <p14:tracePt t="30741" x="4260850" y="2946400"/>
          <p14:tracePt t="30758" x="4311650" y="2965450"/>
          <p14:tracePt t="30775" x="4324350" y="2978150"/>
          <p14:tracePt t="30791" x="4324350" y="2984500"/>
          <p14:tracePt t="30808" x="4305300" y="2984500"/>
          <p14:tracePt t="30825" x="4267200" y="2984500"/>
          <p14:tracePt t="30840" x="4241800" y="2984500"/>
          <p14:tracePt t="30857" x="4152900" y="2984500"/>
          <p14:tracePt t="30875" x="3975100" y="2971800"/>
          <p14:tracePt t="30891" x="3873500" y="2965450"/>
          <p14:tracePt t="30907" x="3759200" y="2952750"/>
          <p14:tracePt t="30911" x="3644900" y="2952750"/>
          <p14:tracePt t="30924" x="3454400" y="2946400"/>
          <p14:tracePt t="30940" x="3390900" y="2946400"/>
          <p14:tracePt t="30958" x="3321050" y="2933700"/>
          <p14:tracePt t="30974" x="3308350" y="2933700"/>
          <p14:tracePt t="30990" x="3295650" y="2933700"/>
          <p14:tracePt t="31007" x="3289300" y="2933700"/>
          <p14:tracePt t="31029" x="3289300" y="2940050"/>
          <p14:tracePt t="31040" x="3295650" y="2940050"/>
          <p14:tracePt t="31064" x="3302000" y="2946400"/>
          <p14:tracePt t="31134" x="3295650" y="2946400"/>
          <p14:tracePt t="31155" x="3289300" y="2946400"/>
          <p14:tracePt t="31169" x="3282950" y="2946400"/>
          <p14:tracePt t="31176" x="3276600" y="2946400"/>
          <p14:tracePt t="31193" x="3270250" y="2940050"/>
          <p14:tracePt t="31207" x="3263900" y="2940050"/>
          <p14:tracePt t="31222" x="3257550" y="2940050"/>
          <p14:tracePt t="31247" x="3251200" y="2946400"/>
          <p14:tracePt t="31268" x="3244850" y="2946400"/>
          <p14:tracePt t="31290" x="3244850" y="2952750"/>
          <p14:tracePt t="31296" x="3238500" y="2952750"/>
          <p14:tracePt t="31317" x="3238500" y="2959100"/>
          <p14:tracePt t="31338" x="3238500" y="2965450"/>
          <p14:tracePt t="31366" x="3238500" y="2971800"/>
          <p14:tracePt t="31401" x="3238500" y="2978150"/>
          <p14:tracePt t="31408" x="3232150" y="2978150"/>
          <p14:tracePt t="31436" x="3225800" y="2984500"/>
          <p14:tracePt t="31472" x="3219450" y="2984500"/>
          <p14:tracePt t="31485" x="3213100" y="2990850"/>
          <p14:tracePt t="31528" x="3206750" y="2990850"/>
          <p14:tracePt t="31549" x="3200400" y="2990850"/>
          <p14:tracePt t="31711" x="3194050" y="2990850"/>
          <p14:tracePt t="31752" x="3187700" y="2984500"/>
          <p14:tracePt t="31759" x="3187700" y="2978150"/>
          <p14:tracePt t="31789" x="3181350" y="2971800"/>
          <p14:tracePt t="31802" x="3175000" y="2965450"/>
          <p14:tracePt t="31823" x="3168650" y="2965450"/>
          <p14:tracePt t="31829" x="3162300" y="2959100"/>
          <p14:tracePt t="31858" x="3155950" y="2959100"/>
          <p14:tracePt t="31872" x="3149600" y="2952750"/>
          <p14:tracePt t="31879" x="3143250" y="2952750"/>
          <p14:tracePt t="31893" x="3136900" y="2946400"/>
          <p14:tracePt t="31904" x="3130550" y="2946400"/>
          <p14:tracePt t="31921" x="3105150" y="2933700"/>
          <p14:tracePt t="31937" x="3086100" y="2933700"/>
          <p14:tracePt t="31954" x="3048000" y="2914650"/>
          <p14:tracePt t="31970" x="2984500" y="2870200"/>
          <p14:tracePt t="31986" x="2952750" y="2857500"/>
          <p14:tracePt t="32003" x="2876550" y="2813050"/>
          <p14:tracePt t="32020" x="2794000" y="2762250"/>
          <p14:tracePt t="32037" x="2762250" y="2736850"/>
          <p14:tracePt t="32054" x="2711450" y="2698750"/>
          <p14:tracePt t="32070" x="2673350" y="2679700"/>
          <p14:tracePt t="32087" x="2660650" y="2667000"/>
          <p14:tracePt t="32104" x="2647950" y="2667000"/>
          <p14:tracePt t="32120" x="2641600" y="2667000"/>
          <p14:tracePt t="32137" x="2635250" y="2660650"/>
          <p14:tracePt t="32153" x="2628900" y="2660650"/>
          <p14:tracePt t="32170" x="2622550" y="2660650"/>
          <p14:tracePt t="32209" x="2616200" y="2660650"/>
          <p14:tracePt t="32230" x="2616200" y="2667000"/>
          <p14:tracePt t="32244" x="2609850" y="2673350"/>
          <p14:tracePt t="32258" x="2609850" y="2679700"/>
          <p14:tracePt t="32279" x="2609850" y="2686050"/>
          <p14:tracePt t="32294" x="2603500" y="2692400"/>
          <p14:tracePt t="32315" x="2597150" y="2698750"/>
          <p14:tracePt t="32322" x="2584450" y="2711450"/>
          <p14:tracePt t="32335" x="2571750" y="2730500"/>
          <p14:tracePt t="32352" x="2527300" y="2768600"/>
          <p14:tracePt t="32369" x="2495550" y="2794000"/>
          <p14:tracePt t="32386" x="2413000" y="2851150"/>
          <p14:tracePt t="32402" x="2324100" y="2908300"/>
          <p14:tracePt t="32420" x="2260600" y="2940050"/>
          <p14:tracePt t="32435" x="2228850" y="2952750"/>
          <p14:tracePt t="32452" x="2209800" y="2959100"/>
          <p14:tracePt t="32469" x="2178050" y="2965450"/>
          <p14:tracePt t="32486" x="2171700" y="2965450"/>
          <p14:tracePt t="32518" x="2178050" y="2952750"/>
          <p14:tracePt t="32535" x="2203450" y="2933700"/>
          <p14:tracePt t="32552" x="2209800" y="2921000"/>
          <p14:tracePt t="32568" x="2228850" y="2882900"/>
          <p14:tracePt t="32585" x="2260600" y="2851150"/>
          <p14:tracePt t="32602" x="2273300" y="2838450"/>
          <p14:tracePt t="32618" x="2311400" y="2774950"/>
          <p14:tracePt t="32635" x="2330450" y="2730500"/>
          <p14:tracePt t="32652" x="2349500" y="2711450"/>
          <p14:tracePt t="32668" x="2368550" y="2673350"/>
          <p14:tracePt t="32684" x="2406650" y="2641600"/>
          <p14:tracePt t="32702" x="2425700" y="2622550"/>
          <p14:tracePt t="32718" x="2438400" y="2609850"/>
          <p14:tracePt t="32736" x="2463800" y="2578100"/>
          <p14:tracePt t="32751" x="2482850" y="2552700"/>
          <p14:tracePt t="32769" x="2489200" y="2540000"/>
          <p14:tracePt t="32785" x="2508250" y="2527300"/>
          <p14:tracePt t="32801" x="2514600" y="2520950"/>
          <p14:tracePt t="32818" x="2514600" y="2514600"/>
          <p14:tracePt t="32836" x="2514600" y="2508250"/>
          <p14:tracePt t="32877" x="2508250" y="2508250"/>
          <p14:tracePt t="32885" x="2501900" y="2508250"/>
          <p14:tracePt t="32891" x="2501900" y="2514600"/>
          <p14:tracePt t="32905" x="2495550" y="2514600"/>
          <p14:tracePt t="32917" x="2489200" y="2514600"/>
          <p14:tracePt t="32934" x="2482850" y="2520950"/>
          <p14:tracePt t="32950" x="2482850" y="2527300"/>
          <p14:tracePt t="32968" x="2463800" y="2546350"/>
          <p14:tracePt t="32983" x="2419350" y="2571750"/>
          <p14:tracePt t="33000" x="2387600" y="2597150"/>
          <p14:tracePt t="33018" x="2311400" y="2660650"/>
          <p14:tracePt t="33034" x="2222500" y="2711450"/>
          <p14:tracePt t="33051" x="2178050" y="2749550"/>
          <p14:tracePt t="33067" x="2101850" y="2781300"/>
          <p14:tracePt t="33083" x="2070100" y="2787650"/>
          <p14:tracePt t="33100" x="2019300" y="2794000"/>
          <p14:tracePt t="33117" x="2012950" y="2794000"/>
          <p14:tracePt t="33133" x="2006600" y="2794000"/>
          <p14:tracePt t="33151" x="2000250" y="2781300"/>
          <p14:tracePt t="33166" x="2006600" y="2762250"/>
          <p14:tracePt t="33183" x="2012950" y="2749550"/>
          <p14:tracePt t="33200" x="2019300" y="2736850"/>
          <p14:tracePt t="33216" x="2032000" y="2717800"/>
          <p14:tracePt t="33232" x="2038350" y="2717800"/>
          <p14:tracePt t="33250" x="2057400" y="2705100"/>
          <p14:tracePt t="33266" x="2076450" y="2705100"/>
          <p14:tracePt t="33282" x="2095500" y="2705100"/>
          <p14:tracePt t="33299" x="2146300" y="2736850"/>
          <p14:tracePt t="33316" x="2222500" y="2787650"/>
          <p14:tracePt t="33333" x="2349500" y="2857500"/>
          <p14:tracePt t="33349" x="2413000" y="2882900"/>
          <p14:tracePt t="33366" x="2482850" y="2927350"/>
          <p14:tracePt t="33383" x="2654300" y="2997200"/>
          <p14:tracePt t="33399" x="2679700" y="3016250"/>
          <p14:tracePt t="33415" x="2692400" y="3016250"/>
          <p14:tracePt t="33419" x="2705100" y="3016250"/>
          <p14:tracePt t="33432" x="2711450" y="3016250"/>
          <p14:tracePt t="33467" x="2705100" y="3009900"/>
          <p14:tracePt t="33488" x="2692400" y="3003550"/>
          <p14:tracePt t="33495" x="2686050" y="3003550"/>
          <p14:tracePt t="33509" x="2673350" y="2997200"/>
          <p14:tracePt t="33518" x="2667000" y="2990850"/>
          <p14:tracePt t="33531" x="2654300" y="2990850"/>
          <p14:tracePt t="33548" x="2647950" y="2990850"/>
          <p14:tracePt t="33565" x="2641600" y="2990850"/>
          <p14:tracePt t="33581" x="2628900" y="2978150"/>
          <p14:tracePt t="33598" x="2622550" y="2971800"/>
          <p14:tracePt t="33615" x="2616200" y="2959100"/>
          <p14:tracePt t="33631" x="2616200" y="2952750"/>
          <p14:tracePt t="33664" x="2616200" y="2933700"/>
          <p14:tracePt t="33681" x="2616200" y="2927350"/>
          <p14:tracePt t="33699" x="2622550" y="2908300"/>
          <p14:tracePt t="33714" x="2628900" y="2908300"/>
          <p14:tracePt t="33731" x="2660650" y="2895600"/>
          <p14:tracePt t="33748" x="2711450" y="2876550"/>
          <p14:tracePt t="33764" x="2743200" y="2870200"/>
          <p14:tracePt t="33781" x="2832100" y="2863850"/>
          <p14:tracePt t="33797" x="2940050" y="2863850"/>
          <p14:tracePt t="33814" x="2978150" y="2876550"/>
          <p14:tracePt t="33831" x="3041650" y="2882900"/>
          <p14:tracePt t="33848" x="3067050" y="2882900"/>
          <p14:tracePt t="33881" x="3054350" y="2863850"/>
          <p14:tracePt t="33897" x="3035300" y="2851150"/>
          <p14:tracePt t="33914" x="3022600" y="2844800"/>
          <p14:tracePt t="33917" x="3022600" y="2838450"/>
          <p14:tracePt t="33933" x="3016250" y="2838450"/>
          <p14:tracePt t="33947" x="3016250" y="2825750"/>
          <p14:tracePt t="33963" x="3016250" y="2819400"/>
          <p14:tracePt t="33980" x="3035300" y="2819400"/>
          <p14:tracePt t="33997" x="3048000" y="2813050"/>
          <p14:tracePt t="34013" x="3092450" y="2813050"/>
          <p14:tracePt t="34030" x="3168650" y="2806700"/>
          <p14:tracePt t="34047" x="3206750" y="2806700"/>
          <p14:tracePt t="34064" x="3302000" y="2794000"/>
          <p14:tracePt t="34079" x="3384550" y="2781300"/>
          <p14:tracePt t="34096" x="3416300" y="2768600"/>
          <p14:tracePt t="34113" x="3448050" y="2755900"/>
          <p14:tracePt t="34129" x="3467100" y="2743200"/>
          <p14:tracePt t="34146" x="3473450" y="2743200"/>
          <p14:tracePt t="34219" x="3473450" y="2749550"/>
          <p14:tracePt t="34240" x="3473450" y="2755900"/>
          <p14:tracePt t="34268" x="3473450" y="2762250"/>
          <p14:tracePt t="34275" x="3473450" y="2768600"/>
          <p14:tracePt t="34297" x="3467100" y="2768600"/>
          <p14:tracePt t="34303" x="3467100" y="2774950"/>
          <p14:tracePt t="34317" x="3460750" y="2774950"/>
          <p14:tracePt t="34832" x="3467100" y="2781300"/>
          <p14:tracePt t="34838" x="3486150" y="2794000"/>
          <p14:tracePt t="34853" x="3511550" y="2806700"/>
          <p14:tracePt t="34863" x="3530600" y="2838450"/>
          <p14:tracePt t="34878" x="3568700" y="2863850"/>
          <p14:tracePt t="34893" x="3651250" y="2952750"/>
          <p14:tracePt t="34910" x="3759200" y="3073400"/>
          <p14:tracePt t="34927" x="3816350" y="3143250"/>
          <p14:tracePt t="34931" x="3867150" y="3200400"/>
          <p14:tracePt t="34947" x="3917950" y="3282950"/>
          <p14:tracePt t="34960" x="3956050" y="3340100"/>
          <p14:tracePt t="34977" x="4032250" y="3479800"/>
          <p14:tracePt t="34994" x="4083050" y="3600450"/>
          <p14:tracePt t="35010" x="4089400" y="3644900"/>
          <p14:tracePt t="35027" x="4108450" y="3702050"/>
          <p14:tracePt t="35043" x="4114800" y="3752850"/>
          <p14:tracePt t="35060" x="4114800" y="3771900"/>
          <p14:tracePt t="35077" x="4121150" y="3816350"/>
          <p14:tracePt t="35093" x="4127500" y="3841750"/>
          <p14:tracePt t="35109" x="4133850" y="3848100"/>
          <p14:tracePt t="35126" x="4140200" y="3854450"/>
          <p14:tracePt t="35142" x="4152900" y="3854450"/>
          <p14:tracePt t="35159" x="4159250" y="3854450"/>
          <p14:tracePt t="35192" x="4165600" y="3848100"/>
          <p14:tracePt t="35209" x="4171950" y="3848100"/>
          <p14:tracePt t="35226" x="4184650" y="3879850"/>
          <p14:tracePt t="35242" x="4197350" y="3917950"/>
          <p14:tracePt t="44517" x="4178300" y="3962400"/>
          <p14:tracePt t="44524" x="4152900" y="4006850"/>
          <p14:tracePt t="44538" x="4133850" y="4057650"/>
          <p14:tracePt t="44546" x="4121150" y="4089400"/>
          <p14:tracePt t="44560" x="4102100" y="4121150"/>
          <p14:tracePt t="44577" x="4089400" y="4152900"/>
          <p14:tracePt t="44594" x="4044950" y="4216400"/>
          <p14:tracePt t="44597" x="4032250" y="4241800"/>
          <p14:tracePt t="44610" x="4006850" y="4260850"/>
          <p14:tracePt t="44627" x="4000500" y="4286250"/>
          <p14:tracePt t="44643" x="3981450" y="4311650"/>
          <p14:tracePt t="44660" x="3975100" y="4324350"/>
          <p14:tracePt t="44693" x="3975100" y="4343400"/>
          <p14:tracePt t="44710" x="3975100" y="4349750"/>
          <p14:tracePt t="44728" x="3987800" y="4362450"/>
          <p14:tracePt t="44743" x="3994150" y="4362450"/>
          <p14:tracePt t="44759" x="4006850" y="4362450"/>
          <p14:tracePt t="44777" x="4019550" y="4362450"/>
          <p14:tracePt t="44793" x="4025900" y="4356100"/>
          <p14:tracePt t="44809" x="4032250" y="4349750"/>
          <p14:tracePt t="44826" x="4038600" y="4337050"/>
          <p14:tracePt t="44868" x="4038600" y="4330700"/>
          <p14:tracePt t="44876" x="4038600" y="4324350"/>
          <p14:tracePt t="44911" x="4032250" y="4318000"/>
          <p14:tracePt t="44931" x="4025900" y="4318000"/>
          <p14:tracePt t="44938" x="4019550" y="4311650"/>
          <p14:tracePt t="44946" x="4006850" y="4305300"/>
          <p14:tracePt t="44961" x="3987800" y="4298950"/>
          <p14:tracePt t="44975" x="3956050" y="4292600"/>
          <p14:tracePt t="44992" x="3860800" y="4267200"/>
          <p14:tracePt t="45009" x="3714750" y="4229100"/>
          <p14:tracePt t="45026" x="3638550" y="4210050"/>
          <p14:tracePt t="45043" x="3492500" y="4191000"/>
          <p14:tracePt t="45059" x="3384550" y="4171950"/>
          <p14:tracePt t="45075" x="3346450" y="4171950"/>
          <p14:tracePt t="45092" x="3308350" y="4171950"/>
          <p14:tracePt t="45108" x="3270250" y="4197350"/>
          <p14:tracePt t="45125" x="3263900" y="4210050"/>
          <p14:tracePt t="45142" x="3257550" y="4241800"/>
          <p14:tracePt t="45158" x="3251200" y="4343400"/>
          <p14:tracePt t="45175" x="3251200" y="4394200"/>
          <p14:tracePt t="45191" x="3251200" y="4533900"/>
          <p14:tracePt t="45208" x="3263900" y="4597400"/>
          <p14:tracePt t="45225" x="3270250" y="4756150"/>
          <p14:tracePt t="45241" x="3289300" y="4857750"/>
          <p14:tracePt t="45258" x="3289300" y="4902200"/>
          <p14:tracePt t="45274" x="3302000" y="4933950"/>
          <p14:tracePt t="45291" x="3314700" y="4959350"/>
          <p14:tracePt t="45308" x="3321050" y="4965700"/>
          <p14:tracePt t="45325" x="3346450" y="4972050"/>
          <p14:tracePt t="45341" x="3384550" y="4972050"/>
          <p14:tracePt t="45357" x="3429000" y="4972050"/>
          <p14:tracePt t="45374" x="3556000" y="4953000"/>
          <p14:tracePt t="45390" x="3759200" y="4940300"/>
          <p14:tracePt t="45408" x="3873500" y="4940300"/>
          <p14:tracePt t="45424" x="4102100" y="4946650"/>
          <p14:tracePt t="45441" x="4279900" y="4953000"/>
          <p14:tracePt t="45458" x="4349750" y="4953000"/>
          <p14:tracePt t="45473" x="4368800" y="4953000"/>
          <p14:tracePt t="45490" x="4375150" y="4946650"/>
          <p14:tracePt t="45507" x="4381500" y="4940300"/>
          <p14:tracePt t="45523" x="4375150" y="4940300"/>
          <p14:tracePt t="45540" x="4368800" y="4940300"/>
          <p14:tracePt t="45557" x="4356100" y="4940300"/>
          <p14:tracePt t="45573" x="4337050" y="4933950"/>
          <p14:tracePt t="45590" x="4330700" y="4933950"/>
          <p14:tracePt t="45607" x="4324350" y="4927600"/>
          <p14:tracePt t="45623" x="4324350" y="4908550"/>
          <p14:tracePt t="45640" x="4324350" y="4883150"/>
          <p14:tracePt t="45656" x="4330700" y="4851400"/>
          <p14:tracePt t="45673" x="4343400" y="4787900"/>
          <p14:tracePt t="45690" x="4343400" y="4679950"/>
          <p14:tracePt t="45706" x="4337050" y="4616450"/>
          <p14:tracePt t="45723" x="4286250" y="4470400"/>
          <p14:tracePt t="45740" x="4210050" y="4343400"/>
          <p14:tracePt t="45756" x="4165600" y="4286250"/>
          <p14:tracePt t="45773" x="4114800" y="4248150"/>
          <p14:tracePt t="45789" x="4013200" y="4171950"/>
          <p14:tracePt t="45806" x="3994150" y="4171950"/>
          <p14:tracePt t="45824" x="3981450" y="4178300"/>
          <p14:tracePt t="45839" x="3975100" y="4191000"/>
          <p14:tracePt t="45856" x="3975100" y="4216400"/>
          <p14:tracePt t="45873" x="3968750" y="4248150"/>
          <p14:tracePt t="45889" x="3968750" y="4267200"/>
          <p14:tracePt t="45906" x="3994150" y="4330700"/>
          <p14:tracePt t="45922" x="4057650" y="4432300"/>
          <p14:tracePt t="45938" x="4121150" y="4502150"/>
          <p14:tracePt t="45956" x="4273550" y="4603750"/>
          <p14:tracePt t="45972" x="4432300" y="4654550"/>
          <p14:tracePt t="45988" x="4508500" y="4654550"/>
          <p14:tracePt t="46006" x="4629150" y="4629150"/>
          <p14:tracePt t="46022" x="4743450" y="4540250"/>
          <p14:tracePt t="46038" x="4794250" y="4483100"/>
          <p14:tracePt t="46055" x="4883150" y="4343400"/>
          <p14:tracePt t="46071" x="4940300" y="4222750"/>
          <p14:tracePt t="46088" x="4959350" y="4178300"/>
          <p14:tracePt t="46105" x="4984750" y="4108450"/>
          <p14:tracePt t="46121" x="4991100" y="4083050"/>
          <p14:tracePt t="46138" x="4991100" y="4051300"/>
          <p14:tracePt t="46155" x="4991100" y="4038600"/>
          <p14:tracePt t="46171" x="4984750" y="4032250"/>
          <p14:tracePt t="46188" x="4984750" y="4025900"/>
          <p14:tracePt t="46210" x="4984750" y="4032250"/>
          <p14:tracePt t="46224" x="4984750" y="4044950"/>
          <p14:tracePt t="46238" x="4991100" y="4057650"/>
          <p14:tracePt t="46254" x="5003800" y="4102100"/>
          <p14:tracePt t="46271" x="5010150" y="4121150"/>
          <p14:tracePt t="46287" x="5060950" y="4197350"/>
          <p14:tracePt t="46304" x="5168900" y="4330700"/>
          <p14:tracePt t="46321" x="5251450" y="4387850"/>
          <p14:tracePt t="46337" x="5403850" y="4514850"/>
          <p14:tracePt t="46354" x="5568950" y="4591050"/>
          <p14:tracePt t="46372" x="5702300" y="4641850"/>
          <p14:tracePt t="46387" x="5740400" y="4641850"/>
          <p14:tracePt t="46404" x="5791200" y="4641850"/>
          <p14:tracePt t="46421" x="5892800" y="4641850"/>
          <p14:tracePt t="46437" x="5911850" y="4641850"/>
          <p14:tracePt t="46454" x="5937250" y="4648200"/>
          <p14:tracePt t="46470" x="5975350" y="4660900"/>
          <p14:tracePt t="46487" x="5994400" y="4699000"/>
          <p14:tracePt t="46504" x="5994400" y="4705350"/>
          <p14:tracePt t="46520" x="5994400" y="4737100"/>
          <p14:tracePt t="46537" x="5975350" y="4768850"/>
          <p14:tracePt t="46554" x="5930900" y="4845050"/>
          <p14:tracePt t="46570" x="5911850" y="4908550"/>
          <p14:tracePt t="46587" x="5854700" y="5060950"/>
          <p14:tracePt t="46603" x="5791200" y="5207000"/>
          <p14:tracePt t="46620" x="5765800" y="5264150"/>
          <p14:tracePt t="46636" x="5734050" y="5327650"/>
          <p14:tracePt t="46653" x="5708650" y="5353050"/>
          <p14:tracePt t="46669" x="5702300" y="5353050"/>
          <p14:tracePt t="46687" x="5695950" y="5353050"/>
          <p14:tracePt t="46702" x="5670550" y="5327650"/>
          <p14:tracePt t="46719" x="5664200" y="5314950"/>
          <p14:tracePt t="46736" x="5651500" y="5289550"/>
          <p14:tracePt t="46752" x="5581650" y="5232400"/>
          <p14:tracePt t="46769" x="5454650" y="5137150"/>
          <p14:tracePt t="46786" x="5308600" y="5054600"/>
          <p14:tracePt t="46802" x="5238750" y="5022850"/>
          <p14:tracePt t="46819" x="5137150" y="4978400"/>
          <p14:tracePt t="46835" x="5099050" y="4965700"/>
          <p14:tracePt t="46852" x="5086350" y="4965700"/>
          <p14:tracePt t="46868" x="5080000" y="4965700"/>
          <p14:tracePt t="46927" x="5086350" y="4965700"/>
          <p14:tracePt t="46933" x="5086350" y="4972050"/>
          <p14:tracePt t="46955" x="5092700" y="4972050"/>
          <p14:tracePt t="47025" x="5099050" y="4972050"/>
          <p14:tracePt t="47053" x="5099050" y="4978400"/>
          <p14:tracePt t="47074" x="5105400" y="4978400"/>
          <p14:tracePt t="47520" x="5073650" y="4972050"/>
          <p14:tracePt t="47527" x="5010150" y="4933950"/>
          <p14:tracePt t="47536" x="4914900" y="4895850"/>
          <p14:tracePt t="47550" x="4819650" y="4851400"/>
          <p14:tracePt t="47567" x="4705350" y="4800600"/>
          <p14:tracePt t="47584" x="4470400" y="4724400"/>
          <p14:tracePt t="47600" x="4260850" y="4660900"/>
          <p14:tracePt t="47617" x="4146550" y="4616450"/>
          <p14:tracePt t="47634" x="3911600" y="4552950"/>
          <p14:tracePt t="47650" x="3721100" y="4514850"/>
          <p14:tracePt t="47666" x="3638550" y="4483100"/>
          <p14:tracePt t="47683" x="3422650" y="4406900"/>
          <p14:tracePt t="47700" x="3371850" y="4387850"/>
          <p14:tracePt t="47716" x="3270250" y="4362450"/>
          <p14:tracePt t="47733" x="3187700" y="4337050"/>
          <p14:tracePt t="47750" x="3155950" y="4330700"/>
          <p14:tracePt t="47766" x="3130550" y="4318000"/>
          <p14:tracePt t="47783" x="3067050" y="4311650"/>
          <p14:tracePt t="47799" x="3048000" y="4305300"/>
          <p14:tracePt t="47816" x="3035300" y="4305300"/>
          <p14:tracePt t="47833" x="2990850" y="4286250"/>
          <p14:tracePt t="47849" x="2940050" y="4279900"/>
          <p14:tracePt t="47867" x="2901950" y="4260850"/>
          <p14:tracePt t="47882" x="2889250" y="4254500"/>
          <p14:tracePt t="47899" x="2851150" y="4248150"/>
          <p14:tracePt t="47916" x="2838450" y="4241800"/>
          <p14:tracePt t="47932" x="2825750" y="4235450"/>
          <p14:tracePt t="47949" x="2813050" y="4235450"/>
          <p14:tracePt t="47966" x="2806700" y="4235450"/>
          <p14:tracePt t="47985" x="2800350" y="4229100"/>
          <p14:tracePt t="48013" x="2794000" y="4229100"/>
          <p14:tracePt t="48027" x="2787650" y="4229100"/>
          <p14:tracePt t="48055" x="2781300" y="4229100"/>
          <p14:tracePt t="48104" x="2774950" y="4229100"/>
          <p14:tracePt t="48133" x="2768600" y="4229100"/>
          <p14:tracePt t="48168" x="2762250" y="4229100"/>
          <p14:tracePt t="48224" x="2762250" y="4222750"/>
          <p14:tracePt t="48245" x="2762250" y="4216400"/>
          <p14:tracePt t="48266" x="2762250" y="4210050"/>
          <p14:tracePt t="48294" x="2762250" y="4203700"/>
          <p14:tracePt t="48336" x="2762250" y="4197350"/>
          <p14:tracePt t="48378" x="2755900" y="4197350"/>
          <p14:tracePt t="48385" x="2749550" y="4197350"/>
          <p14:tracePt t="48406" x="2743200" y="4191000"/>
          <p14:tracePt t="48428" x="2736850" y="4191000"/>
          <p14:tracePt t="48435" x="2730500" y="4184650"/>
          <p14:tracePt t="48450" x="2724150" y="4178300"/>
          <p14:tracePt t="48464" x="2717800" y="4171950"/>
          <p14:tracePt t="48480" x="2686050" y="4159250"/>
          <p14:tracePt t="48497" x="2667000" y="4146550"/>
          <p14:tracePt t="48514" x="2616200" y="4114800"/>
          <p14:tracePt t="48530" x="2540000" y="4089400"/>
          <p14:tracePt t="48548" x="2495550" y="4070350"/>
          <p14:tracePt t="48563" x="2413000" y="4044950"/>
          <p14:tracePt t="48580" x="2317750" y="4038600"/>
          <p14:tracePt t="48597" x="2260600" y="4057650"/>
          <p14:tracePt t="48613" x="2216150" y="4064000"/>
          <p14:tracePt t="48630" x="2178050" y="4095750"/>
          <p14:tracePt t="48646" x="2152650" y="4121150"/>
          <p14:tracePt t="48663" x="2139950" y="4133850"/>
          <p14:tracePt t="48680" x="2133600" y="4152900"/>
          <p14:tracePt t="48683" x="2127250" y="4165600"/>
          <p14:tracePt t="48696" x="2120900" y="4197350"/>
          <p14:tracePt t="48713" x="2120900" y="4210050"/>
          <p14:tracePt t="48730" x="2120900" y="4248150"/>
          <p14:tracePt t="48746" x="2133600" y="4260850"/>
          <p14:tracePt t="48763" x="2152650" y="4279900"/>
          <p14:tracePt t="48780" x="2190750" y="4305300"/>
          <p14:tracePt t="48796" x="2209800" y="4318000"/>
          <p14:tracePt t="48812" x="2279650" y="4362450"/>
          <p14:tracePt t="48829" x="2355850" y="4381500"/>
          <p14:tracePt t="48846" x="2393950" y="4394200"/>
          <p14:tracePt t="48862" x="2489200" y="4406900"/>
          <p14:tracePt t="48879" x="2559050" y="4425950"/>
          <p14:tracePt t="48895" x="2603500" y="4432300"/>
          <p14:tracePt t="48913" x="2660650" y="4438650"/>
          <p14:tracePt t="48929" x="2698750" y="4457700"/>
          <p14:tracePt t="48945" x="2705100" y="4457700"/>
          <p14:tracePt t="48962" x="2717800" y="4457700"/>
          <p14:tracePt t="48979" x="2724150" y="4470400"/>
          <p14:tracePt t="49012" x="2711450" y="4476750"/>
          <p14:tracePt t="49028" x="2711450" y="4483100"/>
          <p14:tracePt t="49045" x="2692400" y="4489450"/>
          <p14:tracePt t="49062" x="2673350" y="4502150"/>
          <p14:tracePt t="49078" x="2660650" y="4508500"/>
          <p14:tracePt t="49095" x="2641600" y="4521200"/>
          <p14:tracePt t="49112" x="2609850" y="4546600"/>
          <p14:tracePt t="49128" x="2590800" y="4559300"/>
          <p14:tracePt t="49145" x="2527300" y="4591050"/>
          <p14:tracePt t="49161" x="2463800" y="4610100"/>
          <p14:tracePt t="49178" x="2432050" y="4629150"/>
          <p14:tracePt t="49181" x="2406650" y="4635500"/>
          <p14:tracePt t="49194" x="2362200" y="4654550"/>
          <p14:tracePt t="49211" x="2311400" y="4667250"/>
          <p14:tracePt t="49227" x="2298700" y="4667250"/>
          <p14:tracePt t="49244" x="2273300" y="4673600"/>
          <p14:tracePt t="49261" x="2260600" y="4673600"/>
          <p14:tracePt t="49327" x="2266950" y="4673600"/>
          <p14:tracePt t="49341" x="2273300" y="4673600"/>
          <p14:tracePt t="49348" x="2279650" y="4673600"/>
          <p14:tracePt t="49364" x="2292350" y="4673600"/>
          <p14:tracePt t="49377" x="2292350" y="4667250"/>
          <p14:tracePt t="49394" x="2317750" y="4667250"/>
          <p14:tracePt t="49410" x="2330450" y="4667250"/>
          <p14:tracePt t="49427" x="2381250" y="4654550"/>
          <p14:tracePt t="49443" x="2489200" y="4635500"/>
          <p14:tracePt t="49460" x="2698750" y="4597400"/>
          <p14:tracePt t="49477" x="2844800" y="4559300"/>
          <p14:tracePt t="49493" x="3282950" y="4451350"/>
          <p14:tracePt t="49510" x="3790950" y="4330700"/>
          <p14:tracePt t="49527" x="4051300" y="4254500"/>
          <p14:tracePt t="49543" x="4368800" y="4152900"/>
          <p14:tracePt t="49560" x="4514850" y="4095750"/>
          <p14:tracePt t="49576" x="4559300" y="4076700"/>
          <p14:tracePt t="49593" x="4572000" y="4070350"/>
          <p14:tracePt t="49610" x="4578350" y="4064000"/>
          <p14:tracePt t="49626" x="4572000" y="4057650"/>
          <p14:tracePt t="49643" x="4565650" y="4057650"/>
          <p14:tracePt t="49659" x="4546600" y="4051300"/>
          <p14:tracePt t="49676" x="4540250" y="4051300"/>
          <p14:tracePt t="49679" x="4533900" y="4051300"/>
          <p14:tracePt t="49695" x="4521200" y="4057650"/>
          <p14:tracePt t="49709" x="4508500" y="4057650"/>
          <p14:tracePt t="49726" x="4476750" y="4064000"/>
          <p14:tracePt t="49743" x="4394200" y="4070350"/>
          <p14:tracePt t="49759" x="4330700" y="4070350"/>
          <p14:tracePt t="49776" x="4152900" y="4070350"/>
          <p14:tracePt t="49793" x="3962400" y="4064000"/>
          <p14:tracePt t="49809" x="3886200" y="4057650"/>
          <p14:tracePt t="49826" x="3727450" y="4032250"/>
          <p14:tracePt t="49842" x="3625850" y="4032250"/>
          <p14:tracePt t="49859" x="3594100" y="4025900"/>
          <p14:tracePt t="49876" x="3568700" y="4025900"/>
          <p14:tracePt t="49892" x="3562350" y="4025900"/>
          <p14:tracePt t="49910" x="3562350" y="4019550"/>
          <p14:tracePt t="49925" x="3600450" y="4000500"/>
          <p14:tracePt t="49942" x="3644900" y="3994150"/>
          <p14:tracePt t="49959" x="3752850" y="3968750"/>
          <p14:tracePt t="49975" x="3924300" y="3917950"/>
          <p14:tracePt t="49992" x="4013200" y="3898900"/>
          <p14:tracePt t="50009" x="4184650" y="3835400"/>
          <p14:tracePt t="50025" x="4286250" y="3790950"/>
          <p14:tracePt t="50041" x="4298950" y="3778250"/>
          <p14:tracePt t="50059" x="4298950" y="3759200"/>
          <p14:tracePt t="50075" x="4273550" y="3759200"/>
          <p14:tracePt t="50091" x="4254500" y="3759200"/>
          <p14:tracePt t="50108" x="4210050" y="3759200"/>
          <p14:tracePt t="50125" x="4171950" y="3765550"/>
          <p14:tracePt t="50143" x="4108450" y="3790950"/>
          <p14:tracePt t="50158" x="4076700" y="3803650"/>
          <p14:tracePt t="50174" x="4038600" y="3829050"/>
          <p14:tracePt t="50192" x="4000500" y="3835400"/>
          <p14:tracePt t="50208" x="3994150" y="3835400"/>
          <p14:tracePt t="50224" x="3994150" y="3841750"/>
          <p14:tracePt t="50242" x="4019550" y="3854450"/>
          <p14:tracePt t="50257" x="4038600" y="3854450"/>
          <p14:tracePt t="50275" x="4070350" y="3848100"/>
          <p14:tracePt t="50290" x="4165600" y="3829050"/>
          <p14:tracePt t="50307" x="4298950" y="3803650"/>
          <p14:tracePt t="50324" x="4362450" y="3771900"/>
          <p14:tracePt t="50341" x="4457700" y="3695700"/>
          <p14:tracePt t="50357" x="4489450" y="3663950"/>
          <p14:tracePt t="50375" x="4527550" y="3606800"/>
          <p14:tracePt t="50391" x="4540250" y="3587750"/>
          <p14:tracePt t="50407" x="4546600" y="3568700"/>
          <p14:tracePt t="50426" x="4546600" y="3556000"/>
          <p14:tracePt t="50460" x="4546600" y="3562350"/>
          <p14:tracePt t="50473" x="4546600" y="3575050"/>
          <p14:tracePt t="50490" x="4533900" y="3606800"/>
          <p14:tracePt t="50507" x="4533900" y="3619500"/>
          <p14:tracePt t="50524" x="4533900" y="3714750"/>
          <p14:tracePt t="50540" x="4533900" y="3771900"/>
          <p14:tracePt t="50557" x="4559300" y="3905250"/>
          <p14:tracePt t="50573" x="4572000" y="3994150"/>
          <p14:tracePt t="50589" x="4603750" y="4171950"/>
          <p14:tracePt t="50608" x="4654550" y="4356100"/>
          <p14:tracePt t="50623" x="4673600" y="4425950"/>
          <p14:tracePt t="50640" x="4718050" y="4521200"/>
          <p14:tracePt t="50656" x="4737100" y="4578350"/>
          <p14:tracePt t="50673" x="4756150" y="4584700"/>
          <p14:tracePt t="50691" x="4762500" y="4591050"/>
          <p14:tracePt t="50706" x="4781550" y="4591050"/>
          <p14:tracePt t="50722" x="4787900" y="4591050"/>
          <p14:tracePt t="50739" x="4806950" y="4591050"/>
          <p14:tracePt t="50756" x="4819650" y="4578350"/>
          <p14:tracePt t="50772" x="4826000" y="4572000"/>
          <p14:tracePt t="50790" x="4832350" y="4572000"/>
          <p14:tracePt t="50838" x="4832350" y="4578350"/>
          <p14:tracePt t="50859" x="4838700" y="4578350"/>
          <p14:tracePt t="50866" x="4838700" y="4584700"/>
          <p14:tracePt t="50875" x="4845050" y="4584700"/>
          <p14:tracePt t="50889" x="4857750" y="4584700"/>
          <p14:tracePt t="50905" x="4870450" y="4591050"/>
          <p14:tracePt t="50922" x="4914900" y="4591050"/>
          <p14:tracePt t="50939" x="5010150" y="4603750"/>
          <p14:tracePt t="50955" x="5073650" y="4597400"/>
          <p14:tracePt t="50972" x="5207000" y="4559300"/>
          <p14:tracePt t="50988" x="5321300" y="4483100"/>
          <p14:tracePt t="51005" x="5346700" y="4438650"/>
          <p14:tracePt t="51022" x="5384800" y="4343400"/>
          <p14:tracePt t="51038" x="5384800" y="4248150"/>
          <p14:tracePt t="51054" x="5353050" y="4191000"/>
          <p14:tracePt t="51071" x="5302250" y="4127500"/>
          <p14:tracePt t="51088" x="5270500" y="4089400"/>
          <p14:tracePt t="51105" x="5251450" y="4070350"/>
          <p14:tracePt t="51121" x="5251450" y="4057650"/>
          <p14:tracePt t="51138" x="5245100" y="4057650"/>
          <p14:tracePt t="51175" x="5251450" y="4064000"/>
          <p14:tracePt t="51190" x="5251450" y="4076700"/>
          <p14:tracePt t="51204" x="5270500" y="4089400"/>
          <p14:tracePt t="51220" x="5295900" y="4114800"/>
          <p14:tracePt t="51237" x="5327650" y="4140200"/>
          <p14:tracePt t="51254" x="5441950" y="4203700"/>
          <p14:tracePt t="51270" x="5588000" y="4292600"/>
          <p14:tracePt t="51288" x="5765800" y="4387850"/>
          <p14:tracePt t="51304" x="5842000" y="4406900"/>
          <p14:tracePt t="51320" x="5988050" y="4425950"/>
          <p14:tracePt t="51338" x="6134100" y="4406900"/>
          <p14:tracePt t="51354" x="6178550" y="4375150"/>
          <p14:tracePt t="51370" x="6267450" y="4311650"/>
          <p14:tracePt t="51387" x="6305550" y="4260850"/>
          <p14:tracePt t="51403" x="6311900" y="4248150"/>
          <p14:tracePt t="51422" x="6311900" y="4222750"/>
          <p14:tracePt t="51437" x="6305550" y="4210050"/>
          <p14:tracePt t="51453" x="6292850" y="4210050"/>
          <p14:tracePt t="51471" x="6267450" y="4210050"/>
          <p14:tracePt t="51486" x="6254750" y="4210050"/>
          <p14:tracePt t="51503" x="6229350" y="4229100"/>
          <p14:tracePt t="51521" x="6203950" y="4241800"/>
          <p14:tracePt t="51536" x="6184900" y="4254500"/>
          <p14:tracePt t="51553" x="6165850" y="4260850"/>
          <p14:tracePt t="51570" x="6153150" y="4273550"/>
          <p14:tracePt t="51586" x="6140450" y="4273550"/>
          <p14:tracePt t="51603" x="6127750" y="4279900"/>
          <p14:tracePt t="51620" x="6121400" y="4279900"/>
          <p14:tracePt t="51716" x="6127750" y="4273550"/>
          <p14:tracePt t="51730" x="6127750" y="4267200"/>
          <p14:tracePt t="51753" x="6134100" y="4254500"/>
          <p14:tracePt t="51772" x="6140450" y="4235450"/>
          <p14:tracePt t="51779" x="6146800" y="4203700"/>
          <p14:tracePt t="51788" x="6153150" y="4171950"/>
          <p14:tracePt t="51802" x="6165850" y="4146550"/>
          <p14:tracePt t="51818" x="6178550" y="4102100"/>
          <p14:tracePt t="51836" x="6197600" y="4038600"/>
          <p14:tracePt t="51852" x="6216650" y="4000500"/>
          <p14:tracePt t="51869" x="6223000" y="3994150"/>
          <p14:tracePt t="51886" x="6235700" y="3987800"/>
          <p14:tracePt t="51902" x="6242050" y="3994150"/>
          <p14:tracePt t="51918" x="6248400" y="3994150"/>
          <p14:tracePt t="51935" x="6254750" y="4019550"/>
          <p14:tracePt t="51951" x="6286500" y="4070350"/>
          <p14:tracePt t="51968" x="6311900" y="4114800"/>
          <p14:tracePt t="51986" x="6381750" y="4254500"/>
          <p14:tracePt t="52001" x="6451600" y="4400550"/>
          <p14:tracePt t="52018" x="6496050" y="4565650"/>
          <p14:tracePt t="52034" x="6515100" y="4616450"/>
          <p14:tracePt t="52051" x="6534150" y="4660900"/>
          <p14:tracePt t="52069" x="6572250" y="4756150"/>
          <p14:tracePt t="52084" x="6584950" y="4762500"/>
          <p14:tracePt t="52103" x="6610350" y="4768850"/>
          <p14:tracePt t="52119" x="6661150" y="4768850"/>
          <p14:tracePt t="52134" x="6724650" y="4762500"/>
          <p14:tracePt t="52151" x="6769100" y="4743450"/>
          <p14:tracePt t="52168" x="6864350" y="4718050"/>
          <p14:tracePt t="52184" x="6953250" y="4679950"/>
          <p14:tracePt t="52201" x="7016750" y="4641850"/>
          <p14:tracePt t="52217" x="7035800" y="4629150"/>
          <p14:tracePt t="52234" x="7042150" y="4610100"/>
          <p14:tracePt t="52251" x="7016750" y="4597400"/>
          <p14:tracePt t="52267" x="6997700" y="4597400"/>
          <p14:tracePt t="52284" x="6940550" y="4597400"/>
          <p14:tracePt t="52300" x="6838950" y="4616450"/>
          <p14:tracePt t="52317" x="6775450" y="4616450"/>
          <p14:tracePt t="52333" x="6686550" y="4616450"/>
          <p14:tracePt t="52350" x="6502400" y="4591050"/>
          <p14:tracePt t="52367" x="6470650" y="4584700"/>
          <p14:tracePt t="52384" x="6438900" y="4578350"/>
          <p14:tracePt t="52419" x="6445250" y="4578350"/>
          <p14:tracePt t="52436" x="6464300" y="4578350"/>
          <p14:tracePt t="52450" x="6483350" y="4572000"/>
          <p14:tracePt t="52467" x="6553200" y="4552950"/>
          <p14:tracePt t="52483" x="6642100" y="4527550"/>
          <p14:tracePt t="52500" x="6692900" y="4521200"/>
          <p14:tracePt t="52516" x="6781800" y="4489450"/>
          <p14:tracePt t="52533" x="6845300" y="4445000"/>
          <p14:tracePt t="52549" x="6858000" y="4432300"/>
          <p14:tracePt t="52566" x="6883400" y="4400550"/>
          <p14:tracePt t="52583" x="6883400" y="4381500"/>
          <p14:tracePt t="52599" x="6883400" y="4375150"/>
          <p14:tracePt t="52632" x="6877050" y="4381500"/>
          <p14:tracePt t="52649" x="6877050" y="4387850"/>
          <p14:tracePt t="52666" x="6877050" y="4400550"/>
          <p14:tracePt t="52682" x="6877050" y="4406900"/>
          <p14:tracePt t="52700" x="6877050" y="4432300"/>
          <p14:tracePt t="52717" x="6883400" y="4438650"/>
          <p14:tracePt t="52732" x="6883400" y="4445000"/>
          <p14:tracePt t="52736" x="6889750" y="4451350"/>
          <p14:tracePt t="52749" x="6902450" y="4451350"/>
          <p14:tracePt t="52765" x="6934200" y="4464050"/>
          <p14:tracePt t="52782" x="6965950" y="4470400"/>
          <p14:tracePt t="52799" x="7035800" y="4464050"/>
          <p14:tracePt t="52815" x="7150100" y="4406900"/>
          <p14:tracePt t="52833" x="7245350" y="4311650"/>
          <p14:tracePt t="52848" x="7289800" y="4267200"/>
          <p14:tracePt t="52866" x="7359650" y="4140200"/>
          <p14:tracePt t="52882" x="7404100" y="4032250"/>
          <p14:tracePt t="52898" x="7423150" y="3987800"/>
          <p14:tracePt t="52915" x="7435850" y="3937000"/>
          <p14:tracePt t="52933" x="7442200" y="3911600"/>
          <p14:tracePt t="52948" x="7448550" y="3905250"/>
          <p14:tracePt t="52965" x="7448550" y="3898900"/>
          <p14:tracePt t="53051" x="7442200" y="3905250"/>
          <p14:tracePt t="53072" x="7442200" y="3911600"/>
          <p14:tracePt t="53086" x="7442200" y="3917950"/>
          <p14:tracePt t="53107" x="7442200" y="3924300"/>
          <p14:tracePt t="53156" x="7442200" y="3930650"/>
          <p14:tracePt t="53191" x="7442200" y="3937000"/>
          <p14:tracePt t="53212" x="7435850" y="3943350"/>
          <p14:tracePt t="53233" x="7435850" y="3949700"/>
          <p14:tracePt t="53255" x="7429500" y="3956050"/>
          <p14:tracePt t="53262" x="7423150" y="3956050"/>
          <p14:tracePt t="53282" x="7423150" y="3962400"/>
          <p14:tracePt t="53325" x="7416800" y="3968750"/>
          <p14:tracePt t="53332" x="7410450" y="3975100"/>
          <p14:tracePt t="53347" x="7410450" y="3981450"/>
          <p14:tracePt t="53353" x="7404100" y="3987800"/>
          <p14:tracePt t="53367" x="7397750" y="4000500"/>
          <p14:tracePt t="53380" x="7391400" y="4006850"/>
          <p14:tracePt t="53397" x="7378700" y="4038600"/>
          <p14:tracePt t="53413" x="7372350" y="4057650"/>
          <p14:tracePt t="53430" x="7353300" y="4121150"/>
          <p14:tracePt t="53446" x="7334250" y="4165600"/>
          <p14:tracePt t="53463" x="7327900" y="4197350"/>
          <p14:tracePt t="53480" x="7315200" y="4248150"/>
          <p14:tracePt t="53497" x="7308850" y="4273550"/>
          <p14:tracePt t="53513" x="7308850" y="4286250"/>
          <p14:tracePt t="53530" x="7308850" y="4298950"/>
          <p14:tracePt t="53606" x="7315200" y="4298950"/>
          <p14:tracePt t="53767" x="7321550" y="4292600"/>
          <p14:tracePt t="53880" x="7321550" y="4298950"/>
          <p14:tracePt t="53887" x="7315200" y="4298950"/>
          <p14:tracePt t="53950" x="7308850" y="4298950"/>
          <p14:tracePt t="53978" x="7302500" y="4298950"/>
          <p14:tracePt t="54027" x="7296150" y="4292600"/>
          <p14:tracePt t="54048" x="7296150" y="4286250"/>
          <p14:tracePt t="54055" x="7296150" y="4279900"/>
          <p14:tracePt t="54078" x="7296150" y="4273550"/>
          <p14:tracePt t="54090" x="7296150" y="4267200"/>
          <p14:tracePt t="54119" x="7296150" y="4260850"/>
          <p14:tracePt t="54126" x="7302500" y="4254500"/>
          <p14:tracePt t="54147" x="7302500" y="4248150"/>
          <p14:tracePt t="54161" x="7308850" y="4241800"/>
          <p14:tracePt t="54168" x="7308850" y="4235450"/>
          <p14:tracePt t="54178" x="7308850" y="4229100"/>
          <p14:tracePt t="54197" x="7315200" y="4229100"/>
          <p14:tracePt t="54214" x="7315200" y="4222750"/>
          <p14:tracePt t="54227" x="7315200" y="4216400"/>
          <p14:tracePt t="54243" x="7321550" y="4210050"/>
          <p14:tracePt t="54247" x="7321550" y="4203700"/>
          <p14:tracePt t="54266" x="7334250" y="4197350"/>
          <p14:tracePt t="54287" x="7340600" y="4191000"/>
          <p14:tracePt t="54301" x="7346950" y="4191000"/>
          <p14:tracePt t="54322" x="7353300" y="4191000"/>
          <p14:tracePt t="54330" x="7359650" y="4191000"/>
          <p14:tracePt t="54350" x="7366000" y="4191000"/>
          <p14:tracePt t="54372" x="7378700" y="4191000"/>
          <p14:tracePt t="54379" x="7385050" y="4184650"/>
          <p14:tracePt t="54394" x="7397750" y="4184650"/>
          <p14:tracePt t="54409" x="7429500" y="4178300"/>
          <p14:tracePt t="54426" x="7448550" y="4178300"/>
          <p14:tracePt t="54444" x="7493000" y="4159250"/>
          <p14:tracePt t="54459" x="7505700" y="4152900"/>
          <p14:tracePt t="54476" x="7537450" y="4146550"/>
          <p14:tracePt t="54493" x="7562850" y="4133850"/>
          <p14:tracePt t="54509" x="7575550" y="4127500"/>
          <p14:tracePt t="54527" x="7581900" y="4121150"/>
          <p14:tracePt t="54543" x="7588250" y="4114800"/>
          <p14:tracePt t="54559" x="7588250" y="4108450"/>
          <p14:tracePt t="54577" x="7594600" y="4102100"/>
          <p14:tracePt t="54638" x="7600950" y="4095750"/>
          <p14:tracePt t="54660" x="7607300" y="4095750"/>
          <p14:tracePt t="54688" x="7613650" y="4095750"/>
          <p14:tracePt t="54709" x="7620000" y="4089400"/>
          <p14:tracePt t="54730" x="7626350" y="4089400"/>
          <p14:tracePt t="54758" x="7632700" y="4089400"/>
          <p14:tracePt t="54779" x="7645400" y="4089400"/>
          <p14:tracePt t="54807" x="7651750" y="4089400"/>
          <p14:tracePt t="54821" x="7658100" y="4089400"/>
          <p14:tracePt t="54843" x="7670800" y="4089400"/>
          <p14:tracePt t="54849" x="7683500" y="4089400"/>
          <p14:tracePt t="54864" x="7696200" y="4089400"/>
          <p14:tracePt t="54875" x="7708900" y="4089400"/>
          <p14:tracePt t="54892" x="7747000" y="4095750"/>
          <p14:tracePt t="54908" x="7759700" y="4102100"/>
          <p14:tracePt t="54924" x="7804150" y="4114800"/>
          <p14:tracePt t="54942" x="7829550" y="4127500"/>
          <p14:tracePt t="54958" x="7835900" y="4127500"/>
          <p14:tracePt t="54974" x="7854950" y="4140200"/>
          <p14:tracePt t="54991" x="7854950" y="4146550"/>
          <p14:tracePt t="55007" x="7854950" y="4152900"/>
          <p14:tracePt t="55041" x="7835900" y="4165600"/>
          <p14:tracePt t="55057" x="7835900" y="4171950"/>
          <p14:tracePt t="55074" x="7829550" y="4171950"/>
          <p14:tracePt t="55092" x="7829550" y="4178300"/>
          <p14:tracePt t="55125" x="7823200" y="4178300"/>
          <p14:tracePt t="55144" x="7816850" y="4184650"/>
          <p14:tracePt t="55174" x="7816850" y="4191000"/>
          <p14:tracePt t="55180" x="7816850" y="4197350"/>
          <p14:tracePt t="55215" x="7810500" y="4203700"/>
          <p14:tracePt t="55222" x="7810500" y="4210050"/>
          <p14:tracePt t="55250" x="7810500" y="4216400"/>
          <p14:tracePt t="55271" x="7804150" y="4222750"/>
          <p14:tracePt t="55285" x="7804150" y="4229100"/>
          <p14:tracePt t="55299" x="7804150" y="4235450"/>
          <p14:tracePt t="55313" x="7804150" y="4241800"/>
          <p14:tracePt t="55334" x="7804150" y="4248150"/>
          <p14:tracePt t="55357" x="7804150" y="4254500"/>
          <p14:tracePt t="55390" x="7804150" y="4260850"/>
          <p14:tracePt t="55404" x="7804150" y="4267200"/>
          <p14:tracePt t="55411" x="7804150" y="4273550"/>
          <p14:tracePt t="55441" x="7804150" y="4279900"/>
          <p14:tracePt t="55475" x="7804150" y="4286250"/>
          <p14:tracePt t="55510" x="7804150" y="4292600"/>
          <p14:tracePt t="55531" x="7797800" y="4292600"/>
          <p14:tracePt t="55552" x="7797800" y="4298950"/>
          <p14:tracePt t="55574" x="7785100" y="4298950"/>
          <p14:tracePt t="55580" x="7785100" y="4305300"/>
          <p14:tracePt t="55601" x="7778750" y="4305300"/>
          <p14:tracePt t="55615" x="7772400" y="4305300"/>
          <p14:tracePt t="55625" x="7766050" y="4305300"/>
          <p14:tracePt t="55639" x="7747000" y="4311650"/>
          <p14:tracePt t="55655" x="7715250" y="4311650"/>
          <p14:tracePt t="55672" x="7664450" y="4318000"/>
          <p14:tracePt t="55688" x="7639050" y="4318000"/>
          <p14:tracePt t="55705" x="7613650" y="4318000"/>
          <p14:tracePt t="55722" x="7569200" y="4318000"/>
          <p14:tracePt t="55738" x="7537450" y="4318000"/>
          <p14:tracePt t="55757" x="7524750" y="4318000"/>
          <p14:tracePt t="55798" x="7531100" y="4311650"/>
          <p14:tracePt t="55807" x="7531100" y="4305300"/>
          <p14:tracePt t="55821" x="7543800" y="4298950"/>
          <p14:tracePt t="55838" x="7556500" y="4286250"/>
          <p14:tracePt t="55855" x="7569200" y="4267200"/>
          <p14:tracePt t="55872" x="7569200" y="4254500"/>
          <p14:tracePt t="55888" x="7569200" y="4222750"/>
          <p14:tracePt t="55905" x="7543800" y="4171950"/>
          <p14:tracePt t="55922" x="7518400" y="4140200"/>
          <p14:tracePt t="55938" x="7461250" y="4083050"/>
          <p14:tracePt t="55955" x="7397750" y="4032250"/>
          <p14:tracePt t="55971" x="7353300" y="4013200"/>
          <p14:tracePt t="55989" x="7302500" y="4000500"/>
          <p14:tracePt t="56004" x="7264400" y="4006850"/>
          <p14:tracePt t="56021" x="7251700" y="4025900"/>
          <p14:tracePt t="56040" x="7219950" y="4057650"/>
          <p14:tracePt t="56054" x="7213600" y="4076700"/>
          <p14:tracePt t="56071" x="7207250" y="4121150"/>
          <p14:tracePt t="56088" x="7213600" y="4171950"/>
          <p14:tracePt t="56104" x="7232650" y="4191000"/>
          <p14:tracePt t="56120" x="7277100" y="4229100"/>
          <p14:tracePt t="56137" x="7308850" y="4248150"/>
          <p14:tracePt t="56153" x="7315200" y="4254500"/>
          <p14:tracePt t="56170" x="7334250" y="4254500"/>
          <p14:tracePt t="56204" x="7334250" y="4248150"/>
          <p14:tracePt t="56221" x="7321550" y="4235450"/>
          <p14:tracePt t="56237" x="7302500" y="4229100"/>
          <p14:tracePt t="56253" x="7289800" y="4210050"/>
          <p14:tracePt t="56271" x="7264400" y="4203700"/>
          <p14:tracePt t="56286" x="7251700" y="4191000"/>
          <p14:tracePt t="56290" x="7239000" y="4191000"/>
          <p14:tracePt t="56304" x="7207250" y="4178300"/>
          <p14:tracePt t="56321" x="7181850" y="4171950"/>
          <p14:tracePt t="56336" x="7169150" y="4171950"/>
          <p14:tracePt t="56353" x="7143750" y="4171950"/>
          <p14:tracePt t="56369" x="7137400" y="4171950"/>
          <p14:tracePt t="56403" x="7137400" y="4178300"/>
          <p14:tracePt t="56419" x="7143750" y="4184650"/>
          <p14:tracePt t="56436" x="7150100" y="4191000"/>
          <p14:tracePt t="56453" x="7169150" y="4191000"/>
          <p14:tracePt t="56469" x="7188200" y="4191000"/>
          <p14:tracePt t="56486" x="7200900" y="4191000"/>
          <p14:tracePt t="56503" x="7219950" y="4191000"/>
          <p14:tracePt t="56519" x="7226300" y="4178300"/>
          <p14:tracePt t="56536" x="7226300" y="4171950"/>
          <p14:tracePt t="56553" x="7226300" y="4165600"/>
          <p14:tracePt t="56586" x="7213600" y="4159250"/>
          <p14:tracePt t="56602" x="7207250" y="4159250"/>
          <p14:tracePt t="56635" x="7194550" y="4159250"/>
          <p14:tracePt t="56652" x="7169150" y="4159250"/>
          <p14:tracePt t="56668" x="7156450" y="4152900"/>
          <p14:tracePt t="56685" x="7118350" y="4140200"/>
          <p14:tracePt t="56701" x="7073900" y="4127500"/>
          <p14:tracePt t="56719" x="7029450" y="4114800"/>
          <p14:tracePt t="56734" x="7010400" y="4102100"/>
          <p14:tracePt t="56751" x="6978650" y="4083050"/>
          <p14:tracePt t="56768" x="6972300" y="4057650"/>
          <p14:tracePt t="56784" x="6959600" y="4032250"/>
          <p14:tracePt t="56801" x="6959600" y="4000500"/>
          <p14:tracePt t="56818" x="6959600" y="3987800"/>
          <p14:tracePt t="56834" x="6959600" y="3981450"/>
          <p14:tracePt t="56902" x="6959600" y="3987800"/>
          <p14:tracePt t="56909" x="6959600" y="3994150"/>
          <p14:tracePt t="56923" x="6959600" y="4000500"/>
          <p14:tracePt t="56933" x="6959600" y="4013200"/>
          <p14:tracePt t="56951" x="6959600" y="4044950"/>
          <p14:tracePt t="56967" x="6959600" y="4070350"/>
          <p14:tracePt t="56984" x="6959600" y="4140200"/>
          <p14:tracePt t="57001" x="6940550" y="4235450"/>
          <p14:tracePt t="57017" x="6921500" y="4286250"/>
          <p14:tracePt t="57033" x="6896100" y="4394200"/>
          <p14:tracePt t="57050" x="6870700" y="4470400"/>
          <p14:tracePt t="57067" x="6864350" y="4489450"/>
          <p14:tracePt t="57084" x="6851650" y="4521200"/>
          <p14:tracePt t="57100" x="6851650" y="4540250"/>
          <p14:tracePt t="57141" x="6858000" y="4533900"/>
          <p14:tracePt t="57150" x="6870700" y="4527550"/>
          <p14:tracePt t="57166" x="6883400" y="4514850"/>
          <p14:tracePt t="57183" x="6927850" y="4476750"/>
          <p14:tracePt t="57200" x="6985000" y="4432300"/>
          <p14:tracePt t="57217" x="7016750" y="4419600"/>
          <p14:tracePt t="57233" x="7080250" y="4387850"/>
          <p14:tracePt t="57250" x="7092950" y="4375150"/>
          <p14:tracePt t="57267" x="7112000" y="4362450"/>
          <p14:tracePt t="57303" x="7105650" y="4362450"/>
          <p14:tracePt t="57316" x="7099300" y="4362450"/>
          <p14:tracePt t="57332" x="7086600" y="4356100"/>
          <p14:tracePt t="57349" x="7080250" y="4356100"/>
          <p14:tracePt t="57366" x="7061200" y="4349750"/>
          <p14:tracePt t="57382" x="7054850" y="4343400"/>
          <p14:tracePt t="57399" x="7048500" y="4343400"/>
          <p14:tracePt t="57416" x="7042150" y="4337050"/>
          <p14:tracePt t="57432" x="7035800" y="4330700"/>
          <p14:tracePt t="57452" x="7035800" y="4324350"/>
          <p14:tracePt t="57471" x="7035800" y="4318000"/>
          <p14:tracePt t="57481" x="7035800" y="4311650"/>
          <p14:tracePt t="57502" x="7042150" y="4305300"/>
          <p14:tracePt t="57515" x="7048500" y="4298950"/>
          <p14:tracePt t="57532" x="7054850" y="4298950"/>
          <p14:tracePt t="57548" x="7105650" y="4286250"/>
          <p14:tracePt t="57565" x="7131050" y="4286250"/>
          <p14:tracePt t="57582" x="7156450" y="4286250"/>
          <p14:tracePt t="57598" x="7213600" y="4286250"/>
          <p14:tracePt t="57615" x="7283450" y="4292600"/>
          <p14:tracePt t="57632" x="7340600" y="4311650"/>
          <p14:tracePt t="57648" x="7372350" y="4324350"/>
          <p14:tracePt t="57665" x="7423150" y="4343400"/>
          <p14:tracePt t="57682" x="7461250" y="4349750"/>
          <p14:tracePt t="57698" x="7486650" y="4349750"/>
          <p14:tracePt t="57715" x="7524750" y="4349750"/>
          <p14:tracePt t="57731" x="7569200" y="4356100"/>
          <p14:tracePt t="57748" x="7575550" y="4356100"/>
          <p14:tracePt t="57765" x="7620000" y="4356100"/>
          <p14:tracePt t="57781" x="7658100" y="4356100"/>
          <p14:tracePt t="57798" x="7683500" y="4356100"/>
          <p14:tracePt t="57816" x="7715250" y="4362450"/>
          <p14:tracePt t="57831" x="7753350" y="4368800"/>
          <p14:tracePt t="57847" x="7778750" y="4375150"/>
          <p14:tracePt t="57865" x="7816850" y="4375150"/>
          <p14:tracePt t="57881" x="7835900" y="4375150"/>
          <p14:tracePt t="57897" x="7861300" y="4375150"/>
          <p14:tracePt t="57914" x="7886700" y="4375150"/>
          <p14:tracePt t="57931" x="7893050" y="4375150"/>
          <p14:tracePt t="57947" x="7899400" y="4362450"/>
          <p14:tracePt t="57984" x="7899400" y="4356100"/>
          <p14:tracePt t="58012" x="7893050" y="4349750"/>
          <p14:tracePt t="58026" x="7886700" y="4349750"/>
          <p14:tracePt t="58034" x="7880350" y="4349750"/>
          <p14:tracePt t="58047" x="7874000" y="4349750"/>
          <p14:tracePt t="58075" x="7867650" y="4349750"/>
          <p14:tracePt t="58084" x="7861300" y="4349750"/>
          <p14:tracePt t="58099" x="7854950" y="4349750"/>
          <p14:tracePt t="58113" x="7835900" y="4349750"/>
          <p14:tracePt t="58132" x="7804150" y="4349750"/>
          <p14:tracePt t="58147" x="7778750" y="4337050"/>
          <p14:tracePt t="58163" x="7740650" y="4337050"/>
          <p14:tracePt t="58180" x="7543800" y="4318000"/>
          <p14:tracePt t="58196" x="7467600" y="4311650"/>
          <p14:tracePt t="58213" x="7372350" y="4292600"/>
          <p14:tracePt t="58230" x="7194550" y="4248150"/>
          <p14:tracePt t="58246" x="7042150" y="4203700"/>
          <p14:tracePt t="58263" x="6978650" y="4184650"/>
          <p14:tracePt t="58279" x="6889750" y="4146550"/>
          <p14:tracePt t="58296" x="6851650" y="4133850"/>
          <p14:tracePt t="58313" x="6838950" y="4121150"/>
          <p14:tracePt t="58317" x="6832600" y="4114800"/>
          <p14:tracePt t="58329" x="6832600" y="4108450"/>
          <p14:tracePt t="58346" x="6832600" y="4095750"/>
          <p14:tracePt t="58363" x="6832600" y="4083050"/>
          <p14:tracePt t="58379" x="6845300" y="4076700"/>
          <p14:tracePt t="58396" x="6851650" y="4057650"/>
          <p14:tracePt t="58413" x="6870700" y="4051300"/>
          <p14:tracePt t="58429" x="6877050" y="4044950"/>
          <p14:tracePt t="58446" x="6889750" y="4038600"/>
          <p14:tracePt t="58462" x="6902450" y="4032250"/>
          <p14:tracePt t="58478" x="6908800" y="4032250"/>
          <p14:tracePt t="58512" x="6915150" y="4025900"/>
          <p14:tracePt t="58528" x="6921500" y="4025900"/>
          <p14:tracePt t="58574" x="6927850" y="4025900"/>
          <p14:tracePt t="58596" x="6934200" y="4025900"/>
          <p14:tracePt t="58624" x="6940550" y="4025900"/>
          <p14:tracePt t="58665" x="6934200" y="4025900"/>
          <p14:tracePt t="58686" x="6927850" y="4025900"/>
          <p14:tracePt t="58693" x="6921500" y="4025900"/>
          <p14:tracePt t="58708" x="6915150" y="4025900"/>
          <p14:tracePt t="58729" x="6908800" y="4025900"/>
          <p14:tracePt t="58736" x="6902450" y="4025900"/>
          <p14:tracePt t="58744" x="6883400" y="4025900"/>
          <p14:tracePt t="58761" x="6864350" y="4032250"/>
          <p14:tracePt t="58778" x="6794500" y="4038600"/>
          <p14:tracePt t="58794" x="6743700" y="4044950"/>
          <p14:tracePt t="58811" x="6642100" y="4083050"/>
          <p14:tracePt t="58827" x="6527800" y="4140200"/>
          <p14:tracePt t="58844" x="6496050" y="4171950"/>
          <p14:tracePt t="58848" x="6464300" y="4203700"/>
          <p14:tracePt t="58860" x="6445250" y="4235450"/>
          <p14:tracePt t="58878" x="6438900" y="4305300"/>
          <p14:tracePt t="58894" x="6451600" y="4349750"/>
          <p14:tracePt t="58911" x="6521450" y="4432300"/>
          <p14:tracePt t="58927" x="6635750" y="4508500"/>
          <p14:tracePt t="58944" x="6692900" y="4533900"/>
          <p14:tracePt t="58961" x="6769100" y="4572000"/>
          <p14:tracePt t="58977" x="6800850" y="4591050"/>
          <p14:tracePt t="58993" x="6800850" y="4603750"/>
          <p14:tracePt t="59010" x="6800850" y="4610100"/>
          <p14:tracePt t="59027" x="6781800" y="4616450"/>
          <p14:tracePt t="59044" x="6775450" y="4622800"/>
          <p14:tracePt t="59060" x="6737350" y="4622800"/>
          <p14:tracePt t="59077" x="6718300" y="4629150"/>
          <p14:tracePt t="59094" x="6661150" y="4641850"/>
          <p14:tracePt t="59109" x="6584950" y="4641850"/>
          <p14:tracePt t="59127" x="6553200" y="4641850"/>
          <p14:tracePt t="59143" x="6502400" y="4641850"/>
          <p14:tracePt t="59159" x="6483350" y="4629150"/>
          <p14:tracePt t="59177" x="6477000" y="4616450"/>
          <p14:tracePt t="59193" x="6496050" y="4591050"/>
          <p14:tracePt t="59209" x="6546850" y="4559300"/>
          <p14:tracePt t="59226" x="6584950" y="4552950"/>
          <p14:tracePt t="59243" x="6680200" y="4527550"/>
          <p14:tracePt t="59259" x="6800850" y="4495800"/>
          <p14:tracePt t="59276" x="6934200" y="4470400"/>
          <p14:tracePt t="59293" x="7004050" y="4438650"/>
          <p14:tracePt t="59309" x="7137400" y="4400550"/>
          <p14:tracePt t="59326" x="7251700" y="4356100"/>
          <p14:tracePt t="59342" x="7296150" y="4330700"/>
          <p14:tracePt t="59359" x="7321550" y="4311650"/>
          <p14:tracePt t="59363" x="7346950" y="4298950"/>
          <p14:tracePt t="59376" x="7385050" y="4248150"/>
          <p14:tracePt t="59392" x="7397750" y="4222750"/>
          <p14:tracePt t="59409" x="7404100" y="4203700"/>
          <p14:tracePt t="59425" x="7410450" y="4165600"/>
          <p14:tracePt t="59442" x="7410450" y="4140200"/>
          <p14:tracePt t="59459" x="7404100" y="4114800"/>
          <p14:tracePt t="59475" x="7397750" y="4108450"/>
          <p14:tracePt t="59492" x="7391400" y="4095750"/>
          <p14:tracePt t="59509" x="7391400" y="4089400"/>
          <p14:tracePt t="59542" x="7385050" y="4089400"/>
          <p14:tracePt t="59586" x="7378700" y="4089400"/>
          <p14:tracePt t="59642" x="7372350" y="4089400"/>
          <p14:tracePt t="59678" x="7366000" y="4089400"/>
          <p14:tracePt t="59693" x="7359650" y="4089400"/>
          <p14:tracePt t="59698" x="7353300" y="4089400"/>
          <p14:tracePt t="59719" x="7346950" y="4089400"/>
          <p14:tracePt t="59728" x="7340600" y="4083050"/>
          <p14:tracePt t="59743" x="7321550" y="4083050"/>
          <p14:tracePt t="59758" x="7302500" y="4083050"/>
          <p14:tracePt t="59776" x="7239000" y="4076700"/>
          <p14:tracePt t="59791" x="7181850" y="4076700"/>
          <p14:tracePt t="59808" x="7162800" y="4089400"/>
          <p14:tracePt t="59825" x="7105650" y="4102100"/>
          <p14:tracePt t="59841" x="7067550" y="4127500"/>
          <p14:tracePt t="59858" x="7054850" y="4152900"/>
          <p14:tracePt t="59861" x="7048500" y="4178300"/>
          <p14:tracePt t="59875" x="7035800" y="4210050"/>
          <p14:tracePt t="59890" x="7029450" y="4298950"/>
          <p14:tracePt t="59907" x="7029450" y="4356100"/>
          <p14:tracePt t="59924" x="7042150" y="4508500"/>
          <p14:tracePt t="59940" x="7073900" y="4654550"/>
          <p14:tracePt t="59957" x="7080250" y="4730750"/>
          <p14:tracePt t="59974" x="7112000" y="4838700"/>
          <p14:tracePt t="59990" x="7124700" y="4870450"/>
          <p14:tracePt t="60007" x="7156450" y="4965700"/>
          <p14:tracePt t="60023" x="7162800" y="4978400"/>
          <p14:tracePt t="60040" x="7175500" y="4984750"/>
          <p14:tracePt t="60057" x="7194550" y="4991100"/>
          <p14:tracePt t="60073" x="7207250" y="4997450"/>
          <p14:tracePt t="60090" x="7219950" y="4997450"/>
          <p14:tracePt t="60106" x="7264400" y="4991100"/>
          <p14:tracePt t="60123" x="7302500" y="4972050"/>
          <p14:tracePt t="60140" x="7334250" y="4965700"/>
          <p14:tracePt t="60156" x="7416800" y="4953000"/>
          <p14:tracePt t="60173" x="7512050" y="4933950"/>
          <p14:tracePt t="60191" x="7626350" y="4927600"/>
          <p14:tracePt t="60206" x="7670800" y="4927600"/>
          <p14:tracePt t="60222" x="7759700" y="4914900"/>
          <p14:tracePt t="60240" x="7810500" y="4914900"/>
          <p14:tracePt t="60256" x="7823200" y="4914900"/>
          <p14:tracePt t="60273" x="7829550" y="4914900"/>
          <p14:tracePt t="60289" x="7842250" y="4914900"/>
          <p14:tracePt t="60324" x="7835900" y="4914900"/>
          <p14:tracePt t="60330" x="7829550" y="4914900"/>
          <p14:tracePt t="60345" x="7823200" y="4914900"/>
          <p14:tracePt t="60356" x="7816850" y="4914900"/>
          <p14:tracePt t="60375" x="7810500" y="4921250"/>
          <p14:tracePt t="60389" x="7804150" y="4921250"/>
          <p14:tracePt t="60415" x="7797800" y="4921250"/>
          <p14:tracePt t="60443" x="7785100" y="4921250"/>
          <p14:tracePt t="60471" x="7778750" y="4921250"/>
          <p14:tracePt t="60493" x="7772400" y="4914900"/>
          <p14:tracePt t="60507" x="7766050" y="4914900"/>
          <p14:tracePt t="60514" x="7766050" y="4908550"/>
          <p14:tracePt t="60521" x="7753350" y="4895850"/>
          <p14:tracePt t="60538" x="7740650" y="4870450"/>
          <p14:tracePt t="60556" x="7715250" y="4819650"/>
          <p14:tracePt t="60571" x="7651750" y="4724400"/>
          <p14:tracePt t="60588" x="7613650" y="4667250"/>
          <p14:tracePt t="60605" x="7543800" y="4540250"/>
          <p14:tracePt t="60621" x="7524750" y="4476750"/>
          <p14:tracePt t="60638" x="7480300" y="4362450"/>
          <p14:tracePt t="60654" x="7473950" y="4292600"/>
          <p14:tracePt t="60671" x="7467600" y="4267200"/>
          <p14:tracePt t="60688" x="7467600" y="4222750"/>
          <p14:tracePt t="60704" x="7467600" y="4203700"/>
          <p14:tracePt t="60738" x="7467600" y="4191000"/>
          <p14:tracePt t="60754" x="7467600" y="4184650"/>
          <p14:tracePt t="60771" x="7467600" y="4178300"/>
          <p14:tracePt t="60788" x="7461250" y="4165600"/>
          <p14:tracePt t="60820" x="7454900" y="4159250"/>
          <p14:tracePt t="60837" x="7454900" y="4146550"/>
          <p14:tracePt t="60854" x="7448550" y="4140200"/>
          <p14:tracePt t="60870" x="7448550" y="4133850"/>
          <p14:tracePt t="60887" x="7442200" y="4133850"/>
          <p14:tracePt t="60904" x="7442200" y="4127500"/>
          <p14:tracePt t="60998" x="7442200" y="4133850"/>
          <p14:tracePt t="61012" x="7442200" y="4140200"/>
          <p14:tracePt t="61027" x="7442200" y="4146550"/>
          <p14:tracePt t="61033" x="7442200" y="4152900"/>
          <p14:tracePt t="61048" x="7442200" y="4159250"/>
          <p14:tracePt t="61062" x="7448550" y="4165600"/>
          <p14:tracePt t="61076" x="7448550" y="4184650"/>
          <p14:tracePt t="61086" x="7448550" y="4203700"/>
          <p14:tracePt t="61104" x="7454900" y="4286250"/>
          <p14:tracePt t="61120" x="7454900" y="4349750"/>
          <p14:tracePt t="61137" x="7454900" y="4489450"/>
          <p14:tracePt t="61153" x="7454900" y="4616450"/>
          <p14:tracePt t="61169" x="7454900" y="4679950"/>
          <p14:tracePt t="61186" x="7467600" y="4737100"/>
          <p14:tracePt t="61202" x="7467600" y="4800600"/>
          <p14:tracePt t="61219" x="7480300" y="4857750"/>
          <p14:tracePt t="61236" x="7480300" y="4870450"/>
          <p14:tracePt t="61252" x="7493000" y="4889500"/>
          <p14:tracePt t="61269" x="7505700" y="4889500"/>
          <p14:tracePt t="61287" x="7537450" y="4870450"/>
          <p14:tracePt t="61302" x="7556500" y="4857750"/>
          <p14:tracePt t="61319" x="7600950" y="4832350"/>
          <p14:tracePt t="61336" x="7664450" y="4787900"/>
          <p14:tracePt t="61352" x="7696200" y="4768850"/>
          <p14:tracePt t="61356" x="7740650" y="4749800"/>
          <p14:tracePt t="61369" x="7772400" y="4724400"/>
          <p14:tracePt t="61385" x="7835900" y="4692650"/>
          <p14:tracePt t="61402" x="7854950" y="4679950"/>
          <p14:tracePt t="61418" x="7880350" y="4660900"/>
          <p14:tracePt t="61436" x="7893050" y="4641850"/>
          <p14:tracePt t="61452" x="7893050" y="4629150"/>
          <p14:tracePt t="61469" x="7893050" y="4610100"/>
          <p14:tracePt t="61485" x="7842250" y="4540250"/>
          <p14:tracePt t="61502" x="7816850" y="4521200"/>
          <p14:tracePt t="61518" x="7778750" y="4445000"/>
          <p14:tracePt t="61535" x="7759700" y="4400550"/>
          <p14:tracePt t="61551" x="7747000" y="4356100"/>
          <p14:tracePt t="61568" x="7753350" y="4330700"/>
          <p14:tracePt t="61584" x="7759700" y="4324350"/>
          <p14:tracePt t="61602" x="7804150" y="4324350"/>
          <p14:tracePt t="61618" x="7867650" y="4356100"/>
          <p14:tracePt t="61634" x="7912100" y="4381500"/>
          <p14:tracePt t="61652" x="7969250" y="4413250"/>
          <p14:tracePt t="61667" x="8121650" y="4502150"/>
          <p14:tracePt t="61684" x="8318500" y="4572000"/>
          <p14:tracePt t="61701" x="8489950" y="4622800"/>
          <p14:tracePt t="61718" x="8597900" y="4654550"/>
          <p14:tracePt t="61735" x="8623300" y="4654550"/>
          <p14:tracePt t="61751" x="8667750" y="4654550"/>
          <p14:tracePt t="61768" x="8674100" y="4648200"/>
          <p14:tracePt t="61784" x="8674100" y="4635500"/>
          <p14:tracePt t="61800" x="8674100" y="4622800"/>
          <p14:tracePt t="61834" x="8667750" y="4616450"/>
          <p14:tracePt t="61851" x="8648700" y="4616450"/>
          <p14:tracePt t="61854" x="8642350" y="4616450"/>
          <p14:tracePt t="61884" x="8629650" y="4610100"/>
          <p14:tracePt t="61900" x="8616950" y="4603750"/>
          <p14:tracePt t="61917" x="8610600" y="4603750"/>
          <p14:tracePt t="61934" x="8591550" y="4603750"/>
          <p14:tracePt t="61950" x="8585200" y="4603750"/>
          <p14:tracePt t="61967" x="8578850" y="4603750"/>
          <p14:tracePt t="61983" x="8559800" y="4603750"/>
          <p14:tracePt t="62000" x="8553450" y="4603750"/>
          <p14:tracePt t="62017" x="8470900" y="4603750"/>
          <p14:tracePt t="62033" x="8394700" y="4603750"/>
          <p14:tracePt t="62050" x="8204200" y="4597400"/>
          <p14:tracePt t="62067" x="7937500" y="4591050"/>
          <p14:tracePt t="62083" x="7778750" y="4578350"/>
          <p14:tracePt t="62099" x="7588250" y="4565650"/>
          <p14:tracePt t="62116" x="6953250" y="4540250"/>
          <p14:tracePt t="62132" x="6743700" y="4540250"/>
          <p14:tracePt t="62150" x="6400800" y="4540250"/>
          <p14:tracePt t="62166" x="6248400" y="4540250"/>
          <p14:tracePt t="62182" x="5981700" y="4540250"/>
          <p14:tracePt t="62200" x="5829300" y="4540250"/>
          <p14:tracePt t="62215" x="5778500" y="4540250"/>
          <p14:tracePt t="62232" x="5715000" y="4540250"/>
          <p14:tracePt t="62250" x="5683250" y="4533900"/>
          <p14:tracePt t="62266" x="5676900" y="4527550"/>
          <p14:tracePt t="62282" x="5670550" y="4521200"/>
          <p14:tracePt t="62319" x="5664200" y="4514850"/>
          <p14:tracePt t="62333" x="5664200" y="4508500"/>
          <p14:tracePt t="62349" x="5664200" y="4502150"/>
          <p14:tracePt t="62390" x="5664200" y="4495800"/>
          <p14:tracePt t="62418" x="5664200" y="4489450"/>
          <p14:tracePt t="62439" x="5664200" y="4476750"/>
          <p14:tracePt t="62460" x="5670550" y="4470400"/>
          <p14:tracePt t="62467" x="5670550" y="4464050"/>
          <p14:tracePt t="62509" x="5670550" y="4457700"/>
          <p14:tracePt t="62530" x="5670550" y="4451350"/>
          <p14:tracePt t="62558" x="5670550" y="4445000"/>
          <p14:tracePt t="62593" x="5670550" y="4438650"/>
          <p14:tracePt t="62600" x="5664200" y="4438650"/>
          <p14:tracePt t="62614" x="5664200" y="4432300"/>
          <p14:tracePt t="62631" x="5651500" y="4432300"/>
          <p14:tracePt t="62651" x="5645150" y="4419600"/>
          <p14:tracePt t="62665" x="5638800" y="4413250"/>
          <p14:tracePt t="62681" x="5619750" y="4400550"/>
          <p14:tracePt t="62699" x="5594350" y="4362450"/>
          <p14:tracePt t="62715" x="5568950" y="4330700"/>
          <p14:tracePt t="62734" x="5556250" y="4298950"/>
          <p14:tracePt t="62748" x="5524500" y="4222750"/>
          <p14:tracePt t="62764" x="5505450" y="4171950"/>
          <p14:tracePt t="62781" x="5486400" y="4127500"/>
          <p14:tracePt t="62797" x="5467350" y="4057650"/>
          <p14:tracePt t="62814" x="5461000" y="4025900"/>
          <p14:tracePt t="62830" x="5461000" y="4006850"/>
          <p14:tracePt t="62847" x="5454650" y="3975100"/>
          <p14:tracePt t="62864" x="5454650" y="3968750"/>
          <p14:tracePt t="62867" x="5454650" y="3962400"/>
          <p14:tracePt t="62903" x="5461000" y="3962400"/>
          <p14:tracePt t="62917" x="5467350" y="3968750"/>
          <p14:tracePt t="62923" x="5473700" y="3975100"/>
          <p14:tracePt t="62938" x="5486400" y="3987800"/>
          <p14:tracePt t="62973" x="5492750" y="3994150"/>
          <p14:tracePt t="63001" x="5492750" y="4000500"/>
          <p14:tracePt t="63015" x="5492750" y="4006850"/>
          <p14:tracePt t="63022" x="5492750" y="4013200"/>
          <p14:tracePt t="63030" x="5492750" y="4019550"/>
          <p14:tracePt t="63046" x="5492750" y="4032250"/>
          <p14:tracePt t="63062" x="5499100" y="4057650"/>
          <p14:tracePt t="63079" x="5524500" y="4133850"/>
          <p14:tracePt t="63096" x="5575300" y="4267200"/>
          <p14:tracePt t="63114" x="5645150" y="4419600"/>
          <p14:tracePt t="63129" x="5683250" y="4495800"/>
          <p14:tracePt t="63146" x="5772150" y="4635500"/>
          <p14:tracePt t="63163" x="5886450" y="4724400"/>
          <p14:tracePt t="63179" x="5943600" y="4749800"/>
          <p14:tracePt t="63196" x="6051550" y="4743450"/>
          <p14:tracePt t="63212" x="6153150" y="4673600"/>
          <p14:tracePt t="63229" x="6178550" y="4616450"/>
          <p14:tracePt t="63246" x="6254750" y="4457700"/>
          <p14:tracePt t="63262" x="6273800" y="4368800"/>
          <p14:tracePt t="63278" x="6267450" y="4203700"/>
          <p14:tracePt t="63296" x="6248400" y="4108450"/>
          <p14:tracePt t="63312" x="6216650" y="4032250"/>
          <p14:tracePt t="63328" x="6197600" y="3962400"/>
          <p14:tracePt t="63345" x="6140450" y="3841750"/>
          <p14:tracePt t="63362" x="6127750" y="3810000"/>
          <p14:tracePt t="63366" x="6121400" y="3784600"/>
          <p14:tracePt t="63382" x="6121400" y="3778250"/>
          <p14:tracePt t="63408" x="6127750" y="3778250"/>
          <p14:tracePt t="63422" x="6127750" y="3784600"/>
          <p14:tracePt t="63431" x="6140450" y="3803650"/>
          <p14:tracePt t="63444" x="6165850" y="3829050"/>
          <p14:tracePt t="63461" x="6178550" y="3860800"/>
          <p14:tracePt t="63479" x="6229350" y="3911600"/>
          <p14:tracePt t="63495" x="6267450" y="3968750"/>
          <p14:tracePt t="63511" x="6394450" y="4102100"/>
          <p14:tracePt t="63528" x="6540500" y="4229100"/>
          <p14:tracePt t="63545" x="6584950" y="4292600"/>
          <p14:tracePt t="63561" x="6692900" y="4375150"/>
          <p14:tracePt t="63578" x="6756400" y="4406900"/>
          <p14:tracePt t="63594" x="6781800" y="4413250"/>
          <p14:tracePt t="63612" x="6794500" y="4413250"/>
          <p14:tracePt t="63628" x="6800850" y="4413250"/>
          <p14:tracePt t="63644" x="6807200" y="4413250"/>
          <p14:tracePt t="63677" x="6807200" y="4406900"/>
          <p14:tracePt t="63694" x="6800850" y="4406900"/>
          <p14:tracePt t="63711" x="6769100" y="4400550"/>
          <p14:tracePt t="63727" x="6737350" y="4387850"/>
          <p14:tracePt t="63744" x="6711950" y="4387850"/>
          <p14:tracePt t="63761" x="6642100" y="4387850"/>
          <p14:tracePt t="63777" x="6540500" y="4381500"/>
          <p14:tracePt t="63795" x="6470650" y="4381500"/>
          <p14:tracePt t="63810" x="6451600" y="4381500"/>
          <p14:tracePt t="63827" x="6438900" y="4381500"/>
          <p14:tracePt t="63844" x="6432550" y="4381500"/>
          <p14:tracePt t="63860" x="6438900" y="4381500"/>
          <p14:tracePt t="63878" x="6477000" y="4375150"/>
          <p14:tracePt t="63893" x="6553200" y="4349750"/>
          <p14:tracePt t="63910" x="6604000" y="4343400"/>
          <p14:tracePt t="63927" x="6750050" y="4292600"/>
          <p14:tracePt t="63943" x="6864350" y="4248150"/>
          <p14:tracePt t="63960" x="6921500" y="4216400"/>
          <p14:tracePt t="63977" x="6985000" y="4184650"/>
          <p14:tracePt t="63993" x="7016750" y="4171950"/>
          <p14:tracePt t="64010" x="7054850" y="4159250"/>
          <p14:tracePt t="64027" x="7086600" y="4159250"/>
          <p14:tracePt t="64043" x="7112000" y="4159250"/>
          <p14:tracePt t="64059" x="7137400" y="4165600"/>
          <p14:tracePt t="64076" x="7239000" y="4197350"/>
          <p14:tracePt t="64093" x="7385050" y="4260850"/>
          <p14:tracePt t="64109" x="7473950" y="4279900"/>
          <p14:tracePt t="64126" x="7556500" y="4298950"/>
          <p14:tracePt t="64143" x="7683500" y="4318000"/>
          <p14:tracePt t="64160" x="7721600" y="4318000"/>
          <p14:tracePt t="64176" x="7759700" y="4298950"/>
          <p14:tracePt t="64192" x="7772400" y="4279900"/>
          <p14:tracePt t="64209" x="7772400" y="4260850"/>
          <p14:tracePt t="64225" x="7759700" y="4216400"/>
          <p14:tracePt t="64242" x="7740650" y="4197350"/>
          <p14:tracePt t="64259" x="7708900" y="4159250"/>
          <p14:tracePt t="64275" x="7620000" y="4127500"/>
          <p14:tracePt t="64292" x="7581900" y="4127500"/>
          <p14:tracePt t="64309" x="7486650" y="4121150"/>
          <p14:tracePt t="64325" x="7435850" y="4140200"/>
          <p14:tracePt t="64342" x="7423150" y="4165600"/>
          <p14:tracePt t="64358" x="7410450" y="4197350"/>
          <p14:tracePt t="64375" x="7416800" y="4229100"/>
          <p14:tracePt t="64379" x="7429500" y="4267200"/>
          <p14:tracePt t="64392" x="7461250" y="4311650"/>
          <p14:tracePt t="64408" x="7537450" y="4425950"/>
          <p14:tracePt t="64425" x="7575550" y="4483100"/>
          <p14:tracePt t="64441" x="7677150" y="4572000"/>
          <p14:tracePt t="64458" x="7702550" y="4603750"/>
          <p14:tracePt t="64475" x="7721600" y="4616450"/>
          <p14:tracePt t="64491" x="7734300" y="4629150"/>
          <p14:tracePt t="64508" x="7734300" y="4648200"/>
          <p14:tracePt t="64525" x="7721600" y="4654550"/>
          <p14:tracePt t="64541" x="7715250" y="4654550"/>
          <p14:tracePt t="64558" x="7715250" y="4648200"/>
          <p14:tracePt t="64575" x="7708900" y="4641850"/>
          <p14:tracePt t="64591" x="7721600" y="4629150"/>
          <p14:tracePt t="64608" x="7734300" y="4616450"/>
          <p14:tracePt t="64624" x="7810500" y="4552950"/>
          <p14:tracePt t="64641" x="7867650" y="4514850"/>
          <p14:tracePt t="64658" x="7981950" y="4451350"/>
          <p14:tracePt t="64674" x="8096250" y="4400550"/>
          <p14:tracePt t="64690" x="8140700" y="4375150"/>
          <p14:tracePt t="64708" x="8191500" y="4362450"/>
          <p14:tracePt t="64724" x="8204200" y="4356100"/>
          <p14:tracePt t="64740" x="8210550" y="4349750"/>
          <p14:tracePt t="64821" x="8210550" y="4356100"/>
          <p14:tracePt t="64841" x="8216900" y="4356100"/>
          <p14:tracePt t="64855" x="8223250" y="4356100"/>
          <p14:tracePt t="64863" x="8229600" y="4356100"/>
          <p14:tracePt t="64877" x="8235950" y="4356100"/>
          <p14:tracePt t="64891" x="8248650" y="4356100"/>
          <p14:tracePt t="64907" x="8261350" y="4356100"/>
          <p14:tracePt t="64923" x="8274050" y="4356100"/>
          <p14:tracePt t="64940" x="8318500" y="4356100"/>
          <p14:tracePt t="64956" x="8356600" y="4356100"/>
          <p14:tracePt t="64973" x="8382000" y="4356100"/>
          <p14:tracePt t="64990" x="8432800" y="4356100"/>
          <p14:tracePt t="65006" x="8451850" y="4356100"/>
          <p14:tracePt t="65023" x="8502650" y="4356100"/>
          <p14:tracePt t="65039" x="8534400" y="4356100"/>
          <p14:tracePt t="65056" x="8547100" y="4356100"/>
          <p14:tracePt t="65073" x="8566150" y="4356100"/>
          <p14:tracePt t="65089" x="8572500" y="4356100"/>
          <p14:tracePt t="65106" x="8578850" y="4356100"/>
          <p14:tracePt t="65123" x="8578850" y="4349750"/>
          <p14:tracePt t="65156" x="8578850" y="4343400"/>
          <p14:tracePt t="65172" x="8566150" y="4337050"/>
          <p14:tracePt t="65189" x="8559800" y="4330700"/>
          <p14:tracePt t="65205" x="8547100" y="4330700"/>
          <p14:tracePt t="65222" x="8528050" y="4330700"/>
          <p14:tracePt t="65238" x="8432800" y="4330700"/>
          <p14:tracePt t="65256" x="8248650" y="4330700"/>
          <p14:tracePt t="65272" x="8121650" y="4330700"/>
          <p14:tracePt t="65288" x="7981950" y="4343400"/>
          <p14:tracePt t="65306" x="7683500" y="4368800"/>
          <p14:tracePt t="65322" x="7385050" y="4413250"/>
          <p14:tracePt t="65338" x="7258050" y="4419600"/>
          <p14:tracePt t="65355" x="7073900" y="4464050"/>
          <p14:tracePt t="65371" x="7010400" y="4470400"/>
          <p14:tracePt t="65388" x="6946900" y="4502150"/>
          <p14:tracePt t="65392" x="6921500" y="4514850"/>
          <p14:tracePt t="65405" x="6908800" y="4521200"/>
          <p14:tracePt t="65421" x="6896100" y="4552950"/>
          <p14:tracePt t="65439" x="6889750" y="4578350"/>
          <p14:tracePt t="72746" x="6889750" y="4584700"/>
          <p14:tracePt t="72753" x="6889750" y="4610100"/>
          <p14:tracePt t="72762" x="6889750" y="4648200"/>
          <p14:tracePt t="72779" x="6889750" y="4692650"/>
          <p14:tracePt t="72796" x="6889750" y="4775200"/>
          <p14:tracePt t="72812" x="6896100" y="4832350"/>
          <p14:tracePt t="72830" x="6896100" y="4908550"/>
          <p14:tracePt t="72846" x="6902450" y="5067300"/>
          <p14:tracePt t="72862" x="6902450" y="5130800"/>
          <p14:tracePt t="72880" x="6877050" y="5295900"/>
          <p14:tracePt t="72895" x="6832600" y="5410200"/>
          <p14:tracePt t="72912" x="6762750" y="5524500"/>
          <p14:tracePt t="72929" x="6692900" y="5657850"/>
          <p14:tracePt t="72945" x="6642100" y="5734050"/>
          <p14:tracePt t="72949" x="6616700" y="5765800"/>
          <p14:tracePt t="72962" x="6604000" y="5784850"/>
          <p14:tracePt t="72979" x="6559550" y="5842000"/>
          <p14:tracePt t="72995" x="6540500" y="5861050"/>
          <p14:tracePt t="73013" x="6527800" y="5892800"/>
          <p14:tracePt t="73028" x="6521450" y="5905500"/>
          <p14:tracePt t="73046" x="6515100" y="5924550"/>
          <p14:tracePt t="73062" x="6502400" y="5949950"/>
          <p14:tracePt t="73078" x="6470650" y="5969000"/>
          <p14:tracePt t="73095" x="6451600" y="5988050"/>
          <p14:tracePt t="73112" x="6426200" y="6007100"/>
          <p14:tracePt t="73128" x="6407150" y="6013450"/>
          <p14:tracePt t="73147" x="6356350" y="6045200"/>
          <p14:tracePt t="73162" x="6330950" y="6057900"/>
          <p14:tracePt t="73178" x="6299200" y="6070600"/>
          <p14:tracePt t="73195" x="6280150" y="6089650"/>
          <p14:tracePt t="73211" x="6261100" y="6096000"/>
          <p14:tracePt t="73228" x="6254750" y="6096000"/>
          <p14:tracePt t="73245" x="6248400" y="6102350"/>
          <p14:tracePt t="73406" x="6248400" y="6108700"/>
          <p14:tracePt t="74054" x="6254750" y="6108700"/>
          <p14:tracePt t="74061" x="6261100" y="6108700"/>
          <p14:tracePt t="74077" x="6267450" y="6115050"/>
          <p14:tracePt t="74091" x="6267450" y="6121400"/>
          <p14:tracePt t="74108" x="6273800" y="6134100"/>
          <p14:tracePt t="74124" x="6273800" y="6140450"/>
          <p14:tracePt t="74152" x="6280150" y="6146800"/>
          <p14:tracePt t="74187" x="6299200" y="6146800"/>
          <p14:tracePt t="74223" x="6305550" y="6146800"/>
          <p14:tracePt t="74251" x="6311900" y="6146800"/>
          <p14:tracePt t="74272" x="6318250" y="6146800"/>
          <p14:tracePt t="74307" x="6324600" y="6146800"/>
          <p14:tracePt t="74321" x="6330950" y="6146800"/>
          <p14:tracePt t="74623" x="6330950" y="6140450"/>
          <p14:tracePt t="74672" x="6330950" y="6134100"/>
          <p14:tracePt t="74686" x="6330950" y="6127750"/>
          <p14:tracePt t="74708" x="6330950" y="6121400"/>
          <p14:tracePt t="74729" x="6330950" y="6115050"/>
          <p14:tracePt t="74736" x="6330950" y="6102350"/>
          <p14:tracePt t="74742" x="6330950" y="6096000"/>
          <p14:tracePt t="74756" x="6330950" y="6089650"/>
          <p14:tracePt t="74772" x="6324600" y="6070600"/>
          <p14:tracePt t="74789" x="6318250" y="6051550"/>
          <p14:tracePt t="74806" x="6305550" y="6013450"/>
          <p14:tracePt t="74822" x="6292850" y="5988050"/>
          <p14:tracePt t="74839" x="6286500" y="5962650"/>
          <p14:tracePt t="74855" x="6261100" y="5918200"/>
          <p14:tracePt t="74872" x="6223000" y="5861050"/>
          <p14:tracePt t="74890" x="6121400" y="5740400"/>
          <p14:tracePt t="74906" x="5994400" y="5607050"/>
          <p14:tracePt t="74922" x="5816600" y="5473700"/>
          <p14:tracePt t="74939" x="5454650" y="5181600"/>
          <p14:tracePt t="74955" x="5251450" y="5041900"/>
          <p14:tracePt t="74972" x="4991100" y="4876800"/>
          <p14:tracePt t="74989" x="4699000" y="4699000"/>
          <p14:tracePt t="75005" x="4533900" y="4616450"/>
          <p14:tracePt t="75023" x="4375150" y="4546600"/>
          <p14:tracePt t="75038" x="4184650" y="4483100"/>
          <p14:tracePt t="75055" x="4083050" y="4425950"/>
          <p14:tracePt t="75072" x="4006850" y="4394200"/>
          <p14:tracePt t="75088" x="3917950" y="4356100"/>
          <p14:tracePt t="75105" x="3841750" y="4324350"/>
          <p14:tracePt t="75122" x="3740150" y="4279900"/>
          <p14:tracePt t="75138" x="3651250" y="4254500"/>
          <p14:tracePt t="75154" x="3562350" y="4210050"/>
          <p14:tracePt t="75171" x="3448050" y="4165600"/>
          <p14:tracePt t="75188" x="3384550" y="4140200"/>
          <p14:tracePt t="75204" x="3302000" y="4114800"/>
          <p14:tracePt t="75221" x="3187700" y="4083050"/>
          <p14:tracePt t="75237" x="3117850" y="4044950"/>
          <p14:tracePt t="75255" x="3054350" y="4025900"/>
          <p14:tracePt t="75271" x="2990850" y="4000500"/>
          <p14:tracePt t="75287" x="2946400" y="3987800"/>
          <p14:tracePt t="75305" x="2895600" y="3981450"/>
          <p14:tracePt t="75320" x="2857500" y="3975100"/>
          <p14:tracePt t="75337" x="2787650" y="3949700"/>
          <p14:tracePt t="75354" x="2679700" y="3917950"/>
          <p14:tracePt t="75370" x="2622550" y="3898900"/>
          <p14:tracePt t="75387" x="2527300" y="3873500"/>
          <p14:tracePt t="75403" x="2393950" y="3822700"/>
          <p14:tracePt t="75420" x="2330450" y="3790950"/>
          <p14:tracePt t="75437" x="2273300" y="3765550"/>
          <p14:tracePt t="75453" x="2197100" y="3727450"/>
          <p14:tracePt t="75470" x="2159000" y="3721100"/>
          <p14:tracePt t="75487" x="2101850" y="3702050"/>
          <p14:tracePt t="75503" x="2063750" y="3695700"/>
          <p14:tracePt t="75520" x="2038350" y="3689350"/>
          <p14:tracePt t="75524" x="2025650" y="3689350"/>
          <p14:tracePt t="75537" x="2012950" y="3689350"/>
          <p14:tracePt t="75553" x="2006600" y="3683000"/>
          <p14:tracePt t="75569" x="2000250" y="3683000"/>
          <p14:tracePt t="75621" x="2006600" y="3683000"/>
          <p14:tracePt t="75628" x="2019300" y="3683000"/>
          <p14:tracePt t="75636" x="2025650" y="3689350"/>
          <p14:tracePt t="75978" x="2032000" y="3689350"/>
          <p14:tracePt t="75986" x="2044700" y="3695700"/>
          <p14:tracePt t="75992" x="2063750" y="3708400"/>
          <p14:tracePt t="76001" x="2101850" y="3714750"/>
          <p14:tracePt t="76018" x="2178050" y="3765550"/>
          <p14:tracePt t="76035" x="2317750" y="3829050"/>
          <p14:tracePt t="76051" x="2419350" y="3854450"/>
          <p14:tracePt t="76068" x="2482850" y="3886200"/>
          <p14:tracePt t="76085" x="2552700" y="3924300"/>
          <p14:tracePt t="76101" x="2603500" y="3956050"/>
          <p14:tracePt t="76118" x="2673350" y="4006850"/>
          <p14:tracePt t="76134" x="2724150" y="4044950"/>
          <p14:tracePt t="76151" x="2768600" y="4076700"/>
          <p14:tracePt t="76168" x="2794000" y="4095750"/>
          <p14:tracePt t="76184" x="2813050" y="4102100"/>
          <p14:tracePt t="76201" x="2832100" y="4108450"/>
          <p14:tracePt t="76218" x="2838450" y="4114800"/>
          <p14:tracePt t="76234" x="2844800" y="4127500"/>
          <p14:tracePt t="76250" x="2863850" y="4127500"/>
          <p14:tracePt t="76267" x="2870200" y="4133850"/>
          <p14:tracePt t="76284" x="2882900" y="4140200"/>
          <p14:tracePt t="76301" x="2889250" y="4152900"/>
          <p14:tracePt t="76317" x="2895600" y="4152900"/>
          <p14:tracePt t="76334" x="2901950" y="4152900"/>
          <p14:tracePt t="76350" x="2908300" y="4159250"/>
          <p14:tracePt t="76383" x="2914650" y="4159250"/>
          <p14:tracePt t="76402" x="2921000" y="4159250"/>
          <p14:tracePt t="76428" x="2927350" y="4165600"/>
          <p14:tracePt t="76449" x="2927350" y="4171950"/>
          <p14:tracePt t="76463" x="2933700" y="4171950"/>
          <p14:tracePt t="76470" x="2940050" y="4178300"/>
          <p14:tracePt t="76484" x="2959100" y="4191000"/>
          <p14:tracePt t="76499" x="2990850" y="4210050"/>
          <p14:tracePt t="76517" x="3060700" y="4260850"/>
          <p14:tracePt t="76533" x="3232150" y="4394200"/>
          <p14:tracePt t="76550" x="3359150" y="4495800"/>
          <p14:tracePt t="76566" x="3498850" y="4591050"/>
          <p14:tracePt t="76583" x="3702050" y="4743450"/>
          <p14:tracePt t="76599" x="3841750" y="4832350"/>
          <p14:tracePt t="76616" x="3917950" y="4889500"/>
          <p14:tracePt t="76633" x="3994150" y="4933950"/>
          <p14:tracePt t="76650" x="4013200" y="4953000"/>
          <p14:tracePt t="76682" x="4000500" y="4953000"/>
          <p14:tracePt t="76699" x="3975100" y="4953000"/>
          <p14:tracePt t="76716" x="3917950" y="4914900"/>
          <p14:tracePt t="76732" x="3873500" y="4883150"/>
          <p14:tracePt t="76749" x="3835400" y="4851400"/>
          <p14:tracePt t="76765" x="3708400" y="4762500"/>
          <p14:tracePt t="76782" x="3581400" y="4692650"/>
          <p14:tracePt t="76798" x="3422650" y="4591050"/>
          <p14:tracePt t="76815" x="3175000" y="4457700"/>
          <p14:tracePt t="76832" x="3028950" y="4381500"/>
          <p14:tracePt t="76850" x="2819400" y="4292600"/>
          <p14:tracePt t="76865" x="2698750" y="4254500"/>
          <p14:tracePt t="76882" x="2565400" y="4203700"/>
          <p14:tracePt t="76899" x="2419350" y="4178300"/>
          <p14:tracePt t="76915" x="2355850" y="4159250"/>
          <p14:tracePt t="76932" x="2317750" y="4146550"/>
          <p14:tracePt t="76949" x="2279650" y="4133850"/>
          <p14:tracePt t="76965" x="2260600" y="4133850"/>
          <p14:tracePt t="76981" x="2247900" y="4133850"/>
          <p14:tracePt t="76998" x="2235200" y="4127500"/>
          <p14:tracePt t="77014" x="2216150" y="4127500"/>
          <p14:tracePt t="77033" x="2184400" y="4121150"/>
          <p14:tracePt t="77048" x="2159000" y="4114800"/>
          <p14:tracePt t="77065" x="2133600" y="4108450"/>
          <p14:tracePt t="77081" x="2082800" y="4095750"/>
          <p14:tracePt t="77097" x="2057400" y="4089400"/>
          <p14:tracePt t="77114" x="2044700" y="4089400"/>
          <p14:tracePt t="77131" x="2025650" y="4083050"/>
          <p14:tracePt t="77148" x="2012950" y="4083050"/>
          <p14:tracePt t="77164" x="2000250" y="4083050"/>
          <p14:tracePt t="77180" x="1987550" y="4083050"/>
          <p14:tracePt t="77214" x="1968500" y="4076700"/>
          <p14:tracePt t="77230" x="1955800" y="4076700"/>
          <p14:tracePt t="77248" x="1949450" y="4070350"/>
          <p14:tracePt t="77264" x="1917700" y="4070350"/>
          <p14:tracePt t="77280" x="1892300" y="4064000"/>
          <p14:tracePt t="77298" x="1860550" y="4057650"/>
          <p14:tracePt t="77314" x="1803400" y="4044950"/>
          <p14:tracePt t="77330" x="1765300" y="4032250"/>
          <p14:tracePt t="77349" x="1708150" y="4013200"/>
          <p14:tracePt t="77364" x="1676400" y="4006850"/>
          <p14:tracePt t="77380" x="1644650" y="4000500"/>
          <p14:tracePt t="77397" x="1619250" y="3994150"/>
          <p14:tracePt t="77413" x="1612900" y="3987800"/>
          <p14:tracePt t="77430" x="1600200" y="3987800"/>
          <p14:tracePt t="77447" x="1593850" y="3987800"/>
          <p14:tracePt t="77463" x="1587500" y="3987800"/>
          <p14:tracePt t="77480" x="1581150" y="3987800"/>
          <p14:tracePt t="77503" x="1574800" y="3987800"/>
          <p14:tracePt t="77524" x="1568450" y="3987800"/>
          <p14:tracePt t="77538" x="1562100" y="3987800"/>
          <p14:tracePt t="77546" x="1549400" y="3987800"/>
          <p14:tracePt t="77562" x="1543050" y="3981450"/>
          <p14:tracePt t="77580" x="1530350" y="3981450"/>
          <p14:tracePt t="77596" x="1498600" y="3962400"/>
          <p14:tracePt t="77612" x="1485900" y="3956050"/>
          <p14:tracePt t="78073" x="1479550" y="3956050"/>
          <p14:tracePt t="78080" x="1466850" y="3949700"/>
          <p14:tracePt t="78094" x="1428750" y="3943350"/>
          <p14:tracePt t="78111" x="1384300" y="3930650"/>
          <p14:tracePt t="78128" x="1333500" y="3911600"/>
          <p14:tracePt t="78144" x="1270000" y="3905250"/>
          <p14:tracePt t="78161" x="1238250" y="3905250"/>
          <p14:tracePt t="78178" x="1200150" y="3905250"/>
          <p14:tracePt t="78194" x="1181100" y="3905250"/>
          <p14:tracePt t="78211" x="1174750" y="3905250"/>
          <p14:tracePt t="78228" x="1168400" y="3905250"/>
          <p14:tracePt t="78298" x="1174750" y="3905250"/>
          <p14:tracePt t="78319" x="1181100" y="3911600"/>
          <p14:tracePt t="78339" x="1193800" y="3917950"/>
          <p14:tracePt t="78346" x="1200150" y="3917950"/>
          <p14:tracePt t="78363" x="1200150" y="3924300"/>
          <p14:tracePt t="78377" x="1219200" y="3930650"/>
          <p14:tracePt t="78393" x="1231900" y="3930650"/>
          <p14:tracePt t="78410" x="1263650" y="3930650"/>
          <p14:tracePt t="78427" x="1295400" y="3930650"/>
          <p14:tracePt t="78443" x="1327150" y="3930650"/>
          <p14:tracePt t="78460" x="1384300" y="3924300"/>
          <p14:tracePt t="78476" x="1422400" y="3917950"/>
          <p14:tracePt t="78493" x="1466850" y="3898900"/>
          <p14:tracePt t="78509" x="1568450" y="3879850"/>
          <p14:tracePt t="78526" x="1625600" y="3873500"/>
          <p14:tracePt t="78543" x="1714500" y="3848100"/>
          <p14:tracePt t="78559" x="1765300" y="3848100"/>
          <p14:tracePt t="78576" x="1790700" y="3841750"/>
          <p14:tracePt t="78593" x="1816100" y="3835400"/>
          <p14:tracePt t="78609" x="1835150" y="3816350"/>
          <p14:tracePt t="78626" x="1847850" y="3816350"/>
          <p14:tracePt t="78643" x="1854200" y="3816350"/>
          <p14:tracePt t="78659" x="1860550" y="3816350"/>
          <p14:tracePt t="78698" x="1866900" y="3816350"/>
          <p14:tracePt t="78720" x="1873250" y="3816350"/>
          <p14:tracePt t="78740" x="1879600" y="3816350"/>
          <p14:tracePt t="78768" x="1885950" y="3816350"/>
          <p14:tracePt t="78790" x="1892300" y="3816350"/>
          <p14:tracePt t="78853" x="1898650" y="3816350"/>
          <p14:tracePt t="78859" x="1905000" y="3816350"/>
          <p14:tracePt t="78881" x="1911350" y="3816350"/>
          <p14:tracePt t="78930" x="1917700" y="3816350"/>
          <p14:tracePt t="78951" x="1924050" y="3816350"/>
          <p14:tracePt t="78979" x="1930400" y="3816350"/>
          <p14:tracePt t="79085" x="1924050" y="3816350"/>
          <p14:tracePt t="79092" x="1917700" y="3816350"/>
          <p14:tracePt t="79099" x="1911350" y="3816350"/>
          <p14:tracePt t="79113" x="1898650" y="3816350"/>
          <p14:tracePt t="79124" x="1885950" y="3816350"/>
          <p14:tracePt t="79141" x="1854200" y="3816350"/>
          <p14:tracePt t="79157" x="1828800" y="3816350"/>
          <p14:tracePt t="79174" x="1771650" y="3816350"/>
          <p14:tracePt t="79191" x="1701800" y="3803650"/>
          <p14:tracePt t="79207" x="1663700" y="3797300"/>
          <p14:tracePt t="79224" x="1612900" y="3797300"/>
          <p14:tracePt t="79240" x="1473200" y="3778250"/>
          <p14:tracePt t="79257" x="1422400" y="3771900"/>
          <p14:tracePt t="79275" x="1301750" y="3746500"/>
          <p14:tracePt t="79290" x="1238250" y="3733800"/>
          <p14:tracePt t="79306" x="1117600" y="3714750"/>
          <p14:tracePt t="79324" x="1009650" y="3702050"/>
          <p14:tracePt t="79340" x="971550" y="3702050"/>
          <p14:tracePt t="79357" x="889000" y="3689350"/>
          <p14:tracePt t="79374" x="844550" y="3689350"/>
          <p14:tracePt t="79390" x="819150" y="3689350"/>
          <p14:tracePt t="79407" x="787400" y="3689350"/>
          <p14:tracePt t="79423" x="755650" y="3689350"/>
          <p14:tracePt t="79440" x="742950" y="3689350"/>
          <p14:tracePt t="79457" x="704850" y="3689350"/>
          <p14:tracePt t="79472" x="685800" y="3695700"/>
          <p14:tracePt t="79489" x="673100" y="3695700"/>
          <p14:tracePt t="79507" x="660400" y="3695700"/>
          <p14:tracePt t="79523" x="654050" y="3695700"/>
          <p14:tracePt t="79556" x="647700" y="3695700"/>
          <p14:tracePt t="79572" x="647700" y="3702050"/>
          <p14:tracePt t="79589" x="641350" y="3708400"/>
          <p14:tracePt t="79612" x="635000" y="3708400"/>
          <p14:tracePt t="79633" x="628650" y="3714750"/>
          <p14:tracePt t="79654" x="628650" y="3721100"/>
          <p14:tracePt t="79682" x="622300" y="3721100"/>
          <p14:tracePt t="79703" x="622300" y="3727450"/>
          <p14:tracePt t="79731" x="615950" y="3733800"/>
          <p14:tracePt t="79752" x="615950" y="3740150"/>
          <p14:tracePt t="79788" x="609600" y="3746500"/>
          <p14:tracePt t="79801" x="609600" y="3752850"/>
          <p14:tracePt t="79823" x="603250" y="3752850"/>
          <p14:tracePt t="79844" x="596900" y="3759200"/>
          <p14:tracePt t="79914" x="590550" y="3765550"/>
          <p14:tracePt t="80005" x="590550" y="3771900"/>
          <p14:tracePt t="80223" x="590550" y="3778250"/>
          <p14:tracePt t="80258" x="584200" y="3784600"/>
          <p14:tracePt t="80469" x="584200" y="3790950"/>
          <p14:tracePt t="80497" x="590550" y="3790950"/>
          <p14:tracePt t="80518" x="596900" y="3790950"/>
          <p14:tracePt t="80525" x="603250" y="3790950"/>
          <p14:tracePt t="80546" x="609600" y="3790950"/>
          <p14:tracePt t="80560" x="615950" y="3790950"/>
          <p14:tracePt t="80617" x="622300" y="3790950"/>
          <p14:tracePt t="80638" x="628650" y="3790950"/>
          <p14:tracePt t="80644" x="635000" y="3790950"/>
          <p14:tracePt t="80666" x="641350" y="3790950"/>
          <p14:tracePt t="80687" x="647700" y="3784600"/>
          <p14:tracePt t="80708" x="660400" y="3784600"/>
          <p14:tracePt t="80736" x="666750" y="3784600"/>
          <p14:tracePt t="80750" x="679450" y="3784600"/>
          <p14:tracePt t="80757" x="692150" y="3778250"/>
          <p14:tracePt t="80772" x="704850" y="3778250"/>
          <p14:tracePt t="80786" x="736600" y="3771900"/>
          <p14:tracePt t="80802" x="749300" y="3771900"/>
          <p14:tracePt t="80818" x="768350" y="3765550"/>
          <p14:tracePt t="80835" x="819150" y="3759200"/>
          <p14:tracePt t="80852" x="857250" y="3752850"/>
          <p14:tracePt t="80868" x="882650" y="3740150"/>
          <p14:tracePt t="80884" x="914400" y="3727450"/>
          <p14:tracePt t="80901" x="952500" y="3721100"/>
          <p14:tracePt t="80919" x="977900" y="3714750"/>
          <p14:tracePt t="80934" x="984250" y="3714750"/>
          <p14:tracePt t="80951" x="984250" y="3708400"/>
          <p14:tracePt t="80968" x="996950" y="3708400"/>
          <p14:tracePt t="81001" x="1003300" y="3708400"/>
          <p14:tracePt t="81101" x="996950" y="3708400"/>
          <p14:tracePt t="81151" x="990600" y="3708400"/>
          <p14:tracePt t="81291" x="984250" y="3708400"/>
          <p14:tracePt t="81333" x="977900" y="3708400"/>
          <p14:tracePt t="81404" x="971550" y="3708400"/>
          <p14:tracePt t="81431" x="965200" y="3708400"/>
          <p14:tracePt t="81460" x="958850" y="3708400"/>
          <p14:tracePt t="81523" x="952500" y="3708400"/>
          <p14:tracePt t="81551" x="952500" y="3714750"/>
          <p14:tracePt t="81557" x="952500" y="3721100"/>
          <p14:tracePt t="81594" x="952500" y="3727450"/>
          <p14:tracePt t="81600" x="952500" y="3733800"/>
          <p14:tracePt t="81622" x="952500" y="3740150"/>
          <p14:tracePt t="81643" x="958850" y="3746500"/>
          <p14:tracePt t="81650" x="958850" y="3752850"/>
          <p14:tracePt t="81663" x="971550" y="3759200"/>
          <p14:tracePt t="81671" x="977900" y="3765550"/>
          <p14:tracePt t="81685" x="990600" y="3784600"/>
          <p14:tracePt t="81699" x="1054100" y="3822700"/>
          <p14:tracePt t="81716" x="1085850" y="3848100"/>
          <p14:tracePt t="81732" x="1130300" y="3873500"/>
          <p14:tracePt t="81748" x="1231900" y="3917950"/>
          <p14:tracePt t="81765" x="1314450" y="3962400"/>
          <p14:tracePt t="81782" x="1346200" y="3981450"/>
          <p14:tracePt t="81798" x="1409700" y="3994150"/>
          <p14:tracePt t="81815" x="1460500" y="4006850"/>
          <p14:tracePt t="81832" x="1485900" y="4006850"/>
          <p14:tracePt t="81848" x="1492250" y="4006850"/>
          <p14:tracePt t="81864" x="1504950" y="4006850"/>
          <p14:tracePt t="81881" x="1511300" y="4006850"/>
          <p14:tracePt t="81923" x="1511300" y="4000500"/>
          <p14:tracePt t="81933" x="1504950" y="3994150"/>
          <p14:tracePt t="81947" x="1504950" y="3987800"/>
          <p14:tracePt t="81964" x="1498600" y="3987800"/>
          <p14:tracePt t="81981" x="1498600" y="3975100"/>
          <p14:tracePt t="82036" x="1498600" y="3968750"/>
          <p14:tracePt t="82064" x="1498600" y="3962400"/>
          <p14:tracePt t="82106" x="1498600" y="3956050"/>
          <p14:tracePt t="82120" x="1498600" y="3949700"/>
          <p14:tracePt t="82142" x="1498600" y="3943350"/>
          <p14:tracePt t="82162" x="1498600" y="3937000"/>
          <p14:tracePt t="82184" x="1492250" y="3937000"/>
          <p14:tracePt t="82212" x="1485900" y="3930650"/>
          <p14:tracePt t="82275" x="1485900" y="3924300"/>
          <p14:tracePt t="82331" x="1485900" y="3917950"/>
          <p14:tracePt t="82444" x="1485900" y="3924300"/>
          <p14:tracePt t="82471" x="1492250" y="3924300"/>
          <p14:tracePt t="82528" x="1498600" y="3924300"/>
          <p14:tracePt t="82535" x="1504950" y="3924300"/>
          <p14:tracePt t="82545" x="1511300" y="3924300"/>
          <p14:tracePt t="82563" x="1524000" y="3924300"/>
          <p14:tracePt t="82578" x="1530350" y="3924300"/>
          <p14:tracePt t="82595" x="1536700" y="3924300"/>
          <p14:tracePt t="82612" x="1600200" y="3924300"/>
          <p14:tracePt t="82628" x="1631950" y="3924300"/>
          <p14:tracePt t="82645" x="1651000" y="3924300"/>
          <p14:tracePt t="82662" x="1701800" y="3917950"/>
          <p14:tracePt t="82678" x="1739900" y="3905250"/>
          <p14:tracePt t="82696" x="1752600" y="3905250"/>
          <p14:tracePt t="82712" x="1778000" y="3892550"/>
          <p14:tracePt t="82728" x="1797050" y="3892550"/>
          <p14:tracePt t="82745" x="1803400" y="3892550"/>
          <p14:tracePt t="82761" x="1809750" y="3892550"/>
          <p14:tracePt t="82816" x="1816100" y="3886200"/>
          <p14:tracePt t="82823" x="1822450" y="3886200"/>
          <p14:tracePt t="82846" x="1828800" y="3886200"/>
          <p14:tracePt t="82879" x="1835150" y="3886200"/>
          <p14:tracePt t="82886" x="1841500" y="3886200"/>
          <p14:tracePt t="82907" x="1847850" y="3886200"/>
          <p14:tracePt t="82929" x="1854200" y="3886200"/>
          <p14:tracePt t="82935" x="1860550" y="3886200"/>
          <p14:tracePt t="82956" x="1873250" y="3886200"/>
          <p14:tracePt t="82964" x="1879600" y="3886200"/>
          <p14:tracePt t="82980" x="1892300" y="3886200"/>
          <p14:tracePt t="82994" x="1911350" y="3886200"/>
          <p14:tracePt t="83011" x="1936750" y="3886200"/>
          <p14:tracePt t="83027" x="1968500" y="3886200"/>
          <p14:tracePt t="83044" x="1981200" y="3886200"/>
          <p14:tracePt t="83060" x="2000250" y="3879850"/>
          <p14:tracePt t="83077" x="2012950" y="3873500"/>
          <p14:tracePt t="83093" x="2019300" y="3873500"/>
          <p14:tracePt t="83111" x="2032000" y="3867150"/>
          <p14:tracePt t="83126" x="2038350" y="3860800"/>
          <p14:tracePt t="83143" x="2044700" y="3860800"/>
          <p14:tracePt t="83176" x="2051050" y="3860800"/>
          <p14:tracePt t="83211" x="2057400" y="3860800"/>
          <p14:tracePt t="83238" x="2063750" y="3860800"/>
          <p14:tracePt t="83266" x="2070100" y="3860800"/>
          <p14:tracePt t="83301" x="2076450" y="3860800"/>
          <p14:tracePt t="83315" x="2082800" y="3854450"/>
          <p14:tracePt t="83357" x="2089150" y="3848100"/>
          <p14:tracePt t="83378" x="2095500" y="3848100"/>
          <p14:tracePt t="83399" x="2101850" y="3848100"/>
          <p14:tracePt t="83428" x="2114550" y="3848100"/>
          <p14:tracePt t="83441" x="2120900" y="3841750"/>
          <p14:tracePt t="83455" x="2127250" y="3841750"/>
          <p14:tracePt t="83470" x="2127250" y="3835400"/>
          <p14:tracePt t="83479" x="2133600" y="3835400"/>
          <p14:tracePt t="83498" x="2139950" y="3835400"/>
          <p14:tracePt t="83512" x="2146300" y="3835400"/>
          <p14:tracePt t="83528" x="2152650" y="3829050"/>
          <p14:tracePt t="83547" x="2159000" y="3829050"/>
          <p14:tracePt t="83582" x="2165350" y="3829050"/>
          <p14:tracePt t="83596" x="2171700" y="3829050"/>
          <p14:tracePt t="83617" x="2178050" y="3822700"/>
          <p14:tracePt t="83723" x="2178050" y="3816350"/>
          <p14:tracePt t="84420" x="2184400" y="3816350"/>
          <p14:tracePt t="84434" x="2197100" y="3816350"/>
          <p14:tracePt t="84442" x="2203450" y="3816350"/>
          <p14:tracePt t="84458" x="2216150" y="3816350"/>
          <p14:tracePt t="84472" x="2241550" y="3816350"/>
          <p14:tracePt t="84489" x="2266950" y="3810000"/>
          <p14:tracePt t="84506" x="2311400" y="3803650"/>
          <p14:tracePt t="84522" x="2336800" y="3797300"/>
          <p14:tracePt t="84540" x="2432050" y="3771900"/>
          <p14:tracePt t="84555" x="2463800" y="3759200"/>
          <p14:tracePt t="84572" x="2495550" y="3759200"/>
          <p14:tracePt t="84589" x="2533650" y="3746500"/>
          <p14:tracePt t="84605" x="2552700" y="3727450"/>
          <p14:tracePt t="84621" x="2559050" y="3721100"/>
          <p14:tracePt t="84638" x="2571750" y="3708400"/>
          <p14:tracePt t="84655" x="2578100" y="3708400"/>
          <p14:tracePt t="84689" x="2578100" y="3702050"/>
          <p14:tracePt t="84705" x="2584450" y="3695700"/>
          <p14:tracePt t="84736" x="2590800" y="3695700"/>
          <p14:tracePt t="84785" x="2597150" y="3695700"/>
          <p14:tracePt t="85298" x="2597150" y="3702050"/>
          <p14:tracePt t="85425" x="2603500" y="3702050"/>
          <p14:tracePt t="85467" x="2603500" y="3695700"/>
          <p14:tracePt t="85607" x="2609850" y="3689350"/>
          <p14:tracePt t="85945" x="2609850" y="3695700"/>
          <p14:tracePt t="86001" x="2609850" y="3702050"/>
          <p14:tracePt t="86036" x="2609850" y="3708400"/>
          <p14:tracePt t="86057" x="2609850" y="3714750"/>
          <p14:tracePt t="86078" x="2609850" y="3721100"/>
          <p14:tracePt t="86106" x="2616200" y="3727450"/>
          <p14:tracePt t="86113" x="2616200" y="3733800"/>
          <p14:tracePt t="86120" x="2622550" y="3740150"/>
          <p14:tracePt t="86133" x="2628900" y="3752850"/>
          <p14:tracePt t="86150" x="2660650" y="3790950"/>
          <p14:tracePt t="86166" x="2679700" y="3822700"/>
          <p14:tracePt t="86183" x="2724150" y="3898900"/>
          <p14:tracePt t="86199" x="2800350" y="4019550"/>
          <p14:tracePt t="86216" x="2838450" y="4076700"/>
          <p14:tracePt t="86233" x="2940050" y="4241800"/>
          <p14:tracePt t="86249" x="3067050" y="4394200"/>
          <p14:tracePt t="86266" x="3124200" y="4476750"/>
          <p14:tracePt t="86283" x="3238500" y="4629150"/>
          <p14:tracePt t="86299" x="3359150" y="4794250"/>
          <p14:tracePt t="86316" x="3460750" y="4946650"/>
          <p14:tracePt t="86332" x="3511550" y="5029200"/>
          <p14:tracePt t="86349" x="3562350" y="5111750"/>
          <p14:tracePt t="86366" x="3714750" y="5346700"/>
          <p14:tracePt t="86382" x="3765550" y="5416550"/>
          <p14:tracePt t="86399" x="3816350" y="5486400"/>
          <p14:tracePt t="86415" x="3892550" y="5600700"/>
          <p14:tracePt t="86432" x="3962400" y="5715000"/>
          <p14:tracePt t="86449" x="3987800" y="5746750"/>
          <p14:tracePt t="86465" x="4013200" y="5797550"/>
          <p14:tracePt t="86482" x="4019550" y="5816600"/>
          <p14:tracePt t="86499" x="4019550" y="5822950"/>
          <p14:tracePt t="86515" x="4025900" y="5829300"/>
          <p14:tracePt t="86532" x="4032250" y="5810250"/>
          <p14:tracePt t="86549" x="4013200" y="5772150"/>
          <p14:tracePt t="86792" x="3987800" y="5772150"/>
          <p14:tracePt t="86799" x="3949700" y="5772150"/>
          <p14:tracePt t="86812" x="3898900" y="5772150"/>
          <p14:tracePt t="86820" x="3841750" y="5772150"/>
          <p14:tracePt t="86834" x="3803650" y="5778500"/>
          <p14:tracePt t="86848" x="3683000" y="5797550"/>
          <p14:tracePt t="86864" x="3619500" y="5810250"/>
          <p14:tracePt t="86881" x="3562350" y="5816600"/>
          <p14:tracePt t="86897" x="3416300" y="5848350"/>
          <p14:tracePt t="86914" x="3308350" y="5873750"/>
          <p14:tracePt t="86931" x="3257550" y="5892800"/>
          <p14:tracePt t="86947" x="3187700" y="5905500"/>
          <p14:tracePt t="86963" x="3130550" y="5930900"/>
          <p14:tracePt t="86981" x="3092450" y="5937250"/>
          <p14:tracePt t="86997" x="3073400" y="5943600"/>
          <p14:tracePt t="87013" x="3035300" y="5949950"/>
          <p14:tracePt t="87030" x="3009900" y="5962650"/>
          <p14:tracePt t="87047" x="2997200" y="5969000"/>
          <p14:tracePt t="87065" x="2984500" y="5975350"/>
          <p14:tracePt t="87079" x="2978150" y="5981700"/>
          <p14:tracePt t="87113" x="2978150" y="5988050"/>
          <p14:tracePt t="87130" x="2978150" y="5994400"/>
          <p14:tracePt t="87146" x="2978150" y="6000750"/>
          <p14:tracePt t="87164" x="2978150" y="6007100"/>
          <p14:tracePt t="87179" x="2990850" y="6013450"/>
          <p14:tracePt t="87196" x="3016250" y="6019800"/>
          <p14:tracePt t="87213" x="3067050" y="6019800"/>
          <p14:tracePt t="87229" x="3117850" y="6026150"/>
          <p14:tracePt t="87246" x="3257550" y="6038850"/>
          <p14:tracePt t="87263" x="3486150" y="6076950"/>
          <p14:tracePt t="87279" x="3651250" y="6102350"/>
          <p14:tracePt t="87296" x="4057650" y="6140450"/>
          <p14:tracePt t="87312" x="4502150" y="6197600"/>
          <p14:tracePt t="87329" x="4718050" y="6223000"/>
          <p14:tracePt t="87346" x="5111750" y="6273800"/>
          <p14:tracePt t="87363" x="5314950" y="6318250"/>
          <p14:tracePt t="87379" x="5581650" y="6350000"/>
          <p14:tracePt t="87396" x="5797550" y="6400800"/>
          <p14:tracePt t="87411" x="5969000" y="6451600"/>
          <p14:tracePt t="87429" x="6051550" y="6470650"/>
          <p14:tracePt t="87445" x="6159500" y="6496050"/>
          <p14:tracePt t="87462" x="6197600" y="6515100"/>
          <p14:tracePt t="87479" x="6261100" y="6534150"/>
          <p14:tracePt t="87495" x="6286500" y="6553200"/>
          <p14:tracePt t="87511" x="6292850" y="6553200"/>
          <p14:tracePt t="87529" x="6305550" y="6559550"/>
          <p14:tracePt t="87545" x="6311900" y="6559550"/>
          <p14:tracePt t="87586" x="6318250" y="6559550"/>
          <p14:tracePt t="87621" x="6324600" y="6559550"/>
          <p14:tracePt t="87662" x="6324600" y="6553200"/>
          <p14:tracePt t="87684" x="6330950" y="6546850"/>
          <p14:tracePt t="87712" x="6330950" y="6540500"/>
          <p14:tracePt t="87733" x="6330950" y="6534150"/>
          <p14:tracePt t="87782" x="6330950" y="6527800"/>
          <p14:tracePt t="87803" x="6330950" y="6521450"/>
          <p14:tracePt t="87825" x="6330950" y="6515100"/>
          <p14:tracePt t="87867" x="6330950" y="6508750"/>
          <p14:tracePt t="87873" x="6330950" y="6502400"/>
          <p14:tracePt t="87895" x="6330950" y="6496050"/>
          <p14:tracePt t="88740" x="6330950" y="6489700"/>
          <p14:tracePt t="88775" x="6330950" y="6483350"/>
          <p14:tracePt t="88796" x="6330950" y="6477000"/>
          <p14:tracePt t="88817" x="6330950" y="6470650"/>
          <p14:tracePt t="88859" x="6324600" y="6464300"/>
          <p14:tracePt t="88901" x="6311900" y="6457950"/>
          <p14:tracePt t="88929" x="6299200" y="6457950"/>
          <p14:tracePt t="88937" x="6286500" y="6451600"/>
          <p14:tracePt t="88951" x="6267450" y="6451600"/>
          <p14:tracePt t="88960" x="6223000" y="6445250"/>
          <p14:tracePt t="88973" x="6172200" y="6438900"/>
          <p14:tracePt t="88990" x="6000750" y="6407150"/>
          <p14:tracePt t="89007" x="5772150" y="6375400"/>
          <p14:tracePt t="89023" x="5645150" y="6362700"/>
          <p14:tracePt t="89040" x="5486400" y="6343650"/>
          <p14:tracePt t="89056" x="5029200" y="6305550"/>
          <p14:tracePt t="89073" x="4876800" y="6305550"/>
          <p14:tracePt t="89089" x="4737100" y="6299200"/>
          <p14:tracePt t="89106" x="4356100" y="6273800"/>
          <p14:tracePt t="89122" x="4254500" y="6273800"/>
          <p14:tracePt t="89140" x="4102100" y="6280150"/>
          <p14:tracePt t="89156" x="4044950" y="6273800"/>
          <p14:tracePt t="89172" x="3968750" y="6267450"/>
          <p14:tracePt t="89190" x="3905250" y="6254750"/>
          <p14:tracePt t="89206" x="3886200" y="6254750"/>
          <p14:tracePt t="89222" x="3860800" y="6242050"/>
          <p14:tracePt t="89239" x="3835400" y="6235700"/>
          <p14:tracePt t="89256" x="3829050" y="6235700"/>
          <p14:tracePt t="89273" x="3810000" y="6235700"/>
          <p14:tracePt t="89289" x="3784600" y="6235700"/>
          <p14:tracePt t="89305" x="3771900" y="6229350"/>
          <p14:tracePt t="89323" x="3740150" y="6223000"/>
          <p14:tracePt t="89339" x="3702050" y="6216650"/>
          <p14:tracePt t="89355" x="3683000" y="6216650"/>
          <p14:tracePt t="89372" x="3644900" y="6216650"/>
          <p14:tracePt t="89388" x="3625850" y="6216650"/>
          <p14:tracePt t="89405" x="3587750" y="6203950"/>
          <p14:tracePt t="89422" x="3556000" y="6197600"/>
          <p14:tracePt t="89438" x="3549650" y="6197600"/>
          <p14:tracePt t="89455" x="3536950" y="6191250"/>
          <p14:tracePt t="89471" x="3536950" y="6184900"/>
          <p14:tracePt t="89488" x="3536950" y="6178550"/>
          <p14:tracePt t="89505" x="3556000" y="6178550"/>
          <p14:tracePt t="89521" x="3581400" y="6178550"/>
          <p14:tracePt t="89538" x="3600450" y="6178550"/>
          <p14:tracePt t="89555" x="3702050" y="6178550"/>
          <p14:tracePt t="89571" x="3898900" y="6210300"/>
          <p14:tracePt t="89588" x="4013200" y="6216650"/>
          <p14:tracePt t="89604" x="4356100" y="6242050"/>
          <p14:tracePt t="89621" x="4794250" y="6286500"/>
          <p14:tracePt t="89638" x="5060950" y="6311900"/>
          <p14:tracePt t="89654" x="5556250" y="6388100"/>
          <p14:tracePt t="89671" x="5810250" y="6432550"/>
          <p14:tracePt t="89688" x="6464300" y="6553200"/>
          <p14:tracePt t="89705" x="6591300" y="6578600"/>
          <p14:tracePt t="89722" x="6705600" y="6597650"/>
          <p14:tracePt t="89738" x="6877050" y="6629400"/>
          <p14:tracePt t="89754" x="6965950" y="6635750"/>
          <p14:tracePt t="89771" x="6985000" y="6642100"/>
          <p14:tracePt t="89787" x="7016750" y="6654800"/>
          <p14:tracePt t="89803" x="7023100" y="6654800"/>
          <p14:tracePt t="89820" x="7029450" y="6654800"/>
          <p14:tracePt t="89836" x="7035800" y="6654800"/>
          <p14:tracePt t="89853" x="7042150" y="6648450"/>
          <p14:tracePt t="89871" x="7061200" y="6635750"/>
          <p14:tracePt t="89887" x="7061200" y="6629400"/>
          <p14:tracePt t="89903" x="7080250" y="6629400"/>
          <p14:tracePt t="89920" x="7112000" y="6629400"/>
          <p14:tracePt t="89937" x="7124700" y="6629400"/>
          <p14:tracePt t="89953" x="7143750" y="6623050"/>
          <p14:tracePt t="89970" x="7207250" y="6604000"/>
          <p14:tracePt t="89986" x="7239000" y="6591300"/>
          <p14:tracePt t="90003" x="7270750" y="6578600"/>
          <p14:tracePt t="90020" x="7334250" y="6553200"/>
          <p14:tracePt t="90036" x="7391400" y="6540500"/>
          <p14:tracePt t="90053" x="7448550" y="6534150"/>
          <p14:tracePt t="90069" x="7480300" y="6527800"/>
          <p14:tracePt t="90086" x="7531100" y="6508750"/>
          <p14:tracePt t="90103" x="7600950" y="6496050"/>
          <p14:tracePt t="90119" x="7639050" y="6489700"/>
          <p14:tracePt t="90136" x="7689850" y="6489700"/>
          <p14:tracePt t="90152" x="7715250" y="6477000"/>
          <p14:tracePt t="90169" x="7734300" y="6477000"/>
          <p14:tracePt t="90172" x="7740650" y="6477000"/>
          <p14:tracePt t="90186" x="7747000" y="6477000"/>
          <p14:tracePt t="90202" x="7753350" y="6477000"/>
          <p14:tracePt t="90335" x="7747000" y="6470650"/>
          <p14:tracePt t="90377" x="7740650" y="6470650"/>
          <p14:tracePt t="90405" x="7734300" y="6470650"/>
          <p14:tracePt t="90483" x="7727950" y="6470650"/>
          <p14:tracePt t="90552" x="7721600" y="6464300"/>
          <p14:tracePt t="90615" x="7715250" y="6464300"/>
          <p14:tracePt t="90665" x="7708900" y="6464300"/>
          <p14:tracePt t="90707" x="7702550" y="6464300"/>
          <p14:tracePt t="90764" x="7696200" y="6470650"/>
          <p14:tracePt t="90918" x="7689850" y="6470650"/>
          <p14:tracePt t="91114" x="7683500" y="6470650"/>
          <p14:tracePt t="91199" x="7677150" y="6464300"/>
          <p14:tracePt t="91269" x="7670800" y="6464300"/>
          <p14:tracePt t="91347" x="7670800" y="6457950"/>
          <p14:tracePt t="91466" x="7664450" y="6457950"/>
          <p14:tracePt t="91579" x="7658100" y="6451600"/>
          <p14:tracePt t="91860" x="7658100" y="6445250"/>
          <p14:tracePt t="92042" x="7658100" y="6438900"/>
          <p14:tracePt t="92134" x="7651750" y="6432550"/>
          <p14:tracePt t="92162" x="7645400" y="6432550"/>
          <p14:tracePt t="92169" x="7639050" y="6432550"/>
          <p14:tracePt t="92183" x="7632700" y="6432550"/>
          <p14:tracePt t="92196" x="7626350" y="6432550"/>
          <p14:tracePt t="92212" x="7620000" y="6432550"/>
          <p14:tracePt t="92229" x="7613650" y="6438900"/>
          <p14:tracePt t="92246" x="7600950" y="6438900"/>
          <p14:tracePt t="92262" x="7569200" y="6438900"/>
          <p14:tracePt t="92278" x="7537450" y="6445250"/>
          <p14:tracePt t="92295" x="7423150" y="6445250"/>
          <p14:tracePt t="92312" x="7245350" y="6451600"/>
          <p14:tracePt t="92328" x="7143750" y="6451600"/>
          <p14:tracePt t="92345" x="6889750" y="6451600"/>
          <p14:tracePt t="92361" x="6578600" y="6451600"/>
          <p14:tracePt t="92378" x="6413500" y="6451600"/>
          <p14:tracePt t="92395" x="6102350" y="6451600"/>
          <p14:tracePt t="92411" x="5962650" y="6451600"/>
          <p14:tracePt t="92429" x="5581650" y="6438900"/>
          <p14:tracePt t="92444" x="5467350" y="6438900"/>
          <p14:tracePt t="92461" x="5353050" y="6426200"/>
          <p14:tracePt t="92478" x="5175250" y="6419850"/>
          <p14:tracePt t="92494" x="4997450" y="6407150"/>
          <p14:tracePt t="92511" x="4921250" y="6407150"/>
          <p14:tracePt t="92527" x="4781550" y="6407150"/>
          <p14:tracePt t="92544" x="4654550" y="6407150"/>
          <p14:tracePt t="92562" x="4597400" y="6407150"/>
          <p14:tracePt t="92577" x="4476750" y="6381750"/>
          <p14:tracePt t="92594" x="4343400" y="6343650"/>
          <p14:tracePt t="92612" x="4229100" y="6343650"/>
          <p14:tracePt t="92627" x="4171950" y="6343650"/>
          <p14:tracePt t="92644" x="4095750" y="6337300"/>
          <p14:tracePt t="92661" x="4013200" y="6337300"/>
          <p14:tracePt t="92677" x="3994150" y="6337300"/>
          <p14:tracePt t="92680" x="3975100" y="6337300"/>
          <p14:tracePt t="92710" x="3905250" y="6337300"/>
          <p14:tracePt t="92727" x="3879850" y="6337300"/>
          <p14:tracePt t="92744" x="3854450" y="6337300"/>
          <p14:tracePt t="92760" x="3835400" y="6337300"/>
          <p14:tracePt t="92776" x="3810000" y="6337300"/>
          <p14:tracePt t="92794" x="3797300" y="6337300"/>
          <p14:tracePt t="92810" x="3790950" y="6337300"/>
          <p14:tracePt t="92827" x="3784600" y="6337300"/>
          <p14:tracePt t="92907" x="3778250" y="6343650"/>
          <p14:tracePt t="93496" x="3765550" y="6343650"/>
          <p14:tracePt t="93503" x="3733800" y="6324600"/>
          <p14:tracePt t="93517" x="3702050" y="6299200"/>
          <p14:tracePt t="93526" x="3663950" y="6273800"/>
          <p14:tracePt t="93540" x="3625850" y="6254750"/>
          <p14:tracePt t="93558" x="3524250" y="6197600"/>
          <p14:tracePt t="93575" x="3397250" y="6134100"/>
          <p14:tracePt t="93591" x="3327400" y="6102350"/>
          <p14:tracePt t="93608" x="3194050" y="6026150"/>
          <p14:tracePt t="93624" x="3111500" y="5994400"/>
          <p14:tracePt t="93640" x="2927350" y="5911850"/>
          <p14:tracePt t="93658" x="2749550" y="5842000"/>
          <p14:tracePt t="93674" x="2660650" y="5797550"/>
          <p14:tracePt t="93690" x="2482850" y="5715000"/>
          <p14:tracePt t="93707" x="2324100" y="5645150"/>
          <p14:tracePt t="93723" x="2260600" y="5626100"/>
          <p14:tracePt t="93740" x="2146300" y="5581650"/>
          <p14:tracePt t="93757" x="2082800" y="5568950"/>
          <p14:tracePt t="93774" x="2063750" y="5562600"/>
          <p14:tracePt t="93791" x="2044700" y="5562600"/>
          <p14:tracePt t="93807" x="2032000" y="5556250"/>
          <p14:tracePt t="93823" x="2025650" y="5556250"/>
          <p14:tracePt t="93856" x="2019300" y="5556250"/>
          <p14:tracePt t="93873" x="2012950" y="5562600"/>
          <p14:tracePt t="93890" x="2012950" y="5575300"/>
          <p14:tracePt t="93906" x="2000250" y="5581650"/>
          <p14:tracePt t="93923" x="2000250" y="5588000"/>
          <p14:tracePt t="93940" x="1987550" y="5594350"/>
          <p14:tracePt t="93956" x="1987550" y="5600700"/>
          <p14:tracePt t="93974" x="1968500" y="5626100"/>
          <p14:tracePt t="93989" x="1968500" y="5638800"/>
          <p14:tracePt t="94005" x="1962150" y="5651500"/>
          <p14:tracePt t="94023" x="1955800" y="5657850"/>
          <p14:tracePt t="94039" x="1955800" y="5670550"/>
          <p14:tracePt t="94056" x="1949450" y="5676900"/>
          <p14:tracePt t="94073" x="1949450" y="5695950"/>
          <p14:tracePt t="94089" x="1949450" y="5708650"/>
          <p14:tracePt t="94107" x="1949450" y="5715000"/>
          <p14:tracePt t="94122" x="1949450" y="5721350"/>
          <p14:tracePt t="94139" x="1955800" y="5740400"/>
          <p14:tracePt t="94156" x="1962150" y="5759450"/>
          <p14:tracePt t="94189" x="1968500" y="5765800"/>
          <p14:tracePt t="94206" x="1981200" y="5791200"/>
          <p14:tracePt t="94222" x="1987550" y="5797550"/>
          <p14:tracePt t="94238" x="2000250" y="5810250"/>
          <p14:tracePt t="94255" x="2019300" y="5822950"/>
          <p14:tracePt t="94271" x="2044700" y="5848350"/>
          <p14:tracePt t="94289" x="2070100" y="5867400"/>
          <p14:tracePt t="94305" x="2082800" y="5873750"/>
          <p14:tracePt t="94321" x="2101850" y="5892800"/>
          <p14:tracePt t="94339" x="2114550" y="5899150"/>
          <p14:tracePt t="94355" x="2127250" y="5905500"/>
          <p14:tracePt t="94371" x="2133600" y="5905500"/>
          <p14:tracePt t="94388" x="2146300" y="5911850"/>
          <p14:tracePt t="94404" x="2152650" y="5911850"/>
          <p14:tracePt t="94421" x="2159000" y="5911850"/>
          <p14:tracePt t="94438" x="2165350" y="5911850"/>
          <p14:tracePt t="94471" x="2171700" y="5911850"/>
          <p14:tracePt t="94488" x="2178050" y="5911850"/>
          <p14:tracePt t="94508" x="2184400" y="5911850"/>
          <p14:tracePt t="94529" x="2190750" y="5911850"/>
          <p14:tracePt t="94550" x="2203450" y="5911850"/>
          <p14:tracePt t="94557" x="2203450" y="5905500"/>
          <p14:tracePt t="94577" x="2209800" y="5899150"/>
          <p14:tracePt t="94599" x="2216150" y="5892800"/>
          <p14:tracePt t="94621" x="2222500" y="5886450"/>
          <p14:tracePt t="94641" x="2228850" y="5880100"/>
          <p14:tracePt t="94648" x="2235200" y="5880100"/>
          <p14:tracePt t="94662" x="2235200" y="5873750"/>
          <p14:tracePt t="94671" x="2241550" y="5867400"/>
          <p14:tracePt t="94691" x="2247900" y="5867400"/>
          <p14:tracePt t="94704" x="2254250" y="5867400"/>
          <p14:tracePt t="94721" x="2260600" y="5861050"/>
          <p14:tracePt t="96850" x="2228850" y="5861050"/>
          <p14:tracePt t="96856" x="2197100" y="5861050"/>
          <p14:tracePt t="96870" x="2178050" y="5861050"/>
          <p14:tracePt t="96879" x="2159000" y="5861050"/>
          <p14:tracePt t="96896" x="2127250" y="5861050"/>
          <p14:tracePt t="96913" x="2057400" y="5842000"/>
          <p14:tracePt t="96929" x="1968500" y="5835650"/>
          <p14:tracePt t="96946" x="1924050" y="5829300"/>
          <p14:tracePt t="96962" x="1822450" y="5829300"/>
          <p14:tracePt t="96980" x="1727200" y="5829300"/>
          <p14:tracePt t="96996" x="1689100" y="5829300"/>
          <p14:tracePt t="97012" x="1619250" y="5835650"/>
          <p14:tracePt t="97029" x="1600200" y="5842000"/>
          <p14:tracePt t="97046" x="1562100" y="5848350"/>
          <p14:tracePt t="97062" x="1555750" y="5854700"/>
          <p14:tracePt t="97079" x="1549400" y="5861050"/>
          <p14:tracePt t="97095" x="1543050" y="5861050"/>
          <p14:tracePt t="97111" x="1536700" y="5861050"/>
          <p14:tracePt t="97138" x="1536700" y="5867400"/>
          <p14:tracePt t="97180" x="1530350" y="5867400"/>
          <p14:tracePt t="97187" x="1524000" y="5867400"/>
          <p14:tracePt t="97201" x="1517650" y="5867400"/>
          <p14:tracePt t="97211" x="1511300" y="5867400"/>
          <p14:tracePt t="97229" x="1498600" y="5867400"/>
          <p14:tracePt t="97261" x="1492250" y="5867400"/>
          <p14:tracePt t="97278" x="1466850" y="5861050"/>
          <p14:tracePt t="97294" x="1454150" y="5861050"/>
          <p14:tracePt t="97311" x="1428750" y="5854700"/>
          <p14:tracePt t="97328" x="1377950" y="5848350"/>
          <p14:tracePt t="97344" x="1358900" y="5842000"/>
          <p14:tracePt t="97362" x="1346200" y="5842000"/>
          <p14:tracePt t="97378" x="1320800" y="5829300"/>
          <p14:tracePt t="97394" x="1295400" y="5822950"/>
          <p14:tracePt t="97411" x="1289050" y="5816600"/>
          <p14:tracePt t="97427" x="1282700" y="5810250"/>
          <p14:tracePt t="97444" x="1276350" y="5803900"/>
          <p14:tracePt t="97463" x="1270000" y="5797550"/>
          <p14:tracePt t="97482" x="1270000" y="5791200"/>
          <p14:tracePt t="97503" x="1270000" y="5784850"/>
          <p14:tracePt t="97531" x="1270000" y="5778500"/>
          <p14:tracePt t="97538" x="1270000" y="5772150"/>
          <p14:tracePt t="97559" x="1270000" y="5765800"/>
          <p14:tracePt t="97573" x="1270000" y="5759450"/>
          <p14:tracePt t="97601" x="1270000" y="5753100"/>
          <p14:tracePt t="97608" x="1270000" y="5746750"/>
          <p14:tracePt t="97623" x="1270000" y="5740400"/>
          <p14:tracePt t="97630" x="1270000" y="5727700"/>
          <p14:tracePt t="97646" x="1263650" y="5715000"/>
          <p14:tracePt t="97660" x="1263650" y="5702300"/>
          <p14:tracePt t="97677" x="1257300" y="5670550"/>
          <p14:tracePt t="97694" x="1244600" y="5638800"/>
          <p14:tracePt t="97710" x="1244600" y="5626100"/>
          <p14:tracePt t="97727" x="1238250" y="5588000"/>
          <p14:tracePt t="97743" x="1238250" y="5575300"/>
          <p14:tracePt t="97759" x="1238250" y="5568950"/>
          <p14:tracePt t="97777" x="1238250" y="5562600"/>
          <p14:tracePt t="97854" x="1231900" y="5562600"/>
          <p14:tracePt t="97889" x="1225550" y="5568950"/>
          <p14:tracePt t="97932" x="1225550" y="5575300"/>
          <p14:tracePt t="97946" x="1225550" y="5581650"/>
          <p14:tracePt t="97952" x="1225550" y="5588000"/>
          <p14:tracePt t="97962" x="1219200" y="5600700"/>
          <p14:tracePt t="97975" x="1212850" y="5613400"/>
          <p14:tracePt t="97992" x="1206500" y="5626100"/>
          <p14:tracePt t="98009" x="1174750" y="5670550"/>
          <p14:tracePt t="98026" x="1149350" y="5702300"/>
          <p14:tracePt t="98043" x="1130300" y="5734050"/>
          <p14:tracePt t="98058" x="1111250" y="5772150"/>
          <p14:tracePt t="98075" x="1085850" y="5803900"/>
          <p14:tracePt t="98092" x="1085850" y="5810250"/>
          <p14:tracePt t="98108" x="1073150" y="5829300"/>
          <p14:tracePt t="98125" x="1066800" y="5835650"/>
          <p14:tracePt t="98145" x="1060450" y="5835650"/>
          <p14:tracePt t="98262" x="1054100" y="5835650"/>
          <p14:tracePt t="98381" x="1054100" y="5829300"/>
          <p14:tracePt t="98402" x="1054100" y="5822950"/>
          <p14:tracePt t="98423" x="1060450" y="5816600"/>
          <p14:tracePt t="98444" x="1066800" y="5810250"/>
          <p14:tracePt t="98465" x="1066800" y="5803900"/>
          <p14:tracePt t="98472" x="1073150" y="5803900"/>
          <p14:tracePt t="98487" x="1073150" y="5797550"/>
          <p14:tracePt t="98494" x="1085850" y="5791200"/>
          <p14:tracePt t="98510" x="1098550" y="5784850"/>
          <p14:tracePt t="98523" x="1130300" y="5753100"/>
          <p14:tracePt t="98540" x="1143000" y="5740400"/>
          <p14:tracePt t="98557" x="1168400" y="5708650"/>
          <p14:tracePt t="98573" x="1181100" y="5683250"/>
          <p14:tracePt t="98590" x="1187450" y="5657850"/>
          <p14:tracePt t="98607" x="1187450" y="5632450"/>
          <p14:tracePt t="98640" x="1168400" y="5626100"/>
          <p14:tracePt t="98656" x="1149350" y="5626100"/>
          <p14:tracePt t="98673" x="1143000" y="5626100"/>
          <p14:tracePt t="98690" x="1136650" y="5632450"/>
          <p14:tracePt t="98706" x="1123950" y="5645150"/>
          <p14:tracePt t="98723" x="1111250" y="5651500"/>
          <p14:tracePt t="98740" x="1098550" y="5670550"/>
          <p14:tracePt t="98756" x="1079500" y="5689600"/>
          <p14:tracePt t="98773" x="1073150" y="5702300"/>
          <p14:tracePt t="98777" x="1066800" y="5715000"/>
          <p14:tracePt t="98790" x="1066800" y="5721350"/>
          <p14:tracePt t="98806" x="1060450" y="5734050"/>
          <p14:tracePt t="98824" x="1060450" y="5746750"/>
          <p14:tracePt t="98839" x="1066800" y="5753100"/>
          <p14:tracePt t="98856" x="1073150" y="5759450"/>
          <p14:tracePt t="98873" x="1085850" y="5765800"/>
          <p14:tracePt t="98889" x="1098550" y="5765800"/>
          <p14:tracePt t="98906" x="1111250" y="5772150"/>
          <p14:tracePt t="98922" x="1123950" y="5778500"/>
          <p14:tracePt t="98939" x="1143000" y="5784850"/>
          <p14:tracePt t="98972" x="1149350" y="5791200"/>
          <p14:tracePt t="99014" x="1149350" y="5797550"/>
          <p14:tracePt t="99069" x="1149350" y="5791200"/>
          <p14:tracePt t="99077" x="1149350" y="5784850"/>
          <p14:tracePt t="99088" x="1149350" y="5778500"/>
          <p14:tracePt t="99105" x="1168400" y="5772150"/>
          <p14:tracePt t="99121" x="1181100" y="5765800"/>
          <p14:tracePt t="99138" x="1206500" y="5746750"/>
          <p14:tracePt t="99155" x="1295400" y="5708650"/>
          <p14:tracePt t="99171" x="1339850" y="5695950"/>
          <p14:tracePt t="99188" x="1371600" y="5676900"/>
          <p14:tracePt t="99204" x="1422400" y="5670550"/>
          <p14:tracePt t="99221" x="1435100" y="5670550"/>
          <p14:tracePt t="99238" x="1441450" y="5683250"/>
          <p14:tracePt t="99271" x="1428750" y="5695950"/>
          <p14:tracePt t="99288" x="1422400" y="5702300"/>
          <p14:tracePt t="99304" x="1416050" y="5708650"/>
          <p14:tracePt t="99321" x="1397000" y="5727700"/>
          <p14:tracePt t="99338" x="1384300" y="5746750"/>
          <p14:tracePt t="99354" x="1371600" y="5759450"/>
          <p14:tracePt t="99371" x="1358900" y="5784850"/>
          <p14:tracePt t="99387" x="1346200" y="5810250"/>
          <p14:tracePt t="99404" x="1339850" y="5816600"/>
          <p14:tracePt t="99421" x="1333500" y="5822950"/>
          <p14:tracePt t="99437" x="1333500" y="5829300"/>
          <p14:tracePt t="99457" x="1339850" y="5829300"/>
          <p14:tracePt t="99473" x="1346200" y="5829300"/>
          <p14:tracePt t="99487" x="1352550" y="5822950"/>
          <p14:tracePt t="99504" x="1377950" y="5803900"/>
          <p14:tracePt t="99520" x="1403350" y="5772150"/>
          <p14:tracePt t="99537" x="1422400" y="5759450"/>
          <p14:tracePt t="99554" x="1466850" y="5727700"/>
          <p14:tracePt t="99570" x="1504950" y="5689600"/>
          <p14:tracePt t="99587" x="1524000" y="5670550"/>
          <p14:tracePt t="99604" x="1549400" y="5638800"/>
          <p14:tracePt t="99620" x="1581150" y="5613400"/>
          <p14:tracePt t="99637" x="1587500" y="5594350"/>
          <p14:tracePt t="99653" x="1593850" y="5568950"/>
          <p14:tracePt t="99670" x="1593850" y="5543550"/>
          <p14:tracePt t="99686" x="1593850" y="5537200"/>
          <p14:tracePt t="99703" x="1593850" y="5524500"/>
          <p14:tracePt t="99719" x="1593850" y="5511800"/>
          <p14:tracePt t="99752" x="1600200" y="5518150"/>
          <p14:tracePt t="99773" x="1600200" y="5530850"/>
          <p14:tracePt t="99786" x="1600200" y="5543550"/>
          <p14:tracePt t="99802" x="1600200" y="5549900"/>
          <p14:tracePt t="99819" x="1600200" y="5562600"/>
          <p14:tracePt t="99835" x="1600200" y="5581650"/>
          <p14:tracePt t="99852" x="1593850" y="5600700"/>
          <p14:tracePt t="99869" x="1587500" y="5626100"/>
          <p14:tracePt t="99885" x="1581150" y="5657850"/>
          <p14:tracePt t="99902" x="1581150" y="5695950"/>
          <p14:tracePt t="99919" x="1581150" y="5727700"/>
          <p14:tracePt t="99936" x="1581150" y="5753100"/>
          <p14:tracePt t="99952" x="1581150" y="5765800"/>
          <p14:tracePt t="99969" x="1581150" y="5778500"/>
          <p14:tracePt t="99984" x="1587500" y="5778500"/>
          <p14:tracePt t="100002" x="1612900" y="5778500"/>
          <p14:tracePt t="100018" x="1638300" y="5772150"/>
          <p14:tracePt t="100035" x="1657350" y="5759450"/>
          <p14:tracePt t="100052" x="1676400" y="5753100"/>
          <p14:tracePt t="100068" x="1771650" y="5721350"/>
          <p14:tracePt t="100085" x="1797050" y="5715000"/>
          <p14:tracePt t="100102" x="1841500" y="5689600"/>
          <p14:tracePt t="100118" x="1854200" y="5689600"/>
          <p14:tracePt t="100135" x="1873250" y="5683250"/>
          <p14:tracePt t="100151" x="1879600" y="5683250"/>
          <p14:tracePt t="100168" x="1885950" y="5683250"/>
          <p14:tracePt t="100222" x="1892300" y="5683250"/>
          <p14:tracePt t="100243" x="1898650" y="5683250"/>
          <p14:tracePt t="100249" x="1911350" y="5683250"/>
          <p14:tracePt t="100271" x="1924050" y="5683250"/>
          <p14:tracePt t="100278" x="1930400" y="5683250"/>
          <p14:tracePt t="100292" x="1936750" y="5683250"/>
          <p14:tracePt t="100300" x="1943100" y="5683250"/>
          <p14:tracePt t="100317" x="1968500" y="5683250"/>
          <p14:tracePt t="100334" x="2000250" y="5670550"/>
          <p14:tracePt t="100351" x="2070100" y="5664200"/>
          <p14:tracePt t="100367" x="2095500" y="5657850"/>
          <p14:tracePt t="100384" x="2152650" y="5651500"/>
          <p14:tracePt t="100400" x="2178050" y="5638800"/>
          <p14:tracePt t="100418" x="2216150" y="5626100"/>
          <p14:tracePt t="100433" x="2228850" y="5619750"/>
          <p14:tracePt t="100467" x="2222500" y="5619750"/>
          <p14:tracePt t="100484" x="2209800" y="5619750"/>
          <p14:tracePt t="100500" x="2203450" y="5619750"/>
          <p14:tracePt t="100517" x="2184400" y="5619750"/>
          <p14:tracePt t="100533" x="2159000" y="5619750"/>
          <p14:tracePt t="100550" x="2146300" y="5619750"/>
          <p14:tracePt t="100567" x="2108200" y="5619750"/>
          <p14:tracePt t="100583" x="2063750" y="5619750"/>
          <p14:tracePt t="100601" x="2038350" y="5619750"/>
          <p14:tracePt t="100633" x="2032000" y="5619750"/>
          <p14:tracePt t="100653" x="2038350" y="5613400"/>
          <p14:tracePt t="100666" x="2051050" y="5607050"/>
          <p14:tracePt t="100683" x="2063750" y="5600700"/>
          <p14:tracePt t="100700" x="2152650" y="5568950"/>
          <p14:tracePt t="100716" x="2190750" y="5562600"/>
          <p14:tracePt t="100733" x="2222500" y="5549900"/>
          <p14:tracePt t="100749" x="2273300" y="5543550"/>
          <p14:tracePt t="100766" x="2279650" y="5537200"/>
          <p14:tracePt t="100783" x="2286000" y="5543550"/>
          <p14:tracePt t="100799" x="2286000" y="5549900"/>
          <p14:tracePt t="100816" x="2279650" y="5562600"/>
          <p14:tracePt t="100833" x="2273300" y="5575300"/>
          <p14:tracePt t="100849" x="2266950" y="5581650"/>
          <p14:tracePt t="100865" x="2254250" y="5600700"/>
          <p14:tracePt t="100882" x="2241550" y="5626100"/>
          <p14:tracePt t="100899" x="2235200" y="5645150"/>
          <p14:tracePt t="100915" x="2228850" y="5676900"/>
          <p14:tracePt t="100933" x="2203450" y="5746750"/>
          <p14:tracePt t="100948" x="2197100" y="5778500"/>
          <p14:tracePt t="100966" x="2178050" y="5822950"/>
          <p14:tracePt t="100981" x="2165350" y="5873750"/>
          <p14:tracePt t="100998" x="2159000" y="5892800"/>
          <p14:tracePt t="101016" x="2146300" y="5937250"/>
          <p14:tracePt t="101032" x="2139950" y="5949950"/>
          <p14:tracePt t="101050" x="2127250" y="5962650"/>
          <p14:tracePt t="101065" x="2108200" y="5975350"/>
          <p14:tracePt t="101081" x="2101850" y="5981700"/>
          <p14:tracePt t="101098" x="2082800" y="6000750"/>
          <p14:tracePt t="101115" x="2070100" y="6013450"/>
          <p14:tracePt t="101132" x="2057400" y="6019800"/>
          <p14:tracePt t="101148" x="2044700" y="6026150"/>
          <p14:tracePt t="101164" x="2038350" y="6032500"/>
          <p14:tracePt t="101181" x="2032000" y="6032500"/>
          <p14:tracePt t="101198" x="2025650" y="6038850"/>
          <p14:tracePt t="101214" x="2025650" y="6045200"/>
          <p14:tracePt t="101255" x="2025650" y="6051550"/>
          <p14:tracePt t="101304" x="2032000" y="6051550"/>
          <p14:tracePt t="101310" x="2038350" y="6051550"/>
          <p14:tracePt t="101325" x="2044700" y="6051550"/>
          <p14:tracePt t="101339" x="2057400" y="6051550"/>
          <p14:tracePt t="101353" x="2076450" y="6051550"/>
          <p14:tracePt t="101363" x="2095500" y="6051550"/>
          <p14:tracePt t="101381" x="2133600" y="6051550"/>
          <p14:tracePt t="101397" x="2209800" y="6051550"/>
          <p14:tracePt t="101414" x="2260600" y="6051550"/>
          <p14:tracePt t="101431" x="2368550" y="6051550"/>
          <p14:tracePt t="101447" x="2432050" y="6051550"/>
          <p14:tracePt t="101463" x="2546350" y="6051550"/>
          <p14:tracePt t="101480" x="2641600" y="6051550"/>
          <p14:tracePt t="101497" x="2679700" y="6057900"/>
          <p14:tracePt t="101514" x="2762250" y="6070600"/>
          <p14:tracePt t="101530" x="2781300" y="6083300"/>
          <p14:tracePt t="101547" x="2813050" y="6089650"/>
          <p14:tracePt t="101563" x="2825750" y="6089650"/>
          <p14:tracePt t="101580" x="2851150" y="6089650"/>
          <p14:tracePt t="101596" x="2863850" y="6089650"/>
          <p14:tracePt t="101613" x="2889250" y="6089650"/>
          <p14:tracePt t="101629" x="2908300" y="6089650"/>
          <p14:tracePt t="101646" x="2927350" y="6089650"/>
          <p14:tracePt t="101663" x="2997200" y="6096000"/>
          <p14:tracePt t="101679" x="3060700" y="6102350"/>
          <p14:tracePt t="101697" x="3143250" y="6108700"/>
          <p14:tracePt t="101712" x="3181350" y="6108700"/>
          <p14:tracePt t="101729" x="3263900" y="6108700"/>
          <p14:tracePt t="101746" x="3302000" y="6108700"/>
          <p14:tracePt t="101762" x="3371850" y="6121400"/>
          <p14:tracePt t="101779" x="3435350" y="6115050"/>
          <p14:tracePt t="101796" x="3505200" y="6115050"/>
          <p14:tracePt t="101812" x="3543300" y="6115050"/>
          <p14:tracePt t="101816" x="3587750" y="6108700"/>
          <p14:tracePt t="101829" x="3613150" y="6108700"/>
          <p14:tracePt t="101845" x="3683000" y="6102350"/>
          <p14:tracePt t="101862" x="3721100" y="6102350"/>
          <p14:tracePt t="101880" x="3778250" y="6102350"/>
          <p14:tracePt t="101895" x="3829050" y="6102350"/>
          <p14:tracePt t="101912" x="3854450" y="6102350"/>
          <p14:tracePt t="101929" x="3873500" y="6102350"/>
          <p14:tracePt t="101945" x="3924300" y="6096000"/>
          <p14:tracePt t="101962" x="3943350" y="6096000"/>
          <p14:tracePt t="101978" x="3975100" y="6096000"/>
          <p14:tracePt t="101995" x="4000500" y="6096000"/>
          <p14:tracePt t="102012" x="4000500" y="6089650"/>
          <p14:tracePt t="102028" x="4019550" y="6089650"/>
          <p14:tracePt t="102112" x="4013200" y="6089650"/>
          <p14:tracePt t="102119" x="4013200" y="6083300"/>
          <p14:tracePt t="102147" x="4006850" y="6076950"/>
          <p14:tracePt t="102801" x="3975100" y="6057900"/>
          <p14:tracePt t="102807" x="3930650" y="6032500"/>
          <p14:tracePt t="102822" x="3873500" y="5981700"/>
          <p14:tracePt t="102828" x="3803650" y="5930900"/>
          <p14:tracePt t="102845" x="3733800" y="5873750"/>
          <p14:tracePt t="102858" x="3651250" y="5797550"/>
          <p14:tracePt t="102875" x="3473450" y="5638800"/>
          <p14:tracePt t="102892" x="3181350" y="5467350"/>
          <p14:tracePt t="102908" x="3003550" y="5378450"/>
          <p14:tracePt t="102925" x="2692400" y="5238750"/>
          <p14:tracePt t="102941" x="2387600" y="5118100"/>
          <p14:tracePt t="102958" x="2254250" y="5073650"/>
          <p14:tracePt t="102976" x="2025650" y="5029200"/>
          <p14:tracePt t="102991" x="1828800" y="4997450"/>
          <p14:tracePt t="103008" x="1739900" y="4997450"/>
          <p14:tracePt t="103025" x="1600200" y="5003800"/>
          <p14:tracePt t="103041" x="1517650" y="5029200"/>
          <p14:tracePt t="103058" x="1485900" y="5035550"/>
          <p14:tracePt t="103075" x="1422400" y="5073650"/>
          <p14:tracePt t="103091" x="1371600" y="5111750"/>
          <p14:tracePt t="103108" x="1333500" y="5137150"/>
          <p14:tracePt t="103124" x="1301750" y="5162550"/>
          <p14:tracePt t="103141" x="1282700" y="5175250"/>
          <p14:tracePt t="103158" x="1257300" y="5194300"/>
          <p14:tracePt t="103174" x="1257300" y="5200650"/>
          <p14:tracePt t="103191" x="1250950" y="5207000"/>
          <p14:tracePt t="103208" x="1250950" y="5219700"/>
          <p14:tracePt t="103224" x="1250950" y="5226050"/>
          <p14:tracePt t="103257" x="1250950" y="5232400"/>
          <p14:tracePt t="103274" x="1250950" y="5251450"/>
          <p14:tracePt t="103291" x="1250950" y="5257800"/>
          <p14:tracePt t="103307" x="1263650" y="5283200"/>
          <p14:tracePt t="103324" x="1276350" y="5334000"/>
          <p14:tracePt t="103341" x="1282700" y="5391150"/>
          <p14:tracePt t="103357" x="1289050" y="5422900"/>
          <p14:tracePt t="103373" x="1295400" y="5473700"/>
          <p14:tracePt t="103391" x="1314450" y="5499100"/>
          <p14:tracePt t="103407" x="1333500" y="5505450"/>
          <p14:tracePt t="103423" x="1358900" y="5505450"/>
          <p14:tracePt t="103440" x="1498600" y="5448300"/>
          <p14:tracePt t="103457" x="1568450" y="5422900"/>
          <p14:tracePt t="103473" x="1625600" y="5403850"/>
          <p14:tracePt t="103490" x="1746250" y="5365750"/>
          <p14:tracePt t="103506" x="1797050" y="5359400"/>
          <p14:tracePt t="103525" x="1809750" y="5365750"/>
          <p14:tracePt t="103540" x="1809750" y="5372100"/>
          <p14:tracePt t="103556" x="1784350" y="5378450"/>
          <p14:tracePt t="103574" x="1758950" y="5391150"/>
          <p14:tracePt t="103590" x="1746250" y="5397500"/>
          <p14:tracePt t="103606" x="1720850" y="5416550"/>
          <p14:tracePt t="103623" x="1695450" y="5429250"/>
          <p14:tracePt t="103639" x="1682750" y="5435600"/>
          <p14:tracePt t="103656" x="1663700" y="5435600"/>
          <p14:tracePt t="103673" x="1657350" y="5435600"/>
          <p14:tracePt t="103714" x="1670050" y="5435600"/>
          <p14:tracePt t="103723" x="1682750" y="5435600"/>
          <p14:tracePt t="103738" x="1701800" y="5422900"/>
          <p14:tracePt t="103756" x="1733550" y="5416550"/>
          <p14:tracePt t="103772" x="1803400" y="5397500"/>
          <p14:tracePt t="103789" x="1898650" y="5378450"/>
          <p14:tracePt t="103806" x="1968500" y="5359400"/>
          <p14:tracePt t="103823" x="2000250" y="5359400"/>
          <p14:tracePt t="103826" x="2012950" y="5359400"/>
          <p14:tracePt t="103841" x="2019300" y="5359400"/>
          <p14:tracePt t="103856" x="2032000" y="5359400"/>
          <p14:tracePt t="103889" x="2038350" y="5359400"/>
          <p14:tracePt t="103906" x="2038350" y="5353050"/>
          <p14:tracePt t="103922" x="2044700" y="5353050"/>
          <p14:tracePt t="103939" x="2044700" y="5346700"/>
          <p14:tracePt t="103955" x="2057400" y="5340350"/>
          <p14:tracePt t="103972" x="2063750" y="5334000"/>
          <p14:tracePt t="103988" x="2076450" y="5327650"/>
          <p14:tracePt t="104005" x="2101850" y="5308600"/>
          <p14:tracePt t="104024" x="2139950" y="5295900"/>
          <p14:tracePt t="104039" x="2159000" y="5289550"/>
          <p14:tracePt t="104056" x="2178050" y="5276850"/>
          <p14:tracePt t="104074" x="2228850" y="5232400"/>
          <p14:tracePt t="104089" x="2241550" y="5213350"/>
          <p14:tracePt t="104105" x="2247900" y="5200650"/>
          <p14:tracePt t="104122" x="2260600" y="5175250"/>
          <p14:tracePt t="104138" x="2266950" y="5156200"/>
          <p14:tracePt t="104155" x="2273300" y="5149850"/>
          <p14:tracePt t="104172" x="2279650" y="5130800"/>
          <p14:tracePt t="104188" x="2279650" y="5118100"/>
          <p14:tracePt t="104205" x="2279650" y="5105400"/>
          <p14:tracePt t="104222" x="2279650" y="5099050"/>
          <p14:tracePt t="104239" x="2279650" y="5092700"/>
          <p14:tracePt t="104325" x="2279650" y="5099050"/>
          <p14:tracePt t="104346" x="2279650" y="5105400"/>
          <p14:tracePt t="104354" x="2279650" y="5111750"/>
          <p14:tracePt t="104374" x="2273300" y="5111750"/>
          <p14:tracePt t="104395" x="2266950" y="5118100"/>
          <p14:tracePt t="104417" x="2266950" y="5130800"/>
          <p14:tracePt t="104423" x="2266950" y="5137150"/>
          <p14:tracePt t="104445" x="2266950" y="5143500"/>
          <p14:tracePt t="104459" x="2266950" y="5149850"/>
          <p14:tracePt t="104494" x="2266950" y="5156200"/>
          <p14:tracePt t="104508" x="2266950" y="5162550"/>
          <p14:tracePt t="104529" x="2266950" y="5168900"/>
          <p14:tracePt t="104556" x="2266950" y="5181600"/>
          <p14:tracePt t="104578" x="2266950" y="5187950"/>
          <p14:tracePt t="104599" x="2266950" y="5194300"/>
          <p14:tracePt t="104621" x="2266950" y="5200650"/>
          <p14:tracePt t="104627" x="2266950" y="5207000"/>
          <p14:tracePt t="104636" x="2266950" y="5219700"/>
          <p14:tracePt t="104652" x="2266950" y="5226050"/>
          <p14:tracePt t="104670" x="2266950" y="5257800"/>
          <p14:tracePt t="104686" x="2266950" y="5264150"/>
          <p14:tracePt t="104702" x="2266950" y="5302250"/>
          <p14:tracePt t="104719" x="2266950" y="5314950"/>
          <p14:tracePt t="104736" x="2273300" y="5327650"/>
          <p14:tracePt t="104753" x="2279650" y="5340350"/>
          <p14:tracePt t="104769" x="2279650" y="5353050"/>
          <p14:tracePt t="104785" x="2279650" y="5359400"/>
          <p14:tracePt t="104802" x="2286000" y="5359400"/>
          <p14:tracePt t="104818" x="2286000" y="5372100"/>
          <p14:tracePt t="104835" x="2286000" y="5378450"/>
          <p14:tracePt t="104852" x="2292350" y="5397500"/>
          <p14:tracePt t="104868" x="2298700" y="5410200"/>
          <p14:tracePt t="104885" x="2305050" y="5416550"/>
          <p14:tracePt t="104901" x="2305050" y="5429250"/>
          <p14:tracePt t="104918" x="2317750" y="5435600"/>
          <p14:tracePt t="104935" x="2324100" y="5435600"/>
          <p14:tracePt t="104951" x="2336800" y="5429250"/>
          <p14:tracePt t="104968" x="2343150" y="5422900"/>
          <p14:tracePt t="104985" x="2387600" y="5378450"/>
          <p14:tracePt t="105001" x="2400300" y="5365750"/>
          <p14:tracePt t="105018" x="2425700" y="5346700"/>
          <p14:tracePt t="105035" x="2463800" y="5321300"/>
          <p14:tracePt t="105051" x="2527300" y="5295900"/>
          <p14:tracePt t="105068" x="2565400" y="5289550"/>
          <p14:tracePt t="105084" x="2647950" y="5289550"/>
          <p14:tracePt t="105101" x="2711450" y="5289550"/>
          <p14:tracePt t="105119" x="2787650" y="5308600"/>
          <p14:tracePt t="105134" x="2819400" y="5321300"/>
          <p14:tracePt t="105151" x="2863850" y="5334000"/>
          <p14:tracePt t="105168" x="2908300" y="5346700"/>
          <p14:tracePt t="105184" x="2921000" y="5353050"/>
          <p14:tracePt t="105201" x="2940050" y="5359400"/>
          <p14:tracePt t="105217" x="2946400" y="5359400"/>
          <p14:tracePt t="105250" x="2946400" y="5365750"/>
          <p14:tracePt t="105267" x="2933700" y="5372100"/>
          <p14:tracePt t="105284" x="2921000" y="5372100"/>
          <p14:tracePt t="105301" x="2908300" y="5372100"/>
          <p14:tracePt t="105317" x="2889250" y="5378450"/>
          <p14:tracePt t="105333" x="2882900" y="5378450"/>
          <p14:tracePt t="105351" x="2870200" y="5378450"/>
          <p14:tracePt t="105367" x="2863850" y="5378450"/>
          <p14:tracePt t="105383" x="2844800" y="5378450"/>
          <p14:tracePt t="105400" x="2832100" y="5378450"/>
          <p14:tracePt t="105436" x="2832100" y="5372100"/>
          <p14:tracePt t="105449" x="2844800" y="5372100"/>
          <p14:tracePt t="105466" x="2863850" y="5365750"/>
          <p14:tracePt t="105483" x="2921000" y="5353050"/>
          <p14:tracePt t="105499" x="3054350" y="5334000"/>
          <p14:tracePt t="105516" x="3143250" y="5314950"/>
          <p14:tracePt t="105534" x="3314700" y="5295900"/>
          <p14:tracePt t="105549" x="3448050" y="5264150"/>
          <p14:tracePt t="105566" x="3498850" y="5257800"/>
          <p14:tracePt t="105583" x="3568700" y="5251450"/>
          <p14:tracePt t="105599" x="3581400" y="5251450"/>
          <p14:tracePt t="105616" x="3594100" y="5251450"/>
          <p14:tracePt t="105648" x="3587750" y="5251450"/>
          <p14:tracePt t="105666" x="3581400" y="5251450"/>
          <p14:tracePt t="105682" x="3575050" y="5251450"/>
          <p14:tracePt t="105702" x="3568700" y="5251450"/>
          <p14:tracePt t="105716" x="3562350" y="5251450"/>
          <p14:tracePt t="105732" x="3549650" y="5251450"/>
          <p14:tracePt t="105748" x="3543300" y="5251450"/>
          <p14:tracePt t="105765" x="3530600" y="5251450"/>
          <p14:tracePt t="105782" x="3492500" y="5257800"/>
          <p14:tracePt t="105798" x="3467100" y="5270500"/>
          <p14:tracePt t="105815" x="3371850" y="5276850"/>
          <p14:tracePt t="105832" x="3213100" y="5308600"/>
          <p14:tracePt t="105848" x="3136900" y="5314950"/>
          <p14:tracePt t="105852" x="3060700" y="5334000"/>
          <p14:tracePt t="105864" x="2978150" y="5353050"/>
          <p14:tracePt t="105882" x="2914650" y="5372100"/>
          <p14:tracePt t="105899" x="2762250" y="5410200"/>
          <p14:tracePt t="105914" x="2730500" y="5422900"/>
          <p14:tracePt t="105931" x="2717800" y="5429250"/>
          <p14:tracePt t="105948" x="2705100" y="5448300"/>
          <p14:tracePt t="105965" x="2724150" y="5467350"/>
          <p14:tracePt t="105981" x="2749550" y="5473700"/>
          <p14:tracePt t="105998" x="2863850" y="5511800"/>
          <p14:tracePt t="106014" x="3098800" y="5575300"/>
          <p14:tracePt t="106031" x="3302000" y="5638800"/>
          <p14:tracePt t="106048" x="3797300" y="5791200"/>
          <p14:tracePt t="106064" x="4254500" y="5969000"/>
          <p14:tracePt t="106081" x="4489450" y="6026150"/>
          <p14:tracePt t="106098" x="4641850" y="6076950"/>
          <p14:tracePt t="106114" x="5041900" y="6140450"/>
          <p14:tracePt t="106131" x="5232400" y="6153150"/>
          <p14:tracePt t="106147" x="5473700" y="6172200"/>
          <p14:tracePt t="106163" x="5588000" y="6184900"/>
          <p14:tracePt t="106180" x="5689600" y="6184900"/>
          <p14:tracePt t="106197" x="5842000" y="6191250"/>
          <p14:tracePt t="106215" x="5905500" y="6191250"/>
          <p14:tracePt t="106230" x="5949950" y="6184900"/>
          <p14:tracePt t="106247" x="6000750" y="6178550"/>
          <p14:tracePt t="106264" x="6000750" y="6172200"/>
          <p14:tracePt t="106280" x="6019800" y="6165850"/>
          <p14:tracePt t="106297" x="6026150" y="6165850"/>
          <p14:tracePt t="106314" x="6032500" y="6165850"/>
          <p14:tracePt t="106330" x="6051550" y="6165850"/>
          <p14:tracePt t="106347" x="6070600" y="6165850"/>
          <p14:tracePt t="106363" x="6083300" y="6165850"/>
          <p14:tracePt t="106379" x="6096000" y="6165850"/>
          <p14:tracePt t="106397" x="6115050" y="6165850"/>
          <p14:tracePt t="106413" x="6140450" y="6172200"/>
          <p14:tracePt t="106430" x="6197600" y="6178550"/>
          <p14:tracePt t="106447" x="6318250" y="6210300"/>
          <p14:tracePt t="106462" x="6381750" y="6216650"/>
          <p14:tracePt t="106479" x="6527800" y="6235700"/>
          <p14:tracePt t="106497" x="6591300" y="6248400"/>
          <p14:tracePt t="106513" x="6642100" y="6248400"/>
          <p14:tracePt t="106529" x="6705600" y="6254750"/>
          <p14:tracePt t="106546" x="6718300" y="6254750"/>
          <p14:tracePt t="106578" x="6711950" y="6248400"/>
          <p14:tracePt t="106595" x="6699250" y="6248400"/>
          <p14:tracePt t="106612" x="6673850" y="6248400"/>
          <p14:tracePt t="106629" x="6623050" y="6254750"/>
          <p14:tracePt t="106645" x="6445250" y="6273800"/>
          <p14:tracePt t="106662" x="6305550" y="6280150"/>
          <p14:tracePt t="106679" x="5943600" y="6292850"/>
          <p14:tracePt t="106695" x="5759450" y="6292850"/>
          <p14:tracePt t="106712" x="5626100" y="6292850"/>
          <p14:tracePt t="106729" x="5435600" y="6292850"/>
          <p14:tracePt t="106745" x="5384800" y="6292850"/>
          <p14:tracePt t="106763" x="5346700" y="6292850"/>
          <p14:tracePt t="106795" x="5372100" y="6292850"/>
          <p14:tracePt t="106812" x="5505450" y="6273800"/>
          <p14:tracePt t="106828" x="5607050" y="6273800"/>
          <p14:tracePt t="106845" x="5721350" y="6267450"/>
          <p14:tracePt t="106862" x="5848350" y="6267450"/>
          <p14:tracePt t="106878" x="5962650" y="6267450"/>
          <p14:tracePt t="106894" x="6184900" y="6267450"/>
          <p14:tracePt t="106911" x="6254750" y="6280150"/>
          <p14:tracePt t="106928" x="6292850" y="6280150"/>
          <p14:tracePt t="106946" x="6305550" y="6280150"/>
          <p14:tracePt t="106962" x="6299200" y="6280150"/>
          <p14:tracePt t="106977" x="6292850" y="6273800"/>
          <p14:tracePt t="106997" x="6273800" y="6273800"/>
          <p14:tracePt t="107010" x="6254750" y="6273800"/>
          <p14:tracePt t="107027" x="6216650" y="6273800"/>
          <p14:tracePt t="107044" x="6026150" y="6292850"/>
          <p14:tracePt t="107061" x="5911850" y="6318250"/>
          <p14:tracePt t="107078" x="5803900" y="6337300"/>
          <p14:tracePt t="107094" x="5638800" y="6343650"/>
          <p14:tracePt t="107111" x="5562600" y="6356350"/>
          <p14:tracePt t="107128" x="5486400" y="6381750"/>
          <p14:tracePt t="107144" x="5486400" y="6388100"/>
          <p14:tracePt t="107161" x="5480050" y="6388100"/>
          <p14:tracePt t="107177" x="5492750" y="6388100"/>
          <p14:tracePt t="107193" x="5537200" y="6381750"/>
          <p14:tracePt t="107210" x="5607050" y="6362700"/>
          <p14:tracePt t="107227" x="5695950" y="6356350"/>
          <p14:tracePt t="107243" x="5810250" y="6343650"/>
          <p14:tracePt t="107260" x="5949950" y="6343650"/>
          <p14:tracePt t="107277" x="6248400" y="6350000"/>
          <p14:tracePt t="107293" x="6362700" y="6350000"/>
          <p14:tracePt t="107311" x="6451600" y="6343650"/>
          <p14:tracePt t="107327" x="6457950" y="6337300"/>
          <p14:tracePt t="107360" x="6445250" y="6324600"/>
          <p14:tracePt t="107377" x="6419850" y="6324600"/>
          <p14:tracePt t="107393" x="6375400" y="6324600"/>
          <p14:tracePt t="107409" x="6172200" y="6337300"/>
          <p14:tracePt t="107426" x="5975350" y="6350000"/>
          <p14:tracePt t="107443" x="5765800" y="6350000"/>
          <p14:tracePt t="107459" x="5365750" y="6362700"/>
          <p14:tracePt t="107476" x="5238750" y="6369050"/>
          <p14:tracePt t="107493" x="5124450" y="6388100"/>
          <p14:tracePt t="107509" x="4965700" y="6438900"/>
          <p14:tracePt t="107526" x="4933950" y="6457950"/>
          <p14:tracePt t="107543" x="4921250" y="6470650"/>
          <p14:tracePt t="107575" x="4953000" y="6470650"/>
          <p14:tracePt t="107592" x="5048250" y="6457950"/>
          <p14:tracePt t="107608" x="5130800" y="6438900"/>
          <p14:tracePt t="107626" x="5207000" y="6426200"/>
          <p14:tracePt t="107642" x="5397500" y="6394450"/>
          <p14:tracePt t="107658" x="5492750" y="6375400"/>
          <p14:tracePt t="107677" x="5626100" y="6324600"/>
          <p14:tracePt t="107692" x="5657850" y="6311900"/>
          <p14:tracePt t="107708" x="5670550" y="6299200"/>
          <p14:tracePt t="107725" x="5670550" y="6280150"/>
          <p14:tracePt t="107742" x="5657850" y="6280150"/>
          <p14:tracePt t="107758" x="5657850" y="6273800"/>
          <p14:tracePt t="107775" x="5619750" y="6273800"/>
          <p14:tracePt t="107791" x="5594350" y="6280150"/>
          <p14:tracePt t="107809" x="5537200" y="6292850"/>
          <p14:tracePt t="107825" x="5359400" y="6299200"/>
          <p14:tracePt t="107841" x="5270500" y="6299200"/>
          <p14:tracePt t="107860" x="5067300" y="6311900"/>
          <p14:tracePt t="107875" x="4978400" y="6311900"/>
          <p14:tracePt t="107891" x="4914900" y="6318250"/>
          <p14:tracePt t="107895" x="4851400" y="6330950"/>
          <p14:tracePt t="107911" x="4819650" y="6330950"/>
          <p14:tracePt t="107924" x="4800600" y="6337300"/>
          <p14:tracePt t="107941" x="4794250" y="6343650"/>
          <p14:tracePt t="107971" x="4813300" y="6330950"/>
          <p14:tracePt t="107978" x="4864100" y="6311900"/>
          <p14:tracePt t="107994" x="4914900" y="6299200"/>
          <p14:tracePt t="108008" x="4997450" y="6286500"/>
          <p14:tracePt t="108024" x="5086350" y="6267450"/>
          <p14:tracePt t="108041" x="5276850" y="6235700"/>
          <p14:tracePt t="108057" x="5435600" y="6216650"/>
          <p14:tracePt t="108074" x="5505450" y="6210300"/>
          <p14:tracePt t="108091" x="5524500" y="6203950"/>
          <p14:tracePt t="108107" x="5530850" y="6203950"/>
          <p14:tracePt t="108141" x="5518150" y="6203950"/>
          <p14:tracePt t="108157" x="5511800" y="6203950"/>
          <p14:tracePt t="108174" x="5499100" y="6210300"/>
          <p14:tracePt t="108190" x="5486400" y="6210300"/>
          <p14:tracePt t="108207" x="5480050" y="6210300"/>
          <p14:tracePt t="108224" x="5454650" y="6216650"/>
          <p14:tracePt t="108240" x="5429250" y="6223000"/>
          <p14:tracePt t="108257" x="5403850" y="6229350"/>
          <p14:tracePt t="108273" x="5334000" y="6242050"/>
          <p14:tracePt t="108290" x="5289550" y="6254750"/>
          <p14:tracePt t="108307" x="5232400" y="6273800"/>
          <p14:tracePt t="108323" x="5130800" y="6286500"/>
          <p14:tracePt t="108340" x="5073650" y="6305550"/>
          <p14:tracePt t="108357" x="5010150" y="6318250"/>
          <p14:tracePt t="108373" x="4889500" y="6343650"/>
          <p14:tracePt t="108390" x="4845050" y="6350000"/>
          <p14:tracePt t="108393" x="4826000" y="6362700"/>
          <p14:tracePt t="108407" x="4813300" y="6369050"/>
          <p14:tracePt t="108428" x="4819650" y="6369050"/>
          <p14:tracePt t="108443" x="4838700" y="6356350"/>
          <p14:tracePt t="108456" x="4876800" y="6350000"/>
          <p14:tracePt t="108472" x="4933950" y="6330950"/>
          <p14:tracePt t="108489" x="5099050" y="6299200"/>
          <p14:tracePt t="108506" x="5194300" y="6280150"/>
          <p14:tracePt t="108522" x="5378450" y="6229350"/>
          <p14:tracePt t="108540" x="5441950" y="6210300"/>
          <p14:tracePt t="108555" x="5556250" y="6197600"/>
          <p14:tracePt t="108572" x="5568950" y="6191250"/>
          <p14:tracePt t="108589" x="5575300" y="6191250"/>
          <p14:tracePt t="108622" x="5575300" y="6197600"/>
          <p14:tracePt t="108639" x="5568950" y="6203950"/>
          <p14:tracePt t="108655" x="5568950" y="6210300"/>
          <p14:tracePt t="108672" x="5562600" y="6210300"/>
          <p14:tracePt t="108688" x="5556250" y="6216650"/>
          <p14:tracePt t="108758" x="5562600" y="6216650"/>
          <p14:tracePt t="108773" x="5568950" y="6216650"/>
          <p14:tracePt t="108786" x="5575300" y="6210300"/>
          <p14:tracePt t="108801" x="5581650" y="6210300"/>
          <p14:tracePt t="108808" x="5600700" y="6203950"/>
          <p14:tracePt t="108822" x="5638800" y="6191250"/>
          <p14:tracePt t="108838" x="5657850" y="6191250"/>
          <p14:tracePt t="108855" x="5695950" y="6172200"/>
          <p14:tracePt t="108871" x="5727700" y="6159500"/>
          <p14:tracePt t="108888" x="5778500" y="6146800"/>
          <p14:tracePt t="108904" x="5797550" y="6140450"/>
          <p14:tracePt t="108921" x="5854700" y="6127750"/>
          <p14:tracePt t="108938" x="5880100" y="6127750"/>
          <p14:tracePt t="108955" x="5924550" y="6121400"/>
          <p14:tracePt t="108971" x="5949950" y="6115050"/>
          <p14:tracePt t="108987" x="5962650" y="6115050"/>
          <p14:tracePt t="109004" x="5975350" y="6115050"/>
          <p14:tracePt t="109020" x="5981700" y="6115050"/>
          <p14:tracePt t="109041" x="5988050" y="6115050"/>
          <p14:tracePt t="109103" x="5981700" y="6121400"/>
          <p14:tracePt t="109145" x="5975350" y="6121400"/>
          <p14:tracePt t="109180" x="5969000" y="6121400"/>
          <p14:tracePt t="109208" x="5962650" y="6121400"/>
          <p14:tracePt t="109243" x="5956300" y="6127750"/>
          <p14:tracePt t="109271" x="5949950" y="6127750"/>
          <p14:tracePt t="109321" x="5943600" y="6127750"/>
          <p14:tracePt t="109348" x="5943600" y="6134100"/>
          <p14:tracePt t="109371" x="5937250" y="6140450"/>
          <p14:tracePt t="109398" x="5930900" y="6140450"/>
          <p14:tracePt t="109439" x="5924550" y="6140450"/>
          <p14:tracePt t="109454" x="5918200" y="6146800"/>
          <p14:tracePt t="109475" x="5911850" y="6146800"/>
          <p14:tracePt t="109856" x="5994400" y="6146800"/>
          <p14:tracePt t="109863" x="6096000" y="6146800"/>
          <p14:tracePt t="109877" x="6197600" y="6134100"/>
          <p14:tracePt t="109887" x="6286500" y="6127750"/>
          <p14:tracePt t="109901" x="6375400" y="6127750"/>
          <p14:tracePt t="109918" x="6527800" y="6127750"/>
          <p14:tracePt t="109934" x="6610350" y="6140450"/>
          <p14:tracePt t="109951" x="6654800" y="6146800"/>
          <p14:tracePt t="109968" x="6686550" y="6159500"/>
          <p14:tracePt t="109984" x="6705600" y="6159500"/>
          <p14:tracePt t="110001" x="6711950" y="6159500"/>
          <p14:tracePt t="110033" x="6718300" y="6159500"/>
          <p14:tracePt t="110051" x="6731000" y="6159500"/>
          <p14:tracePt t="110068" x="6756400" y="6172200"/>
          <p14:tracePt t="110083" x="6769100" y="6178550"/>
          <p14:tracePt t="110101" x="6788150" y="6178550"/>
          <p14:tracePt t="110117" x="6826250" y="6191250"/>
          <p14:tracePt t="110133" x="6845300" y="6191250"/>
          <p14:tracePt t="110151" x="6877050" y="6197600"/>
          <p14:tracePt t="110167" x="6889750" y="6203950"/>
          <p14:tracePt t="110183" x="6896100" y="6203950"/>
          <p14:tracePt t="110200" x="6902450" y="6210300"/>
          <p14:tracePt t="110216" x="6902450" y="6216650"/>
          <p14:tracePt t="110233" x="6889750" y="6216650"/>
          <p14:tracePt t="110250" x="6870700" y="6216650"/>
          <p14:tracePt t="110267" x="6858000" y="6210300"/>
          <p14:tracePt t="110284" x="6826250" y="6210300"/>
          <p14:tracePt t="110299" x="6737350" y="6210300"/>
          <p14:tracePt t="110316" x="6673850" y="6203950"/>
          <p14:tracePt t="110333" x="6470650" y="6203950"/>
          <p14:tracePt t="110350" x="6369050" y="6203950"/>
          <p14:tracePt t="110366" x="6242050" y="6203950"/>
          <p14:tracePt t="110383" x="6038850" y="6216650"/>
          <p14:tracePt t="110399" x="5949950" y="6229350"/>
          <p14:tracePt t="110416" x="5886450" y="6235700"/>
          <p14:tracePt t="110419" x="5848350" y="6235700"/>
          <p14:tracePt t="110435" x="5822950" y="6242050"/>
          <p14:tracePt t="110449" x="5810250" y="6248400"/>
          <p14:tracePt t="110496" x="5816600" y="6248400"/>
          <p14:tracePt t="110502" x="5835650" y="6248400"/>
          <p14:tracePt t="110518" x="5861050" y="6242050"/>
          <p14:tracePt t="110532" x="5886450" y="6242050"/>
          <p14:tracePt t="110549" x="5924550" y="6235700"/>
          <p14:tracePt t="110567" x="6108700" y="6223000"/>
          <p14:tracePt t="110582" x="6242050" y="6223000"/>
          <p14:tracePt t="110599" x="6407150" y="6203950"/>
          <p14:tracePt t="110615" x="6762750" y="6165850"/>
          <p14:tracePt t="110632" x="7035800" y="6121400"/>
          <p14:tracePt t="110648" x="7118350" y="6108700"/>
          <p14:tracePt t="110665" x="7232650" y="6076950"/>
          <p14:tracePt t="110682" x="7245350" y="6064250"/>
          <p14:tracePt t="110699" x="7251700" y="6045200"/>
          <p14:tracePt t="114642" x="7239000" y="6045200"/>
          <p14:tracePt t="114648" x="7213600" y="6051550"/>
          <p14:tracePt t="114655" x="7194550" y="6051550"/>
          <p14:tracePt t="114671" x="7156450" y="6057900"/>
          <p14:tracePt t="114685" x="7112000" y="6070600"/>
          <p14:tracePt t="114701" x="7016750" y="6096000"/>
          <p14:tracePt t="114719" x="6946900" y="6102350"/>
          <p14:tracePt t="114734" x="6896100" y="6108700"/>
          <p14:tracePt t="114751" x="6800850" y="6127750"/>
          <p14:tracePt t="114768" x="6673850" y="6146800"/>
          <p14:tracePt t="114784" x="6610350" y="6153150"/>
          <p14:tracePt t="114801" x="6477000" y="6172200"/>
          <p14:tracePt t="114817" x="6369050" y="6184900"/>
          <p14:tracePt t="114834" x="6330950" y="6191250"/>
          <p14:tracePt t="114851" x="6299200" y="6191250"/>
          <p14:tracePt t="114867" x="6229350" y="6210300"/>
          <p14:tracePt t="114883" x="6210300" y="6216650"/>
          <p14:tracePt t="114901" x="6159500" y="6242050"/>
          <p14:tracePt t="114916" x="6127750" y="6254750"/>
          <p14:tracePt t="114934" x="6083300" y="6280150"/>
          <p14:tracePt t="114951" x="6045200" y="6305550"/>
          <p14:tracePt t="114967" x="6013450" y="6324600"/>
          <p14:tracePt t="114970" x="6000750" y="6337300"/>
          <p14:tracePt t="114983" x="5975350" y="6343650"/>
          <p14:tracePt t="115000" x="5924550" y="6362700"/>
          <p14:tracePt t="115017" x="5905500" y="6381750"/>
          <p14:tracePt t="115033" x="5873750" y="6400800"/>
          <p14:tracePt t="115050" x="5829300" y="6426200"/>
          <p14:tracePt t="115066" x="5810250" y="6438900"/>
          <p14:tracePt t="115085" x="5759450" y="6470650"/>
          <p14:tracePt t="115099" x="5734050" y="6483350"/>
          <p14:tracePt t="115116" x="5702300" y="6502400"/>
          <p14:tracePt t="115133" x="5676900" y="6521450"/>
          <p14:tracePt t="115149" x="5657850" y="6534150"/>
          <p14:tracePt t="115182" x="5651500" y="6540500"/>
          <p14:tracePt t="115199" x="5645150" y="6553200"/>
          <p14:tracePt t="115216" x="5638800" y="6559550"/>
          <p14:tracePt t="115379" x="5645150" y="6553200"/>
          <p14:tracePt t="115400" x="5651500" y="6553200"/>
          <p14:tracePt t="115422" x="5657850" y="6546850"/>
          <p14:tracePt t="115450" x="5664200" y="6546850"/>
          <p14:tracePt t="115456" x="5670550" y="6546850"/>
          <p14:tracePt t="115492" x="5670550" y="6540500"/>
          <p14:tracePt t="115520" x="5676900" y="6540500"/>
          <p14:tracePt t="115541" x="5683250" y="6540500"/>
          <p14:tracePt t="115576" x="5689600" y="6534150"/>
          <p14:tracePt t="115603" x="5695950" y="6534150"/>
          <p14:tracePt t="115625" x="5702300" y="6527800"/>
          <p14:tracePt t="115710" x="5708650" y="6527800"/>
          <p14:tracePt t="115724" x="5715000" y="6521450"/>
          <p14:tracePt t="115752" x="5715000" y="6515100"/>
          <p14:tracePt t="115794" x="5721350" y="6508750"/>
          <p14:tracePt t="115822" x="5727700" y="6502400"/>
          <p14:tracePt t="115843" x="5727700" y="6496050"/>
          <p14:tracePt t="115920" x="5734050" y="6489700"/>
          <p14:tracePt t="120834" x="5734050" y="6426200"/>
          <p14:tracePt t="120840" x="5734050" y="6299200"/>
          <p14:tracePt t="120855" x="5734050" y="6108700"/>
          <p14:tracePt t="120863" x="5746750" y="5842000"/>
          <p14:tracePt t="120880" x="5810250" y="5518150"/>
          <p14:tracePt t="120897" x="5975350" y="4876800"/>
          <p14:tracePt t="120913" x="6153150" y="4298950"/>
          <p14:tracePt t="120930" x="6248400" y="4013200"/>
          <p14:tracePt t="120946" x="6388100" y="3473450"/>
          <p14:tracePt t="120963" x="6426200" y="3251200"/>
          <p14:tracePt t="120979" x="6521450" y="2647950"/>
          <p14:tracePt t="120996" x="6565900" y="2216150"/>
          <p14:tracePt t="121013" x="6591300" y="1885950"/>
          <p14:tracePt t="121030" x="6616700" y="1657350"/>
          <p14:tracePt t="121047" x="6642100" y="1562100"/>
          <p14:tracePt t="121062" x="6661150" y="1485900"/>
          <p14:tracePt t="121080" x="6686550" y="1301750"/>
          <p14:tracePt t="121096" x="6686550" y="1250950"/>
          <p14:tracePt t="121113" x="6686550" y="1200150"/>
          <p14:tracePt t="121129" x="6686550" y="1117600"/>
          <p14:tracePt t="121145" x="6680200" y="1060450"/>
          <p14:tracePt t="121162" x="6680200" y="1022350"/>
          <p14:tracePt t="121178" x="6680200" y="952500"/>
          <p14:tracePt t="121195" x="6667500" y="882650"/>
          <p14:tracePt t="121213" x="6629400" y="800100"/>
          <p14:tracePt t="121229" x="6610350" y="755650"/>
          <p14:tracePt t="121245" x="6559550" y="679450"/>
          <p14:tracePt t="121262" x="6515100" y="635000"/>
          <p14:tracePt t="121278" x="6483350" y="609600"/>
          <p14:tracePt t="121295" x="6413500" y="584200"/>
          <p14:tracePt t="121312" x="6318250" y="565150"/>
          <p14:tracePt t="121328" x="6261100" y="558800"/>
          <p14:tracePt t="121345" x="6197600" y="546100"/>
          <p14:tracePt t="121361" x="6026150" y="520700"/>
          <p14:tracePt t="121377" x="5899150" y="508000"/>
          <p14:tracePt t="121395" x="5397500" y="527050"/>
          <p14:tracePt t="121411" x="5226050" y="552450"/>
          <p14:tracePt t="121428" x="4864100" y="590550"/>
          <p14:tracePt t="121445" x="4533900" y="660400"/>
          <p14:tracePt t="121461" x="4419600" y="704850"/>
          <p14:tracePt t="121478" x="4210050" y="768350"/>
          <p14:tracePt t="121495" x="4038600" y="838200"/>
          <p14:tracePt t="121511" x="3968750" y="857250"/>
          <p14:tracePt t="121528" x="3873500" y="889000"/>
          <p14:tracePt t="121544" x="3829050" y="914400"/>
          <p14:tracePt t="121560" x="3822700" y="920750"/>
          <p14:tracePt t="121578" x="3816350" y="927100"/>
          <p14:tracePt t="121684" x="3822700" y="927100"/>
          <p14:tracePt t="121698" x="3829050" y="927100"/>
          <p14:tracePt t="121704" x="3835400" y="927100"/>
          <p14:tracePt t="121713" x="3848100" y="914400"/>
          <p14:tracePt t="121727" x="3860800" y="908050"/>
          <p14:tracePt t="121743" x="3879850" y="901700"/>
          <p14:tracePt t="121760" x="3949700" y="876300"/>
          <p14:tracePt t="121778" x="4083050" y="838200"/>
          <p14:tracePt t="121794" x="4191000" y="819150"/>
          <p14:tracePt t="121810" x="4527550" y="768350"/>
          <p14:tracePt t="121826" x="5010150" y="723900"/>
          <p14:tracePt t="121843" x="5251450" y="711200"/>
          <p14:tracePt t="121860" x="5734050" y="685800"/>
          <p14:tracePt t="121877" x="6083300" y="660400"/>
          <p14:tracePt t="121892" x="6197600" y="660400"/>
          <p14:tracePt t="121910" x="6369050" y="641350"/>
          <p14:tracePt t="121926" x="6470650" y="628650"/>
          <p14:tracePt t="121944" x="6502400" y="622300"/>
          <p14:tracePt t="121959" x="6508750" y="615950"/>
          <p14:tracePt t="122035" x="6515100" y="615950"/>
          <p14:tracePt t="122056" x="6521450" y="622300"/>
          <p14:tracePt t="122063" x="6527800" y="622300"/>
          <p14:tracePt t="122079" x="6534150" y="622300"/>
          <p14:tracePt t="122098" x="6546850" y="622300"/>
          <p14:tracePt t="122108" x="6559550" y="622300"/>
          <p14:tracePt t="122126" x="6591300" y="628650"/>
          <p14:tracePt t="122142" x="6604000" y="635000"/>
          <p14:tracePt t="122159" x="6648450" y="635000"/>
          <p14:tracePt t="122176" x="6667500" y="641350"/>
          <p14:tracePt t="122192" x="6737350" y="647700"/>
          <p14:tracePt t="122208" x="6813550" y="660400"/>
          <p14:tracePt t="122225" x="6934200" y="660400"/>
          <p14:tracePt t="122241" x="6985000" y="666750"/>
          <p14:tracePt t="122258" x="7035800" y="666750"/>
          <p14:tracePt t="122276" x="7124700" y="673100"/>
          <p14:tracePt t="122291" x="7137400" y="673100"/>
          <p14:tracePt t="122309" x="7156450" y="673100"/>
          <p14:tracePt t="122324" x="7162800" y="673100"/>
          <p14:tracePt t="122365" x="7162800" y="679450"/>
          <p14:tracePt t="122379" x="7156450" y="679450"/>
          <p14:tracePt t="122391" x="7150100" y="679450"/>
          <p14:tracePt t="122410" x="7143750" y="679450"/>
          <p14:tracePt t="122424" x="7131050" y="660400"/>
        </p14:tracePtLst>
      </p14:laserTraceLst>
    </p:ext>
  </p:extLs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are in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pattern, then the text of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all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groups in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are also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returned.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&gt; 0,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at most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splits occur,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and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the remainder of the string is returned as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final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element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of the list.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rint("sub"+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g,","g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count=0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,",\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n,","n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,",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))+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re.sub.__doc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sub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count=0,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the string obtained by replacing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leftmost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non-overlapping occurrences of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string by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replacement repl.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This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can be either a string or a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callable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string,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backslashes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it are processed.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callable, it's passed the Match object and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must 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replacement string.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print(re.</a:t>
            </a:r>
            <a:r>
              <a:rPr lang="en-US" sz="2400" b="1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subn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.__doc__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[:49]+</a:t>
            </a:r>
            <a:r>
              <a:rPr lang="en-US" sz="2400" spc="-3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"..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")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Return a 2-tuple containing (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new_string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number</a:t>
            </a:r>
            <a:r>
              <a:rPr lang="en-US" sz="2400" spc="-3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)..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</a:p>
          <a:p>
            <a:pPr marL="0" lv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print(*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x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for x in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dir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(re) \</a:t>
            </a:r>
          </a:p>
          <a:p>
            <a:pPr marL="0" lv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          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re.search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("^[fs][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iepu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][^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mo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]*$",x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)])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sp>
        <p:nvSpPr>
          <p:cNvPr id="4" name="Rectangle 3"/>
          <p:cNvSpPr/>
          <p:nvPr/>
        </p:nvSpPr>
        <p:spPr>
          <a:xfrm>
            <a:off x="152400" y="6448365"/>
            <a:ext cx="5886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</a:t>
            </a:r>
            <a:endParaRPr lang="en-US" sz="24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45511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61"/>
    </mc:Choice>
    <mc:Fallback xmlns="">
      <p:transition spd="slow" advTm="117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978" x="7118350" y="692150"/>
          <p14:tracePt t="7985" x="7099300" y="755650"/>
          <p14:tracePt t="7992" x="7080250" y="825500"/>
          <p14:tracePt t="8006" x="7054850" y="958850"/>
          <p14:tracePt t="8022" x="7016750" y="1143000"/>
          <p14:tracePt t="8039" x="6965950" y="1320800"/>
          <p14:tracePt t="8056" x="6832600" y="1581150"/>
          <p14:tracePt t="8072" x="6711950" y="1797050"/>
          <p14:tracePt t="8089" x="6597650" y="2006600"/>
          <p14:tracePt t="8105" x="6438900" y="2266950"/>
          <p14:tracePt t="8122" x="6350000" y="2393950"/>
          <p14:tracePt t="8139" x="6273800" y="2540000"/>
          <p14:tracePt t="8155" x="6242050" y="2584450"/>
          <p14:tracePt t="8172" x="6223000" y="2628900"/>
          <p14:tracePt t="8188" x="6184900" y="2686050"/>
          <p14:tracePt t="8205" x="6146800" y="2717800"/>
          <p14:tracePt t="8222" x="6076950" y="2819400"/>
          <p14:tracePt t="8238" x="5988050" y="2952750"/>
          <p14:tracePt t="8255" x="5924550" y="3054350"/>
          <p14:tracePt t="8273" x="5854700" y="3232150"/>
          <p14:tracePt t="8288" x="5848350" y="3302000"/>
          <p14:tracePt t="8305" x="5867400" y="3390900"/>
          <p14:tracePt t="8322" x="5969000" y="3632200"/>
          <p14:tracePt t="8338" x="6013450" y="3829050"/>
          <p14:tracePt t="8355" x="6013450" y="3981450"/>
          <p14:tracePt t="8371" x="6083300" y="4241800"/>
          <p14:tracePt t="8388" x="6064250" y="4375150"/>
          <p14:tracePt t="8404" x="6076950" y="4521200"/>
          <p14:tracePt t="8421" x="6140450" y="4718050"/>
          <p14:tracePt t="8438" x="6172200" y="4838700"/>
          <p14:tracePt t="8455" x="6184900" y="5048250"/>
          <p14:tracePt t="8471" x="6197600" y="5162550"/>
          <p14:tracePt t="8488" x="6223000" y="5238750"/>
          <p14:tracePt t="8505" x="6229350" y="5276850"/>
          <p14:tracePt t="8521" x="6248400" y="5422900"/>
          <p14:tracePt t="8537" x="6280150" y="5556250"/>
          <p14:tracePt t="8554" x="6280150" y="5575300"/>
          <p14:tracePt t="8857" x="6223000" y="5651500"/>
          <p14:tracePt t="8864" x="6140450" y="5734050"/>
          <p14:tracePt t="8873" x="6064250" y="5816600"/>
          <p14:tracePt t="8889" x="5981700" y="5886450"/>
          <p14:tracePt t="8903" x="5886450" y="5962650"/>
          <p14:tracePt t="8919" x="5746750" y="6096000"/>
          <p14:tracePt t="8936" x="5638800" y="6178550"/>
          <p14:tracePt t="8953" x="5594350" y="6203950"/>
          <p14:tracePt t="8970" x="5518150" y="6242050"/>
          <p14:tracePt t="8985" x="5486400" y="6261100"/>
          <p14:tracePt t="9002" x="5473700" y="6261100"/>
          <p14:tracePt t="9019" x="5448300" y="6267450"/>
          <p14:tracePt t="9035" x="5403850" y="6280150"/>
          <p14:tracePt t="9052" x="5378450" y="6286500"/>
          <p14:tracePt t="9069" x="5270500" y="6324600"/>
          <p14:tracePt t="9086" x="5181600" y="6356350"/>
          <p14:tracePt t="9102" x="5162550" y="6362700"/>
          <p14:tracePt t="9119" x="5124450" y="6381750"/>
          <p14:tracePt t="9135" x="5111750" y="6388100"/>
          <p14:tracePt t="9152" x="5099050" y="6388100"/>
          <p14:tracePt t="9168" x="5092700" y="6388100"/>
          <p14:tracePt t="9185" x="5086350" y="6394450"/>
          <p14:tracePt t="9202" x="5080000" y="6394450"/>
          <p14:tracePt t="9223" x="5073650" y="6394450"/>
          <p14:tracePt t="9448" x="5080000" y="6394450"/>
          <p14:tracePt t="9455" x="5086350" y="6394450"/>
          <p14:tracePt t="9471" x="5099050" y="6400800"/>
          <p14:tracePt t="9485" x="5118100" y="6400800"/>
          <p14:tracePt t="9501" x="5187950" y="6426200"/>
          <p14:tracePt t="9518" x="5295900" y="6445250"/>
          <p14:tracePt t="9534" x="5346700" y="6445250"/>
          <p14:tracePt t="9550" x="5480050" y="6457950"/>
          <p14:tracePt t="9568" x="5594350" y="6464300"/>
          <p14:tracePt t="9584" x="5632450" y="6464300"/>
          <p14:tracePt t="9601" x="5702300" y="6470650"/>
          <p14:tracePt t="9617" x="5759450" y="6470650"/>
          <p14:tracePt t="9633" x="5778500" y="6470650"/>
          <p14:tracePt t="9650" x="5822950" y="6470650"/>
          <p14:tracePt t="9667" x="5848350" y="6470650"/>
          <p14:tracePt t="9683" x="5861050" y="6470650"/>
          <p14:tracePt t="9701" x="5899150" y="6470650"/>
          <p14:tracePt t="9716" x="5924550" y="6464300"/>
          <p14:tracePt t="9733" x="5937250" y="6457950"/>
          <p14:tracePt t="9750" x="5949950" y="6457950"/>
          <p14:tracePt t="9766" x="5956300" y="6457950"/>
          <p14:tracePt t="9783" x="5975350" y="6451600"/>
          <p14:tracePt t="9800" x="5981700" y="6445250"/>
          <p14:tracePt t="9817" x="5988050" y="6445250"/>
          <p14:tracePt t="9834" x="5994400" y="6438900"/>
          <p14:tracePt t="9849" x="5994400" y="6432550"/>
          <p14:tracePt t="9897" x="5994400" y="6426200"/>
          <p14:tracePt t="9919" x="5994400" y="6419850"/>
          <p14:tracePt t="9947" x="5994400" y="6413500"/>
          <p14:tracePt t="9982" x="5994400" y="6407150"/>
          <p14:tracePt t="10032" x="5994400" y="6400800"/>
          <p14:tracePt t="10038" x="5994400" y="6394450"/>
          <p14:tracePt t="10059" x="5994400" y="6388100"/>
          <p14:tracePt t="10087" x="5994400" y="6381750"/>
          <p14:tracePt t="10108" x="6000750" y="6381750"/>
          <p14:tracePt t="10123" x="6000750" y="6375400"/>
          <p14:tracePt t="10137" x="6000750" y="6369050"/>
          <p14:tracePt t="10150" x="6007100" y="6362700"/>
          <p14:tracePt t="10158" x="6007100" y="6350000"/>
          <p14:tracePt t="10172" x="6007100" y="6330950"/>
          <p14:tracePt t="10181" x="6013450" y="6299200"/>
          <p14:tracePt t="10198" x="6013450" y="6273800"/>
          <p14:tracePt t="10215" x="6026150" y="6197600"/>
          <p14:tracePt t="10231" x="6032500" y="6076950"/>
          <p14:tracePt t="10250" x="6032500" y="5975350"/>
          <p14:tracePt t="10265" x="6032500" y="5924550"/>
          <p14:tracePt t="10281" x="6032500" y="5829300"/>
          <p14:tracePt t="10298" x="6019800" y="5778500"/>
          <p14:tracePt t="10314" x="6019800" y="5759450"/>
          <p14:tracePt t="10331" x="6019800" y="5740400"/>
          <p14:tracePt t="10348" x="6026150" y="5715000"/>
          <p14:tracePt t="10365" x="6026150" y="5708650"/>
          <p14:tracePt t="10390" x="6026150" y="5702300"/>
        </p14:tracePtLst>
      </p14:laserTraceLst>
    </p:ext>
  </p:extLs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pattern are also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returned.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&gt; 0,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at most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splits occur,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and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the remainder of the string is returned as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final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element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of the list.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rint("sub"+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g,","g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count=0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,",\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n,","n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,",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))+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re.sub.__doc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sub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count=0,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the string obtained by replacing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leftmost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non-overlapping occurrences of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string by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replacement repl.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This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can be either a string or a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callable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string,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backslashes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it are processed.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callable, it's passed the Match object and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must 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replacement string.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print(re.</a:t>
            </a:r>
            <a:r>
              <a:rPr lang="en-US" sz="2400" b="1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subn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.__doc__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[:49]+</a:t>
            </a:r>
            <a:r>
              <a:rPr lang="en-US" sz="2400" spc="-3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"..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")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Return a 2-tuple containing (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new_string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number</a:t>
            </a:r>
            <a:r>
              <a:rPr lang="en-US" sz="2400" spc="-3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)..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</a:p>
          <a:p>
            <a:pPr marL="0" lv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print(*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x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for x in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dir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(re) \</a:t>
            </a:r>
          </a:p>
          <a:p>
            <a:pPr marL="0" lv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       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re.search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("^[fs][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iepu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][^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mo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]*$",x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)])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lv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finditer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search split sub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subn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714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9"/>
    </mc:Choice>
    <mc:Fallback xmlns="">
      <p:transition spd="slow" advTm="11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6019800"/>
          </a:xfrm>
        </p:spPr>
        <p:txBody>
          <a:bodyPr/>
          <a:lstStyle/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If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&gt; 0,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at most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maxsplit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splits occur,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and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the remainder of the string is returned as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final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element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of the list.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p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rint("sub"+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g,","g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count=0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,",\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re.sub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n,","n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,",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params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))+</a:t>
            </a:r>
            <a:r>
              <a:rPr lang="en-US" sz="2400" spc="-100" dirty="0" err="1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re.sub.__doc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__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2400" b="1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sub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(pattern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string, count=0, flags=0)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  <a:r>
              <a:rPr lang="en-US" sz="2400" spc="-100" dirty="0" smtClean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Return the string obtained by replacing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leftmost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non-overlapping occurrences of the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pattern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string by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the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replacement repl.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This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repl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can be either a string or a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callable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: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string,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backslashes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in it are processed.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If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callable, it's passed the Match object and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  must return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a replacement string. </a:t>
            </a:r>
            <a:endParaRPr lang="en-US" sz="2400" spc="-100" dirty="0" smtClean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print(re.</a:t>
            </a:r>
            <a:r>
              <a:rPr lang="en-US" sz="2400" b="1" spc="-100" dirty="0" err="1" smtClean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subn</a:t>
            </a:r>
            <a:r>
              <a:rPr lang="en-US" sz="2400" spc="-1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.__doc__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[:49]+</a:t>
            </a:r>
            <a:r>
              <a:rPr lang="en-US" sz="2400" spc="-3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"..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")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Return a 2-tuple containing (</a:t>
            </a:r>
            <a:r>
              <a:rPr lang="en-US" sz="2400" spc="-100" dirty="0" err="1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new_string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, number</a:t>
            </a:r>
            <a:r>
              <a:rPr lang="en-US" sz="2400" spc="-3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)..</a:t>
            </a:r>
            <a:r>
              <a:rPr lang="en-US" sz="2400" spc="-100" dirty="0">
                <a:solidFill>
                  <a:schemeClr val="accent2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</a:p>
          <a:p>
            <a:pPr marL="0" lv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print(*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x 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for x in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dir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(re) \</a:t>
            </a:r>
          </a:p>
          <a:p>
            <a:pPr marL="0" lv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 </a:t>
            </a:r>
            <a:r>
              <a:rPr lang="en-US" sz="2400" spc="-4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          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if </a:t>
            </a:r>
            <a:r>
              <a:rPr lang="en-US" sz="2400" spc="-100" dirty="0" err="1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re.search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("^[fs][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iepu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][^</a:t>
            </a:r>
            <a:r>
              <a:rPr lang="en-US" sz="2400" spc="-1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mo</a:t>
            </a:r>
            <a:r>
              <a:rPr lang="en-US" sz="2400" spc="-1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]*$",x</a:t>
            </a:r>
            <a:r>
              <a:rPr lang="en-US" sz="2400" spc="-100" dirty="0" smtClean="0">
                <a:latin typeface="Lucida Console" panose="020B0609040504020204" pitchFamily="49" charset="0"/>
                <a:cs typeface="Lucida Sans Unicode" panose="020B0602030504020204" pitchFamily="34" charset="0"/>
              </a:rPr>
              <a:t>)])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lv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b="1" spc="-100" dirty="0" err="1" smtClean="0">
                <a:solidFill>
                  <a:srgbClr val="00A84C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findall</a:t>
            </a:r>
            <a:r>
              <a:rPr lang="en-US" sz="2400" b="1" spc="-100" dirty="0" smtClean="0">
                <a:solidFill>
                  <a:srgbClr val="00A84C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400" b="1" spc="-100" dirty="0" err="1" smtClean="0">
                <a:solidFill>
                  <a:srgbClr val="00A84C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finditer</a:t>
            </a:r>
            <a:r>
              <a:rPr lang="en-US" sz="2400" b="1" spc="-100" dirty="0" smtClean="0">
                <a:solidFill>
                  <a:srgbClr val="00A84C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search split sub </a:t>
            </a:r>
            <a:r>
              <a:rPr lang="en-US" sz="2400" b="1" spc="-100" dirty="0" err="1" smtClean="0">
                <a:solidFill>
                  <a:srgbClr val="00A84C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subn</a:t>
            </a:r>
            <a:endParaRPr lang="en-US" sz="2400" b="1" spc="-100" dirty="0">
              <a:solidFill>
                <a:srgbClr val="00A84C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None/>
            </a:pPr>
            <a:r>
              <a:rPr lang="en-US" sz="2400" spc="-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&gt;&gt;&gt;</a:t>
            </a:r>
            <a:endParaRPr lang="en-US" sz="2400" spc="-1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4000" dirty="0" smtClean="0">
                <a:latin typeface="Elephant" panose="02020904090505020303" pitchFamily="18" charset="0"/>
              </a:rPr>
              <a:t>Useful functions of the </a:t>
            </a:r>
            <a:r>
              <a:rPr lang="en-US" altLang="en-US" sz="4000" dirty="0" smtClean="0">
                <a:solidFill>
                  <a:srgbClr val="FF0000"/>
                </a:solidFill>
                <a:latin typeface="Elephant" panose="02020904090505020303" pitchFamily="18" charset="0"/>
              </a:rPr>
              <a:t>re</a:t>
            </a:r>
            <a:r>
              <a:rPr lang="en-US" altLang="en-US" sz="4000" dirty="0" smtClean="0">
                <a:latin typeface="Elephant" panose="02020904090505020303" pitchFamily="18" charset="0"/>
              </a:rPr>
              <a:t> module</a:t>
            </a:r>
            <a:endParaRPr lang="en-US" altLang="en-US" sz="32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09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528"/>
    </mc:Choice>
    <mc:Fallback xmlns="">
      <p:transition spd="slow" advTm="1255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894" x="5981700" y="5721350"/>
          <p14:tracePt t="901" x="5899150" y="5727700"/>
          <p14:tracePt t="915" x="5810250" y="5740400"/>
          <p14:tracePt t="925" x="5721350" y="5759450"/>
          <p14:tracePt t="939" x="5632450" y="5772150"/>
          <p14:tracePt t="956" x="5403850" y="5803900"/>
          <p14:tracePt t="973" x="5149850" y="5810250"/>
          <p14:tracePt t="989" x="5035550" y="5822950"/>
          <p14:tracePt t="1006" x="4832350" y="5822950"/>
          <p14:tracePt t="1022" x="4673600" y="5816600"/>
          <p14:tracePt t="1039" x="4578350" y="5816600"/>
          <p14:tracePt t="1056" x="4381500" y="5810250"/>
          <p14:tracePt t="1073" x="4254500" y="5791200"/>
          <p14:tracePt t="1089" x="4191000" y="5791200"/>
          <p14:tracePt t="1105" x="4108450" y="5772150"/>
          <p14:tracePt t="1122" x="4064000" y="5765800"/>
          <p14:tracePt t="1139" x="3981450" y="5746750"/>
          <p14:tracePt t="1155" x="3905250" y="5746750"/>
          <p14:tracePt t="1172" x="3860800" y="5740400"/>
          <p14:tracePt t="1189" x="3778250" y="5721350"/>
          <p14:tracePt t="1205" x="3721100" y="5702300"/>
          <p14:tracePt t="1221" x="3676650" y="5689600"/>
          <p14:tracePt t="1238" x="3568700" y="5676900"/>
          <p14:tracePt t="1254" x="3460750" y="5657850"/>
          <p14:tracePt t="1272" x="3397250" y="5638800"/>
          <p14:tracePt t="1288" x="3276600" y="5626100"/>
          <p14:tracePt t="1304" x="3251200" y="5626100"/>
          <p14:tracePt t="3283" x="3346450" y="5651500"/>
          <p14:tracePt t="3290" x="3486150" y="5721350"/>
          <p14:tracePt t="3304" x="3651250" y="5797550"/>
          <p14:tracePt t="3314" x="3816350" y="5861050"/>
          <p14:tracePt t="3331" x="3975100" y="5911850"/>
          <p14:tracePt t="3347" x="4286250" y="5981700"/>
          <p14:tracePt t="3364" x="4476750" y="6000750"/>
          <p14:tracePt t="3381" x="4610100" y="6013450"/>
          <p14:tracePt t="3397" x="4660900" y="6013450"/>
          <p14:tracePt t="3415" x="4787900" y="6019800"/>
          <p14:tracePt t="3431" x="4908550" y="6038850"/>
          <p14:tracePt t="3447" x="4959350" y="6051550"/>
          <p14:tracePt t="3464" x="5016500" y="6057900"/>
          <p14:tracePt t="3480" x="5143500" y="6102350"/>
          <p14:tracePt t="3497" x="5162550" y="6108700"/>
          <p14:tracePt t="3515" x="5207000" y="6121400"/>
          <p14:tracePt t="3530" x="5219700" y="6121400"/>
          <p14:tracePt t="3547" x="5226050" y="6121400"/>
          <p14:tracePt t="3551" x="5232400" y="6121400"/>
          <p14:tracePt t="3566" x="5238750" y="6115050"/>
          <p14:tracePt t="3580" x="5245100" y="6108700"/>
          <p14:tracePt t="3596" x="5251450" y="6108700"/>
          <p14:tracePt t="3615" x="5264150" y="6102350"/>
          <p14:tracePt t="3630" x="5270500" y="6102350"/>
          <p14:tracePt t="3646" x="5283200" y="6096000"/>
          <p14:tracePt t="3663" x="5302250" y="6089650"/>
          <p14:tracePt t="3680" x="5308600" y="6089650"/>
          <p14:tracePt t="3697" x="5334000" y="6083300"/>
          <p14:tracePt t="3713" x="5365750" y="6083300"/>
          <p14:tracePt t="3729" x="5378450" y="6083300"/>
          <p14:tracePt t="3746" x="5403850" y="6083300"/>
          <p14:tracePt t="3763" x="5416550" y="6089650"/>
          <p14:tracePt t="3779" x="5422900" y="6089650"/>
          <p14:tracePt t="3796" x="5435600" y="6096000"/>
          <p14:tracePt t="3813" x="5441950" y="6096000"/>
          <p14:tracePt t="3829" x="5454650" y="6096000"/>
          <p14:tracePt t="3846" x="5473700" y="6096000"/>
          <p14:tracePt t="3879" x="5492750" y="6096000"/>
          <p14:tracePt t="3895" x="5511800" y="6096000"/>
          <p14:tracePt t="3913" x="5530850" y="6096000"/>
          <p14:tracePt t="3929" x="5568950" y="6096000"/>
          <p14:tracePt t="3945" x="5645150" y="6096000"/>
          <p14:tracePt t="3962" x="5702300" y="6096000"/>
          <p14:tracePt t="3978" x="5829300" y="6096000"/>
          <p14:tracePt t="3995" x="5981700" y="6096000"/>
          <p14:tracePt t="4012" x="6057900" y="6096000"/>
          <p14:tracePt t="4029" x="6235700" y="6089650"/>
          <p14:tracePt t="4045" x="6438900" y="6076950"/>
          <p14:tracePt t="4062" x="6654800" y="6076950"/>
          <p14:tracePt t="4078" x="6756400" y="6076950"/>
          <p14:tracePt t="4095" x="6858000" y="6076950"/>
          <p14:tracePt t="4112" x="7162800" y="6057900"/>
          <p14:tracePt t="4128" x="7251700" y="6057900"/>
          <p14:tracePt t="4145" x="7327900" y="6051550"/>
          <p14:tracePt t="4161" x="7461250" y="6038850"/>
          <p14:tracePt t="4178" x="7537450" y="6032500"/>
          <p14:tracePt t="4195" x="7562850" y="6032500"/>
          <p14:tracePt t="4211" x="7581900" y="6026150"/>
          <p14:tracePt t="4228" x="7588250" y="6019800"/>
          <p14:tracePt t="4245" x="7588250" y="6007100"/>
          <p14:tracePt t="4277" x="7581900" y="6000750"/>
          <p14:tracePt t="4294" x="7556500" y="6000750"/>
          <p14:tracePt t="4311" x="7550150" y="6000750"/>
          <p14:tracePt t="4327" x="7518400" y="6000750"/>
          <p14:tracePt t="4344" x="7493000" y="6000750"/>
          <p14:tracePt t="4361" x="7473950" y="6000750"/>
          <p14:tracePt t="4377" x="7429500" y="6000750"/>
          <p14:tracePt t="4394" x="7150100" y="6000750"/>
          <p14:tracePt t="4410" x="7023100" y="6000750"/>
          <p14:tracePt t="4428" x="6756400" y="5975350"/>
          <p14:tracePt t="4444" x="6604000" y="5975350"/>
          <p14:tracePt t="4461" x="6356350" y="5943600"/>
          <p14:tracePt t="4477" x="6178550" y="5937250"/>
          <p14:tracePt t="4493" x="6102350" y="5924550"/>
          <p14:tracePt t="4510" x="6007100" y="5911850"/>
          <p14:tracePt t="4527" x="5962650" y="5892800"/>
          <p14:tracePt t="4543" x="5949950" y="5886450"/>
          <p14:tracePt t="4596" x="5949950" y="5880100"/>
          <p14:tracePt t="4618" x="5956300" y="5873750"/>
          <p14:tracePt t="4667" x="5962650" y="5873750"/>
          <p14:tracePt t="4673" x="5969000" y="5880100"/>
          <p14:tracePt t="4695" x="5975350" y="5886450"/>
          <p14:tracePt t="4701" x="5969000" y="5899150"/>
          <p14:tracePt t="4715" x="5962650" y="5905500"/>
          <p14:tracePt t="5122" x="5943600" y="5905500"/>
          <p14:tracePt t="5129" x="5911850" y="5911850"/>
          <p14:tracePt t="5141" x="5886450" y="5911850"/>
          <p14:tracePt t="5157" x="5835650" y="5918200"/>
          <p14:tracePt t="5174" x="5810250" y="5918200"/>
          <p14:tracePt t="5192" x="5778500" y="5924550"/>
          <p14:tracePt t="5208" x="5689600" y="5943600"/>
          <p14:tracePt t="5224" x="5651500" y="5943600"/>
          <p14:tracePt t="5241" x="5568950" y="5956300"/>
          <p14:tracePt t="5257" x="5524500" y="5969000"/>
          <p14:tracePt t="5274" x="5422900" y="5981700"/>
          <p14:tracePt t="5291" x="5314950" y="5994400"/>
          <p14:tracePt t="5307" x="5264150" y="6000750"/>
          <p14:tracePt t="5323" x="5143500" y="6019800"/>
          <p14:tracePt t="5340" x="5060950" y="6038850"/>
          <p14:tracePt t="5357" x="5041900" y="6045200"/>
          <p14:tracePt t="5374" x="5016500" y="6051550"/>
          <p14:tracePt t="5390" x="4991100" y="6064250"/>
          <p14:tracePt t="5407" x="4984750" y="6064250"/>
          <p14:tracePt t="5424" x="4972050" y="6076950"/>
          <p14:tracePt t="5440" x="4965700" y="6083300"/>
          <p14:tracePt t="5473" x="4965700" y="6089650"/>
          <p14:tracePt t="5490" x="4959350" y="6102350"/>
          <p14:tracePt t="5523" x="4953000" y="6108700"/>
          <p14:tracePt t="5550" x="4953000" y="6115050"/>
          <p14:tracePt t="5560" x="4953000" y="6121400"/>
          <p14:tracePt t="5599" x="4946650" y="6121400"/>
          <p14:tracePt t="5641" x="4946650" y="6127750"/>
          <p14:tracePt t="5789" x="4953000" y="6127750"/>
          <p14:tracePt t="5831" x="4959350" y="6127750"/>
          <p14:tracePt t="6070" x="4953000" y="6127750"/>
          <p14:tracePt t="6091" x="4946650" y="6121400"/>
          <p14:tracePt t="6112" x="4946650" y="6115050"/>
          <p14:tracePt t="6119" x="4940300" y="6115050"/>
          <p14:tracePt t="6132" x="4933950" y="6115050"/>
          <p14:tracePt t="6141" x="4921250" y="6115050"/>
          <p14:tracePt t="6157" x="4908550" y="6108700"/>
          <p14:tracePt t="6171" x="4895850" y="6108700"/>
          <p14:tracePt t="6188" x="4857750" y="6102350"/>
          <p14:tracePt t="6204" x="4800600" y="6096000"/>
          <p14:tracePt t="6221" x="4768850" y="6096000"/>
          <p14:tracePt t="6238" x="4718050" y="6096000"/>
          <p14:tracePt t="6254" x="4679950" y="6096000"/>
          <p14:tracePt t="6271" x="4667250" y="6096000"/>
          <p14:tracePt t="6287" x="4641850" y="6096000"/>
          <p14:tracePt t="6303" x="4635500" y="6089650"/>
          <p14:tracePt t="6372" x="4641850" y="6089650"/>
          <p14:tracePt t="6393" x="4648200" y="6089650"/>
          <p14:tracePt t="6400" x="4654550" y="6089650"/>
          <p14:tracePt t="6422" x="4667250" y="6083300"/>
          <p14:tracePt t="6435" x="4679950" y="6083300"/>
          <p14:tracePt t="6442" x="4692650" y="6076950"/>
          <p14:tracePt t="6457" x="4711700" y="6076950"/>
          <p14:tracePt t="6470" x="4768850" y="6076950"/>
          <p14:tracePt t="6486" x="4794250" y="6076950"/>
          <p14:tracePt t="6503" x="4819650" y="6076950"/>
          <p14:tracePt t="6520" x="4870450" y="6076950"/>
          <p14:tracePt t="6536" x="4921250" y="6076950"/>
          <p14:tracePt t="6554" x="4940300" y="6076950"/>
          <p14:tracePt t="6557" x="4959350" y="6076950"/>
          <p14:tracePt t="6570" x="4978400" y="6083300"/>
          <p14:tracePt t="6586" x="5029200" y="6083300"/>
          <p14:tracePt t="6604" x="5080000" y="6089650"/>
          <p14:tracePt t="6619" x="5099050" y="6096000"/>
          <p14:tracePt t="6636" x="5130800" y="6108700"/>
          <p14:tracePt t="6653" x="5168900" y="6108700"/>
          <p14:tracePt t="6686" x="5181600" y="6115050"/>
          <p14:tracePt t="6744" x="5175250" y="6115050"/>
          <p14:tracePt t="6793" x="5168900" y="6115050"/>
          <p14:tracePt t="6815" x="5162550" y="6115050"/>
          <p14:tracePt t="6843" x="5156200" y="6115050"/>
          <p14:tracePt t="6863" x="5149850" y="6115050"/>
          <p14:tracePt t="6885" x="5143500" y="6115050"/>
          <p14:tracePt t="6913" x="5137150" y="6115050"/>
          <p14:tracePt t="6948" x="5137150" y="6108700"/>
          <p14:tracePt t="6962" x="5130800" y="6108700"/>
          <p14:tracePt t="7004" x="5124450" y="6108700"/>
          <p14:tracePt t="7025" x="5118100" y="6102350"/>
          <p14:tracePt t="7032" x="5111750" y="6102350"/>
          <p14:tracePt t="7075" x="5105400" y="6102350"/>
          <p14:tracePt t="7096" x="5099050" y="6102350"/>
          <p14:tracePt t="7145" x="5092700" y="6102350"/>
          <p14:tracePt t="7165" x="5086350" y="6102350"/>
          <p14:tracePt t="7194" x="5086350" y="6096000"/>
          <p14:tracePt t="7215" x="5080000" y="6096000"/>
          <p14:tracePt t="7236" x="5073650" y="6096000"/>
          <p14:tracePt t="7243" x="5067300" y="6089650"/>
          <p14:tracePt t="7264" x="5067300" y="6083300"/>
          <p14:tracePt t="7285" x="5067300" y="6076950"/>
          <p14:tracePt t="7299" x="5073650" y="6076950"/>
          <p14:tracePt t="7306" x="5080000" y="6076950"/>
          <p14:tracePt t="7317" x="5086350" y="6076950"/>
          <p14:tracePt t="7334" x="5092700" y="6070600"/>
          <p14:tracePt t="7351" x="5099050" y="6064250"/>
          <p14:tracePt t="7367" x="5111750" y="6064250"/>
          <p14:tracePt t="7384" x="5175250" y="6057900"/>
          <p14:tracePt t="7400" x="5200650" y="6057900"/>
          <p14:tracePt t="7417" x="5238750" y="6057900"/>
          <p14:tracePt t="7434" x="5334000" y="6057900"/>
          <p14:tracePt t="7450" x="5448300" y="6070600"/>
          <p14:tracePt t="7467" x="5518150" y="6076950"/>
          <p14:tracePt t="7483" x="5670550" y="6076950"/>
          <p14:tracePt t="7500" x="5822950" y="6076950"/>
          <p14:tracePt t="7517" x="5949950" y="6089650"/>
          <p14:tracePt t="7533" x="6000750" y="6089650"/>
          <p14:tracePt t="7550" x="6083300" y="6096000"/>
          <p14:tracePt t="7567" x="6134100" y="6102350"/>
          <p14:tracePt t="7583" x="6153150" y="6102350"/>
          <p14:tracePt t="7600" x="6197600" y="6102350"/>
          <p14:tracePt t="7616" x="6229350" y="6102350"/>
          <p14:tracePt t="7633" x="6261100" y="6096000"/>
          <p14:tracePt t="7650" x="6318250" y="6089650"/>
          <p14:tracePt t="7666" x="6400800" y="6070600"/>
          <p14:tracePt t="7682" x="6438900" y="6064250"/>
          <p14:tracePt t="7700" x="6521450" y="6045200"/>
          <p14:tracePt t="7716" x="6572250" y="6045200"/>
          <p14:tracePt t="7732" x="6648450" y="6038850"/>
          <p14:tracePt t="7749" x="6737350" y="6038850"/>
          <p14:tracePt t="7766" x="6775450" y="6038850"/>
          <p14:tracePt t="7782" x="6870700" y="6038850"/>
          <p14:tracePt t="7799" x="6946900" y="6038850"/>
          <p14:tracePt t="7815" x="6991350" y="6032500"/>
          <p14:tracePt t="7834" x="7061200" y="6019800"/>
          <p14:tracePt t="7849" x="7124700" y="6013450"/>
          <p14:tracePt t="7866" x="7156450" y="6007100"/>
          <p14:tracePt t="7882" x="7207250" y="6000750"/>
          <p14:tracePt t="7898" x="7251700" y="5994400"/>
          <p14:tracePt t="7915" x="7283450" y="5994400"/>
          <p14:tracePt t="7932" x="7321550" y="5994400"/>
          <p14:tracePt t="7948" x="7372350" y="5988050"/>
          <p14:tracePt t="7965" x="7391400" y="5988050"/>
          <p14:tracePt t="7982" x="7442200" y="5988050"/>
          <p14:tracePt t="7998" x="7461250" y="5988050"/>
          <p14:tracePt t="8015" x="7505700" y="5988050"/>
          <p14:tracePt t="8031" x="7543800" y="5994400"/>
          <p14:tracePt t="8048" x="7562850" y="5994400"/>
          <p14:tracePt t="8065" x="7607300" y="5994400"/>
          <p14:tracePt t="8081" x="7639050" y="5994400"/>
          <p14:tracePt t="8097" x="7658100" y="5994400"/>
          <p14:tracePt t="8114" x="7696200" y="5981700"/>
          <p14:tracePt t="8131" x="7708900" y="5981700"/>
          <p14:tracePt t="8147" x="7715250" y="5981700"/>
          <p14:tracePt t="8165" x="7734300" y="5981700"/>
          <p14:tracePt t="8181" x="7747000" y="5981700"/>
          <p14:tracePt t="8214" x="7759700" y="5981700"/>
          <p14:tracePt t="8231" x="7766050" y="5981700"/>
          <p14:tracePt t="8248" x="7791450" y="5981700"/>
          <p14:tracePt t="8264" x="7797800" y="5981700"/>
          <p14:tracePt t="8281" x="7804150" y="5988050"/>
          <p14:tracePt t="8297" x="7848600" y="6007100"/>
          <p14:tracePt t="8313" x="7874000" y="6026150"/>
          <p14:tracePt t="8331" x="7893050" y="6038850"/>
          <p14:tracePt t="8347" x="7937500" y="6064250"/>
          <p14:tracePt t="8364" x="7981950" y="6102350"/>
          <p14:tracePt t="8382" x="8001000" y="6127750"/>
          <p14:tracePt t="8397" x="8007350" y="6140450"/>
          <p14:tracePt t="8413" x="8013700" y="6153150"/>
          <p14:tracePt t="8430" x="8020050" y="6172200"/>
          <p14:tracePt t="8446" x="8026400" y="6178550"/>
          <p14:tracePt t="8463" x="8032750" y="6184900"/>
          <p14:tracePt t="8480" x="8039100" y="6191250"/>
          <p14:tracePt t="8513" x="8045450" y="6197600"/>
          <p14:tracePt t="8530" x="8058150" y="6197600"/>
          <p14:tracePt t="8546" x="8070850" y="6203950"/>
          <p14:tracePt t="8564" x="8121650" y="6203950"/>
          <p14:tracePt t="8580" x="8153400" y="6197600"/>
          <p14:tracePt t="8596" x="8191500" y="6191250"/>
          <p14:tracePt t="8613" x="8274050" y="6165850"/>
          <p14:tracePt t="8629" x="8350250" y="6134100"/>
          <p14:tracePt t="8646" x="8382000" y="6115050"/>
          <p14:tracePt t="8662" x="8445500" y="6076950"/>
          <p14:tracePt t="8679" x="8464550" y="6064250"/>
          <p14:tracePt t="8697" x="8470900" y="6051550"/>
          <p14:tracePt t="8712" x="8496300" y="6026150"/>
          <p14:tracePt t="8729" x="8502650" y="6026150"/>
          <p14:tracePt t="8746" x="8509000" y="6019800"/>
          <p14:tracePt t="8762" x="8515350" y="6013450"/>
          <p14:tracePt t="8797" x="8515350" y="6007100"/>
          <p14:tracePt t="8802" x="8521700" y="6007100"/>
          <p14:tracePt t="8901" x="8521700" y="6000750"/>
          <p14:tracePt t="8929" x="8515350" y="6000750"/>
          <p14:tracePt t="8964" x="8509000" y="6000750"/>
          <p14:tracePt t="8999" x="8509000" y="6007100"/>
          <p14:tracePt t="9034" x="8502650" y="6007100"/>
          <p14:tracePt t="9069" x="8496300" y="6007100"/>
          <p14:tracePt t="9132" x="8489950" y="6007100"/>
          <p14:tracePt t="9139" x="8483600" y="6007100"/>
          <p14:tracePt t="9175" x="8477250" y="6013450"/>
          <p14:tracePt t="9195" x="8470900" y="6013450"/>
          <p14:tracePt t="9203" x="8464550" y="6013450"/>
          <p14:tracePt t="9217" x="8458200" y="6013450"/>
          <p14:tracePt t="9227" x="8432800" y="6026150"/>
          <p14:tracePt t="9245" x="8356600" y="6032500"/>
          <p14:tracePt t="9260" x="8274050" y="6038850"/>
          <p14:tracePt t="9277" x="8045450" y="6051550"/>
          <p14:tracePt t="9294" x="7683500" y="6064250"/>
          <p14:tracePt t="9310" x="7442200" y="6051550"/>
          <p14:tracePt t="9327" x="6921500" y="6051550"/>
          <p14:tracePt t="9344" x="6388100" y="6007100"/>
          <p14:tracePt t="9360" x="6146800" y="5994400"/>
          <p14:tracePt t="9376" x="5772150" y="5969000"/>
          <p14:tracePt t="9393" x="5530850" y="5956300"/>
          <p14:tracePt t="9410" x="5441950" y="5956300"/>
          <p14:tracePt t="9427" x="5295900" y="5949950"/>
          <p14:tracePt t="9443" x="5194300" y="5962650"/>
          <p14:tracePt t="9459" x="5149850" y="5962650"/>
          <p14:tracePt t="9477" x="5086350" y="5994400"/>
          <p14:tracePt t="9493" x="5041900" y="6007100"/>
          <p14:tracePt t="9509" x="5016500" y="6019800"/>
          <p14:tracePt t="9526" x="4991100" y="6032500"/>
          <p14:tracePt t="9543" x="4978400" y="6038850"/>
          <p14:tracePt t="9559" x="4959350" y="6051550"/>
          <p14:tracePt t="9576" x="4946650" y="6057900"/>
          <p14:tracePt t="9593" x="4940300" y="6064250"/>
          <p14:tracePt t="9610" x="4940300" y="6076950"/>
          <p14:tracePt t="9626" x="4927600" y="6076950"/>
          <p14:tracePt t="9659" x="4921250" y="6083300"/>
          <p14:tracePt t="9687" x="4914900" y="6089650"/>
          <p14:tracePt t="9737" x="4914900" y="6096000"/>
          <p14:tracePt t="9743" x="4921250" y="6096000"/>
          <p14:tracePt t="9757" x="4927600" y="6096000"/>
          <p14:tracePt t="9765" x="4933950" y="6096000"/>
          <p14:tracePt t="9775" x="4933950" y="6102350"/>
          <p14:tracePt t="9793" x="4946650" y="6102350"/>
          <p14:tracePt t="9808" x="4959350" y="6102350"/>
          <p14:tracePt t="9825" x="4978400" y="6102350"/>
          <p14:tracePt t="9842" x="5048250" y="6096000"/>
          <p14:tracePt t="9858" x="5080000" y="6089650"/>
          <p14:tracePt t="9875" x="5105400" y="6089650"/>
          <p14:tracePt t="9892" x="5175250" y="6070600"/>
          <p14:tracePt t="9908" x="5213350" y="6070600"/>
          <p14:tracePt t="9925" x="5251450" y="6064250"/>
          <p14:tracePt t="9941" x="5257800" y="6064250"/>
          <p14:tracePt t="9982" x="5257800" y="6057900"/>
          <p14:tracePt t="10088" x="5251450" y="6057900"/>
          <p14:tracePt t="10116" x="5245100" y="6057900"/>
          <p14:tracePt t="10193" x="5238750" y="6064250"/>
          <p14:tracePt t="10228" x="5232400" y="6064250"/>
          <p14:tracePt t="10263" x="5226050" y="6070600"/>
          <p14:tracePt t="10298" x="5226050" y="6076950"/>
          <p14:tracePt t="10326" x="5226050" y="6083300"/>
          <p14:tracePt t="10362" x="5226050" y="6089650"/>
          <p14:tracePt t="10397" x="5226050" y="6096000"/>
          <p14:tracePt t="10424" x="5226050" y="6102350"/>
          <p14:tracePt t="10431" x="5226050" y="6108700"/>
          <p14:tracePt t="10459" x="5232400" y="6108700"/>
          <p14:tracePt t="10466" x="5238750" y="6115050"/>
          <p14:tracePt t="10495" x="5251450" y="6115050"/>
          <p14:tracePt t="10509" x="5257800" y="6121400"/>
          <p14:tracePt t="10516" x="5264150" y="6121400"/>
          <p14:tracePt t="10530" x="5283200" y="6127750"/>
          <p14:tracePt t="10544" x="5289550" y="6127750"/>
          <p14:tracePt t="10556" x="5302250" y="6127750"/>
          <p14:tracePt t="10573" x="5327650" y="6127750"/>
          <p14:tracePt t="10589" x="5340350" y="6127750"/>
          <p14:tracePt t="10606" x="5353050" y="6121400"/>
          <p14:tracePt t="10623" x="5365750" y="6115050"/>
          <p14:tracePt t="10656" x="5365750" y="6108700"/>
          <p14:tracePt t="10672" x="5365750" y="6102350"/>
          <p14:tracePt t="10699" x="5359400" y="6102350"/>
          <p14:tracePt t="10708" x="5353050" y="6102350"/>
          <p14:tracePt t="10726" x="5346700" y="6102350"/>
          <p14:tracePt t="10748" x="5340350" y="6102350"/>
          <p14:tracePt t="10769" x="5334000" y="6102350"/>
          <p14:tracePt t="10776" x="5327650" y="6102350"/>
          <p14:tracePt t="10797" x="5314950" y="6102350"/>
          <p14:tracePt t="10811" x="5302250" y="6102350"/>
          <p14:tracePt t="10821" x="5289550" y="6102350"/>
          <p14:tracePt t="10839" x="5251450" y="6102350"/>
          <p14:tracePt t="10855" x="5219700" y="6102350"/>
          <p14:tracePt t="10872" x="5181600" y="6102350"/>
          <p14:tracePt t="10888" x="5137150" y="6102350"/>
          <p14:tracePt t="10905" x="5124450" y="6102350"/>
          <p14:tracePt t="10921" x="5105400" y="6102350"/>
          <p14:tracePt t="10959" x="5099050" y="6102350"/>
          <p14:tracePt t="10972" x="5092700" y="6102350"/>
          <p14:tracePt t="11099" x="5099050" y="6108700"/>
          <p14:tracePt t="11155" x="5099050" y="6115050"/>
          <p14:tracePt t="11183" x="5105400" y="6115050"/>
          <p14:tracePt t="11205" x="5111750" y="6121400"/>
          <p14:tracePt t="11225" x="5124450" y="6121400"/>
          <p14:tracePt t="11253" x="5130800" y="6127750"/>
          <p14:tracePt t="11268" x="5137150" y="6127750"/>
          <p14:tracePt t="11274" x="5143500" y="6127750"/>
          <p14:tracePt t="11303" x="5149850" y="6127750"/>
          <p14:tracePt t="11310" x="5168900" y="6134100"/>
          <p14:tracePt t="11324" x="5181600" y="6134100"/>
          <p14:tracePt t="11340" x="5194300" y="6134100"/>
          <p14:tracePt t="11353" x="5207000" y="6140450"/>
          <p14:tracePt t="11370" x="5226050" y="6140450"/>
          <p14:tracePt t="11387" x="5251450" y="6140450"/>
          <p14:tracePt t="11403" x="5264150" y="6140450"/>
          <p14:tracePt t="11419" x="5276850" y="6146800"/>
          <p14:tracePt t="11436" x="5289550" y="6146800"/>
          <p14:tracePt t="11453" x="5302250" y="6146800"/>
          <p14:tracePt t="11486" x="5321300" y="6146800"/>
          <p14:tracePt t="11520" x="5327650" y="6146800"/>
          <p14:tracePt t="11535" x="5340350" y="6146800"/>
          <p14:tracePt t="11625" x="5346700" y="6146800"/>
          <p14:tracePt t="11773" x="5353050" y="6146800"/>
          <p14:tracePt t="11794" x="5359400" y="6146800"/>
          <p14:tracePt t="11872" x="5346700" y="6146800"/>
          <p14:tracePt t="11878" x="5346700" y="6140450"/>
          <p14:tracePt t="11893" x="5334000" y="6140450"/>
          <p14:tracePt t="11901" x="5308600" y="6134100"/>
          <p14:tracePt t="11917" x="5289550" y="6134100"/>
          <p14:tracePt t="11935" x="5219700" y="6115050"/>
          <p14:tracePt t="11951" x="5137150" y="6102350"/>
          <p14:tracePt t="11968" x="5105400" y="6096000"/>
          <p14:tracePt t="11984" x="5048250" y="6089650"/>
          <p14:tracePt t="12001" x="5035550" y="6089650"/>
          <p14:tracePt t="12017" x="5003800" y="6083300"/>
          <p14:tracePt t="12034" x="4997450" y="6083300"/>
          <p14:tracePt t="12083" x="4991100" y="6083300"/>
          <p14:tracePt t="12405" x="4991100" y="6089650"/>
          <p14:tracePt t="12419" x="4997450" y="6096000"/>
          <p14:tracePt t="12435" x="5003800" y="6102350"/>
          <p14:tracePt t="12440" x="5010150" y="6102350"/>
          <p14:tracePt t="12455" x="5016500" y="6108700"/>
          <p14:tracePt t="12469" x="5022850" y="6108700"/>
          <p14:tracePt t="12483" x="5029200" y="6115050"/>
          <p14:tracePt t="12499" x="5041900" y="6121400"/>
          <p14:tracePt t="12516" x="5054600" y="6127750"/>
          <p14:tracePt t="12533" x="5118100" y="6146800"/>
          <p14:tracePt t="12549" x="5149850" y="6153150"/>
          <p14:tracePt t="12567" x="5245100" y="6172200"/>
          <p14:tracePt t="12582" x="5283200" y="6172200"/>
          <p14:tracePt t="12599" x="5321300" y="6172200"/>
          <p14:tracePt t="12616" x="5391150" y="6172200"/>
          <p14:tracePt t="12632" x="5416550" y="6165850"/>
          <p14:tracePt t="12649" x="5448300" y="6153150"/>
          <p14:tracePt t="12665" x="5473700" y="6134100"/>
          <p14:tracePt t="12682" x="5486400" y="6127750"/>
          <p14:tracePt t="12698" x="5492750" y="6127750"/>
          <p14:tracePt t="12735" x="5492750" y="6121400"/>
          <p14:tracePt t="12890" x="5486400" y="6121400"/>
          <p14:tracePt t="12995" x="5492750" y="6121400"/>
          <p14:tracePt t="13009" x="5499100" y="6121400"/>
          <p14:tracePt t="13023" x="5505450" y="6121400"/>
          <p14:tracePt t="13038" x="5518150" y="6127750"/>
          <p14:tracePt t="13058" x="5530850" y="6134100"/>
          <p14:tracePt t="13073" x="5556250" y="6134100"/>
          <p14:tracePt t="13087" x="5575300" y="6134100"/>
          <p14:tracePt t="13097" x="5594350" y="6134100"/>
          <p14:tracePt t="13114" x="5607050" y="6134100"/>
          <p14:tracePt t="13130" x="5632450" y="6134100"/>
          <p14:tracePt t="13147" x="5638800" y="6134100"/>
          <p14:tracePt t="13206" x="5632450" y="6134100"/>
          <p14:tracePt t="13213" x="5626100" y="6134100"/>
          <p14:tracePt t="13227" x="5619750" y="6134100"/>
          <p14:tracePt t="13255" x="5613400" y="6134100"/>
          <p14:tracePt t="13276" x="5607050" y="6134100"/>
          <p14:tracePt t="13298" x="5600700" y="6134100"/>
          <p14:tracePt t="13311" x="5594350" y="6134100"/>
          <p14:tracePt t="13339" x="5581650" y="6134100"/>
          <p14:tracePt t="13374" x="5568950" y="6134100"/>
          <p14:tracePt t="13424" x="5562600" y="6134100"/>
          <p14:tracePt t="13431" x="5556250" y="6134100"/>
          <p14:tracePt t="13459" x="5549900" y="6134100"/>
          <p14:tracePt t="13480" x="5543550" y="6134100"/>
          <p14:tracePt t="13494" x="5537200" y="6134100"/>
          <p14:tracePt t="13542" x="5530850" y="6134100"/>
          <p14:tracePt t="13592" x="5524500" y="6134100"/>
          <p14:tracePt t="13691" x="5530850" y="6134100"/>
          <p14:tracePt t="13713" x="5537200" y="6134100"/>
          <p14:tracePt t="13726" x="5549900" y="6134100"/>
          <p14:tracePt t="13733" x="5556250" y="6134100"/>
          <p14:tracePt t="13748" x="5568950" y="6134100"/>
          <p14:tracePt t="13762" x="5581650" y="6134100"/>
          <p14:tracePt t="13778" x="5600700" y="6134100"/>
          <p14:tracePt t="13795" x="5613400" y="6127750"/>
          <p14:tracePt t="13811" x="5638800" y="6127750"/>
          <p14:tracePt t="13828" x="5651500" y="6127750"/>
          <p14:tracePt t="13845" x="5664200" y="6127750"/>
          <p14:tracePt t="13861" x="5670550" y="6127750"/>
          <p14:tracePt t="13877" x="5676900" y="6127750"/>
          <p14:tracePt t="13894" x="5683250" y="6127750"/>
          <p14:tracePt t="14603" x="5695950" y="6127750"/>
          <p14:tracePt t="14610" x="5721350" y="6127750"/>
          <p14:tracePt t="14617" x="5740400" y="6121400"/>
          <p14:tracePt t="14631" x="5772150" y="6121400"/>
          <p14:tracePt t="14641" x="5803900" y="6115050"/>
          <p14:tracePt t="14658" x="5822950" y="6115050"/>
          <p14:tracePt t="14675" x="5873750" y="6108700"/>
          <p14:tracePt t="14692" x="5880100" y="6108700"/>
          <p14:tracePt t="14709" x="5918200" y="6102350"/>
          <p14:tracePt t="14725" x="5930900" y="6102350"/>
          <p14:tracePt t="14741" x="5943600" y="6102350"/>
          <p14:tracePt t="14758" x="5975350" y="6096000"/>
          <p14:tracePt t="14774" x="5988050" y="6096000"/>
          <p14:tracePt t="14791" x="6000750" y="6089650"/>
          <p14:tracePt t="14808" x="6013450" y="6089650"/>
          <p14:tracePt t="14824" x="6019800" y="6089650"/>
          <p14:tracePt t="14841" x="6032500" y="6083300"/>
          <p14:tracePt t="14857" x="6038850" y="6083300"/>
          <p14:tracePt t="14891" x="6038850" y="6076950"/>
          <p14:tracePt t="15011" x="6038850" y="6070600"/>
          <p14:tracePt t="15137" x="6032500" y="6070600"/>
          <p14:tracePt t="15201" x="6026150" y="6070600"/>
          <p14:tracePt t="15299" x="6026150" y="6076950"/>
          <p14:tracePt t="15320" x="6032500" y="6076950"/>
          <p14:tracePt t="15334" x="6038850" y="6076950"/>
          <p14:tracePt t="15355" x="6045200" y="6076950"/>
          <p14:tracePt t="15369" x="6051550" y="6076950"/>
          <p14:tracePt t="15383" x="6057900" y="6076950"/>
          <p14:tracePt t="15397" x="6076950" y="6076950"/>
          <p14:tracePt t="15406" x="6096000" y="6076950"/>
          <p14:tracePt t="15422" x="6121400" y="6076950"/>
          <p14:tracePt t="15439" x="6184900" y="6083300"/>
          <p14:tracePt t="15455" x="6229350" y="6083300"/>
          <p14:tracePt t="15472" x="6280150" y="6083300"/>
          <p14:tracePt t="15489" x="6356350" y="6083300"/>
          <p14:tracePt t="15505" x="6413500" y="6083300"/>
          <p14:tracePt t="15522" x="6438900" y="6076950"/>
          <p14:tracePt t="15538" x="6521450" y="6064250"/>
          <p14:tracePt t="15555" x="6553200" y="6057900"/>
          <p14:tracePt t="15573" x="6591300" y="6045200"/>
          <p14:tracePt t="15588" x="6610350" y="6038850"/>
          <p14:tracePt t="15605" x="6623050" y="6038850"/>
          <p14:tracePt t="15622" x="6642100" y="6032500"/>
          <p14:tracePt t="15638" x="6648450" y="6032500"/>
          <p14:tracePt t="15658" x="6654800" y="6032500"/>
          <p14:tracePt t="15720" x="6648450" y="6032500"/>
          <p14:tracePt t="15734" x="6642100" y="6032500"/>
          <p14:tracePt t="15741" x="6635750" y="6032500"/>
          <p14:tracePt t="15769" x="6623050" y="6032500"/>
          <p14:tracePt t="15783" x="6616700" y="6032500"/>
          <p14:tracePt t="15791" x="6604000" y="6032500"/>
          <p14:tracePt t="15808" x="6597650" y="6038850"/>
          <p14:tracePt t="15820" x="6584950" y="6038850"/>
          <p14:tracePt t="15838" x="6565900" y="6045200"/>
          <p14:tracePt t="15854" x="6527800" y="6051550"/>
          <p14:tracePt t="15871" x="6502400" y="6057900"/>
          <p14:tracePt t="15888" x="6445250" y="6070600"/>
          <p14:tracePt t="15904" x="6426200" y="6076950"/>
          <p14:tracePt t="15921" x="6388100" y="6089650"/>
          <p14:tracePt t="15938" x="6362700" y="6089650"/>
          <p14:tracePt t="15954" x="6305550" y="6096000"/>
          <p14:tracePt t="15970" x="6286500" y="6096000"/>
          <p14:tracePt t="15987" x="6248400" y="6102350"/>
          <p14:tracePt t="16004" x="6235700" y="6102350"/>
          <p14:tracePt t="16020" x="6210300" y="6102350"/>
          <p14:tracePt t="16037" x="6184900" y="6108700"/>
          <p14:tracePt t="16053" x="6178550" y="6108700"/>
          <p14:tracePt t="16070" x="6165850" y="6108700"/>
          <p14:tracePt t="16087" x="6146800" y="6108700"/>
          <p14:tracePt t="16103" x="6115050" y="6115050"/>
          <p14:tracePt t="16120" x="6096000" y="6115050"/>
          <p14:tracePt t="16136" x="6076950" y="6115050"/>
          <p14:tracePt t="16170" x="6064250" y="6121400"/>
          <p14:tracePt t="16202" x="6057900" y="6121400"/>
          <p14:tracePt t="16226" x="6051550" y="6121400"/>
          <p14:tracePt t="16275" x="6045200" y="6121400"/>
          <p14:tracePt t="16345" x="6045200" y="6115050"/>
          <p14:tracePt t="16366" x="6051550" y="6108700"/>
          <p14:tracePt t="16380" x="6057900" y="6102350"/>
          <p14:tracePt t="16395" x="6064250" y="6102350"/>
          <p14:tracePt t="16409" x="6070600" y="6102350"/>
          <p14:tracePt t="16419" x="6083300" y="6089650"/>
          <p14:tracePt t="16436" x="6102350" y="6076950"/>
          <p14:tracePt t="16452" x="6134100" y="6064250"/>
          <p14:tracePt t="16469" x="6203950" y="6032500"/>
          <p14:tracePt t="16486" x="6261100" y="6019800"/>
          <p14:tracePt t="16502" x="6381750" y="5981700"/>
          <p14:tracePt t="16519" x="6432550" y="5975350"/>
          <p14:tracePt t="16536" x="6502400" y="5956300"/>
          <p14:tracePt t="16552" x="6604000" y="5956300"/>
          <p14:tracePt t="16569" x="6642100" y="5956300"/>
          <p14:tracePt t="16585" x="6680200" y="5962650"/>
          <p14:tracePt t="16602" x="6692900" y="5969000"/>
          <p14:tracePt t="16619" x="6692900" y="5975350"/>
          <p14:tracePt t="16635" x="6692900" y="5988050"/>
          <p14:tracePt t="16669" x="6686550" y="5988050"/>
          <p14:tracePt t="16685" x="6661150" y="6000750"/>
          <p14:tracePt t="16701" x="6654800" y="6000750"/>
          <p14:tracePt t="16718" x="6623050" y="6007100"/>
          <p14:tracePt t="16735" x="6610350" y="6013450"/>
          <p14:tracePt t="16752" x="6591300" y="6026150"/>
          <p14:tracePt t="16768" x="6464300" y="6070600"/>
          <p14:tracePt t="16784" x="6407150" y="6089650"/>
          <p14:tracePt t="16802" x="6299200" y="6115050"/>
          <p14:tracePt t="16817" x="6203950" y="6121400"/>
          <p14:tracePt t="16834" x="6178550" y="6121400"/>
          <p14:tracePt t="16851" x="6146800" y="6121400"/>
          <p14:tracePt t="16867" x="6102350" y="6121400"/>
          <p14:tracePt t="16884" x="6089650" y="6121400"/>
          <p14:tracePt t="16901" x="6051550" y="6102350"/>
          <p14:tracePt t="16917" x="6038850" y="6089650"/>
          <p14:tracePt t="16934" x="6026150" y="6076950"/>
          <p14:tracePt t="16951" x="6013450" y="6051550"/>
          <p14:tracePt t="16967" x="6007100" y="6026150"/>
          <p14:tracePt t="16984" x="6013450" y="5994400"/>
          <p14:tracePt t="17000" x="6019800" y="5975350"/>
          <p14:tracePt t="17017" x="6045200" y="5956300"/>
          <p14:tracePt t="17034" x="6089650" y="5911850"/>
          <p14:tracePt t="17050" x="6108700" y="5899150"/>
          <p14:tracePt t="17067" x="6146800" y="5886450"/>
          <p14:tracePt t="17084" x="6223000" y="5861050"/>
          <p14:tracePt t="17100" x="6261100" y="5854700"/>
          <p14:tracePt t="17117" x="6305550" y="5854700"/>
          <p14:tracePt t="17133" x="6369050" y="5854700"/>
          <p14:tracePt t="17149" x="6413500" y="5861050"/>
          <p14:tracePt t="17167" x="6470650" y="5886450"/>
          <p14:tracePt t="17184" x="6496050" y="5899150"/>
          <p14:tracePt t="17200" x="6515100" y="5911850"/>
          <p14:tracePt t="17217" x="6546850" y="5949950"/>
          <p14:tracePt t="17233" x="6553200" y="5949950"/>
          <p14:tracePt t="17249" x="6553200" y="5956300"/>
          <p14:tracePt t="17266" x="6553200" y="5975350"/>
          <p14:tracePt t="17283" x="6553200" y="5981700"/>
          <p14:tracePt t="17300" x="6546850" y="5994400"/>
          <p14:tracePt t="17315" x="6540500" y="5994400"/>
          <p14:tracePt t="17332" x="6527800" y="6000750"/>
          <p14:tracePt t="17350" x="6515100" y="6019800"/>
          <p14:tracePt t="17366" x="6496050" y="6038850"/>
          <p14:tracePt t="17383" x="6470650" y="6057900"/>
          <p14:tracePt t="17400" x="6438900" y="6096000"/>
          <p14:tracePt t="17415" x="6407150" y="6102350"/>
          <p14:tracePt t="17432" x="6362700" y="6127750"/>
          <p14:tracePt t="17449" x="6311900" y="6153150"/>
          <p14:tracePt t="17465" x="6299200" y="6153150"/>
          <p14:tracePt t="17483" x="6280150" y="6159500"/>
          <p14:tracePt t="17498" x="6242050" y="6159500"/>
          <p14:tracePt t="17515" x="6235700" y="6159500"/>
          <p14:tracePt t="17532" x="6229350" y="6159500"/>
          <p14:tracePt t="17694" x="6229350" y="6153150"/>
          <p14:tracePt t="17792" x="6235700" y="6153150"/>
          <p14:tracePt t="17862" x="6242050" y="6153150"/>
          <p14:tracePt t="18194" x="6273800" y="6153150"/>
          <p14:tracePt t="18202" x="6311900" y="6153150"/>
          <p14:tracePt t="18216" x="6369050" y="6159500"/>
          <p14:tracePt t="18229" x="6457950" y="6165850"/>
          <p14:tracePt t="18245" x="6515100" y="6172200"/>
          <p14:tracePt t="18263" x="6565900" y="6184900"/>
          <p14:tracePt t="18279" x="6648450" y="6191250"/>
          <p14:tracePt t="18296" x="6718300" y="6197600"/>
          <p14:tracePt t="18313" x="6756400" y="6203950"/>
          <p14:tracePt t="18329" x="6826250" y="6216650"/>
          <p14:tracePt t="18345" x="6896100" y="6223000"/>
          <p14:tracePt t="18363" x="6921500" y="6229350"/>
          <p14:tracePt t="18379" x="6991350" y="6235700"/>
          <p14:tracePt t="18395" x="7035800" y="6235700"/>
          <p14:tracePt t="18412" x="7073900" y="6235700"/>
          <p14:tracePt t="18428" x="7086600" y="6235700"/>
          <p14:tracePt t="18445" x="7112000" y="6235700"/>
          <p14:tracePt t="18462" x="7131050" y="6229350"/>
          <p14:tracePt t="18478" x="7137400" y="6223000"/>
          <p14:tracePt t="18511" x="7137400" y="6216650"/>
          <p14:tracePt t="18528" x="7137400" y="6210300"/>
          <p14:tracePt t="18545" x="7137400" y="6203950"/>
          <p14:tracePt t="18741" x="7137400" y="6210300"/>
          <p14:tracePt t="18784" x="7137400" y="6216650"/>
          <p14:tracePt t="18812" x="7137400" y="6223000"/>
          <p14:tracePt t="18826" x="7137400" y="6229350"/>
          <p14:tracePt t="18833" x="7143750" y="6235700"/>
          <p14:tracePt t="18847" x="7150100" y="6235700"/>
          <p14:tracePt t="18861" x="7162800" y="6248400"/>
          <p14:tracePt t="18877" x="7169150" y="6254750"/>
          <p14:tracePt t="18893" x="7181850" y="6261100"/>
          <p14:tracePt t="18911" x="7213600" y="6273800"/>
          <p14:tracePt t="18927" x="7283450" y="6292850"/>
          <p14:tracePt t="18944" x="7327900" y="6311900"/>
          <p14:tracePt t="18960" x="7423150" y="6318250"/>
          <p14:tracePt t="18977" x="7537450" y="6337300"/>
          <p14:tracePt t="18993" x="7594600" y="6337300"/>
          <p14:tracePt t="19010" x="7683500" y="6337300"/>
          <p14:tracePt t="19026" x="7778750" y="6311900"/>
          <p14:tracePt t="19044" x="7854950" y="6286500"/>
          <p14:tracePt t="19060" x="7886700" y="6273800"/>
          <p14:tracePt t="19076" x="7931150" y="6235700"/>
          <p14:tracePt t="19093" x="7956550" y="6197600"/>
          <p14:tracePt t="19109" x="7969250" y="6184900"/>
          <p14:tracePt t="19126" x="7969250" y="6165850"/>
          <p14:tracePt t="19143" x="7975600" y="6127750"/>
          <p14:tracePt t="19159" x="7975600" y="6115050"/>
          <p14:tracePt t="19177" x="7969250" y="6102350"/>
          <p14:tracePt t="19192" x="7962900" y="6089650"/>
          <p14:tracePt t="19209" x="7943850" y="6070600"/>
          <p14:tracePt t="19213" x="7937500" y="6057900"/>
          <p14:tracePt t="19229" x="7924800" y="6057900"/>
          <p14:tracePt t="19242" x="7918450" y="6057900"/>
          <p14:tracePt t="19259" x="7905750" y="6051550"/>
          <p14:tracePt t="19276" x="7874000" y="6038850"/>
          <p14:tracePt t="19292" x="7854950" y="6026150"/>
          <p14:tracePt t="19309" x="7823200" y="6019800"/>
          <p14:tracePt t="19326" x="7715250" y="5975350"/>
          <p14:tracePt t="19342" x="7632700" y="5956300"/>
          <p14:tracePt t="19360" x="7461250" y="5905500"/>
          <p14:tracePt t="19375" x="7385050" y="5886450"/>
          <p14:tracePt t="19392" x="7296150" y="5873750"/>
          <p14:tracePt t="19409" x="7150100" y="5867400"/>
          <p14:tracePt t="19425" x="7099300" y="5867400"/>
          <p14:tracePt t="19441" x="7061200" y="5867400"/>
          <p14:tracePt t="19459" x="6997700" y="5892800"/>
          <p14:tracePt t="19475" x="6978650" y="5899150"/>
          <p14:tracePt t="19492" x="6959600" y="5918200"/>
          <p14:tracePt t="19508" x="6934200" y="5949950"/>
          <p14:tracePt t="19525" x="6927850" y="5962650"/>
          <p14:tracePt t="19542" x="6927850" y="5981700"/>
          <p14:tracePt t="19558" x="6921500" y="6007100"/>
          <p14:tracePt t="19575" x="6921500" y="6019800"/>
          <p14:tracePt t="19592" x="6921500" y="6045200"/>
          <p14:tracePt t="19608" x="6921500" y="6070600"/>
          <p14:tracePt t="19624" x="6921500" y="6089650"/>
          <p14:tracePt t="19642" x="6946900" y="6127750"/>
          <p14:tracePt t="19658" x="6985000" y="6191250"/>
          <p14:tracePt t="19674" x="7004050" y="6216650"/>
          <p14:tracePt t="19691" x="7086600" y="6267450"/>
          <p14:tracePt t="19707" x="7194550" y="6305550"/>
          <p14:tracePt t="19725" x="7315200" y="6324600"/>
          <p14:tracePt t="19741" x="7391400" y="6324600"/>
          <p14:tracePt t="19757" x="7454900" y="6324600"/>
          <p14:tracePt t="19775" x="7651750" y="6299200"/>
          <p14:tracePt t="19791" x="7689850" y="6292850"/>
          <p14:tracePt t="19807" x="7734300" y="6267450"/>
          <p14:tracePt t="19824" x="7785100" y="6223000"/>
          <p14:tracePt t="19841" x="7804150" y="6178550"/>
          <p14:tracePt t="19857" x="7810500" y="6159500"/>
          <p14:tracePt t="19874" x="7816850" y="6115050"/>
          <p14:tracePt t="19890" x="7816850" y="6076950"/>
          <p14:tracePt t="19908" x="7804150" y="6038850"/>
          <p14:tracePt t="19923" x="7791450" y="6019800"/>
          <p14:tracePt t="19941" x="7778750" y="6013450"/>
          <p14:tracePt t="19957" x="7721600" y="5975350"/>
          <p14:tracePt t="19973" x="7689850" y="5949950"/>
          <p14:tracePt t="19990" x="7658100" y="5930900"/>
          <p14:tracePt t="20006" x="7581900" y="5892800"/>
          <p14:tracePt t="20023" x="7543800" y="5886450"/>
          <p14:tracePt t="20041" x="7454900" y="5861050"/>
          <p14:tracePt t="20056" x="7404100" y="5861050"/>
          <p14:tracePt t="20073" x="7340600" y="5861050"/>
          <p14:tracePt t="20090" x="7213600" y="5861050"/>
          <p14:tracePt t="20106" x="7162800" y="5861050"/>
          <p14:tracePt t="20123" x="7105650" y="5880100"/>
          <p14:tracePt t="20140" x="6972300" y="5962650"/>
          <p14:tracePt t="20156" x="6940550" y="5981700"/>
          <p14:tracePt t="20172" x="6902450" y="6038850"/>
          <p14:tracePt t="20190" x="6883400" y="6070600"/>
          <p14:tracePt t="20206" x="6877050" y="6096000"/>
          <p14:tracePt t="20210" x="6870700" y="6121400"/>
          <p14:tracePt t="20223" x="6870700" y="6134100"/>
          <p14:tracePt t="20239" x="6877050" y="6165850"/>
          <p14:tracePt t="20256" x="6896100" y="6191250"/>
          <p14:tracePt t="20273" x="6946900" y="6248400"/>
          <p14:tracePt t="20289" x="7035800" y="6299200"/>
          <p14:tracePt t="20305" x="7105650" y="6330950"/>
          <p14:tracePt t="20323" x="7251700" y="6375400"/>
          <p14:tracePt t="20339" x="7435850" y="6400800"/>
          <p14:tracePt t="20355" x="7524750" y="6400800"/>
          <p14:tracePt t="20372" x="7677150" y="6394450"/>
          <p14:tracePt t="20389" x="7740650" y="6375400"/>
          <p14:tracePt t="20407" x="7861300" y="6324600"/>
          <p14:tracePt t="20422" x="7880350" y="6305550"/>
          <p14:tracePt t="20438" x="7899400" y="6280150"/>
          <p14:tracePt t="20455" x="7912100" y="6229350"/>
          <p14:tracePt t="20472" x="7918450" y="6191250"/>
          <p14:tracePt t="20489" x="7924800" y="6172200"/>
          <p14:tracePt t="20505" x="7924800" y="6127750"/>
          <p14:tracePt t="20521" x="7912100" y="6076950"/>
          <p14:tracePt t="20538" x="7899400" y="6064250"/>
          <p14:tracePt t="20554" x="7861300" y="6038850"/>
          <p14:tracePt t="20571" x="7842250" y="6019800"/>
          <p14:tracePt t="20589" x="7778750" y="5994400"/>
          <p14:tracePt t="20605" x="7734300" y="5962650"/>
          <p14:tracePt t="20621" x="7689850" y="5949950"/>
          <p14:tracePt t="20638" x="7594600" y="5905500"/>
          <p14:tracePt t="20654" x="7550150" y="5892800"/>
          <p14:tracePt t="20671" x="7505700" y="5880100"/>
          <p14:tracePt t="20688" x="7442200" y="5880100"/>
          <p14:tracePt t="20704" x="7410450" y="5880100"/>
          <p14:tracePt t="20708" x="7391400" y="5886450"/>
          <p14:tracePt t="20724" x="7359650" y="5899150"/>
          <p14:tracePt t="20738" x="7340600" y="5905500"/>
          <p14:tracePt t="20754" x="7327900" y="5930900"/>
          <p14:tracePt t="20772" x="7277100" y="5975350"/>
          <p14:tracePt t="20787" x="7264400" y="6000750"/>
          <p14:tracePt t="20804" x="7239000" y="6038850"/>
          <p14:tracePt t="20821" x="7226300" y="6083300"/>
          <p14:tracePt t="20837" x="7219950" y="6115050"/>
          <p14:tracePt t="20853" x="7213600" y="6172200"/>
          <p14:tracePt t="20870" x="7213600" y="6229350"/>
          <p14:tracePt t="20887" x="7213600" y="6254750"/>
          <p14:tracePt t="20904" x="7213600" y="6311900"/>
          <p14:tracePt t="20920" x="7239000" y="6356350"/>
          <p14:tracePt t="20937" x="7258050" y="6375400"/>
          <p14:tracePt t="20954" x="7296150" y="6394450"/>
          <p14:tracePt t="20969" x="7346950" y="6400800"/>
          <p14:tracePt t="20986" x="7378700" y="6400800"/>
          <p14:tracePt t="21004" x="7454900" y="6381750"/>
          <p14:tracePt t="21020" x="7499350" y="6362700"/>
          <p14:tracePt t="21036" x="7588250" y="6318250"/>
          <p14:tracePt t="21053" x="7677150" y="6254750"/>
          <p14:tracePt t="21069" x="7715250" y="6223000"/>
          <p14:tracePt t="21086" x="7766050" y="6134100"/>
          <p14:tracePt t="21103" x="7791450" y="6057900"/>
          <p14:tracePt t="21119" x="7791450" y="6032500"/>
          <p14:tracePt t="21136" x="7791450" y="5994400"/>
          <p14:tracePt t="21152" x="7747000" y="5918200"/>
          <p14:tracePt t="21169" x="7715250" y="5892800"/>
          <p14:tracePt t="21186" x="7607300" y="5816600"/>
          <p14:tracePt t="21202" x="7531100" y="5784850"/>
          <p14:tracePt t="21219" x="7448550" y="5759450"/>
          <p14:tracePt t="21236" x="7277100" y="5708650"/>
          <p14:tracePt t="21252" x="7188200" y="5695950"/>
          <p14:tracePt t="21269" x="7112000" y="5695950"/>
          <p14:tracePt t="21286" x="6991350" y="5727700"/>
          <p14:tracePt t="21302" x="6946900" y="5753100"/>
          <p14:tracePt t="21319" x="6864350" y="5816600"/>
          <p14:tracePt t="21335" x="6807200" y="5899150"/>
          <p14:tracePt t="21352" x="6788150" y="5937250"/>
          <p14:tracePt t="21369" x="6769100" y="6019800"/>
          <p14:tracePt t="21385" x="6769100" y="6089650"/>
          <p14:tracePt t="21402" x="6775450" y="6127750"/>
          <p14:tracePt t="21418" x="6794500" y="6203950"/>
          <p14:tracePt t="21435" x="6832600" y="6286500"/>
          <p14:tracePt t="21453" x="6845300" y="6330950"/>
          <p14:tracePt t="21468" x="6902450" y="6407150"/>
          <p14:tracePt t="21485" x="6978650" y="6470650"/>
          <p14:tracePt t="21502" x="7099300" y="6515100"/>
          <p14:tracePt t="21518" x="7169150" y="6527800"/>
          <p14:tracePt t="21534" x="7321550" y="6534150"/>
          <p14:tracePt t="21552" x="7493000" y="6515100"/>
          <p14:tracePt t="21568" x="7569200" y="6483350"/>
          <p14:tracePt t="21584" x="7651750" y="6451600"/>
          <p14:tracePt t="21601" x="7797800" y="6343650"/>
          <p14:tracePt t="21617" x="7848600" y="6292850"/>
          <p14:tracePt t="21635" x="7867650" y="6273800"/>
          <p14:tracePt t="21650" x="7905750" y="6184900"/>
          <p14:tracePt t="21667" x="7918450" y="6127750"/>
          <p14:tracePt t="21685" x="7918450" y="6076950"/>
          <p14:tracePt t="21700" x="7918450" y="6057900"/>
          <p14:tracePt t="21717" x="7905750" y="6026150"/>
          <p14:tracePt t="21734" x="7880350" y="6000750"/>
          <p14:tracePt t="21750" x="7867650" y="5994400"/>
          <p14:tracePt t="21767" x="7848600" y="5988050"/>
          <p14:tracePt t="21784" x="7835900" y="5981700"/>
          <p14:tracePt t="21800" x="7829550" y="5981700"/>
          <p14:tracePt t="21817" x="7823200" y="5981700"/>
          <p14:tracePt t="21834" x="7816850" y="5981700"/>
          <p14:tracePt t="21853" x="7810500" y="5981700"/>
          <p14:tracePt t="21873" x="7810500" y="5988050"/>
          <p14:tracePt t="21895" x="7810500" y="5994400"/>
          <p14:tracePt t="21923" x="7816850" y="6000750"/>
          <p14:tracePt t="21966" x="7823200" y="6007100"/>
          <p14:tracePt t="22015" x="7823200" y="6013450"/>
          <p14:tracePt t="22057" x="7829550" y="6013450"/>
          <p14:tracePt t="22176" x="7835900" y="6013450"/>
          <p14:tracePt t="22218" x="7835900" y="6019800"/>
          <p14:tracePt t="22225" x="7835900" y="6026150"/>
          <p14:tracePt t="22246" x="7842250" y="6032500"/>
          <p14:tracePt t="22253" x="7842250" y="6038850"/>
          <p14:tracePt t="22275" x="7854950" y="6045200"/>
          <p14:tracePt t="22296" x="7861300" y="6051550"/>
          <p14:tracePt t="22303" x="7867650" y="6051550"/>
          <p14:tracePt t="22319" x="7880350" y="6051550"/>
          <p14:tracePt t="22331" x="7893050" y="6070600"/>
          <p14:tracePt t="22348" x="7937500" y="6089650"/>
          <p14:tracePt t="22366" x="7994650" y="6102350"/>
          <p14:tracePt t="22382" x="8026400" y="6108700"/>
          <p14:tracePt t="22398" x="8089900" y="6108700"/>
          <p14:tracePt t="22416" x="8134350" y="6108700"/>
          <p14:tracePt t="22432" x="8153400" y="6102350"/>
          <p14:tracePt t="22448" x="8178800" y="6089650"/>
          <p14:tracePt t="22465" x="8191500" y="6070600"/>
          <p14:tracePt t="22481" x="8191500" y="6064250"/>
          <p14:tracePt t="22514" x="8191500" y="6057900"/>
          <p14:tracePt t="22531" x="8185150" y="6057900"/>
          <p14:tracePt t="22551" x="8185150" y="6051550"/>
          <p14:tracePt t="22564" x="8178800" y="6051550"/>
          <p14:tracePt t="22581" x="8172450" y="6051550"/>
          <p14:tracePt t="22598" x="8166100" y="6051550"/>
          <p14:tracePt t="22619" x="8159750" y="6051550"/>
          <p14:tracePt t="22640" x="8153400" y="6051550"/>
          <p14:tracePt t="22696" x="8140700" y="6051550"/>
          <p14:tracePt t="22717" x="8134350" y="6051550"/>
          <p14:tracePt t="22724" x="8128000" y="6051550"/>
          <p14:tracePt t="22738" x="8121650" y="6051550"/>
          <p14:tracePt t="22751" x="8115300" y="6051550"/>
          <p14:tracePt t="22763" x="8102600" y="6051550"/>
          <p14:tracePt t="22780" x="8089900" y="6051550"/>
          <p14:tracePt t="22797" x="8070850" y="6045200"/>
          <p14:tracePt t="22814" x="8032750" y="6038850"/>
          <p14:tracePt t="22830" x="7994650" y="6026150"/>
          <p14:tracePt t="22847" x="7975600" y="6026150"/>
          <p14:tracePt t="22865" x="7943850" y="6026150"/>
          <p14:tracePt t="22880" x="7943850" y="6038850"/>
          <p14:tracePt t="22897" x="7943850" y="6045200"/>
          <p14:tracePt t="22914" x="7943850" y="6057900"/>
          <p14:tracePt t="22930" x="7943850" y="6070600"/>
          <p14:tracePt t="22947" x="7943850" y="6076950"/>
          <p14:tracePt t="22963" x="7950200" y="6108700"/>
          <p14:tracePt t="22980" x="7975600" y="6140450"/>
          <p14:tracePt t="22996" x="7988300" y="6153150"/>
          <p14:tracePt t="23013" x="8007350" y="6172200"/>
          <p14:tracePt t="23029" x="8020050" y="6184900"/>
          <p14:tracePt t="23048" x="8026400" y="6197600"/>
          <p14:tracePt t="23098" x="8020050" y="6197600"/>
          <p14:tracePt t="23118" x="8013700" y="6197600"/>
          <p14:tracePt t="23146" x="8007350" y="6191250"/>
          <p14:tracePt t="23188" x="8007350" y="6184900"/>
          <p14:tracePt t="23202" x="8001000" y="6184900"/>
          <p14:tracePt t="23209" x="7994650" y="6184900"/>
          <p14:tracePt t="23237" x="7988300" y="6184900"/>
          <p14:tracePt t="23272" x="7988300" y="6178550"/>
          <p14:tracePt t="23280" x="7988300" y="6172200"/>
          <p14:tracePt t="23320" x="7981950" y="6172200"/>
          <p14:tracePt t="23349" x="7981950" y="6165850"/>
          <p14:tracePt t="23356" x="7981950" y="6159500"/>
          <p14:tracePt t="23377" x="7981950" y="6153150"/>
          <p14:tracePt t="27905" x="7981950" y="6146800"/>
          <p14:tracePt t="27911" x="7975600" y="6140450"/>
          <p14:tracePt t="27925" x="7969250" y="6134100"/>
          <p14:tracePt t="27933" x="7969250" y="6121400"/>
          <p14:tracePt t="27946" x="7969250" y="6108700"/>
          <p14:tracePt t="27962" x="7962900" y="6089650"/>
          <p14:tracePt t="27979" x="7962900" y="6083300"/>
          <p14:tracePt t="27996" x="7969250" y="6076950"/>
          <p14:tracePt t="28046" x="7975600" y="6076950"/>
          <p14:tracePt t="28115" x="7969250" y="6076950"/>
          <p14:tracePt t="28122" x="7969250" y="6083300"/>
          <p14:tracePt t="28136" x="7962900" y="6083300"/>
          <p14:tracePt t="28145" x="7956550" y="6083300"/>
          <p14:tracePt t="28162" x="7950200" y="6089650"/>
          <p14:tracePt t="28179" x="7905750" y="6102350"/>
          <p14:tracePt t="28195" x="7829550" y="6102350"/>
          <p14:tracePt t="28212" x="7791450" y="6108700"/>
          <p14:tracePt t="28228" x="7639050" y="6108700"/>
          <p14:tracePt t="28245" x="7435850" y="6108700"/>
          <p14:tracePt t="28261" x="7321550" y="6108700"/>
          <p14:tracePt t="28278" x="7080250" y="6108700"/>
          <p14:tracePt t="28295" x="6813550" y="6108700"/>
          <p14:tracePt t="28311" x="6680200" y="6108700"/>
          <p14:tracePt t="28328" x="6451600" y="6096000"/>
          <p14:tracePt t="28344" x="6337300" y="6083300"/>
          <p14:tracePt t="28362" x="6102350" y="6064250"/>
          <p14:tracePt t="28377" x="6051550" y="6057900"/>
          <p14:tracePt t="28395" x="5994400" y="6045200"/>
          <p14:tracePt t="28411" x="5835650" y="6032500"/>
          <p14:tracePt t="28427" x="5797550" y="6032500"/>
          <p14:tracePt t="28445" x="5734050" y="6007100"/>
          <p14:tracePt t="28460" x="5708650" y="6000750"/>
          <p14:tracePt t="28477" x="5670550" y="5988050"/>
          <p14:tracePt t="28494" x="5651500" y="5988050"/>
          <p14:tracePt t="28511" x="5619750" y="5981700"/>
          <p14:tracePt t="28527" x="5581650" y="5981700"/>
          <p14:tracePt t="28544" x="5530850" y="5975350"/>
          <p14:tracePt t="28560" x="5499100" y="5975350"/>
          <p14:tracePt t="28577" x="5461000" y="5975350"/>
          <p14:tracePt t="28594" x="5410200" y="5975350"/>
          <p14:tracePt t="28610" x="5391150" y="5975350"/>
          <p14:tracePt t="28628" x="5359400" y="5981700"/>
          <p14:tracePt t="28643" x="5321300" y="5994400"/>
          <p14:tracePt t="28660" x="5308600" y="6000750"/>
          <p14:tracePt t="28677" x="5283200" y="6013450"/>
          <p14:tracePt t="28693" x="5270500" y="6019800"/>
          <p14:tracePt t="28710" x="5251450" y="6026150"/>
          <p14:tracePt t="28727" x="5238750" y="6032500"/>
          <p14:tracePt t="28743" x="5226050" y="6032500"/>
          <p14:tracePt t="28760" x="5207000" y="6032500"/>
          <p14:tracePt t="28776" x="5181600" y="6038850"/>
          <p14:tracePt t="28793" x="5175250" y="6045200"/>
          <p14:tracePt t="28810" x="5168900" y="6045200"/>
          <p14:tracePt t="28826" x="5149850" y="6051550"/>
          <p14:tracePt t="28842" x="5143500" y="6051550"/>
          <p14:tracePt t="28859" x="5124450" y="6057900"/>
          <p14:tracePt t="28876" x="5118100" y="6064250"/>
          <p14:tracePt t="28893" x="5111750" y="6070600"/>
          <p14:tracePt t="28909" x="5105400" y="6070600"/>
          <p14:tracePt t="28926" x="5099050" y="6076950"/>
          <p14:tracePt t="28993" x="5092700" y="6083300"/>
          <p14:tracePt t="29588" x="5041900" y="6083300"/>
          <p14:tracePt t="29595" x="4965700" y="6083300"/>
          <p14:tracePt t="29610" x="4876800" y="6083300"/>
          <p14:tracePt t="29624" x="4800600" y="6083300"/>
          <p14:tracePt t="29640" x="4597400" y="6083300"/>
          <p14:tracePt t="29657" x="4508500" y="6089650"/>
          <p14:tracePt t="29673" x="4368800" y="6102350"/>
          <p14:tracePt t="29690" x="4222750" y="6096000"/>
          <p14:tracePt t="29708" x="4057650" y="6089650"/>
          <p14:tracePt t="29723" x="3968750" y="6089650"/>
          <p14:tracePt t="29740" x="3790950" y="6089650"/>
          <p14:tracePt t="29757" x="3638550" y="6089650"/>
          <p14:tracePt t="29773" x="3562350" y="6076950"/>
          <p14:tracePt t="29789" x="3473450" y="6076950"/>
          <p14:tracePt t="29806" x="3181350" y="6057900"/>
          <p14:tracePt t="29822" x="3073400" y="6038850"/>
          <p14:tracePt t="29840" x="2997200" y="6038850"/>
          <p14:tracePt t="29856" x="2819400" y="6026150"/>
          <p14:tracePt t="29872" x="2641600" y="6013450"/>
          <p14:tracePt t="29890" x="2451100" y="6013450"/>
          <p14:tracePt t="29906" x="2374900" y="6019800"/>
          <p14:tracePt t="29922" x="2241550" y="6038850"/>
          <p14:tracePt t="29939" x="2114550" y="6045200"/>
          <p14:tracePt t="29955" x="2038350" y="6057900"/>
          <p14:tracePt t="29972" x="1854200" y="6076950"/>
          <p14:tracePt t="29989" x="1714500" y="6096000"/>
          <p14:tracePt t="30005" x="1657350" y="6115050"/>
          <p14:tracePt t="30023" x="1549400" y="6140450"/>
          <p14:tracePt t="30038" x="1479550" y="6159500"/>
          <p14:tracePt t="30055" x="1447800" y="6159500"/>
          <p14:tracePt t="30072" x="1390650" y="6159500"/>
          <p14:tracePt t="30088" x="1346200" y="6153150"/>
          <p14:tracePt t="30105" x="1314450" y="6153150"/>
          <p14:tracePt t="30122" x="1263650" y="6159500"/>
          <p14:tracePt t="30138" x="1225550" y="6165850"/>
          <p14:tracePt t="30154" x="1212850" y="6165850"/>
          <p14:tracePt t="30171" x="1187450" y="6172200"/>
          <p14:tracePt t="30188" x="1168400" y="6178550"/>
          <p14:tracePt t="30205" x="1130300" y="6191250"/>
          <p14:tracePt t="30221" x="1079500" y="6203950"/>
          <p14:tracePt t="30238" x="1054100" y="6223000"/>
          <p14:tracePt t="30255" x="990600" y="6254750"/>
          <p14:tracePt t="30271" x="927100" y="6292850"/>
          <p14:tracePt t="30288" x="889000" y="6318250"/>
          <p14:tracePt t="30304" x="825500" y="6369050"/>
          <p14:tracePt t="30321" x="787400" y="6400800"/>
          <p14:tracePt t="30338" x="774700" y="6407150"/>
          <p14:tracePt t="30354" x="755650" y="6426200"/>
          <p14:tracePt t="30371" x="749300" y="6432550"/>
          <p14:tracePt t="30388" x="749300" y="6445250"/>
          <p14:tracePt t="30404" x="749300" y="6451600"/>
          <p14:tracePt t="30451" x="749300" y="6457950"/>
          <p14:tracePt t="30508" x="755650" y="6457950"/>
          <p14:tracePt t="30529" x="762000" y="6457950"/>
          <p14:tracePt t="30543" x="768350" y="6457950"/>
          <p14:tracePt t="30550" x="774700" y="6457950"/>
          <p14:tracePt t="30572" x="787400" y="6457950"/>
          <p14:tracePt t="30578" x="806450" y="6451600"/>
          <p14:tracePt t="30592" x="825500" y="6451600"/>
          <p14:tracePt t="30603" x="844550" y="6445250"/>
          <p14:tracePt t="30620" x="927100" y="6432550"/>
          <p14:tracePt t="30636" x="965200" y="6426200"/>
          <p14:tracePt t="30654" x="1073150" y="6400800"/>
          <p14:tracePt t="30670" x="1206500" y="6381750"/>
          <p14:tracePt t="30686" x="1270000" y="6362700"/>
          <p14:tracePt t="30703" x="1441450" y="6343650"/>
          <p14:tracePt t="30719" x="1612900" y="6311900"/>
          <p14:tracePt t="30736" x="1689100" y="6305550"/>
          <p14:tracePt t="30755" x="1841500" y="6292850"/>
          <p14:tracePt t="30769" x="1917700" y="6292850"/>
          <p14:tracePt t="30786" x="2070100" y="6299200"/>
          <p14:tracePt t="30802" x="2228850" y="6305550"/>
          <p14:tracePt t="30819" x="2292350" y="6318250"/>
          <p14:tracePt t="30823" x="2355850" y="6324600"/>
          <p14:tracePt t="30835" x="2413000" y="6330950"/>
          <p14:tracePt t="30853" x="2495550" y="6350000"/>
          <p14:tracePt t="30869" x="2533650" y="6350000"/>
          <p14:tracePt t="30887" x="2616200" y="6369050"/>
          <p14:tracePt t="30902" x="2698750" y="6381750"/>
          <p14:tracePt t="30919" x="2730500" y="6388100"/>
          <p14:tracePt t="30936" x="2813050" y="6407150"/>
          <p14:tracePt t="30952" x="2863850" y="6413500"/>
          <p14:tracePt t="30969" x="2971800" y="6445250"/>
          <p14:tracePt t="30985" x="3060700" y="6445250"/>
          <p14:tracePt t="31002" x="3162300" y="6464300"/>
          <p14:tracePt t="31018" x="3390900" y="6477000"/>
          <p14:tracePt t="31035" x="3517900" y="6477000"/>
          <p14:tracePt t="31052" x="3803650" y="6496050"/>
          <p14:tracePt t="31069" x="3994150" y="6508750"/>
          <p14:tracePt t="31085" x="4203700" y="6508750"/>
          <p14:tracePt t="31102" x="4641850" y="6508750"/>
          <p14:tracePt t="31119" x="4883150" y="6521450"/>
          <p14:tracePt t="31135" x="5302250" y="6521450"/>
          <p14:tracePt t="31151" x="5480050" y="6521450"/>
          <p14:tracePt t="31168" x="5619750" y="6515100"/>
          <p14:tracePt t="31185" x="5873750" y="6515100"/>
          <p14:tracePt t="31203" x="5988050" y="6515100"/>
          <p14:tracePt t="31218" x="6115050" y="6521450"/>
          <p14:tracePt t="31234" x="6318250" y="6534150"/>
          <p14:tracePt t="31252" x="6394450" y="6540500"/>
          <p14:tracePt t="31267" x="6546850" y="6540500"/>
          <p14:tracePt t="31284" x="6591300" y="6540500"/>
          <p14:tracePt t="31301" x="6616700" y="6534150"/>
          <p14:tracePt t="31318" x="6635750" y="6521450"/>
          <p14:tracePt t="31334" x="6642100" y="6521450"/>
          <p14:tracePt t="31365" x="6635750" y="6521450"/>
          <p14:tracePt t="31392" x="6623050" y="6515100"/>
          <p14:tracePt t="31399" x="6610350" y="6515100"/>
          <p14:tracePt t="31413" x="6591300" y="6515100"/>
          <p14:tracePt t="31428" x="6559550" y="6508750"/>
          <p14:tracePt t="31442" x="6540500" y="6508750"/>
          <p14:tracePt t="31450" x="6508750" y="6508750"/>
          <p14:tracePt t="31466" x="6483350" y="6508750"/>
          <p14:tracePt t="31484" x="6394450" y="6508750"/>
          <p14:tracePt t="31500" x="6318250" y="6508750"/>
          <p14:tracePt t="31517" x="6203950" y="6496050"/>
          <p14:tracePt t="31534" x="5645150" y="6432550"/>
          <p14:tracePt t="31550" x="5422900" y="6407150"/>
          <p14:tracePt t="31568" x="4889500" y="6362700"/>
          <p14:tracePt t="31583" x="4337050" y="6350000"/>
          <p14:tracePt t="31600" x="4044950" y="6330950"/>
          <p14:tracePt t="31617" x="3575050" y="6318250"/>
          <p14:tracePt t="31633" x="3175000" y="6305550"/>
          <p14:tracePt t="31650" x="2984500" y="6292850"/>
          <p14:tracePt t="31666" x="2730500" y="6273800"/>
          <p14:tracePt t="31683" x="2622550" y="6273800"/>
          <p14:tracePt t="31699" x="2438400" y="6261100"/>
          <p14:tracePt t="31716" x="2254250" y="6261100"/>
          <p14:tracePt t="31733" x="2171700" y="6261100"/>
          <p14:tracePt t="31750" x="2057400" y="6248400"/>
          <p14:tracePt t="31765" x="1949450" y="6242050"/>
          <p14:tracePt t="31782" x="1911350" y="6242050"/>
          <p14:tracePt t="31799" x="1797050" y="6242050"/>
          <p14:tracePt t="31816" x="1657350" y="6248400"/>
          <p14:tracePt t="31832" x="1593850" y="6248400"/>
          <p14:tracePt t="31849" x="1473200" y="6248400"/>
          <p14:tracePt t="31865" x="1384300" y="6242050"/>
          <p14:tracePt t="31882" x="1327150" y="6235700"/>
          <p14:tracePt t="31899" x="1263650" y="6235700"/>
          <p14:tracePt t="31915" x="1193800" y="6235700"/>
          <p14:tracePt t="31933" x="1149350" y="6235700"/>
          <p14:tracePt t="31948" x="1117600" y="6235700"/>
          <p14:tracePt t="31965" x="1104900" y="6235700"/>
          <p14:tracePt t="31983" x="1041400" y="6235700"/>
          <p14:tracePt t="31998" x="1028700" y="6242050"/>
          <p14:tracePt t="32015" x="1016000" y="6242050"/>
          <p14:tracePt t="32032" x="1009650" y="6242050"/>
          <p14:tracePt t="32068" x="1009650" y="6248400"/>
          <p14:tracePt t="32109" x="1016000" y="6248400"/>
          <p14:tracePt t="32116" x="1028700" y="6248400"/>
          <p14:tracePt t="32122" x="1054100" y="6248400"/>
          <p14:tracePt t="32136" x="1073150" y="6248400"/>
          <p14:tracePt t="32147" x="1111250" y="6235700"/>
          <p14:tracePt t="32165" x="1257300" y="6216650"/>
          <p14:tracePt t="32181" x="1371600" y="6197600"/>
          <p14:tracePt t="32198" x="1701800" y="6184900"/>
          <p14:tracePt t="32214" x="2286000" y="6153150"/>
          <p14:tracePt t="32231" x="2597150" y="6153150"/>
          <p14:tracePt t="32248" x="2933700" y="6153150"/>
          <p14:tracePt t="32264" x="3917950" y="6153150"/>
          <p14:tracePt t="32281" x="4197350" y="6153150"/>
          <p14:tracePt t="32298" x="4762500" y="6197600"/>
          <p14:tracePt t="32314" x="5022850" y="6210300"/>
          <p14:tracePt t="32331" x="5461000" y="6248400"/>
          <p14:tracePt t="32348" x="5765800" y="6273800"/>
          <p14:tracePt t="32364" x="5892800" y="6286500"/>
          <p14:tracePt t="32380" x="6102350" y="6286500"/>
          <p14:tracePt t="32397" x="6261100" y="6273800"/>
          <p14:tracePt t="32413" x="6311900" y="6261100"/>
          <p14:tracePt t="32431" x="6400800" y="6235700"/>
          <p14:tracePt t="32447" x="6451600" y="6223000"/>
          <p14:tracePt t="32480" x="6470650" y="6216650"/>
          <p14:tracePt t="32516" x="6464300" y="6223000"/>
          <p14:tracePt t="32537" x="6464300" y="6229350"/>
          <p14:tracePt t="32546" x="6489700" y="6229350"/>
          <p14:tracePt t="34350" x="6477000" y="6229350"/>
          <p14:tracePt t="34364" x="6464300" y="6229350"/>
          <p14:tracePt t="34372" x="6445250" y="6229350"/>
          <p14:tracePt t="34379" x="6432550" y="6229350"/>
          <p14:tracePt t="34393" x="6413500" y="6223000"/>
          <p14:tracePt t="34407" x="6388100" y="6210300"/>
          <p14:tracePt t="34424" x="6362700" y="6203950"/>
          <p14:tracePt t="34440" x="6356350" y="6203950"/>
          <p14:tracePt t="34457" x="6318250" y="6191250"/>
          <p14:tracePt t="34473" x="6286500" y="6184900"/>
          <p14:tracePt t="34490" x="6254750" y="6178550"/>
          <p14:tracePt t="34507" x="6203950" y="6165850"/>
          <p14:tracePt t="34523" x="6153150" y="6140450"/>
          <p14:tracePt t="34540" x="6134100" y="6134100"/>
          <p14:tracePt t="34556" x="6096000" y="6121400"/>
          <p14:tracePt t="34573" x="6064250" y="6108700"/>
          <p14:tracePt t="34591" x="5988050" y="6102350"/>
          <p14:tracePt t="34607" x="5962650" y="6096000"/>
          <p14:tracePt t="34623" x="5937250" y="6096000"/>
          <p14:tracePt t="34640" x="5911850" y="6089650"/>
          <p14:tracePt t="34656" x="5886450" y="6089650"/>
          <p14:tracePt t="34674" x="5880100" y="6089650"/>
          <p14:tracePt t="34690" x="5867400" y="6089650"/>
          <p14:tracePt t="34707" x="5861050" y="6089650"/>
          <p14:tracePt t="34723" x="5854700" y="6096000"/>
          <p14:tracePt t="34739" x="5842000" y="6102350"/>
          <p14:tracePt t="34755" x="5829300" y="6115050"/>
          <p14:tracePt t="35262" x="5822950" y="6115050"/>
          <p14:tracePt t="35283" x="5816600" y="6115050"/>
          <p14:tracePt t="35290" x="5810250" y="6121400"/>
          <p14:tracePt t="35306" x="5803900" y="6127750"/>
          <p14:tracePt t="35333" x="5797550" y="6134100"/>
          <p14:tracePt t="35355" x="5791200" y="6134100"/>
          <p14:tracePt t="35382" x="5791200" y="6146800"/>
          <p14:tracePt t="35403" x="5778500" y="6159500"/>
          <p14:tracePt t="35424" x="5778500" y="6165850"/>
          <p14:tracePt t="35430" x="5778500" y="6172200"/>
          <p14:tracePt t="35447" x="5778500" y="6178550"/>
          <p14:tracePt t="35472" x="5778500" y="6184900"/>
          <p14:tracePt t="35500" x="5778500" y="6191250"/>
          <p14:tracePt t="35542" x="5778500" y="6197600"/>
          <p14:tracePt t="35642" x="5778500" y="6191250"/>
          <p14:tracePt t="35669" x="5784850" y="6184900"/>
          <p14:tracePt t="35677" x="5784850" y="6178550"/>
          <p14:tracePt t="35691" x="5784850" y="6172200"/>
          <p14:tracePt t="35706" x="5784850" y="6165850"/>
          <p14:tracePt t="35719" x="5791200" y="6153150"/>
          <p14:tracePt t="35735" x="5791200" y="6134100"/>
          <p14:tracePt t="35752" x="5797550" y="6096000"/>
          <p14:tracePt t="35769" x="5803900" y="6038850"/>
          <p14:tracePt t="35785" x="5803900" y="5975350"/>
          <p14:tracePt t="35803" x="5797550" y="5905500"/>
          <p14:tracePt t="35818" x="5791200" y="5873750"/>
          <p14:tracePt t="35835" x="5772150" y="5810250"/>
          <p14:tracePt t="35852" x="5746750" y="5759450"/>
          <p14:tracePt t="35868" x="5727700" y="5740400"/>
          <p14:tracePt t="35885" x="5715000" y="5721350"/>
          <p14:tracePt t="35902" x="5651500" y="5670550"/>
          <p14:tracePt t="35918" x="5626100" y="5645150"/>
          <p14:tracePt t="35935" x="5607050" y="5638800"/>
          <p14:tracePt t="35952" x="5562600" y="5619750"/>
          <p14:tracePt t="35967" x="5524500" y="5613400"/>
          <p14:tracePt t="35986" x="5492750" y="5613400"/>
          <p14:tracePt t="36001" x="5473700" y="5613400"/>
          <p14:tracePt t="36018" x="5422900" y="5626100"/>
          <p14:tracePt t="36035" x="5378450" y="5645150"/>
          <p14:tracePt t="36051" x="5359400" y="5651500"/>
          <p14:tracePt t="36068" x="5308600" y="5676900"/>
          <p14:tracePt t="36084" x="5270500" y="5702300"/>
          <p14:tracePt t="36101" x="5257800" y="5708650"/>
          <p14:tracePt t="36118" x="5226050" y="5740400"/>
          <p14:tracePt t="36134" x="5213350" y="5772150"/>
          <p14:tracePt t="36151" x="5194300" y="5784850"/>
          <p14:tracePt t="36168" x="5187950" y="5816600"/>
          <p14:tracePt t="36183" x="5175250" y="5842000"/>
          <p14:tracePt t="36201" x="5168900" y="5854700"/>
          <p14:tracePt t="36218" x="5168900" y="5880100"/>
          <p14:tracePt t="36234" x="5168900" y="5892800"/>
          <p14:tracePt t="36250" x="5168900" y="5905500"/>
          <p14:tracePt t="36267" x="5168900" y="5924550"/>
          <p14:tracePt t="36283" x="5168900" y="5956300"/>
          <p14:tracePt t="36301" x="5168900" y="5975350"/>
          <p14:tracePt t="36317" x="5175250" y="6038850"/>
          <p14:tracePt t="36333" x="5175250" y="6064250"/>
          <p14:tracePt t="36351" x="5194300" y="6102350"/>
          <p14:tracePt t="36367" x="5207000" y="6134100"/>
          <p14:tracePt t="36383" x="5207000" y="6146800"/>
          <p14:tracePt t="36400" x="5226050" y="6165850"/>
          <p14:tracePt t="36416" x="5245100" y="6178550"/>
          <p14:tracePt t="36433" x="5251450" y="6191250"/>
          <p14:tracePt t="36450" x="5276850" y="6197600"/>
          <p14:tracePt t="36466" x="5302250" y="6203950"/>
          <p14:tracePt t="36484" x="5327650" y="6210300"/>
          <p14:tracePt t="36499" x="5359400" y="6210300"/>
          <p14:tracePt t="36516" x="5378450" y="6210300"/>
          <p14:tracePt t="36533" x="5448300" y="6210300"/>
          <p14:tracePt t="36549" x="5480050" y="6210300"/>
          <p14:tracePt t="36566" x="5499100" y="6203950"/>
          <p14:tracePt t="36582" x="5537200" y="6191250"/>
          <p14:tracePt t="36599" x="5581650" y="6172200"/>
          <p14:tracePt t="36616" x="5600700" y="6165850"/>
          <p14:tracePt t="36632" x="5638800" y="6146800"/>
          <p14:tracePt t="36649" x="5670550" y="6115050"/>
          <p14:tracePt t="36666" x="5683250" y="6102350"/>
          <p14:tracePt t="36682" x="5695950" y="6076950"/>
          <p14:tracePt t="36699" x="5702300" y="6064250"/>
          <p14:tracePt t="36716" x="5702300" y="6057900"/>
          <p14:tracePt t="36732" x="5708650" y="6026150"/>
          <p14:tracePt t="36749" x="5708650" y="6007100"/>
          <p14:tracePt t="36765" x="5702300" y="5956300"/>
          <p14:tracePt t="36782" x="5702300" y="5943600"/>
          <p14:tracePt t="36798" x="5695950" y="5937250"/>
          <p14:tracePt t="36815" x="5683250" y="5911850"/>
          <p14:tracePt t="36832" x="5670550" y="5905500"/>
          <p14:tracePt t="36849" x="5651500" y="5886450"/>
          <p14:tracePt t="36865" x="5626100" y="5880100"/>
          <p14:tracePt t="36881" x="5594350" y="5867400"/>
          <p14:tracePt t="36899" x="5556250" y="5854700"/>
          <p14:tracePt t="36914" x="5530850" y="5848350"/>
          <p14:tracePt t="36932" x="5480050" y="5822950"/>
          <p14:tracePt t="36948" x="5429250" y="5816600"/>
          <p14:tracePt t="36965" x="5403850" y="5816600"/>
          <p14:tracePt t="36981" x="5372100" y="5816600"/>
          <p14:tracePt t="36998" x="5327650" y="5816600"/>
          <p14:tracePt t="37014" x="5308600" y="5822950"/>
          <p14:tracePt t="37031" x="5276850" y="5835650"/>
          <p14:tracePt t="37048" x="5232400" y="5861050"/>
          <p14:tracePt t="37065" x="5219700" y="5873750"/>
          <p14:tracePt t="37081" x="5194300" y="5899150"/>
          <p14:tracePt t="37097" x="5181600" y="5905500"/>
          <p14:tracePt t="37114" x="5175250" y="5918200"/>
          <p14:tracePt t="37131" x="5149850" y="5943600"/>
          <p14:tracePt t="37147" x="5149850" y="5956300"/>
          <p14:tracePt t="37165" x="5143500" y="5975350"/>
          <p14:tracePt t="37181" x="5137150" y="6000750"/>
          <p14:tracePt t="37197" x="5137150" y="6013450"/>
          <p14:tracePt t="37214" x="5137150" y="6038850"/>
          <p14:tracePt t="37230" x="5137150" y="6057900"/>
          <p14:tracePt t="37264" x="5143500" y="6070600"/>
          <p14:tracePt t="37280" x="5162550" y="6083300"/>
          <p14:tracePt t="37297" x="5175250" y="6089650"/>
          <p14:tracePt t="37313" x="5194300" y="6096000"/>
          <p14:tracePt t="37330" x="5232400" y="6102350"/>
          <p14:tracePt t="37348" x="5270500" y="6115050"/>
          <p14:tracePt t="37363" x="5283200" y="6115050"/>
          <p14:tracePt t="37380" x="5295900" y="6115050"/>
          <p14:tracePt t="37397" x="5302250" y="6115050"/>
          <p14:tracePt t="37413" x="5308600" y="6115050"/>
          <p14:tracePt t="37474" x="5302250" y="6115050"/>
          <p14:tracePt t="37502" x="5302250" y="6108700"/>
          <p14:tracePt t="37509" x="5295900" y="6108700"/>
          <p14:tracePt t="37538" x="5295900" y="6102350"/>
          <p14:tracePt t="37559" x="5289550" y="6096000"/>
          <p14:tracePt t="37573" x="5289550" y="6089650"/>
          <p14:tracePt t="37582" x="5283200" y="6083300"/>
          <p14:tracePt t="37601" x="5276850" y="6076950"/>
          <p14:tracePt t="37613" x="5276850" y="6070600"/>
          <p14:tracePt t="37629" x="5270500" y="6045200"/>
          <p14:tracePt t="37645" x="5264150" y="6026150"/>
          <p14:tracePt t="37663" x="5257800" y="5988050"/>
          <p14:tracePt t="37679" x="5251450" y="5956300"/>
          <p14:tracePt t="37696" x="5251450" y="5943600"/>
          <p14:tracePt t="37713" x="5245100" y="5924550"/>
          <p14:tracePt t="37728" x="5232400" y="5911850"/>
          <p14:tracePt t="37745" x="5226050" y="5905500"/>
          <p14:tracePt t="37762" x="5219700" y="5899150"/>
          <p14:tracePt t="37778" x="5213350" y="5892800"/>
          <p14:tracePt t="37795" x="5207000" y="5892800"/>
          <p14:tracePt t="37812" x="5194300" y="5886450"/>
          <p14:tracePt t="37828" x="5194300" y="5880100"/>
          <p14:tracePt t="37844" x="5181600" y="5880100"/>
          <p14:tracePt t="37862" x="5168900" y="5880100"/>
          <p14:tracePt t="37895" x="5156200" y="5880100"/>
          <p14:tracePt t="37912" x="5149850" y="5873750"/>
          <p14:tracePt t="37928" x="5143500" y="5873750"/>
          <p14:tracePt t="37944" x="5137150" y="5873750"/>
          <p14:tracePt t="37961" x="5124450" y="5873750"/>
          <p14:tracePt t="37994" x="5111750" y="5880100"/>
          <p14:tracePt t="38031" x="5105400" y="5886450"/>
          <p14:tracePt t="38050" x="5105400" y="5892800"/>
          <p14:tracePt t="38064" x="5099050" y="5899150"/>
          <p14:tracePt t="38085" x="5099050" y="5905500"/>
          <p14:tracePt t="38099" x="5099050" y="5911850"/>
          <p14:tracePt t="38134" x="5099050" y="5918200"/>
          <p14:tracePt t="38141" x="5099050" y="5924550"/>
          <p14:tracePt t="38148" x="5099050" y="5937250"/>
          <p14:tracePt t="38164" x="5099050" y="5943600"/>
          <p14:tracePt t="38177" x="5099050" y="5962650"/>
          <p14:tracePt t="38194" x="5099050" y="5994400"/>
          <p14:tracePt t="38211" x="5111750" y="6051550"/>
          <p14:tracePt t="38227" x="5111750" y="6064250"/>
          <p14:tracePt t="38243" x="5118100" y="6121400"/>
          <p14:tracePt t="38261" x="5124450" y="6159500"/>
          <p14:tracePt t="38277" x="5130800" y="6191250"/>
          <p14:tracePt t="38293" x="5137150" y="6223000"/>
          <p14:tracePt t="38310" x="5143500" y="6248400"/>
          <p14:tracePt t="38326" x="5143500" y="6254750"/>
          <p14:tracePt t="38344" x="5149850" y="6254750"/>
          <p14:tracePt t="38360" x="5162550" y="6267450"/>
          <p14:tracePt t="38394" x="5175250" y="6267450"/>
          <p14:tracePt t="38410" x="5181600" y="6267450"/>
          <p14:tracePt t="38426" x="5200650" y="6261100"/>
          <p14:tracePt t="38444" x="5226050" y="6248400"/>
          <p14:tracePt t="38459" x="5238750" y="6235700"/>
          <p14:tracePt t="38475" x="5283200" y="6197600"/>
          <p14:tracePt t="38493" x="5314950" y="6165850"/>
          <p14:tracePt t="38509" x="5327650" y="6146800"/>
          <p14:tracePt t="38526" x="5346700" y="6127750"/>
          <p14:tracePt t="38543" x="5365750" y="6102350"/>
          <p14:tracePt t="38559" x="5372100" y="6089650"/>
          <p14:tracePt t="38577" x="5378450" y="6076950"/>
          <p14:tracePt t="38592" x="5378450" y="6070600"/>
          <p14:tracePt t="38703" x="5378450" y="6076950"/>
          <p14:tracePt t="38731" x="5372100" y="6076950"/>
          <p14:tracePt t="38752" x="5372100" y="6083300"/>
          <p14:tracePt t="38766" x="5372100" y="6089650"/>
          <p14:tracePt t="38772" x="5372100" y="6096000"/>
          <p14:tracePt t="38822" x="5372100" y="6102350"/>
          <p14:tracePt t="38843" x="5372100" y="6108700"/>
          <p14:tracePt t="38872" x="5372100" y="6115050"/>
          <p14:tracePt t="38893" x="5378450" y="6121400"/>
          <p14:tracePt t="38913" x="5378450" y="6127750"/>
          <p14:tracePt t="38921" x="5384800" y="6127750"/>
          <p14:tracePt t="38935" x="5391150" y="6127750"/>
          <p14:tracePt t="38944" x="5397500" y="6127750"/>
          <p14:tracePt t="38957" x="5403850" y="6127750"/>
          <p14:tracePt t="38974" x="5410200" y="6134100"/>
          <p14:tracePt t="38991" x="5435600" y="6134100"/>
          <p14:tracePt t="39007" x="5448300" y="6134100"/>
          <p14:tracePt t="39024" x="5473700" y="6140450"/>
          <p14:tracePt t="39041" x="5511800" y="6140450"/>
          <p14:tracePt t="39057" x="5549900" y="6140450"/>
          <p14:tracePt t="39075" x="5581650" y="6140450"/>
          <p14:tracePt t="39090" x="5594350" y="6140450"/>
          <p14:tracePt t="39107" x="5619750" y="6140450"/>
          <p14:tracePt t="39124" x="5632450" y="6140450"/>
          <p14:tracePt t="39140" x="5638800" y="6140450"/>
          <p14:tracePt t="39201" x="5638800" y="6134100"/>
          <p14:tracePt t="39251" x="5632450" y="6127750"/>
          <p14:tracePt t="39265" x="5632450" y="6121400"/>
          <p14:tracePt t="39279" x="5632450" y="6115050"/>
          <p14:tracePt t="39293" x="5632450" y="6108700"/>
          <p14:tracePt t="39314" x="5632450" y="6102350"/>
          <p14:tracePt t="39328" x="5632450" y="6096000"/>
          <p14:tracePt t="39334" x="5632450" y="6083300"/>
          <p14:tracePt t="39349" x="5632450" y="6070600"/>
          <p14:tracePt t="39359" x="5632450" y="6064250"/>
          <p14:tracePt t="39372" x="5638800" y="6045200"/>
          <p14:tracePt t="39390" x="5657850" y="6007100"/>
          <p14:tracePt t="39406" x="5676900" y="5962650"/>
          <p14:tracePt t="39422" x="5689600" y="5949950"/>
          <p14:tracePt t="39440" x="5702300" y="5924550"/>
          <p14:tracePt t="39456" x="5708650" y="5905500"/>
          <p14:tracePt t="39473" x="5708650" y="5892800"/>
          <p14:tracePt t="39489" x="5708650" y="5886450"/>
          <p14:tracePt t="39524" x="5702300" y="5886450"/>
          <p14:tracePt t="39540" x="5695950" y="5886450"/>
          <p14:tracePt t="39546" x="5689600" y="5886450"/>
          <p14:tracePt t="39567" x="5683250" y="5886450"/>
          <p14:tracePt t="39595" x="5670550" y="5886450"/>
          <p14:tracePt t="39615" x="5664200" y="5886450"/>
          <p14:tracePt t="39686" x="5670550" y="5886450"/>
          <p14:tracePt t="39693" x="5676900" y="5886450"/>
          <p14:tracePt t="39722" x="5683250" y="5886450"/>
          <p14:tracePt t="39742" x="5689600" y="5886450"/>
          <p14:tracePt t="39757" x="5695950" y="5886450"/>
          <p14:tracePt t="39769" x="5708650" y="5886450"/>
          <p14:tracePt t="39777" x="5721350" y="5892800"/>
          <p14:tracePt t="39792" x="5740400" y="5899150"/>
          <p14:tracePt t="39808" x="5759450" y="5899150"/>
          <p14:tracePt t="39821" x="5784850" y="5905500"/>
          <p14:tracePt t="39838" x="5797550" y="5918200"/>
          <p14:tracePt t="39855" x="5835650" y="5930900"/>
          <p14:tracePt t="39871" x="5861050" y="5943600"/>
          <p14:tracePt t="39888" x="5873750" y="5949950"/>
          <p14:tracePt t="39904" x="5892800" y="5975350"/>
          <p14:tracePt t="39921" x="5899150" y="5988050"/>
          <p14:tracePt t="39939" x="5905500" y="6013450"/>
          <p14:tracePt t="39954" x="5905500" y="6032500"/>
          <p14:tracePt t="39971" x="5892800" y="6064250"/>
          <p14:tracePt t="39988" x="5873750" y="6076950"/>
          <p14:tracePt t="40004" x="5873750" y="6089650"/>
          <p14:tracePt t="40020" x="5861050" y="6127750"/>
          <p14:tracePt t="40038" x="5854700" y="6153150"/>
          <p14:tracePt t="40054" x="5854700" y="6159500"/>
          <p14:tracePt t="40071" x="5842000" y="6197600"/>
          <p14:tracePt t="40087" x="5835650" y="6229350"/>
          <p14:tracePt t="40104" x="5829300" y="6248400"/>
          <p14:tracePt t="40121" x="5810250" y="6286500"/>
          <p14:tracePt t="40136" x="5791200" y="6318250"/>
          <p14:tracePt t="40153" x="5784850" y="6324600"/>
          <p14:tracePt t="40171" x="5772150" y="6337300"/>
          <p14:tracePt t="40187" x="5759450" y="6343650"/>
          <p14:tracePt t="40203" x="5753100" y="6343650"/>
          <p14:tracePt t="40220" x="5740400" y="6350000"/>
          <p14:tracePt t="40237" x="5734050" y="6350000"/>
          <p14:tracePt t="40255" x="5715000" y="6350000"/>
          <p14:tracePt t="40271" x="5708650" y="6343650"/>
          <p14:tracePt t="40286" x="5702300" y="6343650"/>
          <p14:tracePt t="40304" x="5683250" y="6337300"/>
          <p14:tracePt t="40320" x="5670550" y="6330950"/>
          <p14:tracePt t="40336" x="5664200" y="6324600"/>
          <p14:tracePt t="40353" x="5638800" y="6318250"/>
          <p14:tracePt t="40370" x="5619750" y="6311900"/>
          <p14:tracePt t="40387" x="5607050" y="6305550"/>
          <p14:tracePt t="40402" x="5594350" y="6299200"/>
          <p14:tracePt t="40419" x="5588000" y="6299200"/>
          <p14:tracePt t="40690" x="5588000" y="6292850"/>
          <p14:tracePt t="40732" x="5588000" y="6286500"/>
          <p14:tracePt t="40761" x="5588000" y="6280150"/>
          <p14:tracePt t="40789" x="5581650" y="6273800"/>
          <p14:tracePt t="40803" x="5575300" y="6273800"/>
          <p14:tracePt t="40809" x="5568950" y="6267450"/>
          <p14:tracePt t="40818" x="5556250" y="6267450"/>
          <p14:tracePt t="40834" x="5549900" y="6267450"/>
          <p14:tracePt t="40852" x="5518150" y="6261100"/>
          <p14:tracePt t="40868" x="5499100" y="6254750"/>
          <p14:tracePt t="40884" x="5441950" y="6248400"/>
          <p14:tracePt t="40902" x="5384800" y="6242050"/>
          <p14:tracePt t="40918" x="5353050" y="6235700"/>
          <p14:tracePt t="40922" x="5334000" y="6235700"/>
          <p14:tracePt t="40935" x="5321300" y="6229350"/>
          <p14:tracePt t="40951" x="5289550" y="6229350"/>
          <p14:tracePt t="40967" x="5283200" y="6229350"/>
          <p14:tracePt t="40985" x="5270500" y="6223000"/>
          <p14:tracePt t="41001" x="5264150" y="6223000"/>
          <p14:tracePt t="41084" x="5264150" y="6216650"/>
          <p14:tracePt t="41133" x="5270500" y="6216650"/>
          <p14:tracePt t="41161" x="5276850" y="6210300"/>
          <p14:tracePt t="41168" x="5283200" y="6210300"/>
          <p14:tracePt t="41189" x="5295900" y="6210300"/>
          <p14:tracePt t="41203" x="5302250" y="6210300"/>
          <p14:tracePt t="41210" x="5308600" y="6203950"/>
          <p14:tracePt t="41224" x="5321300" y="6197600"/>
          <p14:tracePt t="41233" x="5353050" y="6197600"/>
          <p14:tracePt t="41250" x="5372100" y="6191250"/>
          <p14:tracePt t="41266" x="5454650" y="6178550"/>
          <p14:tracePt t="41283" x="5537200" y="6159500"/>
          <p14:tracePt t="41300" x="5575300" y="6159500"/>
          <p14:tracePt t="41316" x="5657850" y="6153150"/>
          <p14:tracePt t="41333" x="5715000" y="6146800"/>
          <p14:tracePt t="41350" x="5746750" y="6146800"/>
          <p14:tracePt t="41366" x="5759450" y="6146800"/>
          <p14:tracePt t="41383" x="5765800" y="6146800"/>
          <p14:tracePt t="41415" x="5759450" y="6146800"/>
          <p14:tracePt t="41432" x="5746750" y="6146800"/>
          <p14:tracePt t="41450" x="5715000" y="6140450"/>
          <p14:tracePt t="41466" x="5695950" y="6140450"/>
          <p14:tracePt t="41484" x="5651500" y="6127750"/>
          <p14:tracePt t="41499" x="5632450" y="6127750"/>
          <p14:tracePt t="41516" x="5594350" y="6121400"/>
          <p14:tracePt t="41533" x="5518150" y="6096000"/>
          <p14:tracePt t="41548" x="5480050" y="6076950"/>
          <p14:tracePt t="41565" x="5422900" y="6070600"/>
          <p14:tracePt t="41582" x="5302250" y="6038850"/>
          <p14:tracePt t="41598" x="5245100" y="6013450"/>
          <p14:tracePt t="41615" x="5181600" y="5981700"/>
          <p14:tracePt t="41632" x="5060950" y="5949950"/>
          <p14:tracePt t="41648" x="4946650" y="5899150"/>
          <p14:tracePt t="41666" x="4870450" y="5867400"/>
          <p14:tracePt t="41681" x="4838700" y="5861050"/>
          <p14:tracePt t="41698" x="4826000" y="5861050"/>
          <p14:tracePt t="41715" x="4819650" y="5854700"/>
          <p14:tracePt t="41786" x="4819650" y="5861050"/>
          <p14:tracePt t="41799" x="4819650" y="5867400"/>
          <p14:tracePt t="41807" x="4826000" y="5873750"/>
          <p14:tracePt t="41821" x="4832350" y="5880100"/>
          <p14:tracePt t="41835" x="4838700" y="5886450"/>
          <p14:tracePt t="41850" x="4838700" y="5892800"/>
          <p14:tracePt t="41864" x="4845050" y="5899150"/>
          <p14:tracePt t="41881" x="4851400" y="5905500"/>
          <p14:tracePt t="41898" x="4857750" y="5918200"/>
          <p14:tracePt t="41914" x="4870450" y="5924550"/>
          <p14:tracePt t="41931" x="4876800" y="5924550"/>
          <p14:tracePt t="41947" x="4883150" y="5937250"/>
          <p14:tracePt t="41964" x="4895850" y="5956300"/>
          <p14:tracePt t="41980" x="4908550" y="5962650"/>
          <p14:tracePt t="41997" x="4921250" y="5981700"/>
          <p14:tracePt t="42014" x="4933950" y="5988050"/>
          <p14:tracePt t="42031" x="4940300" y="5994400"/>
          <p14:tracePt t="42047" x="4953000" y="6007100"/>
          <p14:tracePt t="42063" x="4959350" y="6007100"/>
          <p14:tracePt t="42109" x="4959350" y="5994400"/>
          <p14:tracePt t="42123" x="4965700" y="5994400"/>
          <p14:tracePt t="42131" x="4965700" y="5988050"/>
          <p14:tracePt t="42146" x="4965700" y="5969000"/>
          <p14:tracePt t="42164" x="4953000" y="5930900"/>
          <p14:tracePt t="42180" x="4933950" y="5880100"/>
          <p14:tracePt t="42196" x="4908550" y="5816600"/>
          <p14:tracePt t="42214" x="4889500" y="5778500"/>
          <p14:tracePt t="42230" x="4883150" y="5765800"/>
          <p14:tracePt t="42246" x="4876800" y="5753100"/>
          <p14:tracePt t="42279" x="4870450" y="5753100"/>
          <p14:tracePt t="42295" x="4870450" y="5759450"/>
          <p14:tracePt t="42313" x="4876800" y="5784850"/>
          <p14:tracePt t="42329" x="4883150" y="5797550"/>
          <p14:tracePt t="42347" x="4889500" y="5810250"/>
          <p14:tracePt t="42363" x="4902200" y="5848350"/>
          <p14:tracePt t="42379" x="4908550" y="5867400"/>
          <p14:tracePt t="42396" x="4921250" y="5899150"/>
          <p14:tracePt t="42412" x="4927600" y="5905500"/>
          <p14:tracePt t="42429" x="4933950" y="5918200"/>
          <p14:tracePt t="42446" x="4940300" y="5930900"/>
          <p14:tracePt t="42530" x="4940300" y="5924550"/>
          <p14:tracePt t="42543" x="4933950" y="5911850"/>
          <p14:tracePt t="42550" x="4927600" y="5905500"/>
          <p14:tracePt t="42565" x="4927600" y="5899150"/>
          <p14:tracePt t="42579" x="4914900" y="5867400"/>
          <p14:tracePt t="42595" x="4908550" y="5848350"/>
          <p14:tracePt t="42612" x="4895850" y="5816600"/>
          <p14:tracePt t="42628" x="4883150" y="5797550"/>
          <p14:tracePt t="42645" x="4883150" y="5791200"/>
          <p14:tracePt t="42662" x="4883150" y="5784850"/>
          <p14:tracePt t="42695" x="4883150" y="5797550"/>
          <p14:tracePt t="42712" x="4883150" y="5803900"/>
          <p14:tracePt t="42728" x="4889500" y="5822950"/>
          <p14:tracePt t="42744" x="4889500" y="5835650"/>
          <p14:tracePt t="42762" x="4908550" y="5867400"/>
          <p14:tracePt t="42777" x="4908550" y="5886450"/>
          <p14:tracePt t="42794" x="4914900" y="5899150"/>
          <p14:tracePt t="42811" x="4921250" y="5924550"/>
          <p14:tracePt t="42827" x="4927600" y="5930900"/>
          <p14:tracePt t="42881" x="4927600" y="5924550"/>
          <p14:tracePt t="42896" x="4927600" y="5918200"/>
          <p14:tracePt t="42902" x="4927600" y="5911850"/>
          <p14:tracePt t="42916" x="4927600" y="5899150"/>
          <p14:tracePt t="42945" x="4927600" y="5892800"/>
          <p14:tracePt t="42951" x="4927600" y="5886450"/>
          <p14:tracePt t="42965" x="4927600" y="5880100"/>
          <p14:tracePt t="42981" x="4927600" y="5873750"/>
          <p14:tracePt t="42994" x="4927600" y="5867400"/>
          <p14:tracePt t="43260" x="4927600" y="5873750"/>
          <p14:tracePt t="43267" x="4927600" y="5880100"/>
          <p14:tracePt t="43282" x="4927600" y="5886450"/>
          <p14:tracePt t="43293" x="4927600" y="5892800"/>
          <p14:tracePt t="43310" x="4946650" y="5924550"/>
          <p14:tracePt t="43325" x="4972050" y="5943600"/>
          <p14:tracePt t="43343" x="5029200" y="6026150"/>
          <p14:tracePt t="43359" x="5137150" y="6121400"/>
          <p14:tracePt t="43376" x="5207000" y="6165850"/>
          <p14:tracePt t="43393" x="5384800" y="6273800"/>
          <p14:tracePt t="43409" x="5594350" y="6330950"/>
          <p14:tracePt t="43425" x="5695950" y="6356350"/>
          <p14:tracePt t="43443" x="5886450" y="6362700"/>
          <p14:tracePt t="43459" x="6051550" y="6343650"/>
          <p14:tracePt t="43476" x="6121400" y="6330950"/>
          <p14:tracePt t="43480" x="6191250" y="6305550"/>
          <p14:tracePt t="43492" x="6229350" y="6286500"/>
          <p14:tracePt t="43509" x="6318250" y="6229350"/>
          <p14:tracePt t="43525" x="6343650" y="6216650"/>
          <p14:tracePt t="43542" x="6375400" y="6184900"/>
          <p14:tracePt t="43558" x="6381750" y="6146800"/>
          <p14:tracePt t="43577" x="6381750" y="6127750"/>
          <p14:tracePt t="43592" x="6381750" y="6121400"/>
          <p14:tracePt t="43608" x="6381750" y="6115050"/>
          <p14:tracePt t="43625" x="6381750" y="6102350"/>
          <p14:tracePt t="43642" x="6375400" y="6089650"/>
          <p14:tracePt t="43675" x="6369050" y="6089650"/>
          <p14:tracePt t="43695" x="6362700" y="6089650"/>
          <p14:tracePt t="43737" x="6356350" y="6089650"/>
          <p14:tracePt t="43743" x="6350000" y="6089650"/>
          <p14:tracePt t="43772" x="6350000" y="6083300"/>
          <p14:tracePt t="43842" x="6343650" y="6083300"/>
          <p14:tracePt t="43884" x="6350000" y="6089650"/>
          <p14:tracePt t="43892" x="6356350" y="6089650"/>
          <p14:tracePt t="43905" x="6369050" y="6089650"/>
          <p14:tracePt t="43913" x="6388100" y="6089650"/>
          <p14:tracePt t="43924" x="6407150" y="6096000"/>
          <p14:tracePt t="43940" x="6502400" y="6115050"/>
          <p14:tracePt t="43957" x="6667500" y="6134100"/>
          <p14:tracePt t="43974" x="6756400" y="6134100"/>
          <p14:tracePt t="43990" x="6978650" y="6153150"/>
          <p14:tracePt t="44007" x="7194550" y="6165850"/>
          <p14:tracePt t="44024" x="7397750" y="6178550"/>
          <p14:tracePt t="44040" x="7493000" y="6178550"/>
          <p14:tracePt t="44057" x="7670800" y="6178550"/>
          <p14:tracePt t="44074" x="7804150" y="6184900"/>
          <p14:tracePt t="44090" x="7854950" y="6184900"/>
          <p14:tracePt t="44107" x="7893050" y="6184900"/>
          <p14:tracePt t="44123" x="7962900" y="6184900"/>
          <p14:tracePt t="44140" x="7981950" y="6184900"/>
          <p14:tracePt t="44156" x="8013700" y="6184900"/>
          <p14:tracePt t="44173" x="8020050" y="6178550"/>
          <p14:tracePt t="44189" x="8026400" y="6178550"/>
          <p14:tracePt t="44229" x="8020050" y="6178550"/>
          <p14:tracePt t="44239" x="8007350" y="6178550"/>
          <p14:tracePt t="44257" x="7988300" y="6178550"/>
          <p14:tracePt t="44273" x="7956550" y="6178550"/>
          <p14:tracePt t="44289" x="7937500" y="6172200"/>
          <p14:tracePt t="44306" x="7893050" y="6172200"/>
          <p14:tracePt t="44323" x="7867650" y="6172200"/>
          <p14:tracePt t="44340" x="7797800" y="6165850"/>
          <p14:tracePt t="44355" x="7689850" y="6165850"/>
          <p14:tracePt t="44372" x="7632700" y="6165850"/>
          <p14:tracePt t="44390" x="7480300" y="6165850"/>
          <p14:tracePt t="44405" x="7315200" y="6165850"/>
          <p14:tracePt t="44422" x="7239000" y="6165850"/>
          <p14:tracePt t="44439" x="7086600" y="6172200"/>
          <p14:tracePt t="44455" x="7010400" y="6172200"/>
          <p14:tracePt t="44472" x="6915150" y="6178550"/>
          <p14:tracePt t="44489" x="6845300" y="6184900"/>
          <p14:tracePt t="44505" x="6826250" y="6184900"/>
          <p14:tracePt t="44509" x="6813550" y="6184900"/>
          <p14:tracePt t="44522" x="6794500" y="6184900"/>
          <p14:tracePt t="44538" x="6775450" y="6191250"/>
          <p14:tracePt t="44555" x="6769100" y="6191250"/>
          <p14:tracePt t="44572" x="6756400" y="6191250"/>
          <p14:tracePt t="44588" x="6743700" y="6197600"/>
          <p14:tracePt t="44605" x="6731000" y="6197600"/>
          <p14:tracePt t="44622" x="6718300" y="6203950"/>
          <p14:tracePt t="44638" x="6699250" y="6203950"/>
          <p14:tracePt t="44655" x="6692900" y="6203950"/>
          <p14:tracePt t="44671" x="6673850" y="6203950"/>
          <p14:tracePt t="44741" x="6680200" y="6203950"/>
          <p14:tracePt t="44748" x="6692900" y="6203950"/>
          <p14:tracePt t="44762" x="6705600" y="6203950"/>
          <p14:tracePt t="44771" x="6724650" y="6197600"/>
          <p14:tracePt t="44787" x="6743700" y="6197600"/>
          <p14:tracePt t="44805" x="6813550" y="6191250"/>
          <p14:tracePt t="44821" x="6934200" y="6172200"/>
          <p14:tracePt t="44837" x="6997700" y="6159500"/>
          <p14:tracePt t="44854" x="7143750" y="6140450"/>
          <p14:tracePt t="44870" x="7219950" y="6121400"/>
          <p14:tracePt t="44888" x="7366000" y="6102350"/>
          <p14:tracePt t="44904" x="7429500" y="6096000"/>
          <p14:tracePt t="44920" x="7486650" y="6083300"/>
          <p14:tracePt t="44938" x="7556500" y="6070600"/>
          <p14:tracePt t="44953" x="7575550" y="6064250"/>
          <p14:tracePt t="44970" x="7588250" y="6051550"/>
          <p14:tracePt t="44987" x="7581900" y="6045200"/>
          <p14:tracePt t="45003" x="7562850" y="6032500"/>
          <p14:tracePt t="45020" x="7543800" y="6032500"/>
          <p14:tracePt t="45037" x="7486650" y="6032500"/>
          <p14:tracePt t="45053" x="7454900" y="6032500"/>
          <p14:tracePt t="45071" x="7366000" y="6032500"/>
          <p14:tracePt t="45086" x="7302500" y="6032500"/>
          <p14:tracePt t="45103" x="7213600" y="6032500"/>
          <p14:tracePt t="45120" x="7124700" y="6032500"/>
          <p14:tracePt t="45136" x="6934200" y="6038850"/>
          <p14:tracePt t="45153" x="6832600" y="6051550"/>
          <p14:tracePt t="45170" x="6673850" y="6076950"/>
          <p14:tracePt t="45186" x="6540500" y="6108700"/>
          <p14:tracePt t="45203" x="6496050" y="6121400"/>
          <p14:tracePt t="45219" x="6457950" y="6140450"/>
          <p14:tracePt t="45236" x="6438900" y="6146800"/>
          <p14:tracePt t="45253" x="6426200" y="6153150"/>
          <p14:tracePt t="45352" x="6419850" y="6153150"/>
          <p14:tracePt t="45366" x="6413500" y="6153150"/>
          <p14:tracePt t="45630" x="6375400" y="6153150"/>
          <p14:tracePt t="45643" x="6280150" y="6134100"/>
          <p14:tracePt t="45654" x="6191250" y="6102350"/>
          <p14:tracePt t="45668" x="6102350" y="6096000"/>
          <p14:tracePt t="45684" x="5918200" y="6051550"/>
          <p14:tracePt t="45701" x="5772150" y="6032500"/>
          <p14:tracePt t="45718" x="5721350" y="6026150"/>
          <p14:tracePt t="45735" x="5638800" y="6026150"/>
          <p14:tracePt t="45751" x="5581650" y="6019800"/>
          <p14:tracePt t="45767" x="5562600" y="6019800"/>
          <p14:tracePt t="45785" x="5524500" y="6019800"/>
          <p14:tracePt t="45801" x="5505450" y="6019800"/>
          <p14:tracePt t="45817" x="5492750" y="6019800"/>
          <p14:tracePt t="45834" x="5480050" y="6026150"/>
          <p14:tracePt t="45850" x="5473700" y="6026150"/>
          <p14:tracePt t="45867" x="5473700" y="6032500"/>
          <p14:tracePt t="45884" x="5467350" y="6032500"/>
          <p14:tracePt t="45900" x="5461000" y="6038850"/>
          <p14:tracePt t="45918" x="5461000" y="6045200"/>
          <p14:tracePt t="45939" x="5461000" y="6051550"/>
          <p14:tracePt t="45960" x="5454650" y="6051550"/>
          <p14:tracePt t="45996" x="5454650" y="6057900"/>
          <p14:tracePt t="46002" x="5448300" y="6064250"/>
          <p14:tracePt t="46031" x="5448300" y="6070600"/>
          <p14:tracePt t="46080" x="5448300" y="6076950"/>
          <p14:tracePt t="46101" x="5448300" y="6083300"/>
          <p14:tracePt t="46143" x="5448300" y="6089650"/>
          <p14:tracePt t="46151" x="5448300" y="6096000"/>
          <p14:tracePt t="46192" x="5448300" y="6102350"/>
          <p14:tracePt t="46220" x="5448300" y="6108700"/>
          <p14:tracePt t="46234" x="5448300" y="6115050"/>
          <p14:tracePt t="46241" x="5448300" y="6121400"/>
          <p14:tracePt t="46255" x="5448300" y="6127750"/>
          <p14:tracePt t="46265" x="5441950" y="6140450"/>
          <p14:tracePt t="46283" x="5441950" y="6165850"/>
          <p14:tracePt t="46299" x="5441950" y="6178550"/>
          <p14:tracePt t="46316" x="5441950" y="6197600"/>
          <p14:tracePt t="46333" x="5435600" y="6223000"/>
          <p14:tracePt t="46349" x="5435600" y="6229350"/>
          <p14:tracePt t="46365" x="5429250" y="6242050"/>
          <p14:tracePt t="46382" x="5429250" y="6248400"/>
          <p14:tracePt t="46606" x="5422900" y="6248400"/>
          <p14:tracePt t="46613" x="5416550" y="6248400"/>
          <p14:tracePt t="46627" x="5410200" y="6242050"/>
          <p14:tracePt t="46635" x="5403850" y="6242050"/>
          <p14:tracePt t="46648" x="5397500" y="6235700"/>
          <p14:tracePt t="46664" x="5372100" y="6216650"/>
          <p14:tracePt t="46682" x="5353050" y="6203950"/>
          <p14:tracePt t="46699" x="5314950" y="6172200"/>
          <p14:tracePt t="46715" x="5276850" y="6146800"/>
          <p14:tracePt t="46731" x="5257800" y="6127750"/>
          <p14:tracePt t="46748" x="5226050" y="6096000"/>
          <p14:tracePt t="46764" x="5213350" y="6076950"/>
          <p14:tracePt t="46782" x="5181600" y="6019800"/>
          <p14:tracePt t="46798" x="5175250" y="6007100"/>
          <p14:tracePt t="46814" x="5175250" y="5994400"/>
          <p14:tracePt t="46832" x="5175250" y="5969000"/>
          <p14:tracePt t="46848" x="5175250" y="5949950"/>
          <p14:tracePt t="46865" x="5181600" y="5943600"/>
          <p14:tracePt t="46881" x="5187950" y="5930900"/>
          <p14:tracePt t="46897" x="5200650" y="5918200"/>
          <p14:tracePt t="46930" x="5200650" y="5911850"/>
          <p14:tracePt t="46947" x="5207000" y="5911850"/>
          <p14:tracePt t="46963" x="5213350" y="5911850"/>
          <p14:tracePt t="46985" x="5219700" y="5911850"/>
          <p14:tracePt t="46996" x="5226050" y="5911850"/>
          <p14:tracePt t="47028" x="5232400" y="5911850"/>
          <p14:tracePt t="47056" x="5238750" y="5911850"/>
          <p14:tracePt t="47098" x="5245100" y="5911850"/>
          <p14:tracePt t="47127" x="5257800" y="5911850"/>
          <p14:tracePt t="47154" x="5264150" y="5911850"/>
          <p14:tracePt t="47168" x="5270500" y="5911850"/>
          <p14:tracePt t="47197" x="5276850" y="5911850"/>
          <p14:tracePt t="47225" x="5283200" y="5911850"/>
          <p14:tracePt t="47274" x="5289550" y="5911850"/>
          <p14:tracePt t="47407" x="5283200" y="5911850"/>
          <p14:tracePt t="47436" x="5276850" y="5911850"/>
          <p14:tracePt t="47456" x="5270500" y="5911850"/>
          <p14:tracePt t="47485" x="5264150" y="5911850"/>
          <p14:tracePt t="47505" x="5264150" y="5924550"/>
          <p14:tracePt t="47520" x="5264150" y="5930900"/>
          <p14:tracePt t="47548" x="5270500" y="5943600"/>
          <p14:tracePt t="47554" x="5276850" y="5949950"/>
          <p14:tracePt t="47569" x="5289550" y="5956300"/>
          <p14:tracePt t="47577" x="5295900" y="5969000"/>
          <p14:tracePt t="47594" x="5314950" y="5988050"/>
          <p14:tracePt t="47612" x="5359400" y="6019800"/>
          <p14:tracePt t="47628" x="5403850" y="6051550"/>
          <p14:tracePt t="47644" x="5422900" y="6064250"/>
          <p14:tracePt t="47661" x="5467350" y="6096000"/>
          <p14:tracePt t="47677" x="5480050" y="6102350"/>
          <p14:tracePt t="47695" x="5505450" y="6115050"/>
          <p14:tracePt t="47759" x="5499100" y="6115050"/>
          <p14:tracePt t="47765" x="5492750" y="6115050"/>
          <p14:tracePt t="47780" x="5486400" y="6115050"/>
          <p14:tracePt t="47794" x="5480050" y="6115050"/>
          <p14:tracePt t="47810" x="5473700" y="6108700"/>
          <p14:tracePt t="47827" x="5467350" y="6102350"/>
          <p14:tracePt t="47843" x="5448300" y="6089650"/>
          <p14:tracePt t="47860" x="5422900" y="6070600"/>
          <p14:tracePt t="47877" x="5397500" y="6051550"/>
          <p14:tracePt t="47893" x="5384800" y="6038850"/>
          <p14:tracePt t="47910" x="5372100" y="6026150"/>
          <p14:tracePt t="47927" x="5359400" y="6026150"/>
          <p14:tracePt t="48017" x="5359400" y="6032500"/>
          <p14:tracePt t="48039" x="5365750" y="6038850"/>
          <p14:tracePt t="48046" x="5372100" y="6038850"/>
          <p14:tracePt t="48063" x="5378450" y="6045200"/>
          <p14:tracePt t="48076" x="5384800" y="6051550"/>
          <p14:tracePt t="48092" x="5397500" y="6057900"/>
          <p14:tracePt t="48110" x="5429250" y="6089650"/>
          <p14:tracePt t="48126" x="5441950" y="6096000"/>
          <p14:tracePt t="48143" x="5454650" y="6102350"/>
          <p14:tracePt t="48159" x="5467350" y="6115050"/>
          <p14:tracePt t="48201" x="5461000" y="6115050"/>
          <p14:tracePt t="48209" x="5454650" y="6115050"/>
          <p14:tracePt t="48225" x="5454650" y="6108700"/>
          <p14:tracePt t="48243" x="5441950" y="6108700"/>
          <p14:tracePt t="48259" x="5416550" y="6083300"/>
          <p14:tracePt t="48276" x="5410200" y="6064250"/>
          <p14:tracePt t="48292" x="5397500" y="6051550"/>
          <p14:tracePt t="48309" x="5391150" y="6038850"/>
          <p14:tracePt t="48325" x="5384800" y="6032500"/>
          <p14:tracePt t="48362" x="5391150" y="6032500"/>
          <p14:tracePt t="48369" x="5397500" y="6045200"/>
          <p14:tracePt t="48398" x="5403850" y="6051550"/>
          <p14:tracePt t="48412" x="5403850" y="6057900"/>
          <p14:tracePt t="48440" x="5410200" y="6064250"/>
          <p14:tracePt t="48509" x="5410200" y="6057900"/>
          <p14:tracePt t="48531" x="5410200" y="6051550"/>
          <p14:tracePt t="48552" x="5403850" y="6038850"/>
          <p14:tracePt t="48559" x="5397500" y="6026150"/>
          <p14:tracePt t="48573" x="5391150" y="6013450"/>
          <p14:tracePt t="48580" x="5384800" y="5994400"/>
          <p14:tracePt t="48595" x="5378450" y="5975350"/>
          <p14:tracePt t="48608" x="5359400" y="5943600"/>
          <p14:tracePt t="48624" x="5353050" y="5930900"/>
          <p14:tracePt t="48641" x="5340350" y="5918200"/>
          <p14:tracePt t="48658" x="5321300" y="5886450"/>
          <p14:tracePt t="48674" x="5302250" y="5886450"/>
          <p14:tracePt t="48691" x="5289550" y="5880100"/>
          <p14:tracePt t="48707" x="5283200" y="5880100"/>
          <p14:tracePt t="48724" x="5270500" y="5880100"/>
          <p14:tracePt t="48762" x="5264150" y="5880100"/>
          <p14:tracePt t="49022" x="5257800" y="5880100"/>
          <p14:tracePt t="49050" x="5245100" y="5880100"/>
          <p14:tracePt t="49065" x="5238750" y="5880100"/>
          <p14:tracePt t="49093" x="5226050" y="5880100"/>
          <p14:tracePt t="49114" x="5219700" y="5880100"/>
          <p14:tracePt t="49120" x="5213350" y="5880100"/>
          <p14:tracePt t="49142" x="5207000" y="5880100"/>
          <p14:tracePt t="49163" x="5194300" y="5880100"/>
          <p14:tracePt t="49170" x="5181600" y="5880100"/>
          <p14:tracePt t="49184" x="5168900" y="5880100"/>
          <p14:tracePt t="49192" x="5156200" y="5880100"/>
          <p14:tracePt t="49206" x="5137150" y="5880100"/>
          <p14:tracePt t="49222" x="5124450" y="5880100"/>
          <p14:tracePt t="49239" x="5080000" y="5880100"/>
          <p14:tracePt t="49255" x="5054600" y="5880100"/>
          <p14:tracePt t="49272" x="5048250" y="5880100"/>
          <p14:tracePt t="49289" x="5035550" y="5886450"/>
          <p14:tracePt t="49305" x="5022850" y="5892800"/>
          <p14:tracePt t="49339" x="5016500" y="5899150"/>
          <p14:tracePt t="49355" x="5016500" y="5905500"/>
          <p14:tracePt t="49375" x="5016500" y="5911850"/>
          <p14:tracePt t="49402" x="5016500" y="5918200"/>
          <p14:tracePt t="49444" x="5022850" y="5924550"/>
          <p14:tracePt t="49472" x="5029200" y="5930900"/>
          <p14:tracePt t="49486" x="5029200" y="5937250"/>
          <p14:tracePt t="49507" x="5029200" y="5943600"/>
          <p14:tracePt t="49522" x="5029200" y="5949950"/>
          <p14:tracePt t="49542" x="5029200" y="5956300"/>
          <p14:tracePt t="49556" x="5035550" y="5956300"/>
          <p14:tracePt t="49563" x="5035550" y="5962650"/>
          <p14:tracePt t="49577" x="5041900" y="5969000"/>
          <p14:tracePt t="49588" x="5041900" y="5975350"/>
          <p14:tracePt t="49608" x="5041900" y="5981700"/>
          <p14:tracePt t="49621" x="5041900" y="5988050"/>
          <p14:tracePt t="49637" x="5048250" y="6000750"/>
          <p14:tracePt t="49655" x="5054600" y="6026150"/>
          <p14:tracePt t="49671" x="5060950" y="6051550"/>
          <p14:tracePt t="49687" x="5067300" y="6083300"/>
          <p14:tracePt t="49704" x="5073650" y="6121400"/>
          <p14:tracePt t="49720" x="5080000" y="6146800"/>
          <p14:tracePt t="49737" x="5080000" y="6191250"/>
          <p14:tracePt t="49753" x="5086350" y="6235700"/>
          <p14:tracePt t="49770" x="5086350" y="6254750"/>
          <p14:tracePt t="49788" x="5086350" y="6280150"/>
          <p14:tracePt t="49804" x="5086350" y="6299200"/>
          <p14:tracePt t="49820" x="5086350" y="6311900"/>
          <p14:tracePt t="49837" x="5086350" y="6318250"/>
          <p14:tracePt t="49853" x="5086350" y="6324600"/>
          <p14:tracePt t="49870" x="5086350" y="6337300"/>
          <p14:tracePt t="49887" x="5092700" y="6350000"/>
          <p14:tracePt t="49920" x="5092700" y="6356350"/>
          <p14:tracePt t="49943" x="5092700" y="6362700"/>
          <p14:tracePt t="49978" x="5092700" y="6369050"/>
          <p14:tracePt t="50005" x="5099050" y="6375400"/>
          <p14:tracePt t="50034" x="5105400" y="6381750"/>
          <p14:tracePt t="50055" x="5111750" y="6381750"/>
          <p14:tracePt t="50070" x="5118100" y="6381750"/>
          <p14:tracePt t="50083" x="5124450" y="6381750"/>
          <p14:tracePt t="50097" x="5130800" y="6381750"/>
          <p14:tracePt t="50105" x="5137150" y="6381750"/>
          <p14:tracePt t="50120" x="5143500" y="6381750"/>
          <p14:tracePt t="50136" x="5156200" y="6375400"/>
          <p14:tracePt t="50153" x="5200650" y="6356350"/>
          <p14:tracePt t="50169" x="5219700" y="6350000"/>
          <p14:tracePt t="50185" x="5251450" y="6343650"/>
          <p14:tracePt t="50202" x="5302250" y="6318250"/>
          <p14:tracePt t="50219" x="5346700" y="6305550"/>
          <p14:tracePt t="50235" x="5372100" y="6299200"/>
          <p14:tracePt t="50252" x="5403850" y="6292850"/>
          <p14:tracePt t="50268" x="5422900" y="6286500"/>
          <p14:tracePt t="50302" x="5429250" y="6286500"/>
          <p14:tracePt t="50378" x="5429250" y="6280150"/>
          <p14:tracePt t="50399" x="5429250" y="6273800"/>
          <p14:tracePt t="50420" x="5435600" y="6267450"/>
          <p14:tracePt t="50427" x="5441950" y="6261100"/>
          <p14:tracePt t="50448" x="5448300" y="6254750"/>
          <p14:tracePt t="50455" x="5454650" y="6254750"/>
          <p14:tracePt t="50471" x="5454650" y="6248400"/>
          <p14:tracePt t="50484" x="5461000" y="6235700"/>
          <p14:tracePt t="50501" x="5486400" y="6197600"/>
          <p14:tracePt t="50518" x="5499100" y="6159500"/>
          <p14:tracePt t="50534" x="5511800" y="6134100"/>
          <p14:tracePt t="50553" x="5524500" y="6096000"/>
          <p14:tracePt t="50568" x="5524500" y="6064250"/>
          <p14:tracePt t="50584" x="5524500" y="6045200"/>
          <p14:tracePt t="50601" x="5524500" y="6007100"/>
          <p14:tracePt t="50617" x="5524500" y="5994400"/>
          <p14:tracePt t="50634" x="5518150" y="5981700"/>
          <p14:tracePt t="50651" x="5518150" y="5975350"/>
          <p14:tracePt t="50667" x="5518150" y="5969000"/>
          <p14:tracePt t="50757" x="5518150" y="5975350"/>
          <p14:tracePt t="50778" x="5524500" y="5975350"/>
          <p14:tracePt t="50806" x="5530850" y="5975350"/>
          <p14:tracePt t="50827" x="5537200" y="5981700"/>
          <p14:tracePt t="50849" x="5543550" y="5981700"/>
          <p14:tracePt t="50855" x="5549900" y="5981700"/>
          <p14:tracePt t="50877" x="5556250" y="5981700"/>
          <p14:tracePt t="50912" x="5562600" y="5981700"/>
          <p14:tracePt t="50918" x="5575300" y="5981700"/>
          <p14:tracePt t="50933" x="5588000" y="5981700"/>
          <p14:tracePt t="50949" x="5619750" y="5981700"/>
          <p14:tracePt t="50966" x="5638800" y="5981700"/>
          <p14:tracePt t="50983" x="5689600" y="5981700"/>
          <p14:tracePt t="50999" x="5746750" y="5981700"/>
          <p14:tracePt t="51017" x="5797550" y="5981700"/>
          <p14:tracePt t="51032" x="5816600" y="5981700"/>
          <p14:tracePt t="51049" x="5835650" y="5981700"/>
          <p14:tracePt t="51067" x="5861050" y="5981700"/>
          <p14:tracePt t="51082" x="5867400" y="5981700"/>
          <p14:tracePt t="51121" x="5867400" y="5988050"/>
          <p14:tracePt t="51151" x="5861050" y="5994400"/>
          <p14:tracePt t="51157" x="5861050" y="6000750"/>
          <p14:tracePt t="51172" x="5854700" y="6007100"/>
          <p14:tracePt t="51193" x="5848350" y="6013450"/>
          <p14:tracePt t="51202" x="5842000" y="6013450"/>
          <p14:tracePt t="51215" x="5842000" y="6019800"/>
          <p14:tracePt t="51232" x="5835650" y="6038850"/>
          <p14:tracePt t="51249" x="5829300" y="6051550"/>
          <p14:tracePt t="51265" x="5822950" y="6051550"/>
          <p14:tracePt t="51282" x="5803900" y="6083300"/>
          <p14:tracePt t="51298" x="5791200" y="6127750"/>
          <p14:tracePt t="51314" x="5778500" y="6159500"/>
          <p14:tracePt t="51332" x="5772150" y="6178550"/>
          <p14:tracePt t="51348" x="5753100" y="6242050"/>
          <p14:tracePt t="51365" x="5746750" y="6261100"/>
          <p14:tracePt t="51382" x="5734050" y="6292850"/>
          <p14:tracePt t="51398" x="5734050" y="6305550"/>
          <p14:tracePt t="51415" x="5727700" y="6337300"/>
          <p14:tracePt t="51432" x="5721350" y="6343650"/>
          <p14:tracePt t="51448" x="5721350" y="6350000"/>
          <p14:tracePt t="51464" x="5715000" y="6362700"/>
          <p14:tracePt t="51481" x="5715000" y="6369050"/>
          <p14:tracePt t="51523" x="5708650" y="6375400"/>
          <p14:tracePt t="51565" x="5702300" y="6375400"/>
          <p14:tracePt t="51600" x="5695950" y="6375400"/>
          <p14:tracePt t="51642" x="5689600" y="6369050"/>
          <p14:tracePt t="51649" x="5689600" y="6362700"/>
          <p14:tracePt t="51670" x="5683250" y="6362700"/>
          <p14:tracePt t="51691" x="5676900" y="6350000"/>
          <p14:tracePt t="51719" x="5670550" y="6343650"/>
          <p14:tracePt t="51740" x="5664200" y="6337300"/>
          <p14:tracePt t="51754" x="5657850" y="6337300"/>
          <p14:tracePt t="51769" x="5651500" y="6330950"/>
          <p14:tracePt t="51782" x="5651500" y="6324600"/>
          <p14:tracePt t="51789" x="5645150" y="6318250"/>
          <p14:tracePt t="51804" x="5632450" y="6305550"/>
          <p14:tracePt t="51813" x="5626100" y="6299200"/>
          <p14:tracePt t="51830" x="5613400" y="6286500"/>
          <p14:tracePt t="51846" x="5594350" y="6267450"/>
          <p14:tracePt t="51864" x="5575300" y="6254750"/>
          <p14:tracePt t="51880" x="5556250" y="6248400"/>
          <p14:tracePt t="52176" x="5562600" y="6248400"/>
          <p14:tracePt t="52260" x="5562600" y="6242050"/>
          <p14:tracePt t="52274" x="5562600" y="6235700"/>
          <p14:tracePt t="52281" x="5556250" y="6229350"/>
          <p14:tracePt t="52302" x="5556250" y="6223000"/>
          <p14:tracePt t="52316" x="5556250" y="6216650"/>
          <p14:tracePt t="52327" x="5549900" y="6210300"/>
          <p14:tracePt t="52345" x="5537200" y="6203950"/>
          <p14:tracePt t="52361" x="5524500" y="6191250"/>
          <p14:tracePt t="52378" x="5505450" y="6165850"/>
          <p14:tracePt t="52395" x="5480050" y="6134100"/>
          <p14:tracePt t="52411" x="5467350" y="6121400"/>
          <p14:tracePt t="52428" x="5448300" y="6102350"/>
          <p14:tracePt t="52444" x="5435600" y="6096000"/>
          <p14:tracePt t="52478" x="5435600" y="6089650"/>
          <p14:tracePt t="52494" x="5441950" y="6089650"/>
          <p14:tracePt t="52511" x="5448300" y="6083300"/>
          <p14:tracePt t="52527" x="5473700" y="6083300"/>
          <p14:tracePt t="52544" x="5505450" y="6083300"/>
          <p14:tracePt t="52561" x="5530850" y="6076950"/>
          <p14:tracePt t="52577" x="5575300" y="6070600"/>
          <p14:tracePt t="52594" x="5600700" y="6070600"/>
          <p14:tracePt t="52611" x="5645150" y="6057900"/>
          <p14:tracePt t="52627" x="5676900" y="6057900"/>
          <p14:tracePt t="52644" x="5689600" y="6057900"/>
          <p14:tracePt t="52660" x="5702300" y="6057900"/>
          <p14:tracePt t="52694" x="5695950" y="6057900"/>
          <p14:tracePt t="52710" x="5676900" y="6057900"/>
          <p14:tracePt t="52727" x="5651500" y="6057900"/>
          <p14:tracePt t="52744" x="5613400" y="6051550"/>
          <p14:tracePt t="52760" x="5607050" y="6051550"/>
          <p14:tracePt t="52776" x="5562600" y="6051550"/>
          <p14:tracePt t="52795" x="5524500" y="6045200"/>
          <p14:tracePt t="52809" x="5499100" y="6045200"/>
          <p14:tracePt t="52826" x="5454650" y="6045200"/>
          <p14:tracePt t="52843" x="5416550" y="6057900"/>
          <p14:tracePt t="52860" x="5403850" y="6057900"/>
          <p14:tracePt t="52894" x="5384800" y="6070600"/>
          <p14:tracePt t="52948" x="5397500" y="6070600"/>
          <p14:tracePt t="52955" x="5403850" y="6070600"/>
          <p14:tracePt t="52977" x="5422900" y="6070600"/>
          <p14:tracePt t="52983" x="5429250" y="6070600"/>
          <p14:tracePt t="52998" x="5441950" y="6070600"/>
          <p14:tracePt t="53010" x="5454650" y="6070600"/>
          <p14:tracePt t="53026" x="5486400" y="6070600"/>
          <p14:tracePt t="53042" x="5492750" y="6070600"/>
          <p14:tracePt t="53059" x="5505450" y="6064250"/>
          <p14:tracePt t="53117" x="5499100" y="6064250"/>
          <p14:tracePt t="53145" x="5492750" y="6064250"/>
          <p14:tracePt t="53166" x="5480050" y="6064250"/>
          <p14:tracePt t="53194" x="5467350" y="6064250"/>
          <p14:tracePt t="53209" x="5461000" y="6064250"/>
          <p14:tracePt t="53243" x="5454650" y="6064250"/>
          <p14:tracePt t="53264" x="5448300" y="6064250"/>
          <p14:tracePt t="53286" x="5441950" y="6064250"/>
          <p14:tracePt t="53356" x="5448300" y="6070600"/>
          <p14:tracePt t="53377" x="5454650" y="6070600"/>
          <p14:tracePt t="53517" x="5448300" y="6070600"/>
          <p14:tracePt t="53552" x="5441950" y="6070600"/>
          <p14:tracePt t="57238" x="5435600" y="6076950"/>
          <p14:tracePt t="57260" x="5429250" y="6083300"/>
          <p14:tracePt t="57266" x="5422900" y="6089650"/>
          <p14:tracePt t="57281" x="5422900" y="6102350"/>
          <p14:tracePt t="57294" x="5422900" y="6108700"/>
          <p14:tracePt t="57311" x="5410200" y="6127750"/>
          <p14:tracePt t="57328" x="5403850" y="6146800"/>
          <p14:tracePt t="57344" x="5391150" y="6159500"/>
          <p14:tracePt t="57361" x="5378450" y="6178550"/>
          <p14:tracePt t="57378" x="5372100" y="6184900"/>
          <p14:tracePt t="57394" x="5365750" y="6197600"/>
          <p14:tracePt t="57410" x="5346700" y="6210300"/>
          <p14:tracePt t="57428" x="5327650" y="6229350"/>
          <p14:tracePt t="57444" x="5321300" y="6235700"/>
          <p14:tracePt t="57460" x="5314950" y="6248400"/>
          <p14:tracePt t="57477" x="5270500" y="6273800"/>
          <p14:tracePt t="57494" x="5257800" y="6286500"/>
          <p14:tracePt t="57510" x="5245100" y="6292850"/>
          <p14:tracePt t="57527" x="5207000" y="6305550"/>
          <p14:tracePt t="57543" x="5187950" y="6311900"/>
          <p14:tracePt t="57561" x="5181600" y="6311900"/>
          <p14:tracePt t="57576" x="5175250" y="6311900"/>
          <p14:tracePt t="57613" x="5168900" y="6311900"/>
          <p14:tracePt t="57653" x="5162550" y="6311900"/>
          <p14:tracePt t="57695" x="5156200" y="6305550"/>
          <p14:tracePt t="57807" x="5162550" y="6305550"/>
          <p14:tracePt t="57829" x="5168900" y="6299200"/>
          <p14:tracePt t="57849" x="5175250" y="6299200"/>
          <p14:tracePt t="57863" x="5181600" y="6299200"/>
          <p14:tracePt t="57870" x="5181600" y="6292850"/>
          <p14:tracePt t="57884" x="5187950" y="6292850"/>
          <p14:tracePt t="57893" x="5200650" y="6292850"/>
          <p14:tracePt t="57909" x="5207000" y="6286500"/>
          <p14:tracePt t="57926" x="5245100" y="6286500"/>
          <p14:tracePt t="57942" x="5264150" y="6286500"/>
          <p14:tracePt t="57959" x="5321300" y="6286500"/>
          <p14:tracePt t="57976" x="5353050" y="6286500"/>
          <p14:tracePt t="57992" x="5410200" y="6286500"/>
          <p14:tracePt t="58009" x="5448300" y="6286500"/>
          <p14:tracePt t="58025" x="5537200" y="6305550"/>
          <p14:tracePt t="58042" x="5568950" y="6311900"/>
          <p14:tracePt t="58058" x="5588000" y="6318250"/>
          <p14:tracePt t="58075" x="5645150" y="6324600"/>
          <p14:tracePt t="58092" x="5670550" y="6330950"/>
          <p14:tracePt t="58109" x="5695950" y="6330950"/>
          <p14:tracePt t="58125" x="5702300" y="6330950"/>
          <p14:tracePt t="58142" x="5702300" y="6324600"/>
          <p14:tracePt t="58158" x="5708650" y="6318250"/>
          <p14:tracePt t="58175" x="5708650" y="6305550"/>
          <p14:tracePt t="58178" x="5708650" y="6299200"/>
          <p14:tracePt t="58195" x="5708650" y="6292850"/>
          <p14:tracePt t="58214" x="5708650" y="6286500"/>
          <p14:tracePt t="58224" x="5708650" y="6280150"/>
          <p14:tracePt t="58241" x="5708650" y="6273800"/>
          <p14:tracePt t="58258" x="5708650" y="6267450"/>
          <p14:tracePt t="58278" x="5702300" y="6261100"/>
          <p14:tracePt t="58299" x="5689600" y="6261100"/>
          <p14:tracePt t="58307" x="5689600" y="6254750"/>
          <p14:tracePt t="58324" x="5676900" y="6254750"/>
          <p14:tracePt t="58341" x="5651500" y="6248400"/>
          <p14:tracePt t="58357" x="5632450" y="6248400"/>
          <p14:tracePt t="58374" x="5588000" y="6242050"/>
          <p14:tracePt t="58391" x="5543550" y="6235700"/>
          <p14:tracePt t="58407" x="5518150" y="6235700"/>
          <p14:tracePt t="58424" x="5499100" y="6235700"/>
          <p14:tracePt t="58440" x="5467350" y="6235700"/>
          <p14:tracePt t="58457" x="5429250" y="6229350"/>
          <p14:tracePt t="58474" x="5397500" y="6229350"/>
          <p14:tracePt t="58490" x="5391150" y="6223000"/>
          <p14:tracePt t="58507" x="5372100" y="6223000"/>
          <p14:tracePt t="58524" x="5359400" y="6216650"/>
          <p14:tracePt t="58540" x="5353050" y="6216650"/>
          <p14:tracePt t="58573" x="5346700" y="6216650"/>
          <p14:tracePt t="58608" x="5340350" y="6216650"/>
          <p14:tracePt t="58614" x="5334000" y="6216650"/>
          <p14:tracePt t="58671" x="5327650" y="6223000"/>
          <p14:tracePt t="58699" x="5327650" y="6229350"/>
          <p14:tracePt t="58720" x="5340350" y="6229350"/>
          <p14:tracePt t="58734" x="5346700" y="6229350"/>
          <p14:tracePt t="58742" x="5353050" y="6229350"/>
          <p14:tracePt t="58756" x="5378450" y="6235700"/>
          <p14:tracePt t="58773" x="5397500" y="6235700"/>
          <p14:tracePt t="58790" x="5467350" y="6242050"/>
          <p14:tracePt t="58805" x="5530850" y="6248400"/>
          <p14:tracePt t="58822" x="5562600" y="6248400"/>
          <p14:tracePt t="58840" x="5619750" y="6248400"/>
          <p14:tracePt t="58855" x="5638800" y="6248400"/>
          <p14:tracePt t="58872" x="5670550" y="6248400"/>
          <p14:tracePt t="58889" x="5683250" y="6248400"/>
          <p14:tracePt t="58905" x="5689600" y="6248400"/>
          <p14:tracePt t="58939" x="5695950" y="6248400"/>
          <p14:tracePt t="58955" x="5695950" y="6242050"/>
          <p14:tracePt t="58972" x="5695950" y="6235700"/>
          <p14:tracePt t="58988" x="5683250" y="6223000"/>
          <p14:tracePt t="59005" x="5676900" y="6216650"/>
          <p14:tracePt t="59022" x="5664200" y="6210300"/>
          <p14:tracePt t="59038" x="5638800" y="6197600"/>
          <p14:tracePt t="59055" x="5613400" y="6191250"/>
          <p14:tracePt t="59072" x="5575300" y="6184900"/>
          <p14:tracePt t="59088" x="5530850" y="6178550"/>
          <p14:tracePt t="59105" x="5511800" y="6178550"/>
          <p14:tracePt t="59122" x="5480050" y="6178550"/>
          <p14:tracePt t="59138" x="5461000" y="6178550"/>
          <p14:tracePt t="59156" x="5422900" y="6191250"/>
          <p14:tracePt t="59171" x="5410200" y="6197600"/>
          <p14:tracePt t="59188" x="5397500" y="6203950"/>
          <p14:tracePt t="59192" x="5391150" y="6203950"/>
          <p14:tracePt t="59205" x="5378450" y="6210300"/>
          <p14:tracePt t="59221" x="5365750" y="6216650"/>
          <p14:tracePt t="59254" x="5353050" y="6223000"/>
          <p14:tracePt t="59271" x="5346700" y="6229350"/>
          <p14:tracePt t="59303" x="5334000" y="6235700"/>
          <p14:tracePt t="59352" x="5327650" y="6235700"/>
          <p14:tracePt t="59373" x="5321300" y="6242050"/>
          <p14:tracePt t="59394" x="5321300" y="6248400"/>
          <p14:tracePt t="59443" x="5321300" y="6254750"/>
          <p14:tracePt t="59464" x="5327650" y="6254750"/>
          <p14:tracePt t="59472" x="5327650" y="6261100"/>
          <p14:tracePt t="59478" x="5334000" y="6261100"/>
          <p14:tracePt t="59756" x="5346700" y="6254750"/>
          <p14:tracePt t="59763" x="5359400" y="6223000"/>
          <p14:tracePt t="59777" x="5372100" y="6210300"/>
          <p14:tracePt t="59791" x="5391150" y="6191250"/>
          <p14:tracePt t="59802" x="5397500" y="6165850"/>
          <p14:tracePt t="59819" x="5403850" y="6146800"/>
          <p14:tracePt t="59835" x="5410200" y="6115050"/>
          <p14:tracePt t="59852" x="5416550" y="6070600"/>
          <p14:tracePt t="59869" x="5422900" y="6019800"/>
          <p14:tracePt t="59885" x="5422900" y="6000750"/>
          <p14:tracePt t="59902" x="5422900" y="5949950"/>
          <p14:tracePt t="59919" x="5416550" y="5905500"/>
          <p14:tracePt t="59936" x="5410200" y="5892800"/>
          <p14:tracePt t="59952" x="5403850" y="5873750"/>
          <p14:tracePt t="59968" x="5397500" y="5867400"/>
          <p14:tracePt t="59985" x="5397500" y="5861050"/>
          <p14:tracePt t="60002" x="5391150" y="5861050"/>
          <p14:tracePt t="60128" x="5391150" y="5854700"/>
          <p14:tracePt t="60149" x="5397500" y="5848350"/>
          <p14:tracePt t="60155" x="5397500" y="5842000"/>
          <p14:tracePt t="60171" x="5397500" y="5835650"/>
          <p14:tracePt t="60198" x="5397500" y="5829300"/>
          <p14:tracePt t="60205" x="5397500" y="5822950"/>
          <p14:tracePt t="60227" x="5403850" y="5816600"/>
          <p14:tracePt t="60353" x="5403850" y="5829300"/>
          <p14:tracePt t="60374" x="5403850" y="5842000"/>
          <p14:tracePt t="60388" x="5403850" y="5848350"/>
          <p14:tracePt t="60402" x="5403850" y="5854700"/>
          <p14:tracePt t="60409" x="5403850" y="5880100"/>
          <p14:tracePt t="60422" x="5403850" y="5899150"/>
          <p14:tracePt t="60437" x="5403850" y="5918200"/>
          <p14:tracePt t="60453" x="5403850" y="5937250"/>
          <p14:tracePt t="60467" x="5403850" y="5969000"/>
          <p14:tracePt t="60483" x="5403850" y="5988050"/>
          <p14:tracePt t="60501" x="5410200" y="6026150"/>
          <p14:tracePt t="60516" x="5410200" y="6038850"/>
          <p14:tracePt t="60533" x="5416550" y="6051550"/>
          <p14:tracePt t="60550" x="5416550" y="6070600"/>
          <p14:tracePt t="60566" x="5416550" y="6076950"/>
          <p14:tracePt t="60584" x="5416550" y="6083300"/>
          <p14:tracePt t="60599" x="5416550" y="6089650"/>
          <p14:tracePt t="60676" x="5422900" y="6089650"/>
          <p14:tracePt t="60704" x="5429250" y="6089650"/>
          <p14:tracePt t="60725" x="5441950" y="6089650"/>
          <p14:tracePt t="60753" x="5448300" y="6089650"/>
          <p14:tracePt t="60788" x="5454650" y="6083300"/>
          <p14:tracePt t="60802" x="5454650" y="6076950"/>
          <p14:tracePt t="60809" x="5461000" y="6076950"/>
          <p14:tracePt t="60823" x="5467350" y="6070600"/>
          <p14:tracePt t="60837" x="5473700" y="6070600"/>
          <p14:tracePt t="60858" x="5480050" y="6064250"/>
          <p14:tracePt t="60872" x="5486400" y="6057900"/>
          <p14:tracePt t="60893" x="5492750" y="6045200"/>
          <p14:tracePt t="60902" x="5492750" y="6038850"/>
          <p14:tracePt t="60915" x="5499100" y="6026150"/>
          <p14:tracePt t="60932" x="5505450" y="6000750"/>
          <p14:tracePt t="60949" x="5505450" y="5988050"/>
          <p14:tracePt t="60966" x="5505450" y="5969000"/>
          <p14:tracePt t="60982" x="5505450" y="5962650"/>
          <p14:tracePt t="61034" x="5505450" y="5969000"/>
          <p14:tracePt t="61055" x="5505450" y="5975350"/>
          <p14:tracePt t="61068" x="5505450" y="5981700"/>
          <p14:tracePt t="61083" x="5505450" y="5994400"/>
          <p14:tracePt t="61090" x="5511800" y="6007100"/>
          <p14:tracePt t="61104" x="5524500" y="6026150"/>
          <p14:tracePt t="61118" x="5524500" y="6045200"/>
          <p14:tracePt t="61134" x="5537200" y="6070600"/>
          <p14:tracePt t="61147" x="5568950" y="6127750"/>
          <p14:tracePt t="61164" x="5594350" y="6172200"/>
          <p14:tracePt t="61182" x="5645150" y="6242050"/>
          <p14:tracePt t="61197" x="5702300" y="6299200"/>
          <p14:tracePt t="61214" x="5715000" y="6311900"/>
          <p14:tracePt t="61231" x="5759450" y="6350000"/>
          <p14:tracePt t="61247" x="5791200" y="6369050"/>
          <p14:tracePt t="61264" x="5816600" y="6388100"/>
          <p14:tracePt t="61281" x="5829300" y="6394450"/>
          <p14:tracePt t="61297" x="5848350" y="6400800"/>
          <p14:tracePt t="61314" x="5848350" y="6407150"/>
          <p14:tracePt t="61330" x="5854700" y="6407150"/>
          <p14:tracePt t="61469" x="5848350" y="6407150"/>
          <p14:tracePt t="61483" x="5842000" y="6407150"/>
          <p14:tracePt t="61490" x="5835650" y="6407150"/>
          <p14:tracePt t="61518" x="5829300" y="6407150"/>
          <p14:tracePt t="61525" x="5822950" y="6407150"/>
          <p14:tracePt t="61539" x="5816600" y="6400800"/>
          <p14:tracePt t="61549" x="5810250" y="6400800"/>
          <p14:tracePt t="61562" x="5803900" y="6400800"/>
          <p14:tracePt t="61579" x="5772150" y="6388100"/>
          <p14:tracePt t="61596" x="5734050" y="6381750"/>
          <p14:tracePt t="61613" x="5702300" y="6375400"/>
          <p14:tracePt t="61630" x="5670550" y="6362700"/>
          <p14:tracePt t="61645" x="5588000" y="6350000"/>
          <p14:tracePt t="61663" x="5537200" y="6337300"/>
          <p14:tracePt t="61680" x="5454650" y="6330950"/>
          <p14:tracePt t="61696" x="5416550" y="6324600"/>
          <p14:tracePt t="61713" x="5378450" y="6324600"/>
          <p14:tracePt t="61729" x="5314950" y="6311900"/>
          <p14:tracePt t="61745" x="5295900" y="6311900"/>
          <p14:tracePt t="61762" x="5270500" y="6311900"/>
          <p14:tracePt t="61778" x="5238750" y="6311900"/>
          <p14:tracePt t="61795" x="5226050" y="6311900"/>
          <p14:tracePt t="61813" x="5213350" y="6311900"/>
          <p14:tracePt t="61828" x="5207000" y="6311900"/>
          <p14:tracePt t="61845" x="5200650" y="6311900"/>
          <p14:tracePt t="61862" x="5187950" y="6311900"/>
          <p14:tracePt t="61878" x="5181600" y="6311900"/>
          <p14:tracePt t="61925" x="5175250" y="6311900"/>
          <p14:tracePt t="62023" x="5181600" y="6311900"/>
          <p14:tracePt t="62030" x="5194300" y="6311900"/>
          <p14:tracePt t="62046" x="5226050" y="6311900"/>
          <p14:tracePt t="62059" x="5251450" y="6311900"/>
          <p14:tracePt t="62073" x="5289550" y="6311900"/>
          <p14:tracePt t="62081" x="5334000" y="6311900"/>
          <p14:tracePt t="62095" x="5384800" y="6311900"/>
          <p14:tracePt t="62111" x="5422900" y="6305550"/>
          <p14:tracePt t="62129" x="5518150" y="6292850"/>
          <p14:tracePt t="62144" x="5543550" y="6292850"/>
          <p14:tracePt t="62161" x="5575300" y="6286500"/>
          <p14:tracePt t="62178" x="5626100" y="6280150"/>
          <p14:tracePt t="62194" x="5638800" y="6267450"/>
          <p14:tracePt t="62211" x="5651500" y="6267450"/>
          <p14:tracePt t="62227" x="5657850" y="6254750"/>
          <p14:tracePt t="62244" x="5664200" y="6248400"/>
          <p14:tracePt t="62276" x="5664200" y="6242050"/>
          <p14:tracePt t="62325" x="5657850" y="6235700"/>
          <p14:tracePt t="62333" x="5651500" y="6235700"/>
          <p14:tracePt t="62347" x="5645150" y="6229350"/>
          <p14:tracePt t="62374" x="5638800" y="6223000"/>
          <p14:tracePt t="62381" x="5632450" y="6210300"/>
          <p14:tracePt t="62393" x="5632450" y="6203950"/>
          <p14:tracePt t="65962" x="5632450" y="6197600"/>
          <p14:tracePt t="65976" x="5626100" y="6191250"/>
          <p14:tracePt t="65997" x="5619750" y="6178550"/>
          <p14:tracePt t="66004" x="5607050" y="6172200"/>
          <p14:tracePt t="66014" x="5607050" y="6159500"/>
          <p14:tracePt t="66031" x="5588000" y="6153150"/>
          <p14:tracePt t="66047" x="5581650" y="6140450"/>
          <p14:tracePt t="66064" x="5575300" y="6134100"/>
          <p14:tracePt t="66081" x="5556250" y="6121400"/>
          <p14:tracePt t="66097" x="5543550" y="6121400"/>
          <p14:tracePt t="66114" x="5543550" y="6115050"/>
          <p14:tracePt t="66131" x="5530850" y="6108700"/>
          <p14:tracePt t="66147" x="5524500" y="6096000"/>
          <p14:tracePt t="66180" x="5524500" y="6089650"/>
          <p14:tracePt t="66197" x="5518150" y="6083300"/>
          <p14:tracePt t="66242" x="5511800" y="6076950"/>
          <p14:tracePt t="66257" x="5511800" y="6070600"/>
          <p14:tracePt t="66278" x="5511800" y="6064250"/>
          <p14:tracePt t="66292" x="5511800" y="6057900"/>
          <p14:tracePt t="66314" x="5511800" y="6045200"/>
          <p14:tracePt t="66334" x="5511800" y="6038850"/>
          <p14:tracePt t="66354" x="5505450" y="6038850"/>
          <p14:tracePt t="66383" x="5499100" y="6032500"/>
          <p14:tracePt t="66418" x="5499100" y="6026150"/>
          <p14:tracePt t="66425" x="5492750" y="6026150"/>
          <p14:tracePt t="66453" x="5486400" y="6026150"/>
          <p14:tracePt t="66467" x="5480050" y="6026150"/>
          <p14:tracePt t="66474" x="5480050" y="6032500"/>
          <p14:tracePt t="66497" x="5467350" y="6032500"/>
          <p14:tracePt t="66517" x="5467350" y="6038850"/>
          <p14:tracePt t="66523" x="5454650" y="6038850"/>
          <p14:tracePt t="66538" x="5448300" y="6045200"/>
          <p14:tracePt t="66546" x="5435600" y="6051550"/>
          <p14:tracePt t="66562" x="5422900" y="6057900"/>
          <p14:tracePt t="66579" x="5391150" y="6064250"/>
          <p14:tracePt t="66595" x="5365750" y="6076950"/>
          <p14:tracePt t="66612" x="5353050" y="6076950"/>
          <p14:tracePt t="66629" x="5340350" y="6076950"/>
          <p14:tracePt t="66645" x="5340350" y="6070600"/>
          <p14:tracePt t="66662" x="5346700" y="6064250"/>
          <p14:tracePt t="66678" x="5372100" y="6051550"/>
          <p14:tracePt t="66695" x="5391150" y="6045200"/>
          <p14:tracePt t="66712" x="5435600" y="6032500"/>
          <p14:tracePt t="66728" x="5473700" y="6013450"/>
          <p14:tracePt t="66745" x="5505450" y="6013450"/>
          <p14:tracePt t="66749" x="5518150" y="6007100"/>
          <p14:tracePt t="66762" x="5530850" y="6000750"/>
          <p14:tracePt t="66778" x="5556250" y="6000750"/>
          <p14:tracePt t="66840" x="5549900" y="6000750"/>
          <p14:tracePt t="66846" x="5543550" y="6000750"/>
          <p14:tracePt t="66853" x="5537200" y="6000750"/>
          <p14:tracePt t="66868" x="5530850" y="6000750"/>
          <p14:tracePt t="66877" x="5518150" y="6000750"/>
          <p14:tracePt t="66894" x="5518150" y="6007100"/>
          <p14:tracePt t="66911" x="5505450" y="6007100"/>
          <p14:tracePt t="66928" x="5486400" y="6007100"/>
          <p14:tracePt t="66961" x="5473700" y="6007100"/>
          <p14:tracePt t="66977" x="5467350" y="6007100"/>
          <p14:tracePt t="66997" x="5467350" y="6013450"/>
          <p14:tracePt t="67029" x="5461000" y="6019800"/>
          <p14:tracePt t="67057" x="5454650" y="6026150"/>
          <p14:tracePt t="67079" x="5448300" y="6026150"/>
          <p14:tracePt t="67085" x="5441950" y="6026150"/>
          <p14:tracePt t="67106" x="5435600" y="6026150"/>
          <p14:tracePt t="67128" x="5422900" y="6032500"/>
          <p14:tracePt t="67149" x="5422900" y="6038850"/>
          <p14:tracePt t="67155" x="5416550" y="6045200"/>
          <p14:tracePt t="67170" x="5410200" y="6045200"/>
          <p14:tracePt t="67177" x="5410200" y="6051550"/>
          <p14:tracePt t="67198" x="5397500" y="6057900"/>
          <p14:tracePt t="67225" x="5391150" y="6064250"/>
          <p14:tracePt t="67247" x="5384800" y="6070600"/>
          <p14:tracePt t="67268" x="5378450" y="6070600"/>
          <p14:tracePt t="67296" x="5372100" y="6076950"/>
          <p14:tracePt t="67311" x="5365750" y="6076950"/>
          <p14:tracePt t="67330" x="5359400" y="6083300"/>
          <p14:tracePt t="67338" x="5353050" y="6083300"/>
          <p14:tracePt t="67346" x="5346700" y="6083300"/>
          <p14:tracePt t="67360" x="5340350" y="6083300"/>
          <p14:tracePt t="67380" x="5327650" y="6083300"/>
          <p14:tracePt t="67393" x="5314950" y="6083300"/>
          <p14:tracePt t="67409" x="5276850" y="6070600"/>
          <p14:tracePt t="67426" x="5264150" y="6064250"/>
          <p14:tracePt t="67443" x="5226050" y="6045200"/>
          <p14:tracePt t="67459" x="5194300" y="6013450"/>
          <p14:tracePt t="67476" x="5181600" y="5994400"/>
          <p14:tracePt t="67493" x="5168900" y="5962650"/>
          <p14:tracePt t="67509" x="5168900" y="5937250"/>
          <p14:tracePt t="67526" x="5168900" y="5924550"/>
          <p14:tracePt t="67543" x="5168900" y="5905500"/>
          <p14:tracePt t="67559" x="5168900" y="5892800"/>
          <p14:tracePt t="67639" x="5175250" y="5892800"/>
          <p14:tracePt t="67689" x="5175250" y="5899150"/>
          <p14:tracePt t="67717" x="5175250" y="5905500"/>
          <p14:tracePt t="67738" x="5175250" y="5911850"/>
          <p14:tracePt t="67752" x="5181600" y="5918200"/>
          <p14:tracePt t="67780" x="5187950" y="5918200"/>
          <p14:tracePt t="67787" x="5194300" y="5924550"/>
          <p14:tracePt t="67810" x="5200650" y="5924550"/>
          <p14:tracePt t="67829" x="5207000" y="5924550"/>
          <p14:tracePt t="67851" x="5213350" y="5924550"/>
          <p14:tracePt t="67859" x="5219700" y="5924550"/>
          <p14:tracePt t="67893" x="5226050" y="5924550"/>
          <p14:tracePt t="67906" x="5232400" y="5924550"/>
          <p14:tracePt t="67928" x="5238750" y="5930900"/>
          <p14:tracePt t="67949" x="5245100" y="5930900"/>
          <p14:tracePt t="67963" x="5251450" y="5930900"/>
          <p14:tracePt t="67990" x="5257800" y="5937250"/>
          <p14:tracePt t="68047" x="5264150" y="5937250"/>
          <p14:tracePt t="68082" x="5270500" y="5937250"/>
          <p14:tracePt t="68110" x="5276850" y="5937250"/>
          <p14:tracePt t="68132" x="5276850" y="5930900"/>
          <p14:tracePt t="68173" x="5276850" y="5924550"/>
          <p14:tracePt t="68202" x="5270500" y="5924550"/>
          <p14:tracePt t="68230" x="5264150" y="5924550"/>
          <p14:tracePt t="68272" x="5257800" y="5924550"/>
          <p14:tracePt t="68314" x="5251450" y="5930900"/>
          <p14:tracePt t="68321" x="5251450" y="5937250"/>
          <p14:tracePt t="68328" x="5245100" y="5937250"/>
          <p14:tracePt t="68343" x="5245100" y="5943600"/>
          <p14:tracePt t="68356" x="5245100" y="5949950"/>
          <p14:tracePt t="68372" x="5245100" y="5956300"/>
          <p14:tracePt t="68398" x="5238750" y="5962650"/>
          <p14:tracePt t="68413" x="5232400" y="5962650"/>
          <p14:tracePt t="68441" x="5232400" y="5969000"/>
          <p14:tracePt t="68454" x="5226050" y="5975350"/>
          <p14:tracePt t="68468" x="5226050" y="5981700"/>
          <p14:tracePt t="68482" x="5226050" y="5988050"/>
          <p14:tracePt t="68492" x="5226050" y="5994400"/>
          <p14:tracePt t="68511" x="5226050" y="6007100"/>
          <p14:tracePt t="68531" x="5226050" y="6019800"/>
          <p14:tracePt t="68541" x="5226050" y="6032500"/>
          <p14:tracePt t="68555" x="5245100" y="6045200"/>
          <p14:tracePt t="68572" x="5251450" y="6057900"/>
          <p14:tracePt t="68589" x="5283200" y="6089650"/>
          <p14:tracePt t="68605" x="5334000" y="6108700"/>
          <p14:tracePt t="68623" x="5378450" y="6121400"/>
          <p14:tracePt t="68638" x="5403850" y="6121400"/>
          <p14:tracePt t="68655" x="5461000" y="6121400"/>
          <p14:tracePt t="68672" x="5511800" y="6121400"/>
          <p14:tracePt t="68688" x="5543550" y="6115050"/>
          <p14:tracePt t="68705" x="5594350" y="6102350"/>
          <p14:tracePt t="68722" x="5626100" y="6076950"/>
          <p14:tracePt t="68738" x="5638800" y="6057900"/>
          <p14:tracePt t="68755" x="5651500" y="6045200"/>
          <p14:tracePt t="68771" x="5676900" y="6000750"/>
          <p14:tracePt t="68788" x="5676900" y="5988050"/>
          <p14:tracePt t="68792" x="5676900" y="5975350"/>
          <p14:tracePt t="68808" x="5664200" y="5956300"/>
          <p14:tracePt t="68820" x="5657850" y="5943600"/>
          <p14:tracePt t="68838" x="5626100" y="5905500"/>
          <p14:tracePt t="68855" x="5575300" y="5886450"/>
          <p14:tracePt t="68871" x="5562600" y="5873750"/>
          <p14:tracePt t="68888" x="5511800" y="5867400"/>
          <p14:tracePt t="68904" x="5480050" y="5867400"/>
          <p14:tracePt t="68921" x="5467350" y="5867400"/>
          <p14:tracePt t="68938" x="5448300" y="5867400"/>
          <p14:tracePt t="68954" x="5429250" y="5880100"/>
          <p14:tracePt t="68971" x="5416550" y="5886450"/>
          <p14:tracePt t="68987" x="5410200" y="5905500"/>
          <p14:tracePt t="69004" x="5378450" y="5930900"/>
          <p14:tracePt t="69020" x="5372100" y="5943600"/>
          <p14:tracePt t="69037" x="5346700" y="5981700"/>
          <p14:tracePt t="69053" x="5327650" y="6019800"/>
          <p14:tracePt t="69070" x="5321300" y="6045200"/>
          <p14:tracePt t="69087" x="5314950" y="6089650"/>
          <p14:tracePt t="69103" x="5314950" y="6134100"/>
          <p14:tracePt t="69121" x="5314950" y="6172200"/>
          <p14:tracePt t="69136" x="5321300" y="6184900"/>
          <p14:tracePt t="69153" x="5334000" y="6203950"/>
          <p14:tracePt t="69171" x="5384800" y="6248400"/>
          <p14:tracePt t="69186" x="5403850" y="6267450"/>
          <p14:tracePt t="69203" x="5429250" y="6273800"/>
          <p14:tracePt t="69220" x="5480050" y="6280150"/>
          <p14:tracePt t="69236" x="5530850" y="6280150"/>
          <p14:tracePt t="69253" x="5549900" y="6273800"/>
          <p14:tracePt t="69270" x="5588000" y="6248400"/>
          <p14:tracePt t="69286" x="5607050" y="6242050"/>
          <p14:tracePt t="69303" x="5607050" y="6223000"/>
          <p14:tracePt t="69319" x="5607050" y="6210300"/>
          <p14:tracePt t="69336" x="5607050" y="6197600"/>
          <p14:tracePt t="69353" x="5588000" y="6165850"/>
          <p14:tracePt t="69369" x="5575300" y="6159500"/>
          <p14:tracePt t="69386" x="5537200" y="6134100"/>
          <p14:tracePt t="69402" x="5499100" y="6115050"/>
          <p14:tracePt t="69419" x="5480050" y="6108700"/>
          <p14:tracePt t="69436" x="5461000" y="6108700"/>
          <p14:tracePt t="69452" x="5429250" y="6108700"/>
          <p14:tracePt t="69469" x="5403850" y="6108700"/>
          <p14:tracePt t="69486" x="5359400" y="6108700"/>
          <p14:tracePt t="69502" x="5327650" y="6108700"/>
          <p14:tracePt t="69519" x="5213350" y="6115050"/>
          <p14:tracePt t="69536" x="5022850" y="6121400"/>
          <p14:tracePt t="69552" x="4895850" y="6134100"/>
          <p14:tracePt t="69569" x="4622800" y="6134100"/>
          <p14:tracePt t="69585" x="4222750" y="6184900"/>
          <p14:tracePt t="69602" x="4032250" y="6197600"/>
          <p14:tracePt t="69619" x="3746500" y="6210300"/>
          <p14:tracePt t="69634" x="3556000" y="6229350"/>
          <p14:tracePt t="69652" x="3486150" y="6235700"/>
          <p14:tracePt t="69669" x="3384550" y="6248400"/>
          <p14:tracePt t="69685" x="3340100" y="6254750"/>
          <p14:tracePt t="69701" x="3327400" y="6254750"/>
          <p14:tracePt t="69718" x="3321050" y="6254750"/>
          <p14:tracePt t="69768" x="3321050" y="6261100"/>
          <p14:tracePt t="69789" x="3308350" y="6261100"/>
          <p14:tracePt t="69838" x="3302000" y="6261100"/>
          <p14:tracePt t="69866" x="3295650" y="6261100"/>
          <p14:tracePt t="69964" x="3295650" y="6254750"/>
          <p14:tracePt t="70000" x="3295650" y="6248400"/>
          <p14:tracePt t="70027" x="3295650" y="6242050"/>
          <p14:tracePt t="70055" x="3295650" y="6235700"/>
          <p14:tracePt t="70098" x="3295650" y="6229350"/>
          <p14:tracePt t="70126" x="3295650" y="6216650"/>
          <p14:tracePt t="70147" x="3302000" y="6216650"/>
          <p14:tracePt t="70153" x="3302000" y="6210300"/>
          <p14:tracePt t="70175" x="3302000" y="6203950"/>
          <p14:tracePt t="70189" x="3302000" y="6197600"/>
          <p14:tracePt t="70218" x="3308350" y="6191250"/>
          <p14:tracePt t="70238" x="3308350" y="6184900"/>
          <p14:tracePt t="70245" x="3314700" y="6184900"/>
          <p14:tracePt t="70267" x="3314700" y="6178550"/>
          <p14:tracePt t="70281" x="3314700" y="6172200"/>
          <p14:tracePt t="70294" x="3314700" y="6165850"/>
          <p14:tracePt t="70315" x="3314700" y="6159500"/>
          <p14:tracePt t="70350" x="3314700" y="6153150"/>
          <p14:tracePt t="70385" x="3308350" y="6153150"/>
          <p14:tracePt t="70407" x="3302000" y="6153150"/>
          <p14:tracePt t="70421" x="3295650" y="6146800"/>
          <p14:tracePt t="70427" x="3289300" y="6146800"/>
          <p14:tracePt t="70436" x="3276600" y="6140450"/>
          <p14:tracePt t="70452" x="3270250" y="6140450"/>
          <p14:tracePt t="70465" x="3244850" y="6134100"/>
          <p14:tracePt t="70484" x="3194050" y="6127750"/>
          <p14:tracePt t="70499" x="3136900" y="6102350"/>
          <p14:tracePt t="70515" x="3092450" y="6096000"/>
          <p14:tracePt t="70532" x="3003550" y="6083300"/>
          <p14:tracePt t="70548" x="2908300" y="6070600"/>
          <p14:tracePt t="70565" x="2870200" y="6070600"/>
          <p14:tracePt t="70582" x="2800350" y="6057900"/>
          <p14:tracePt t="70598" x="2749550" y="6051550"/>
          <p14:tracePt t="70615" x="2730500" y="6051550"/>
          <p14:tracePt t="70632" x="2705100" y="6057900"/>
          <p14:tracePt t="70648" x="2698750" y="6070600"/>
          <p14:tracePt t="70665" x="2692400" y="6076950"/>
          <p14:tracePt t="70682" x="2692400" y="6096000"/>
          <p14:tracePt t="70698" x="2692400" y="6102350"/>
          <p14:tracePt t="70716" x="2692400" y="6115050"/>
          <p14:tracePt t="70731" x="2692400" y="6121400"/>
          <p14:tracePt t="70748" x="2698750" y="6127750"/>
          <p14:tracePt t="70765" x="2698750" y="6140450"/>
          <p14:tracePt t="70782" x="2705100" y="6146800"/>
          <p14:tracePt t="70785" x="2711450" y="6159500"/>
          <p14:tracePt t="70801" x="2711450" y="6172200"/>
          <p14:tracePt t="70814" x="2717800" y="6191250"/>
          <p14:tracePt t="70831" x="2730500" y="6242050"/>
          <p14:tracePt t="70848" x="2743200" y="6273800"/>
          <p14:tracePt t="70864" x="2768600" y="6356350"/>
          <p14:tracePt t="70881" x="2794000" y="6457950"/>
          <p14:tracePt t="70898" x="2825750" y="6553200"/>
          <p14:tracePt t="70914" x="2832100" y="6591300"/>
          <p14:tracePt t="70930" x="2838450" y="6673850"/>
          <p14:tracePt t="70947" x="2857500" y="6724650"/>
          <p14:tracePt t="70964" x="2863850" y="6743700"/>
          <p14:tracePt t="70982" x="2870200" y="6756400"/>
          <p14:tracePt t="70997" x="2882900" y="6781800"/>
          <p14:tracePt t="71013" x="2882900" y="6788150"/>
          <p14:tracePt t="71031" x="2882900" y="6794500"/>
          <p14:tracePt t="71046" x="2882900" y="6800850"/>
          <p14:tracePt t="71063" x="2889250" y="6800850"/>
          <p14:tracePt t="71097" x="2895600" y="6800850"/>
          <p14:tracePt t="71123" x="2901950" y="6800850"/>
          <p14:tracePt t="71132" x="2908300" y="6800850"/>
          <p14:tracePt t="71146" x="2914650" y="6800850"/>
          <p14:tracePt t="71162" x="2914650" y="6794500"/>
          <p14:tracePt t="71180" x="2927350" y="6794500"/>
          <p14:tracePt t="71196" x="2927350" y="6788150"/>
          <p14:tracePt t="71213" x="2952750" y="6781800"/>
          <p14:tracePt t="71229" x="2984500" y="6775450"/>
          <p14:tracePt t="71246" x="3016250" y="6762750"/>
          <p14:tracePt t="71263" x="3092450" y="6737350"/>
          <p14:tracePt t="71279" x="3187700" y="6711950"/>
          <p14:tracePt t="71296" x="3251200" y="6692900"/>
          <p14:tracePt t="71313" x="3378200" y="6642100"/>
          <p14:tracePt t="71329" x="3441700" y="6623050"/>
          <p14:tracePt t="71346" x="3549650" y="6597650"/>
          <p14:tracePt t="71362" x="3613150" y="6584950"/>
          <p14:tracePt t="71379" x="3638550" y="6578600"/>
          <p14:tracePt t="71396" x="3676650" y="6565900"/>
          <p14:tracePt t="71412" x="3689350" y="6559550"/>
          <p14:tracePt t="71429" x="3695700" y="6559550"/>
          <p14:tracePt t="71446" x="3702050" y="6559550"/>
          <p14:tracePt t="71488" x="3695700" y="6559550"/>
          <p14:tracePt t="71502" x="3689350" y="6559550"/>
          <p14:tracePt t="71522" x="3676650" y="6559550"/>
          <p14:tracePt t="71530" x="3670300" y="6559550"/>
          <p14:tracePt t="71543" x="3657600" y="6559550"/>
          <p14:tracePt t="71550" x="3651250" y="6559550"/>
          <p14:tracePt t="71561" x="3638550" y="6559550"/>
          <p14:tracePt t="71579" x="3625850" y="6559550"/>
          <p14:tracePt t="71595" x="3613150" y="6559550"/>
          <p14:tracePt t="71611" x="3594100" y="6559550"/>
          <p14:tracePt t="71629" x="3530600" y="6546850"/>
          <p14:tracePt t="71645" x="3511550" y="6546850"/>
          <p14:tracePt t="71661" x="3479800" y="6546850"/>
          <p14:tracePt t="71678" x="3422650" y="6546850"/>
          <p14:tracePt t="71694" x="3352800" y="6540500"/>
          <p14:tracePt t="71712" x="3314700" y="6540500"/>
          <p14:tracePt t="71728" x="3244850" y="6534150"/>
          <p14:tracePt t="71744" x="3194050" y="6521450"/>
          <p14:tracePt t="71761" x="3155950" y="6496050"/>
          <p14:tracePt t="71777" x="3143250" y="6489700"/>
          <p14:tracePt t="71794" x="3130550" y="6483350"/>
          <p14:tracePt t="71811" x="3117850" y="6464300"/>
          <p14:tracePt t="71827" x="3117850" y="6451600"/>
          <p14:tracePt t="71844" x="3111500" y="6432550"/>
          <p14:tracePt t="71861" x="3098800" y="6394450"/>
          <p14:tracePt t="71877" x="3092450" y="6356350"/>
          <p14:tracePt t="71894" x="3073400" y="6324600"/>
          <p14:tracePt t="71910" x="3003550" y="6178550"/>
          <p14:tracePt t="71927" x="2965450" y="6121400"/>
          <p14:tracePt t="71944" x="2901950" y="6032500"/>
          <p14:tracePt t="71960" x="2876550" y="5988050"/>
          <p14:tracePt t="71977" x="2838450" y="5937250"/>
          <p14:tracePt t="71994" x="2806700" y="5911850"/>
          <p14:tracePt t="72010" x="2806700" y="5905500"/>
          <p14:tracePt t="72027" x="2800350" y="5905500"/>
          <p14:tracePt t="72043" x="2794000" y="5911850"/>
          <p14:tracePt t="72060" x="2794000" y="5918200"/>
          <p14:tracePt t="72077" x="2800350" y="5937250"/>
          <p14:tracePt t="72093" x="2800350" y="5962650"/>
          <p14:tracePt t="72110" x="2813050" y="5975350"/>
          <p14:tracePt t="72127" x="2819400" y="5994400"/>
          <p14:tracePt t="72143" x="2851150" y="6032500"/>
          <p14:tracePt t="72160" x="2870200" y="6045200"/>
          <p14:tracePt t="72176" x="2959100" y="6083300"/>
          <p14:tracePt t="72193" x="3079750" y="6134100"/>
          <p14:tracePt t="72209" x="3143250" y="6140450"/>
          <p14:tracePt t="72226" x="3251200" y="6172200"/>
          <p14:tracePt t="72243" x="3308350" y="6172200"/>
          <p14:tracePt t="72261" x="3441700" y="6153150"/>
          <p14:tracePt t="72275" x="3479800" y="6140450"/>
          <p14:tracePt t="72293" x="3511550" y="6127750"/>
          <p14:tracePt t="72296" x="3543300" y="6121400"/>
          <p14:tracePt t="72309" x="3556000" y="6102350"/>
          <p14:tracePt t="72326" x="3600450" y="6076950"/>
          <p14:tracePt t="72342" x="3613150" y="6064250"/>
          <p14:tracePt t="72359" x="3632200" y="6038850"/>
          <p14:tracePt t="72375" x="3644900" y="6013450"/>
          <p14:tracePt t="72393" x="3651250" y="6007100"/>
          <p14:tracePt t="72409" x="3657600" y="5994400"/>
          <p14:tracePt t="72425" x="3663950" y="5994400"/>
          <p14:tracePt t="72458" x="3663950" y="6000750"/>
          <p14:tracePt t="72475" x="3670300" y="6019800"/>
          <p14:tracePt t="72492" x="3670300" y="6057900"/>
          <p14:tracePt t="72508" x="3676650" y="6076950"/>
          <p14:tracePt t="72525" x="3683000" y="6096000"/>
          <p14:tracePt t="72542" x="3740150" y="6216650"/>
          <p14:tracePt t="72558" x="3759200" y="6248400"/>
          <p14:tracePt t="72576" x="3822700" y="6337300"/>
          <p14:tracePt t="72591" x="3867150" y="6375400"/>
          <p14:tracePt t="72608" x="3943350" y="6426200"/>
          <p14:tracePt t="72625" x="4000500" y="6432550"/>
          <p14:tracePt t="72641" x="4108450" y="6451600"/>
          <p14:tracePt t="72658" x="4197350" y="6457950"/>
          <p14:tracePt t="72675" x="4279900" y="6457950"/>
          <p14:tracePt t="72691" x="4305300" y="6457950"/>
          <p14:tracePt t="72708" x="4356100" y="6457950"/>
          <p14:tracePt t="72724" x="4387850" y="6470650"/>
          <p14:tracePt t="72740" x="4400550" y="6470650"/>
          <p14:tracePt t="72758" x="4413250" y="6470650"/>
          <p14:tracePt t="72774" x="4413250" y="6477000"/>
          <p14:tracePt t="72791" x="4406900" y="6477000"/>
          <p14:tracePt t="72795" x="4387850" y="6477000"/>
          <p14:tracePt t="72810" x="4368800" y="6477000"/>
          <p14:tracePt t="72824" x="4337050" y="6477000"/>
          <p14:tracePt t="72841" x="4311650" y="6477000"/>
          <p14:tracePt t="72858" x="4235450" y="6464300"/>
          <p14:tracePt t="72873" x="4184650" y="6464300"/>
          <p14:tracePt t="72891" x="4083050" y="6451600"/>
          <p14:tracePt t="72907" x="4000500" y="6451600"/>
          <p14:tracePt t="72924" x="3975100" y="6451600"/>
          <p14:tracePt t="72941" x="3937000" y="6457950"/>
          <p14:tracePt t="72956" x="3930650" y="6464300"/>
          <p14:tracePt t="72998" x="3943350" y="6464300"/>
          <p14:tracePt t="73006" x="3968750" y="6451600"/>
          <p14:tracePt t="73023" x="4000500" y="6438900"/>
          <p14:tracePt t="73040" x="4076700" y="6375400"/>
          <p14:tracePt t="73057" x="4165600" y="6299200"/>
          <p14:tracePt t="73073" x="4203700" y="6254750"/>
          <p14:tracePt t="73090" x="4273550" y="6197600"/>
          <p14:tracePt t="73106" x="4305300" y="6178550"/>
          <p14:tracePt t="73124" x="4318000" y="6178550"/>
          <p14:tracePt t="73140" x="4318000" y="6203950"/>
          <p14:tracePt t="73156" x="4324350" y="6223000"/>
          <p14:tracePt t="73173" x="4362450" y="6362700"/>
          <p14:tracePt t="73189" x="4387850" y="6426200"/>
          <p14:tracePt t="73206" x="4419600" y="6496050"/>
          <p14:tracePt t="73223" x="4495800" y="6635750"/>
          <p14:tracePt t="73240" x="4572000" y="6750050"/>
          <p14:tracePt t="73258" x="4629150" y="6807200"/>
          <p14:tracePt t="73272" x="4648200" y="6819900"/>
          <p14:tracePt t="73288" x="4673600" y="6826250"/>
          <p14:tracePt t="73306" x="4699000" y="6826250"/>
          <p14:tracePt t="73322" x="4705350" y="6813550"/>
          <p14:tracePt t="73339" x="4718050" y="6788150"/>
          <p14:tracePt t="73356" x="4730750" y="6775450"/>
          <p14:tracePt t="73372" x="4737100" y="6762750"/>
          <p14:tracePt t="73389" x="4749800" y="6756400"/>
          <p14:tracePt t="73405" x="4762500" y="6737350"/>
          <p14:tracePt t="73422" x="4762500" y="6731000"/>
          <p14:tracePt t="73439" x="4762500" y="6724650"/>
          <p14:tracePt t="73456" x="4781550" y="6705600"/>
          <p14:tracePt t="73472" x="4787900" y="6705600"/>
          <p14:tracePt t="73489" x="4800600" y="6692900"/>
          <p14:tracePt t="73505" x="4806950" y="6686550"/>
          <p14:tracePt t="73522" x="4806950" y="6667500"/>
          <p14:tracePt t="73539" x="4806950" y="6635750"/>
          <p14:tracePt t="73555" x="4806950" y="6623050"/>
          <p14:tracePt t="73572" x="4787900" y="6572250"/>
          <p14:tracePt t="73589" x="4749800" y="6527800"/>
          <p14:tracePt t="73606" x="4737100" y="6515100"/>
          <p14:tracePt t="73622" x="4705350" y="6489700"/>
          <p14:tracePt t="73638" x="4679950" y="6470650"/>
          <p14:tracePt t="73655" x="4667250" y="6470650"/>
          <p14:tracePt t="73674" x="4660900" y="6464300"/>
          <p14:tracePt t="73688" x="4654550" y="6457950"/>
          <p14:tracePt t="73735" x="4654550" y="6451600"/>
          <p14:tracePt t="73798" x="4660900" y="6451600"/>
          <p14:tracePt t="73819" x="4667250" y="6451600"/>
          <p14:tracePt t="73861" x="4673600" y="6451600"/>
          <p14:tracePt t="73868" x="4679950" y="6451600"/>
          <p14:tracePt t="73896" x="4686300" y="6451600"/>
          <p14:tracePt t="73917" x="4692650" y="6451600"/>
          <p14:tracePt t="73946" x="4699000" y="6451600"/>
          <p14:tracePt t="73967" x="4705350" y="6457950"/>
          <p14:tracePt t="74009" x="4711700" y="6457950"/>
          <p14:tracePt t="74015" x="4718050" y="6457950"/>
          <p14:tracePt t="74030" x="4724400" y="6464300"/>
          <p14:tracePt t="74039" x="4730750" y="6464300"/>
          <p14:tracePt t="74058" x="4743450" y="6464300"/>
          <p14:tracePt t="74079" x="4762500" y="6464300"/>
          <p14:tracePt t="74088" x="4775200" y="6464300"/>
          <p14:tracePt t="74103" x="4806950" y="6464300"/>
          <p14:tracePt t="74120" x="4832350" y="6470650"/>
          <p14:tracePt t="74136" x="4927600" y="6470650"/>
          <p14:tracePt t="74153" x="5067300" y="6477000"/>
          <p14:tracePt t="74170" x="5143500" y="6477000"/>
          <p14:tracePt t="74186" x="5346700" y="6489700"/>
          <p14:tracePt t="74202" x="5537200" y="6483350"/>
          <p14:tracePt t="74220" x="5715000" y="6483350"/>
          <p14:tracePt t="74236" x="5778500" y="6483350"/>
          <p14:tracePt t="74253" x="5892800" y="6483350"/>
          <p14:tracePt t="74269" x="5949950" y="6483350"/>
          <p14:tracePt t="74286" x="5975350" y="6477000"/>
          <p14:tracePt t="74304" x="5994400" y="6477000"/>
          <p14:tracePt t="74319" x="6000750" y="6477000"/>
          <p14:tracePt t="74437" x="5994400" y="6477000"/>
          <p14:tracePt t="74458" x="5988050" y="6477000"/>
          <p14:tracePt t="74493" x="5981700" y="6477000"/>
          <p14:tracePt t="74507" x="5975350" y="6477000"/>
          <p14:tracePt t="74542" x="5975350" y="6470650"/>
          <p14:tracePt t="74549" x="5969000" y="6470650"/>
          <p14:tracePt t="74647" x="5969000" y="6464300"/>
          <p14:tracePt t="74662" x="5975350" y="6464300"/>
          <p14:tracePt t="74670" x="5981700" y="6464300"/>
          <p14:tracePt t="74684" x="5988050" y="6457950"/>
          <p14:tracePt t="74701" x="5988050" y="6451600"/>
          <p14:tracePt t="74718" x="6000750" y="6445250"/>
          <p14:tracePt t="74734" x="6007100" y="6438900"/>
          <p14:tracePt t="74750" x="6026150" y="6413500"/>
          <p14:tracePt t="74767" x="6038850" y="6407150"/>
          <p14:tracePt t="74783" x="6070600" y="6375400"/>
          <p14:tracePt t="74801" x="6083300" y="6343650"/>
          <p14:tracePt t="74817" x="6102350" y="6299200"/>
          <p14:tracePt t="74834" x="6115050" y="6273800"/>
          <p14:tracePt t="74851" x="6121400" y="6229350"/>
          <p14:tracePt t="74867" x="6127750" y="6216650"/>
          <p14:tracePt t="74883" x="6127750" y="6203950"/>
          <p14:tracePt t="74901" x="6134100" y="6197600"/>
          <p14:tracePt t="74933" x="6134100" y="6210300"/>
          <p14:tracePt t="74950" x="6134100" y="6248400"/>
          <p14:tracePt t="74966" x="6134100" y="6273800"/>
          <p14:tracePt t="74984" x="6134100" y="6311900"/>
          <p14:tracePt t="75000" x="6134100" y="6369050"/>
          <p14:tracePt t="75016" x="6134100" y="6407150"/>
          <p14:tracePt t="75034" x="6146800" y="6489700"/>
          <p14:tracePt t="75049" x="6159500" y="6553200"/>
          <p14:tracePt t="75066" x="6178550" y="6610350"/>
          <p14:tracePt t="75083" x="6229350" y="6781800"/>
          <p14:tracePt t="75099" x="6248400" y="6838950"/>
          <p14:tracePt t="75116" x="6273800" y="6851650"/>
          <p14:tracePt t="75133" x="6280150" y="6851650"/>
          <p14:tracePt t="75149" x="6292850" y="6851650"/>
          <p14:tracePt t="75182" x="6299200" y="6851650"/>
          <p14:tracePt t="75209" x="6305550" y="6851650"/>
          <p14:tracePt t="75224" x="6311900" y="6851650"/>
          <p14:tracePt t="75238" x="6311900" y="6838950"/>
          <p14:tracePt t="75249" x="6311900" y="6832600"/>
          <p14:tracePt t="75265" x="6330950" y="6819900"/>
          <p14:tracePt t="75282" x="6343650" y="6794500"/>
          <p14:tracePt t="75299" x="6350000" y="6775450"/>
          <p14:tracePt t="75315" x="6375400" y="6750050"/>
          <p14:tracePt t="75332" x="6388100" y="6731000"/>
          <p14:tracePt t="75336" x="6413500" y="6705600"/>
          <p14:tracePt t="75350" x="6464300" y="6661150"/>
          <p14:tracePt t="75365" x="6489700" y="6648450"/>
          <p14:tracePt t="75382" x="6502400" y="6635750"/>
          <p14:tracePt t="75399" x="6527800" y="6610350"/>
          <p14:tracePt t="75432" x="6521450" y="6610350"/>
          <p14:tracePt t="75448" x="6496050" y="6610350"/>
          <p14:tracePt t="75465" x="6464300" y="6629400"/>
          <p14:tracePt t="75482" x="6445250" y="6635750"/>
          <p14:tracePt t="75498" x="6381750" y="6642100"/>
          <p14:tracePt t="75514" x="6356350" y="6642100"/>
          <p14:tracePt t="75532" x="6267450" y="6642100"/>
          <p14:tracePt t="75548" x="6172200" y="6629400"/>
          <p14:tracePt t="75564" x="6140450" y="6623050"/>
          <p14:tracePt t="75582" x="6096000" y="6623050"/>
          <p14:tracePt t="75598" x="6083300" y="6623050"/>
          <p14:tracePt t="75665" x="6096000" y="6616700"/>
          <p14:tracePt t="75672" x="6108700" y="6610350"/>
          <p14:tracePt t="75686" x="6140450" y="6610350"/>
          <p14:tracePt t="75698" x="6159500" y="6597650"/>
          <p14:tracePt t="75715" x="6229350" y="6578600"/>
          <p14:tracePt t="75732" x="6273800" y="6559550"/>
          <p14:tracePt t="75748" x="6375400" y="6515100"/>
          <p14:tracePt t="75765" x="6483350" y="6470650"/>
          <p14:tracePt t="75781" x="6540500" y="6451600"/>
          <p14:tracePt t="75798" x="6661150" y="6426200"/>
          <p14:tracePt t="75815" x="6769100" y="6407150"/>
          <p14:tracePt t="75831" x="6819900" y="6407150"/>
          <p14:tracePt t="75834" x="6858000" y="6407150"/>
          <p14:tracePt t="75849" x="6915150" y="6407150"/>
          <p14:tracePt t="75863" x="7016750" y="6426200"/>
          <p14:tracePt t="75880" x="7061200" y="6432550"/>
          <p14:tracePt t="75897" x="7118350" y="6457950"/>
          <p14:tracePt t="75913" x="7150100" y="6464300"/>
          <p14:tracePt t="75930" x="7207250" y="6483350"/>
          <p14:tracePt t="75947" x="7264400" y="6502400"/>
          <p14:tracePt t="75963" x="7283450" y="6508750"/>
          <p14:tracePt t="75980" x="7315200" y="6521450"/>
          <p14:tracePt t="75996" x="7340600" y="6527800"/>
          <p14:tracePt t="76013" x="7346950" y="6527800"/>
          <p14:tracePt t="76030" x="7366000" y="6527800"/>
          <p14:tracePt t="76073" x="7366000" y="6521450"/>
          <p14:tracePt t="76083" x="7353300" y="6515100"/>
          <p14:tracePt t="76096" x="7346950" y="6508750"/>
          <p14:tracePt t="76113" x="7308850" y="6489700"/>
          <p14:tracePt t="76130" x="7226300" y="6464300"/>
          <p14:tracePt t="76147" x="7156450" y="6432550"/>
          <p14:tracePt t="76163" x="6946900" y="6369050"/>
          <p14:tracePt t="76179" x="6610350" y="6311900"/>
          <p14:tracePt t="76196" x="6432550" y="6273800"/>
          <p14:tracePt t="76213" x="6076950" y="6178550"/>
          <p14:tracePt t="76229" x="5842000" y="6127750"/>
          <p14:tracePt t="76246" x="5765800" y="6108700"/>
          <p14:tracePt t="76263" x="5638800" y="6102350"/>
          <p14:tracePt t="76279" x="5626100" y="6102350"/>
          <p14:tracePt t="76295" x="5619750" y="6102350"/>
          <p14:tracePt t="76312" x="5613400" y="6102350"/>
          <p14:tracePt t="76347" x="5607050" y="6102350"/>
          <p14:tracePt t="76403" x="5613400" y="6108700"/>
          <p14:tracePt t="76628" x="5613400" y="6102350"/>
          <p14:tracePt t="76642" x="5619750" y="6102350"/>
          <p14:tracePt t="76656" x="5626100" y="6096000"/>
          <p14:tracePt t="76664" x="5626100" y="6083300"/>
          <p14:tracePt t="76678" x="5626100" y="6076950"/>
          <p14:tracePt t="76694" x="5632450" y="6064250"/>
          <p14:tracePt t="76711" x="5638800" y="6026150"/>
          <p14:tracePt t="76727" x="5638800" y="5981700"/>
          <p14:tracePt t="76744" x="5638800" y="5956300"/>
          <p14:tracePt t="76761" x="5645150" y="5905500"/>
          <p14:tracePt t="76777" x="5645150" y="5873750"/>
          <p14:tracePt t="76793" x="5651500" y="5861050"/>
          <p14:tracePt t="76810" x="5657850" y="5854700"/>
          <p14:tracePt t="76827" x="5689600" y="5848350"/>
          <p14:tracePt t="76843" x="5708650" y="5848350"/>
          <p14:tracePt t="76847" x="5740400" y="5848350"/>
          <p14:tracePt t="76861" x="5759450" y="5848350"/>
          <p14:tracePt t="76877" x="5810250" y="5873750"/>
          <p14:tracePt t="76895" x="5835650" y="5886450"/>
          <p14:tracePt t="76930" x="5835650" y="5892800"/>
          <p14:tracePt t="76946" x="5829300" y="5899150"/>
          <p14:tracePt t="76959" x="5816600" y="5905500"/>
          <p14:tracePt t="76976" x="5803900" y="5911850"/>
          <p14:tracePt t="76993" x="5784850" y="5930900"/>
          <p14:tracePt t="77009" x="5772150" y="5937250"/>
          <p14:tracePt t="77026" x="5759450" y="5949950"/>
          <p14:tracePt t="77043" x="5740400" y="5988050"/>
          <p14:tracePt t="77059" x="5734050" y="6007100"/>
          <p14:tracePt t="77077" x="5708650" y="6051550"/>
          <p14:tracePt t="77093" x="5695950" y="6070600"/>
          <p14:tracePt t="77109" x="5695950" y="6083300"/>
          <p14:tracePt t="77126" x="5683250" y="6102350"/>
          <p14:tracePt t="77142" x="5683250" y="6108700"/>
          <p14:tracePt t="77159" x="5676900" y="6115050"/>
          <p14:tracePt t="77176" x="5670550" y="6115050"/>
          <p14:tracePt t="77193" x="5664200" y="6115050"/>
          <p14:tracePt t="77209" x="5657850" y="6115050"/>
          <p14:tracePt t="77225" x="5651500" y="6115050"/>
          <p14:tracePt t="77245" x="5645150" y="6115050"/>
          <p14:tracePt t="77267" x="5645150" y="6121400"/>
          <p14:tracePt t="77302" x="5645150" y="6127750"/>
          <p14:tracePt t="77310" x="5651500" y="6134100"/>
          <p14:tracePt t="77323" x="5664200" y="6140450"/>
          <p14:tracePt t="77330" x="5695950" y="6153150"/>
          <p14:tracePt t="77345" x="5727700" y="6178550"/>
          <p14:tracePt t="77358" x="5784850" y="6197600"/>
          <p14:tracePt t="77375" x="5956300" y="6280150"/>
          <p14:tracePt t="77393" x="6178550" y="6388100"/>
          <p14:tracePt t="77408" x="6299200" y="6426200"/>
          <p14:tracePt t="77425" x="6534150" y="6527800"/>
          <p14:tracePt t="77442" x="6718300" y="6597650"/>
          <p14:tracePt t="77458" x="6781800" y="6616700"/>
          <p14:tracePt t="77474" x="6889750" y="6635750"/>
          <p14:tracePt t="77491" x="6946900" y="6642100"/>
          <p14:tracePt t="77508" x="6959600" y="6642100"/>
          <p14:tracePt t="77524" x="6972300" y="6642100"/>
          <p14:tracePt t="77541" x="6991350" y="6635750"/>
          <p14:tracePt t="77558" x="6997700" y="6629400"/>
          <p14:tracePt t="77576" x="7004050" y="6629400"/>
          <p14:tracePt t="77607" x="7010400" y="6616700"/>
          <p14:tracePt t="77640" x="7016750" y="6616700"/>
          <p14:tracePt t="77933" x="7016750" y="6610350"/>
          <p14:tracePt t="77947" x="7016750" y="6604000"/>
          <p14:tracePt t="77955" x="7010400" y="6591300"/>
          <p14:tracePt t="77962" x="7004050" y="6578600"/>
          <p14:tracePt t="77976" x="6997700" y="6565900"/>
          <p14:tracePt t="77990" x="6965950" y="6521450"/>
          <p14:tracePt t="78006" x="6940550" y="6502400"/>
          <p14:tracePt t="78023" x="6915150" y="6470650"/>
          <p14:tracePt t="78039" x="6769100" y="6343650"/>
          <p14:tracePt t="78056" x="6705600" y="6286500"/>
          <p14:tracePt t="78072" x="6623050" y="6235700"/>
          <p14:tracePt t="78089" x="6451600" y="6121400"/>
          <p14:tracePt t="78106" x="6235700" y="6013450"/>
          <p14:tracePt t="78123" x="6013450" y="5911850"/>
          <p14:tracePt t="78139" x="5899150" y="5854700"/>
          <p14:tracePt t="78155" x="5607050" y="5765800"/>
          <p14:tracePt t="78173" x="5340350" y="5676900"/>
          <p14:tracePt t="78189" x="5213350" y="5645150"/>
          <p14:tracePt t="78205" x="4933950" y="5588000"/>
          <p14:tracePt t="78222" x="4692650" y="5543550"/>
          <p14:tracePt t="78238" x="4565650" y="5537200"/>
          <p14:tracePt t="78256" x="4324350" y="5511800"/>
          <p14:tracePt t="78272" x="4095750" y="5511800"/>
          <p14:tracePt t="78288" x="4006850" y="5518150"/>
          <p14:tracePt t="78306" x="3854450" y="5537200"/>
          <p14:tracePt t="78322" x="3733800" y="5556250"/>
          <p14:tracePt t="78338" x="3676650" y="5575300"/>
          <p14:tracePt t="78342" x="3638550" y="5581650"/>
          <p14:tracePt t="78358" x="3613150" y="5600700"/>
          <p14:tracePt t="78371" x="3575050" y="5638800"/>
          <p14:tracePt t="78388" x="3556000" y="5664200"/>
          <p14:tracePt t="78405" x="3543300" y="5695950"/>
          <p14:tracePt t="78421" x="3536950" y="5715000"/>
          <p14:tracePt t="78438" x="3530600" y="5765800"/>
          <p14:tracePt t="78454" x="3524250" y="5822950"/>
          <p14:tracePt t="78471" x="3524250" y="5854700"/>
          <p14:tracePt t="78488" x="3524250" y="5905500"/>
          <p14:tracePt t="78504" x="3530600" y="5969000"/>
          <p14:tracePt t="78521" x="3549650" y="6013450"/>
          <p14:tracePt t="78538" x="3575050" y="6083300"/>
          <p14:tracePt t="78554" x="3613150" y="6159500"/>
          <p14:tracePt t="78571" x="3651250" y="6191250"/>
          <p14:tracePt t="78587" x="3759200" y="6299200"/>
          <p14:tracePt t="78604" x="3924300" y="6426200"/>
          <p14:tracePt t="78622" x="4146550" y="6553200"/>
          <p14:tracePt t="78637" x="4292600" y="6610350"/>
          <p14:tracePt t="78653" x="4610100" y="6724650"/>
          <p14:tracePt t="78671" x="4940300" y="6794500"/>
          <p14:tracePt t="78687" x="5111750" y="6819900"/>
          <p14:tracePt t="78704" x="5238750" y="6851650"/>
          <p14:tracePt t="78720" x="5537200" y="6851650"/>
          <p14:tracePt t="78737" x="5676900" y="6851650"/>
          <p14:tracePt t="78753" x="5892800" y="6832600"/>
          <p14:tracePt t="78770" x="6102350" y="6781800"/>
          <p14:tracePt t="78787" x="6178550" y="6762750"/>
          <p14:tracePt t="78805" x="6394450" y="6692900"/>
          <p14:tracePt t="78819" x="6451600" y="6673850"/>
          <p14:tracePt t="78836" x="6572250" y="6629400"/>
          <p14:tracePt t="78854" x="6673850" y="6584950"/>
          <p14:tracePt t="78870" x="6705600" y="6559550"/>
          <p14:tracePt t="78886" x="6769100" y="6508750"/>
          <p14:tracePt t="78903" x="6807200" y="6477000"/>
          <p14:tracePt t="78920" x="6826250" y="6451600"/>
          <p14:tracePt t="78937" x="6858000" y="6388100"/>
          <p14:tracePt t="78952" x="6877050" y="6330950"/>
          <p14:tracePt t="78969" x="6877050" y="6299200"/>
          <p14:tracePt t="78987" x="6870700" y="6254750"/>
          <p14:tracePt t="79002" x="6838950" y="6210300"/>
          <p14:tracePt t="79019" x="6813550" y="6184900"/>
          <p14:tracePt t="79036" x="6762750" y="6146800"/>
          <p14:tracePt t="79052" x="6731000" y="6121400"/>
          <p14:tracePt t="79069" x="6654800" y="6083300"/>
          <p14:tracePt t="79086" x="6515100" y="6032500"/>
          <p14:tracePt t="79102" x="6438900" y="6013450"/>
          <p14:tracePt t="79119" x="6223000" y="5981700"/>
          <p14:tracePt t="79136" x="5981700" y="5975350"/>
          <p14:tracePt t="79152" x="5842000" y="5975350"/>
          <p14:tracePt t="79169" x="5505450" y="6038850"/>
          <p14:tracePt t="79185" x="5232400" y="6089650"/>
          <p14:tracePt t="79202" x="5118100" y="6134100"/>
          <p14:tracePt t="79219" x="4876800" y="6229350"/>
          <p14:tracePt t="79235" x="4591050" y="6350000"/>
          <p14:tracePt t="79252" x="4489450" y="6400800"/>
          <p14:tracePt t="79268" x="4286250" y="6508750"/>
          <p14:tracePt t="79285" x="4114800" y="6610350"/>
          <p14:tracePt t="79302" x="4057650" y="6648450"/>
          <p14:tracePt t="79318" x="3962400" y="6724650"/>
          <p14:tracePt t="79335" x="3943350" y="6743700"/>
          <p14:tracePt t="79352" x="3905250" y="6800850"/>
          <p14:tracePt t="79368" x="3905250" y="6819900"/>
          <p14:tracePt t="79384" x="3905250" y="6832600"/>
          <p14:tracePt t="79401" x="3924300" y="6851650"/>
          <p14:tracePt t="79418" x="4000500" y="6851650"/>
          <p14:tracePt t="79435" x="4044950" y="6851650"/>
          <p14:tracePt t="79452" x="4178300" y="6851650"/>
          <p14:tracePt t="79468" x="4387850" y="6851650"/>
          <p14:tracePt t="79485" x="4546600" y="6851650"/>
          <p14:tracePt t="79500" x="4991100" y="6851650"/>
          <p14:tracePt t="79517" x="5232400" y="6851650"/>
          <p14:tracePt t="79535" x="5492750" y="6851650"/>
          <p14:tracePt t="79551" x="5969000" y="6845300"/>
          <p14:tracePt t="79567" x="6191250" y="6807200"/>
          <p14:tracePt t="79584" x="6489700" y="6750050"/>
          <p14:tracePt t="79600" x="6699250" y="6686550"/>
          <p14:tracePt t="79617" x="6756400" y="6648450"/>
          <p14:tracePt t="79634" x="6915150" y="6565900"/>
          <p14:tracePt t="79651" x="6946900" y="6553200"/>
          <p14:tracePt t="79668" x="7004050" y="6496050"/>
          <p14:tracePt t="79683" x="7010400" y="6470650"/>
          <p14:tracePt t="79700" x="7016750" y="6432550"/>
          <p14:tracePt t="79718" x="7010400" y="6388100"/>
          <p14:tracePt t="79733" x="6997700" y="6375400"/>
          <p14:tracePt t="79750" x="6953250" y="6362700"/>
          <p14:tracePt t="79767" x="6915150" y="6356350"/>
          <p14:tracePt t="79783" x="6896100" y="6356350"/>
          <p14:tracePt t="79801" x="6858000" y="6356350"/>
          <p14:tracePt t="79817" x="6813550" y="6343650"/>
          <p14:tracePt t="79834" x="6769100" y="6330950"/>
          <p14:tracePt t="79850" x="6673850" y="6318250"/>
          <p14:tracePt t="79866" x="6521450" y="6305550"/>
          <p14:tracePt t="79883" x="6407150" y="6305550"/>
          <p14:tracePt t="79900" x="6165850" y="6311900"/>
          <p14:tracePt t="79916" x="5937250" y="6311900"/>
          <p14:tracePt t="79933" x="5835650" y="6311900"/>
          <p14:tracePt t="79949" x="5670550" y="6318250"/>
          <p14:tracePt t="79966" x="5619750" y="6330950"/>
          <p14:tracePt t="79983" x="5562600" y="6337300"/>
          <p14:tracePt t="80000" x="5537200" y="6350000"/>
          <p14:tracePt t="80015" x="5537200" y="6356350"/>
          <p14:tracePt t="80033" x="5524500" y="6356350"/>
          <p14:tracePt t="80049" x="5518150" y="6362700"/>
          <p14:tracePt t="80118" x="5518150" y="6356350"/>
          <p14:tracePt t="80138" x="5518150" y="6350000"/>
          <p14:tracePt t="80146" x="5518150" y="6343650"/>
          <p14:tracePt t="80160" x="5518150" y="6337300"/>
          <p14:tracePt t="80168" x="5518150" y="6330950"/>
          <p14:tracePt t="80209" x="5511800" y="6330950"/>
          <p14:tracePt t="80217" x="5505450" y="6330950"/>
          <p14:tracePt t="80230" x="5499100" y="6330950"/>
          <p14:tracePt t="80251" x="5492750" y="6330950"/>
          <p14:tracePt t="80257" x="5480050" y="6324600"/>
          <p14:tracePt t="80268" x="5467350" y="6324600"/>
          <p14:tracePt t="80281" x="5454650" y="6324600"/>
          <p14:tracePt t="80299" x="5435600" y="6318250"/>
          <p14:tracePt t="80315" x="5372100" y="6299200"/>
          <p14:tracePt t="80331" x="5276850" y="6273800"/>
          <p14:tracePt t="80348" x="5238750" y="6267450"/>
          <p14:tracePt t="80364" x="5162550" y="6235700"/>
          <p14:tracePt t="80381" x="5118100" y="6203950"/>
          <p14:tracePt t="80399" x="5105400" y="6184900"/>
          <p14:tracePt t="80415" x="5105400" y="6165850"/>
          <p14:tracePt t="80431" x="5111750" y="6134100"/>
          <p14:tracePt t="80448" x="5137150" y="6096000"/>
          <p14:tracePt t="80464" x="5156200" y="6083300"/>
          <p14:tracePt t="80481" x="5213350" y="6038850"/>
          <p14:tracePt t="80497" x="5264150" y="5988050"/>
          <p14:tracePt t="80514" x="5308600" y="5975350"/>
          <p14:tracePt t="80531" x="5340350" y="5949950"/>
          <p14:tracePt t="80547" x="5499100" y="5886450"/>
          <p14:tracePt t="80564" x="5549900" y="5873750"/>
          <p14:tracePt t="80581" x="5657850" y="5854700"/>
          <p14:tracePt t="80597" x="5695950" y="5861050"/>
          <p14:tracePt t="80614" x="5791200" y="5873750"/>
          <p14:tracePt t="80630" x="5848350" y="5924550"/>
          <p14:tracePt t="80647" x="5861050" y="5937250"/>
          <p14:tracePt t="80663" x="5892800" y="5981700"/>
          <p14:tracePt t="80680" x="5905500" y="6019800"/>
          <p14:tracePt t="80697" x="5905500" y="6045200"/>
          <p14:tracePt t="80714" x="5911850" y="6076950"/>
          <p14:tracePt t="80730" x="5905500" y="6115050"/>
          <p14:tracePt t="80747" x="5892800" y="6140450"/>
          <p14:tracePt t="80764" x="5861050" y="6172200"/>
          <p14:tracePt t="80780" x="5797550" y="6223000"/>
          <p14:tracePt t="80796" x="5753100" y="6248400"/>
          <p14:tracePt t="80813" x="5670550" y="6273800"/>
          <p14:tracePt t="80830" x="5562600" y="6286500"/>
          <p14:tracePt t="80846" x="5524500" y="6286500"/>
          <p14:tracePt t="80863" x="5429250" y="6273800"/>
          <p14:tracePt t="80880" x="5397500" y="6254750"/>
          <p14:tracePt t="80897" x="5302250" y="6203950"/>
          <p14:tracePt t="80912" x="5270500" y="6184900"/>
          <p14:tracePt t="80929" x="5251450" y="6172200"/>
          <p14:tracePt t="80946" x="5213350" y="6127750"/>
          <p14:tracePt t="80963" x="5194300" y="6102350"/>
          <p14:tracePt t="80979" x="5194300" y="6089650"/>
          <p14:tracePt t="80996" x="5187950" y="6070600"/>
          <p14:tracePt t="81012" x="5187950" y="6057900"/>
          <p14:tracePt t="81122" x="5181600" y="6057900"/>
          <p14:tracePt t="81150" x="5175250" y="6064250"/>
          <p14:tracePt t="81171" x="5168900" y="6064250"/>
          <p14:tracePt t="81199" x="5168900" y="6070600"/>
          <p14:tracePt t="81234" x="5168900" y="6076950"/>
          <p14:tracePt t="81241" x="5162550" y="6083300"/>
          <p14:tracePt t="81269" x="5162550" y="6089650"/>
          <p14:tracePt t="81283" x="5162550" y="6096000"/>
          <p14:tracePt t="81305" x="5168900" y="6108700"/>
          <p14:tracePt t="81313" x="5175250" y="6115050"/>
          <p14:tracePt t="81318" x="5187950" y="6127750"/>
          <p14:tracePt t="81333" x="5219700" y="6153150"/>
          <p14:tracePt t="81344" x="5251450" y="6165850"/>
          <p14:tracePt t="81361" x="5359400" y="6184900"/>
          <p14:tracePt t="81378" x="5435600" y="6191250"/>
          <p14:tracePt t="81395" x="5562600" y="6191250"/>
          <p14:tracePt t="81411" x="5683250" y="6191250"/>
          <p14:tracePt t="81427" x="5721350" y="6184900"/>
          <p14:tracePt t="81445" x="5759450" y="6153150"/>
          <p14:tracePt t="81461" x="5765800" y="6121400"/>
          <p14:tracePt t="81477" x="5765800" y="6115050"/>
          <p14:tracePt t="81494" x="5740400" y="6115050"/>
          <p14:tracePt t="81527" x="5721350" y="6121400"/>
          <p14:tracePt t="81544" x="5695950" y="6134100"/>
          <p14:tracePt t="81560" x="5689600" y="6134100"/>
          <p14:tracePt t="81577" x="5676900" y="6146800"/>
          <p14:tracePt t="81593" x="5670550" y="6153150"/>
          <p14:tracePt t="81610" x="5664200" y="6153150"/>
          <p14:tracePt t="81627" x="5645150" y="6159500"/>
          <p14:tracePt t="81643" x="5619750" y="6165850"/>
          <p14:tracePt t="81660" x="5607050" y="6165850"/>
          <p14:tracePt t="81677" x="5575300" y="6178550"/>
          <p14:tracePt t="81693" x="5530850" y="6191250"/>
          <p14:tracePt t="81710" x="5518150" y="6197600"/>
          <p14:tracePt t="81727" x="5486400" y="6197600"/>
          <p14:tracePt t="81743" x="5473700" y="6203950"/>
          <p14:tracePt t="81760" x="5467350" y="6203950"/>
          <p14:tracePt t="81776" x="5473700" y="6203950"/>
          <p14:tracePt t="81793" x="5480050" y="6203950"/>
          <p14:tracePt t="81810" x="5543550" y="6184900"/>
          <p14:tracePt t="81826" x="5568950" y="6178550"/>
          <p14:tracePt t="81843" x="5594350" y="6172200"/>
          <p14:tracePt t="81859" x="5626100" y="6172200"/>
          <p14:tracePt t="81876" x="5645150" y="6172200"/>
          <p14:tracePt t="81909" x="5638800" y="6172200"/>
          <p14:tracePt t="81926" x="5619750" y="6172200"/>
          <p14:tracePt t="81944" x="5600700" y="6172200"/>
          <p14:tracePt t="81959" x="5588000" y="6172200"/>
          <p14:tracePt t="81976" x="5549900" y="6172200"/>
          <p14:tracePt t="81993" x="5492750" y="6172200"/>
          <p14:tracePt t="82009" x="5454650" y="6172200"/>
          <p14:tracePt t="82026" x="5384800" y="6172200"/>
          <p14:tracePt t="82042" x="5334000" y="6172200"/>
          <p14:tracePt t="82058" x="5314950" y="6172200"/>
          <p14:tracePt t="82076" x="5302250" y="6172200"/>
          <p14:tracePt t="82092" x="5289550" y="6172200"/>
          <p14:tracePt t="82127" x="5295900" y="6172200"/>
          <p14:tracePt t="82133" x="5308600" y="6172200"/>
          <p14:tracePt t="82147" x="5327650" y="6172200"/>
          <p14:tracePt t="82158" x="5340350" y="6172200"/>
          <p14:tracePt t="82175" x="5372100" y="6159500"/>
          <p14:tracePt t="82192" x="5378450" y="6153150"/>
          <p14:tracePt t="82208" x="5391150" y="6140450"/>
          <p14:tracePt t="82225" x="5391150" y="6134100"/>
          <p14:tracePt t="82258" x="5384800" y="6134100"/>
          <p14:tracePt t="82275" x="5378450" y="6134100"/>
          <p14:tracePt t="82291" x="5372100" y="6134100"/>
          <p14:tracePt t="82308" x="5359400" y="6134100"/>
          <p14:tracePt t="82324" x="5353050" y="6134100"/>
          <p14:tracePt t="82358" x="5346700" y="6134100"/>
          <p14:tracePt t="82386" x="5346700" y="6140450"/>
          <p14:tracePt t="82394" x="5346700" y="6146800"/>
          <p14:tracePt t="82435" x="5346700" y="6153150"/>
          <p14:tracePt t="82442" x="5346700" y="6159500"/>
          <p14:tracePt t="82491" x="5346700" y="6165850"/>
          <p14:tracePt t="83045" x="5334000" y="6165850"/>
          <p14:tracePt t="83073" x="5295900" y="6165850"/>
          <p14:tracePt t="83080" x="5276850" y="6165850"/>
          <p14:tracePt t="83089" x="5251450" y="6172200"/>
          <p14:tracePt t="83105" x="5219700" y="6172200"/>
          <p14:tracePt t="83122" x="5181600" y="6172200"/>
          <p14:tracePt t="83138" x="5137150" y="6178550"/>
          <p14:tracePt t="83155" x="5124450" y="6178550"/>
          <p14:tracePt t="83172" x="5105400" y="6191250"/>
          <p14:tracePt t="83189" x="5086350" y="6197600"/>
          <p14:tracePt t="83205" x="5080000" y="6203950"/>
          <p14:tracePt t="83221" x="5060950" y="6210300"/>
          <p14:tracePt t="83238" x="5035550" y="6216650"/>
          <p14:tracePt t="83255" x="5022850" y="6216650"/>
          <p14:tracePt t="83271" x="5016500" y="6216650"/>
          <p14:tracePt t="83305" x="5003800" y="6223000"/>
          <p14:tracePt t="83321" x="4997450" y="6229350"/>
          <p14:tracePt t="83776" x="4953000" y="6242050"/>
          <p14:tracePt t="83790" x="4895850" y="6267450"/>
          <p14:tracePt t="83797" x="4851400" y="6292850"/>
          <p14:tracePt t="83811" x="4813300" y="6311900"/>
          <p14:tracePt t="83820" x="4781550" y="6318250"/>
          <p14:tracePt t="83836" x="4749800" y="6337300"/>
          <p14:tracePt t="83853" x="4705350" y="6350000"/>
          <p14:tracePt t="83869" x="4679950" y="6356350"/>
          <p14:tracePt t="83903" x="4660900" y="6356350"/>
          <p14:tracePt t="84008" x="4654550" y="6362700"/>
          <p14:tracePt t="84431" x="4673600" y="6362700"/>
          <p14:tracePt t="84438" x="4724400" y="6350000"/>
          <p14:tracePt t="84454" x="4775200" y="6343650"/>
          <p14:tracePt t="84467" x="4832350" y="6330950"/>
          <p14:tracePt t="84483" x="4927600" y="6318250"/>
          <p14:tracePt t="84501" x="5022850" y="6299200"/>
          <p14:tracePt t="84517" x="5073650" y="6292850"/>
          <p14:tracePt t="84533" x="5156200" y="6273800"/>
          <p14:tracePt t="84551" x="5226050" y="6261100"/>
          <p14:tracePt t="84567" x="5257800" y="6248400"/>
          <p14:tracePt t="84583" x="5295900" y="6242050"/>
          <p14:tracePt t="84600" x="5334000" y="6229350"/>
          <p14:tracePt t="84616" x="5346700" y="6223000"/>
          <p14:tracePt t="84634" x="5353050" y="6216650"/>
          <p14:tracePt t="84650" x="5365750" y="6210300"/>
          <p14:tracePt t="84684" x="5372100" y="6203950"/>
          <p14:tracePt t="84761" x="5378450" y="6197600"/>
          <p14:tracePt t="84803" x="5378450" y="6191250"/>
          <p14:tracePt t="84852" x="5378450" y="6184900"/>
          <p14:tracePt t="84930" x="5378450" y="6178550"/>
          <p14:tracePt t="85014" x="5378450" y="6172200"/>
          <p14:tracePt t="85091" x="5384800" y="6172200"/>
          <p14:tracePt t="85133" x="5384800" y="6178550"/>
          <p14:tracePt t="85140" x="5384800" y="6184900"/>
          <p14:tracePt t="85161" x="5384800" y="6191250"/>
          <p14:tracePt t="85183" x="5384800" y="6197600"/>
          <p14:tracePt t="85203" x="5378450" y="6197600"/>
          <p14:tracePt t="85210" x="5372100" y="6203950"/>
          <p14:tracePt t="85225" x="5365750" y="6203950"/>
          <p14:tracePt t="85246" x="5359400" y="6210300"/>
          <p14:tracePt t="85252" x="5359400" y="6216650"/>
          <p14:tracePt t="85268" x="5353050" y="6223000"/>
          <p14:tracePt t="85281" x="5340350" y="6254750"/>
          <p14:tracePt t="85297" x="5334000" y="6286500"/>
          <p14:tracePt t="85314" x="5327650" y="6299200"/>
          <p14:tracePt t="85331" x="5308600" y="6350000"/>
          <p14:tracePt t="85347" x="5302250" y="6394450"/>
          <p14:tracePt t="85365" x="5295900" y="6445250"/>
          <p14:tracePt t="85380" x="5295900" y="6464300"/>
          <p14:tracePt t="85397" x="5295900" y="6502400"/>
          <p14:tracePt t="85414" x="5302250" y="6527800"/>
          <p14:tracePt t="85447" x="5302250" y="6540500"/>
          <p14:tracePt t="85491" x="5295900" y="6540500"/>
          <p14:tracePt t="85527" x="5289550" y="6540500"/>
          <p14:tracePt t="85534" x="5283200" y="6540500"/>
          <p14:tracePt t="92300" x="5289550" y="6534150"/>
          <p14:tracePt t="92308" x="5289550" y="6521450"/>
          <p14:tracePt t="92313" x="5295900" y="6508750"/>
          <p14:tracePt t="92323" x="5302250" y="6496050"/>
          <p14:tracePt t="92340" x="5314950" y="6464300"/>
          <p14:tracePt t="92357" x="5334000" y="6419850"/>
          <p14:tracePt t="92373" x="5353050" y="6388100"/>
          <p14:tracePt t="92390" x="5365750" y="6356350"/>
          <p14:tracePt t="92406" x="5391150" y="6324600"/>
          <p14:tracePt t="92423" x="5397500" y="6305550"/>
          <p14:tracePt t="92440" x="5422900" y="6267450"/>
          <p14:tracePt t="92456" x="5429250" y="6242050"/>
          <p14:tracePt t="92473" x="5435600" y="6216650"/>
          <p14:tracePt t="92490" x="5448300" y="6191250"/>
          <p14:tracePt t="92506" x="5454650" y="6165850"/>
          <p14:tracePt t="92523" x="5461000" y="6140450"/>
          <p14:tracePt t="92539" x="5461000" y="6108700"/>
          <p14:tracePt t="92556" x="5461000" y="6096000"/>
          <p14:tracePt t="92560" x="5461000" y="6089650"/>
          <p14:tracePt t="92573" x="5461000" y="6083300"/>
          <p14:tracePt t="92589" x="5461000" y="6070600"/>
          <p14:tracePt t="92665" x="5467350" y="6070600"/>
          <p14:tracePt t="92693" x="5467350" y="6076950"/>
          <p14:tracePt t="92735" x="5467350" y="6083300"/>
          <p14:tracePt t="92757" x="5467350" y="6089650"/>
          <p14:tracePt t="92785" x="5467350" y="6096000"/>
          <p14:tracePt t="92799" x="5461000" y="6102350"/>
          <p14:tracePt t="92808" x="5461000" y="6108700"/>
          <p14:tracePt t="92821" x="5454650" y="6115050"/>
          <p14:tracePt t="92838" x="5448300" y="6127750"/>
          <p14:tracePt t="92855" x="5441950" y="6127750"/>
          <p14:tracePt t="94249" x="5454650" y="6134100"/>
          <p14:tracePt t="94262" x="5467350" y="6140450"/>
          <p14:tracePt t="94270" x="5480050" y="6153150"/>
          <p14:tracePt t="94284" x="5511800" y="6178550"/>
          <p14:tracePt t="94300" x="5543550" y="6197600"/>
          <p14:tracePt t="94316" x="5575300" y="6216650"/>
          <p14:tracePt t="94333" x="5626100" y="6235700"/>
          <p14:tracePt t="94350" x="5638800" y="6254750"/>
          <p14:tracePt t="94368" x="5657850" y="6273800"/>
          <p14:tracePt t="94383" x="5670550" y="6280150"/>
          <p14:tracePt t="94399" x="5676900" y="6286500"/>
          <p14:tracePt t="94417" x="5683250" y="6299200"/>
          <p14:tracePt t="94432" x="5689600" y="6305550"/>
          <p14:tracePt t="94449" x="5689600" y="6311900"/>
          <p14:tracePt t="94466" x="5695950" y="6318250"/>
          <p14:tracePt t="94509" x="5702300" y="6318250"/>
          <p14:tracePt t="94691" x="5695950" y="6311900"/>
          <p14:tracePt t="94712" x="5689600" y="6305550"/>
          <p14:tracePt t="94719" x="5689600" y="6299200"/>
          <p14:tracePt t="94734" x="5683250" y="6299200"/>
          <p14:tracePt t="94748" x="5683250" y="6292850"/>
          <p14:tracePt t="94765" x="5676900" y="6286500"/>
          <p14:tracePt t="94782" x="5664200" y="6280150"/>
          <p14:tracePt t="94798" x="5657850" y="6261100"/>
          <p14:tracePt t="94814" x="5651500" y="6248400"/>
          <p14:tracePt t="94832" x="5632450" y="6229350"/>
          <p14:tracePt t="94848" x="5619750" y="6203950"/>
          <p14:tracePt t="94865" x="5607050" y="6178550"/>
          <p14:tracePt t="94881" x="5594350" y="6146800"/>
          <p14:tracePt t="94897" x="5588000" y="6140450"/>
          <p14:tracePt t="94915" x="5581650" y="6121400"/>
          <p14:tracePt t="94931" x="5575300" y="6121400"/>
          <p14:tracePt t="95056" x="5575300" y="6127750"/>
          <p14:tracePt t="95062" x="5575300" y="6134100"/>
          <p14:tracePt t="95092" x="5581650" y="6140450"/>
          <p14:tracePt t="95141" x="5581650" y="6146800"/>
          <p14:tracePt t="95176" x="5581650" y="6153150"/>
          <p14:tracePt t="95182" x="5588000" y="6153150"/>
          <p14:tracePt t="95211" x="5594350" y="6153150"/>
          <p14:tracePt t="95231" x="5600700" y="6159500"/>
          <p14:tracePt t="95245" x="5600700" y="6165850"/>
          <p14:tracePt t="95274" x="5600700" y="6172200"/>
          <p14:tracePt t="95301" x="5600700" y="6178550"/>
          <p14:tracePt t="95323" x="5600700" y="6184900"/>
          <p14:tracePt t="95344" x="5607050" y="6191250"/>
          <p14:tracePt t="95372" x="5607050" y="6197600"/>
          <p14:tracePt t="95393" x="5613400" y="6203950"/>
          <p14:tracePt t="95407" x="5613400" y="6210300"/>
          <p14:tracePt t="95422" x="5613400" y="6216650"/>
          <p14:tracePt t="95436" x="5613400" y="6223000"/>
          <p14:tracePt t="95464" x="5613400" y="6229350"/>
          <p14:tracePt t="95477" x="5619750" y="6242050"/>
          <p14:tracePt t="95492" x="5619750" y="6254750"/>
          <p14:tracePt t="95506" x="5619750" y="6261100"/>
          <p14:tracePt t="95515" x="5619750" y="6267450"/>
          <p14:tracePt t="95529" x="5619750" y="6273800"/>
          <p14:tracePt t="95545" x="5619750" y="6280150"/>
          <p14:tracePt t="95565" x="5619750" y="6286500"/>
          <p14:tracePt t="95578" x="5619750" y="6292850"/>
          <p14:tracePt t="95595" x="5626100" y="6299200"/>
          <p14:tracePt t="95612" x="5626100" y="6305550"/>
          <p14:tracePt t="95628" x="5626100" y="6311900"/>
          <p14:tracePt t="95648" x="5626100" y="6318250"/>
          <p14:tracePt t="95695" x="5632450" y="6324600"/>
          <p14:tracePt t="95702" x="5632450" y="6330950"/>
          <p14:tracePt t="95716" x="5632450" y="6337300"/>
          <p14:tracePt t="95746" x="5638800" y="6343650"/>
          <p14:tracePt t="95758" x="5638800" y="6350000"/>
          <p14:tracePt t="95787" x="5638800" y="6356350"/>
          <p14:tracePt t="95793" x="5645150" y="6362700"/>
          <p14:tracePt t="95808" x="5645150" y="6369050"/>
          <p14:tracePt t="95814" x="5651500" y="6375400"/>
          <p14:tracePt t="95828" x="5651500" y="6381750"/>
          <p14:tracePt t="95844" x="5664200" y="6394450"/>
          <p14:tracePt t="95861" x="5670550" y="6413500"/>
          <p14:tracePt t="95878" x="5683250" y="6438900"/>
          <p14:tracePt t="95894" x="5689600" y="6451600"/>
          <p14:tracePt t="95911" x="5689600" y="6457950"/>
          <p14:tracePt t="95927" x="5689600" y="6470650"/>
          <p14:tracePt t="95955" x="5689600" y="6477000"/>
          <p14:tracePt t="95976" x="5683250" y="6477000"/>
          <p14:tracePt t="96018" x="5676900" y="6477000"/>
          <p14:tracePt t="96025" x="5670550" y="6477000"/>
          <p14:tracePt t="96046" x="5664200" y="6477000"/>
          <p14:tracePt t="96053" x="5657850" y="6477000"/>
          <p14:tracePt t="96074" x="5657850" y="6470650"/>
          <p14:tracePt t="96095" x="5651500" y="6470650"/>
          <p14:tracePt t="96145" x="5645150" y="6464300"/>
          <p14:tracePt t="96166" x="5638800" y="6464300"/>
          <p14:tracePt t="96194" x="5632450" y="6464300"/>
          <p14:tracePt t="96236" x="5632450" y="6470650"/>
          <p14:tracePt t="96257" x="5638800" y="6470650"/>
          <p14:tracePt t="96264" x="5645150" y="6477000"/>
          <p14:tracePt t="96285" x="5651500" y="6477000"/>
          <p14:tracePt t="96306" x="5657850" y="6477000"/>
          <p14:tracePt t="96319" x="5657850" y="6483350"/>
          <p14:tracePt t="96329" x="5664200" y="6483350"/>
          <p14:tracePt t="96342" x="5670550" y="6483350"/>
          <p14:tracePt t="96359" x="5689600" y="6483350"/>
          <p14:tracePt t="96376" x="5715000" y="6483350"/>
          <p14:tracePt t="96392" x="5734050" y="6483350"/>
          <p14:tracePt t="96409" x="5759450" y="6483350"/>
          <p14:tracePt t="96426" x="5829300" y="6483350"/>
          <p14:tracePt t="96443" x="5854700" y="6477000"/>
          <p14:tracePt t="96459" x="5873750" y="6477000"/>
          <p14:tracePt t="96475" x="5911850" y="6464300"/>
          <p14:tracePt t="96492" x="5930900" y="6464300"/>
          <p14:tracePt t="96510" x="5943600" y="6464300"/>
          <p14:tracePt t="96552" x="5943600" y="6457950"/>
          <p14:tracePt t="96561" x="5937250" y="6457950"/>
          <p14:tracePt t="96594" x="5930900" y="6451600"/>
          <p14:tracePt t="96601" x="5924550" y="6451600"/>
          <p14:tracePt t="96643" x="5924550" y="6445250"/>
          <p14:tracePt t="96664" x="5918200" y="6445250"/>
          <p14:tracePt t="96699" x="5911850" y="6445250"/>
          <p14:tracePt t="96706" x="5905500" y="6445250"/>
          <p14:tracePt t="96727" x="5899150" y="6445250"/>
          <p14:tracePt t="96734" x="5892800" y="6445250"/>
          <p14:tracePt t="96755" x="5886450" y="6445250"/>
          <p14:tracePt t="96777" x="5880100" y="6445250"/>
          <p14:tracePt t="96783" x="5867400" y="6445250"/>
          <p14:tracePt t="96792" x="5861050" y="6445250"/>
          <p14:tracePt t="96807" x="5842000" y="6445250"/>
          <p14:tracePt t="96825" x="5791200" y="6445250"/>
          <p14:tracePt t="96841" x="5734050" y="6445250"/>
          <p14:tracePt t="96857" x="5708650" y="6451600"/>
          <p14:tracePt t="96875" x="5638800" y="6451600"/>
          <p14:tracePt t="96891" x="5588000" y="6451600"/>
          <p14:tracePt t="96907" x="5568950" y="6451600"/>
          <p14:tracePt t="96924" x="5530850" y="6457950"/>
          <p14:tracePt t="96941" x="5511800" y="6457950"/>
          <p14:tracePt t="96957" x="5505450" y="6457950"/>
          <p14:tracePt t="96974" x="5499100" y="6457950"/>
          <p14:tracePt t="97001" x="5492750" y="6457950"/>
          <p14:tracePt t="97078" x="5492750" y="6464300"/>
          <p14:tracePt t="97085" x="5492750" y="6470650"/>
          <p14:tracePt t="97390" x="5473700" y="6470650"/>
          <p14:tracePt t="97397" x="5435600" y="6470650"/>
          <p14:tracePt t="97412" x="5384800" y="6470650"/>
          <p14:tracePt t="97422" x="5334000" y="6477000"/>
          <p14:tracePt t="97440" x="5238750" y="6489700"/>
          <p14:tracePt t="97455" x="5213350" y="6489700"/>
          <p14:tracePt t="97473" x="5156200" y="6489700"/>
          <p14:tracePt t="97489" x="5099050" y="6496050"/>
          <p14:tracePt t="97505" x="5067300" y="6496050"/>
          <p14:tracePt t="97522" x="5048250" y="6502400"/>
          <p14:tracePt t="97539" x="4984750" y="6508750"/>
          <p14:tracePt t="97555" x="4965700" y="6508750"/>
          <p14:tracePt t="97573" x="4946650" y="6508750"/>
          <p14:tracePt t="97588" x="4933950" y="6508750"/>
          <p14:tracePt t="97604" x="4927600" y="6508750"/>
          <p14:tracePt t="97622" x="4921250" y="6508750"/>
          <p14:tracePt t="97650" x="4914900" y="6508750"/>
          <p14:tracePt t="97692" x="4908550" y="6508750"/>
          <p14:tracePt t="97770" x="4902200" y="6508750"/>
          <p14:tracePt t="97818" x="4895850" y="6502400"/>
          <p14:tracePt t="97840" x="4883150" y="6502400"/>
          <p14:tracePt t="97853" x="4876800" y="6502400"/>
          <p14:tracePt t="97861" x="4864100" y="6502400"/>
          <p14:tracePt t="97875" x="4851400" y="6502400"/>
          <p14:tracePt t="97888" x="4826000" y="6502400"/>
          <p14:tracePt t="97904" x="4762500" y="6489700"/>
          <p14:tracePt t="97920" x="4711700" y="6489700"/>
          <p14:tracePt t="97937" x="4616450" y="6483350"/>
          <p14:tracePt t="97953" x="4552950" y="6483350"/>
          <p14:tracePt t="97971" x="4514850" y="6483350"/>
          <p14:tracePt t="97987" x="4470400" y="6483350"/>
          <p14:tracePt t="98004" x="4457700" y="6483350"/>
          <p14:tracePt t="98020" x="4451350" y="6483350"/>
          <p14:tracePt t="98037" x="4445000" y="6483350"/>
          <p14:tracePt t="98053" x="4451350" y="6483350"/>
          <p14:tracePt t="98071" x="4464050" y="6483350"/>
          <p14:tracePt t="98087" x="4489450" y="6483350"/>
          <p14:tracePt t="98103" x="4521200" y="6477000"/>
          <p14:tracePt t="98121" x="4578350" y="6470650"/>
          <p14:tracePt t="98136" x="4616450" y="6470650"/>
          <p14:tracePt t="98153" x="4648200" y="6470650"/>
          <p14:tracePt t="98170" x="4800600" y="6451600"/>
          <p14:tracePt t="98186" x="4851400" y="6438900"/>
          <p14:tracePt t="98203" x="4889500" y="6438900"/>
          <p14:tracePt t="98220" x="4972050" y="6438900"/>
          <p14:tracePt t="98236" x="5010150" y="6432550"/>
          <p14:tracePt t="98254" x="5035550" y="6432550"/>
          <p14:tracePt t="98269" x="5041900" y="6432550"/>
          <p14:tracePt t="98286" x="5048250" y="6432550"/>
          <p14:tracePt t="98415" x="5041900" y="6432550"/>
          <p14:tracePt t="98514" x="5035550" y="6432550"/>
          <p14:tracePt t="98520" x="5029200" y="6432550"/>
          <p14:tracePt t="99055" x="5054600" y="6432550"/>
          <p14:tracePt t="99062" x="5067300" y="6432550"/>
          <p14:tracePt t="99076" x="5080000" y="6432550"/>
          <p14:tracePt t="99086" x="5092700" y="6432550"/>
          <p14:tracePt t="99099" x="5111750" y="6432550"/>
          <p14:tracePt t="99116" x="5118100" y="6432550"/>
          <p14:tracePt t="99133" x="5137150" y="6432550"/>
          <p14:tracePt t="99150" x="5143500" y="6432550"/>
          <p14:tracePt t="99167" x="5149850" y="6432550"/>
          <p14:tracePt t="99189" x="5156200" y="6432550"/>
          <p14:tracePt t="99218" x="5156200" y="6438900"/>
          <p14:tracePt t="99237" x="5149850" y="6438900"/>
          <p14:tracePt t="99245" x="5143500" y="6445250"/>
          <p14:tracePt t="99259" x="5137150" y="6445250"/>
          <p14:tracePt t="99268" x="5130800" y="6445250"/>
          <p14:tracePt t="99294" x="5124450" y="6451600"/>
          <p14:tracePt t="99308" x="5118100" y="6451600"/>
          <p14:tracePt t="99329" x="5111750" y="6451600"/>
          <p14:tracePt t="99343" x="5105400" y="6451600"/>
          <p14:tracePt t="99357" x="5099050" y="6451600"/>
          <p14:tracePt t="99366" x="5092700" y="6451600"/>
          <p14:tracePt t="99382" x="5086350" y="6451600"/>
          <p14:tracePt t="99400" x="5041900" y="6451600"/>
          <p14:tracePt t="99415" x="4991100" y="6457950"/>
          <p14:tracePt t="99432" x="4965700" y="6457950"/>
          <p14:tracePt t="99449" x="4883150" y="6457950"/>
          <p14:tracePt t="99465" x="4806950" y="6457950"/>
          <p14:tracePt t="99482" x="4781550" y="6457950"/>
          <p14:tracePt t="99499" x="4718050" y="6457950"/>
          <p14:tracePt t="99515" x="4692650" y="6457950"/>
          <p14:tracePt t="99532" x="4648200" y="6457950"/>
          <p14:tracePt t="99548" x="4629150" y="6457950"/>
          <p14:tracePt t="99565" x="4616450" y="6457950"/>
          <p14:tracePt t="99582" x="4610100" y="6457950"/>
          <p14:tracePt t="99624" x="4603750" y="6464300"/>
          <p14:tracePt t="99687" x="4610100" y="6464300"/>
          <p14:tracePt t="99715" x="4616450" y="6464300"/>
          <p14:tracePt t="99757" x="4622800" y="6457950"/>
          <p14:tracePt t="99765" x="4629150" y="6457950"/>
          <p14:tracePt t="99786" x="4635500" y="6457950"/>
          <p14:tracePt t="99807" x="4641850" y="6457950"/>
          <p14:tracePt t="99821" x="4648200" y="6451600"/>
          <p14:tracePt t="99835" x="4654550" y="6451600"/>
          <p14:tracePt t="99849" x="4667250" y="6451600"/>
          <p14:tracePt t="99855" x="4679950" y="6445250"/>
          <p14:tracePt t="99870" x="4699000" y="6445250"/>
          <p14:tracePt t="99880" x="4724400" y="6438900"/>
          <p14:tracePt t="99898" x="4743450" y="6438900"/>
          <p14:tracePt t="99914" x="4813300" y="6432550"/>
          <p14:tracePt t="99930" x="4870450" y="6426200"/>
          <p14:tracePt t="99947" x="4914900" y="6426200"/>
          <p14:tracePt t="99963" x="4940300" y="6419850"/>
          <p14:tracePt t="99980" x="4972050" y="6413500"/>
          <p14:tracePt t="99997" x="4991100" y="6407150"/>
          <p14:tracePt t="100087" x="4997450" y="6407150"/>
          <p14:tracePt t="100227" x="4997450" y="6413500"/>
          <p14:tracePt t="100291" x="5003800" y="6413500"/>
          <p14:tracePt t="100326" x="5010150" y="6413500"/>
          <p14:tracePt t="100347" x="5016500" y="6413500"/>
          <p14:tracePt t="100361" x="5022850" y="6413500"/>
          <p14:tracePt t="100389" x="5029200" y="6413500"/>
          <p14:tracePt t="100417" x="5035550" y="6413500"/>
          <p14:tracePt t="100439" x="5041900" y="6413500"/>
          <p14:tracePt t="100459" x="5048250" y="6413500"/>
          <p14:tracePt t="100488" x="5054600" y="6407150"/>
          <p14:tracePt t="100508" x="5060950" y="6407150"/>
          <p14:tracePt t="100529" x="5067300" y="6400800"/>
          <p14:tracePt t="100572" x="5073650" y="6394450"/>
          <p14:tracePt t="100579" x="5073650" y="6388100"/>
          <p14:tracePt t="100600" x="5080000" y="6388100"/>
          <p14:tracePt t="100606" x="5086350" y="6388100"/>
          <p14:tracePt t="100642" x="5092700" y="6388100"/>
          <p14:tracePt t="100670" x="5099050" y="6394450"/>
          <p14:tracePt t="100712" x="5105400" y="6400800"/>
          <p14:tracePt t="100733" x="5111750" y="6400800"/>
          <p14:tracePt t="100740" x="5111750" y="6407150"/>
          <p14:tracePt t="100747" x="5111750" y="6413500"/>
          <p14:tracePt t="100817" x="5118100" y="6419850"/>
          <p14:tracePt t="100839" x="5118100" y="6426200"/>
          <p14:tracePt t="100951" x="5124450" y="6426200"/>
          <p14:tracePt t="101000" x="5118100" y="6426200"/>
          <p14:tracePt t="101042" x="5111750" y="6426200"/>
          <p14:tracePt t="101063" x="5105400" y="6426200"/>
          <p14:tracePt t="101070" x="5099050" y="6426200"/>
          <p14:tracePt t="101091" x="5092700" y="6426200"/>
          <p14:tracePt t="101098" x="5086350" y="6426200"/>
          <p14:tracePt t="101113" x="5080000" y="6426200"/>
          <p14:tracePt t="101140" x="5073650" y="6426200"/>
          <p14:tracePt t="101154" x="5067300" y="6426200"/>
          <p14:tracePt t="101163" x="5060950" y="6426200"/>
          <p14:tracePt t="101177" x="5054600" y="6426200"/>
          <p14:tracePt t="101193" x="5029200" y="6426200"/>
          <p14:tracePt t="101209" x="5016500" y="6426200"/>
          <p14:tracePt t="101226" x="4978400" y="6426200"/>
          <p14:tracePt t="101242" x="4927600" y="6419850"/>
          <p14:tracePt t="101260" x="4870450" y="6400800"/>
          <p14:tracePt t="101275" x="4838700" y="6394450"/>
          <p14:tracePt t="101293" x="4819650" y="6388100"/>
          <p14:tracePt t="101309" x="4762500" y="6375400"/>
          <p14:tracePt t="101326" x="4749800" y="6369050"/>
          <p14:tracePt t="101342" x="4749800" y="6362700"/>
          <p14:tracePt t="101359" x="4737100" y="6362700"/>
          <p14:tracePt t="101375" x="4724400" y="6356350"/>
          <p14:tracePt t="101408" x="4711700" y="6350000"/>
          <p14:tracePt t="101425" x="4705350" y="6343650"/>
          <p14:tracePt t="101445" x="4699000" y="6343650"/>
          <p14:tracePt t="101458" x="4699000" y="6337300"/>
          <p14:tracePt t="101475" x="4692650" y="6330950"/>
          <p14:tracePt t="101492" x="4686300" y="6324600"/>
          <p14:tracePt t="101509" x="4679950" y="6318250"/>
          <p14:tracePt t="101526" x="4673600" y="6305550"/>
          <p14:tracePt t="101541" x="4660900" y="6299200"/>
          <p14:tracePt t="101558" x="4660900" y="6292850"/>
          <p14:tracePt t="101575" x="4648200" y="6280150"/>
          <p14:tracePt t="101591" x="4635500" y="6267450"/>
          <p14:tracePt t="101608" x="4629150" y="6267450"/>
          <p14:tracePt t="101625" x="4622800" y="6261100"/>
          <p14:tracePt t="101657" x="4622800" y="6254750"/>
          <p14:tracePt t="101695" x="4622800" y="6248400"/>
          <p14:tracePt t="101702" x="4622800" y="6242050"/>
          <p14:tracePt t="101730" x="4622800" y="6235700"/>
          <p14:tracePt t="101751" x="4629150" y="6229350"/>
          <p14:tracePt t="101773" x="4635500" y="6229350"/>
          <p14:tracePt t="101800" x="4641850" y="6229350"/>
          <p14:tracePt t="101835" x="4648200" y="6223000"/>
          <p14:tracePt t="101885" x="4654550" y="6223000"/>
          <p14:tracePt t="101892" x="4654550" y="6216650"/>
          <p14:tracePt t="101912" x="4660900" y="6216650"/>
          <p14:tracePt t="101940" x="4667250" y="6216650"/>
          <p14:tracePt t="101962" x="4673600" y="6216650"/>
          <p14:tracePt t="101997" x="4679950" y="6216650"/>
          <p14:tracePt t="102011" x="4686300" y="6216650"/>
          <p14:tracePt t="102095" x="4692650" y="6223000"/>
          <p14:tracePt t="102102" x="4699000" y="6223000"/>
          <p14:tracePt t="102138" x="4699000" y="6235700"/>
          <p14:tracePt t="102186" x="4699000" y="6242050"/>
          <p14:tracePt t="102193" x="4699000" y="6248400"/>
          <p14:tracePt t="102221" x="4699000" y="6254750"/>
          <p14:tracePt t="102245" x="4699000" y="6261100"/>
          <p14:tracePt t="102264" x="4705350" y="6261100"/>
          <p14:tracePt t="102313" x="4711700" y="6267450"/>
          <p14:tracePt t="102348" x="4711700" y="6273800"/>
          <p14:tracePt t="102356" x="4718050" y="6273800"/>
          <p14:tracePt t="102376" x="4724400" y="6273800"/>
          <p14:tracePt t="102425" x="4730750" y="6273800"/>
          <p14:tracePt t="102432" x="4737100" y="6273800"/>
          <p14:tracePt t="102453" x="4743450" y="6267450"/>
          <p14:tracePt t="102517" x="4749800" y="6267450"/>
          <p14:tracePt t="102524" x="4756150" y="6267450"/>
          <p14:tracePt t="102544" x="4762500" y="6267450"/>
          <p14:tracePt t="102608" x="4768850" y="6267450"/>
          <p14:tracePt t="102636" x="4775200" y="6261100"/>
          <p14:tracePt t="102664" x="4781550" y="6254750"/>
          <p14:tracePt t="102685" x="4787900" y="6248400"/>
          <p14:tracePt t="102706" x="4787900" y="6242050"/>
          <p14:tracePt t="102748" x="4794250" y="6229350"/>
          <p14:tracePt t="102776" x="4794250" y="6223000"/>
          <p14:tracePt t="102783" x="4800600" y="6223000"/>
          <p14:tracePt t="102805" x="4800600" y="6216650"/>
          <p14:tracePt t="102818" x="4800600" y="6210300"/>
          <p14:tracePt t="102839" x="4800600" y="6203950"/>
          <p14:tracePt t="102855" x="4800600" y="6197600"/>
          <p14:tracePt t="102875" x="4806950" y="6191250"/>
          <p14:tracePt t="102889" x="4806950" y="6184900"/>
          <p14:tracePt t="102895" x="4813300" y="6184900"/>
          <p14:tracePt t="102917" x="4813300" y="6178550"/>
          <p14:tracePt t="102923" x="4819650" y="6178550"/>
          <p14:tracePt t="102945" x="4819650" y="6172200"/>
          <p14:tracePt t="102966" x="4826000" y="6165850"/>
          <p14:tracePt t="102994" x="4832350" y="6165850"/>
          <p14:tracePt t="103029" x="4838700" y="6165850"/>
          <p14:tracePt t="103064" x="4845050" y="6165850"/>
          <p14:tracePt t="103106" x="4845050" y="6172200"/>
          <p14:tracePt t="103127" x="4845050" y="6178550"/>
          <p14:tracePt t="103169" x="4845050" y="6184900"/>
          <p14:tracePt t="103198" x="4845050" y="6191250"/>
          <p14:tracePt t="103226" x="4845050" y="6197600"/>
          <p14:tracePt t="103246" x="4845050" y="6203950"/>
          <p14:tracePt t="103268" x="4838700" y="6210300"/>
          <p14:tracePt t="103274" x="4832350" y="6210300"/>
          <p14:tracePt t="103296" x="4826000" y="6216650"/>
          <p14:tracePt t="103338" x="4819650" y="6216650"/>
          <p14:tracePt t="103345" x="4819650" y="6223000"/>
          <p14:tracePt t="103366" x="4813300" y="6229350"/>
          <p14:tracePt t="103387" x="4806950" y="6235700"/>
          <p14:tracePt t="103436" x="4800600" y="6235700"/>
          <p14:tracePt t="103457" x="4794250" y="6242050"/>
          <p14:tracePt t="103471" x="4787900" y="6242050"/>
          <p14:tracePt t="103486" x="4781550" y="6242050"/>
          <p14:tracePt t="103499" x="4775200" y="6242050"/>
          <p14:tracePt t="103520" x="4768850" y="6242050"/>
          <p14:tracePt t="103542" x="4768850" y="6235700"/>
          <p14:tracePt t="103548" x="4762500" y="6235700"/>
          <p14:tracePt t="103555" x="4756150" y="6229350"/>
          <p14:tracePt t="103571" x="4749800" y="6223000"/>
          <p14:tracePt t="103585" x="4743450" y="6223000"/>
          <p14:tracePt t="103601" x="4724400" y="6203950"/>
          <p14:tracePt t="103618" x="4699000" y="6178550"/>
          <p14:tracePt t="103634" x="4686300" y="6165850"/>
          <p14:tracePt t="103651" x="4667250" y="6153150"/>
          <p14:tracePt t="103668" x="4660900" y="6140450"/>
          <p14:tracePt t="103683" x="4654550" y="6127750"/>
          <p14:tracePt t="103701" x="4648200" y="6121400"/>
          <p14:tracePt t="103858" x="4654550" y="6127750"/>
          <p14:tracePt t="103872" x="4654550" y="6134100"/>
          <p14:tracePt t="103886" x="4654550" y="6140450"/>
          <p14:tracePt t="103901" x="4660900" y="6146800"/>
          <p14:tracePt t="103914" x="4667250" y="6146800"/>
          <p14:tracePt t="103927" x="4667250" y="6153150"/>
          <p14:tracePt t="103936" x="4673600" y="6159500"/>
          <p14:tracePt t="103950" x="4679950" y="6159500"/>
          <p14:tracePt t="103966" x="4692650" y="6178550"/>
          <p14:tracePt t="103984" x="4711700" y="6203950"/>
          <p14:tracePt t="103999" x="4724400" y="6216650"/>
          <p14:tracePt t="104016" x="4756150" y="6242050"/>
          <p14:tracePt t="104033" x="4787900" y="6273800"/>
          <p14:tracePt t="104049" x="4806950" y="6280150"/>
          <p14:tracePt t="104067" x="4838700" y="6292850"/>
          <p14:tracePt t="104083" x="4870450" y="6305550"/>
          <p14:tracePt t="104099" x="4895850" y="6311900"/>
          <p14:tracePt t="104117" x="4914900" y="6324600"/>
          <p14:tracePt t="104132" x="4927600" y="6330950"/>
          <p14:tracePt t="104149" x="4933950" y="6330950"/>
          <p14:tracePt t="104166" x="4946650" y="6337300"/>
          <p14:tracePt t="104183" x="4953000" y="6337300"/>
          <p14:tracePt t="104199" x="4959350" y="6343650"/>
          <p14:tracePt t="104251" x="4965700" y="6343650"/>
          <p14:tracePt t="104300" x="4972050" y="6343650"/>
          <p14:tracePt t="104321" x="4984750" y="6350000"/>
          <p14:tracePt t="104342" x="4991100" y="6350000"/>
          <p14:tracePt t="104363" x="4997450" y="6350000"/>
          <p14:tracePt t="104370" x="5003800" y="6350000"/>
          <p14:tracePt t="104391" x="5010150" y="6350000"/>
          <p14:tracePt t="104419" x="5022850" y="6356350"/>
          <p14:tracePt t="104433" x="5029200" y="6356350"/>
          <p14:tracePt t="104440" x="5035550" y="6356350"/>
          <p14:tracePt t="104454" x="5041900" y="6356350"/>
          <p14:tracePt t="104464" x="5048250" y="6362700"/>
          <p14:tracePt t="104484" x="5060950" y="6369050"/>
          <p14:tracePt t="104498" x="5086350" y="6369050"/>
          <p14:tracePt t="104515" x="5118100" y="6375400"/>
          <p14:tracePt t="104532" x="5156200" y="6388100"/>
          <p14:tracePt t="104547" x="5181600" y="6388100"/>
          <p14:tracePt t="104564" x="5213350" y="6407150"/>
          <p14:tracePt t="104581" x="5245100" y="6413500"/>
          <p14:tracePt t="104598" x="5257800" y="6413500"/>
          <p14:tracePt t="104615" x="5283200" y="6419850"/>
          <p14:tracePt t="104631" x="5295900" y="6419850"/>
          <p14:tracePt t="104647" x="5302250" y="6419850"/>
          <p14:tracePt t="104665" x="5308600" y="6419850"/>
          <p14:tracePt t="104680" x="5321300" y="6419850"/>
          <p14:tracePt t="104697" x="5327650" y="6419850"/>
          <p14:tracePt t="104701" x="5334000" y="6419850"/>
          <p14:tracePt t="104717" x="5340350" y="6419850"/>
          <p14:tracePt t="104730" x="5346700" y="6419850"/>
          <p14:tracePt t="104747" x="5359400" y="6419850"/>
          <p14:tracePt t="104764" x="5372100" y="6419850"/>
          <p14:tracePt t="104780" x="5378450" y="6419850"/>
          <p14:tracePt t="104797" x="5397500" y="6419850"/>
          <p14:tracePt t="104814" x="5422900" y="6419850"/>
          <p14:tracePt t="104830" x="5435600" y="6413500"/>
          <p14:tracePt t="104847" x="5461000" y="6413500"/>
          <p14:tracePt t="104863" x="5492750" y="6413500"/>
          <p14:tracePt t="104880" x="5505450" y="6413500"/>
          <p14:tracePt t="104897" x="5518150" y="6413500"/>
          <p14:tracePt t="104913" x="5530850" y="6413500"/>
          <p14:tracePt t="105023" x="5530850" y="6407150"/>
          <p14:tracePt t="105072" x="5524500" y="6407150"/>
          <p14:tracePt t="105085" x="5518150" y="6407150"/>
          <p14:tracePt t="105093" x="5511800" y="6407150"/>
          <p14:tracePt t="105114" x="5505450" y="6407150"/>
          <p14:tracePt t="105121" x="5492750" y="6407150"/>
          <p14:tracePt t="105136" x="5486400" y="6407150"/>
          <p14:tracePt t="105146" x="5461000" y="6407150"/>
          <p14:tracePt t="105162" x="5441950" y="6407150"/>
          <p14:tracePt t="105179" x="5378450" y="6407150"/>
          <p14:tracePt t="105195" x="5289550" y="6407150"/>
          <p14:tracePt t="105213" x="5194300" y="6407150"/>
          <p14:tracePt t="105229" x="5143500" y="6407150"/>
          <p14:tracePt t="105246" x="5080000" y="6407150"/>
          <p14:tracePt t="105262" x="5029200" y="6407150"/>
          <p14:tracePt t="105278" x="5016500" y="6407150"/>
          <p14:tracePt t="105295" x="4997450" y="6407150"/>
          <p14:tracePt t="105312" x="4965700" y="6413500"/>
          <p14:tracePt t="105332" x="4959350" y="6413500"/>
          <p14:tracePt t="105374" x="4953000" y="6413500"/>
          <p14:tracePt t="105486" x="4946650" y="6413500"/>
          <p14:tracePt t="105557" x="4953000" y="6413500"/>
          <p14:tracePt t="105579" x="4959350" y="6413500"/>
          <p14:tracePt t="105584" x="4965700" y="6413500"/>
          <p14:tracePt t="105594" x="4978400" y="6413500"/>
          <p14:tracePt t="105610" x="4991100" y="6413500"/>
          <p14:tracePt t="105627" x="5029200" y="6413500"/>
          <p14:tracePt t="105644" x="5054600" y="6407150"/>
          <p14:tracePt t="105660" x="5111750" y="6407150"/>
          <p14:tracePt t="105677" x="5168900" y="6400800"/>
          <p14:tracePt t="105694" x="5187950" y="6400800"/>
          <p14:tracePt t="105711" x="5245100" y="6400800"/>
          <p14:tracePt t="105727" x="5289550" y="6407150"/>
          <p14:tracePt t="105743" x="5308600" y="6413500"/>
          <p14:tracePt t="105760" x="5346700" y="6419850"/>
          <p14:tracePt t="105777" x="5384800" y="6426200"/>
          <p14:tracePt t="105793" x="5403850" y="6432550"/>
          <p14:tracePt t="105810" x="5441950" y="6432550"/>
          <p14:tracePt t="105826" x="5486400" y="6432550"/>
          <p14:tracePt t="105844" x="5505450" y="6438900"/>
          <p14:tracePt t="105860" x="5549900" y="6445250"/>
          <p14:tracePt t="105876" x="5588000" y="6464300"/>
          <p14:tracePt t="105894" x="5607050" y="6470650"/>
          <p14:tracePt t="105910" x="5619750" y="6470650"/>
          <p14:tracePt t="105926" x="5626100" y="6470650"/>
          <p14:tracePt t="105943" x="5638800" y="6470650"/>
          <p14:tracePt t="105959" x="5645150" y="6470650"/>
          <p14:tracePt t="105993" x="5651500" y="6470650"/>
          <p14:tracePt t="106014" x="5657850" y="6470650"/>
          <p14:tracePt t="106055" x="5657850" y="6464300"/>
          <p14:tracePt t="106077" x="5657850" y="6457950"/>
          <p14:tracePt t="106105" x="5657850" y="6451600"/>
          <p14:tracePt t="106127" x="5657850" y="6445250"/>
          <p14:tracePt t="106147" x="5651500" y="6445250"/>
          <p14:tracePt t="106175" x="5645150" y="6445250"/>
          <p14:tracePt t="106196" x="5638800" y="6445250"/>
          <p14:tracePt t="106643" x="5645150" y="6445250"/>
          <p14:tracePt t="106650" x="5657850" y="6457950"/>
          <p14:tracePt t="106664" x="5664200" y="6457950"/>
          <p14:tracePt t="106674" x="5670550" y="6464300"/>
          <p14:tracePt t="106692" x="5683250" y="6470650"/>
          <p14:tracePt t="106707" x="5689600" y="6477000"/>
          <p14:tracePt t="106723" x="5695950" y="6483350"/>
          <p14:tracePt t="106743" x="5721350" y="6483350"/>
          <p14:tracePt t="106769" x="5727700" y="6483350"/>
          <p14:tracePt t="106777" x="5727700" y="6477000"/>
          <p14:tracePt t="106793" x="5734050" y="6470650"/>
          <p14:tracePt t="106807" x="5734050" y="6457950"/>
          <p14:tracePt t="106827" x="5740400" y="6445250"/>
          <p14:tracePt t="106854" x="5740400" y="6432550"/>
          <p14:tracePt t="106861" x="5740400" y="6419850"/>
          <p14:tracePt t="106876" x="5740400" y="6407150"/>
          <p14:tracePt t="106890" x="5740400" y="6400800"/>
          <p14:tracePt t="106906" x="5740400" y="6394450"/>
          <p14:tracePt t="106923" x="5740400" y="6381750"/>
          <p14:tracePt t="107008" x="5740400" y="6375400"/>
          <p14:tracePt t="107043" x="5734050" y="6375400"/>
          <p14:tracePt t="107092" x="5727700" y="6375400"/>
          <p14:tracePt t="107121" x="5721350" y="6375400"/>
          <p14:tracePt t="107155" x="5715000" y="6375400"/>
          <p14:tracePt t="107177" x="5708650" y="6381750"/>
          <p14:tracePt t="107205" x="5702300" y="6388100"/>
          <p14:tracePt t="107212" x="5695950" y="6388100"/>
          <p14:tracePt t="107233" x="5695950" y="6394450"/>
          <p14:tracePt t="107247" x="5689600" y="6394450"/>
          <p14:tracePt t="107255" x="5683250" y="6400800"/>
          <p14:tracePt t="107272" x="5676900" y="6400800"/>
          <p14:tracePt t="107288" x="5638800" y="6419850"/>
          <p14:tracePt t="107305" x="5619750" y="6419850"/>
          <p14:tracePt t="107321" x="5549900" y="6432550"/>
          <p14:tracePt t="107338" x="5467350" y="6445250"/>
          <p14:tracePt t="107355" x="5416550" y="6445250"/>
          <p14:tracePt t="107371" x="5295900" y="6451600"/>
          <p14:tracePt t="107388" x="5194300" y="6451600"/>
          <p14:tracePt t="107404" x="5143500" y="6451600"/>
          <p14:tracePt t="107423" x="5041900" y="6451600"/>
          <p14:tracePt t="107437" x="4946650" y="6451600"/>
          <p14:tracePt t="107455" x="4895850" y="6451600"/>
          <p14:tracePt t="107472" x="4819650" y="6451600"/>
          <p14:tracePt t="107488" x="4768850" y="6445250"/>
          <p14:tracePt t="107504" x="4749800" y="6445250"/>
          <p14:tracePt t="107521" x="4724400" y="6438900"/>
          <p14:tracePt t="107537" x="4692650" y="6432550"/>
          <p14:tracePt t="107554" x="4679950" y="6432550"/>
          <p14:tracePt t="107571" x="4660900" y="6419850"/>
          <p14:tracePt t="107587" x="4654550" y="6413500"/>
          <p14:tracePt t="107604" x="4641850" y="6413500"/>
          <p14:tracePt t="107620" x="4635500" y="6407150"/>
          <p14:tracePt t="107682" x="4635500" y="6400800"/>
          <p14:tracePt t="107731" x="4641850" y="6400800"/>
          <p14:tracePt t="107745" x="4648200" y="6400800"/>
          <p14:tracePt t="107794" x="4654550" y="6400800"/>
          <p14:tracePt t="107801" x="4660900" y="6400800"/>
          <p14:tracePt t="107830" x="4667250" y="6400800"/>
          <p14:tracePt t="107851" x="4673600" y="6400800"/>
          <p14:tracePt t="107865" x="4679950" y="6400800"/>
          <p14:tracePt t="107887" x="4686300" y="6400800"/>
          <p14:tracePt t="107914" x="4692650" y="6400800"/>
          <p14:tracePt t="107921" x="4699000" y="6400800"/>
          <p14:tracePt t="107935" x="4705350" y="6394450"/>
          <p14:tracePt t="107949" x="4711700" y="6394450"/>
          <p14:tracePt t="107963" x="4724400" y="6388100"/>
          <p14:tracePt t="107973" x="4737100" y="6381750"/>
          <p14:tracePt t="107985" x="4749800" y="6381750"/>
          <p14:tracePt t="108002" x="4762500" y="6375400"/>
          <p14:tracePt t="108019" x="4800600" y="6362700"/>
          <p14:tracePt t="108036" x="4813300" y="6362700"/>
          <p14:tracePt t="108052" x="4838700" y="6356350"/>
          <p14:tracePt t="108069" x="4870450" y="6356350"/>
          <p14:tracePt t="108118" x="4870450" y="6362700"/>
          <p14:tracePt t="108138" x="4857750" y="6362700"/>
          <p14:tracePt t="108153" x="4851400" y="6362700"/>
          <p14:tracePt t="108166" x="4838700" y="6362700"/>
          <p14:tracePt t="108181" x="4826000" y="6362700"/>
          <p14:tracePt t="108203" x="4806950" y="6362700"/>
          <p14:tracePt t="108215" x="4794250" y="6369050"/>
          <p14:tracePt t="108222" x="4781550" y="6369050"/>
          <p14:tracePt t="108238" x="4775200" y="6369050"/>
          <p14:tracePt t="108252" x="4762500" y="6375400"/>
          <p14:tracePt t="108268" x="4749800" y="6375400"/>
          <p14:tracePt t="108285" x="4743450" y="6375400"/>
          <p14:tracePt t="108349" x="4749800" y="6375400"/>
          <p14:tracePt t="108356" x="4756150" y="6375400"/>
          <p14:tracePt t="108371" x="4768850" y="6369050"/>
          <p14:tracePt t="108387" x="4787900" y="6369050"/>
          <p14:tracePt t="108400" x="4800600" y="6362700"/>
          <p14:tracePt t="108418" x="4832350" y="6362700"/>
          <p14:tracePt t="108434" x="4864100" y="6350000"/>
          <p14:tracePt t="108451" x="4883150" y="6350000"/>
          <p14:tracePt t="108469" x="4914900" y="6343650"/>
          <p14:tracePt t="108484" x="4921250" y="6343650"/>
          <p14:tracePt t="108520" x="4914900" y="6343650"/>
          <p14:tracePt t="108538" x="4902200" y="6343650"/>
          <p14:tracePt t="108554" x="4889500" y="6343650"/>
          <p14:tracePt t="108570" x="4876800" y="6343650"/>
          <p14:tracePt t="108584" x="4864100" y="6343650"/>
          <p14:tracePt t="108601" x="4851400" y="6343650"/>
          <p14:tracePt t="108617" x="4819650" y="6343650"/>
          <p14:tracePt t="108634" x="4806950" y="6343650"/>
          <p14:tracePt t="108651" x="4787900" y="6350000"/>
          <p14:tracePt t="108667" x="4775200" y="6350000"/>
          <p14:tracePt t="108722" x="4787900" y="6350000"/>
          <p14:tracePt t="108735" x="4800600" y="6343650"/>
          <p14:tracePt t="108741" x="4813300" y="6343650"/>
          <p14:tracePt t="108755" x="4838700" y="6337300"/>
          <p14:tracePt t="108770" x="4851400" y="6330950"/>
          <p14:tracePt t="108786" x="4870450" y="6330950"/>
          <p14:tracePt t="108799" x="4876800" y="6324600"/>
          <p14:tracePt t="108816" x="4883150" y="6324600"/>
          <p14:tracePt t="108855" x="4876800" y="6324600"/>
          <p14:tracePt t="108869" x="4864100" y="6324600"/>
          <p14:tracePt t="108875" x="4851400" y="6324600"/>
          <p14:tracePt t="108890" x="4845050" y="6324600"/>
          <p14:tracePt t="108904" x="4832350" y="6324600"/>
          <p14:tracePt t="108916" x="4813300" y="6324600"/>
          <p14:tracePt t="108932" x="4800600" y="6324600"/>
          <p14:tracePt t="108949" x="4781550" y="6324600"/>
          <p14:tracePt t="108966" x="4749800" y="6324600"/>
          <p14:tracePt t="108982" x="4737100" y="6324600"/>
          <p14:tracePt t="108999" x="4724400" y="6324600"/>
          <p14:tracePt t="109016" x="4711700" y="6324600"/>
          <p14:tracePt t="109032" x="4705350" y="6324600"/>
          <p14:tracePt t="109297" x="4711700" y="6324600"/>
          <p14:tracePt t="109339" x="4718050" y="6324600"/>
          <p14:tracePt t="109346" x="4724400" y="6324600"/>
          <p14:tracePt t="109360" x="4730750" y="6324600"/>
          <p14:tracePt t="109388" x="4737100" y="6324600"/>
          <p14:tracePt t="109395" x="4743450" y="6324600"/>
          <p14:tracePt t="109410" x="4756150" y="6324600"/>
          <p14:tracePt t="109424" x="4775200" y="6324600"/>
          <p14:tracePt t="109433" x="4794250" y="6324600"/>
          <p14:tracePt t="109447" x="4813300" y="6324600"/>
          <p14:tracePt t="109463" x="4845050" y="6324600"/>
          <p14:tracePt t="109481" x="4895850" y="6324600"/>
          <p14:tracePt t="109497" x="4914900" y="6318250"/>
          <p14:tracePt t="109514" x="4959350" y="6311900"/>
          <p14:tracePt t="109530" x="4965700" y="6311900"/>
          <p14:tracePt t="109547" x="4984750" y="6305550"/>
          <p14:tracePt t="109564" x="4991100" y="6299200"/>
          <p14:tracePt t="109580" x="4997450" y="6299200"/>
          <p14:tracePt t="109648" x="4997450" y="6305550"/>
          <p14:tracePt t="109685" x="5003800" y="6305550"/>
          <p14:tracePt t="109720" x="5003800" y="6311900"/>
          <p14:tracePt t="109749" x="5003800" y="6318250"/>
          <p14:tracePt t="109770" x="5003800" y="6324600"/>
          <p14:tracePt t="109783" x="5010150" y="6324600"/>
          <p14:tracePt t="109804" x="5016500" y="6337300"/>
          <p14:tracePt t="109826" x="5029200" y="6350000"/>
          <p14:tracePt t="109832" x="5041900" y="6356350"/>
          <p14:tracePt t="109846" x="5054600" y="6375400"/>
          <p14:tracePt t="109863" x="5105400" y="6407150"/>
          <p14:tracePt t="109879" x="5149850" y="6426200"/>
          <p14:tracePt t="109896" x="5226050" y="6445250"/>
          <p14:tracePt t="109912" x="5264150" y="6464300"/>
          <p14:tracePt t="109929" x="5308600" y="6477000"/>
          <p14:tracePt t="109946" x="5378450" y="6483350"/>
          <p14:tracePt t="109963" x="5403850" y="6483350"/>
          <p14:tracePt t="109980" x="5461000" y="6483350"/>
          <p14:tracePt t="109995" x="5480050" y="6483350"/>
          <p14:tracePt t="110012" x="5505450" y="6483350"/>
          <p14:tracePt t="110029" x="5537200" y="6464300"/>
          <p14:tracePt t="110045" x="5549900" y="6457950"/>
          <p14:tracePt t="110062" x="5568950" y="6457950"/>
          <p14:tracePt t="110095" x="5575300" y="6457950"/>
          <p14:tracePt t="110121" x="5581650" y="6451600"/>
          <p14:tracePt t="110353" x="5588000" y="6451600"/>
          <p14:tracePt t="110388" x="5594350" y="6451600"/>
          <p14:tracePt t="110409" x="5607050" y="6451600"/>
          <p14:tracePt t="110437" x="5613400" y="6451600"/>
          <p14:tracePt t="110458" x="5613400" y="6445250"/>
          <p14:tracePt t="110493" x="5619750" y="6445250"/>
          <p14:tracePt t="110535" x="5626100" y="6438900"/>
          <p14:tracePt t="110570" x="5626100" y="6432550"/>
          <p14:tracePt t="110605" x="5626100" y="6426200"/>
          <p14:tracePt t="110620" x="5626100" y="6419850"/>
          <p14:tracePt t="110655" x="5613400" y="6419850"/>
          <p14:tracePt t="110690" x="5613400" y="6413500"/>
          <p14:tracePt t="110711" x="5607050" y="6413500"/>
          <p14:tracePt t="110739" x="5600700" y="6413500"/>
          <p14:tracePt t="110753" x="5594350" y="6413500"/>
          <p14:tracePt t="110762" x="5588000" y="6407150"/>
          <p14:tracePt t="110776" x="5581650" y="6407150"/>
          <p14:tracePt t="110793" x="5575300" y="6400800"/>
          <p14:tracePt t="110810" x="5562600" y="6394450"/>
          <p14:tracePt t="110826" x="5549900" y="6381750"/>
          <p14:tracePt t="110844" x="5473700" y="6337300"/>
          <p14:tracePt t="110859" x="5429250" y="6311900"/>
          <p14:tracePt t="110876" x="5365750" y="6267450"/>
          <p14:tracePt t="110893" x="5295900" y="6223000"/>
          <p14:tracePt t="110909" x="5270500" y="6203950"/>
          <p14:tracePt t="110926" x="5226050" y="6165850"/>
          <p14:tracePt t="110944" x="5200650" y="6146800"/>
          <p14:tracePt t="110960" x="5194300" y="6140450"/>
          <p14:tracePt t="110975" x="5187950" y="6134100"/>
          <p14:tracePt t="110992" x="5181600" y="6134100"/>
          <p14:tracePt t="111034" x="5175250" y="6127750"/>
          <p14:tracePt t="111104" x="5168900" y="6127750"/>
          <p14:tracePt t="111392" x="5175250" y="6127750"/>
          <p14:tracePt t="111398" x="5181600" y="6127750"/>
          <p14:tracePt t="111427" x="5187950" y="6127750"/>
          <p14:tracePt t="111434" x="5194300" y="6134100"/>
          <p14:tracePt t="111463" x="5200650" y="6140450"/>
          <p14:tracePt t="111476" x="5207000" y="6146800"/>
          <p14:tracePt t="111483" x="5226050" y="6153150"/>
          <p14:tracePt t="111497" x="5238750" y="6159500"/>
          <p14:tracePt t="111512" x="5264150" y="6165850"/>
          <p14:tracePt t="111523" x="5289550" y="6172200"/>
          <p14:tracePt t="111540" x="5334000" y="6191250"/>
          <p14:tracePt t="111557" x="5365750" y="6197600"/>
          <p14:tracePt t="111574" x="5454650" y="6197600"/>
          <p14:tracePt t="111590" x="5524500" y="6210300"/>
          <p14:tracePt t="111606" x="5562600" y="6203950"/>
          <p14:tracePt t="111624" x="5619750" y="6197600"/>
          <p14:tracePt t="111640" x="5651500" y="6184900"/>
          <p14:tracePt t="111656" x="5664200" y="6184900"/>
          <p14:tracePt t="111673" x="5676900" y="6172200"/>
          <p14:tracePt t="111689" x="5683250" y="6165850"/>
          <p14:tracePt t="111706" x="5683250" y="6159500"/>
          <p14:tracePt t="111723" x="5683250" y="6153150"/>
          <p14:tracePt t="111739" x="5683250" y="6140450"/>
          <p14:tracePt t="111757" x="5683250" y="6134100"/>
          <p14:tracePt t="111772" x="5683250" y="6127750"/>
          <p14:tracePt t="111946" x="5683250" y="6134100"/>
          <p14:tracePt t="111968" x="5676900" y="6140450"/>
          <p14:tracePt t="111975" x="5670550" y="6140450"/>
          <p14:tracePt t="111992" x="5670550" y="6146800"/>
          <p14:tracePt t="112024" x="5664200" y="6153150"/>
          <p14:tracePt t="112040" x="5657850" y="6153150"/>
          <p14:tracePt t="112052" x="5651500" y="6153150"/>
          <p14:tracePt t="112073" x="5645150" y="6159500"/>
          <p14:tracePt t="112087" x="5638800" y="6165850"/>
          <p14:tracePt t="112102" x="5626100" y="6172200"/>
          <p14:tracePt t="112108" x="5613400" y="6178550"/>
          <p14:tracePt t="112125" x="5600700" y="6184900"/>
          <p14:tracePt t="112138" x="5581650" y="6197600"/>
          <p14:tracePt t="112154" x="5562600" y="6210300"/>
          <p14:tracePt t="112172" x="5511800" y="6229350"/>
          <p14:tracePt t="112188" x="5480050" y="6235700"/>
          <p14:tracePt t="112204" x="5448300" y="6235700"/>
          <p14:tracePt t="112221" x="5378450" y="6254750"/>
          <p14:tracePt t="112238" x="5353050" y="6254750"/>
          <p14:tracePt t="112254" x="5314950" y="6254750"/>
          <p14:tracePt t="112271" x="5245100" y="6248400"/>
          <p14:tracePt t="112287" x="5219700" y="6242050"/>
          <p14:tracePt t="112305" x="5168900" y="6229350"/>
          <p14:tracePt t="112320" x="5156200" y="6229350"/>
          <p14:tracePt t="112337" x="5143500" y="6223000"/>
          <p14:tracePt t="112341" x="5130800" y="6216650"/>
          <p14:tracePt t="112357" x="5124450" y="6216650"/>
          <p14:tracePt t="112370" x="5118100" y="6216650"/>
          <p14:tracePt t="112387" x="5111750" y="6210300"/>
          <p14:tracePt t="112406" x="5105400" y="6210300"/>
          <p14:tracePt t="112453" x="5105400" y="6216650"/>
          <p14:tracePt t="112460" x="5105400" y="6223000"/>
          <p14:tracePt t="112474" x="5118100" y="6223000"/>
          <p14:tracePt t="112490" x="5124450" y="6223000"/>
          <p14:tracePt t="112503" x="5137150" y="6223000"/>
          <p14:tracePt t="112520" x="5149850" y="6229350"/>
          <p14:tracePt t="112537" x="5187950" y="6242050"/>
          <p14:tracePt t="112553" x="5207000" y="6248400"/>
          <p14:tracePt t="112570" x="5232400" y="6254750"/>
          <p14:tracePt t="112586" x="5295900" y="6261100"/>
          <p14:tracePt t="112603" x="5334000" y="6261100"/>
          <p14:tracePt t="112620" x="5391150" y="6261100"/>
          <p14:tracePt t="112636" x="5492750" y="6261100"/>
          <p14:tracePt t="112653" x="5543550" y="6261100"/>
          <p14:tracePt t="112670" x="5638800" y="6248400"/>
          <p14:tracePt t="112686" x="5689600" y="6248400"/>
          <p14:tracePt t="112702" x="5734050" y="6242050"/>
          <p14:tracePt t="112720" x="5803900" y="6223000"/>
          <p14:tracePt t="112736" x="5822950" y="6223000"/>
          <p14:tracePt t="112753" x="5842000" y="6216650"/>
          <p14:tracePt t="112769" x="5861050" y="6216650"/>
          <p14:tracePt t="112785" x="5867400" y="6216650"/>
          <p14:tracePt t="112803" x="5873750" y="6216650"/>
          <p14:tracePt t="112819" x="5873750" y="6210300"/>
          <p14:tracePt t="112839" x="5873750" y="6203950"/>
          <p14:tracePt t="112874" x="5867400" y="6203950"/>
          <p14:tracePt t="112888" x="5861050" y="6203950"/>
          <p14:tracePt t="112923" x="5854700" y="6203950"/>
          <p14:tracePt t="112972" x="5848350" y="6203950"/>
          <p14:tracePt t="112979" x="5848350" y="6210300"/>
          <p14:tracePt t="113015" x="5842000" y="6210300"/>
          <p14:tracePt t="113043" x="5835650" y="6210300"/>
          <p14:tracePt t="113064" x="5829300" y="6210300"/>
          <p14:tracePt t="113078" x="5822950" y="6210300"/>
          <p14:tracePt t="113092" x="5816600" y="6210300"/>
          <p14:tracePt t="113106" x="5816600" y="6216650"/>
          <p14:tracePt t="113118" x="5803900" y="6216650"/>
          <p14:tracePt t="113135" x="5791200" y="6216650"/>
          <p14:tracePt t="113152" x="5746750" y="6223000"/>
          <p14:tracePt t="113169" x="5721350" y="6223000"/>
          <p14:tracePt t="113185" x="5689600" y="6223000"/>
          <p14:tracePt t="113202" x="5626100" y="6223000"/>
          <p14:tracePt t="113218" x="5594350" y="6223000"/>
          <p14:tracePt t="113234" x="5530850" y="6223000"/>
          <p14:tracePt t="113251" x="5499100" y="6223000"/>
          <p14:tracePt t="113267" x="5473700" y="6223000"/>
          <p14:tracePt t="113284" x="5429250" y="6216650"/>
          <p14:tracePt t="113302" x="5410200" y="6216650"/>
          <p14:tracePt t="113317" x="5403850" y="6216650"/>
          <p14:tracePt t="113334" x="5391150" y="6210300"/>
          <p14:tracePt t="113352" x="5391150" y="6191250"/>
          <p14:tracePt t="113367" x="5403850" y="6184900"/>
          <p14:tracePt t="113384" x="5429250" y="6159500"/>
          <p14:tracePt t="113401" x="5461000" y="6140450"/>
          <p14:tracePt t="113417" x="5486400" y="6115050"/>
          <p14:tracePt t="113434" x="5492750" y="6108700"/>
          <p14:tracePt t="113450" x="5511800" y="6089650"/>
          <p14:tracePt t="113467" x="5518150" y="6089650"/>
          <p14:tracePt t="113483" x="5524500" y="6089650"/>
          <p14:tracePt t="113520" x="5524500" y="6096000"/>
          <p14:tracePt t="113541" x="5511800" y="6102350"/>
          <p14:tracePt t="113562" x="5505450" y="6102350"/>
          <p14:tracePt t="113584" x="5499100" y="6108700"/>
          <p14:tracePt t="113625" x="5492750" y="6108700"/>
          <p14:tracePt t="113632" x="5486400" y="6108700"/>
          <p14:tracePt t="113654" x="5473700" y="6115050"/>
          <p14:tracePt t="113682" x="5467350" y="6115050"/>
          <p14:tracePt t="113752" x="5473700" y="6115050"/>
          <p14:tracePt t="113767" x="5480050" y="6115050"/>
          <p14:tracePt t="113871" x="5473700" y="6115050"/>
          <p14:tracePt t="113892" x="5467350" y="6115050"/>
          <p14:tracePt t="113906" x="5461000" y="6115050"/>
          <p14:tracePt t="113913" x="5454650" y="6115050"/>
          <p14:tracePt t="113927" x="5448300" y="6115050"/>
          <p14:tracePt t="113935" x="5441950" y="6115050"/>
          <p14:tracePt t="113949" x="5429250" y="6115050"/>
          <p14:tracePt t="113965" x="5403850" y="6115050"/>
          <p14:tracePt t="113982" x="5397500" y="6115050"/>
          <p14:tracePt t="113998" x="5384800" y="6115050"/>
          <p14:tracePt t="114026" x="5391150" y="6115050"/>
          <p14:tracePt t="114035" x="5397500" y="6115050"/>
          <p14:tracePt t="114049" x="5403850" y="6121400"/>
          <p14:tracePt t="114065" x="5410200" y="6121400"/>
          <p14:tracePt t="114082" x="5416550" y="6121400"/>
          <p14:tracePt t="114124" x="5416550" y="6127750"/>
          <p14:tracePt t="114151" x="5416550" y="6134100"/>
          <p14:tracePt t="114173" x="5410200" y="6140450"/>
          <p14:tracePt t="114201" x="5410200" y="6146800"/>
          <p14:tracePt t="114222" x="5403850" y="6146800"/>
          <p14:tracePt t="114250" x="5397500" y="6153150"/>
          <p14:tracePt t="114257" x="5397500" y="6159500"/>
          <p14:tracePt t="114271" x="5397500" y="6165850"/>
          <p14:tracePt t="114285" x="5397500" y="6178550"/>
          <p14:tracePt t="114301" x="5397500" y="6191250"/>
          <p14:tracePt t="114314" x="5397500" y="6203950"/>
          <p14:tracePt t="114331" x="5397500" y="6216650"/>
          <p14:tracePt t="114347" x="5403850" y="6254750"/>
          <p14:tracePt t="114364" x="5410200" y="6273800"/>
          <p14:tracePt t="114380" x="5410200" y="6305550"/>
          <p14:tracePt t="114397" x="5429250" y="6350000"/>
          <p14:tracePt t="114414" x="5441950" y="6369050"/>
          <p14:tracePt t="114430" x="5448300" y="6388100"/>
          <p14:tracePt t="114447" x="5486400" y="6438900"/>
          <p14:tracePt t="114463" x="5511800" y="6457950"/>
          <p14:tracePt t="114480" x="5524500" y="6470650"/>
          <p14:tracePt t="114497" x="5581650" y="6515100"/>
          <p14:tracePt t="114513" x="5594350" y="6527800"/>
          <p14:tracePt t="114531" x="5619750" y="6540500"/>
          <p14:tracePt t="114546" x="5626100" y="6553200"/>
          <p14:tracePt t="114563" x="5638800" y="6553200"/>
          <p14:tracePt t="114580" x="5657850" y="6565900"/>
          <p14:tracePt t="114596" x="5670550" y="6572250"/>
          <p14:tracePt t="114613" x="5683250" y="6572250"/>
          <p14:tracePt t="114630" x="5695950" y="6572250"/>
          <p14:tracePt t="114646" x="5715000" y="6572250"/>
          <p14:tracePt t="114686" x="5721350" y="6578600"/>
          <p14:tracePt t="114714" x="5727700" y="6578600"/>
          <p14:tracePt t="114749" x="5734050" y="6578600"/>
          <p14:tracePt t="114756" x="5740400" y="6578600"/>
          <p14:tracePt t="114777" x="5746750" y="6578600"/>
          <p14:tracePt t="114812" x="5753100" y="6572250"/>
          <p14:tracePt t="114819" x="5753100" y="6565900"/>
          <p14:tracePt t="114847" x="5753100" y="6559550"/>
          <p14:tracePt t="114903" x="5753100" y="6553200"/>
          <p14:tracePt t="114932" x="5753100" y="6546850"/>
          <p14:tracePt t="114959" x="5753100" y="6540500"/>
          <p14:tracePt t="114966" x="5753100" y="6534150"/>
          <p14:tracePt t="114978" x="5746750" y="6534150"/>
          <p14:tracePt t="125267" x="0" y="0"/>
        </p14:tracePtLst>
      </p14:laserTraceLst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18.1|60.4|16.3|29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9|8.5|32.7|23.4|16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3|155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5.8|2|3.1|1.2|11.1|1.5|27.2|2.8|31.4|1.8|73.5|3.7|2.1|27.3|28.4|42.3|9.9|6.3|26.9|92.6|12.8|11.5|19.5|18.6|27.1|5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7|3.7|1.9|2.4|5.8|21.3|7.6|2.7|4.2|8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2|12.5|18|2|3.5|22.5|4|1.6|9.9|1.4|16.8|2.2|10.4|2.6|9.9|15.7|8|2.5|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8|7.7|120.6|26|6.9|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41.8|1.1|8.1|1.1|1.8|1|17.4|8.6|0.9|31.2|1.1|33.6|5.7|13|4.8|9.9|15|42.3|3.6|29.6|4.4|6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6|15.3|1.1|7.6|6.8|15.1|60.4|10.7|42.7|7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2.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lec-template.potx</Template>
  <TotalTime>24364</TotalTime>
  <Words>5070</Words>
  <Application>Microsoft Office PowerPoint</Application>
  <PresentationFormat>On-screen Show (4:3)</PresentationFormat>
  <Paragraphs>840</Paragraphs>
  <Slides>42</Slides>
  <Notes>0</Notes>
  <HiddenSlides>0</HiddenSlides>
  <MMClips>42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3" baseType="lpstr">
      <vt:lpstr>MS PGothic</vt:lpstr>
      <vt:lpstr>MS PGothic</vt:lpstr>
      <vt:lpstr>PMingLiU</vt:lpstr>
      <vt:lpstr>SourceSansProRegular</vt:lpstr>
      <vt:lpstr>Arial</vt:lpstr>
      <vt:lpstr>Elephant</vt:lpstr>
      <vt:lpstr>Lucida Console</vt:lpstr>
      <vt:lpstr>Lucida Sans Unicode</vt:lpstr>
      <vt:lpstr>Times New Roman</vt:lpstr>
      <vt:lpstr>Wingdings</vt:lpstr>
      <vt:lpstr>Default Design</vt:lpstr>
      <vt:lpstr>Values that don't get used by __init__</vt:lpstr>
      <vt:lpstr>__post_init__()</vt:lpstr>
      <vt:lpstr>__post_init__()</vt:lpstr>
      <vt:lpstr>2 slightly useful dataclasses methods</vt:lpstr>
      <vt:lpstr>PowerPoint Presentation</vt:lpstr>
      <vt:lpstr>Putting Classes into Modules</vt:lpstr>
      <vt:lpstr>PowerPoint Presentation</vt:lpstr>
      <vt:lpstr>PowerPoint Presentation</vt:lpstr>
      <vt:lpstr>Useful functions of the abc module</vt:lpstr>
      <vt:lpstr>Useful functions of the abc module</vt:lpstr>
      <vt:lpstr>Useful constants of numbers module</vt:lpstr>
      <vt:lpstr>Adding More Numeric ABCs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  <vt:lpstr>Useful functions of the re module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</dc:title>
  <dc:creator>user</dc:creator>
  <cp:lastModifiedBy>Me</cp:lastModifiedBy>
  <cp:revision>1086</cp:revision>
  <dcterms:created xsi:type="dcterms:W3CDTF">2009-03-01T03:18:16Z</dcterms:created>
  <dcterms:modified xsi:type="dcterms:W3CDTF">2021-06-15T08:03:25Z</dcterms:modified>
</cp:coreProperties>
</file>